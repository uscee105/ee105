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35" r:id="rId7"/>
    <p:sldId id="261" r:id="rId8"/>
    <p:sldId id="329" r:id="rId9"/>
    <p:sldId id="263" r:id="rId10"/>
    <p:sldId id="336" r:id="rId11"/>
    <p:sldId id="264" r:id="rId12"/>
    <p:sldId id="337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338" r:id="rId24"/>
    <p:sldId id="275" r:id="rId25"/>
    <p:sldId id="276" r:id="rId26"/>
    <p:sldId id="330" r:id="rId27"/>
    <p:sldId id="339" r:id="rId28"/>
    <p:sldId id="340" r:id="rId29"/>
    <p:sldId id="331" r:id="rId30"/>
    <p:sldId id="332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33" r:id="rId68"/>
    <p:sldId id="334" r:id="rId6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1" autoAdjust="0"/>
    <p:restoredTop sz="94660"/>
  </p:normalViewPr>
  <p:slideViewPr>
    <p:cSldViewPr>
      <p:cViewPr varScale="1">
        <p:scale>
          <a:sx n="120" d="100"/>
          <a:sy n="120" d="100"/>
        </p:scale>
        <p:origin x="125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7.7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938 309 6913 0 0,'-1'-2'-208'0'0,"0"0"0"0"0,0 0 0 0 0,0-1 0 0 0,0 1 0 0 0,0 0-1 0 0,0 0 1 0 0,0-1 0 0 0,1 1 0 0 0,-1-3 0 0 0,-5-15 626 0 0,5 18-375 0 0,-1 0-1 0 0,1 0 0 0 0,0 1 1 0 0,-1-1-1 0 0,1 0 0 0 0,-1 1 1 0 0,0-1-1 0 0,1 1 0 0 0,-1-1 1 0 0,0 1-1 0 0,0 0 0 0 0,0 0 1 0 0,0-1-1 0 0,0 2 0 0 0,0-1 1 0 0,-1 0-1 0 0,1 0 0 0 0,0 1 1 0 0,0-1-1 0 0,0 1 0 0 0,-1 0 1 0 0,1-1-1 0 0,0 1 0 0 0,-1 0 1 0 0,1 0-1 0 0,0 1 0 0 0,0-1 1 0 0,-1 0-1 0 0,1 1 0 0 0,0 0 1 0 0,0-1-1 0 0,0 1 0 0 0,-4 2 1 0 0,-9 3 356 0 0,1 1 1 0 0,0 0 0 0 0,-23 18-1 0 0,27-19-349 0 0,-76 51-66 0 0,-113 78-55 0 0,154-100 111 0 0,1 1-1 0 0,-48 53 1 0 0,25-13 851 0 0,4 2 0 0 0,-76 126-1 0 0,135-198-1082 0 0,0 1 0 0 0,0 0 0 0 0,0 1 0 0 0,1-1 0 0 0,-3 13 0 0 0,5-18 155 0 0,1 0 1 0 0,0-1 0 0 0,-1 1 0 0 0,1-1-1 0 0,0 1 1 0 0,0 0 0 0 0,0-1-1 0 0,0 1 1 0 0,0-1 0 0 0,1 1-1 0 0,-1 0 1 0 0,0-1 0 0 0,1 1 0 0 0,-1-1-1 0 0,1 1 1 0 0,0-1 0 0 0,-1 1-1 0 0,1-1 1 0 0,0 0 0 0 0,0 1-1 0 0,0-1 1 0 0,0 0 0 0 0,0 1 0 0 0,0-1-1 0 0,0 0 1 0 0,1 0 0 0 0,-1 0-1 0 0,0 0 1 0 0,1 0 0 0 0,-1 0-1 0 0,0-1 1 0 0,1 1 0 0 0,-1 0-1 0 0,3 0 1 0 0,14 3-28 0 0,0 0 0 0 0,1-1 0 0 0,-1 0 0 0 0,1-2 1 0 0,-1 0-1 0 0,36-4 0 0 0,12 1 46 0 0,-37 3 51 0 0,0 0 0 0 0,-1 3 0 0 0,1 0 0 0 0,-1 1 0 0 0,0 2 0 0 0,0 1 0 0 0,40 17 0 0 0,-59-20-32 0 0,1 0-1 0 0,-1 0 1 0 0,0 1 0 0 0,0 1 0 0 0,-1-1 0 0 0,1 1 0 0 0,-2 1 0 0 0,1-1 0 0 0,12 19 0 0 0,-15-19-21 0 0,-1 0 1 0 0,0 1 0 0 0,0 0 0 0 0,-1 0-1 0 0,0 0 1 0 0,-1 1 0 0 0,1-1 0 0 0,-2 1-1 0 0,1-1 1 0 0,-1 1 0 0 0,0-1 0 0 0,-1 1-1 0 0,0 0 1 0 0,-2 8 0 0 0,1-5-35 0 0,-1 0 0 0 0,-1 0 0 0 0,0 0 0 0 0,-1-1 0 0 0,0 1 0 0 0,0-1 0 0 0,-2 0 0 0 0,1 0 0 0 0,-14 18 0 0 0,-5 3-47 0 0,-48 49 1 0 0,45-53 610 0 0,-38 51 1 0 0,44-48-107 0 0,2 1 1 0 0,1 1-1 0 0,1 1 1 0 0,2 0-1 0 0,2 1 1 0 0,-14 54-1 0 0,22-71-206 0 0,2 0-1 0 0,0-1 1 0 0,1 1 0 0 0,1 0-1 0 0,1 1 1 0 0,0-1-1 0 0,1 0 1 0 0,1 0 0 0 0,1 0-1 0 0,1-1 1 0 0,0 1 0 0 0,1-1-1 0 0,1 0 1 0 0,1 0-1 0 0,12 23 1 0 0,-16-35-155 0 0,1 1 0 0 0,0-1 1 0 0,0 0-1 0 0,1 0 0 0 0,0-1 0 0 0,-1 1 0 0 0,2-1 1 0 0,-1 0-1 0 0,0-1 0 0 0,1 1 0 0 0,-1-1 0 0 0,1 0 1 0 0,0 0-1 0 0,0-1 0 0 0,1 0 0 0 0,-1 0 0 0 0,0 0 1 0 0,1-1-1 0 0,-1 0 0 0 0,1 0 0 0 0,10 0 0 0 0,12-1 405 0 0,-1-2-1 0 0,1-1 0 0 0,47-10 0 0 0,-37 5 48 0 0,96-15 427 0 0,191-10 1 0 0,-283 31-755 0 0,0 3 0 0 0,0 1 1 0 0,0 2-1 0 0,0 3 0 0 0,-1 0 1 0 0,0 3-1 0 0,0 2 0 0 0,67 28 0 0 0,-68-18-931 0 0,59 42-1 0 0,-66-40 128 0 0,2-2-1 0 0,45 22 1 0 0,-74-42 642 0 0,1 1 1 0 0,0-1-1 0 0,-1-1 1 0 0,1 1-1 0 0,0-1 1 0 0,0-1-1 0 0,0 1 1 0 0,0-1-1 0 0,0-1 0 0 0,0 1 1 0 0,0-2-1 0 0,0 1 1 0 0,0-1-1 0 0,0 0 1 0 0,-1 0-1 0 0,1-1 1 0 0,8-5-1 0 0,14-7 771 0 0,-1-1-1 0 0,48-36 1 0 0,-67 44-763 0 0,71-60 333 0 0,-62 49-561 0 0,2 1 0 0 0,0 1 0 0 0,34-21 0 0 0,-53 37 118 0 0,0 0 1 0 0,-1 0 0 0 0,1 0-1 0 0,0 0 1 0 0,0 1 0 0 0,0-1-1 0 0,-1 1 1 0 0,1-1 0 0 0,0 1-1 0 0,0 0 1 0 0,0 0 0 0 0,0 0-1 0 0,0 0 1 0 0,0 0 0 0 0,0 0-1 0 0,0 0 1 0 0,0 1 0 0 0,-1-1-1 0 0,1 1 1 0 0,0-1 0 0 0,0 1-1 0 0,0 0 1 0 0,1 1-1 0 0,3 2-326 0 0,0 0-1 0 0,-1 0 1 0 0,0 1-1 0 0,0 0 1 0 0,5 7-1 0 0,-5-7 372 0 0,-1 0 1 0 0,1 0-1 0 0,0 0 0 0 0,0-1 0 0 0,0 0 0 0 0,7 4 0 0 0,-2-3 242 0 0,0-1 0 0 0,0-1 0 0 0,1 0-1 0 0,-1 0 1 0 0,1-1 0 0 0,0-1 0 0 0,0 0 0 0 0,0 0-1 0 0,0-1 1 0 0,20-2 0 0 0,0-2 368 0 0,0-2 1 0 0,46-14-1 0 0,-34 5-258 0 0,0-1 1 0 0,-1-3-1 0 0,-1-1 1 0 0,-1-2 0 0 0,49-36-1 0 0,-41 22 80 0 0,-1-2 1 0 0,-2-2-1 0 0,63-72 0 0 0,-83 81-425 0 0,-1 0-1 0 0,-2-1 1 0 0,22-44 0 0 0,-33 54-425 0 0,0 0 0 0 0,-2-1 1 0 0,-1 0-1 0 0,-1-1 0 0 0,0 0 1 0 0,3-32-1 0 0,-9 40 195 0 0,-1 0 0 0 0,-1-1 0 0 0,0 1 0 0 0,-1 0 0 0 0,-1 0 0 0 0,-1 0 0 0 0,0 0 0 0 0,-1 0 0 0 0,0 1 0 0 0,-1 0 0 0 0,-10-16 0 0 0,0 1 580 0 0,-2 1 0 0 0,-1 0 0 0 0,-1 2 0 0 0,-31-33 0 0 0,16 28 89 0 0,0 0 0 0 0,-3 3 1 0 0,0 1-1 0 0,-62-34 0 0 0,35 22 23 0 0,56 35-255 0 0,1-1 0 0 0,-1-1 0 0 0,1 1 0 0 0,1-2 0 0 0,-1 1 0 0 0,1-1 0 0 0,1 0 0 0 0,-11-15 0 0 0,8 7-23 0 0,1 0 1 0 0,1 0-1 0 0,1-1 0 0 0,-6-22 0 0 0,1 1-304 0 0,-1 1 0 0 0,-2 1-1 0 0,-2 0 1 0 0,-1 1 0 0 0,-34-52-1 0 0,37 68 201 0 0,0 0 0 0 0,-2 1 1 0 0,0 0-1 0 0,-1 2 0 0 0,0 0 0 0 0,-2 1 0 0 0,0 0 0 0 0,0 2 0 0 0,-1 0 0 0 0,-32-14 0 0 0,-22-2-113 0 0,-2 3 0 0 0,-129-27 1 0 0,-36-10-81 0 0,127 20 913 0 0,-183-99 1 0 0,280 133-861 0 0,-35-12 0 0 0,20 12-329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8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337 0 9218 0 0,'-10'2'140'0'0,"0"0"0"0"0,1 1 1 0 0,-1 0-1 0 0,0 1 0 0 0,1 0 0 0 0,-1 0 1 0 0,1 1-1 0 0,1 0 0 0 0,-11 7 0 0 0,1 0 58 0 0,-3 0-230 0 0,1 1 0 0 0,1 1 0 0 0,0 0 0 0 0,1 2 0 0 0,-25 27 0 0 0,35-33 4 0 0,0-1 0 0 0,1 2-1 0 0,0-1 1 0 0,1 1 0 0 0,0 0 0 0 0,1 0 0 0 0,0 0-1 0 0,1 1 1 0 0,0 0 0 0 0,1 0 0 0 0,0 0 0 0 0,-2 18 0 0 0,2 23 345 0 0,3-1 0 0 0,1 1 0 0 0,3 0 0 0 0,3-1 0 0 0,19 82 1 0 0,-23-123-280 0 0,0 0 0 0 0,1 0 0 0 0,1 0 0 0 0,-1-1 1 0 0,2 1-1 0 0,-1-1 0 0 0,1-1 0 0 0,1 1 0 0 0,0-1 0 0 0,15 16 1 0 0,-17-21-10 0 0,0 1 1 0 0,0-1-1 0 0,1-1 1 0 0,-1 1-1 0 0,1-1 1 0 0,0 0-1 0 0,0 0 1 0 0,0-1-1 0 0,1 0 1 0 0,-1 0 0 0 0,1 0-1 0 0,-1-1 1 0 0,1 0-1 0 0,-1 0 1 0 0,1 0-1 0 0,0-1 1 0 0,-1 0-1 0 0,1-1 1 0 0,-1 1-1 0 0,10-3 1 0 0,12-4 268 0 0,0-1 0 0 0,-1-1 0 0 0,0-1 0 0 0,28-15 0 0 0,101-63 348 0 0,-98 53-662 0 0,3 1 59 0 0,49-30-489 0 0,-94 53 352 0 0,-1 0 0 0 0,-1 0-1 0 0,0-1 1 0 0,21-25-1 0 0,-33 35 128 0 0,0 0-1 0 0,0 0 0 0 0,-1-1 1 0 0,1 1-1 0 0,-1-1 1 0 0,1 1-1 0 0,-1-1 0 0 0,0 0 1 0 0,0 0-1 0 0,0 1 0 0 0,-1-1 1 0 0,1 0-1 0 0,-1 0 0 0 0,1 0 1 0 0,-1 0-1 0 0,0 0 0 0 0,0 0 1 0 0,0 1-1 0 0,-1-1 0 0 0,1 0 1 0 0,-1 0-1 0 0,1 0 1 0 0,-1 0-1 0 0,0 1 0 0 0,0-1 1 0 0,0 0-1 0 0,-1 1 0 0 0,1-1 1 0 0,-1 1-1 0 0,1-1 0 0 0,-1 1 1 0 0,0 0-1 0 0,0-1 0 0 0,-4-2 1 0 0,-6-7 341 0 0,-1 1 0 0 0,0 0 0 0 0,-1 1 0 0 0,-24-13 0 0 0,32 19-277 0 0,-61-35 404 0 0,-65-40 1152 0 0,46 23-7021 0 0,56 35-788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29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0 9218 0 0,'-2'7'313'0'0,"0"-1"0"0"0,0 0 1 0 0,1 1-1 0 0,0-1 0 0 0,-1 9 0 0 0,-2 13 42 0 0,-25 83 903 0 0,-25 123-102 0 0,50-205-1045 0 0,2 0 0 0 0,0-1 0 0 0,2 1 1 0 0,1 0-1 0 0,2 0 0 0 0,8 40 0 0 0,15 43 881 0 0,39 225 237 0 0,-54-227-1267 0 0,34 243 1423 0 0,11 44-508 0 0,-11-69-338 0 0,-37-281-497 0 0,2 0-1 0 0,2-1 1 0 0,2 0 0 0 0,2 0-1 0 0,2-2 1 0 0,1 0-1 0 0,3-1 1 0 0,2-2 0 0 0,56 77-1 0 0,-39-68-16 0 0,-2 1 0 0 0,-2 3 0 0 0,-3 0 1 0 0,31 69-1 0 0,-45-73-137 0 0,-3 0 1 0 0,-2 2 0 0 0,-2 0 0 0 0,-2 0-1 0 0,3 61 1 0 0,-1 271 784 0 0,-11-209-54 0 0,-1 48 338 0 0,-42 338 1 0 0,25-465-1232 0 0,-3-2 0 0 0,-39 110 0 0 0,-84 173-2780 0 0,125-334-3832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1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1163 0 4609 0 0,'-15'29'-309'0'0,"-1"0"1"0"0,-1-1-1 0 0,-1-1 0 0 0,-1-1 0 0 0,-43 43 1 0 0,26-33 180 0 0,-10 9 475 0 0,1 1 0 0 0,3 2 0 0 0,-44 65 0 0 0,79-101-245 0 0,1 0 0 0 0,0 1 0 0 0,0 0 0 0 0,1 0 0 0 0,1 1 0 0 0,0-1 0 0 0,1 1 0 0 0,-2 19 0 0 0,3-3-464 0 0,1 0 0 0 0,6 56 0 0 0,-5-70 454 0 0,0 0-1 0 0,0-1 1 0 0,-2 1 0 0 0,0 0 0 0 0,-1-1 0 0 0,-7 27-1 0 0,-41 93 1328 0 0,21-62-989 0 0,9-21-59 0 0,-1-2-1 0 0,-2 0 1 0 0,-58 85-1 0 0,57-101 232 0 0,-1-2 0 0 0,-1-1 0 0 0,-1-1 0 0 0,-2-1 0 0 0,-60 44 0 0 0,59-50-698 0 0,-1-1-1 0 0,-1-2 1 0 0,0-1-1 0 0,-59 23 1 0 0,70-35-3847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2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1204 1 6913 0 0,'-11'6'254'0'0,"0"0"-1"0"0,1 1 1 0 0,0 0-1 0 0,-18 17 1 0 0,-1 0 23 0 0,29-24-277 0 0,-275 197-480 0 0,240-173 173 0 0,0 1 1 0 0,2 2 0 0 0,1 2-1 0 0,1 1 1 0 0,-47 59 0 0 0,58-64 573 0 0,2 2 0 0 0,1 0 1 0 0,1 0-1 0 0,1 2 0 0 0,1 0 1 0 0,2 1-1 0 0,1 0 0 0 0,-9 43 1 0 0,16-45-268 0 0,2 0 0 0 0,1 1 0 0 0,1-1 1 0 0,1 0-1 0 0,2 0 0 0 0,7 32 0 0 0,4 68-2125 0 0,-13-110 1761 0 0,-2-1-1 0 0,0 0 0 0 0,0 0 1 0 0,-2 0-1 0 0,-7 27 0 0 0,0-16 561 0 0,-1-1 0 0 0,-2-1 0 0 0,0 0 0 0 0,-2 0 0 0 0,-1-1 0 0 0,0-1 0 0 0,-25 26 0 0 0,-15 11 2777 0 0,-78 68 0 0 0,85-88-2238 0 0,-3 4-4116 0 0,29-24-528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2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781 1 5529 0 0,'-127'167'20'0'0,"-19"24"323"0"0,-146 181 4648 0 0,112-114-6588 0 0,145-203-1808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3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 9674 0 0,'2'-2'71'0'0,"0"1"0"0"0,0-1 0 0 0,1 1 0 0 0,-1 0-1 0 0,0 0 1 0 0,1 0 0 0 0,-1 1 0 0 0,0-1 0 0 0,1 0 0 0 0,-1 1 0 0 0,1-1 0 0 0,-1 1-1 0 0,1 0 1 0 0,-1 0 0 0 0,1 0 0 0 0,-1 0 0 0 0,4 1 0 0 0,0 1-27 0 0,1 0 0 0 0,-1 1 0 0 0,0-1 1 0 0,0 1-1 0 0,6 4 0 0 0,8 5 19 0 0,42 24-531 0 0,-2 4 0 0 0,-1 2-1 0 0,58 54 1 0 0,87 62-1870 0 0,-144-119 1895 0 0,1-3 0 0 0,2-3 1 0 0,79 30-1 0 0,-93-45 814 0 0,1-3 0 0 0,1-1 0 0 0,0-3 1 0 0,1-2-1 0 0,53 2 0 0 0,565-22 8660 0 0,-486 10-9540 0 0,-129 5-5198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3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1 182 14747 0 0,'0'-3'112'0'0,"0"-1"-1"0"0,0 1 1 0 0,0-1-1 0 0,0 1 1 0 0,0-1-1 0 0,1 1 1 0 0,-1 0-1 0 0,1-1 1 0 0,0 1-1 0 0,0 0 1 0 0,0 0-1 0 0,1-1 1 0 0,-1 1-1 0 0,4-5 1 0 0,1 1-154 0 0,-1 1 0 0 0,1 0 0 0 0,1 0 0 0 0,12-8 0 0 0,-12 9 86 0 0,7-6-148 0 0,1 2-1 0 0,0 0 0 0 0,0 0 1 0 0,1 2-1 0 0,0-1 1 0 0,1 2-1 0 0,0 1 1 0 0,0 0-1 0 0,0 1 1 0 0,0 0-1 0 0,1 2 0 0 0,22-1 1 0 0,-13 3 103 0 0,-1 1 1 0 0,1 2-1 0 0,-1 0 1 0 0,1 2 0 0 0,-1 1-1 0 0,0 1 1 0 0,37 16-1 0 0,17 11-345 0 0,142 86-1 0 0,60 69-624 0 0,-166-105 136 0 0,220 141-3163 0 0,-310-212 4129 0 0,0 0-1 0 0,1-2 1 0 0,0 0 0 0 0,1-2-1 0 0,0-2 1 0 0,56 9 0 0 0,-42-12 717 0 0,0-2 0 0 0,1-2-1 0 0,-1-2 1 0 0,48-8 0 0 0,-41 3-953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4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10594 0 0,'8'-3'465'0'0,"0"0"0"0"0,0 0 1 0 0,0 1-1 0 0,0 0 0 0 0,0 0 0 0 0,1 1 0 0 0,11 0 0 0 0,0-2-381 0 0,-4 1-88 0 0,0 0 0 0 0,0 1 1 0 0,0 0-1 0 0,1 1 0 0 0,-1 1 0 0 0,0 1 0 0 0,0 0 1 0 0,0 1-1 0 0,0 1 0 0 0,-1 0 0 0 0,1 1 0 0 0,-1 1 1 0 0,0 0-1 0 0,0 1 0 0 0,-1 1 0 0 0,0 0 0 0 0,0 1 1 0 0,-1 1-1 0 0,19 17 0 0 0,10 17 19 0 0,-3 1-1 0 0,64 94 0 0 0,18 23-481 0 0,-12-42-399 0 0,168 144 0 0 0,-259-249 225 0 0,1-1 0 0 0,1-1 0 0 0,0-1 0 0 0,33 14 0 0 0,90 27-821 0 0,-115-44 1476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20740 0 0,'1'5'921'0'0,"0"-2"183"0"0,2 0-880 0 0,3 0-224 0 0,1-2 0 0 0,1-1 0 0 0,3 2-928 0 0,9-2-233 0 0,15-2-47 0 0,9-5-8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5.5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911 1042 5529 0 0,'2'0'24'0'0,"0"1"1"0"0,-1-1-1 0 0,1 0 0 0 0,0 0 0 0 0,-1-1 0 0 0,1 1 1 0 0,0 0-1 0 0,-1 0 0 0 0,1-1 0 0 0,0 1 0 0 0,-1-1 0 0 0,1 0 1 0 0,-1 1-1 0 0,1-1 0 0 0,-1 0 0 0 0,1 0 0 0 0,-1 0 1 0 0,0 0-1 0 0,1 0 0 0 0,-1 0 0 0 0,0 0 0 0 0,2-2 1 0 0,-2 1-15 0 0,-1 0 1 0 0,1 0 0 0 0,-1 1 0 0 0,1-1 0 0 0,-1 0-1 0 0,0 0 1 0 0,0 0 0 0 0,0 0 0 0 0,0 0-1 0 0,0 0 1 0 0,0 0 0 0 0,0 0 0 0 0,0 1 0 0 0,-1-1-1 0 0,1 0 1 0 0,-2-2 0 0 0,-2-8 216 0 0,-1 2-1 0 0,-1-1 1 0 0,1 1-1 0 0,-15-19 1 0 0,-4-1 461 0 0,-1 2 0 0 0,-2 0 0 0 0,-54-43 1 0 0,-101-60 632 0 0,163 118-1129 0 0,-233-176 1094 0 0,222 162-1107 0 0,1-1 0 0 0,1-2 0 0 0,2-1-1 0 0,1-1 1 0 0,-36-61 0 0 0,-30-81-4041 0 0,84 157 58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1 760 8754 0 0,'40'-79'-60'0'0,"-3"-1"0"0"0,-4-1 0 0 0,-3-2 0 0 0,-4-2 0 0 0,18-97 0 0 0,-7 37-3160 0 0,-33 121 2903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1019 3681 0 0,'155'-339'3384'0'0,"72"-145"1842"0"0,-163 376-3816 0 0,-21 40-3022 0 0,-32 48-2779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36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14747 0 0,'25'-6'648'0'0,"-3"1"144"0"0,5-1-632 0 0,-4 2-160 0 0,-3 1 0 0 0,-2 0 0 0 0,8-1 185 0 0,19-3 7 0 0,28-2 0 0 0,19-5 0 0 0,8 1-192 0 0,-12-1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1.0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48 172 6737 0 0,'-5'-6'108'0'0,"0"-1"-1"0"0,0 0 1 0 0,0-1-1 0 0,1 1 1 0 0,0-1-1 0 0,0 1 1 0 0,1-1-1 0 0,0 0 1 0 0,0-1-1 0 0,1 1 1 0 0,-2-10-1 0 0,4 14 33 0 0,0 1 0 0 0,0 0 1 0 0,0 0-1 0 0,0-1 0 0 0,1 1 0 0 0,0 0 0 0 0,-1 0 0 0 0,1-1 1 0 0,0 1-1 0 0,1 0 0 0 0,2-5 0 0 0,-3 6 8 0 0,-1 0 0 0 0,1 1-1 0 0,0-1 1 0 0,0 0 0 0 0,1 1 0 0 0,-1 0 0 0 0,0-1-1 0 0,0 1 1 0 0,1-1 0 0 0,-1 1 0 0 0,0 0 0 0 0,1 0-1 0 0,0 0 1 0 0,-1 0 0 0 0,1 0 0 0 0,0 0-1 0 0,-1 0 1 0 0,1 1 0 0 0,0-1 0 0 0,0 1 0 0 0,-1-1-1 0 0,4 0 365 0 0,-6 7-108 0 0,0-1 1 0 0,0 0-1 0 0,0 1 0 0 0,0-1 0 0 0,-4 9 1 0 0,-5 21 978 0 0,9-23-1165 0 0,1-1-1 0 0,0 1 0 0 0,1 0 1 0 0,0 0-1 0 0,0 0 1 0 0,1-1-1 0 0,1 1 1 0 0,0-1-1 0 0,1 1 1 0 0,0-1-1 0 0,1 0 1 0 0,9 16-1 0 0,-6-11-130 0 0,0 0-1 0 0,1-1 0 0 0,19 25 1 0 0,-23-35-76 0 0,0 1 0 0 0,1-1 0 0 0,-1 0 1 0 0,1-1-1 0 0,0 1 0 0 0,0-1 0 0 0,1 0 1 0 0,-1-1-1 0 0,1 0 0 0 0,0 0 0 0 0,11 3 0 0 0,6 2 13 0 0,0 0-1 0 0,0 2 1 0 0,-1 0-1 0 0,-1 1 0 0 0,0 2 1 0 0,0 0-1 0 0,-1 1 1 0 0,35 32-1 0 0,-30-25 211 0 0,1-2-1 0 0,1 0 0 0 0,51 24 1 0 0,-45-26-55 0 0,-1 2-1 0 0,47 35 1 0 0,-58-37-151 0 0,-10-9-4 0 0,0 1-1 0 0,-1 0 1 0 0,0 1-1 0 0,-1 0 1 0 0,0 1-1 0 0,-1 0 1 0 0,0 1-1 0 0,11 18 1 0 0,-19-26-327 0 0,0 0 1 0 0,0 0 0 0 0,0 0-1 0 0,-1 0 1 0 0,1 0 0 0 0,-1 0-1 0 0,0 0 1 0 0,-1 1-1 0 0,1-1 1 0 0,-1 0 0 0 0,0 0-1 0 0,0 0 1 0 0,-2 7 0 0 0,1-6-241 0 0,1 1 1 0 0,-1-1 0 0 0,1 1 0 0 0,1-1 0 0 0,-1 1 0 0 0,1 10-1 0 0,0-15 390 0 0,0-1-1 0 0,0 1 1 0 0,0-1-1 0 0,0 1 0 0 0,0-1 1 0 0,0 0-1 0 0,0 1 0 0 0,0-1 1 0 0,1 1-1 0 0,-1-1 1 0 0,0 1-1 0 0,0-1 0 0 0,0 1 1 0 0,1-1-1 0 0,-1 0 1 0 0,0 1-1 0 0,0-1 0 0 0,1 0 1 0 0,1 3-1076 0 0,-1-3 1075 0 0,-1 0 0 0 0,1 0 1 0 0,-1 1-1 0 0,1-1 1 0 0,-1 0-1 0 0,0 0 0 0 0,1 0 1 0 0,-1 0-1 0 0,1 0 0 0 0,-1 0 1 0 0,1 0-1 0 0,-1 0 1 0 0,1 0-1 0 0,0 0 0 0 0,5-6-624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1.4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36 906 4145 0 0,'-4'4'181'0'0,"-28"18"7310"0"0,50-48-5897 0 0,16-22-368 0 0,-2-2 0 0 0,-2-1 0 0 0,-2-2 0 0 0,31-82 0 0 0,59-231-692 0 0,-114 353-517 0 0,4-16-77 0 0,-2 0-1 0 0,4-34 1 0 0,-7 11-2527 0 0,-3 36-3719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3.8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1827 217 2304 0 0,'13'-44'845'0'0,"-8"33"-584"0"0,-1-1-1 0 0,-1 0 1 0 0,0 0-1 0 0,0-1 0 0 0,-1 1 1 0 0,-1-1-1 0 0,0 1 0 0 0,-1-1 1 0 0,-2-19-1 0 0,2 30-282 0 0,0 1 1 0 0,-1-1-1 0 0,1 1 0 0 0,-1-1 0 0 0,1 1 0 0 0,-1-1 0 0 0,0 1 1 0 0,1 0-1 0 0,-1-1 0 0 0,0 1 0 0 0,0 0 0 0 0,0 0 0 0 0,0-1 0 0 0,0 1 1 0 0,0 0-1 0 0,-1 0 0 0 0,1 0 0 0 0,0 0 0 0 0,0 0 0 0 0,-1 1 1 0 0,1-1-1 0 0,-3-1 0 0 0,1 1 82 0 0,0 1-1 0 0,0 0 1 0 0,0-1 0 0 0,0 1-1 0 0,0 0 1 0 0,0 0 0 0 0,0 1-1 0 0,0-1 1 0 0,0 1 0 0 0,0-1-1 0 0,-4 2 1 0 0,-7 4 570 0 0,-1 0-1 0 0,2 1 1 0 0,-23 14-1 0 0,30-18-432 0 0,-36 23 2374 0 0,-25 16 1671 0 0,-88 40 1 0 0,140-75-4184 0 0,-2-2 0 0 0,1 0 0 0 0,-1 0 0 0 0,1-2 0 0 0,-1 0 0 0 0,0-1 0 0 0,-18 0 0 0 0,-119-12 51 0 0,119 6 205 0 0,0 1 0 0 0,1 1 0 0 0,-1 2 0 0 0,-55 8 0 0 0,58-3-249 0 0,0-2 0 0 0,1 0 0 0 0,-1-2 0 0 0,0-2-1 0 0,0-1 1 0 0,0-1 0 0 0,1-2 0 0 0,0-1-1 0 0,0-1 1 0 0,0-2 0 0 0,-40-17 0 0 0,-5-10-66 0 0,-14-5-10 0 0,80 37-11 0 0,0 1 1 0 0,-1 0-1 0 0,1 1 1 0 0,0 0-1 0 0,-1 0 1 0 0,-20 1-1 0 0,20 2-206 0 0,0 1 0 0 0,1 0 0 0 0,-1 1 0 0 0,1 0 0 0 0,0 1 0 0 0,0 0 0 0 0,0 0 0 0 0,1 1 0 0 0,-1 1 0 0 0,1-1 0 0 0,-13 12 0 0 0,13-10-623 0 0,1 0 0 0 0,0 0 0 0 0,1 1 0 0 0,-1 0 0 0 0,1 1 1 0 0,-10 15-1 0 0,-15 58-925 0 0,22-62 1775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4.5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384 389 3225 0 0,'-22'7'1051'0'0,"16"-5"-267"0"0,0 0 0 0 0,0 0 0 0 0,0-1 0 0 0,0 1 1 0 0,-7-1-1 0 0,19-29 5538 0 0,0 7-4395 0 0,-6 14-1670 0 0,0-1-1 0 0,0 0 0 0 0,-1 1 0 0 0,0-1 0 0 0,0 0 1 0 0,-1 1-1 0 0,0 0 0 0 0,0-1 0 0 0,-1 1 0 0 0,0 0 1 0 0,0 0-1 0 0,0 0 0 0 0,-1 1 0 0 0,0-1 0 0 0,-1 1 1 0 0,1 0-1 0 0,-8-7 0 0 0,-11-12-396 0 0,-1 2 0 0 0,-45-34 0 0 0,40 34 325 0 0,1 0-1964 0 0,-63-39-1 0 0,74 52-4778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4.8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427 0 2761 0 0,'-6'21'8193'0'0,"-9"1"-4776"0"0,-26 20-3534 0 0,18-20 782 0 0,-48 62-1844 0 0,-98 157 1 0 0,90-123-1281 0 0,56-86-1275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5.5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338 402 5985 0 0,'-6'-12'676'0'0,"0"-1"0"0"0,0 0-1 0 0,2 0 1 0 0,0 0-1 0 0,0-1 1 0 0,1 1 0 0 0,-2-16-1 0 0,-9-38 886 0 0,12 60-1518 0 0,-1 0 1 0 0,1 0 0 0 0,-1 0-1 0 0,-1 1 1 0 0,1-1-1 0 0,-1 1 1 0 0,-1 0-1 0 0,1 0 1 0 0,-1 0 0 0 0,0 0-1 0 0,-6-5 1 0 0,-4 0 106 0 0,0 0 0 0 0,-1 1 0 0 0,-19-9 0 0 0,16 8 155 0 0,-87-47-1188 0 0,78 45-3963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5.8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815 196 4609 0 0,'27'-11'565'0'0,"-26"10"-444"0"0,0 1 0 0 0,0-1 1 0 0,0 1-1 0 0,0 0 0 0 0,0-1 1 0 0,0 0-1 0 0,-1 1 0 0 0,1-1 1 0 0,0 1-1 0 0,0-1 0 0 0,0 0 1 0 0,0 0-1 0 0,-1 0 0 0 0,1 1 1 0 0,0-1-1 0 0,-1 0 0 0 0,1 0 1 0 0,-1 0-1 0 0,1 0 0 0 0,-1 0 1 0 0,1 0-1 0 0,-1-2 0 0 0,-3 1 203 0 0,-1-1 0 0 0,1 1-1 0 0,-1 0 1 0 0,0 0 0 0 0,0 1 0 0 0,0-1-1 0 0,0 1 1 0 0,0 0 0 0 0,0 0-1 0 0,-7-1 1 0 0,4 0 64 0 0,-28-6 295 0 0,-1 2-1 0 0,-1 1 0 0 0,1 2 0 0 0,-1 2 1 0 0,1 1-1 0 0,-1 2 0 0 0,-64 11 1 0 0,57-7-289 0 0,0-1 1 0 0,-89-2-1 0 0,120-4-594 0 0,-1 0-1 0 0,1-1 1 0 0,0 0-1 0 0,-1-1 1 0 0,1 0-1 0 0,1-1 1 0 0,-1-1-1 0 0,0 0 1 0 0,1-1-1 0 0,0 0 0 0 0,1-1 1 0 0,-1 0-1 0 0,1 0 1 0 0,-14-14-1 0 0,23 19-197 0 0,-1 0-1 0 0,1-1 0 0 0,0 1 0 0 0,0-1 1 0 0,0 0-1 0 0,0 0 0 0 0,1 0 0 0 0,-1 0 1 0 0,1 0-1 0 0,-1 0 0 0 0,1 0 0 0 0,0 0 1 0 0,0 0-1 0 0,1-1 0 0 0,-1 1 0 0 0,0-7 1 0 0,1-5-1706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6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125 591 3681 0 0,'-1'0'121'0'0,"1"0"0"0"0,0 1 0 0 0,-1-1 1 0 0,1 1-1 0 0,-1-1 0 0 0,1 0 0 0 0,-1 1 0 0 0,1-1 0 0 0,-1 0 1 0 0,1 0-1 0 0,-1 1 0 0 0,1-1 0 0 0,-1 0 0 0 0,0 0 1 0 0,1 0-1 0 0,-1 0 0 0 0,1 1 0 0 0,-1-1 0 0 0,0 0 1 0 0,1 0-1 0 0,-1 0 0 0 0,1 0 0 0 0,-1-1 0 0 0,0 1 0 0 0,1 0 1 0 0,-1 0-1 0 0,1 0 0 0 0,-2-1 0 0 0,-13-13 1989 0 0,-2-23-39 0 0,-4-31 299 0 0,-20-108 0 0 0,35 134-2735 0 0,1 0 0 0 0,2 0 0 0 0,6-82 0 0 0,0 98-1180 0 0,0 3-3284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8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1553 9 8754 0 0,'-9'-3'273'0'0,"0"2"1"0"0,1-1-1 0 0,-1 1 1 0 0,0 0-1 0 0,0 1 0 0 0,1 0 1 0 0,-1 0-1 0 0,0 1 1 0 0,0 0-1 0 0,-11 4 1 0 0,-12 3 583 0 0,-43 19 0 0 0,51-18-450 0 0,-629 259 4480 0 0,485-196-4142 0 0,116-47-360 0 0,2 3 0 0 0,0 2 0 0 0,-49 39 0 0 0,73-51-347 0 0,12-7-752 0 0,0-2 1 0 0,-1 1 0 0 0,0-2 0 0 0,0 0-1 0 0,-1-1 1 0 0,0 0 0 0 0,-1-1 0 0 0,1-1-1 0 0,-1-1 1 0 0,-26 3 0 0 0,25-6-4996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2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0 988 2304 0 0,'1'-2'312'0'0,"1"1"0"0"0,-1-1 0 0 0,0 1-1 0 0,0-1 1 0 0,0 1 0 0 0,-1-1 0 0 0,1 0-1 0 0,0 1 1 0 0,0-1 0 0 0,-1 0 0 0 0,1-3-1 0 0,1 0 349 0 0,30-61 1489 0 0,-11 24-654 0 0,-2 0 0 0 0,-2-1 0 0 0,15-57 0 0 0,-15 44-1001 0 0,2 1 1 0 0,2 1-1 0 0,44-79 0 0 0,-10 20-248 0 0,-44 90-295 0 0,1-1-145 0 0,-1-1-1 0 0,-1 0 0 0 0,-1 0 1 0 0,-1-1-1 0 0,8-47 1 0 0,-12 49-4667 0 0,-1 13 122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2.9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22 391 4145 0 0,'0'0'159'0'0,"0"1"0"0"0,-1 0 1 0 0,1-1-1 0 0,-1 1 0 0 0,1-1 1 0 0,-1 1-1 0 0,1 0 0 0 0,-1-1 1 0 0,1 1-1 0 0,-1-1 0 0 0,1 0 0 0 0,-1 1 1 0 0,0-1-1 0 0,1 1 0 0 0,-1-1 1 0 0,0 0-1 0 0,0 0 0 0 0,1 1 0 0 0,-1-1 1 0 0,0 0-1 0 0,1 0 0 0 0,-1 0 1 0 0,0 0-1 0 0,0 0 0 0 0,1 0 0 0 0,-1 0 1 0 0,0 0-1 0 0,0 0 0 0 0,1 0 1 0 0,-3-1-1 0 0,3 1-44 0 0,0-1-1 0 0,0 0 1 0 0,-1 0-1 0 0,1 0 1 0 0,0 1 0 0 0,0-1-1 0 0,0 0 1 0 0,0 0-1 0 0,0 0 1 0 0,0 1 0 0 0,0-1-1 0 0,0 0 1 0 0,1 0-1 0 0,-1 0 1 0 0,0 1 0 0 0,0-1-1 0 0,1 0 1 0 0,-1 0-1 0 0,0 1 1 0 0,1-1 0 0 0,-1 0-1 0 0,1 1 1 0 0,-1-1 0 0 0,1 0-1 0 0,-1 1 1 0 0,1-1-1 0 0,0 0 1 0 0,5-6 265 0 0,0 0-1 0 0,0 1 1 0 0,1-1 0 0 0,-1 1 0 0 0,2 1-1 0 0,-1-1 1 0 0,0 1 0 0 0,1 1-1 0 0,0-1 1 0 0,9-3 0 0 0,2 2 0 0 0,-1 1 1 0 0,1 0-1 0 0,32-3 1 0 0,162-15-178 0 0,17-2 1602 0 0,-178 17-1387 0 0,0-3 0 0 0,67-23 0 0 0,-108 30-405 0 0,0 0 0 0 0,0-1 1 0 0,-1 0-1 0 0,1-1 1 0 0,-1 0-1 0 0,-1 0 0 0 0,1-1 1 0 0,-1-1-1 0 0,0 1 1 0 0,-1-2-1 0 0,0 1 0 0 0,8-12 1 0 0,-10 11-1217 0 0,0 0 1 0 0,-1 0-1 0 0,0-1 1 0 0,6-17-1 0 0,-2-1-5425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6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1 564 3225 0 0,'8'2'456'0'0,"1"-1"1"0"0,0 1-1 0 0,0-2 0 0 0,-1 1 1 0 0,1-1-1 0 0,0-1 1 0 0,0 1-1 0 0,0-1 1 0 0,-1-1-1 0 0,1 0 1 0 0,-1 0-1 0 0,1-1 0 0 0,-1 0 1 0 0,0 0-1 0 0,12-7 1 0 0,9-5 972 0 0,-2-2 1 0 0,48-36-1 0 0,-44 26-602 0 0,-1-1-1 0 0,-2-1 1 0 0,0-1-1 0 0,-3-1 0 0 0,38-60 1 0 0,-37 56-1539 0 0,54-60-1 0 0,-41 55-3115 0 0,0 0-3627 0 0,-34 36 6381 0 0,3-4 290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7.0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0 109 10138 0 0,'59'-6'1446'0'0,"-2"-3"0"0"0,1-3 0 0 0,-1-1 0 0 0,65-26 0 0 0,-58 15-3717 0 0,-45 18-3232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8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0 323 2304 0 0,'14'-19'1175'0'0,"0"2"-1"0"0,1 0 1 0 0,0 1-1 0 0,24-20 1 0 0,76-50 866 0 0,-103 77-1809 0 0,17-11 599 0 0,0 0 0 0 0,64-30-1 0 0,-77 44-552 0 0,0 0-1 0 0,0 1 0 0 0,1 1 0 0 0,-1 0 0 0 0,1 1 0 0 0,0 1 0 0 0,0 0 1 0 0,23 2-1 0 0,-2 2-43 0 0,0 3-1 0 0,0 1 1 0 0,-1 1 0 0 0,42 15 0 0 0,138 65-379 0 0,-192-76 158 0 0,1 0 0 0 0,0-2-1 0 0,1 0 1 0 0,43 6 0 0 0,-52-12 0 0 0,-1-2 1 0 0,1 0-1 0 0,0-1 0 0 0,0-1 0 0 0,0-1 0 0 0,0 0 0 0 0,-1-1 0 0 0,22-7 1 0 0,-13 1-2085 0 0,0-2 0 0 0,39-21 1 0 0,-44 21-2441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1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91 121 2761 0 0,'-2'1'114'0'0,"0"-1"0"0"0,0 1 0 0 0,1-1 0 0 0,-1 1 0 0 0,0 0 1 0 0,1-1-1 0 0,-1 1 0 0 0,1 0 0 0 0,-1 0 0 0 0,1 0 0 0 0,-1 0 1 0 0,1 0-1 0 0,0 1 0 0 0,-1-1 0 0 0,0 2 0 0 0,-21 26 1302 0 0,13-17-664 0 0,4-5-295 0 0,3-4-186 0 0,1-1-1 0 0,-1 1 1 0 0,1 0 0 0 0,0 0-1 0 0,0 0 1 0 0,0 0-1 0 0,0 0 1 0 0,0 0 0 0 0,1 0-1 0 0,-1 1 1 0 0,-1 5 0 0 0,4-9-196 0 0,-1 0 0 0 0,0 1 0 0 0,1-1 0 0 0,-1 0 0 0 0,1 0 0 0 0,-1 1 0 0 0,0-1 0 0 0,1 0 0 0 0,-1 0 0 0 0,1 0 0 0 0,-1 0 0 0 0,1 0 0 0 0,-1 1 0 0 0,0-1 0 0 0,1 0 0 0 0,-1 0 0 0 0,1 0 0 0 0,-1 0 0 0 0,1-1 0 0 0,-1 1 0 0 0,1 0 0 0 0,-1 0 0 0 0,1 0 0 0 0,-1 0 0 0 0,0 0 0 0 0,1 0 0 0 0,-1-1 0 0 0,1 1 0 0 0,-1 0 0 0 0,0 0 0 0 0,1-1 0 0 0,-1 1 0 0 0,0 0 0 0 0,1-1 0 0 0,-1 1 1 0 0,0 0-1 0 0,1-1 0 0 0,-1 0 0 0 0,19-11 619 0 0,27-28-462 0 0,45-48-1 0 0,-35 31-2037 0 0,-29 30-2841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4145 0 0,'1'2'449'0'0,"1"0"0"0"0,-1 0 0 0 0,0-1 0 0 0,0 1 0 0 0,1 0 0 0 0,-1-1 0 0 0,1 1 0 0 0,0-1 0 0 0,-1 1 0 0 0,1-1 0 0 0,0 0 0 0 0,4 3 0 0 0,-3-2 451 0 0,148 102 7921 0 0,-98-73-9925 0 0,2-6-4083 0 0,-38-18-583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49.8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0 100 8754 0 0,'1'0'776'0'0,"1"-2"-616"0"0,1 1-160 0 0,-1 0 0 0 0,1 1 704 0 0,0-2 104 0 0,3-1 25 0 0,3-1 7 0 0,3-1-328 0 0,3-4-72 0 0,0-1-16 0 0,1 1 0 0 0,-1-2-1864 0 0,2-2-369 0 0,-1 0-79 0 0,0-3-8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4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814 1 3225 0 0,'-9'7'633'0'0,"0"0"1"0"0,-1-1 0 0 0,0 0 0 0 0,0 0 0 0 0,-1-1-1 0 0,-19 7 1 0 0,14-6 463 0 0,1 1 1 0 0,-23 14-1 0 0,13-3-852 0 0,1 1 1 0 0,1 2-1 0 0,1 0 1 0 0,1 1-1 0 0,-31 42 0 0 0,-76 135-19 0 0,-142 285-140 0 0,215-377-743 0 0,26-33-4295 0 0,23-58 1865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853 0 3225 0 0,'1'1'34'0'0,"-1"-1"0"0"0,0 0-1 0 0,1 0 1 0 0,-1 1 0 0 0,0-1 0 0 0,0 0 0 0 0,1 0 0 0 0,-1 1 0 0 0,0-1 0 0 0,0 0 0 0 0,0 1 0 0 0,1-1 0 0 0,-1 0 0 0 0,0 1-1 0 0,0-1 1 0 0,0 0 0 0 0,0 1 0 0 0,0-1 0 0 0,0 0 0 0 0,0 1 0 0 0,0-1 0 0 0,0 1 0 0 0,0-1 0 0 0,0 0 0 0 0,0 1-1 0 0,0-1 1 0 0,0 0 0 0 0,0 1 0 0 0,0-1 0 0 0,0 0 0 0 0,0 1 0 0 0,0-1 0 0 0,-1 1 0 0 0,0 17 848 0 0,-2-7-489 0 0,-1-1 1 0 0,1 0 0 0 0,-2 1-1 0 0,0-1 1 0 0,0-1 0 0 0,-9 13-1 0 0,-45 54 554 0 0,21-30-419 0 0,-133 157 1040 0 0,-23 31-591 0 0,125-134-899 0 0,-72 133 0 0 0,59-55-2407 0 0,63-125-1014 0 0,-19 80 1 0 0,34-116 3222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995 22 456 0 0,'2'-2'-563'0'0,"16"-13"2459"0"0,-17 15-1804 0 0,-1 0 0 0 0,0-1 0 0 0,0 1 0 0 0,1 0 0 0 0,-1-1 0 0 0,0 1 0 0 0,0 0 0 0 0,1-1 1 0 0,-1 1-1 0 0,0 0 0 0 0,1 0 0 0 0,-1 0 0 0 0,0-1 0 0 0,1 1 0 0 0,-1 0 0 0 0,0 0 0 0 0,1 0 0 0 0,-1 0 0 0 0,1 0 0 0 0,-1 0 0 0 0,0-1 0 0 0,1 1 0 0 0,-1 0 1 0 0,1 0-1 0 0,-1 0 0 0 0,0 0 0 0 0,1 0 0 0 0,-1 1 0 0 0,0-1 0 0 0,1 0 0 0 0,-1 0 0 0 0,1 0 0 0 0,-1 0 0 0 0,0 0 0 0 0,1 0 0 0 0,-1 1 0 0 0,0-1 1 0 0,1 0-1 0 0,-1 0 0 0 0,0 1 0 0 0,1-1 0 0 0,-1 0 0 0 0,1 1 0 0 0,-3 2 6 0 0,1 0 1 0 0,-1 0-1 0 0,0 0 0 0 0,0 0 1 0 0,0-1-1 0 0,0 1 0 0 0,0-1 1 0 0,-1 1-1 0 0,1-1 1 0 0,-1 0-1 0 0,1 0 0 0 0,-4 3 1 0 0,-1 0 117 0 0,-41 41 818 0 0,1 2 0 0 0,-50 68-1 0 0,-69 117-795 0 0,15-20 290 0 0,71-101-514 0 0,5 3-1 0 0,-65 134 0 0 0,-30 108-3445 0 0,151-312 2736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909 0 3681 0 0,'-7'8'508'0'0,"2"-1"1"0"0,-1 1 0 0 0,1 0-1 0 0,-6 12 1 0 0,-10 16 574 0 0,-223 281-2757 0 0,169-220 1723 0 0,-108 186-1 0 0,23-30 71 0 0,14-4-2641 0 0,116-192 2284 0 0,15-30 238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5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778 5 5065 0 0,'1'-1'31'0'0,"0"1"-1"0"0,0-1 1 0 0,-1 1-1 0 0,1-1 1 0 0,0 1 0 0 0,0-1-1 0 0,0 1 1 0 0,0 0-1 0 0,0 0 1 0 0,0-1-1 0 0,0 1 1 0 0,0 0 0 0 0,0 0-1 0 0,0 0 1 0 0,0 0-1 0 0,0 0 1 0 0,0 0 0 0 0,0 0-1 0 0,0 1 1 0 0,0-1-1 0 0,0 0 1 0 0,0 1-1 0 0,0-1 1 0 0,0 0 0 0 0,0 1-1 0 0,1 0 1 0 0,-1 1 39 0 0,-1 0 0 0 0,0 1 0 0 0,0-1 0 0 0,0 0 0 0 0,0 0 0 0 0,-1 0 0 0 0,1 0 0 0 0,-1 0 0 0 0,1 0 0 0 0,-1 0 0 0 0,1 0 0 0 0,-1 0 0 0 0,-1 2 0 0 0,-11 27 337 0 0,-1 0 1 0 0,-2-1 0 0 0,0-1-1 0 0,-32 41 1 0 0,-93 103 528 0 0,123-152-675 0 0,-259 321 689 0 0,199-233-1566 0 0,-81 152-1 0 0,140-225-164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6.3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542 7 5529 0 0,'7'-2'-31'0'0,"-6"1"112"0"0,1 1 0 0 0,0-1 1 0 0,-1 1-1 0 0,1-1 0 0 0,0 1 0 0 0,0-1 1 0 0,-1 1-1 0 0,1 0 0 0 0,0 0 0 0 0,0 0 1 0 0,0 0-1 0 0,2 0 0 0 0,-4 1 1 0 0,1 0 1 0 0,-1 0-1 0 0,1 0 1 0 0,-1 0-1 0 0,1 0 1 0 0,-1 0-1 0 0,0 0 1 0 0,0 0-1 0 0,1 0 1 0 0,-1 0-1 0 0,0 0 0 0 0,0 0 1 0 0,0 1-1 0 0,0-1 1 0 0,0 0-1 0 0,0 0 1 0 0,-1 0-1 0 0,1 0 1 0 0,0 0-1 0 0,0 0 1 0 0,-1 0-1 0 0,1 0 0 0 0,-1 0 1 0 0,1 0-1 0 0,-1 1 1 0 0,-7 19 848 0 0,-1 0 0 0 0,-1-1 0 0 0,-1 0 0 0 0,-22 31 0 0 0,-8 15 3 0 0,-145 272 1791 0 0,30 1-2152 0 0,85-175-684 0 0,30-62-839 0 0,34-83 85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7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559 3723 2761 0 0,'-2'3'114'0'0,"0"0"1"0"0,0 0-1 0 0,-1-1 1 0 0,1 1-1 0 0,-1-1 1 0 0,0 1-1 0 0,0-1 1 0 0,1 0-1 0 0,-2 0 1 0 0,1-1-1 0 0,0 1 1 0 0,0 0-1 0 0,0-1 1 0 0,-1 0-1 0 0,1 0 1 0 0,-1 0-1 0 0,1 0 1 0 0,-5 0-1 0 0,3-1-37 0 0,1-1-1 0 0,0 1 0 0 0,-1-1 0 0 0,1 0 1 0 0,0 0-1 0 0,-1 0 0 0 0,1-1 1 0 0,0 1-1 0 0,0-1 0 0 0,0 0 0 0 0,0 0 1 0 0,-6-5-1 0 0,-5-6 322 0 0,0 0-1 0 0,2-1 1 0 0,-1 0-1 0 0,2-1 1 0 0,-17-25 0 0 0,-3-10 268 0 0,3-2 0 0 0,1-1 0 0 0,3-1 0 0 0,-26-82 0 0 0,-46-237 141 0 0,65 187-551 0 0,8-2 0 0 0,8 0 0 0 0,11-272 0 0 0,14 307-93 0 0,6 1-1 0 0,8 0 1 0 0,6 2 0 0 0,6 1-1 0 0,89-235 1 0 0,-75 274 490 0 0,77-129 1 0 0,19-38 1805 0 0,-129 236-2083 0 0,5-10-409 0 0,-2 20-4725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8.0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321 0 456 0 0,'-5'1'179'0'0,"0"-1"1"0"0,-1 1-1 0 0,1 1 0 0 0,0-1 1 0 0,0 1-1 0 0,0 0 0 0 0,0 0 0 0 0,0 0 1 0 0,0 1-1 0 0,1 0 0 0 0,-8 5 1 0 0,-50 45 2982 0 0,43-35-1810 0 0,-11 8-475 0 0,2 1-1 0 0,1 1 1 0 0,1 2 0 0 0,-30 43 0 0 0,56-73-876 0 0,-1 1-1 0 0,1 0 1 0 0,-1-1-1 0 0,1 1 1 0 0,-1 0-1 0 0,1-1 1 0 0,0 1-1 0 0,-1 0 1 0 0,1 0-1 0 0,0-1 0 0 0,0 1 1 0 0,-1 0-1 0 0,1 0 1 0 0,0-1-1 0 0,0 1 1 0 0,0 0-1 0 0,0 0 1 0 0,0 0-1 0 0,0-1 1 0 0,0 1-1 0 0,0 0 0 0 0,0 0 1 0 0,1 0-1 0 0,-1 1 1 0 0,1-2 0 0 0,0 1 0 0 0,-1-1 0 0 0,1 1 1 0 0,0-1-1 0 0,0 1 0 0 0,-1-1 0 0 0,1 1 1 0 0,0-1-1 0 0,0 0 0 0 0,0 0 0 0 0,0 1 1 0 0,-1-1-1 0 0,1 0 0 0 0,0 0 0 0 0,0 0 0 0 0,0 0 1 0 0,0 0-1 0 0,1 0 0 0 0,4-1 3 0 0,1 0 0 0 0,-1 0-1 0 0,0 0 1 0 0,12-5 0 0 0,139-71-62 0 0,32-13 671 0 0,-164 80-464 0 0,-14 5-78 0 0,0 0 1 0 0,1 1-1 0 0,0 0 1 0 0,0 0-1 0 0,0 2 0 0 0,0-1 1 0 0,0 2-1 0 0,22-1 1 0 0,-33 2-28 0 0,0 0 0 0 0,1 1 0 0 0,-1-1 0 0 0,0 0 1 0 0,1 1-1 0 0,-1 0 0 0 0,0-1 0 0 0,0 1 0 0 0,0-1 0 0 0,0 1 0 0 0,0 0 1 0 0,1 0-1 0 0,-1 0 0 0 0,-1 0 0 0 0,1 0 0 0 0,0 0 0 0 0,0 0 1 0 0,0 0-1 0 0,0 0 0 0 0,-1 0 0 0 0,1 0 0 0 0,0 1 0 0 0,-1-1 1 0 0,1 0-1 0 0,-1 0 0 0 0,0 1 0 0 0,1-1 0 0 0,-1 0 0 0 0,0 1 0 0 0,0-1 1 0 0,0 0-1 0 0,0 1 0 0 0,0-1 0 0 0,0 2 0 0 0,0 7 390 0 0,-1 0 0 0 0,-1 1 0 0 0,-3 15 0 0 0,0-5-68 0 0,0 27-210 0 0,3 0 1 0 0,1 1-1 0 0,2-1 0 0 0,3 1 0 0 0,12 61 1 0 0,-11-85-4367 0 0,3-1-1486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9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300 88 6913 0 0,'0'-4'340'0'0,"-1"1"0"0"0,1-1-1 0 0,0 0 1 0 0,-1 0 0 0 0,0 1-1 0 0,0-1 1 0 0,0 0 0 0 0,-1 1-1 0 0,1-1 1 0 0,-1 1 0 0 0,0-1-1 0 0,0 1 1 0 0,0 0 0 0 0,0 0-1 0 0,0 0 1 0 0,-1 0 0 0 0,1 0-1 0 0,-1 1 1 0 0,0-1 0 0 0,0 1-1 0 0,0-1 1 0 0,0 1-1 0 0,0 0 1 0 0,-1 0 0 0 0,1 1-1 0 0,-1-1 1 0 0,1 1 0 0 0,-1-1-1 0 0,1 1 1 0 0,-1 0 0 0 0,0 1-1 0 0,0-1 1 0 0,1 0 0 0 0,-1 1-1 0 0,0 0 1 0 0,0 0 0 0 0,-5 1-1 0 0,-2 1-190 0 0,1 1 0 0 0,-1 0 0 0 0,0 0 0 0 0,1 1 0 0 0,-1 1 0 0 0,1 0 0 0 0,1 0 0 0 0,-1 1 0 0 0,1 0 0 0 0,0 1 0 0 0,0 0 0 0 0,0 0 0 0 0,-13 16 0 0 0,16-15-146 0 0,0-1 0 0 0,1 1 1 0 0,1 0-1 0 0,-1 0 0 0 0,1 1 0 0 0,1-1 1 0 0,-1 1-1 0 0,1 0 0 0 0,1 0 1 0 0,0 0-1 0 0,0 0 0 0 0,1 0 0 0 0,0 0 1 0 0,0 1-1 0 0,1-1 0 0 0,1 0 0 0 0,1 10 1 0 0,-1-6-8 0 0,2 0 0 0 0,-1 0 0 0 0,2 0 0 0 0,0 0 0 0 0,0 0 0 0 0,1-1 0 0 0,1 0 0 0 0,0 0 0 0 0,0-1 0 0 0,2 1 1 0 0,15 19-1 0 0,-16-24 3 0 0,0 0 0 0 0,0-1 0 0 0,1 0 0 0 0,0 0 0 0 0,0-1 0 0 0,0 0 0 0 0,0 0 0 0 0,1-1 0 0 0,0 0 0 0 0,0 0 0 0 0,0-1 0 0 0,1 0 0 0 0,-1-1 0 0 0,1 0 1 0 0,-1 0-1 0 0,1-1 0 0 0,10 0 0 0 0,-1-2 38 0 0,1-1 0 0 0,-1 0 1 0 0,0-1-1 0 0,0-1 0 0 0,0-1 1 0 0,-1-1-1 0 0,1-1 0 0 0,-1 0 1 0 0,-1-1-1 0 0,1-1 0 0 0,26-18 1 0 0,-9 2 51 0 0,-1-1 1 0 0,-1-2 0 0 0,-1-1-1 0 0,33-41 1 0 0,-61 66-103 0 0,21-29-352 0 0,-24 33 341 0 0,0-1 1 0 0,0 0-1 0 0,-1 0 0 0 0,1 0 1 0 0,-1 0-1 0 0,1 0 1 0 0,-1 0-1 0 0,1 0 0 0 0,-1-1 1 0 0,0 1-1 0 0,1 0 0 0 0,-1 0 1 0 0,0 0-1 0 0,0 0 1 0 0,0 0-1 0 0,0-1 0 0 0,0 1 1 0 0,0 0-1 0 0,0 0 1 0 0,0 0-1 0 0,-1 0 0 0 0,1 0 1 0 0,0-1-1 0 0,-1 1 0 0 0,1 0 1 0 0,-1 0-1 0 0,1 0 1 0 0,-2-2-1 0 0,1 3-225 0 0,0-1-1 0 0,0 1 1 0 0,0-1 0 0 0,0 1 0 0 0,0 0 0 0 0,0-1-1 0 0,0 1 1 0 0,0 0 0 0 0,0 0 0 0 0,-1 0-1 0 0,1 0 1 0 0,0 0 0 0 0,0 0 0 0 0,0 0-1 0 0,0 0 1 0 0,-2 0 0 0 0,1 0-247 0 0,-7 2-1278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09:59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0 4609 0 0,'-17'8'13865'0'0,"16"-6"-13387"0"0,-1 12 2908 0 0,2-8-4874 0 0,0 30 1900 0 0,7 64 1 0 0,-1-30-214 0 0,-5-56-585 0 0,1 19 775 0 0,1 0 1 0 0,9 41-1 0 0,-10-64-661 0 0,2 1 1 0 0,-1-1 0 0 0,1 0 0 0 0,8 14 0 0 0,-9-19-482 0 0,0 0-1 0 0,1 0 1 0 0,-1-1 0 0 0,1 1 0 0 0,1-1 0 0 0,-1 1 0 0 0,0-1 0 0 0,11 6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00.2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2761 0 0,'2'-4'209'0'0,"0"0"1"0"0,1-1-1 0 0,0 1 1 0 0,0 0 0 0 0,0 0-1 0 0,0 0 1 0 0,1 1 0 0 0,-1-1-1 0 0,1 1 1 0 0,0 0-1 0 0,0 0 1 0 0,0 0 0 0 0,1 1-1 0 0,-1-1 1 0 0,0 1 0 0 0,9-3-1 0 0,-4 1 451 0 0,0 1-1 0 0,0 0 1 0 0,0 1-1 0 0,1 0 0 0 0,-1 0 1 0 0,1 1-1 0 0,17 0 1 0 0,-20 2-539 0 0,-1 0 1 0 0,0 0 0 0 0,0 0-1 0 0,0 1 1 0 0,0 0 0 0 0,-1 1-1 0 0,1-1 1 0 0,0 1-1 0 0,-1 0 1 0 0,0 0 0 0 0,0 1-1 0 0,0-1 1 0 0,0 1 0 0 0,0 0-1 0 0,-1 1 1 0 0,0-1-1 0 0,0 1 1 0 0,0 0 0 0 0,0 0-1 0 0,-1 0 1 0 0,0 1 0 0 0,0-1-1 0 0,0 1 1 0 0,0-1-1 0 0,2 11 1 0 0,-2-8-52 0 0,-1 0-1 0 0,0 0 1 0 0,-1 1 0 0 0,1-1-1 0 0,-1 0 1 0 0,-1 0 0 0 0,0 1 0 0 0,0-1-1 0 0,0 0 1 0 0,-1 1 0 0 0,-1-1-1 0 0,1 0 1 0 0,-1 0 0 0 0,-1 0-1 0 0,1 0 1 0 0,-1 0 0 0 0,-1-1-1 0 0,-7 14 1 0 0,3-10 128 0 0,-1-1-1 0 0,0 0 1 0 0,-1 0-1 0 0,0-1 1 0 0,0 0-1 0 0,-1-1 1 0 0,-13 9-1 0 0,20-15-211 0 0,-1 0 0 0 0,1 0-1 0 0,0 0 1 0 0,-1 0 0 0 0,1-1 0 0 0,-1 0 0 0 0,1 1-1 0 0,-1-2 1 0 0,0 1 0 0 0,-8 0 0 0 0,10-1-106 0 0,0-1 0 0 0,1 1 0 0 0,-1-1 0 0 0,0 0 0 0 0,1 0 0 0 0,-1 0 0 0 0,0 0 0 0 0,1 0 0 0 0,-1 0 0 0 0,1-1 0 0 0,0 1 0 0 0,-1-1 0 0 0,1 1 0 0 0,0-1 0 0 0,0 0 0 0 0,0 0 0 0 0,0 0 0 0 0,0 0 0 0 0,-2-5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00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39 131 9218 0 0,'-1'-1'153'0'0,"0"1"-1"0"0,0-1 1 0 0,0 1 0 0 0,0 0 0 0 0,1-1 0 0 0,-1 1-1 0 0,0 0 1 0 0,-1 0 0 0 0,1 0 0 0 0,0 0-1 0 0,0 0 1 0 0,0 0 0 0 0,0 0 0 0 0,0 0-1 0 0,0 0 1 0 0,0 1 0 0 0,0-1 0 0 0,1 0-1 0 0,-1 1 1 0 0,0-1 0 0 0,0 1 0 0 0,0-1-1 0 0,0 1 1 0 0,0-1 0 0 0,0 1 0 0 0,1-1 0 0 0,-1 1-1 0 0,0 0 1 0 0,0-1 0 0 0,1 1 0 0 0,-1 0-1 0 0,0 0 1 0 0,1 0 0 0 0,-1 0 0 0 0,1-1-1 0 0,-1 1 1 0 0,1 0 0 0 0,0 0 0 0 0,-1 0-1 0 0,1 0 1 0 0,0 0 0 0 0,0 0 0 0 0,-1 0-1 0 0,1 0 1 0 0,0 1 0 0 0,-1 4 87 0 0,0 0 0 0 0,0 0 0 0 0,0 0-1 0 0,1 0 1 0 0,0 0 0 0 0,1 9 0 0 0,4 18-11 0 0,3 1 1 0 0,21 62-1 0 0,-24-82-194 0 0,1-1 1 0 0,0 0-1 0 0,1-1 0 0 0,0 1 1 0 0,1-1-1 0 0,1-1 0 0 0,0 1 1 0 0,0-1-1 0 0,18 15 0 0 0,-20-20 13 0 0,0 0 0 0 0,1-1 0 0 0,0 0 0 0 0,0-1 0 0 0,0 1 0 0 0,0-1 0 0 0,0-1 0 0 0,1 0 0 0 0,0 0 0 0 0,0-1 0 0 0,0 0 1 0 0,0 0-1 0 0,0-1 0 0 0,0 0 0 0 0,0-1 0 0 0,0 0 0 0 0,0 0 0 0 0,0-1 0 0 0,0 0 0 0 0,0-1 0 0 0,0 0 0 0 0,0 0 0 0 0,0-1 0 0 0,0 0 0 0 0,-1-1 0 0 0,0 1 0 0 0,0-2 0 0 0,0 1 0 0 0,0-1 0 0 0,0 0 0 0 0,-1-1 0 0 0,7-7 0 0 0,-2 2 91 0 0,-1-1 0 0 0,-1 0 0 0 0,0-1 1 0 0,-1 0-1 0 0,0 0 0 0 0,8-19 0 0 0,-14 27-71 0 0,-1-1-1 0 0,0 0 0 0 0,0 0 0 0 0,0 1 1 0 0,-1-1-1 0 0,0-1 0 0 0,0 1 0 0 0,0 0 0 0 0,-1 0 1 0 0,0 0-1 0 0,0 0 0 0 0,-1 0 0 0 0,0 0 1 0 0,0-1-1 0 0,0 1 0 0 0,-1 1 0 0 0,1-1 0 0 0,-1 0 1 0 0,-3-6-1 0 0,-28-44 242 0 0,22 38-329 0 0,0-1 0 0 0,-11-28 0 0 0,19 41-154 0 0,1-2-1 0 0,0 1 0 0 0,0 0 0 0 0,1 0 1 0 0,0-1-1 0 0,0 1 0 0 0,1 0 1 0 0,0-1-1 0 0,0 1 0 0 0,3-15 1 0 0,4-7-531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6.0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75 905 5985 0 0,'-1'0'-46'0'0,"-42"7"1838"0"0,41-6-1608 0 0,1 0 0 0 0,-1 0 0 0 0,0 0 1 0 0,0 0-1 0 0,0 0 0 0 0,1 0 1 0 0,-1 0-1 0 0,0 1 0 0 0,1-1 0 0 0,-1 0 1 0 0,1 1-1 0 0,-1-1 0 0 0,1 1 0 0 0,0 0 1 0 0,0 0-1 0 0,0-1 0 0 0,0 1 0 0 0,-2 4 1 0 0,3-6-167 0 0,0 0 0 0 0,0 0 0 0 0,0 1 0 0 0,0-1 0 0 0,0 0 0 0 0,0 0 0 0 0,0 1 0 0 0,0-1 0 0 0,0 0 1 0 0,0 1-1 0 0,0-1 0 0 0,0 0 0 0 0,0 0 0 0 0,0 1 0 0 0,0-1 0 0 0,0 0 0 0 0,0 0 0 0 0,0 1 0 0 0,0-1 0 0 0,0 0 0 0 0,1 0 1 0 0,-1 1-1 0 0,0-1 0 0 0,0 0 0 0 0,0 0 0 0 0,0 1 0 0 0,1-1 0 0 0,-1 0 0 0 0,0 0 0 0 0,0 0 0 0 0,0 1 0 0 0,1-1 0 0 0,-1 0 0 0 0,0 0 1 0 0,0 0-1 0 0,1 0 0 0 0,-1 0 0 0 0,1 1 0 0 0,15 1 562 0 0,20-7 224 0 0,-35 5-753 0 0,242-43 2066 0 0,233-38-2011 0 0,296-4-71 0 0,3 32 86 0 0,276-25-13 0 0,-209-4 84 0 0,-333 35 430 0 0,-196 19-18 0 0,1350-110 2077 0 0,-811 70-2515 0 0,-486 24-1249 0 0,-5-29-5357 0 0,-262 49 1623 0 0,154-59 0 0 0,-244 79 4632 0 0,-1 1 0 0 0,1 0 0 0 0,0 0 0 0 0,0 1 0 0 0,0 0 0 0 0,1 0 0 0 0,-1 1-1 0 0,14 0 1 0 0,-17 2 489 0 0,-1 0 0 0 0,0 0 0 0 0,0 0-1 0 0,0 0 1 0 0,1 1 0 0 0,-2 0 0 0 0,1 0 0 0 0,0 0-1 0 0,0 1 1 0 0,-1-1 0 0 0,1 1 0 0 0,-1 0-1 0 0,0 1 1 0 0,0-1 0 0 0,0 1 0 0 0,5 6-1 0 0,11 14 1405 0 0,-2 1-1 0 0,-1 0 1 0 0,-1 1 0 0 0,24 55-1 0 0,36 121 834 0 0,-68-178-2267 0 0,32 104 609 0 0,34 198-1 0 0,-7 138-443 0 0,-60-405-417 0 0,157 1746-1278 0 0,-113-763 305 0 0,-5-83 894 0 0,36-1 601 0 0,28-50-96 0 0,84 795 504 0 0,-103-728-527 0 0,99 1137 971 0 0,-142-767-1456 0 0,-32-777-3 0 0,-14-538 59 0 0,-1-9-22 0 0,1 26-363 0 0,-3 55-1 0 0,0-89 327 0 0,-1-1 0 0 0,1 0-1 0 0,-2 0 1 0 0,0 0 0 0 0,0 0-1 0 0,-1 0 1 0 0,-1-1 0 0 0,0 1 0 0 0,-11 18-1 0 0,14-28 85 0 0,-1 1 0 0 0,1 0 0 0 0,-1-1 0 0 0,0 0-1 0 0,0 1 1 0 0,0-1 0 0 0,0 0 0 0 0,0 0 0 0 0,0-1-1 0 0,0 1 1 0 0,-1-1 0 0 0,1 0 0 0 0,-1 1 0 0 0,1-2 0 0 0,-1 1-1 0 0,1 0 1 0 0,-1-1 0 0 0,1 1 0 0 0,-1-1 0 0 0,0 0-1 0 0,1 0 1 0 0,-8-2 0 0 0,-8 0 143 0 0,1-2-1 0 0,0 0 1 0 0,-22-9-1 0 0,25 8-114 0 0,-117-37 356 0 0,-422-118-137 0 0,-524-5-1658 0 0,-14 91 2667 0 0,527 41-434 0 0,-718-8-741 0 0,253 14-68 0 0,7-66 114 0 0,985 88 60 0 0,0-3 0 0 0,-65-21 0 0 0,82 21-754 0 0,1-1-1 0 0,-38-23 1 0 0,44 23-1222 0 0,0-2 1 0 0,-16-14 0 0 0,-8-14-5331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6.8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9674 0 0,'9'33'1019'0'0,"23"58"1"0"0,-9-26-706 0 0,5 29 217 0 0,22 138 1 0 0,-3 104-349 0 0,-25-158-500 0 0,61 545-540 0 0,26 184 473 0 0,58 241 374 0 0,-33-208 114 0 0,-14 59 284 0 0,-34 6-179 0 0,15 150-608 0 0,7-232 212 0 0,-13-118 498 0 0,-31-49 2290 0 0,9 81 827 0 0,-21-416-3097 0 0,44 452 150 0 0,-89-798-660 0 0,-4 1-1 0 0,-4 0 1 0 0,-17 133 0 0 0,14-179-6329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9674 0 0,'-6'0'3828'0'0,"6"0"-3749"0"0,-4 12 1990 0 0,1 11 13 0 0,5 8-206 0 0,11 61 0 0 0,0-4-1311 0 0,-10-12-591 0 0,-3 1 0 0 0,-21 147 0 0 0,8-112-1733 0 0,11-94 607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8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12 251 1376 0 0,'-11'20'19439'0'0,"20"-8"-20208"0"0,17 21 794 0 0,1-2 585 0 0,1-1 1 0 0,1-1-1 0 0,1-2 1 0 0,54 36 0 0 0,-78-59-594 0 0,0 0 1 0 0,1-1-1 0 0,-1 0 1 0 0,1 0-1 0 0,0 0 1 0 0,0-1-1 0 0,0 0 1 0 0,0-1-1 0 0,0 1 1 0 0,1-1-1 0 0,11 0 1 0 0,-15-2-3 0 0,-1 1 0 0 0,1-1 0 0 0,-1 0 0 0 0,1 0 0 0 0,-1 0 0 0 0,1 0 0 0 0,-1-1 0 0 0,0 1 0 0 0,0-1 0 0 0,1 0 0 0 0,-1 0 0 0 0,-1 0 0 0 0,1 0 0 0 0,0-1 0 0 0,0 1 0 0 0,-1-1 0 0 0,1 0 0 0 0,-1 1 0 0 0,0-1 0 0 0,0 0 0 0 0,0 0 0 0 0,0-1 0 0 0,-1 1 0 0 0,1 0 0 0 0,1-6 0 0 0,8-27 163 0 0,-2-1 0 0 0,-1 0 0 0 0,-2-1 0 0 0,-1 0 0 0 0,-1-51 1 0 0,2 3-2275 0 0,4 2-3919 0 0,-6 64-1161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0:59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93 7834 0 0,'20'-21'3515'0'0,"-20"20"-3419"0"0,0 1 1 0 0,0 0-1 0 0,0-1 0 0 0,1 1 1 0 0,-1 0-1 0 0,0-1 0 0 0,0 1 1 0 0,1 0-1 0 0,-1 0 0 0 0,0-1 1 0 0,1 1-1 0 0,-1 0 0 0 0,0 0 1 0 0,0-1-1 0 0,1 1 1 0 0,-1 0-1 0 0,0 0 0 0 0,1 0 1 0 0,-1 0-1 0 0,1 0 0 0 0,-1 0 1 0 0,0-1-1 0 0,1 1 0 0 0,-1 0 1 0 0,0 0-1 0 0,1 0 0 0 0,-1 0 1 0 0,0 0-1 0 0,1 0 0 0 0,-1 1 1 0 0,1-1-1 0 0,-1 0 0 0 0,0 0 1 0 0,1 0-1 0 0,-1 0 0 0 0,0 0 1 0 0,1 0-1 0 0,-1 1 0 0 0,0-1 1 0 0,1 0-1 0 0,-1 0 0 0 0,0 0 1 0 0,0 1-1 0 0,1-1 1 0 0,-1 0-1 0 0,0 0 0 0 0,0 1 1 0 0,1-1-1 0 0,-1 0 0 0 0,0 1 1 0 0,0-1-1 0 0,0 0 0 0 0,0 1 1 0 0,1-1-1 0 0,-1 0 0 0 0,0 1 1 0 0,0-1-1 0 0,0 0 0 0 0,0 1 1 0 0,0-1-1 0 0,0 1 0 0 0,0-1 1 0 0,0 0-1 0 0,0 1 0 0 0,0-1 1 0 0,0 1-67 0 0,1 0-1 0 0,-1 0 1 0 0,0 0 0 0 0,1 0 0 0 0,-1 0 0 0 0,1 0 0 0 0,-1 0 0 0 0,1-1-1 0 0,0 1 1 0 0,-1 0 0 0 0,1 0 0 0 0,0-1 0 0 0,-1 1 0 0 0,1 0-1 0 0,0-1 1 0 0,0 1 0 0 0,0-1 0 0 0,0 1 0 0 0,0-1 0 0 0,0 1-1 0 0,-1-1 1 0 0,1 0 0 0 0,2 1 0 0 0,-3-1-43 0 0,1-1 1 0 0,-1 1-1 0 0,0-1 1 0 0,0 1-1 0 0,0-1 0 0 0,1 1 1 0 0,-1 0-1 0 0,0-1 1 0 0,0 1-1 0 0,0-1 1 0 0,0 1-1 0 0,0-1 0 0 0,0 1 1 0 0,0-1-1 0 0,0 1 1 0 0,-5-9 3588 0 0,3 21-3520 0 0,2 0 1 0 0,-1 0-1 0 0,2 1 0 0 0,0-1 0 0 0,0 0 0 0 0,6 21 0 0 0,0-5-166 0 0,20 50 1 0 0,-22-67 98 0 0,0-1-1 0 0,1 1 1 0 0,0-2 0 0 0,0 1 0 0 0,1 0 0 0 0,0-1 0 0 0,1-1 0 0 0,0 1 0 0 0,0-1 0 0 0,10 7 0 0 0,-15-13 12 0 0,0 0 1 0 0,0 1 0 0 0,0-1 0 0 0,1-1-1 0 0,-1 1 1 0 0,1 0 0 0 0,-1-1 0 0 0,1 0-1 0 0,0 0 1 0 0,-1 0 0 0 0,1 0 0 0 0,0 0-1 0 0,0-1 1 0 0,-1 0 0 0 0,1 0 0 0 0,0 0 0 0 0,0 0-1 0 0,0 0 1 0 0,0-1 0 0 0,-1 0 0 0 0,1 0-1 0 0,0 0 1 0 0,-1 0 0 0 0,1 0 0 0 0,-1-1-1 0 0,1 1 1 0 0,-1-1 0 0 0,0 0 0 0 0,1 0-1 0 0,-1-1 1 0 0,0 1 0 0 0,5-6 0 0 0,4-4-2 0 0,-1-1 0 0 0,0-1 0 0 0,-1 0 0 0 0,-1 0 0 0 0,0-1 0 0 0,-1-1 0 0 0,0 1 0 0 0,6-21 0 0 0,5-21 0 0 0,11-59 0 0 0,-22 82 0 0 0,-5 17-68 0 0,2-1 345 0 0,-3 39 254 0 0,-1 20-312 0 0,2 0 1 0 0,2-1 0 0 0,2 1-1 0 0,23 75 1 0 0,-17-79-3638 0 0,18 37-1 0 0,-18-47-3849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1 401 9674 0 0,'3'-12'541'0'0,"2"-1"-1"0"0,0 1 1 0 0,0 0-1 0 0,1 0 1 0 0,9-13-1 0 0,3-8 46 0 0,33-55 1087 0 0,-32 58-1150 0 0,-2 0 0 0 0,-1-2 1 0 0,17-45-1 0 0,-33 76-520 0 0,1 0 0 0 0,-1 1 0 0 0,0-1-1 0 0,1 0 1 0 0,-1 0 0 0 0,0 0 0 0 0,0 0 0 0 0,0 0 0 0 0,0 1 0 0 0,0-1-1 0 0,0 0 1 0 0,0 0 0 0 0,0 0 0 0 0,0 0 0 0 0,0 0 0 0 0,0 0 0 0 0,0 0-1 0 0,-1 1 1 0 0,1-1 0 0 0,0 0 0 0 0,-1 0 0 0 0,1 0 0 0 0,-1-1 0 0 0,0 2 11 0 0,0 0 0 0 0,1-1 1 0 0,-1 1-1 0 0,0 0 0 0 0,0-1 1 0 0,1 1-1 0 0,-1 0 0 0 0,0 0 1 0 0,0 0-1 0 0,0 0 1 0 0,0 0-1 0 0,1 0 0 0 0,-1 0 1 0 0,0 0-1 0 0,0 0 0 0 0,0 0 1 0 0,1 0-1 0 0,-1 1 0 0 0,-2-1 1 0 0,-2 2 110 0 0,1 0 1 0 0,-1 1 0 0 0,0-1-1 0 0,0 1 1 0 0,1-1-1 0 0,-7 7 1 0 0,4-1 39 0 0,0 0-1 0 0,0 1 1 0 0,1-1 0 0 0,1 1 0 0 0,-1 0-1 0 0,1 1 1 0 0,1-1 0 0 0,0 1 0 0 0,0 0-1 0 0,1 0 1 0 0,1 1 0 0 0,-4 19-1 0 0,4-13-17 0 0,1-1 0 0 0,0 0 0 0 0,1 1 0 0 0,1-1 0 0 0,0 1 0 0 0,1-1 0 0 0,7 27 0 0 0,-7-37-130 0 0,0 0 0 0 0,-1 0 1 0 0,2-1-1 0 0,-1 1 0 0 0,1 0 0 0 0,0-1 1 0 0,0 0-1 0 0,0 1 0 0 0,1-1 1 0 0,0-1-1 0 0,0 1 0 0 0,0 0 0 0 0,1-1 1 0 0,-1 0-1 0 0,1 0 0 0 0,0 0 1 0 0,0-1-1 0 0,0 0 0 0 0,1 0 0 0 0,-1 0 1 0 0,1 0-1 0 0,0-1 0 0 0,0 0 1 0 0,0 0-1 0 0,0-1 0 0 0,0 0 0 0 0,8 1 1 0 0,13-4-414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17508 0 0,'15'18'4156'0'0,"3"2"-3258"0"0,-6-2-664 0 0,0 1 1 0 0,-1 0-1 0 0,-2 1 0 0 0,1 0 0 0 0,-2 0 1 0 0,9 36-1 0 0,19 131-711 0 0,-35-163 219 0 0,-3-19 68 0 0,-2-16 86 0 0,-2-17-159 0 0,2-1 0 0 0,0 1 0 0 0,3-1 0 0 0,0 1 1 0 0,1-1-1 0 0,2 0 0 0 0,8-40 0 0 0,1 13-7300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0.7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6 10138 0 0,'-4'7'296'0'0,"0"0"0"0"0,0 0 0 0 0,1 0 0 0 0,0 0 0 0 0,0 1 1 0 0,1-1-1 0 0,0 1 0 0 0,1 0 0 0 0,-1 0 0 0 0,1-1 0 0 0,1 1 0 0 0,0 11 0 0 0,1 14 1867 0 0,2 0-1 0 0,13 64 1 0 0,-14-86-1913 0 0,1 0 0 0 0,1 0 1 0 0,0 0-1 0 0,0-1 0 0 0,1 1 1 0 0,1-1-1 0 0,0 0 0 0 0,0 0 1 0 0,0-1-1 0 0,2 0 0 0 0,-1 0 1 0 0,12 10-1 0 0,-18-17-226 0 0,1-1 0 0 0,0 0 1 0 0,-1 1-1 0 0,1-1 0 0 0,0 0 0 0 0,0 0 0 0 0,0 0 1 0 0,0 0-1 0 0,0 0 0 0 0,0 0 0 0 0,0-1 1 0 0,0 1-1 0 0,0-1 0 0 0,0 1 0 0 0,1-1 0 0 0,-1 0 1 0 0,0 0-1 0 0,4 0 0 0 0,-5 0-9 0 0,1-1-1 0 0,0 0 1 0 0,0 0-1 0 0,-1 1 1 0 0,1-1-1 0 0,0 0 1 0 0,-1 0 0 0 0,1-1-1 0 0,-1 1 1 0 0,1 0-1 0 0,-1 0 1 0 0,0-1-1 0 0,1 1 1 0 0,-1-1 0 0 0,0 1-1 0 0,0-1 1 0 0,1-1-1 0 0,2-5-5 0 0,-1 0-1 0 0,1-1 0 0 0,-2 1 0 0 0,1 0 1 0 0,-1-1-1 0 0,0 0 0 0 0,0-14 0 0 0,0-1-21 0 0,-2 0 0 0 0,-1 1 0 0 0,-1-1 0 0 0,-7-35 0 0 0,6 47-57 0 0,0 1 1 0 0,0-1-1 0 0,-1 0 0 0 0,0 1 0 0 0,-1 0 1 0 0,-1 0-1 0 0,0 0 0 0 0,0 1 1 0 0,-1 0-1 0 0,-13-15 0 0 0,1 8-1234 0 0,-3 5-4100 0 0,-2 2-1899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1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 15203 0 0,'7'5'462'0'0,"0"0"0"0"0,0 1 0 0 0,0 0-1 0 0,-1 0 1 0 0,0 0 0 0 0,0 1 0 0 0,0 0-1 0 0,-1 0 1 0 0,0 0 0 0 0,-1 1 0 0 0,7 14 0 0 0,2 10 515 0 0,15 54 0 0 0,-23-72-804 0 0,25 107 359 0 0,-28-106-473 0 0,1 1 0 0 0,-2-1 0 0 0,0 1-1 0 0,-1-1 1 0 0,-4 31 0 0 0,1-38-115 0 0,0-19-74 0 0,1-21-124 0 0,9-17 120 0 0,3 1-1 0 0,1 0 1 0 0,2 1-1 0 0,25-59 1 0 0,-36 102 129 0 0,7-20-75 0 0,18-35 0 0 0,-24 53 63 0 0,0 1 1 0 0,0 0-1 0 0,0 0 0 0 0,1 0 0 0 0,0 1 0 0 0,0-1 0 0 0,0 1 0 0 0,0 0 0 0 0,1 0 0 0 0,0 0 1 0 0,-1 1-1 0 0,11-6 0 0 0,-12 8 23 0 0,-1 1 1 0 0,0-1-1 0 0,1 1 1 0 0,-1-1-1 0 0,1 1 0 0 0,-1 0 1 0 0,1 0-1 0 0,-1 0 1 0 0,0 1-1 0 0,1-1 1 0 0,-1 1-1 0 0,1-1 0 0 0,-1 1 1 0 0,0 0-1 0 0,1-1 1 0 0,-1 1-1 0 0,0 1 1 0 0,0-1-1 0 0,0 0 1 0 0,0 0-1 0 0,0 1 0 0 0,0-1 1 0 0,0 1-1 0 0,0 0 1 0 0,-1-1-1 0 0,4 4 1 0 0,5 7 83 0 0,-1 1 1 0 0,0 0 0 0 0,9 15 0 0 0,-6-8-4 0 0,13 20 90 0 0,-1-3-96 0 0,30 37 0 0 0,-26-44-28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96 9674 0 0,'-84'3'8442'0'0,"121"-7"-4693"0"0,16-1-3353 0 0,64 3 136 0 0,163-7-112 0 0,-195 2-736 0 0,108-22 1 0 0,-115 11-962 0 0,-27 3-4441 0 0,-16 5-987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9218 0 0,'0'0'151'0'0,"-1"0"0"0"0,-4 4 2417 0 0,4-4-2417 0 0,1 0 0 0 0,0 1 0 0 0,0-1 0 0 0,0 1 0 0 0,-1-1 0 0 0,1 0 0 0 0,0 1 0 0 0,0-1 0 0 0,0 1 0 0 0,0-1 0 0 0,0 0 0 0 0,0 1 0 0 0,0-1 0 0 0,0 1 0 0 0,0-1 0 0 0,0 1 0 0 0,0-1 0 0 0,0 0 1 0 0,4 6 2415 0 0,-4-5-2416 0 0,1-1 0 0 0,23 19 1713 0 0,57 26 362 0 0,-58-33-2061 0 0,0 0 0 0 0,-1 1 1 0 0,0 1-1 0 0,36 31 0 0 0,-54-41-147 0 0,1 1 0 0 0,-1 0 0 0 0,0 0-1 0 0,0 0 1 0 0,0 1 0 0 0,-1-1 0 0 0,0 1-1 0 0,0 0 1 0 0,0 0 0 0 0,-1 0 0 0 0,0 0 0 0 0,0 0-1 0 0,0 1 1 0 0,-1-1 0 0 0,0 0 0 0 0,0 1-1 0 0,-1-1 1 0 0,0 1 0 0 0,0-1 0 0 0,0 1 0 0 0,-1-1-1 0 0,0 1 1 0 0,0-1 0 0 0,-3 7 0 0 0,1-2-32 0 0,0 1 0 0 0,-1-2 0 0 0,-1 1 0 0 0,0 0 0 0 0,0-1 0 0 0,-1 0 1 0 0,-1 0-1 0 0,1-1 0 0 0,-2 0 0 0 0,1 0 0 0 0,-1 0 0 0 0,0-1 0 0 0,-1 0 1 0 0,0-1-1 0 0,0 0 0 0 0,-1 0 0 0 0,0-1 0 0 0,0 0 0 0 0,0-1 0 0 0,-1 0 1 0 0,0-1-1 0 0,-12 4 0 0 0,13-6-386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2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48 133 11522 0 0,'-9'1'241'0'0,"5"0"-140"0"0,1 0 0 0 0,0-1-1 0 0,-1 1 1 0 0,1-1 0 0 0,0 0 0 0 0,-1 0-1 0 0,1 0 1 0 0,0 0 0 0 0,-5-2 0 0 0,8 2-41 0 0,0 0 1 0 0,0-1 0 0 0,0 1-1 0 0,0-1 1 0 0,0 1-1 0 0,0 0 1 0 0,0-1 0 0 0,0 1-1 0 0,0-1 1 0 0,0 1-1 0 0,0 0 1 0 0,0-1 0 0 0,0 1-1 0 0,0-1 1 0 0,1 1 0 0 0,-1 0-1 0 0,0-1 1 0 0,0 1-1 0 0,0 0 1 0 0,0-1 0 0 0,1 1-1 0 0,-1 0 1 0 0,0-1-1 0 0,0 1 1 0 0,1 0 0 0 0,-1 0-1 0 0,0-1 1 0 0,1 1 0 0 0,-1 0-1 0 0,0 0 1 0 0,1-1-1 0 0,12-10 995 0 0,14 0 79 0 0,-1 1 1 0 0,2 1-1 0 0,-1 1 1 0 0,51-6-1 0 0,-17 2-585 0 0,203-31 61 0 0,-151 37-7523 0 0,-97 6 168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3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7834 0 0,'-1'1'431'0'0,"1"1"-1"0"0,0 0 1 0 0,-1 0 0 0 0,1-1 0 0 0,0 1 0 0 0,0 0-1 0 0,0 0 1 0 0,1-1 0 0 0,-1 1 0 0 0,0 0 0 0 0,1 0 0 0 0,-1-1-1 0 0,1 1 1 0 0,-1 0 0 0 0,2 2 0 0 0,18 34 4772 0 0,-8-14-4161 0 0,-2 3-462 0 0,-2 1 0 0 0,-1 0-1 0 0,-1 0 1 0 0,-2 0 0 0 0,2 35-1 0 0,-8 145 302 0 0,-1-44-1385 0 0,5-136-1450 0 0,1-3-6292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3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13827 0 0,'32'22'1961'0'0,"-14"-10"-1415"0"0,-1 0-1 0 0,-1 1 1 0 0,20 20 0 0 0,-33-30-464 0 0,1 0 1 0 0,-1 1 0 0 0,-1 0 0 0 0,1-1-1 0 0,0 1 1 0 0,-1 0 0 0 0,0 0 0 0 0,0 1-1 0 0,0-1 1 0 0,0 0 0 0 0,-1 1 0 0 0,0-1-1 0 0,0 1 1 0 0,0 0 0 0 0,0-1-1 0 0,-1 1 1 0 0,0-1 0 0 0,1 1 0 0 0,-2 0-1 0 0,0 6 1 0 0,1-9-55 0 0,-1 0-1 0 0,0 1 1 0 0,0-1 0 0 0,1 0-1 0 0,-2 0 1 0 0,1 1 0 0 0,0-1-1 0 0,0 0 1 0 0,-1 0-1 0 0,1 0 1 0 0,-1 0 0 0 0,1 0-1 0 0,-1-1 1 0 0,0 1 0 0 0,0 0-1 0 0,0-1 1 0 0,0 0-1 0 0,0 1 1 0 0,0-1 0 0 0,0 0-1 0 0,0 0 1 0 0,0 0 0 0 0,-1 0-1 0 0,1 0 1 0 0,-4 0-1 0 0,4-1-11 0 0,0 1 0 0 0,0-1 0 0 0,0 0 0 0 0,0 0 0 0 0,0 0-1 0 0,0-1 1 0 0,1 1 0 0 0,-1 0 0 0 0,0-1 0 0 0,0 1-1 0 0,0-1 1 0 0,1 0 0 0 0,-1 1 0 0 0,0-1 0 0 0,0 0 0 0 0,1 0-1 0 0,-1 0 1 0 0,1 0 0 0 0,-1 0 0 0 0,1-1 0 0 0,-1 1 0 0 0,1 0-1 0 0,0-1 1 0 0,0 1 0 0 0,0-1 0 0 0,-1 1 0 0 0,2-1 0 0 0,-1 0-1 0 0,0 1 1 0 0,0-1 0 0 0,0 0 0 0 0,1 0 0 0 0,-1-2-1 0 0,-1-5 2 0 0,0 0-1 0 0,1 0 0 0 0,0 0 0 0 0,1 0 0 0 0,0 0 0 0 0,1 0 0 0 0,-1 0 0 0 0,2 0 1 0 0,-1 1-1 0 0,1-1 0 0 0,1 0 0 0 0,3-9 0 0 0,3-4-628 0 0,0 1 0 0 0,2 0 1 0 0,19-29-1 0 0,-7 15-6160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4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39 6913 0 0,'-7'-5'1029'0'0,"1"0"0"0"0,-1 0-1 0 0,0 1 1 0 0,-1 0-1 0 0,1 0 1 0 0,-1 1 0 0 0,-8-3-1 0 0,12 5-964 0 0,0 1 0 0 0,1-1 0 0 0,-1 1-1 0 0,0 0 1 0 0,1 0 0 0 0,-1 0 0 0 0,1 1 0 0 0,-1-1-1 0 0,0 1 1 0 0,1 0 0 0 0,-1 0 0 0 0,1 0 0 0 0,-1 0-1 0 0,1 1 1 0 0,0-1 0 0 0,0 1 0 0 0,0 0 0 0 0,-1 0-1 0 0,-1 2 1 0 0,-9 9-163 0 0,0 0 0 0 0,1 0-1 0 0,1 1 1 0 0,0 1 0 0 0,1 0 0 0 0,1 0-1 0 0,0 1 1 0 0,1 1 0 0 0,1 0 0 0 0,1 0-1 0 0,-7 21 1 0 0,13-33 83 0 0,0 0 0 0 0,0 1 0 0 0,0-1 0 0 0,0 0 0 0 0,1 1 0 0 0,0-1-1 0 0,0 0 1 0 0,1 1 0 0 0,0-1 0 0 0,-1 0 0 0 0,2 1 0 0 0,-1-1 0 0 0,1 0 0 0 0,-1 0-1 0 0,1 0 1 0 0,1 0 0 0 0,4 7 0 0 0,-6-10 10 0 0,1 1-1 0 0,0-1 1 0 0,0 0-1 0 0,0 0 0 0 0,1 0 1 0 0,-1-1-1 0 0,0 1 1 0 0,1 0-1 0 0,-1-1 1 0 0,1 0-1 0 0,-1 1 1 0 0,1-1-1 0 0,0 0 1 0 0,0 0-1 0 0,-1-1 1 0 0,1 1-1 0 0,0 0 1 0 0,0-1-1 0 0,0 0 1 0 0,0 0-1 0 0,0 0 0 0 0,0 0 1 0 0,-1 0-1 0 0,1 0 1 0 0,0-1-1 0 0,0 1 1 0 0,0-1-1 0 0,0 0 1 0 0,-1 0-1 0 0,1 0 1 0 0,0 0-1 0 0,-1-1 1 0 0,5-2-1 0 0,2-1-12 0 0,0-1 0 0 0,-1 0 0 0 0,0 0 1 0 0,0 0-1 0 0,0-1 0 0 0,-1-1 0 0 0,0 1 0 0 0,-1-1 0 0 0,0 0 0 0 0,0 0 0 0 0,0-1 0 0 0,7-15 0 0 0,0-8 590 0 0,-1 0 0 0 0,11-47-1 0 0,-13 44 219 0 0,-10 34-772 0 0,0 1 0 0 0,0 0-1 0 0,0 0 1 0 0,0 0 0 0 0,0-1 0 0 0,0 1-1 0 0,0 0 1 0 0,0 0 0 0 0,0-1 0 0 0,0 1-1 0 0,0 0 1 0 0,0 0 0 0 0,0-1-1 0 0,0 1 1 0 0,0 0 0 0 0,0 0 0 0 0,0-1-1 0 0,0 1 1 0 0,0 0 0 0 0,0 0-1 0 0,0 0 1 0 0,0-1 0 0 0,1 1 0 0 0,-1 0-1 0 0,0 0 1 0 0,0 0 0 0 0,0-1 0 0 0,0 1-1 0 0,1 0 1 0 0,-1 0 0 0 0,0 0-1 0 0,0 0 1 0 0,0 0 0 0 0,1-1 0 0 0,-1 1-1 0 0,0 0 1 0 0,0 0 0 0 0,0 0-1 0 0,1 0 1 0 0,-1 0 0 0 0,0 0 0 0 0,0 0-1 0 0,1 0 1 0 0,-1 0 0 0 0,0 0 0 0 0,0 0-1 0 0,1 0 1 0 0,-1 0 0 0 0,0 0-1 0 0,0 0 1 0 0,1 0 0 0 0,-1 0 0 0 0,6 16 644 0 0,2 25 298 0 0,-3 26 248 0 0,-4-48-1080 0 0,0 0 0 0 0,1 0 0 0 0,1 0 0 0 0,0 0 0 0 0,2 0 0 0 0,7 20 0 0 0,-12-38-140 0 0,1 0 1 0 0,-1 0 0 0 0,0 0 0 0 0,1 0 0 0 0,-1 0 0 0 0,1 0 0 0 0,-1 0-1 0 0,1-1 1 0 0,-1 1 0 0 0,1 0 0 0 0,0 0 0 0 0,-1-1 0 0 0,1 1 0 0 0,0 0-1 0 0,0-1 1 0 0,0 1 0 0 0,-1 0 0 0 0,1-1 0 0 0,0 1 0 0 0,0-1 0 0 0,0 0-1 0 0,0 1 1 0 0,0-1 0 0 0,0 0 0 0 0,0 1 0 0 0,0-1 0 0 0,0 0 0 0 0,0 0-1 0 0,0 0 1 0 0,0 0 0 0 0,0 0 0 0 0,0 0 0 0 0,0 0 0 0 0,0 0-1 0 0,0 0 1 0 0,0-1 0 0 0,0 1 0 0 0,0 0 0 0 0,0-1 0 0 0,0 1 0 0 0,0-1-1 0 0,-1 1 1 0 0,1-1 0 0 0,0 1 0 0 0,0-1 0 0 0,0 1 0 0 0,0-1 0 0 0,-1 0-1 0 0,1 0 1 0 0,0 1 0 0 0,-1-1 0 0 0,2-1 0 0 0,6-7-164 0 0,-1 0 0 0 0,0-1-1 0 0,10-16 1 0 0,-12 18 164 0 0,1-2-68 0 0,56-80-124 0 0,-53 78 196 0 0,0 1-1 0 0,1 0 0 0 0,0 1 1 0 0,1 0-1 0 0,16-12 0 0 0,-26 22 13 0 0,-1 0-1 0 0,1-1 1 0 0,-1 1-1 0 0,1 0 0 0 0,-1-1 1 0 0,1 1-1 0 0,-1 0 1 0 0,1 0-1 0 0,-1-1 1 0 0,1 1-1 0 0,0 0 1 0 0,-1 0-1 0 0,1 0 1 0 0,-1 0-1 0 0,1 0 0 0 0,-1 0 1 0 0,1 0-1 0 0,0 0 1 0 0,-1 0-1 0 0,1 0 1 0 0,-1 0-1 0 0,1 0 1 0 0,0 1-1 0 0,-1-1 0 0 0,1 0 1 0 0,-1 0-1 0 0,1 1 1 0 0,-1-1-1 0 0,1 1 1 0 0,10 17 402 0 0,0 36 739 0 0,-9-41-785 0 0,4 10-212 0 0,1 1-1 0 0,1-2 0 0 0,2 1 0 0 0,0-1 0 0 0,1-1 1 0 0,1 0-1 0 0,20 28 0 0 0,-30-45-1525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4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0 123 4609 0 0,'9'-16'1534'0'0,"0"-1"0"0"0,21-27 0 0 0,-27 40-1176 0 0,-1 0 1 0 0,1 1-1 0 0,0 0 0 0 0,0-1 0 0 0,1 1 1 0 0,-1 1-1 0 0,1-1 0 0 0,-1 0 0 0 0,1 1 0 0 0,0 0 1 0 0,0 0-1 0 0,0 0 0 0 0,0 0 0 0 0,0 0 1 0 0,1 1-1 0 0,-1 0 0 0 0,9-2 0 0 0,-11 4-205 0 0,1-1 0 0 0,-1 0 0 0 0,0 0-1 0 0,1 1 1 0 0,-1 0 0 0 0,0-1 0 0 0,0 1-1 0 0,0 0 1 0 0,0 0 0 0 0,1 0-1 0 0,-1 0 1 0 0,0 1 0 0 0,-1-1 0 0 0,1 0-1 0 0,0 1 1 0 0,0-1 0 0 0,-1 1 0 0 0,1 0-1 0 0,0 0 1 0 0,-1-1 0 0 0,0 1 0 0 0,1 0-1 0 0,-1 0 1 0 0,0 0 0 0 0,0 1 0 0 0,0-1-1 0 0,1 4 1 0 0,2 7-27 0 0,-1 0-1 0 0,0 1 0 0 0,1 24 1 0 0,1-6-990 0 0,-3-22-34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4 8754 0 0,'16'-1'635'0'0,"-11"0"282"0"0,1 0 0 0 0,-1 1-1 0 0,0 0 1 0 0,1 0 0 0 0,7 1-1 0 0,-12-1-835 0 0,0 1 0 0 0,0-1 0 0 0,-1 0 0 0 0,1 0 0 0 0,0 1 0 0 0,0-1-1 0 0,-1 1 1 0 0,1-1 0 0 0,0 0 0 0 0,-1 1 0 0 0,1-1 0 0 0,-1 1 0 0 0,1-1-1 0 0,0 1 1 0 0,-1 0 0 0 0,1-1 0 0 0,-1 1 0 0 0,0 0 0 0 0,1-1 0 0 0,-1 1-1 0 0,1 0 1 0 0,-1-1 0 0 0,0 1 0 0 0,0 0 0 0 0,1 0 0 0 0,-1-1 0 0 0,0 1-1 0 0,0 0 1 0 0,0 0 0 0 0,0 0 0 0 0,0-1 0 0 0,0 1 0 0 0,0 0 0 0 0,0 0-1 0 0,0-1 1 0 0,0 1 0 0 0,-1 0 0 0 0,1 0 0 0 0,0-1 0 0 0,0 1 0 0 0,-1 0-1 0 0,1 0 1 0 0,0-1 0 0 0,-2 2 0 0 0,-2 8 81 0 0,-1-1-1 0 0,-1 1 1 0 0,0-1 0 0 0,0-1 0 0 0,-1 1-1 0 0,0-1 1 0 0,-11 10 0 0 0,10-10-39 0 0,0 0 0 0 0,1 0-1 0 0,0 1 1 0 0,1-1 0 0 0,0 1 0 0 0,0 1 0 0 0,-5 11-1 0 0,10-20-121 0 0,1 1 0 0 0,-1-1-1 0 0,1 0 1 0 0,0 0-1 0 0,0 0 1 0 0,-1 0-1 0 0,1 0 1 0 0,0 1 0 0 0,0-1-1 0 0,0 0 1 0 0,0 0-1 0 0,1 0 1 0 0,-1 0 0 0 0,0 0-1 0 0,0 1 1 0 0,1-1-1 0 0,-1 0 1 0 0,0 0-1 0 0,1 0 1 0 0,-1 0 0 0 0,1 0-1 0 0,0 0 1 0 0,0 2-1 0 0,1-2 4 0 0,0 1-1 0 0,0 0 0 0 0,1 0 0 0 0,-1-1 1 0 0,0 1-1 0 0,0-1 0 0 0,1 1 0 0 0,-1-1 1 0 0,6 2-1 0 0,5 0 14 0 0,0 0-1 0 0,0 0 1 0 0,17 1 0 0 0,-25-4-13 0 0,22 2-69 0 0,14 2 63 0 0,-31-2-1116 0 0,-51 0-5024 0 0,27-2 1101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 11058 0 0,'-7'12'710'0'0,"0"1"0"0"0,0 0-1 0 0,1 0 1 0 0,1 0-1 0 0,0 1 1 0 0,1 0-1 0 0,1 0 1 0 0,0 0 0 0 0,0 1-1 0 0,2-1 1 0 0,0 0-1 0 0,1 19 1 0 0,0-31-702 0 0,0 1 0 0 0,0 0 0 0 0,0-1-1 0 0,0 1 1 0 0,1-1 0 0 0,-1 1 0 0 0,1-1 0 0 0,0 0 0 0 0,0 1 0 0 0,0-1-1 0 0,0 0 1 0 0,0 1 0 0 0,1-1 0 0 0,-1 0 0 0 0,1 0 0 0 0,-1 0 0 0 0,3 3-1 0 0,3-1-475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5065 0 0,'6'8'4265'0'0,"-5"-2"-2921"0"0,1 1-704 0 0,-2 2-143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7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 16131 0 0,'2'0'339'0'0,"1"1"0"0"0,0 0 0 0 0,0 0-1 0 0,0-1 1 0 0,-1 2 0 0 0,1-1-1 0 0,-1 0 1 0 0,5 3 0 0 0,-7-3-271 0 0,1 0 1 0 0,0 0-1 0 0,-1 0 1 0 0,1 0-1 0 0,-1 0 1 0 0,1 0-1 0 0,-1 0 1 0 0,1 0-1 0 0,-1 0 0 0 0,0 0 1 0 0,1 0-1 0 0,-1 0 1 0 0,0 0-1 0 0,0 0 1 0 0,0 0-1 0 0,0 0 1 0 0,0 1-1 0 0,0-1 1 0 0,0 0-1 0 0,0 0 1 0 0,0 0-1 0 0,-1 0 1 0 0,1 0-1 0 0,0 0 1 0 0,-1 0-1 0 0,0 1 0 0 0,-5 14 113 0 0,-2 0-1 0 0,1-1 1 0 0,-2 0-1 0 0,0 0 0 0 0,-13 15 1 0 0,-23 40 273 0 0,42-65-652 0 0,0 1 1 0 0,1-1-1 0 0,0 1 1 0 0,0 0-1 0 0,0 0 0 0 0,1 0 1 0 0,0 0-1 0 0,0 0 1 0 0,0 0-1 0 0,1 11 1 0 0,1-15 123 0 0,-1 1 0 0 0,0-1 0 0 0,1 0 1 0 0,-1 0-1 0 0,1 0 0 0 0,0 1 0 0 0,0-1 0 0 0,0 0 1 0 0,0 0-1 0 0,0 0 0 0 0,0 0 0 0 0,0 0 0 0 0,1 0 1 0 0,-1-1-1 0 0,1 1 0 0 0,-1 0 0 0 0,1-1 1 0 0,0 1-1 0 0,0-1 0 0 0,0 0 0 0 0,0 1 0 0 0,0-1 1 0 0,0 0-1 0 0,0 0 0 0 0,0 0 0 0 0,0 0 0 0 0,0-1 1 0 0,0 1-1 0 0,1-1 0 0 0,-1 1 0 0 0,4-1 1 0 0,-2 0-298 0 0,0-1 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5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14283 0 0,'4'6'696'0'0,"2"0"0"0"0,-1-1 0 0 0,1 1 0 0 0,0-1 0 0 0,10 7 0 0 0,21 20 1970 0 0,-32-24-2467 0 0,1 0 1 0 0,-2 0 0 0 0,1 0 0 0 0,-1 0-1 0 0,-1 1 1 0 0,1 0 0 0 0,-1 0 0 0 0,-1 0 0 0 0,0 0-1 0 0,0 0 1 0 0,-1 0 0 0 0,0 1 0 0 0,0-1-1 0 0,-2 16 1 0 0,0-7-298 0 0,-1-1-1 0 0,-1 0 1 0 0,0 0-1 0 0,-1 0 1 0 0,-1 0-1 0 0,-1 0 1 0 0,-7 15-1 0 0,-1-8-1405 0 0,8-16 159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06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1376 0 0,'0'-2'254'0'0,"-1"1"-1"0"0,1-1 1 0 0,0 0-1 0 0,0 0 0 0 0,0 1 1 0 0,1-1-1 0 0,-1 0 1 0 0,0 1-1 0 0,1-1 1 0 0,-1 0-1 0 0,1 1 0 0 0,-1-1 1 0 0,1 1-1 0 0,0-1 1 0 0,-1 0-1 0 0,1 1 1 0 0,0 0-1 0 0,0-1 0 0 0,2-1 1 0 0,0 0 212 0 0,0-1 0 0 0,1 1 0 0 0,0 0 1 0 0,0 0-1 0 0,0 0 0 0 0,8-3 0 0 0,4-2 651 0 0,1 1-1 0 0,29-8 0 0 0,-46 15-1116 0 0,10-3 503 0 0,0 1-1 0 0,0 0 0 0 0,0 0 0 0 0,0 1 0 0 0,19 0 0 0 0,-27 1-431 0 0,0 0 0 0 0,0 0-1 0 0,0 0 1 0 0,-1 0 0 0 0,1 1 0 0 0,0-1-1 0 0,0 1 1 0 0,0-1 0 0 0,-1 1-1 0 0,1 0 1 0 0,0-1 0 0 0,0 1 0 0 0,-1 0-1 0 0,1 0 1 0 0,-1 0 0 0 0,1 0-1 0 0,-1 1 1 0 0,0-1 0 0 0,1 0 0 0 0,-1 1-1 0 0,0-1 1 0 0,0 1 0 0 0,0-1-1 0 0,0 1 1 0 0,0-1 0 0 0,0 1-1 0 0,0 0 1 0 0,0-1 0 0 0,-1 1 0 0 0,1 0-1 0 0,-1 0 1 0 0,1 0 0 0 0,-1-1-1 0 0,0 1 1 0 0,0 0 0 0 0,0 0 0 0 0,0 0-1 0 0,0 0 1 0 0,0 2 0 0 0,-3 14 172 0 0,0 35 324 0 0,3-52-580 0 0,0 1 0 0 0,0-1-1 0 0,0 1 1 0 0,0-1 0 0 0,0 1 0 0 0,0-1-1 0 0,1 1 1 0 0,-1-1 0 0 0,1 1 0 0 0,-1-1 0 0 0,1 0-1 0 0,0 1 1 0 0,-1-1 0 0 0,1 0 0 0 0,0 1-1 0 0,0-1 1 0 0,0 0 0 0 0,0 0 0 0 0,0 0 0 0 0,0 0-1 0 0,0 0 1 0 0,0 0 0 0 0,1 0 0 0 0,-1 0-1 0 0,0 0 1 0 0,1 0 0 0 0,0 0 0 0 0,0-1-32 0 0,0 0 0 0 0,0 0 1 0 0,0 0-1 0 0,0 0 0 0 0,0 0 1 0 0,0 0-1 0 0,0 0 0 0 0,0-1 0 0 0,-1 1 1 0 0,1-1-1 0 0,0 1 0 0 0,0-1 1 0 0,0 0-1 0 0,-1 0 0 0 0,1 0 0 0 0,0 0 1 0 0,-1 0-1 0 0,1 0 0 0 0,-1 0 1 0 0,1 0-1 0 0,-1-1 0 0 0,0 1 0 0 0,0-1 1 0 0,1 1-1 0 0,-1-1 0 0 0,0 1 1 0 0,0-1-1 0 0,0 0 0 0 0,-1 1 0 0 0,1-1 1 0 0,0 0-1 0 0,0-2 0 0 0,2-4 11 0 0,0 1 1 0 0,-1 0-1 0 0,0-1 0 0 0,0 1 0 0 0,-1-1 0 0 0,1-13 0 0 0,-8-17-654 0 0,4 35 551 0 0,1-1 0 0 0,0 1 0 0 0,1-1 0 0 0,-1 0 0 0 0,1 1 0 0 0,-1-1 0 0 0,2-6 1 0 0,-1 8 129 0 0,1 0 0 0 0,-1 0 0 0 0,1 1 1 0 0,0-1-1 0 0,0 0 0 0 0,0 1 0 0 0,0-1 0 0 0,0 1 1 0 0,0-1-1 0 0,0 1 0 0 0,0-1 0 0 0,1 1 1 0 0,-1 0-1 0 0,0-1 0 0 0,1 1 0 0 0,-1 0 1 0 0,1 0-1 0 0,0 0 0 0 0,2-1 0 0 0,5-2 169 0 0,-1 1-1 0 0,1 0 0 0 0,0 0 1 0 0,-1 1-1 0 0,1 0 0 0 0,0 1 1 0 0,0 0-1 0 0,0 0 0 0 0,14 1 1 0 0,10 2 1365 0 0,39 7 0 0 0,-71-9-1483 0 0,1 0 31 0 0,-1 1-1 0 0,1-1 0 0 0,-1 0 1 0 0,1 0-1 0 0,0 1 1 0 0,-1-1-1 0 0,1 1 1 0 0,-1-1-1 0 0,1 1 1 0 0,-1-1-1 0 0,1 1 1 0 0,2 2-1 0 0,-4-3-53 0 0,-1 1-1 0 0,1-1 1 0 0,0 0-1 0 0,0 1 1 0 0,0-1 0 0 0,0 1-1 0 0,-1-1 1 0 0,1 0-1 0 0,0 1 1 0 0,0-1-1 0 0,-1 0 1 0 0,1 1 0 0 0,0-1-1 0 0,-1 0 1 0 0,1 0-1 0 0,0 1 1 0 0,-1-1-1 0 0,1 0 1 0 0,0 0 0 0 0,-1 0-1 0 0,1 1 1 0 0,-1-1-1 0 0,1 0 1 0 0,0 0-1 0 0,-1 0 1 0 0,1 0 0 0 0,-1 0-1 0 0,1 0 1 0 0,-1 0-1 0 0,-47 9 612 0 0,24-12-311 0 0,23 2-315 0 0,1 1 0 0 0,-1 0 0 0 0,1-1 0 0 0,-1 1 0 0 0,1-1 0 0 0,-1 1 0 0 0,1-1 0 0 0,0 1 1 0 0,-1-1-1 0 0,1 1 0 0 0,0-1 0 0 0,-1 1 0 0 0,1-1 0 0 0,0 1 0 0 0,0-1 0 0 0,-1 1 0 0 0,1-1 0 0 0,0 0 0 0 0,0 1 1 0 0,0-1-1 0 0,0 0 0 0 0,0 1 0 0 0,0-1 0 0 0,0 1 0 0 0,0-1 0 0 0,0 0 0 0 0,0 1 0 0 0,0-1 0 0 0,0 1 0 0 0,1-1 1 0 0,-1 0-1 0 0,0 1 0 0 0,0-1 0 0 0,1 1 0 0 0,-1-1 0 0 0,0 1 0 0 0,1-1 0 0 0,0 0 0 0 0,9-17 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5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1362 43 5065 0 0,'-2'-4'727'0'0,"0"1"0"0"0,1-1 0 0 0,-1 1-1 0 0,-1 0 1 0 0,1 0 0 0 0,0 0 0 0 0,-1 0 0 0 0,0 0-1 0 0,1 0 1 0 0,-7-4 0 0 0,7 6-637 0 0,1 1 0 0 0,0-1 0 0 0,-1 1 0 0 0,1 0 0 0 0,-1-1 0 0 0,1 1 0 0 0,-1 0 0 0 0,1 0 0 0 0,0 0 0 0 0,-1 0 0 0 0,1 0 0 0 0,-1 0 0 0 0,1 0 0 0 0,-1 0 0 0 0,1 1 0 0 0,0-1 0 0 0,-1 1 0 0 0,1-1 0 0 0,-1 1 0 0 0,1-1 0 0 0,0 1 0 0 0,0 0 0 0 0,-1-1 0 0 0,1 1 0 0 0,0 0 0 0 0,0 0 0 0 0,0 0 0 0 0,0 0-1 0 0,0 0 1 0 0,0 0 0 0 0,-1 2 0 0 0,-12 15 96 0 0,2 1 0 0 0,0 0-1 0 0,1 0 1 0 0,1 1-1 0 0,1 0 1 0 0,-9 31 0 0 0,1-7 75 0 0,-41 103 509 0 0,-85 189 819 0 0,80-222-991 0 0,30-58-398 0 0,-35 83 1 0 0,54-102-203 0 0,-85 196 174 0 0,79-191 36 0 0,-3-1 0 0 0,-1-1 0 0 0,-40 51 1 0 0,45-71-119 0 0,0 0 0 0 0,-1-1 1 0 0,-1-1-1 0 0,-1-1 1 0 0,0-1-1 0 0,-28 14 0 0 0,-153 71 558 0 0,183-93-640 0 0,-7 5-1443 0 0,-1-2 0 0 0,0-1 0 0 0,-1-1 0 0 0,-38 6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6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1684 1 7370 0 0,'-2'-1'238'0'0,"0"1"1"0"0,0 0-1 0 0,1 0 0 0 0,-1 1 1 0 0,0-1-1 0 0,0 0 1 0 0,0 1-1 0 0,1-1 1 0 0,-1 1-1 0 0,0-1 1 0 0,0 1-1 0 0,1 0 1 0 0,-1 0-1 0 0,0 0 1 0 0,1 0-1 0 0,-2 1 1 0 0,-30 21 1415 0 0,28-20-1385 0 0,-17 14 412 0 0,0 2 0 0 0,2 0 1 0 0,0 2-1 0 0,-25 32 0 0 0,-61 101 297 0 0,50-69-417 0 0,51-79-533 0 0,-317 494 839 0 0,284-423-384 0 0,3 3 1 0 0,-44 152 0 0 0,0 3-743 0 0,-95 300-1276 0 0,161-484 1870 0 0,-2-1 0 0 0,-2-1 0 0 0,-3-1 0 0 0,-1 0 0 0 0,-2-2 0 0 0,-3 0 1 0 0,-50 67-1 0 0,50-80-153 0 0,-1-1 0 0 0,-2-1 0 0 0,-2-2 0 0 0,0-1 0 0 0,-55 38 0 0 0,55-46-3414 0 0,-57 26 0 0 0,56-31-3711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6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0 191 10594 0 0,'153'-66'2029'0'0,"-89"37"-1183"0"0,2 2 0 0 0,89-24-1 0 0,-133 45-772 0 0,0 2 0 0 0,1 0 0 0 0,-1 2 0 0 0,1 1 0 0 0,0 0 0 0 0,-1 2 0 0 0,1 0 0 0 0,-1 2 0 0 0,1 0 0 0 0,-1 1 0 0 0,31 11-1 0 0,-6 3 85 0 0,-1 3-1 0 0,50 29 0 0 0,83 61 398 0 0,-41-23-438 0 0,-78-53-62 0 0,0-3-1 0 0,120 44 0 0 0,-145-64-51 0 0,1-2 0 0 0,0-1-1 0 0,0-2 1 0 0,1-2 0 0 0,-1-1 0 0 0,74-2-1 0 0,-88-3-2450 0 0,39-9-1 0 0,-23 0-2899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7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0 801 2761 0 0,'9'-19'1139'0'0,"1"0"1"0"0,1 1-1 0 0,1 0 0 0 0,0 0 1 0 0,15-15-1 0 0,78-77 2197 0 0,-100 105-3333 0 0,69-59 1648 0 0,2 4 0 0 0,119-74-1 0 0,-102 73-1075 0 0,183-110-617 0 0,-152 110-6450 0 0,-104 52 1348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7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7370 0 0,'0'0'568'0'0,"13"18"833"0"0,10 15 339 0 0,2 0 1 0 0,1-1-1 0 0,34 32 0 0 0,-39-45-1160 0 0,1-1 0 0 0,0 0 0 0 0,2-2 0 0 0,0-1 0 0 0,36 18 0 0 0,91 26-2339 0 0,-115-47-4748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8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7834 0 0,'8'-2'401'0'0,"0"0"0"0"0,-1 1 0 0 0,1 0 0 0 0,0 1 0 0 0,0-1 0 0 0,0 1 0 0 0,0 1 0 0 0,-1 0 1 0 0,1 0-1 0 0,0 0 0 0 0,0 1 0 0 0,-1 0 0 0 0,12 5 0 0 0,12 6 66 0 0,56 34 0 0 0,-29-15 129 0 0,259 108 1679 0 0,-64-32 87 0 0,-148-57-1653 0 0,104 45-31 0 0,-175-83-578 0 0,1-2 0 0 0,1-1 0 0 0,-1-2 0 0 0,49 5 0 0 0,-47-10 41 0 0,1-2 1 0 0,0-2-1 0 0,0-1 0 0 0,-1-2 0 0 0,54-13 1 0 0,-27 0-195 0 0,-1-3 1 0 0,76-35 0 0 0,-100 39-1588 0 0,-1 1-5743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9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57 232 4609 0 0,'-6'3'675'0'0,"0"1"1"0"0,1 0-1 0 0,0 1 1 0 0,-1-1-1 0 0,1 1 1 0 0,1 0-1 0 0,-1 0 1 0 0,1 1-1 0 0,-6 8 306 0 0,10-14-947 0 0,0 0 0 0 0,0 0 0 0 0,0 0 0 0 0,0 0 0 0 0,0 0 0 0 0,0 0 0 0 0,0 0 0 0 0,0 0 0 0 0,0 0 0 0 0,0 1 0 0 0,0-1 0 0 0,0 0-1 0 0,0 0 1 0 0,1 2 713 0 0,-1-2-713 0 0,0 0 0 0 0,0 0 0 0 0,0 0 0 0 0,0 0 0 0 0,0 0 0 0 0,0 0 0 0 0,0 0 0 0 0,0 0 0 0 0,1 0 0 0 0,-1 0 0 0 0,0 0-1 0 0,0 0 1 0 0,0 0 0 0 0,0 0 0 0 0,10-2 1032 0 0,9-6-46 0 0,40-24 1090 0 0,-29 14-1322 0 0,1 2 1 0 0,1 0 0 0 0,0 3 0 0 0,1 0 0 0 0,38-8 0 0 0,39 4-607 0 0,138-4 0 0 0,-137 14-78 0 0,138-25 0 0 0,-147 7-1784 0 0,-70 15-809 0 0,34-15-1 0 0,-36 11-4494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29.7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713 3 5985 0 0,'33'-2'5219'0'0,"-31"2"-5050"0"0,0 1-1 0 0,0-1 1 0 0,0 1 0 0 0,0-1 0 0 0,-1 1 0 0 0,1 0 0 0 0,0 0 0 0 0,0 0-1 0 0,-1 0 1 0 0,1 0 0 0 0,-1 0 0 0 0,1 0 0 0 0,-1 1 0 0 0,1-1 0 0 0,-1 1 0 0 0,0-1-1 0 0,0 1 1 0 0,1-1 0 0 0,-1 1 0 0 0,0 0 0 0 0,0 1 0 0 0,0 1-7 0 0,0-1 0 0 0,0 0 0 0 0,0 1 0 0 0,-1-1 0 0 0,0 1 1 0 0,1-1-1 0 0,-2 1 0 0 0,1-1 0 0 0,0 1 0 0 0,-2 6 0 0 0,-2 7 171 0 0,-2 0 1 0 0,0-1-1 0 0,-14 29 0 0 0,15-37-92 0 0,-20 41 331 0 0,-3-2 0 0 0,-2-1-1 0 0,-2-1 1 0 0,-53 57 0 0 0,20-35-11 0 0,-130 105 1 0 0,87-94-267 0 0,94-70-310 0 0,1 0-1 0 0,-1-1 1 0 0,0-1-1 0 0,-1 0 1 0 0,0-1-1 0 0,-23 6 1 0 0,36-11-157 0 0,-1 1-1 0 0,0-1 1 0 0,1 1 0 0 0,-1-1 0 0 0,0 0-1 0 0,1 0 1 0 0,-1 0 0 0 0,0-1-1 0 0,1 1 1 0 0,-1 0 0 0 0,0-1 0 0 0,1 0-1 0 0,-1 0 1 0 0,0 0 0 0 0,1 0 0 0 0,0 0-1 0 0,-4-2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0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 6449 0 0,'0'-1'97'0'0,"1"-1"0"0"0,-1 0 0 0 0,1 0 0 0 0,0 0 0 0 0,0 1 0 0 0,0-1 0 0 0,0 1 1 0 0,0-1-1 0 0,0 0 0 0 0,0 1 0 0 0,0 0 0 0 0,1-1 0 0 0,-1 1 0 0 0,0 0 0 0 0,1 0 0 0 0,-1-1 0 0 0,1 1 0 0 0,0 0 0 0 0,-1 1 0 0 0,1-1 0 0 0,0 0 0 0 0,0 0 0 0 0,2 0 0 0 0,47-14 1546 0 0,-29 12-1133 0 0,-1 0 0 0 0,1 1 0 0 0,0 1 0 0 0,0 1 0 0 0,1 2 1 0 0,-2 0-1 0 0,1 1 0 0 0,29 7 0 0 0,-22-1 10 0 0,0 1 0 0 0,-1 1 0 0 0,0 2 0 0 0,-1 0 0 0 0,35 24 1 0 0,-3 6-20 0 0,-2 2 1 0 0,-2 3 0 0 0,-3 3 0 0 0,58 70 0 0 0,-23-19-344 0 0,61 68-118 0 0,-118-140-38 0 0,1-1 0 0 0,1-2 0 0 0,49 32 0 0 0,-40-33 152 0 0,2-1 0 0 0,80 33-1 0 0,-106-52-237 0 0,0 0 1 0 0,1-1-1 0 0,-1-1 0 0 0,1 0 1 0 0,0-1-1 0 0,0-1 0 0 0,0-1 0 0 0,1-1 1 0 0,-1 0-1 0 0,34-5 0 0 0,-26-2-860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0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3225 0 0,'7'-7'12154'0'0,"-4"7"-11898"0"0,1 1 0 0 0,-1 0 0 0 0,0-1 0 0 0,1 1 0 0 0,-1 1 0 0 0,0-1 0 0 0,0 0 0 0 0,0 1 0 0 0,0 0 0 0 0,0-1 0 0 0,0 1 0 0 0,0 0 0 0 0,0 1 0 0 0,-1-1 0 0 0,1 0 0 0 0,-1 1 0 0 0,0 0 0 0 0,0-1 0 0 0,0 1 0 0 0,0 0 0 0 0,0 0 0 0 0,1 3 0 0 0,10 20 131 0 0,-1 0 0 0 0,-1 1 0 0 0,-1 0 0 0 0,8 36 0 0 0,14 116-205 0 0,-27-122-220 0 0,-6-33-6616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15667 0 0,'7'-5'949'0'0,"17"3"-6317"0"0,-9 7 1306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6913 0 0,'0'-1'138'0'0,"0"0"-1"0"0,0 1 1 0 0,0-1-1 0 0,0 0 1 0 0,0 0-1 0 0,0 0 1 0 0,0 1-1 0 0,0-1 1 0 0,0 0-1 0 0,1 0 1 0 0,-1 0-1 0 0,0 1 1 0 0,1-1-1 0 0,-1 0 1 0 0,1 0-1 0 0,-1 1 1 0 0,0-1-1 0 0,1 0 1 0 0,-1 1-1 0 0,1-1 1 0 0,0 0-1 0 0,-1 1 1 0 0,1-1-1 0 0,0 1 1 0 0,-1-1-1 0 0,1 1 1 0 0,0 0-1 0 0,-1-1 1 0 0,1 1-1 0 0,0 0 1 0 0,0-1-1 0 0,0 1 1 0 0,-1 0-1 0 0,1 0 1 0 0,0-1-1 0 0,0 1 1 0 0,0 0-1 0 0,0 0 1 0 0,-1 0-1 0 0,1 0 1 0 0,0 0-1 0 0,1 1 1 0 0,0-1 138 0 0,0 0 1 0 0,0 1 0 0 0,1 0-1 0 0,-1-1 1 0 0,0 1-1 0 0,0 0 1 0 0,0 0 0 0 0,0 0-1 0 0,0 0 1 0 0,0 0 0 0 0,-1 1-1 0 0,1-1 1 0 0,0 1-1 0 0,-1-1 1 0 0,4 4 0 0 0,-1 2 68 0 0,0-1 0 0 0,0 2-1 0 0,-1-1 1 0 0,1 0 0 0 0,-2 1 0 0 0,1-1 0 0 0,-1 1 0 0 0,2 11 0 0 0,2 67 308 0 0,-6-68-737 0 0,1 0 0 0 0,1 1 0 0 0,0-1 0 0 0,6 19-1 0 0,-8-36 47 0 0,0 0 0 0 0,0-1 0 0 0,0 1 0 0 0,0-1 0 0 0,0 1 0 0 0,0-1 0 0 0,0 1 0 0 0,1-1 0 0 0,-1 1-1 0 0,0-1 1 0 0,0 1 0 0 0,1-1 0 0 0,-1 1 0 0 0,0-1 0 0 0,0 1 0 0 0,1-1 0 0 0,-1 1 0 0 0,1-1-1 0 0,-1 0 1 0 0,0 1 0 0 0,1-1 0 0 0,-1 0 0 0 0,1 1 0 0 0,-1-1 0 0 0,1 0 0 0 0,-1 1 0 0 0,1-1 0 0 0,-1 0-1 0 0,1 0 1 0 0,-1 0 0 0 0,1 0 0 0 0,-1 1 0 0 0,2-1 0 0 0,-1-1-47 0 0,0 1 0 0 0,0-1 0 0 0,0 0 0 0 0,0 0 0 0 0,0 1 0 0 0,0-1 0 0 0,0 0 0 0 0,0 0 0 0 0,0 0 0 0 0,-1 0 0 0 0,1 0 0 0 0,0 0 0 0 0,1-2 0 0 0,17-41-1664 0 0,-19 44 1746 0 0,15-48-1604 0 0,15-38 64 0 0,-26 77 1807 0 0,0 1-1 0 0,0 0 1 0 0,0 0 0 0 0,1 0-1 0 0,1 1 1 0 0,-1 0-1 0 0,10-9 1 0 0,-14 14-83 0 0,0 1 0 0 0,1 0 0 0 0,-1-1 0 0 0,1 1 0 0 0,0 0 1 0 0,-1 0-1 0 0,1 0 0 0 0,0 0 0 0 0,0 0 0 0 0,-1 1 0 0 0,1-1 0 0 0,0 1 0 0 0,0-1 0 0 0,0 1 1 0 0,0-1-1 0 0,0 1 0 0 0,0 0 0 0 0,0 0 0 0 0,0 0 0 0 0,0 0 0 0 0,0 0 0 0 0,0 1 1 0 0,2 0-1 0 0,0 0 5 0 0,-1 1 1 0 0,1-1 0 0 0,-1 1-1 0 0,1 0 1 0 0,-1 1 0 0 0,0-1 0 0 0,0 0-1 0 0,0 1 1 0 0,0 0 0 0 0,0 0-1 0 0,2 3 1 0 0,4 6 7 0 0,-1 0 0 0 0,0 1 0 0 0,0 0 0 0 0,-2 1 0 0 0,6 14 0 0 0,20 82-2172 0 0,-30-103 1190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1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11058 0 0,'46'11'5364'0'0,"-38"-8"-4805"0"0,0 0-1 0 0,-1 1 1 0 0,0 0 0 0 0,0 1-1 0 0,0-1 1 0 0,0 1 0 0 0,-1 1-1 0 0,11 10 1 0 0,-9-6-275 0 0,0 1 0 0 0,0-1 0 0 0,-1 1 0 0 0,-1 0 1 0 0,6 13-1 0 0,3 14-319 0 0,-2 0 1 0 0,14 67 0 0 0,-19-68 376 0 0,-7-36-354 0 0,5 35-17 0 0,-5-34-47 0 0,-1 0 0 0 0,0 0 0 0 0,0 0-1 0 0,0 0 1 0 0,0 0 0 0 0,0-1-1 0 0,0 1 1 0 0,-1 0 0 0 0,1 0 0 0 0,0 0-1 0 0,-1 0 1 0 0,0 0 0 0 0,1 0 0 0 0,-1-1-1 0 0,0 1 1 0 0,-1 2 0 0 0,-3-2-1842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0 181 5529 0 0,'1'-7'174'0'0,"0"-1"0"0"0,1 1 1 0 0,-1-1-1 0 0,2 1 0 0 0,-1 0 0 0 0,1 0 0 0 0,0 0 0 0 0,0 0 1 0 0,1 0-1 0 0,0 0 0 0 0,0 1 0 0 0,1 0 0 0 0,-1 0 0 0 0,10-8 1 0 0,-8 7 417 0 0,1 0 1 0 0,0 1-1 0 0,0 0 1 0 0,1 0-1 0 0,0 1 1 0 0,0-1 0 0 0,0 2-1 0 0,0-1 1 0 0,1 2-1 0 0,0-1 1 0 0,14-3 0 0 0,-21 6-431 0 0,1 0 0 0 0,-1 1 0 0 0,0-1 0 0 0,1 1 1 0 0,-1 0-1 0 0,0 0 0 0 0,1 0 0 0 0,-1 0 0 0 0,0 0 1 0 0,1 0-1 0 0,-1 1 0 0 0,0-1 0 0 0,1 1 1 0 0,-1-1-1 0 0,0 1 0 0 0,0 0 0 0 0,1 0 0 0 0,-1 0 1 0 0,0 0-1 0 0,0 1 0 0 0,0-1 0 0 0,0 1 0 0 0,-1-1 1 0 0,1 1-1 0 0,0-1 0 0 0,0 1 0 0 0,-1 0 0 0 0,1 0 1 0 0,-1 0-1 0 0,2 2 0 0 0,-2 0-77 0 0,0-1 0 0 0,0 1 0 0 0,0 0-1 0 0,0 0 1 0 0,-1-1 0 0 0,0 1 0 0 0,1 0 0 0 0,-1 0-1 0 0,0-1 1 0 0,-1 1 0 0 0,1 0 0 0 0,-1 0 0 0 0,0-1 0 0 0,0 1-1 0 0,0 0 1 0 0,0-1 0 0 0,-1 1 0 0 0,-1 3 0 0 0,-8 10-41 0 0,-1-1 0 0 0,0-1 0 0 0,-1 0 0 0 0,0 0 0 0 0,-2-2 1 0 0,1 0-1 0 0,-2 0 0 0 0,-31 19 0 0 0,29-22-2290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11979 0 0,'-1'0'147'0'0,"1"1"0"0"0,-1 0 0 0 0,1 0 1 0 0,0 0-1 0 0,0 0 0 0 0,-1 0 0 0 0,1 0 0 0 0,0 0 1 0 0,0-1-1 0 0,0 1 0 0 0,0 0 0 0 0,0 0 1 0 0,0 0-1 0 0,0 0 0 0 0,0 0 0 0 0,0 0 1 0 0,0 0-1 0 0,1 0 0 0 0,-1 0 0 0 0,0 0 1 0 0,1 0-1 0 0,-1-1 0 0 0,1 1 0 0 0,-1 0 1 0 0,1 0-1 0 0,-1 0 0 0 0,1 0 0 0 0,21 28 1712 0 0,-16-21-1010 0 0,29 53 1767 0 0,-30-50-2478 0 0,0 0-1 0 0,1-1 0 0 0,0 0 0 0 0,1 0 1 0 0,0 0-1 0 0,0 0 0 0 0,1-1 1 0 0,10 8-1 0 0,-17-16-154 0 0,-1 0 1 0 0,1 0 0 0 0,0 0-1 0 0,0 0 1 0 0,0 0-1 0 0,0-1 1 0 0,0 1-1 0 0,1 0 1 0 0,-1-1-1 0 0,0 1 1 0 0,0-1 0 0 0,0 1-1 0 0,1-1 1 0 0,-1 1-1 0 0,0-1 1 0 0,0 0-1 0 0,1 0 1 0 0,-1 0-1 0 0,0 1 1 0 0,1-1 0 0 0,-1 0-1 0 0,0-1 1 0 0,1 1-1 0 0,-1 0 1 0 0,0 0-1 0 0,0-1 1 0 0,1 1-1 0 0,-1 0 1 0 0,0-1 0 0 0,0 1-1 0 0,0-1 1 0 0,1 0-1 0 0,-1 1 1 0 0,0-1-1 0 0,0 0 1 0 0,0 0-1 0 0,0 0 1 0 0,0 1 0 0 0,0-1-1 0 0,-1 0 1 0 0,1 0-1 0 0,0-1 1 0 0,0 1-1 0 0,-1 0 1 0 0,1 0-1 0 0,0 0 1 0 0,-1 0-1 0 0,1-1 1 0 0,-1 0 0 0 0,4-10-205 0 0,-1 0 0 0 0,0 0 0 0 0,0 0 0 0 0,0-17 0 0 0,-1 13-37 0 0,-1 7 153 0 0,1 0-1 0 0,0 0 1 0 0,0 1-1 0 0,1-1 0 0 0,5-9 1 0 0,-7 16 144 0 0,-1 1 0 0 0,0 0 0 0 0,1 0 0 0 0,-1 0 1 0 0,1 0-1 0 0,-1 0 0 0 0,1 0 0 0 0,-1 0 0 0 0,1 0 0 0 0,0 0 1 0 0,0 1-1 0 0,-1-1 0 0 0,1 0 0 0 0,0 0 0 0 0,0 1 0 0 0,0-1 0 0 0,0 0 1 0 0,0 1-1 0 0,0-1 0 0 0,0 1 0 0 0,0-1 0 0 0,0 1 0 0 0,0-1 0 0 0,0 1 1 0 0,0 0-1 0 0,0 0 0 0 0,0-1 0 0 0,1 1 0 0 0,-1 0 0 0 0,0 0 0 0 0,0 0 1 0 0,0 0-1 0 0,0 1 0 0 0,0-1 0 0 0,0 0 0 0 0,1 0 0 0 0,-1 1 0 0 0,0-1 1 0 0,0 0-1 0 0,0 1 0 0 0,0-1 0 0 0,0 1 0 0 0,0-1 0 0 0,0 1 0 0 0,0 0 1 0 0,-1-1-1 0 0,1 1 0 0 0,0 0 0 0 0,0 0 0 0 0,0 0 0 0 0,-1 0 0 0 0,1-1 1 0 0,0 3-1 0 0,8 8 176 0 0,0 0 1 0 0,-1 1 0 0 0,-1 0-1 0 0,7 16 1 0 0,-10-19-275 0 0,0-1 1 0 0,0 1-1 0 0,1-1 1 0 0,0 0-1 0 0,0-1 1 0 0,1 1-1 0 0,0-1 1 0 0,0 0-1 0 0,0-1 1 0 0,1 1-1 0 0,0-1 1 0 0,13 7-1 0 0,-7-6-1020 0 0,1-1-304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0,'14'7'8022'0'0,"2"9"-4394"0"0,8 20-1118 0 0,-6 11-1766 0 0,-1 0 1 0 0,-2 2-1 0 0,10 67 1 0 0,-8-40-580 0 0,16 74-1968 0 0,-30-128 699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2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14 154 13827 0 0,'-1'0'69'0'0,"1"0"0"0"0,-1 0 0 0 0,0-1-1 0 0,1 1 1 0 0,-1 0 0 0 0,1 0 0 0 0,-1 0 0 0 0,1 0 0 0 0,-1-1 0 0 0,1 1 0 0 0,-1 0 0 0 0,1-1-1 0 0,-1 1 1 0 0,1 0 0 0 0,-1-1 0 0 0,1 1 0 0 0,0 0 0 0 0,-1-1 0 0 0,1 1 0 0 0,-1-1-1 0 0,1 1 1 0 0,0-1 0 0 0,0 1 0 0 0,-1-1 0 0 0,1 1 0 0 0,0-1 0 0 0,0 1 0 0 0,-1-1 0 0 0,1 1-1 0 0,0-1 1 0 0,0 0 0 0 0,0 0 0 0 0,0 0 70 0 0,1-1 0 0 0,-1 1 1 0 0,1-1-1 0 0,-1 1 0 0 0,1-1 0 0 0,-1 1 0 0 0,1 0 0 0 0,0-1 0 0 0,0 1 1 0 0,0 0-1 0 0,0 0 0 0 0,1-2 0 0 0,3-2 253 0 0,0 0 0 0 0,0 0 0 0 0,1 0-1 0 0,9-6 1 0 0,28-12 982 0 0,46-30 13 0 0,-70 38-1211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6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90 4609 0 0,'-8'-7'953'0'0,"-1"1"0"0"0,0 0 0 0 0,0 1 0 0 0,0 0 0 0 0,0 0 0 0 0,-1 1 0 0 0,0 0 0 0 0,0 1 0 0 0,-17-4 0 0 0,26 7-864 0 0,1 0 0 0 0,-1 0 0 0 0,0 0 0 0 0,1 1 0 0 0,-1-1 0 0 0,0 0 0 0 0,1 0 0 0 0,-1 0 0 0 0,0 1 0 0 0,1-1-1 0 0,-1 0 1 0 0,1 1 0 0 0,-1-1 0 0 0,1 0 0 0 0,-1 1 0 0 0,1-1 0 0 0,-1 1 0 0 0,1-1 0 0 0,-1 1 0 0 0,1-1 0 0 0,-1 1 0 0 0,1-1 0 0 0,0 1 0 0 0,-1 0 0 0 0,1-1 0 0 0,0 1 0 0 0,-1-1 0 0 0,1 1 0 0 0,0 0 0 0 0,0-1 0 0 0,0 1-1 0 0,0 0 1 0 0,0-1 0 0 0,0 2 0 0 0,-2 30 641 0 0,2-22-543 0 0,-10 87 158 0 0,-2 60-281 0 0,12-139-116 0 0,1 0-1 0 0,1 0 0 0 0,0 0 0 0 0,1-1 1 0 0,1 1-1 0 0,9 26 0 0 0,-9-36 13 0 0,0 0 0 0 0,0 0 0 0 0,1 0 0 0 0,0-1 0 0 0,0 0 0 0 0,1 0-1 0 0,-1 0 1 0 0,1-1 0 0 0,1 0 0 0 0,-1 0 0 0 0,1 0 0 0 0,1-1 0 0 0,-1 0 0 0 0,0-1 0 0 0,1 1-1 0 0,0-2 1 0 0,0 1 0 0 0,0-1 0 0 0,1 0 0 0 0,-1 0 0 0 0,1-1 0 0 0,12 1 0 0 0,-11-1 11 0 0,0-2 1 0 0,1 1 0 0 0,-1-1-1 0 0,0 0 1 0 0,0-1 0 0 0,1-1 0 0 0,-1 1-1 0 0,0-1 1 0 0,0-1 0 0 0,0 0-1 0 0,-1-1 1 0 0,1 1 0 0 0,-1-2 0 0 0,0 1-1 0 0,0-2 1 0 0,0 1 0 0 0,-1-1-1 0 0,0 0 1 0 0,8-8 0 0 0,-4 0 134 0 0,0-1-1 0 0,-1 0 1 0 0,0-1-1 0 0,-2 0 1 0 0,0-1 0 0 0,0 0-1 0 0,-2 0 1 0 0,0-1-1 0 0,-1 0 1 0 0,-1 0 0 0 0,0-1-1 0 0,-2 1 1 0 0,0-1-1 0 0,-1 0 1 0 0,-1 0 0 0 0,-1 0-1 0 0,0 0 1 0 0,-1 0 0 0 0,-2 0-1 0 0,-6-30 1 0 0,6 40-13 0 0,0 1 1 0 0,0 0-1 0 0,-1 0 1 0 0,0 0 0 0 0,0 0-1 0 0,-1 0 1 0 0,0 1-1 0 0,0 0 1 0 0,0 0-1 0 0,-1 0 1 0 0,-9-7 0 0 0,3 4-526 0 0,0 1 1 0 0,-21-13-1 0 0,-9-1-4837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65 2761 0 0,'-1'-2'159'0'0,"1"0"0"0"0,-1 0 1 0 0,1 0-1 0 0,0 0 1 0 0,0 0-1 0 0,0 0 1 0 0,0-1-1 0 0,0 1 0 0 0,0 0 1 0 0,1 0-1 0 0,-1 0 1 0 0,1 0-1 0 0,-1 0 1 0 0,1 0-1 0 0,0 0 0 0 0,0 0 1 0 0,0 0-1 0 0,0 0 1 0 0,0 0-1 0 0,0 0 1 0 0,0 1-1 0 0,1-1 0 0 0,-1 0 1 0 0,3-1-1 0 0,-4 2-26 0 0,1 0-1 0 0,0 0 0 0 0,0 0 0 0 0,-1 0 1 0 0,1 0-1 0 0,0 1 0 0 0,0-1 0 0 0,0 0 1 0 0,0 0-1 0 0,0 1 0 0 0,0-1 0 0 0,0 1 1 0 0,0-1-1 0 0,0 1 0 0 0,0-1 0 0 0,0 1 1 0 0,0 0-1 0 0,1-1 0 0 0,-1 1 0 0 0,0 0 1 0 0,0 0-1 0 0,0 0 0 0 0,0 0 0 0 0,1 0 1 0 0,-1 0-1 0 0,0 0 0 0 0,0 0 0 0 0,0 0 1 0 0,0 1-1 0 0,0-1 0 0 0,1 1 0 0 0,-1-1 1 0 0,0 0-1 0 0,0 1 0 0 0,0 0 0 0 0,0-1 1 0 0,0 1-1 0 0,0 0 0 0 0,0-1 1 0 0,0 1-1 0 0,-1 0 0 0 0,1 0 0 0 0,0 0 1 0 0,0 0-1 0 0,-1 0 0 0 0,1 0 0 0 0,0 0 1 0 0,0 1-1 0 0,3 7 150 0 0,-1 0 0 0 0,0 0 0 0 0,0 0 0 0 0,-1 1 0 0 0,0-1 0 0 0,0 1 0 0 0,-1 0 0 0 0,-1 16 0 0 0,0-17-398 0 0,0-1 0 0 0,1 1 0 0 0,0-1 0 0 0,0 1 0 0 0,0-1 0 0 0,1 0 0 0 0,1 1 0 0 0,-1-1 0 0 0,1 0-1 0 0,1 0 1 0 0,7 13 0 0 0,-10-20 43 0 0,-1 0 1 0 0,1 1-1 0 0,0-1 0 0 0,0 0 0 0 0,0 0 0 0 0,0 0 0 0 0,0 0 0 0 0,0 0 0 0 0,0 0 0 0 0,0-1 0 0 0,1 1 0 0 0,-1 0 0 0 0,0-1 0 0 0,0 1 0 0 0,1 0 0 0 0,-1-1 0 0 0,0 0 0 0 0,1 1 0 0 0,-1-1 1 0 0,1 0-1 0 0,-1 1 0 0 0,1-1 0 0 0,-1 0 0 0 0,3 0 0 0 0,-1-1-10 0 0,-1 0 0 0 0,0 0 0 0 0,1 0 0 0 0,-1 0 0 0 0,0 0 0 0 0,0-1 0 0 0,0 1 0 0 0,0-1 0 0 0,0 1 0 0 0,0-1 0 0 0,0 0 0 0 0,3-3 0 0 0,3-6-74 0 0,-1 0 0 0 0,0 0-1 0 0,0 0 1 0 0,5-15 0 0 0,-2 3 57 0 0,-8 16 327 0 0,0 1-1 0 0,1-1 1 0 0,0 0-1 0 0,0 1 1 0 0,1 0-1 0 0,0 0 1 0 0,0 0-1 0 0,7-8 1 0 0,-10 13-156 0 0,0 1-1 0 0,0-1 1 0 0,0 1 0 0 0,0-1 0 0 0,0 1 0 0 0,0 0-1 0 0,0 0 1 0 0,-1-1 0 0 0,1 1 0 0 0,0 0 0 0 0,0 0-1 0 0,0 0 1 0 0,0 0 0 0 0,0 0 0 0 0,0 0 0 0 0,0 0-1 0 0,0 0 1 0 0,0 0 0 0 0,0 1 0 0 0,0-1 0 0 0,0 0 0 0 0,0 1-1 0 0,0-1 1 0 0,0 0 0 0 0,-1 1 0 0 0,1-1 0 0 0,0 1-1 0 0,0 0 1 0 0,0-1 0 0 0,-1 1 0 0 0,1 0 0 0 0,0-1-1 0 0,-1 1 1 0 0,1 0 0 0 0,-1 0 0 0 0,1-1 0 0 0,-1 1 0 0 0,1 0-1 0 0,0 1 1 0 0,21 39 861 0 0,-20-38-795 0 0,3 9-45 0 0,1 0 1 0 0,1 0 0 0 0,0-1-1 0 0,1 0 1 0 0,0 0 0 0 0,1-1 0 0 0,0 0-1 0 0,0 0 1 0 0,1-1 0 0 0,14 10 0 0 0,-13-11-936 0 0,1-1 1 0 0,0 0-1 0 0,1-1 1 0 0,0-1-1 0 0,0 0 1 0 0,14 4-1 0 0,-13-6-3601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6 10594 0 0,'-7'-6'1235'0'0,"9"12"297"0"0,4 8-310 0 0,20 79 3910 0 0,-5 4-3346 0 0,1 7-1204 0 0,37 109-764 0 0,-29-121-3642 0 0,-21-66-2827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7.7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0 209 7370 0 0,'3'-4'384'0'0,"-1"1"1"0"0,1-1 0 0 0,-1 0 0 0 0,1 1-1 0 0,0-1 1 0 0,0 1 0 0 0,1 0 0 0 0,-1 0 0 0 0,0 0-1 0 0,1 0 1 0 0,6-3 0 0 0,-2 0 107 0 0,105-77 3268 0 0,-90 69-3912 0 0,0 1-1 0 0,0 1 1 0 0,33-13 0 0 0,-1 14-1459 0 0,-46 9 1587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11522 0 0,'8'8'575'0'0,"-1"0"-1"0"0,0 1 1 0 0,0 0-1 0 0,0 0 1 0 0,-1 0-1 0 0,-1 1 1 0 0,0 0-1 0 0,7 16 1 0 0,-2-4 249 0 0,7 14-110 0 0,-2 1-1 0 0,-1 0 1 0 0,-2 2-1 0 0,-2-1 1 0 0,10 71-1 0 0,-17-72-1815 0 0,-1-1 0 0 0,-2 1 0 0 0,-7 60 0 0 0,4-77-581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5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22 6449 0 0,'12'-4'710'0'0,"0"0"-1"0"0,0 0 0 0 0,0 1 0 0 0,0 1 0 0 0,0 0 1 0 0,1 1-1 0 0,-1 0 0 0 0,1 1 0 0 0,-1 0 0 0 0,1 1 1 0 0,-1 1-1 0 0,0 0 0 0 0,22 6 0 0 0,-31-7-653 0 0,-1 0-1 0 0,-1 0 0 0 0,1 0 1 0 0,0 0-1 0 0,0 0 0 0 0,0 0 1 0 0,-1 1-1 0 0,1-1 0 0 0,0 1 1 0 0,-1-1-1 0 0,1 1 0 0 0,-1 0 1 0 0,0-1-1 0 0,0 1 0 0 0,1 0 1 0 0,-1 0-1 0 0,0 0 0 0 0,-1 0 1 0 0,2 4-1 0 0,-1-2 1 0 0,0 0 1 0 0,-1 0-1 0 0,0 0 0 0 0,0 0 1 0 0,0 0-1 0 0,0 0 0 0 0,-1 0 1 0 0,1-1-1 0 0,-1 1 0 0 0,-1 4 0 0 0,-3 6-136 0 0,0-1 0 0 0,-1 0 0 0 0,0-1 0 0 0,-1 0 0 0 0,-9 12 0 0 0,4-6-1393 0 0,-2-2-4372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8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0,'4'2'337'0'0,"0"-1"-1"0"0,0 1 0 0 0,-1 0 0 0 0,1 0 1 0 0,0 0-1 0 0,-1 0 0 0 0,1 1 1 0 0,-1-1-1 0 0,0 1 0 0 0,0 0 1 0 0,0 0-1 0 0,0 0 0 0 0,0 0 1 0 0,-1 1-1 0 0,1-1 0 0 0,-1 1 0 0 0,0-1 1 0 0,0 1-1 0 0,0 0 0 0 0,-1 0 1 0 0,0 0-1 0 0,2 7 0 0 0,2 5 535 0 0,-2 1 0 0 0,0 0 0 0 0,0 0 0 0 0,-1 21 0 0 0,-3 3 224 0 0,0-21-641 0 0,0 1 1 0 0,4 28-1 0 0,-2-45-443 0 0,-1 0 0 0 0,1 0 0 0 0,0 0 0 0 0,0 0 0 0 0,0 0 0 0 0,1 0 0 0 0,-1 0 0 0 0,1 0 0 0 0,0 0 0 0 0,0-1 0 0 0,0 1 0 0 0,1-1 0 0 0,-1 0 0 0 0,1 0 0 0 0,0 0 0 0 0,0 0 0 0 0,5 5 0 0 0,-5-7-75 0 0,0 0 0 0 0,0 0-1 0 0,0 0 1 0 0,-1 0 0 0 0,1 0 0 0 0,0-1-1 0 0,0 0 1 0 0,0 1 0 0 0,0-1 0 0 0,0 0-1 0 0,0 0 1 0 0,1 0 0 0 0,-1-1-1 0 0,0 1 1 0 0,-1-1 0 0 0,1 0 0 0 0,0 0-1 0 0,0 0 1 0 0,0 0 0 0 0,0 0 0 0 0,-1 0-1 0 0,1-1 1 0 0,0 0 0 0 0,-1 1 0 0 0,1-1-1 0 0,-1 0 1 0 0,3-3 0 0 0,5-4-269 0 0,0 0 0 0 0,0-1 0 0 0,-1 0 1 0 0,13-20-1 0 0,-5 2-253 0 0,-1-2 0 0 0,19-48 1 0 0,-9 19 565 0 0,-26 59 89 0 0,0-1 1 0 0,1 0-1 0 0,-1 0 0 0 0,0 0 0 0 0,1 0 0 0 0,-1 0 1 0 0,1 0-1 0 0,-1 0 0 0 0,1 1 0 0 0,-1-1 0 0 0,1 0 0 0 0,-1 0 1 0 0,1 1-1 0 0,0-1 0 0 0,0 0 0 0 0,-1 1 0 0 0,1-1 0 0 0,0 1 1 0 0,0-1-1 0 0,0 1 0 0 0,-1-1 0 0 0,1 1 0 0 0,0 0 0 0 0,0-1 1 0 0,0 1-1 0 0,0 0 0 0 0,0 0 0 0 0,0 0 0 0 0,1-1 0 0 0,0 2 37 0 0,-1 0 0 0 0,1-1-1 0 0,-1 1 1 0 0,1 0 0 0 0,-1 0-1 0 0,1 0 1 0 0,-1 0 0 0 0,0 0-1 0 0,0 1 1 0 0,1-1-1 0 0,-1 0 1 0 0,0 0 0 0 0,0 1-1 0 0,1 2 1 0 0,5 7 227 0 0,-2 0 1 0 0,0 0-1 0 0,5 15 0 0 0,-7-18-393 0 0,0-1-1 0 0,0 1 1 0 0,0-1-1 0 0,9 13 1 0 0,4-1-5439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9.1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8290 0 0,'24'33'3921'0'0,"-10"-12"-2610"0"0,-1 0 0 0 0,0 1 1 0 0,-2 0-1 0 0,-1 1 0 0 0,13 42 1 0 0,21 126 514 0 0,-20-74-1852 0 0,-14-73-189 0 0,1 7-1454 0 0,30 85-1 0 0,-28-105 277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1:39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1 143 8842 0 0,'5'-6'192'0'0,"1"2"32"0"0,4 0 16 0 0,-1 0 16 0 0,1 1-256 0 0,0-1 0 0 0,3-2 0 0 0,10-2 0 0 0,14-5 224 0 0,16-5 0 0 0,16-4-8 0 0,12-3 0 0 0,4 0-216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4.96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8023 2125 10594 0 0,'-33'-14'-1039'0'0,"-43"-26"-1"0"0,46 24 1023 0 0,-57-24 1 0 0,-38 3-5 0 0,-209-35 0 0 0,81 21 666 0 0,-830-169 1959 0 0,-276-17 395 0 0,1210 213-3478 0 0,-989-136 993 0 0,743 130-871 0 0,306 29-144 0 0,0 3 0 0 0,-128 22 0 0 0,119-5 325 0 0,1 5 0 0 0,-105 40 0 0 0,176-55 227 0 0,0 0-1 0 0,0-2 1 0 0,0-1 0 0 0,-1-1 0 0 0,0-1 0 0 0,1-2 0 0 0,-2 0 0 0 0,1-2 0 0 0,0-1 0 0 0,0-1 0 0 0,-29-6-1 0 0,-71-22 1049 0 0,1-6 0 0 0,2-5 0 0 0,2-6 0 0 0,2-4 0 0 0,-142-85 0 0 0,211 105-1064 0 0,0-3 0 0 0,3-1 0 0 0,1-3 0 0 0,-83-85 0 0 0,80 66 100 0 0,2-2-1 0 0,4-2 1 0 0,-59-104-1 0 0,94 149-175 0 0,-29-52-677 0 0,-53-74 0 0 0,77 124 483 0 0,0 0 1 0 0,-1 1-1 0 0,-1 0 0 0 0,-1 1 0 0 0,0 1 0 0 0,-1 0 0 0 0,-1 2 0 0 0,-32-19 0 0 0,28 22-984 0 0,-2 3-4325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6.39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903 145 11058 0 0,'-11'1'191'0'0,"-8"1"-29"0"0,0-1 1 0 0,1-1-1 0 0,-26-2 1 0 0,44 2-162 0 0,0 0 0 0 0,-1 0 1 0 0,1 0-1 0 0,0 0 1 0 0,0 0-1 0 0,0 0 0 0 0,0 0 1 0 0,-1 0-1 0 0,1 0 1 0 0,0 0-1 0 0,0 0 0 0 0,0-1 1 0 0,0 1-1 0 0,-1 0 1 0 0,1 0-1 0 0,0 0 0 0 0,0 0 1 0 0,0 0-1 0 0,0 0 1 0 0,-1 0-1 0 0,1 0 0 0 0,0 0 1 0 0,0-1-1 0 0,0 1 1 0 0,0 0-1 0 0,0 0 0 0 0,0 0 1 0 0,0 0-1 0 0,-1 0 1 0 0,1 0-1 0 0,0-1 0 0 0,0 1 1 0 0,0 0-1 0 0,0 0 1 0 0,0 0-1 0 0,0 0 1 0 0,0-1-1 0 0,0 1 0 0 0,0 0 1 0 0,0 0-1 0 0,0 0 1 0 0,0 0-1 0 0,0-1 0 0 0,0 1 1 0 0,0 0-1 0 0,0 0 1 0 0,0 0-1 0 0,0 0 0 0 0,0-1 1 0 0,0 1-1 0 0,0 0 1 0 0,0 0-1 0 0,11-10 174 0 0,15-6 186 0 0,18-3-43 0 0,0 1 0 0 0,1 2-1 0 0,0 2 1 0 0,1 2 0 0 0,70-8 0 0 0,-24 10 155 0 0,173 5 0 0 0,-170 12-402 0 0,0 5 0 0 0,-2 3 0 0 0,0 5 0 0 0,0 4 1 0 0,107 43-1 0 0,-135-42-234 0 0,-2 2 0 0 0,-1 4 0 0 0,-1 2 0 0 0,70 51 0 0 0,-96-58-34 0 0,-1 1 1 0 0,-2 1-1 0 0,-1 2 0 0 0,-1 1 0 0 0,-1 2 0 0 0,-2 0 0 0 0,-2 2 1 0 0,22 39-1 0 0,-39-58 165 0 0,0 0 0 0 0,-1 1-1 0 0,0 0 1 0 0,-1 0 0 0 0,-1 1 0 0 0,-1 0 0 0 0,-1 0 0 0 0,0 0 0 0 0,0 27 0 0 0,-4-22-15 0 0,0 0 0 0 0,-2 0 0 0 0,-1 0 0 0 0,0-1 0 0 0,-2 0 0 0 0,-13 36 0 0 0,1-16-51 0 0,-2 0 0 0 0,-38 58 1 0 0,-59 69-116 0 0,101-148 193 0 0,-141 218-51 0 0,45-66 158 0 0,-87 162 59 0 0,25 14-332 0 0,166-334 170 0 0,-161 351 3238 0 0,158-341-2817 0 0,-1-1 0 0 0,-1 0 1 0 0,-19 24-1 0 0,26-39-528 0 0,-1-1 0 0 0,0 0 1 0 0,0 0-1 0 0,-1 0 0 0 0,0-1 0 0 0,0 0 0 0 0,-1-1 1 0 0,0 1-1 0 0,0-2 0 0 0,-17 9 0 0 0,24-14-55 0 0,1 1 1 0 0,-1-1-1 0 0,0 0 0 0 0,0 1 0 0 0,1-1 0 0 0,-1 0 1 0 0,0 0-1 0 0,1 0 0 0 0,-1-1 0 0 0,0 1 0 0 0,1 0 1 0 0,-1-1-1 0 0,0 1 0 0 0,1-1 0 0 0,-1 1 0 0 0,0-1 1 0 0,1 0-1 0 0,-1 0 0 0 0,1 1 0 0 0,-1-1 0 0 0,1 0 1 0 0,0-1-1 0 0,-1 1 0 0 0,-1-2 0 0 0,-29-38-2438 0 0,16 20 1885 0 0,-17-16 729 0 0,18 21 358 0 0,1 1 0 0 0,1-2 0 0 0,0 0 1 0 0,1 0-1 0 0,1-1 0 0 0,-13-28 0 0 0,14 16-531 0 0,1-1 0 0 0,2-1 0 0 0,-7-57 0 0 0,9 52-567 0 0,-1 1 0 0 0,-14-48 0 0 0,15 73 905 0 0,0 0 0 0 0,0 1 0 0 0,-1 0-1 0 0,0 0 1 0 0,-10-12 0 0 0,7 10 1182 0 0,1 0-1 0 0,-12-21 1 0 0,20 31-1150 0 0,-1 0 0 0 0,0 0 0 0 0,1 0 0 0 0,-1 0 0 0 0,1-1 0 0 0,0 1 0 0 0,0 0 1 0 0,0 0-1 0 0,0 0 0 0 0,0-1 0 0 0,0 1 0 0 0,1 0 0 0 0,-1 0 0 0 0,1 0 0 0 0,-1 0 1 0 0,1 0-1 0 0,0-1 0 0 0,0 1 0 0 0,0 0 0 0 0,2-3 0 0 0,4-5 383 0 0,1 0 0 0 0,15-17 0 0 0,6-7 153 0 0,-27 30-736 0 0,1 0 1 0 0,-1 0-1 0 0,0-1 0 0 0,0 1 0 0 0,-1-1 0 0 0,1 1 0 0 0,-1-1 0 0 0,0 1 1 0 0,0-1-1 0 0,0 0 0 0 0,-1 0 0 0 0,0 1 0 0 0,0-1 0 0 0,0 0 0 0 0,0 0 1 0 0,-1 0-1 0 0,1 1 0 0 0,-1-1 0 0 0,-3-7 0 0 0,1 5-75 0 0,0 1-1 0 0,-1-1 1 0 0,0 1 0 0 0,0 0-1 0 0,-1 0 1 0 0,0 0 0 0 0,0 1-1 0 0,0-1 1 0 0,0 1 0 0 0,-1 1-1 0 0,0-1 1 0 0,-7-4 0 0 0,-15-8-134 0 0,-2 1 1 0 0,1 1-1 0 0,-60-20 1 0 0,-103-20-84 0 0,130 39 254 0 0,-65-17-59 0 0,-329-102 1254 0 0,439 128-1128 0 0,0 0 0 0 0,0-1 1 0 0,1-1-1 0 0,1 0 0 0 0,0-1 1 0 0,0-1-1 0 0,1 0 0 0 0,0-1 0 0 0,1-1 1 0 0,0 0-1 0 0,1-1 0 0 0,0 0 1 0 0,2 0-1 0 0,-1-2 0 0 0,2 1 0 0 0,0-1 1 0 0,1 0-1 0 0,1-1 0 0 0,0 0 1 0 0,1 0-1 0 0,1-1 0 0 0,-5-32 1 0 0,3 8 88 0 0,3 0 1 0 0,2-1 0 0 0,1 1-1 0 0,3-1 1 0 0,1 1 0 0 0,2 0 0 0 0,2 0-1 0 0,2 0 1 0 0,1 1 0 0 0,3 0-1 0 0,1 1 1 0 0,1 1 0 0 0,3 0-1 0 0,1 1 1 0 0,2 1 0 0 0,1 1 0 0 0,2 1-1 0 0,56-62 1 0 0,-13 25-2 0 0,3 3 0 0 0,136-102 0 0 0,-158 139-367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6.7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438 6 1376 0 0,'-13'-2'231'0'0,"0"1"0"0"0,1-1-1 0 0,-1 2 1 0 0,0 0 0 0 0,-18 2 0 0 0,22 0 1683 0 0,-1 0 1 0 0,1 1 0 0 0,-1 0 0 0 0,-16 8 0 0 0,5 0-1975 0 0,1 0 1 0 0,0 1-1 0 0,0 1 1 0 0,1 1-1 0 0,1 1 1 0 0,1 0-1 0 0,-26 29 1 0 0,31-29-67 0 0,1 0 1 0 0,1 0-1 0 0,0 1 0 0 0,1 1 1 0 0,1-1-1 0 0,0 1 0 0 0,1 1 1 0 0,1-1-1 0 0,1 1 1 0 0,-4 23-1 0 0,7-26 183 0 0,0 0 1 0 0,1 0 0 0 0,0 0-1 0 0,2 0 1 0 0,-1 0-1 0 0,2 0 1 0 0,0 0 0 0 0,1 0-1 0 0,0 0 1 0 0,1-1-1 0 0,1 1 1 0 0,10 20-1 0 0,-10-24-6 0 0,1-1 0 0 0,0 0-1 0 0,1-1 1 0 0,0 1-1 0 0,1-1 1 0 0,0 0-1 0 0,0-1 1 0 0,1 0 0 0 0,0 0-1 0 0,0-1 1 0 0,1 0-1 0 0,0-1 1 0 0,0 0 0 0 0,0-1-1 0 0,1 0 1 0 0,17 6-1 0 0,-13-7-119 0 0,0-1 0 0 0,0 0-1 0 0,0-1 1 0 0,1 0 0 0 0,-1-2-1 0 0,0 0 1 0 0,1 0 0 0 0,-1-2 0 0 0,0 0-1 0 0,0 0 1 0 0,0-1 0 0 0,0-1-1 0 0,-1-1 1 0 0,1 0 0 0 0,26-14-1 0 0,-20 7 274 0 0,0 0-1 0 0,-1-1 1 0 0,-1-1-1 0 0,0-1 1 0 0,-1-1-1 0 0,-1 0 0 0 0,0-1 1 0 0,-1-1-1 0 0,21-32 1 0 0,-29 37-24 0 0,0-1 0 0 0,-1 0 1 0 0,-1 0-1 0 0,0-1 0 0 0,-1 1 1 0 0,-1-1-1 0 0,0 0 0 0 0,-1-1 1 0 0,-1 1-1 0 0,0 0 0 0 0,-1-1 1 0 0,-1 1-1 0 0,-2-29 0 0 0,0 27-194 0 0,-1 0 0 0 0,-1 0 1 0 0,0 1-1 0 0,-1-1 0 0 0,0 1 0 0 0,-2 0 0 0 0,0 1 0 0 0,-1 0 1 0 0,0 0-1 0 0,-1 0 0 0 0,-1 1 0 0 0,-15-17 0 0 0,-5 1-514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7.84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13 445 12443 0 0,'-1'-2'-151'0'0,"-1"1"0"0"0,1 0 0 0 0,0-1 0 0 0,0 1 0 0 0,0-1 1 0 0,0 1-1 0 0,1-1 0 0 0,-1 1 0 0 0,0-1 0 0 0,1 0 0 0 0,-1 1 1 0 0,1-1-1 0 0,-1 0 0 0 0,1 1 0 0 0,0-1 0 0 0,0 0 0 0 0,-1 0 0 0 0,1 1 1 0 0,1-1-1 0 0,-1 0 0 0 0,0 1 0 0 0,0-1 0 0 0,1 0 0 0 0,-1 0 1 0 0,1-1-1 0 0,12-53-2280 0 0,-12 53 2365 0 0,8-28-165 0 0,2 0 0 0 0,1 0 1 0 0,1 1-1 0 0,1 0 0 0 0,32-46 0 0 0,-39 65 397 0 0,2 1 1 0 0,-1 0-1 0 0,1 1 0 0 0,1 0 0 0 0,0 0 0 0 0,0 1 1 0 0,17-10-1 0 0,-20 13 96 0 0,1 1-1 0 0,0 1 1 0 0,1 0 0 0 0,-1 0-1 0 0,0 0 1 0 0,1 1 0 0 0,0 0 0 0 0,-1 1-1 0 0,1 0 1 0 0,0 0 0 0 0,0 1 0 0 0,10 1-1 0 0,-10 0-20 0 0,0 1 0 0 0,0 1 0 0 0,0-1 0 0 0,0 1 0 0 0,-1 1 0 0 0,1 0 0 0 0,-1 0 0 0 0,0 1 0 0 0,0 0 0 0 0,0 0 0 0 0,-1 1 0 0 0,0 0 0 0 0,0 0 0 0 0,0 1 0 0 0,-1-1 0 0 0,0 2 0 0 0,0-1 0 0 0,-1 1 0 0 0,0-1 0 0 0,0 1 0 0 0,-1 1 0 0 0,7 16 0 0 0,-10-23-330 0 0,-1-1 0 0 0,0 1 0 0 0,1-1 0 0 0,-1 1 0 0 0,0 0 0 0 0,0-1 0 0 0,0 1 0 0 0,0-1 0 0 0,0 1 0 0 0,-1-1 0 0 0,1 1 0 0 0,0 0 0 0 0,-1-1 0 0 0,1 1 0 0 0,-1-1 0 0 0,1 0 0 0 0,-1 1 0 0 0,0-1 0 0 0,0 1 0 0 0,0-1 0 0 0,1 0 0 0 0,-1 0 1 0 0,-1 1-1 0 0,1-1 0 0 0,0 0 0 0 0,0 0 0 0 0,0 0 0 0 0,0 0 0 0 0,-1 0 0 0 0,1 0 0 0 0,0-1 0 0 0,-1 1 0 0 0,1 0 0 0 0,-3 0 0 0 0,-11 5-1237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8.37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848 1802 19756 0 0,'-2'0'49'0'0,"0"-1"-1"0"0,0 0 0 0 0,1 1 1 0 0,-1-1-1 0 0,0 0 1 0 0,1 0-1 0 0,-1 0 0 0 0,1-1 1 0 0,-1 1-1 0 0,1 0 1 0 0,-1-1-1 0 0,1 1 0 0 0,0 0 1 0 0,0-1-1 0 0,0 0 1 0 0,0 1-1 0 0,0-1 0 0 0,0 0 1 0 0,-1-2-1 0 0,1 1 88 0 0,1-1 1 0 0,0 0-1 0 0,0 0 0 0 0,0 0 0 0 0,0 0 0 0 0,1 1 0 0 0,1-8 1 0 0,1-6-26 0 0,3-37-150 0 0,-1-1 1 0 0,-5-57 0 0 0,-14-109-217 0 0,-1-18-19 0 0,13 22-723 0 0,-9-237-2439 0 0,8 419 2720 0 0,-1-1 1 0 0,-1 1-1 0 0,-18-60 0 0 0,19 84 616 0 0,1 0-1 0 0,-2 0 0 0 0,1 1 0 0 0,-1-1 0 0 0,-1 1 0 0 0,0 0 1 0 0,0 1-1 0 0,-1 0 0 0 0,-1 0 0 0 0,1 0 0 0 0,-1 1 0 0 0,-1 0 1 0 0,1 1-1 0 0,-1-1 0 0 0,-17-9 0 0 0,24 16 21 0 0,-1-1 0 0 0,1 1 0 0 0,-1 0 0 0 0,0 0 0 0 0,0 0 0 0 0,1 0 0 0 0,-1 1 0 0 0,0-1 0 0 0,0 1 0 0 0,0-1 0 0 0,0 1 0 0 0,0 0 0 0 0,0 0 0 0 0,0 1 0 0 0,0-1 0 0 0,1 0 0 0 0,-1 1 0 0 0,0 0 0 0 0,0 0 0 0 0,0-1 0 0 0,1 2 0 0 0,-1-1 0 0 0,-4 3 0 0 0,-2 2-416 0 0,1 1-1 0 0,1 0 1 0 0,-1 0 0 0 0,1 1-1 0 0,-9 12 1 0 0,12-14 370 0 0,-9 10 56 0 0,-46 57-1176 0 0,-77 77-1 0 0,114-130 1007 0 0,0-1 0 0 0,-1 0 0 0 0,-1-2 0 0 0,-1 0 0 0 0,0-2 0 0 0,-1-1 0 0 0,-55 21 0 0 0,31-21 240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8.7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28 57 11058 0 0,'-4'-5'250'0'0,"1"2"-124"0"0,1 0 0 0 0,-1 0 0 0 0,1-1 0 0 0,0 1 0 0 0,0-1 0 0 0,0 1 0 0 0,1-1 0 0 0,-1 0 1 0 0,1 1-1 0 0,0-1 0 0 0,0 0 0 0 0,-1-5 0 0 0,24 45-210 0 0,213 457 3183 0 0,-177-393-2424 0 0,74 140 678 0 0,-108-190-1908 0 0,-2 1 0 0 0,28 101 0 0 0,-39-106-903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19.57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5554 0 14283 0 0,'-50'16'432'0'0,"-73"34"1"0"0,44-17-675 0 0,-644 229-101 0 0,244-92 630 0 0,-157 50 356 0 0,519-180-462 0 0,-209 64 2228 0 0,-596 110-1 0 0,323-105-2244 0 0,57 9-1007 0 0,488-108 801 0 0,-438 78-628 0 0,136-47-1142 0 0,301-34-4418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0.26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1497 108 11522 0 0,'-15'-5'202'0'0,"-18"-6"-250"0"0,0 2-1 0 0,-1 1 1 0 0,0 1-1 0 0,0 2 1 0 0,-66-2-1 0 0,30 9-107 0 0,-187 13 500 0 0,222-10-17 0 0,-1 1 0 0 0,1 2 0 0 0,0 1 0 0 0,1 2 0 0 0,-39 17 0 0 0,52-17-51 0 0,0 1 1 0 0,0 1-1 0 0,1 1 1 0 0,1 1-1 0 0,0 1 1 0 0,1 0-1 0 0,1 1 1 0 0,-26 34-1 0 0,-3 12 49 0 0,-50 94 0 0 0,75-120-352 0 0,-34 58-610 0 0,5 3 1 0 0,-44 117-1 0 0,77-167-15 0 0,2 1 0 0 0,2 1 0 0 0,2-1 0 0 0,2 2 1 0 0,3 0-1 0 0,-1 96 0 0 0,11-105 593 0 0,1-1 1 0 0,2 0-1 0 0,2-1 1 0 0,1 1-1 0 0,3-2 0 0 0,1 0 1 0 0,2 0-1 0 0,1-2 1 0 0,2 0-1 0 0,31 45 1 0 0,-9-24 195 0 0,1-2 0 0 0,4-2-1 0 0,1-2 1 0 0,3-2 0 0 0,72 55 0 0 0,-78-72 16 0 0,1-1-1 0 0,2-3 0 0 0,1-1 1 0 0,1-3-1 0 0,1-2 0 0 0,1-2 1 0 0,93 25-1 0 0,-96-35-48 0 0,0-2 0 0 0,1-2-1 0 0,-1-2 1 0 0,1-2 0 0 0,0-3 0 0 0,0-1-1 0 0,0-3 1 0 0,94-19 0 0 0,-77 5 562 0 0,0-3 0 0 0,75-35 1 0 0,116-75 1145 0 0,-160 71-1030 0 0,-3-4-1 0 0,-3-4 1 0 0,88-86-1 0 0,-153 130-743 0 0,-1-1 0 0 0,-2-1 0 0 0,0-1 0 0 0,-2-1 0 0 0,-1-1 0 0 0,31-60-1 0 0,-40 64-18 0 0,0-2-1 0 0,-2 1 1 0 0,-1-1-1 0 0,-1 0 1 0 0,-1-1-1 0 0,-2 0 0 0 0,0 0 1 0 0,-2 0-1 0 0,-2-32 1 0 0,-2 18-137 0 0,-3-1 1 0 0,-1 1 0 0 0,-3 0-1 0 0,-1 1 1 0 0,-17-46-1 0 0,6 33 144 0 0,-3 1 0 0 0,-2 1 0 0 0,-38-56-1 0 0,-18-7 433 0 0,-5 5-1 0 0,-131-130 0 0 0,165 186-669 0 0,-3 2-1 0 0,-109-77 1 0 0,34 49-5376 0 0,48 37-645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1.21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589 24 5985 0 0,'-4'-3'31'0'0,"0"0"0"0"0,0 0 0 0 0,0 1 1 0 0,-1 0-1 0 0,1 0 0 0 0,-1 0 0 0 0,1 0 0 0 0,-1 1 0 0 0,0 0 0 0 0,0 0 0 0 0,1 0 0 0 0,-1 1 0 0 0,0-1 0 0 0,0 1 0 0 0,-5 1 0 0 0,-8-1 170 0 0,0 2 0 0 0,-32 6 1 0 0,36-4-49 0 0,0 0 1 0 0,0 1-1 0 0,0 1 1 0 0,1 0 0 0 0,0 0-1 0 0,0 2 1 0 0,1-1 0 0 0,-14 13-1 0 0,8-5 26 0 0,1 1 0 0 0,0 0-1 0 0,2 1 1 0 0,-22 31 0 0 0,8-3 201 0 0,3 1 1 0 0,2 0-1 0 0,-33 91 1 0 0,46-108-67 0 0,1 1 1 0 0,2 0 0 0 0,0 0-1 0 0,3 1 1 0 0,0 0 0 0 0,2 0 0 0 0,1 42-1 0 0,3-62-128 0 0,1 1-1 0 0,-1 0 1 0 0,2-1-1 0 0,0 0 1 0 0,0 1 0 0 0,1-1-1 0 0,0 0 1 0 0,1 0-1 0 0,10 16 1 0 0,-9-19-84 0 0,-1 0 0 0 0,2-1 0 0 0,-1 0 0 0 0,1 0 0 0 0,0-1 0 0 0,1 1 1 0 0,-1-2-1 0 0,1 1 0 0 0,0-1 0 0 0,1 0 0 0 0,-1-1 0 0 0,1 0 0 0 0,12 4 0 0 0,-11-5-43 0 0,1 0 0 0 0,-1 0 0 0 0,1-1 0 0 0,0-1 1 0 0,0 0-1 0 0,-1 0 0 0 0,1-1 0 0 0,0-1 0 0 0,0 0 0 0 0,0 0 0 0 0,10-3 0 0 0,-6 0 12 0 0,0-1 0 0 0,-1 0 0 0 0,0-1 0 0 0,0-1 0 0 0,0 0 0 0 0,-1 0 0 0 0,15-12 0 0 0,-8 3 18 0 0,-1 0 0 0 0,-1-1 0 0 0,-1-1 0 0 0,0 0-1 0 0,-1-2 1 0 0,-1 0 0 0 0,-1 0 0 0 0,-1-2 0 0 0,15-30 0 0 0,-17 25-312 0 0,-1 0 0 0 0,-1-1 0 0 0,-2 0-1 0 0,0 0 1 0 0,-2 0 0 0 0,-1-1 0 0 0,-2 0 0 0 0,0-38 0 0 0,-5 17-5859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2:21.52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580 1 16588 0 0,'-7'0'63'0'0,"-3"1"71"0"0,-1-1-1 0 0,1 2 1 0 0,0-1 0 0 0,-1 1-1 0 0,1 1 1 0 0,0 0-1 0 0,1 0 1 0 0,-1 1 0 0 0,0 0-1 0 0,1 1 1 0 0,0 0-1 0 0,-14 11 1 0 0,-18 18-280 0 0,1 2-1 0 0,1 2 1 0 0,3 1-1 0 0,1 2 1 0 0,2 2 0 0 0,2 1-1 0 0,-29 54 1 0 0,37-47-1225 0 0,2 1-1 0 0,3 1 1 0 0,-20 95 0 0 0,23-84-647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4:49.52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23 200 7370 0 0,'-22'0'922'0'0,"35"8"148"0"0,37 9-363 0 0,-35-14-680 0 0,-1-1-1 0 0,1-1 1 0 0,0 0 0 0 0,-1-1-1 0 0,1-1 1 0 0,0 0 0 0 0,-1-1-1 0 0,1-1 1 0 0,20-6 0 0 0,-13 4 202 0 0,0 0 0 0 0,1 2 0 0 0,27-1 0 0 0,488 45 1003 0 0,-143-3-1475 0 0,-193-15 475 0 0,-136-13-295 0 0,1-3 1 0 0,103-1-1 0 0,359-37 861 0 0,-78 38 71 0 0,-237-5-834 0 0,-127-4-60 0 0,96 11 1 0 0,16 9-40 0 0,2-9 1 0 0,338-28-1 0 0,-310 6 168 0 0,17-2 12 0 0,-46 5 54 0 0,244 18 0 0 0,6 29-106 0 0,-124 19-129 0 0,-130-20 66 0 0,152 10-58 0 0,31 5 322 0 0,-145-11-337 0 0,260 12 0 0 0,-344-45 102 0 0,129 4 68 0 0,-14-8 216 0 0,237-5 124 0 0,351-37-366 0 0,-58-1 288 0 0,-350 16-292 0 0,-1-31 0 0 0,154-31 1951 0 0,-548 80-1973 0 0,262-53 42 0 0,-115 18-163 0 0,-21 4 6 0 0,-64 13 88 0 0,118-11-1 0 0,852-6-82 0 0,-697 40-61 0 0,-4 1 21 0 0,-95 17 104 0 0,112 1 0 0 0,90-18 0 0 0,-305 1 74 0 0,158-9 116 0 0,408-56-330 0 0,132 37 10 0 0,-520 18-1980 0 0,-115 0 977 0 0,-42 7 1152 0 0,282-10 201 0 0,-118-20-347 0 0,-33 24 903 0 0,-264 11-517 0 0,0 4 0 0 0,119 26-1 0 0,-160-27-423 0 0,1-1-1 0 0,0-2 0 0 0,0 0 0 0 0,0-3 1 0 0,0 0-1 0 0,57-9 0 0 0,-66 7 315 0 0,-1 1 0 0 0,1 0 0 0 0,-1 2 0 0 0,40 6 0 0 0,2 6-3861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0.2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4609 0 0,'-21'27'6668'0'0,"15"-7"-5840"0"0,2 1 0 0 0,0 1 0 0 0,1-1 0 0 0,1 0-1 0 0,1 1 1 0 0,3 37 0 0 0,-1-10-191 0 0,30 721 3835 0 0,-19-694-6187 0 0,-7-56-5620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886 411 4609 0 0,'-1'-15'660'0'0,"0"-1"0"0"0,-1 1 0 0 0,-1 0 0 0 0,0 0-1 0 0,-2 0 1 0 0,1 0 0 0 0,-2 0 0 0 0,0 1 0 0 0,0 0 0 0 0,-18-26 0 0 0,22 37-460 0 0,-1-1 1 0 0,0 1-1 0 0,0-1 0 0 0,0 1 1 0 0,0 0-1 0 0,-1 0 1 0 0,0 0-1 0 0,1 1 0 0 0,-1-1 1 0 0,0 1-1 0 0,0 0 1 0 0,0 0-1 0 0,0 0 0 0 0,-1 0 1 0 0,1 1-1 0 0,0 0 1 0 0,-8-1-1 0 0,5 1 23 0 0,0 1 0 0 0,0 1 0 0 0,1-1 0 0 0,-1 1 0 0 0,0 0 0 0 0,0 1 0 0 0,1 0 0 0 0,-1 0 0 0 0,0 0 0 0 0,-8 5 0 0 0,-7 5 121 0 0,2 0 1 0 0,0 2-1 0 0,0 1 0 0 0,1 0 0 0 0,-24 26 1 0 0,-30 38-57 0 0,5 4 0 0 0,-65 98 0 0 0,99-127-263 0 0,2 1 0 0 0,2 1 0 0 0,3 1 0 0 0,2 2 0 0 0,3 1 0 0 0,2 0 0 0 0,3 2 0 0 0,3 0 0 0 0,3 0 0 0 0,2 1 0 0 0,3 1 0 0 0,3-1 0 0 0,2 1 0 0 0,4 0 0 0 0,15 92 0 0 0,-10-99-45 0 0,3 0 0 0 0,2-2 0 0 0,3 1-1 0 0,2-2 1 0 0,37 77 0 0 0,-43-109 5 0 0,1-1-1 0 0,1 0 1 0 0,1 0-1 0 0,0-1 1 0 0,2-1-1 0 0,24 22 1 0 0,-27-29-19 0 0,1-1 1 0 0,0 0-1 0 0,1-1 0 0 0,0 0 1 0 0,0-2-1 0 0,1 0 0 0 0,0-1 1 0 0,1 0-1 0 0,27 5 0 0 0,-27-9-66 0 0,0 0 0 0 0,0-2-1 0 0,0 0 1 0 0,0-1 0 0 0,0-1-1 0 0,0-1 1 0 0,0 0 0 0 0,0-1-1 0 0,-1-1 1 0 0,1-1 0 0 0,16-7-1 0 0,13-7-124 0 0,-1-2-1 0 0,71-45 1 0 0,-69 36 246 0 0,-3-3 1 0 0,0-2-1 0 0,-3-2 0 0 0,-1-1 1 0 0,67-82-1 0 0,-47 40 361 0 0,-3-3 0 0 0,65-125 0 0 0,-77 113-67 0 0,-4-2 1 0 0,-4-2 0 0 0,-4-1 0 0 0,-5-1 0 0 0,20-135 0 0 0,-40 182-177 0 0,-3 0 0 0 0,-2-1 0 0 0,-3 1 1 0 0,-1-1-1 0 0,-11-64 0 0 0,7 89-90 0 0,-2 1 0 0 0,-1 0 0 0 0,-2 0 0 0 0,0 1 0 0 0,-2 0 0 0 0,-1 0 1 0 0,-2 1-1 0 0,0 1 0 0 0,-2 1 0 0 0,0 0 0 0 0,-22-24 0 0 0,28 38-21 0 0,-1 1-1 0 0,1 0 1 0 0,-2 0-1 0 0,0 1 1 0 0,0 1-1 0 0,0 0 1 0 0,-1 1-1 0 0,0 0 1 0 0,-1 1 0 0 0,1 0-1 0 0,-1 1 1 0 0,0 1-1 0 0,-1 0 1 0 0,1 1-1 0 0,-1 0 1 0 0,0 2-1 0 0,1-1 1 0 0,-1 2-1 0 0,0 0 1 0 0,0 1 0 0 0,-21 3-1 0 0,15 0-216 0 0,0 0 0 0 0,0 2 0 0 0,1 0 0 0 0,-1 1 0 0 0,1 1-1 0 0,-21 13 1 0 0,22-11-729 0 0,1 2-1 0 0,0 0 1 0 0,1 1 0 0 0,0 1-1 0 0,1 1 1 0 0,-15 17-1 0 0,-7 14-6073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1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1 14283 0 0,'0'0'1103'0'0,"-14"28"-350"0"0,2 19-786 0 0,3 1-1 0 0,-5 89 0 0 0,14 99-234 0 0,9-111 1164 0 0,7-1 1 0 0,46 189-1 0 0,6-80-6150 0 0,-56-196-421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5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19 208 9674 0 0,'-2'-2'131'0'0,"0"-1"1"0"0,0 1-1 0 0,1-1 0 0 0,-1 0 0 0 0,1 0 1 0 0,-1 1-1 0 0,1-1 0 0 0,0 0 1 0 0,0 0-1 0 0,0 0 0 0 0,0-1 0 0 0,1 1 1 0 0,-1 0-1 0 0,1 0 0 0 0,0 0 0 0 0,0 0 1 0 0,0-1-1 0 0,0 1 0 0 0,1 0 1 0 0,-1 0-1 0 0,1 0 0 0 0,0 0 0 0 0,0 0 1 0 0,0 0-1 0 0,0 0 0 0 0,0 0 0 0 0,3-4 1 0 0,0 2 84 0 0,1-1 0 0 0,0 1 0 0 0,0 0 0 0 0,1 0 0 0 0,-1 0 1 0 0,1 1-1 0 0,0-1 0 0 0,0 2 0 0 0,0-1 0 0 0,1 1 0 0 0,7-4 0 0 0,18-6 151 0 0,1 2-1 0 0,0 1 0 0 0,0 1 0 0 0,1 2 0 0 0,0 1 0 0 0,0 2 0 0 0,1 1 0 0 0,45 2 0 0 0,-39 4-290 0 0,0 2 0 0 0,0 1 0 0 0,-1 2 0 0 0,0 2 0 0 0,0 2 0 0 0,61 27 0 0 0,-47-15-109 0 0,-1 2 1 0 0,-1 3 0 0 0,-1 2-1 0 0,-2 2 1 0 0,-1 2 0 0 0,65 63-1 0 0,-93-78 77 0 0,-2 2-1 0 0,0 0 1 0 0,-1 0-1 0 0,-1 2 1 0 0,-2 0-1 0 0,21 45 0 0 0,-27-49 27 0 0,-2 0 0 0 0,0 1-1 0 0,-1 0 1 0 0,0 0-1 0 0,-2 0 1 0 0,-1 0-1 0 0,0 0 1 0 0,-2 1-1 0 0,-4 38 1 0 0,0-35 66 0 0,-1-1 0 0 0,-1 0 0 0 0,-1-1 0 0 0,-2 0 0 0 0,0 0 0 0 0,-1-1 0 0 0,-1 0 0 0 0,-2 0 0 0 0,0-1 0 0 0,-1-1 0 0 0,-24 27 0 0 0,18-25-90 0 0,-1 0 1 0 0,-1-1-1 0 0,-1-2 0 0 0,-1 0 0 0 0,0-2 1 0 0,-1 0-1 0 0,-1-2 0 0 0,-55 24 1 0 0,53-29-253 0 0,-1-2 0 0 0,0-1 0 0 0,-40 6 1 0 0,-37-3-3180 0 0,78-8-3333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1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6 14283 0 0,'0'0'87'0'0,"0"0"-1"0"0,0 0 0 0 0,0-1 1 0 0,0 1-1 0 0,0 0 1 0 0,0 0-1 0 0,0-1 1 0 0,-1 1-1 0 0,1 0 1 0 0,-2-3 1037 0 0,2 3-1038 0 0,0 0 0 0 0,0 0 1 0 0,0 0-1 0 0,-1 0 1 0 0,1 0-1 0 0,0 0 1 0 0,0-1-1 0 0,-1 1 1 0 0,1 0-1 0 0,0 0 1 0 0,0 0-1 0 0,-1 0 1 0 0,1 0-1 0 0,0 0 0 0 0,0 0 1 0 0,-1 0-1 0 0,1 0 1 0 0,0 0-1 0 0,0 0 1 0 0,-1 0-1 0 0,1 1 1 0 0,0-1-1 0 0,0 0 1 0 0,-1 0-1 0 0,1 0 0 0 0,-11 14 1579 0 0,-6 23-602 0 0,6 4-822 0 0,1 1-1 0 0,-7 68 0 0 0,3 89-20 0 0,9-108-211 0 0,4-70-114 0 0,-6 182-2340 0 0,8-173-4647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14283 0 0,'2'-4'2812'0'0,"-1"4"-2761"0"0,12-2 1283 0 0,14 4-34 0 0,-21 3-1171 0 0,1 0 0 0 0,-1 0 0 0 0,0 0 0 0 0,-1 1 0 0 0,1 0 0 0 0,-1 1 0 0 0,0-1 1 0 0,-1 1-1 0 0,0 0 0 0 0,0 0 0 0 0,5 11 0 0 0,-2-4-25 0 0,146 305 531 0 0,-78-153-7734 0 0,-58-130 652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0 135 7834 0 0,'22'-16'7212'0'0,"2"1"-6219"0"0,0 2 0 0 0,1 1 0 0 0,1 1 0 0 0,0 1 0 0 0,0 1 0 0 0,29-6 0 0 0,54-4-2308 0 0,5 8-4581 0 0,-69 8-464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6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0 102 5529 0 0,'50'-17'4290'0'0,"233"-43"5755"0"0,-203 49-8700 0 0,128-3 0 0 0,-176 15-1492 0 0,1 1 0 0 0,55 10 0 0 0,-63-6-1439 0 0,47 17-1 0 0,-53-15 123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2.8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2304 0 0,'-25'50'18879'0'0,"26"-44"-17863"0"0,3 13-1876 0 0,18 75 1630 0 0,16 188-1 0 0,-22-141-7193 0 0,-10-97-644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10594 0 0,'0'-2'50'0'0,"17"-31"1510"0"0,-16 32-1304 0 0,0-1 0 0 0,0 0 0 0 0,0 1 0 0 0,1-1 0 0 0,-1 1 0 0 0,0 0 0 0 0,1-1 0 0 0,-1 1 0 0 0,1 0 0 0 0,-1 0 0 0 0,1 0 1 0 0,-1 0-1 0 0,1 0 0 0 0,0 0 0 0 0,0 0 0 0 0,2-1 0 0 0,-3 3-141 0 0,-1-1-1 0 0,1 0 1 0 0,0 1 0 0 0,-1-1-1 0 0,1 1 1 0 0,-1-1 0 0 0,1 0 0 0 0,0 1-1 0 0,-1 0 1 0 0,1-1 0 0 0,-1 1-1 0 0,0-1 1 0 0,1 1 0 0 0,-1-1 0 0 0,1 1-1 0 0,-1 0 1 0 0,0-1 0 0 0,0 1-1 0 0,1 0 1 0 0,-1 0 0 0 0,0-1 0 0 0,0 1-1 0 0,0 0 1 0 0,0-1 0 0 0,0 1-1 0 0,0 0 1 0 0,0 0 0 0 0,0 0 0 0 0,3 30 700 0 0,-3-26-551 0 0,6 375 1854 0 0,-7-275-2029 0 0,-8 240-2 0 0,0-2-3498 0 0,9-326-3776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51 3681 0 0,'0'-1'398'0'0,"-1"-1"-1"0"0,1 1 1 0 0,0 0 0 0 0,-1-1 0 0 0,1 1-1 0 0,0-1 1 0 0,0 1 0 0 0,0-1 0 0 0,0 1 0 0 0,0-1-1 0 0,0 1 1 0 0,0 0 0 0 0,0-1 0 0 0,1 1 0 0 0,-1-1-1 0 0,0 1 1 0 0,1-1 0 0 0,-1 1 0 0 0,1 0-1 0 0,0-1 1 0 0,-1 1 0 0 0,1 0 0 0 0,0 0 0 0 0,0 0-1 0 0,0-1 1 0 0,0 1 0 0 0,0 0 0 0 0,0 0 0 0 0,0 0-1 0 0,0 0 1 0 0,1 1 0 0 0,0-2 0 0 0,1 1-140 0 0,-1 0 0 0 0,1-1 0 0 0,0 1 1 0 0,0 1-1 0 0,-1-1 0 0 0,1 0 0 0 0,0 1 0 0 0,0 0 1 0 0,0-1-1 0 0,0 1 0 0 0,-1 0 0 0 0,1 0 0 0 0,0 1 1 0 0,0-1-1 0 0,4 2 0 0 0,19 6-13 0 0,0 2 0 0 0,0 1 1 0 0,-1 2-1 0 0,-1 0 0 0 0,0 1 0 0 0,26 21 0 0 0,124 113-151 0 0,-173-147-91 0 0,23 22 110 0 0,-1 0 1 0 0,-1 2 0 0 0,25 35 0 0 0,-35-42-527 0 0,-1 1 0 0 0,9 20 0 0 0,-13-22-1666 0 0,-1 0 1 0 0,8 33 0 0 0,-8-17-4693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3.5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1 142 17972 0 0,'36'-25'2168'0'0,"-1"2"-1392"0"0,0 2-1 0 0,62-26 1 0 0,-81 41-944 0 0,0 1 0 0 0,-1 1 0 0 0,30-4 1 0 0,-33 7-424 0 0,-1 0 0 0 0,1 1 0 0 0,0 0 0 0 0,0 1-1 0 0,0 0 1 0 0,12 4 0 0 0,10 5-1072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4.3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208 273 5065 0 0,'-16'1'1417'0'0,"0"0"-1"0"0,0-2 1 0 0,0 0 0 0 0,-24-5-1 0 0,33 5-938 0 0,0-1-1 0 0,0 1 1 0 0,0-1-1 0 0,0-1 0 0 0,1 0 1 0 0,-1 0-1 0 0,1 0 1 0 0,0 0-1 0 0,0-1 0 0 0,0 0 1 0 0,0 0-1 0 0,-8-9 1 0 0,13 12-371 0 0,0-1 0 0 0,0 1 0 0 0,0-1 1 0 0,0 0-1 0 0,0 1 0 0 0,0-1 0 0 0,0 0 0 0 0,0 0 1 0 0,1 0-1 0 0,-1 0 0 0 0,1 0 0 0 0,0 0 1 0 0,-1 0-1 0 0,1 0 0 0 0,0 1 0 0 0,0-1 0 0 0,0 0 1 0 0,0 0-1 0 0,1-2 0 0 0,0-1 36 0 0,0 1 0 0 0,0 0 0 0 0,1 1 0 0 0,0-1-1 0 0,-1 0 1 0 0,1 0 0 0 0,1 1 0 0 0,3-6 0 0 0,5-4 53 0 0,1 1 1 0 0,0 0-1 0 0,20-15 1 0 0,-31 26-198 0 0,11-8 11 0 0,1 0 1 0 0,0 0-1 0 0,0 1 0 0 0,1 1 0 0 0,0 1 0 0 0,0 0 1 0 0,1 0-1 0 0,-1 2 0 0 0,1 0 0 0 0,25-4 0 0 0,-34 7-77 0 0,0 1-1 0 0,0-1 0 0 0,1 1 1 0 0,-1 0-1 0 0,0 1 0 0 0,0 0 1 0 0,1 0-1 0 0,-1 0 0 0 0,0 1 1 0 0,0-1-1 0 0,0 1 0 0 0,0 1 1 0 0,-1-1-1 0 0,1 1 1 0 0,-1 0-1 0 0,1 1 0 0 0,-1-1 1 0 0,0 1-1 0 0,0 0 0 0 0,-1 0 1 0 0,1 1-1 0 0,-1-1 0 0 0,0 1 1 0 0,0 0-1 0 0,0 0 0 0 0,-1 0 1 0 0,0 1-1 0 0,4 7 0 0 0,-2 0-215 0 0,-1-1-1 0 0,0 1 0 0 0,-1 0 0 0 0,0 0 0 0 0,-1 1 0 0 0,0-1 0 0 0,-1 0 0 0 0,-1 1 0 0 0,0-1 0 0 0,-1 0 0 0 0,-3 22 0 0 0,-7 14-1050 0 0,-28 85 0 0 0,16-58 552 0 0,19-62 796 0 0,-15 63-296 0 0,18-71 440 0 0,0 0 1 0 0,0 0-1 0 0,1 0 1 0 0,0 0 0 0 0,0 0-1 0 0,0 0 1 0 0,1 0-1 0 0,0 0 1 0 0,0-1 0 0 0,3 10-1 0 0,-2-13-35 0 0,-1 0 0 0 0,1 0 0 0 0,0 0 0 0 0,0 0 0 0 0,-1 0 0 0 0,1 0 0 0 0,1 0 1 0 0,-1-1-1 0 0,0 1 0 0 0,0-1 0 0 0,1 0 0 0 0,-1 1 0 0 0,0-1 0 0 0,1 0 0 0 0,-1 0 0 0 0,1-1 0 0 0,0 1 0 0 0,-1-1 0 0 0,1 1 0 0 0,0-1 0 0 0,-1 0 0 0 0,1 0 0 0 0,5 0 0 0 0,9-1 316 0 0,1 0 0 0 0,24-5 1 0 0,-31 4-222 0 0,39-9 477 0 0,-2-2 0 0 0,91-37-1 0 0,21-8-199 0 0,-137 52-752 0 0,1 0-1 0 0,-1 2 0 0 0,1 1 1 0 0,47-1-1 0 0,-42 5-849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7:14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1024 33 5065 0 0,'-55'-12'2108'0'0,"-109"-8"0"0"0,135 19-1125 0 0,0 1 0 0 0,-1 2 0 0 0,1 1 0 0 0,0 1 0 0 0,-43 11 0 0 0,51-9-629 0 0,0 2-1 0 0,1 0 1 0 0,-1 1-1 0 0,2 1 1 0 0,-1 0-1 0 0,1 2 1 0 0,1 0 0 0 0,0 1-1 0 0,-30 30 1 0 0,14-6-256 0 0,1 1 1 0 0,3 2-1 0 0,1 1 0 0 0,2 1 1 0 0,2 2-1 0 0,1 0 1 0 0,3 1-1 0 0,-21 66 1 0 0,17-33 58 0 0,5 1 1 0 0,3 0-1 0 0,3 1 1 0 0,-5 117-1 0 0,17-132-190 0 0,3 0-1 0 0,3 0 0 0 0,3-1 0 0 0,2 1 0 0 0,3-2 1 0 0,3 0-1 0 0,3 0 0 0 0,46 108 0 0 0,-49-142 35 0 0,2-2-1 0 0,0 1 0 0 0,2-2 0 0 0,0-1 1 0 0,2 0-1 0 0,1-1 0 0 0,1-2 0 0 0,1 0 1 0 0,1-2-1 0 0,0 0 0 0 0,2-2 1 0 0,0-1-1 0 0,46 22 0 0 0,-27-19 130 0 0,0-1 1 0 0,1-2-1 0 0,1-3 0 0 0,0-1 0 0 0,1-3 1 0 0,0-2-1 0 0,1-2 0 0 0,52 0 1 0 0,-69-7-110 0 0,-1-1 0 0 0,0-2 0 0 0,1-1 0 0 0,-1-1 1 0 0,55-20-1 0 0,-44 10 10 0 0,0-2 0 0 0,-2-2-1 0 0,59-38 1 0 0,-75 40 23 0 0,-1 0-1 0 0,-1-2 1 0 0,-1-1-1 0 0,-1-1 1 0 0,-1 0-1 0 0,0-2 1 0 0,-2 0 0 0 0,-1-1-1 0 0,18-36 1 0 0,-6 4 69 0 0,-3-1 1 0 0,-3-1-1 0 0,23-88 1 0 0,-32 86-74 0 0,-3-1 0 0 0,-2-1 0 0 0,-3 0 1 0 0,-2-76-1 0 0,-30-251 532 0 0,16 288-318 0 0,9 91-225 0 0,-3-36 200 0 0,-1-1 1 0 0,-20-74-1 0 0,21 109-175 0 0,0-1-1 0 0,-2 1 1 0 0,1-1 0 0 0,-2 1-1 0 0,1 1 1 0 0,-2 0-1 0 0,0 0 1 0 0,0 0-1 0 0,-1 1 1 0 0,0 0 0 0 0,-1 1-1 0 0,-1 0 1 0 0,-13-11-1 0 0,4 8 22 0 0,-2 0 0 0 0,1 2-1 0 0,-1 0 1 0 0,-1 1-1 0 0,0 1 1 0 0,0 2-1 0 0,-1 0 1 0 0,0 1-1 0 0,0 2 1 0 0,-1 0 0 0 0,1 1-1 0 0,-36 2 1 0 0,-26 4-4 0 0,0 4-1 0 0,-101 22 1 0 0,139-20-138 0 0,16-4-99 0 0,-124 26-201 0 0,138-26-143 0 0,-1 1 1 0 0,1 0-1 0 0,1 2 0 0 0,-1 0 1 0 0,1 1-1 0 0,-18 12 0 0 0,-4 13-7704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1.4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399 414 7370 0 0,'5'-37'841'0'0,"2"-15"23"0"0,0-58-1 0 0,-6 96-777 0 0,-2 0-1 0 0,0 0 1 0 0,-1 0-1 0 0,0 0 1 0 0,-1 0 0 0 0,0 0-1 0 0,-1 1 1 0 0,-1-1 0 0 0,-7-13-1 0 0,10 22 39 0 0,-1 1-1 0 0,1 0 0 0 0,-1 0 1 0 0,-1 0-1 0 0,1 0 0 0 0,0 1 1 0 0,-1-1-1 0 0,0 1 0 0 0,1 0 0 0 0,-1 0 1 0 0,-1 0-1 0 0,1 0 0 0 0,0 1 1 0 0,-1-1-1 0 0,1 1 0 0 0,-1 1 1 0 0,0-1-1 0 0,1 0 0 0 0,-1 1 1 0 0,0 0-1 0 0,0 0 0 0 0,0 1 1 0 0,0-1-1 0 0,0 1 0 0 0,0 0 1 0 0,0 1-1 0 0,0-1 0 0 0,-6 2 1 0 0,2 0 16 0 0,0 0 0 0 0,0 1 1 0 0,0 0-1 0 0,0 0 1 0 0,1 1-1 0 0,-1 0 0 0 0,1 0 1 0 0,0 1-1 0 0,0 0 1 0 0,1 1-1 0 0,-1 0 1 0 0,1 0-1 0 0,0 1 0 0 0,-7 8 1 0 0,-2 8-12 0 0,1 1 0 0 0,1 0 1 0 0,1 1-1 0 0,1 1 0 0 0,1 0 0 0 0,1 0 1 0 0,2 1-1 0 0,1 0 0 0 0,0 1 0 0 0,2-1 1 0 0,-1 31-1 0 0,1 25 645 0 0,4 0 1 0 0,14 121-1 0 0,20 11 643 0 0,-24-175-1162 0 0,2-1 1 0 0,2 0-1 0 0,23 49 0 0 0,-31-77-216 0 0,1-1 0 0 0,0 0 0 0 0,1 0 1 0 0,0 0-1 0 0,1 0 0 0 0,0-1 0 0 0,14 13 1 0 0,-17-19-85 0 0,-1 1 1 0 0,1-1 0 0 0,0 0 0 0 0,0 0-1 0 0,0 0 1 0 0,0 0 0 0 0,0-1 0 0 0,1 0-1 0 0,-1 0 1 0 0,1-1 0 0 0,0 0 0 0 0,-1 0-1 0 0,1 0 1 0 0,0 0 0 0 0,-1-1 0 0 0,1 0-1 0 0,11-1 1 0 0,6-4-649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1.8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80 12443 0 0,'-3'-6'571'0'0,"1"0"0"0"0,-2 1 0 0 0,1-1 1 0 0,0 1-1 0 0,-1 0 0 0 0,-6-7 1 0 0,9 11-458 0 0,0 0 1 0 0,0 1-1 0 0,1-1 1 0 0,-1 0 0 0 0,0 1-1 0 0,0-1 1 0 0,0 1 0 0 0,0-1-1 0 0,0 1 1 0 0,0-1 0 0 0,1 1-1 0 0,-1 0 1 0 0,0 0 0 0 0,0-1-1 0 0,0 1 1 0 0,0 0 0 0 0,0 0-1 0 0,-1 0 1 0 0,0 0 0 0 0,1 0-90 0 0,0 1 0 0 0,0-1 0 0 0,0 1 0 0 0,-1 0 0 0 0,1-1-1 0 0,0 1 1 0 0,0 0 0 0 0,0 0 0 0 0,1 0 0 0 0,-1 0 0 0 0,0 0 0 0 0,0 0 0 0 0,0 0 0 0 0,1 0 0 0 0,-1 0 0 0 0,0 0 0 0 0,1 0 0 0 0,-1 0 0 0 0,1 0 0 0 0,-1 2 0 0 0,-7 23-44 0 0,1 0 1 0 0,1 1 0 0 0,1-1-1 0 0,1 1 1 0 0,1 39 0 0 0,-2-6-7 0 0,1-19 58 0 0,-1-5 94 0 0,2 2-1 0 0,1-1 1 0 0,2 0-1 0 0,2 0 1 0 0,7 44-1 0 0,-9-77-59 0 0,1 0-1 0 0,0 0 0 0 0,1 0 0 0 0,-1-1 1 0 0,1 1-1 0 0,-1 0 0 0 0,1-1 1 0 0,0 1-1 0 0,1-1 0 0 0,-1 1 1 0 0,1-1-1 0 0,-1 0 0 0 0,1 0 1 0 0,6 4-1 0 0,-7-5-33 0 0,0-1 1 0 0,-1-1-1 0 0,2 1 1 0 0,-1 0 0 0 0,0 0-1 0 0,0-1 1 0 0,0 1-1 0 0,0-1 1 0 0,0 0-1 0 0,0 0 1 0 0,1 0-1 0 0,-1 0 1 0 0,0 0-1 0 0,0 0 1 0 0,0 0-1 0 0,0-1 1 0 0,1 1-1 0 0,-1-1 1 0 0,0 1 0 0 0,0-1-1 0 0,0 0 1 0 0,0 0-1 0 0,0 0 1 0 0,0 0-1 0 0,-1 0 1 0 0,1-1-1 0 0,0 1 1 0 0,3-3-1 0 0,6-7-15 0 0,0 0 0 0 0,-1 0 0 0 0,0-1 0 0 0,-1 0 0 0 0,0-1 0 0 0,-1 0 0 0 0,0 0-1 0 0,-1-1 1 0 0,-1 0 0 0 0,5-16 0 0 0,1-6-66 0 0,-1 0 0 0 0,-3 0 0 0 0,5-39-1 0 0,-11 58-21 0 0,0-1-1 0 0,-1 1 1 0 0,-1-1-1 0 0,-1 0 1 0 0,0 1-1 0 0,-7-29 1 0 0,5 36 37 0 0,0 0 0 0 0,0 1 0 0 0,-1-1 0 0 0,0 1 0 0 0,-1 0 0 0 0,0 0 0 0 0,0 1 0 0 0,-1-1 0 0 0,0 1 0 0 0,0 1 0 0 0,-1-1 0 0 0,0 1 0 0 0,-9-7 0 0 0,4 4-114 0 0,8 6-68 0 0,-1 0 0 0 0,1 0 0 0 0,-1 0 0 0 0,0 1 0 0 0,-1-1 0 0 0,1 1-1 0 0,0 1 1 0 0,-12-5 0 0 0,11 6-982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1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29 12443 0 0,'-1'-1'51'0'0,"1"0"0"0"0,0 0 1 0 0,0 0-1 0 0,0 0 1 0 0,0 0-1 0 0,0 0 1 0 0,0 0-1 0 0,0 0 0 0 0,0 0 1 0 0,0 0-1 0 0,0 0 1 0 0,0 1-1 0 0,1-1 0 0 0,-1 0 1 0 0,0 0-1 0 0,1 0 1 0 0,-1 0-1 0 0,1 0 0 0 0,-1 1 1 0 0,1-1-1 0 0,-1 0 1 0 0,1 0-1 0 0,-1 1 1 0 0,1-1-1 0 0,0 0 0 0 0,-1 1 1 0 0,1-1-1 0 0,0 1 1 0 0,0-1-1 0 0,0 1 0 0 0,-1-1 1 0 0,1 1-1 0 0,0-1 1 0 0,0 1-1 0 0,0 0 0 0 0,0-1 1 0 0,0 1-1 0 0,0 0 1 0 0,0 0-1 0 0,0 0 0 0 0,-1 0 1 0 0,1 0-1 0 0,2 0 1 0 0,0 0 15 0 0,0-1 0 0 0,0 2 1 0 0,0-1-1 0 0,0 0 0 0 0,0 0 0 0 0,0 1 1 0 0,0 0-1 0 0,0-1 0 0 0,0 1 0 0 0,0 0 1 0 0,0 1-1 0 0,4 1 0 0 0,-2 2 31 0 0,0-1-1 0 0,0 1 1 0 0,-1 0 0 0 0,0 1-1 0 0,0-1 1 0 0,0 1-1 0 0,-1 0 1 0 0,0 0 0 0 0,0 0-1 0 0,0 0 1 0 0,-1 0-1 0 0,0 1 1 0 0,0-1-1 0 0,1 10 1 0 0,2 10 369 0 0,-1 0 1 0 0,-1 32-1 0 0,-2-24-149 0 0,-1 0 0 0 0,-1 0 0 0 0,-3 0 1 0 0,0 0-1 0 0,-17 58 0 0 0,15-76-1805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0 154 8754 0 0,'1'-2'169'0'0,"0"-1"0"0"0,0 1 1 0 0,0 0-1 0 0,0 0 0 0 0,0 0 0 0 0,0 0 1 0 0,0 0-1 0 0,1 0 0 0 0,-1 0 0 0 0,1 0 0 0 0,-1 0 1 0 0,1 0-1 0 0,0 1 0 0 0,0-1 0 0 0,0 1 1 0 0,0 0-1 0 0,0-1 0 0 0,0 1 0 0 0,0 0 1 0 0,0 0-1 0 0,0 0 0 0 0,0 0 0 0 0,1 1 1 0 0,-1-1-1 0 0,0 1 0 0 0,1-1 0 0 0,-1 1 0 0 0,0 0 1 0 0,1 0-1 0 0,-1 0 0 0 0,1 0 0 0 0,-1 0 1 0 0,0 0-1 0 0,1 1 0 0 0,-1-1 0 0 0,0 1 1 0 0,1 0-1 0 0,-1 0 0 0 0,4 1 0 0 0,0 2-11 0 0,0 0 0 0 0,0 0-1 0 0,-1 1 1 0 0,1-1 0 0 0,-1 1-1 0 0,0 0 1 0 0,-1 0 0 0 0,1 1-1 0 0,-1 0 1 0 0,0-1 0 0 0,4 9-1 0 0,5 11 261 0 0,14 39 1 0 0,-18-41-107 0 0,10 27 194 0 0,-14-32-218 0 0,2 0 1 0 0,0-1-1 0 0,0 0 1 0 0,2 0-1 0 0,0-1 1 0 0,1 0-1 0 0,19 23 1 0 0,-29-38-278 0 0,1 0 1 0 0,0-1 0 0 0,-1 1-1 0 0,1 0 1 0 0,0-1-1 0 0,0 1 1 0 0,0-1-1 0 0,-1 1 1 0 0,1-1 0 0 0,0 1-1 0 0,0-1 1 0 0,0 0-1 0 0,0 0 1 0 0,0 1 0 0 0,0-1-1 0 0,0 0 1 0 0,0 0-1 0 0,0 0 1 0 0,0 0-1 0 0,0 0 1 0 0,0 0 0 0 0,0 0-1 0 0,0 0 1 0 0,0 0-1 0 0,0 0 1 0 0,0-1-1 0 0,0 1 1 0 0,0 0 0 0 0,-1-1-1 0 0,1 1 1 0 0,0-1-1 0 0,0 1 1 0 0,0-1-1 0 0,0 1 1 0 0,-1-1 0 0 0,1 0-1 0 0,0 1 1 0 0,0-1-1 0 0,-1 0 1 0 0,1 1-1 0 0,-1-1 1 0 0,1 0 0 0 0,0 0-1 0 0,-1 0 1 0 0,0 0-1 0 0,1 0 1 0 0,0 0-1 0 0,3-8-144 0 0,1 1 0 0 0,-2-1-1 0 0,6-16 1 0 0,-8 22 96 0 0,35-130-1149 0 0,-27 94 698 0 0,1 0 1 0 0,2 0-1 0 0,1 1 0 0 0,21-39 0 0 0,-28 67 397 0 0,0 1-1 0 0,0-1 1 0 0,13-13-1 0 0,-17 20 131 0 0,0 1 0 0 0,0 0 0 0 0,0 0-1 0 0,0 0 1 0 0,1 0 0 0 0,-1 0 0 0 0,1 1 0 0 0,-1-1-1 0 0,1 1 1 0 0,-1-1 0 0 0,1 1 0 0 0,0 0-1 0 0,0 0 1 0 0,-1 0 0 0 0,1 1 0 0 0,0-1 0 0 0,0 1-1 0 0,0-1 1 0 0,4 1 0 0 0,-4 1 65 0 0,-1 0 1 0 0,0 0-1 0 0,0 0 0 0 0,1 0 1 0 0,-1 0-1 0 0,0 1 1 0 0,0-1-1 0 0,-1 1 0 0 0,1-1 1 0 0,0 1-1 0 0,0 0 1 0 0,-1 0-1 0 0,1 0 0 0 0,-1 0 1 0 0,1 0-1 0 0,1 3 1 0 0,20 43 962 0 0,-18-36-788 0 0,60 150 660 0 0,-6-12-286 0 0,-41-105-2151 0 0,-2 0 1 0 0,14 70-1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2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0 14283 0 0,'0'0'57'0'0,"-1"1"0"0"0,1-1 0 0 0,0 0-1 0 0,-1 1 1 0 0,1-1 0 0 0,-1 0 0 0 0,1 1 0 0 0,0-1 0 0 0,-1 0 0 0 0,1 1-1 0 0,0-1 1 0 0,-1 1 0 0 0,1-1 0 0 0,0 1 0 0 0,0-1 0 0 0,-1 1 0 0 0,1-1-1 0 0,0 1 1 0 0,0-1 0 0 0,0 1 0 0 0,0-1 0 0 0,0 1 0 0 0,0-1-1 0 0,0 1 1 0 0,0-1 0 0 0,0 1 0 0 0,0-1 0 0 0,0 1 0 0 0,0-1 0 0 0,0 1-1 0 0,0-1 1 0 0,0 1 0 0 0,0-1 0 0 0,1 1 0 0 0,-1-1 0 0 0,0 1 0 0 0,0-1-1 0 0,1 1 1 0 0,-1-1 0 0 0,0 0 0 0 0,1 1 0 0 0,-1-1 0 0 0,0 1 0 0 0,1-1-1 0 0,-1 0 1 0 0,1 1 0 0 0,-1-1 0 0 0,0 0 0 0 0,1 0 0 0 0,-1 1-1 0 0,2-1 1 0 0,5 8 385 0 0,14 16-138 0 0,-2 0-1 0 0,-1 2 1 0 0,-1 0 0 0 0,-1 1-1 0 0,18 43 1 0 0,-17-29-25 0 0,-1 1 1 0 0,-3 0-1 0 0,10 56 0 0 0,-20-87-502 0 0,-1-1 1 0 0,-1 0-1 0 0,0 1 0 0 0,0-1 0 0 0,-1 1 0 0 0,-1-1 0 0 0,1 1 0 0 0,-2-1 0 0 0,1 1 0 0 0,-2-1 0 0 0,-3 12 0 0 0,-1-8-870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0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58 10594 0 0,'5'-5'343'0'0,"-1"0"0"0"0,2 1 0 0 0,-1-1 0 0 0,0 1-1 0 0,1 0 1 0 0,0 1 0 0 0,0-1 0 0 0,0 1 0 0 0,0 0 0 0 0,1 1 0 0 0,-1-1-1 0 0,8-1 1 0 0,-7 2-107 0 0,1 0-1 0 0,-1 1 1 0 0,1-1 0 0 0,0 2-1 0 0,-1-1 1 0 0,1 1 0 0 0,0 0-1 0 0,-1 0 1 0 0,1 1 0 0 0,0 0-1 0 0,-1 1 1 0 0,15 4 0 0 0,-18-4-213 0 0,1 0-1 0 0,-1 0 1 0 0,0 1 0 0 0,0-1 0 0 0,0 1 0 0 0,0 0 0 0 0,0 0 0 0 0,-1 1 0 0 0,1-1 0 0 0,-1 1 0 0 0,0 0 0 0 0,0 0 0 0 0,0 0 0 0 0,-1 0 0 0 0,1 0 0 0 0,-1 0 0 0 0,0 1 0 0 0,0-1 0 0 0,-1 1 0 0 0,1 0 0 0 0,0 7 0 0 0,0-2-67 0 0,-1-1 1 0 0,0 1-1 0 0,-1-1 0 0 0,0 1 1 0 0,-1-1-1 0 0,0 0 0 0 0,0 1 1 0 0,-1-1-1 0 0,0 0 0 0 0,0 1 1 0 0,-1-1-1 0 0,-1 0 0 0 0,1-1 1 0 0,-1 1-1 0 0,-10 13 0 0 0,7-11-237 0 0,0-1 0 0 0,-1 0 0 0 0,-1 0 0 0 0,0-1 0 0 0,0 0 0 0 0,-1-1 0 0 0,0 0 0 0 0,0 0 0 0 0,-1-1 0 0 0,1-1 0 0 0,-15 7-1 0 0,5-5-5008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3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13363 0 0,'2'24'702'0'0,"1"-1"0"0"0,0 0 0 0 0,14 43 0 0 0,-6-22 228 0 0,0-2 28 0 0,28 73 1 0 0,-33-100-757 0 0,1 0 0 0 0,1-1 1 0 0,0 0-1 0 0,1 0 0 0 0,0 0 1 0 0,1-1-1 0 0,22 22 0 0 0,-30-34-189 0 0,-1 1 0 0 0,1 0 0 0 0,0-1 0 0 0,0 0 0 0 0,0 0 0 0 0,0 1 0 0 0,-1-1 0 0 0,2 0 0 0 0,-1 0-1 0 0,0-1 1 0 0,0 1 0 0 0,0 0 0 0 0,0-1 0 0 0,0 1 0 0 0,1-1 0 0 0,-1 0 0 0 0,0 0 0 0 0,0 0 0 0 0,0 0-1 0 0,1 0 1 0 0,2-1 0 0 0,-2 0 37 0 0,0 0-1 0 0,1 0 1 0 0,-1-1-1 0 0,-1 0 1 0 0,1 1-1 0 0,0-1 1 0 0,0 0-1 0 0,-1-1 1 0 0,1 1 0 0 0,-1 0-1 0 0,1-1 1 0 0,2-4-1 0 0,5-9 176 0 0,0 1 0 0 0,-2-1-1 0 0,0-1 1 0 0,7-20 0 0 0,-13 32-204 0 0,51-153 451 0 0,-48 139-885 0 0,-1 1 0 0 0,-1-1 0 0 0,-1 0 1 0 0,0 0-1 0 0,-1 0 0 0 0,-4-34 0 0 0,0 39-4621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0 110 13827 0 0,'3'0'172'0'0,"0"0"0"0"0,0 0 0 0 0,-1 0 0 0 0,1 0 0 0 0,0-1-1 0 0,0 1 1 0 0,-1-1 0 0 0,1 1 0 0 0,0-1 0 0 0,-1 0 0 0 0,1 0 0 0 0,-1 0 0 0 0,3-2 0 0 0,3 0 587 0 0,55-20 899 0 0,113-33 1587 0 0,-153 50-3507 0 0,1 2 0 0 0,0 0-1 0 0,1 1 1 0 0,-1 2-1 0 0,39 2 1 0 0,-49 0-1114 0 0,0 0-3518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3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3225 0 0,'6'41'15713'0'0,"-2"-36"-14418"0"0,4 6-1032 0 0,5 10 22 0 0,-1 1 0 0 0,-1 0 0 0 0,-1 1 0 0 0,-1 0-1 0 0,-1 1 1 0 0,-1 0 0 0 0,-1 0 0 0 0,4 39 0 0 0,-5-7-930 0 0,-3 1 1 0 0,-7 95 0 0 0,2-118-6936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12899 0 0,'0'-1'111'0'0,"1"0"0"0"0,0-1 0 0 0,0 1-1 0 0,0 0 1 0 0,0 0 0 0 0,0 0 0 0 0,0 0 0 0 0,0 1 0 0 0,1-1 0 0 0,-1 0 0 0 0,0 0 0 0 0,0 1 0 0 0,1-1 0 0 0,-1 1-1 0 0,0-1 1 0 0,1 1 0 0 0,-1-1 0 0 0,1 1 0 0 0,-1 0 0 0 0,0 0 0 0 0,1-1 0 0 0,-1 1 0 0 0,3 1 0 0 0,-1-1 55 0 0,-1 1 1 0 0,0 0-1 0 0,0 0 1 0 0,1 0-1 0 0,-1 0 1 0 0,0 0-1 0 0,0 1 1 0 0,0-1-1 0 0,0 1 1 0 0,0-1-1 0 0,-1 1 1 0 0,1 0-1 0 0,1 1 1 0 0,3 5 209 0 0,0 0 0 0 0,-1 0 0 0 0,0 0 0 0 0,-1 0 0 0 0,0 1 0 0 0,5 13 0 0 0,-1 10 83 0 0,0 1 0 0 0,-2 0 0 0 0,3 65 0 0 0,-12 106 172 0 0,0-3-553 0 0,4-177-42 0 0,-1-8-651 0 0,1 0 0 0 0,4 23-1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3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1 316 14283 0 0,'55'-56'1074'0'0,"-12"10"-926"0"0,2 2-1 0 0,2 2 0 0 0,92-63 0 0 0,-133 102-154 0 0,0-1 1 0 0,-1 1-1 0 0,1 1 0 0 0,1-1 0 0 0,-1 1 1 0 0,10-3-1 0 0,-15 5-35 0 0,0 0 1 0 0,0 0-1 0 0,0 0 0 0 0,0 0 1 0 0,0 0-1 0 0,1 0 1 0 0,-1 0-1 0 0,0 0 0 0 0,0 0 1 0 0,0 0-1 0 0,0 1 0 0 0,0-1 1 0 0,0 0-1 0 0,0 1 0 0 0,0-1 1 0 0,0 1-1 0 0,-1-1 1 0 0,1 1-1 0 0,0-1 0 0 0,0 1 1 0 0,0 0-1 0 0,0-1 0 0 0,-1 1 1 0 0,1 0-1 0 0,0 0 1 0 0,-1-1-1 0 0,1 1 0 0 0,0 0 1 0 0,-1 0-1 0 0,1 0 0 0 0,-1 0 1 0 0,0 0-1 0 0,1 0 0 0 0,-1 0 1 0 0,0 0-1 0 0,1 0 1 0 0,-1 0-1 0 0,0 0 0 0 0,0 0 1 0 0,0 0-1 0 0,0 0 0 0 0,0 0 1 0 0,0 0-1 0 0,0 0 1 0 0,0 0-1 0 0,-1 0 0 0 0,1 0 1 0 0,-1 2-1 0 0,1 3-51 0 0,-1 0 0 0 0,0 0 1 0 0,0 0-1 0 0,0 0 0 0 0,-1 0 0 0 0,0 0 1 0 0,0 0-1 0 0,-5 9 0 0 0,-9 6 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1 103 11979 0 0,'22'-12'3758'0'0,"7"-4"-3029"0"0,50-33 228 0 0,-22 24-3426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4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0 15667 0 0,'-7'13'355'0'0,"5"-9"-233"0"0,0 1 0 0 0,-1-1 0 0 0,1 1 0 0 0,1-1 0 0 0,-1 1 0 0 0,1 0 0 0 0,0 0 0 0 0,0-1 0 0 0,0 1 0 0 0,0 8 0 0 0,2-9-30 0 0,0-2 1 0 0,0 1-1 0 0,0 0 1 0 0,0 0-1 0 0,1 0 1 0 0,-1 0-1 0 0,1-1 1 0 0,-1 1-1 0 0,1-1 1 0 0,0 1-1 0 0,0-1 1 0 0,0 0-1 0 0,1 1 1 0 0,-1-1-1 0 0,1 0 1 0 0,-1-1-1 0 0,1 1 1 0 0,-1 0-1 0 0,1-1 1 0 0,3 2-1 0 0,0-1 112 0 0,-1 1-1 0 0,1-1 0 0 0,0 0 1 0 0,0-1-1 0 0,0 0 0 0 0,0 0 0 0 0,0 0 1 0 0,0 0-1 0 0,7-1 0 0 0,15-4-637 0 0,0-1 0 0 0,-1-2 0 0 0,0 0 0 0 0,0-2 0 0 0,38-17 0 0 0,-32 12-6370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6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9923 0 14283 0 0,'-2'235'5626'0'0,"-3"120"-5464"0"0,2-196 387 0 0,5 927-1175 0 0,65-1-76 0 0,11-560 897 0 0,14 177 26 0 0,-89-426-326 0 0,-5-248 322 0 0,-1 1 0 0 0,-2 0 1 0 0,0-1-1 0 0,-2 0 1 0 0,-1 0-1 0 0,-1-1 0 0 0,-20 39 1 0 0,27-61-125 0 0,-1 0 1 0 0,0-1-1 0 0,0 1 1 0 0,0-1-1 0 0,-1 0 1 0 0,0 0-1 0 0,0 0 1 0 0,0-1-1 0 0,0 1 0 0 0,0-1 1 0 0,-1 0-1 0 0,1 0 1 0 0,-1-1-1 0 0,0 1 1 0 0,0-1-1 0 0,0 0 1 0 0,-7 2-1 0 0,-5-1 27 0 0,0 0-1 0 0,-1-1 0 0 0,1 0 1 0 0,-19-2-1 0 0,13 0 9 0 0,-35 5 0 0 0,-570 71 1150 0 0,-429-6-1609 0 0,680-35-41 0 0,-121 10 165 0 0,214-24 38 0 0,-774 77 66 0 0,901-76-26 0 0,-268 33 15 0 0,-3-26 117 0 0,-536 24-827 0 0,895-45 672 0 0,-472 46-33 0 0,424-49 388 0 0,1-6 0 0 0,-194-24 0 0 0,-328-41-614 0 0,439 62 145 0 0,107 5 220 0 0,-172-22-1 0 0,236 16 97 0 0,1 0 0 0 0,-1-2 0 0 0,2-2 0 0 0,-1 0 0 0 0,1-1 0 0 0,1-2 0 0 0,0-1 0 0 0,0-1 0 0 0,1 0 0 0 0,-33-29 0 0 0,11 0-303 0 0,-60-74 0 0 0,73 77-1449 0 0,-2 2 0 0 0,-1 1-1 0 0,-48-36 1 0 0,20 29-1340 0 0,40 29 3252 0 0,0-2-1 0 0,-24-22 1 0 0,40 32 183 0 0,1-1 0 0 0,0 1 0 0 0,0-2 0 0 0,1 1 0 0 0,0-1 0 0 0,1 0 0 0 0,-1 0 0 0 0,2-1 1 0 0,-7-16-1 0 0,7 9 219 0 0,4 13-471 0 0,-1 0-1 0 0,0 1 1 0 0,0-1 0 0 0,0 0-1 0 0,0 0 1 0 0,0 1 0 0 0,-1-1-1 0 0,0 1 1 0 0,0-1-1 0 0,0 1 1 0 0,0-1 0 0 0,-5-4-1 0 0,4 5 10 0 0,0 1 0 0 0,0-1 0 0 0,0 0-1 0 0,0 0 1 0 0,0 0 0 0 0,0-1 0 0 0,1 1 0 0 0,-1 0 0 0 0,1-1-1 0 0,-2-6 1 0 0,-24-50-399 0 0,16 32 363 0 0,-46-101 137 0 0,5-3 1 0 0,-41-161-1 0 0,38 60-124 0 0,-37-133 85 0 0,-70-150 199 0 0,137 431-378 0 0,5-1 1 0 0,3 0 0 0 0,3-1-1 0 0,-4-143 1 0 0,20 84-1940 0 0,14 0-6372 0 0,-11 122 6555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18:06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1181 1376 0 0,'-12'0'-46'0'0,"-1"1"256"0"0,0-2-1 0 0,-26-3 1 0 0,36 4-59 0 0,1 0 0 0 0,-1-1 0 0 0,1 0 1 0 0,-1 1-1 0 0,1-1 0 0 0,-1 0 0 0 0,1 0 0 0 0,0-1 0 0 0,-1 1 0 0 0,1 0 0 0 0,0-1 1 0 0,0 1-1 0 0,0-1 0 0 0,0 0 0 0 0,0 1 0 0 0,1-1 0 0 0,-1 0 0 0 0,0 0 0 0 0,1 0 1 0 0,-1-1-1 0 0,-1-3 0 0 0,3 4-60 0 0,-1 0 0 0 0,1 0 0 0 0,0 0 1 0 0,0 0-1 0 0,0-1 0 0 0,0 1 0 0 0,0 0 0 0 0,0 0 1 0 0,0 0-1 0 0,1-1 0 0 0,-1 1 0 0 0,1 0 0 0 0,0 0 0 0 0,0 0 1 0 0,0 0-1 0 0,0 0 0 0 0,0 0 0 0 0,0 0 0 0 0,0 0 1 0 0,0 1-1 0 0,1-1 0 0 0,-1 0 0 0 0,4-2 0 0 0,3-4 74 0 0,1 0 0 0 0,0 0 0 0 0,11-6 0 0 0,-17 13-146 0 0,77-50 518 0 0,3 4-1 0 0,1 4 0 0 0,110-40 1 0 0,7 11 909 0 0,221-48 1 0 0,220-5 161 0 0,2 58-529 0 0,6 40-696 0 0,163-12-434 0 0,748-157-131 0 0,-799 75 1323 0 0,4 59-1227 0 0,-664 64-126 0 0,-1 3 0 0 0,117 23 0 0 0,193 57-322 0 0,-304-61 380 0 0,232 33 1277 0 0,-253-50 1171 0 0,170-8 0 0 0,-196-4-1741 0 0,100-4 440 0 0,-138 10-941 0 0,0 0 0 0 0,-1 1 0 0 0,1 1 0 0 0,-1 1-1 0 0,25 7 1 0 0,-40-9-299 0 0,-1 0-1 0 0,1 1 0 0 0,0 0 1 0 0,-1 0-1 0 0,0 0 0 0 0,9 7 1 0 0,6 9-7487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2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 5065 0 0,'0'-46'5729'0'0,"3"144"-755"0"0,8 55-3996 0 0,-3-55-592 0 0,1 48-228 0 0,17 174-3658 0 0,-18-275-1608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2.4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53 5529 0 0,'-1'-1'147'0'0,"1"1"0"0"0,0-1 0 0 0,0 0-1 0 0,0 0 1 0 0,0 0 0 0 0,0 0 0 0 0,0 1 0 0 0,0-1-1 0 0,0 0 1 0 0,0 0 0 0 0,1 0 0 0 0,-1 0 0 0 0,0 1-1 0 0,0-1 1 0 0,1 0 0 0 0,-1 0 0 0 0,0 1 0 0 0,1-1 0 0 0,-1 0-1 0 0,1 0 1 0 0,-1 1 0 0 0,1-1 0 0 0,0 1 0 0 0,-1-1-1 0 0,1 0 1 0 0,-1 1 0 0 0,1-1 0 0 0,0 1 0 0 0,0-1-1 0 0,22-17 2192 0 0,-17 15-2075 0 0,0 1 0 0 0,0 0 0 0 0,0 1 1 0 0,0-1-1 0 0,0 1 0 0 0,0 1 0 0 0,0-1 1 0 0,1 1-1 0 0,-1 0 0 0 0,0 0 0 0 0,0 1 1 0 0,1-1-1 0 0,-1 2 0 0 0,8 1 0 0 0,0 0-599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3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228 511 3225 0 0,'-3'-2'133'0'0,"-1"-1"0"0"0,1 1 0 0 0,-1 0 0 0 0,1 0 0 0 0,-1 0 0 0 0,0 1 0 0 0,1-1 1 0 0,-1 1-1 0 0,0 0 0 0 0,0 0 0 0 0,0 0 0 0 0,0 1 0 0 0,0-1 0 0 0,0 1 0 0 0,-1 0 0 0 0,1 0 0 0 0,-7 1 1 0 0,5 1 102 0 0,0 0 1 0 0,1 0-1 0 0,-1 0 1 0 0,0 1 0 0 0,1-1-1 0 0,0 1 1 0 0,0 0-1 0 0,0 1 1 0 0,0 0 0 0 0,0-1-1 0 0,-4 6 1 0 0,0 1 100 0 0,0 0 0 0 0,0 1 1 0 0,1 0-1 0 0,0 0 0 0 0,1 1 1 0 0,1 0-1 0 0,0 0 1 0 0,0 1-1 0 0,1 0 0 0 0,-3 15 1 0 0,7-26-319 0 0,1 0 0 0 0,-1 0 0 0 0,1 1 0 0 0,0-1 0 0 0,0 0 0 0 0,0 0 0 0 0,0 0 0 0 0,0 0 0 0 0,0 0 0 0 0,0 1 0 0 0,1-1 0 0 0,-1 0 0 0 0,1 0 0 0 0,0 0 0 0 0,-1 0 0 0 0,1 0 0 0 0,0 0 0 0 0,0 0 0 0 0,0-1 0 0 0,3 4 0 0 0,-3-4-28 0 0,0-1 0 0 0,0 1 0 0 0,0 0 0 0 0,0-1 0 0 0,1 1-1 0 0,-1-1 1 0 0,0 0 0 0 0,0 1 0 0 0,1-1 0 0 0,-1 0 0 0 0,0 0 0 0 0,0 0 0 0 0,1 0 0 0 0,-1 0 0 0 0,0 0 0 0 0,0 0 0 0 0,1 0 0 0 0,-1 0 0 0 0,0 0 0 0 0,0-1 0 0 0,1 1 0 0 0,-1-1-1 0 0,0 1 1 0 0,0-1 0 0 0,0 1 0 0 0,0-1 0 0 0,0 0 0 0 0,0 1 0 0 0,0-1 0 0 0,0 0 0 0 0,0 0 0 0 0,0 0 0 0 0,0 0 0 0 0,0 0 0 0 0,0 0 0 0 0,0-1 0 0 0,11-12-266 0 0,0 0 1 0 0,-1-1 0 0 0,0-1 0 0 0,-1 1-1 0 0,-1-2 1 0 0,-1 1 0 0 0,8-22 0 0 0,-6 11-206 0 0,-1-1 1 0 0,-2 0-1 0 0,9-56 1 0 0,-15 54 460 0 0,0 0-1 0 0,-2 0 1 0 0,-1-1-1 0 0,-1 1 1 0 0,-2 0-1 0 0,-8-31 1 0 0,3 28 1594 0 0,0 1 1 0 0,-26-54-1 0 0,36 86-1510 0 0,0 0-1 0 0,0 0 0 0 0,0 0 0 0 0,0 0 0 0 0,0-1 1 0 0,0 1-1 0 0,0 0 0 0 0,0 0 0 0 0,0 0 0 0 0,0-1 1 0 0,0 1-1 0 0,0 0 0 0 0,0 0 0 0 0,0 0 0 0 0,-1-1 1 0 0,1 1-1 0 0,-1-1 449 0 0,1 1-448 0 0,0 0-1 0 0,0 0 0 0 0,0 0 0 0 0,0 0 0 0 0,-1-1 0 0 0,1 1 1 0 0,0 0-1 0 0,0 0 0 0 0,0 0 0 0 0,-1 0 0 0 0,1 0 1 0 0,0 0-1 0 0,0 0 0 0 0,0 0 0 0 0,0 0 0 0 0,-1 0 1 0 0,1 0-1 0 0,0 0 0 0 0,0 0 0 0 0,0 0 0 0 0,-1 0 1 0 0,1 0-1 0 0,0 0 0 0 0,0 0 0 0 0,0 0 0 0 0,-1 1 1 0 0,1-1-1 0 0,-3 14 1509 0 0,1 25-694 0 0,2-36-715 0 0,3 116 568 0 0,33 223 0 0 0,-31-312-712 0 0,2-1-1 0 0,1 0 1 0 0,17 41-1 0 0,-19-57-115 0 0,0 0-1 0 0,1 0 0 0 0,0-1 0 0 0,1 0 1 0 0,1 0-1 0 0,0-1 0 0 0,0 0 0 0 0,1-1 1 0 0,16 13-1 0 0,3-2-894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49 230 5529 0 0,'-4'3'232'0'0,"-1"1"0"0"0,1 0 1 0 0,0 1-1 0 0,1-1 0 0 0,-1 1 0 0 0,1 0 0 0 0,0 0 0 0 0,0 0 0 0 0,0 0 0 0 0,1 0 1 0 0,0 0-1 0 0,0 1 0 0 0,0-1 0 0 0,1 1 0 0 0,0 0 0 0 0,0-1 0 0 0,-1 7 0 0 0,2-11-176 0 0,0-1-1 0 0,0 0 0 0 0,0 1 1 0 0,0-1-1 0 0,0 1 0 0 0,0-1 0 0 0,0 0 1 0 0,0 1-1 0 0,1-1 0 0 0,-1 0 0 0 0,0 1 1 0 0,0-1-1 0 0,0 0 0 0 0,0 0 1 0 0,0 1-1 0 0,1-1 0 0 0,-1 0 0 0 0,0 1 1 0 0,0-1-1 0 0,0 0 0 0 0,1 0 1 0 0,-1 1-1 0 0,0-1 0 0 0,0 0 0 0 0,1 0 1 0 0,-1 0-1 0 0,0 1 0 0 0,1-1 1 0 0,-1 0-1 0 0,0 0 0 0 0,1 0 0 0 0,-1 0 1 0 0,0 0-1 0 0,0 1 0 0 0,1-1 0 0 0,12-6 1234 0 0,9-16 140 0 0,-16 14-1246 0 0,0-1 0 0 0,-1 0 0 0 0,0 0 0 0 0,0-1 0 0 0,-1 1 0 0 0,0-1 0 0 0,0 0 0 0 0,-2 0 0 0 0,1-1 0 0 0,-1 1 0 0 0,0-1 0 0 0,0-18 0 0 0,-3-7-208 0 0,0-1 0 0 0,-10-46 0 0 0,11 77 40 0 0,0 8-31 0 0,4 26-11 0 0,1 0-1 0 0,1 0 0 0 0,13 34 0 0 0,-16-53-20 0 0,1 0 0 0 0,0-1-1 0 0,1 0 1 0 0,0 0-1 0 0,0 0 1 0 0,9 10-1 0 0,-10-14-44 0 0,-1-1 0 0 0,1 1 0 0 0,0-1 0 0 0,0 0 0 0 0,1 0 0 0 0,-1 0 0 0 0,0-1 0 0 0,1 0 0 0 0,-1 1 0 0 0,1-2 0 0 0,0 1 0 0 0,0 0 0 0 0,5 0 0 0 0,-8-2-52 0 0,-1 0 1 0 0,1 0-1 0 0,0 0 0 0 0,0-1 1 0 0,0 1-1 0 0,-1 0 0 0 0,1-1 1 0 0,0 1-1 0 0,-1-1 0 0 0,1 0 1 0 0,0 0-1 0 0,-1 1 0 0 0,1-1 1 0 0,-1 0-1 0 0,0 0 0 0 0,1-1 1 0 0,-1 1-1 0 0,0 0 0 0 0,1 0 1 0 0,-1-1-1 0 0,0 1 0 0 0,0 0 1 0 0,0-1-1 0 0,0 1 0 0 0,0-1 1 0 0,1-2-1 0 0,22-53-127 0 0,-15 34-98 0 0,-3 11 272 0 0,0 0 0 0 0,1 0 1 0 0,0 0-1 0 0,14-16 0 0 0,-19 25 230 0 0,1 0 1 0 0,-1 0-1 0 0,1 1 1 0 0,0-1-1 0 0,0 1 0 0 0,0-1 1 0 0,0 1-1 0 0,0 0 1 0 0,0 0-1 0 0,0 1 1 0 0,1-1-1 0 0,-1 1 1 0 0,1-1-1 0 0,0 1 1 0 0,-1 0-1 0 0,1 0 0 0 0,0 1 1 0 0,-1-1-1 0 0,1 1 1 0 0,0 0-1 0 0,6 0 1 0 0,-8 0-64 0 0,-1 1 1 0 0,0 0-1 0 0,1-1 0 0 0,-1 1 1 0 0,0 0-1 0 0,0 0 0 0 0,0 0 1 0 0,1-1-1 0 0,-1 1 1 0 0,0 0-1 0 0,0 1 0 0 0,0-1 1 0 0,-1 0-1 0 0,1 0 0 0 0,0 0 1 0 0,0 0-1 0 0,0 1 1 0 0,-1-1-1 0 0,1 0 0 0 0,-1 1 1 0 0,1 1-1 0 0,9 35 562 0 0,-8-29-386 0 0,8 54 747 0 0,-9-48-983 0 0,1 0-1 0 0,0-1 0 0 0,1 0 0 0 0,0 1 0 0 0,2-1 1 0 0,0-1-1 0 0,0 1 0 0 0,12 20 0 0 0,-16-32-87 0 0,-1-1-1 0 0,1 0 0 0 0,0 0 0 0 0,-1 0 0 0 0,1 0 1 0 0,0 0-1 0 0,0 0 0 0 0,0 0 0 0 0,0 0 0 0 0,0 0 0 0 0,0 0 1 0 0,0-1-1 0 0,0 1 0 0 0,0 0 0 0 0,1-1 0 0 0,-1 1 1 0 0,0-1-1 0 0,0 1 0 0 0,1-1 0 0 0,-1 0 0 0 0,0 1 0 0 0,1-1 1 0 0,-1 0-1 0 0,0 0 0 0 0,2 0 0 0 0,-1 0-81 0 0,0-1-1 0 0,0 0 0 0 0,0 0 1 0 0,0 0-1 0 0,0 0 1 0 0,-1 0-1 0 0,1 0 0 0 0,-1 0 1 0 0,1-1-1 0 0,-1 1 1 0 0,1-1-1 0 0,-1 1 1 0 0,1-1-1 0 0,1-2 0 0 0,3-6-374 0 0,-1 0 0 0 0,0 0 0 0 0,0 0-1 0 0,6-18 1 0 0,2-31-86 0 0,5-13 1009 0 0,-16 65-237 0 0,1 1-1 0 0,-1 0 1 0 0,1 0-1 0 0,0 0 1 0 0,1 0 0 0 0,0 0-1 0 0,0 1 1 0 0,6-8-1 0 0,-9 12-106 0 0,0 0-1 0 0,0 0 1 0 0,-1 1-1 0 0,1-1 1 0 0,0 0-1 0 0,0 0 1 0 0,0 1-1 0 0,0-1 1 0 0,0 0-1 0 0,0 1 1 0 0,0-1-1 0 0,0 1 1 0 0,0 0-1 0 0,0-1 1 0 0,0 1-1 0 0,1 0 1 0 0,-1-1-1 0 0,0 1 1 0 0,0 0-1 0 0,0 0 1 0 0,0 0-1 0 0,0 0 1 0 0,1 0-1 0 0,-1 0 1 0 0,0 1-1 0 0,1-1 1 0 0,0 1 29 0 0,0 0 1 0 0,0 1 0 0 0,-1-1-1 0 0,1 0 1 0 0,0 1 0 0 0,-1-1-1 0 0,1 1 1 0 0,-1-1 0 0 0,1 1-1 0 0,-1 0 1 0 0,0-1-1 0 0,0 1 1 0 0,1 2 0 0 0,4 9 372 0 0,-1 0-1 0 0,0-1 1 0 0,4 21 0 0 0,-7-28-247 0 0,36 121 1485 0 0,-29-103-4265 0 0,20 34-1 0 0,-14-30-2118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6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30 9218 0 0,'-3'-6'938'0'0,"1"4"-225"0"0,1 0 0 0 0,0-1 0 0 0,-1 1 1 0 0,0 0-1 0 0,1 0 0 0 0,-1 0 0 0 0,0 0 0 0 0,0 0 0 0 0,-3-2 0 0 0,4 4-615 0 0,1 0 0 0 0,0 0 1 0 0,-1 0-1 0 0,1 0 0 0 0,0 0 0 0 0,-1 0 0 0 0,1 0 0 0 0,0 0 0 0 0,-1 0 1 0 0,1 0-1 0 0,0 0 0 0 0,-1 0 0 0 0,1 0 0 0 0,0 0 0 0 0,-1 0 0 0 0,1 0 0 0 0,0 0 1 0 0,-1 1-1 0 0,1-1 0 0 0,0 0 0 0 0,0 0 0 0 0,-1 0 0 0 0,1 1 0 0 0,0-1 1 0 0,0 0-1 0 0,-1 0 0 0 0,1 0 0 0 0,0 1 0 0 0,-9 19 839 0 0,-2 23-331 0 0,2 0 1 0 0,-6 69-1 0 0,6 92-745 0 0,8-178 247 0 0,0 29-158 0 0,2-1-1 0 0,11 70 1 0 0,-7-97-1458 0 0,13 42 0 0 0,-10-43-5660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4.8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1 201 4145 0 0,'0'-3'144'0'0,"1"0"0"0"0,-1-1 0 0 0,1 1 0 0 0,0 0 0 0 0,1-1 0 0 0,-1 1 0 0 0,0 0 0 0 0,1 0 0 0 0,0 0 0 0 0,-1 0 0 0 0,1 0 0 0 0,0 1 0 0 0,1-1 0 0 0,2-2 0 0 0,41-37 2009 0 0,-29 27-1344 0 0,-5 4-34 0 0,1 1 1 0 0,0 1-1 0 0,1 0 0 0 0,-1 0 0 0 0,2 2 0 0 0,20-9 0 0 0,21-3-1012 0 0,-30 13-4881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0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0,'21'270'4694'0'0,"-10"-183"-4937"0"0,-2-6-2442 0 0,-9-72 2600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25 6449 0 0,'-2'-7'-102'0'0,"-5"-11"1527"0"0,2 19-267 0 0,-3 10-115 0 0,5-3-1017 0 0,0 1 0 0 0,0 0 1 0 0,1-1-1 0 0,0 2 0 0 0,1-1 0 0 0,0 0 1 0 0,0 14-1 0 0,0 1-1004 0 0,-1-7 679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4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175 40 12443 0 0,'0'-2'128'0'0,"-1"0"0"0"0,0 0 0 0 0,1 0 0 0 0,-1 0 0 0 0,0 0 0 0 0,0 0 0 0 0,-1 0 0 0 0,1 0 0 0 0,0 0 0 0 0,-1 1 0 0 0,1-1 0 0 0,-1 0 0 0 0,1 1 0 0 0,-1-1 0 0 0,0 1 0 0 0,1 0 0 0 0,-1-1 0 0 0,0 1 0 0 0,0 0 0 0 0,0 0 0 0 0,0 0 0 0 0,0 1 0 0 0,0-1 0 0 0,-1 0 0 0 0,1 1 0 0 0,0-1 0 0 0,0 1 0 0 0,0 0 0 0 0,-1 0 0 0 0,1 0 0 0 0,0 0 0 0 0,0 0 0 0 0,0 0 0 0 0,-1 0 0 0 0,1 1 0 0 0,0-1 0 0 0,0 1 0 0 0,0 0 0 0 0,0 0 0 0 0,0 0 0 0 0,0 0 0 0 0,0 0 0 0 0,0 0 0 0 0,0 0 0 0 0,-2 2 0 0 0,-2 2 41 0 0,0-1 0 0 0,0 1 0 0 0,1 1 1 0 0,-1-1-1 0 0,1 1 0 0 0,1 0 0 0 0,-1 0 1 0 0,1 0-1 0 0,0 1 0 0 0,0-1 1 0 0,1 1-1 0 0,0 0 0 0 0,0 0 0 0 0,-2 11 1 0 0,-1 5-93 0 0,0 0 1 0 0,2 0 0 0 0,-2 33 0 0 0,5-21-90 0 0,1 1 0 0 0,2-1 0 0 0,1 0 1 0 0,2 1-1 0 0,1-1 0 0 0,2-1 1 0 0,16 46-1 0 0,-13-50-1237 0 0,2-1 1 0 0,23 40-1 0 0,-26-52-5114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6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4 238 1840 0 0,'-1'-2'198'0'0,"0"0"-1"0"0,1-1 0 0 0,-1 1 0 0 0,1 0 0 0 0,0 0 1 0 0,0 0-1 0 0,0-1 0 0 0,0 1 0 0 0,0 0 1 0 0,0 0-1 0 0,0 0 0 0 0,1-1 0 0 0,-1 1 0 0 0,1 0 1 0 0,0 0-1 0 0,0 0 0 0 0,-1 0 0 0 0,1 0 1 0 0,0 0-1 0 0,1 0 0 0 0,-1 0 0 0 0,3-3 0 0 0,36-43 3080 0 0,-33 41-2793 0 0,6-6-99 0 0,1 0 1 0 0,0 1 0 0 0,1 0-1 0 0,0 2 1 0 0,1-1 0 0 0,22-9-1 0 0,-21 12-1457 0 0,1 0-1 0 0,0 2 0 0 0,25-7 1 0 0,-19 9-2609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1:55.9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42 1840 0 0,'3'2'111'0'0,"1"0"0"0"0,-1 0 0 0 0,1 0-1 0 0,-1 0 1 0 0,0 1 0 0 0,0-1 0 0 0,0 1 0 0 0,0 0-1 0 0,-1 0 1 0 0,1 0 0 0 0,-1 0 0 0 0,1 1-1 0 0,-1-1 1 0 0,0 0 0 0 0,2 7 0 0 0,8 35 1741 0 0,-10-35-1437 0 0,-1-1 0 0 0,2 0 0 0 0,-1 0 0 0 0,1 0 0 0 0,1 0 1 0 0,0 0-1 0 0,0-1 0 0 0,7 11 0 0 0,-10-17-389 0 0,1-1 1 0 0,-1 1 0 0 0,0-1 0 0 0,1 0-1 0 0,-1 0 1 0 0,1 1 0 0 0,-1-1-1 0 0,1 0 1 0 0,-1 0 0 0 0,1-1 0 0 0,0 1-1 0 0,0 0 1 0 0,-1-1 0 0 0,1 1-1 0 0,0-1 1 0 0,0 1 0 0 0,0-1 0 0 0,0 0-1 0 0,0 1 1 0 0,-1-1 0 0 0,1 0-1 0 0,2-1 1 0 0,0 1-63 0 0,-1-1-1 0 0,1-1 1 0 0,-1 1-1 0 0,0 0 0 0 0,1-1 1 0 0,-1 1-1 0 0,0-1 1 0 0,0 0-1 0 0,0 0 1 0 0,5-5-1 0 0,1-1-119 0 0,-1-1 0 0 0,0 0-1 0 0,-1 0 1 0 0,0-1 0 0 0,0 0-1 0 0,5-11 1 0 0,6-23 608 0 0,-16 36-72 0 0,0 0 0 0 0,1 0 1 0 0,0 0-1 0 0,1 1 0 0 0,-1-1 0 0 0,1 1 0 0 0,1 0 0 0 0,0 0 0 0 0,0 0 0 0 0,0 1 0 0 0,9-9 0 0 0,-12 14-245 0 0,-1 0 1 0 0,0 0-1 0 0,1 0 0 0 0,-1 1 0 0 0,1-1 1 0 0,-1 1-1 0 0,1-1 0 0 0,-1 1 0 0 0,1-1 0 0 0,-1 1 1 0 0,1 0-1 0 0,-1 0 0 0 0,1 0 0 0 0,0 0 1 0 0,-1 0-1 0 0,1 0 0 0 0,-1 0 0 0 0,1 0 1 0 0,-1 1-1 0 0,1-1 0 0 0,-1 1 0 0 0,3 0 0 0 0,-1 1 53 0 0,0-1 0 0 0,0 1 0 0 0,0 0 0 0 0,0 1 0 0 0,0-1 0 0 0,-1 0 0 0 0,1 1 0 0 0,-1 0 0 0 0,4 4 0 0 0,0 2 153 0 0,0 0 1 0 0,-1 0-1 0 0,0 1 0 0 0,0 0 0 0 0,5 18 1 0 0,-3 5-20 0 0,-1 0 0 0 0,-1 1-1 0 0,-2 0 1 0 0,-2-1 0 0 0,-1 1 0 0 0,-8 66 0 0 0,-5-21-56 0 0,-40 138-1 0 0,28-141-222 0 0,-4-1-1 0 0,-42 79 1 0 0,3-29-6627 0 0,43-82-592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729 424 3681 0 0,'0'-9'470'0'0,"0"1"0"0"0,-1 0 0 0 0,0 0 1 0 0,0-1-1 0 0,0 1 0 0 0,-5-13 0 0 0,5 19-300 0 0,0 0 0 0 0,0 1 0 0 0,0-1 0 0 0,0 0 1 0 0,0 0-1 0 0,0 1 0 0 0,0-1 0 0 0,-1 0 0 0 0,1 1 0 0 0,-1-1 0 0 0,1 1 0 0 0,-1 0 0 0 0,1 0 0 0 0,-1-1 0 0 0,0 1 0 0 0,0 0 0 0 0,0 0 0 0 0,0 1 0 0 0,1-1 0 0 0,-1 0 0 0 0,0 0 0 0 0,0 1 0 0 0,0 0 1 0 0,-1-1-1 0 0,1 1 0 0 0,0 0 0 0 0,0 0 0 0 0,0 0 0 0 0,0 0 0 0 0,0 0 0 0 0,0 1 0 0 0,-3 0 0 0 0,-11 2 108 0 0,0 1 1 0 0,0 1-1 0 0,1 1 1 0 0,-1 0-1 0 0,1 1 1 0 0,1 1-1 0 0,-1 0 1 0 0,-23 18-1 0 0,11-5-242 0 0,1 2 1 0 0,1 0-1 0 0,-27 34 0 0 0,-3 10-20 0 0,4 2 0 0 0,2 3 0 0 0,-69 137 0 0 0,114-200-15 0 0,0 0 0 0 0,0 0-1 0 0,1 1 1 0 0,0-1 0 0 0,1 1-1 0 0,0 0 1 0 0,0 0-1 0 0,1-1 1 0 0,0 1 0 0 0,1 0-1 0 0,1 11 1 0 0,0-14-24 0 0,0 0-1 0 0,1 0 1 0 0,0 0-1 0 0,1 0 1 0 0,-1 0-1 0 0,1 0 1 0 0,1-1-1 0 0,-1 1 1 0 0,1-1-1 0 0,0 0 1 0 0,1 0-1 0 0,-1-1 1 0 0,1 1-1 0 0,0-1 1 0 0,10 8-1 0 0,10 6-91 0 0,2-2 0 0 0,0-1 1 0 0,0 0-1 0 0,2-2 0 0 0,30 10 0 0 0,-28-12 71 0 0,0 2 0 0 0,-1 1 1 0 0,-1 1-1 0 0,34 25 0 0 0,-60-39 42 0 0,0 0-1 0 0,0 1 1 0 0,-1-1-1 0 0,1 1 1 0 0,-1-1-1 0 0,1 1 1 0 0,-1 0 0 0 0,0 0-1 0 0,0 0 1 0 0,-1 1-1 0 0,1-1 1 0 0,0 0-1 0 0,-1 1 1 0 0,0-1-1 0 0,0 1 1 0 0,0-1 0 0 0,0 6-1 0 0,-1-4 0 0 0,0 1 1 0 0,0-1-1 0 0,-1 0 0 0 0,0 0 0 0 0,0 0 1 0 0,0 0-1 0 0,0 0 0 0 0,-1-1 0 0 0,0 1 1 0 0,0 0-1 0 0,-4 5 0 0 0,-6 9-78 0 0,-2 0 0 0 0,0-1 0 0 0,-1-1 1 0 0,-26 23-1 0 0,33-32-2 0 0,-343 310 499 0 0,343-310-381 0 0,0 1 0 0 0,0-1 0 0 0,0 1 0 0 0,1 1 0 0 0,1-1 0 0 0,0 1 0 0 0,-9 18 0 0 0,13-23-23 0 0,0 1 1 0 0,1-1-1 0 0,-1 1 1 0 0,1 0-1 0 0,0-1 1 0 0,1 1-1 0 0,0 0 1 0 0,-1-1-1 0 0,2 1 0 0 0,-1 0 1 0 0,1 0-1 0 0,0-1 1 0 0,0 1-1 0 0,0-1 1 0 0,1 1-1 0 0,0-1 1 0 0,4 9-1 0 0,9 15 8 0 0,2-1 0 0 0,0 0 1 0 0,2-1-1 0 0,2-1 0 0 0,0-1 0 0 0,1-1 0 0 0,2-1 0 0 0,0-1 1 0 0,1-1-1 0 0,1-1 0 0 0,1-2 0 0 0,1 0 0 0 0,57 26 0 0 0,-43-26 17 0 0,2-1-1 0 0,0-3 1 0 0,1-1-1 0 0,0-2 1 0 0,0-2-1 0 0,1-2 1 0 0,1-2-1 0 0,-1-3 0 0 0,60-3 1 0 0,-40-4 163 0 0,-1-2-1 0 0,0-4 1 0 0,78-23 0 0 0,-100 20-93 0 0,0-1 0 0 0,-2-2 0 0 0,0-3 0 0 0,-1 0 0 0 0,61-44 1 0 0,-84 52-84 0 0,30-21 80 0 0,-3-1-1 0 0,60-59 0 0 0,-92 80-202 0 0,-1 1 0 0 0,0-1-1 0 0,-1-1 1 0 0,-1 0 0 0 0,0-1-1 0 0,-1 1 1 0 0,0-2 0 0 0,-2 1 0 0 0,1-1-1 0 0,-2 0 1 0 0,0 0 0 0 0,4-30-1 0 0,-6 5-104 0 0,-2-1-1 0 0,-2 1 1 0 0,-10-62-1 0 0,-1-55-165 0 0,12 153 369 0 0,0-1 1 0 0,1 1-1 0 0,0-1 1 0 0,0 1-1 0 0,0 0 1 0 0,1-1-1 0 0,-1 1 0 0 0,1 0 1 0 0,1 0-1 0 0,-1 0 1 0 0,1 0-1 0 0,-1 1 1 0 0,8-9-1 0 0,-4 6-1 0 0,1 0-1 0 0,0 0 1 0 0,0 1-1 0 0,0 0 1 0 0,1 0-1 0 0,0 1 1 0 0,12-6-1 0 0,3 1-6 0 0,-1 0 1 0 0,2 2-1 0 0,-1 1 0 0 0,1 1 1 0 0,34-5-1 0 0,27 4 23 0 0,137 4 1 0 0,-115 5-4 0 0,12 0 10 0 0,-54 1 55 0 0,1-3 1 0 0,-1-3-1 0 0,78-13 1 0 0,-113 9 207 0 0,1-2-1 0 0,-2-1 1 0 0,1-1 0 0 0,-1-2 0 0 0,-1-1-1 0 0,0-1 1 0 0,-1-1 0 0 0,-1-2 0 0 0,-1 0 0 0 0,0-2-1 0 0,-1-1 1 0 0,-1 0 0 0 0,34-44 0 0 0,-48 51-263 0 0,0 1 0 0 0,-1-1 1 0 0,-1 0-1 0 0,0-1 0 0 0,-1 0 1 0 0,-1 0-1 0 0,-1 0 0 0 0,0-1 1 0 0,0 0-1 0 0,-2 1 1 0 0,0-1-1 0 0,0 0 0 0 0,-2 0 1 0 0,0 0-1 0 0,-1 0 0 0 0,-1 0 1 0 0,-4-21-1 0 0,1 13 43 0 0,-2-1 0 0 0,0 1-1 0 0,-2 1 1 0 0,-1 0 0 0 0,0 0-1 0 0,-2 0 1 0 0,-1 2 0 0 0,0-1 0 0 0,-2 2-1 0 0,-21-25 1 0 0,-3 5 73 0 0,-1 2-1 0 0,-2 2 1 0 0,-2 2-1 0 0,-67-41 1 0 0,22 24 62 0 0,-138-58-1 0 0,137 74-183 0 0,-2 3-1 0 0,-1 5 0 0 0,-164-27 0 0 0,101 35-611 0 0,-238 1 1 0 0,294 17 110 0 0,-178 5 28 0 0,217 1-1725 0 0,-60 13 0 0 0,83-9-3149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95 102 6449 0 0,'-2'-2'59'0'0,"1"-1"0"0"0,0 1-1 0 0,0-1 1 0 0,0 0 0 0 0,0 0-1 0 0,0 0 1 0 0,1 1-1 0 0,-1-1 1 0 0,1 0 0 0 0,0 0-1 0 0,0 0 1 0 0,0 0 0 0 0,0 0-1 0 0,0 0 1 0 0,1-3-1 0 0,2-3 407 0 0,0 1 0 0 0,0 0 0 0 0,8-14 0 0 0,-8 15 668 0 0,-11 32 978 0 0,-20 70-1601 0 0,4 1 0 0 0,5 1 0 0 0,-11 153 0 0 0,30-233-502 0 0,0 0-1 0 0,1 0 1 0 0,0 1 0 0 0,2-1-1 0 0,0 0 1 0 0,1-1-1 0 0,1 1 1 0 0,0 0 0 0 0,8 16-1 0 0,-9-26-39 0 0,-1 1 1 0 0,1-1-1 0 0,0 0 0 0 0,1 0 0 0 0,0 0 0 0 0,0-1 0 0 0,0 0 0 0 0,1 0 0 0 0,-1 0 0 0 0,2-1 0 0 0,-1 1 1 0 0,1-2-1 0 0,-1 1 0 0 0,1-1 0 0 0,0 0 0 0 0,1 0 0 0 0,-1-1 0 0 0,1 0 0 0 0,0 0 0 0 0,-1-1 1 0 0,11 2-1 0 0,-10-3 24 0 0,0-1 0 0 0,0 0 0 0 0,0-1 0 0 0,0 0 0 0 0,0 0 0 0 0,0 0 0 0 0,0-1 0 0 0,0-1 0 0 0,-1 1 0 0 0,1-1 0 0 0,-1-1 0 0 0,0 1 0 0 0,0-1 0 0 0,0 0 0 0 0,8-7 0 0 0,10-9 380 0 0,0-1-1 0 0,30-33 1 0 0,-47 46-322 0 0,7-7 29 0 0,-1-2 1 0 0,0 1-1 0 0,-1-2 0 0 0,-1 0 0 0 0,-1 0 0 0 0,0-1 0 0 0,-2-1 0 0 0,13-34 1 0 0,-19 45 49 0 0,0-1-1 0 0,-1 1 1 0 0,0 0 0 0 0,-1-1 0 0 0,0 1 0 0 0,-1-1 0 0 0,0 1 0 0 0,0-1 0 0 0,-1 0-1 0 0,0 1 1 0 0,0 0 0 0 0,-1-1 0 0 0,-1 1 0 0 0,0 0 0 0 0,0 0 0 0 0,0 0 0 0 0,-1 0 0 0 0,-1 1-1 0 0,1-1 1 0 0,-1 1 0 0 0,-1 0 0 0 0,-6-7 0 0 0,-15-12 16 0 0,-1 2 0 0 0,-2 0 0 0 0,0 2-1 0 0,-62-35 1 0 0,47 30-1944 0 0,9 5-4600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1840 0 0,'2'-2'6164'0'0,"2"12"-4770"0"0,3 18-694 0 0,-8 172 3401 0 0,0-13-3298 0 0,30 206-526 0 0,-6-99-357 0 0,85 616 122 0 0,-54-553 188 0 0,25 147 449 0 0,41-8-281 0 0,-65-315-42 0 0,36 213 0 0 0,-78-313-230 0 0,-3 0 1 0 0,-5 1 0 0 0,-2 0-1 0 0,-5 0 1 0 0,-14 101 0 0 0,8-135-51 0 0,-2 0 0 0 0,-2-1-1 0 0,-2 0 1 0 0,-3-2 0 0 0,-1 1 0 0 0,-2-2 0 0 0,-41 67 0 0 0,31-67-2684 0 0,-62 73 0 0 0,46-67-3153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1172 0 7834 0 0,'0'0'60'0'0,"-1"0"0"0"0,0 0-1 0 0,0 0 1 0 0,0 0 0 0 0,0 0 0 0 0,1 1 0 0 0,-1-1 0 0 0,0 0 0 0 0,0 0 0 0 0,0 1 0 0 0,1-1 0 0 0,-1 0 0 0 0,0 1 0 0 0,0-1-1 0 0,1 1 1 0 0,-1-1 0 0 0,0 1 0 0 0,1-1 0 0 0,-1 1 0 0 0,1 0 0 0 0,-1-1 0 0 0,1 1 0 0 0,-1 0 0 0 0,1-1 0 0 0,-1 1 0 0 0,1 0-1 0 0,-1 1 1 0 0,-17 29 678 0 0,11-19-393 0 0,-47 71 1056 0 0,-77 90 0 0 0,-80 68-1025 0 0,117-136-262 0 0,62-68-39 0 0,-1-1 1 0 0,-2-2 0 0 0,-2-2-1 0 0,0-1 1 0 0,-2-2 0 0 0,-2-1-1 0 0,-67 34 1 0 0,35-30 46 0 0,39-18-672 0 0,1 1 1 0 0,0 1 0 0 0,-55 38 0 0 0,74-42-4009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5529 0 0,'5'-1'35'0'0,"-1"-1"0"0"0,1 0 0 0 0,0 1 0 0 0,-1 0-1 0 0,1 0 1 0 0,0 1 0 0 0,0-1 0 0 0,0 1 0 0 0,8 0 0 0 0,4 0 0 0 0,71-5 1341 0 0,167 14-1 0 0,89 32 3467 0 0,-296-34-4353 0 0,146 26 1186 0 0,275 84 0 0 0,177 99-4533 0 0,-572-189-211 0 0,115 58-1 0 0,-151-63-157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1168 0 8754 0 0,'-2'1'67'0'0,"-1"0"-1"0"0,0 0 1 0 0,1 0 0 0 0,-1 0 0 0 0,1 0-1 0 0,-1 1 1 0 0,1-1 0 0 0,0 1 0 0 0,0-1-1 0 0,-1 1 1 0 0,1 0 0 0 0,0 0 0 0 0,0 0-1 0 0,1 0 1 0 0,-4 5 0 0 0,-24 42-580 0 0,17-26 413 0 0,-112 213-234 0 0,27-44 733 0 0,-298 429 6546 0 0,380-600-6558 0 0,-1-1-1 0 0,-1-1 0 0 0,0 0 0 0 0,-2-2 0 0 0,-38 29 0 0 0,42-35-575 0 0,-1-2-1 0 0,0 0 1 0 0,-1-1 0 0 0,0-1-1 0 0,0 0 1 0 0,0-1-1 0 0,-1-1 1 0 0,-35 5 0 0 0,-45-1-5181 0 0,52-8 413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0,'5'4'219'0'0,"0"0"-1"0"0,0 0 1 0 0,0-1-1 0 0,0 0 1 0 0,1 0 0 0 0,-1 0-1 0 0,1 0 1 0 0,0-1-1 0 0,0 0 1 0 0,9 1-1 0 0,5 4 209 0 0,309 128 7644 0 0,-37-14-4901 0 0,9-24-2671 0 0,-253-85-693 0 0,-15-2-255 0 0,0-2 0 0 0,1-2 0 0 0,0 0 0 0 0,52 0 0 0 0,-71-7-5946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3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838 1 10594 0 0,'-24'66'237'0'0,"-3"-2"0"0"0,-65 115-1 0 0,-102 104 1448 0 0,148-223-1206 0 0,-3-2-1 0 0,-109 99 0 0 0,121-126-493 0 0,-137 109-2211 0 0,138-117 2021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231 209 2761 0 0,'-2'-1'451'0'0,"0"0"0"0"0,0 1 0 0 0,0-1 0 0 0,0 0 0 0 0,1 0 0 0 0,-1 0 0 0 0,0 0 0 0 0,1 0 1 0 0,-1 0-1 0 0,0-1 0 0 0,-1-1 0 0 0,1 1-177 0 0,0 0 0 0 0,0 0 0 0 0,0 0 0 0 0,-1 1 1 0 0,1-1-1 0 0,0 1 0 0 0,-1-1 0 0 0,1 1 0 0 0,-1 0 0 0 0,0 0 0 0 0,1 0 1 0 0,-1 0-1 0 0,-3 0 0 0 0,5 1-122 0 0,0 0-1 0 0,0-1 1 0 0,0 1 0 0 0,0 0 0 0 0,0 0 0 0 0,0 0-1 0 0,-1 0 1 0 0,1 0 0 0 0,0 1 0 0 0,0-1-1 0 0,0 0 1 0 0,0 0 0 0 0,0 1 0 0 0,0-1 0 0 0,0 0-1 0 0,0 1 1 0 0,0-1 0 0 0,0 1 0 0 0,0-1-1 0 0,0 1 1 0 0,1 0 0 0 0,-1-1 0 0 0,0 1 0 0 0,0 0-1 0 0,1 0 1 0 0,-1 0 0 0 0,0-1 0 0 0,1 1-1 0 0,-1 0 1 0 0,1 0 0 0 0,-1 0 0 0 0,1 0 0 0 0,-1 0-1 0 0,1 0 1 0 0,0 0 0 0 0,-1 0 0 0 0,1 2-1 0 0,0 2 238 0 0,1 0 1 0 0,0 0-1 0 0,0 0 0 0 0,0 0 0 0 0,0 0 0 0 0,5 9 0 0 0,0 2-322 0 0,6 24 21 0 0,67 176 1027 0 0,-69-194-1015 0 0,0-1 0 0 0,2-1 0 0 0,1 0 0 0 0,0 0 0 0 0,1-1 0 0 0,2-1 0 0 0,27 26 0 0 0,-42-42-130 0 0,0-1 0 0 0,0 0 0 0 0,0 0 0 0 0,0 0 0 0 0,0 0 0 0 0,1 0 0 0 0,-1-1 0 0 0,0 1-1 0 0,1 0 1 0 0,-1-1 0 0 0,1 1 0 0 0,-1 0 0 0 0,1-1 0 0 0,-1 0 0 0 0,1 1 0 0 0,-1-1 0 0 0,1 0 0 0 0,-1 0 0 0 0,1 0 0 0 0,2 0 0 0 0,-4 0 7 0 0,1 0 1 0 0,-1-1-1 0 0,0 1 0 0 0,1 0 0 0 0,-1 0 1 0 0,0-1-1 0 0,1 1 0 0 0,-1 0 0 0 0,0-1 1 0 0,1 1-1 0 0,-1-1 0 0 0,0 1 0 0 0,0 0 1 0 0,1-1-1 0 0,-1 1 0 0 0,0-1 0 0 0,0 1 1 0 0,0 0-1 0 0,0-1 0 0 0,1 1 0 0 0,-1-1 1 0 0,0 1-1 0 0,0-1 0 0 0,0 0 0 0 0,-4-20-519 0 0,-10-9-1358 0 0,-1 1 0 0 0,-2 1 1 0 0,-1 0-1 0 0,-22-27 0 0 0,-21-31-1558 0 0,28 30 3434 0 0,-39-56-111 0 0,62 99 120 0 0,-1 1 0 0 0,0 0 1 0 0,0 0-1 0 0,-1 2 1 0 0,-1-1-1 0 0,-17-10 0 0 0,26 19 148 0 0,1-1 1 0 0,0 1-1 0 0,0 0 0 0 0,0-1 0 0 0,0 0 0 0 0,1 0 1 0 0,-1 0-1 0 0,1 0 0 0 0,0 0 0 0 0,-1 0 0 0 0,1 0 1 0 0,1-1-1 0 0,-1 1 0 0 0,0-1 0 0 0,1 0 0 0 0,0 1 0 0 0,-2-8 1 0 0,3 9 90 0 0,0 0 1 0 0,0 0 0 0 0,0 0 0 0 0,0 0 0 0 0,1-1 0 0 0,-1 1-1 0 0,1 0 1 0 0,-1 0 0 0 0,1 1 0 0 0,0-1 0 0 0,0 0 0 0 0,0 0-1 0 0,0 0 1 0 0,0 0 0 0 0,0 1 0 0 0,0-1 0 0 0,0 0-1 0 0,1 1 1 0 0,-1-1 0 0 0,1 1 0 0 0,-1 0 0 0 0,1-1 0 0 0,0 1-1 0 0,-1 0 1 0 0,1 0 0 0 0,0 0 0 0 0,0 0 0 0 0,0 0 0 0 0,0 0-1 0 0,0 1 1 0 0,0-1 0 0 0,0 1 0 0 0,0-1 0 0 0,4 1-1 0 0,7-2 419 0 0,0 2 0 0 0,0 0 0 0 0,0 0 0 0 0,0 1 0 0 0,0 0 0 0 0,20 6 0 0 0,22 1 334 0 0,-20-4-483 0 0,129 6 477 0 0,-141-10-1011 0 0,0-1 1 0 0,0-1-1 0 0,-1-1 0 0 0,1-1 0 0 0,23-7 1 0 0,-34 6-173 0 0,0 0 0 0 0,0 0 0 0 0,-1-1 0 0 0,15-10 1 0 0,2-4-6624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5 456 0 0,'-24'-5'8805'0'0,"39"17"-2631"0"0,1-4-6072 0 0,-1 0 0 0 0,2-1 0 0 0,-1 0 0 0 0,1-1 0 0 0,-1-1 0 0 0,32 4 0 0 0,-13-4 184 0 0,0-1-1 0 0,49-3 1 0 0,0-11 727 0 0,-39 4-517 0 0,-45 6-495 0 0,0 0 1 0 0,0 0-1 0 0,1 0 1 0 0,-1 0-1 0 0,0 0 0 0 0,0 0 1 0 0,0 0-1 0 0,0 0 1 0 0,0 0-1 0 0,1 0 1 0 0,-1 0-1 0 0,0 0 1 0 0,0 0-1 0 0,0 0 1 0 0,0 0-1 0 0,0 1 1 0 0,0-1-1 0 0,1 0 1 0 0,-1 0-1 0 0,0 0 1 0 0,0 0-1 0 0,0 0 1 0 0,0 0-1 0 0,0 1 1 0 0,0-1-1 0 0,0 0 0 0 0,0 0 1 0 0,0 0-1 0 0,0 0 1 0 0,0 0-1 0 0,0 1 1 0 0,0-1-1 0 0,0 0 1 0 0,0 0-1 0 0,0 0 1 0 0,0 0-1 0 0,0 0 1 0 0,0 1-1 0 0,0-1 1 0 0,0 0-1 0 0,0 0 1 0 0,0 0-1 0 0,0 0 1 0 0,0 0-1 0 0,0 1 1 0 0,0-1-1 0 0,0 0 1 0 0,0 0-1 0 0,0 0 0 0 0,0 0 1 0 0,-1 0-1 0 0,1 0 1 0 0,0 1-1 0 0,0-1 1 0 0,0 0-1 0 0,0 0 1 0 0,-9 16 132 0 0,-14 15 314 0 0,23-31-441 0 0,-31 39 383 0 0,0-2-399 0 0,2 1 1 0 0,1 2-1 0 0,2 1 0 0 0,-28 61 1 0 0,48-87-899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0,'0'5'295'0'0,"1"-1"1"0"0,0 0-1 0 0,0 0 0 0 0,0 1 1 0 0,0-1-1 0 0,1 0 0 0 0,0 0 0 0 0,0 0 1 0 0,0-1-1 0 0,0 1 0 0 0,1 0 0 0 0,-1-1 1 0 0,1 1-1 0 0,0-1 0 0 0,0 0 0 0 0,0 0 1 0 0,0 0-1 0 0,1 0 0 0 0,3 2 0 0 0,11 7 457 0 0,1 0 0 0 0,31 14-1 0 0,-31-16-149 0 0,-11-6-458 0 0,135 62 1361 0 0,-129-61-1347 0 0,1 0 0 0 0,0-1 0 0 0,1-1 0 0 0,-1 0 0 0 0,0-1 0 0 0,1 0 0 0 0,31-2 0 0 0,-37 0 309 0 0,-15 4 178 0 0,-10 8-412 0 0,-1 7-50 0 0,1 0 0 0 0,1 0 0 0 0,-20 39 0 0 0,10-16-53 0 0,-113 203-3631 0 0,123-220 3257 0 0,2-6 221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5537 0 0,'4'0'0'0'0,"-1"0"0"0"0,-2 0 0 0 0,-1 2 0 0 0,2-2 0 0 0,-1 0 0 0 0,3 0 0 0 0,1 0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19 2761 0 0,'-5'-19'12806'0'0,"0"25"-12794"0"0,-19 14 448 0 0,1 2-1 0 0,1 0 1 0 0,2 2-1 0 0,0 0 0 0 0,1 1 1 0 0,2 1-1 0 0,-19 37 1 0 0,35-62-433 0 0,0 0 0 0 0,1 1 1 0 0,-1-1-1 0 0,1 0 0 0 0,0 0 1 0 0,-1 1-1 0 0,1-1 0 0 0,0 0 0 0 0,0 1 1 0 0,0-1-1 0 0,0 0 0 0 0,0 1 1 0 0,0-1-1 0 0,0 0 0 0 0,0 1 1 0 0,1-1-1 0 0,-1 0 0 0 0,0 0 1 0 0,1 1-1 0 0,-1-1 0 0 0,1 0 0 0 0,1 2 1 0 0,-1-1 14 0 0,1 0 1 0 0,-1-1 0 0 0,1 1-1 0 0,0-1 1 0 0,0 1-1 0 0,0-1 1 0 0,0 0-1 0 0,0 0 1 0 0,0 0 0 0 0,0 0-1 0 0,0 0 1 0 0,3 1-1 0 0,8 1 175 0 0,0 0-1 0 0,0-1 0 0 0,24 0 0 0 0,-28-1-106 0 0,133 6-1869 0 0,-121-7-5322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4145 0 0,'25'-38'10567'0'0,"-24"38"-10362"0"0,13 17 1984 0 0,-6 1-1690 0 0,-1 1 1 0 0,-1-1-1 0 0,-1 1 0 0 0,-1 0 0 0 0,0 1 0 0 0,-2-1 0 0 0,1 35 1 0 0,-1-27-1093 0 0,0 0 0 0 0,2 0 0 0 0,8 29 0 0 0,-3-32-5490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26 8754 0 0,'-6'-9'384'0'0,"4"5"88"0"0,-1 1-376 0 0,1 0-96 0 0,1 2 0 0 0,1 0 456 0 0,0-1 80 0 0,0 1 8 0 0,1-1 9 0 0,2 2-738 0 0,0 0-143 0 0,1 0-32 0 0,2 3-8 0 0,-1 1 272 0 0,0 1 96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9218 0 0,'0'0'421'0'0,"14"16"1038"0"0,-7-2-855 0 0,-1 0 0 0 0,-1 0 0 0 0,0 1-1 0 0,4 21 1 0 0,-7-25-530 0 0,1 0-1 0 0,-1 0 1 0 0,2 0-1 0 0,0-1 1 0 0,0 1-1 0 0,1-1 1 0 0,0 0-1 0 0,0-1 1 0 0,1 1-1 0 0,11 12 1 0 0,-16-21-74 0 0,0 0 0 0 0,0 0 0 0 0,1 0 0 0 0,-1 0 0 0 0,0 0 0 0 0,1-1 0 0 0,-1 1 0 0 0,0 0 0 0 0,1-1 0 0 0,-1 0 0 0 0,1 1 0 0 0,-1-1 0 0 0,0 0 0 0 0,1 1 0 0 0,-1-1 0 0 0,1 0 0 0 0,-1 0 0 0 0,1 0 0 0 0,-1 0 0 0 0,1-1 0 0 0,-1 1 0 0 0,1 0 0 0 0,-1-1 0 0 0,1 1 0 0 0,-1-1 0 0 0,0 1 0 0 0,1-1 0 0 0,-1 0 0 0 0,0 1 0 0 0,1-1 0 0 0,-1 0 0 0 0,0 0 0 0 0,0 0 0 0 0,0 0 0 0 0,0 0 0 0 0,2-2 0 0 0,6-6 66 0 0,-1-1 0 0 0,1 0 0 0 0,9-16 0 0 0,-8 12 87 0 0,-5 7-80 0 0,7-10 95 0 0,0 1 1 0 0,1 1-1 0 0,1 0 0 0 0,0 0 1 0 0,20-14-1 0 0,-33 28-160 0 0,1 0 0 0 0,-1 0-1 0 0,0 0 1 0 0,1 1 0 0 0,-1-1 0 0 0,1 1-1 0 0,-1-1 1 0 0,1 1 0 0 0,-1-1 0 0 0,1 1-1 0 0,0 0 1 0 0,-1 0 0 0 0,1 0 0 0 0,-1 0 0 0 0,1 0-1 0 0,-1 0 1 0 0,1 0 0 0 0,0 0 0 0 0,-1 1-1 0 0,1-1 1 0 0,-1 0 0 0 0,1 1 0 0 0,-1 0-1 0 0,1-1 1 0 0,-1 1 0 0 0,1 0 0 0 0,-1 0-1 0 0,0-1 1 0 0,0 1 0 0 0,1 0 0 0 0,-1 0-1 0 0,0 1 1 0 0,0-1 0 0 0,0 0 0 0 0,0 0-1 0 0,2 3 1 0 0,3 6-118 0 0,1 0 1 0 0,-1 0-1 0 0,-1 1 0 0 0,5 11 1 0 0,0-1-831 0 0,31 52-3463 0 0,-33-56 4271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7370 0 0,'1'-1'143'0'0,"-1"0"1"0"0,1 1-1 0 0,-1-1 1 0 0,1 0-1 0 0,-1 1 1 0 0,1-1-1 0 0,-1 0 1 0 0,1 1 0 0 0,0-1-1 0 0,-1 1 1 0 0,1-1-1 0 0,0 0 1 0 0,-1 1-1 0 0,1 0 1 0 0,0-1 0 0 0,0 1-1 0 0,0 0 1 0 0,-1-1-1 0 0,1 1 1 0 0,0 0-1 0 0,0 0 1 0 0,0-1-1 0 0,0 1 1 0 0,0 0 0 0 0,0 0-1 0 0,-1 0 1 0 0,1 0-1 0 0,0 0 1 0 0,0 1-1 0 0,0-1 1 0 0,0 0-1 0 0,0 0 1 0 0,-1 0 0 0 0,1 1-1 0 0,0-1 1 0 0,0 0-1 0 0,0 1 1 0 0,-1-1-1 0 0,1 1 1 0 0,0-1-1 0 0,0 1 1 0 0,0 0 0 0 0,3 2 322 0 0,-1 0 1 0 0,0-1 0 0 0,1 1-1 0 0,-1 0 1 0 0,-1 0-1 0 0,1 1 1 0 0,4 5 0 0 0,12 29 492 0 0,-2 2 1 0 0,-1 0-1 0 0,12 49 1 0 0,2 5-3627 0 0,-19-70-2603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1376 0 0,'0'-1'102'0'0,"0"0"1"0"0,0 0-1 0 0,1 0 0 0 0,-1 0 0 0 0,0 0 0 0 0,0 0 1 0 0,0 0-1 0 0,1 0 0 0 0,-1 0 0 0 0,1 1 0 0 0,-1-1 0 0 0,1 0 1 0 0,-1 0-1 0 0,1 0 0 0 0,-1 1 0 0 0,1-1 0 0 0,0 0 1 0 0,-1 1-1 0 0,1-1 0 0 0,0 0 0 0 0,-1 1 0 0 0,1-1 0 0 0,0 1 1 0 0,0-1-1 0 0,0 1 0 0 0,0 0 0 0 0,-1-1 0 0 0,1 1 1 0 0,0 0-1 0 0,0 0 0 0 0,0-1 0 0 0,0 1 0 0 0,0 0 0 0 0,0 0 1 0 0,1 0-1 0 0,44-5 2528 0 0,-38 4-2160 0 0,12-1 446 0 0,-1 1 0 0 0,0 1 1 0 0,0 1-1 0 0,0 1 0 0 0,33 7 0 0 0,-47-8-749 0 0,0 1 0 0 0,0 0-1 0 0,0 0 1 0 0,0 0 0 0 0,0 0 0 0 0,0 1-1 0 0,-1 0 1 0 0,1 0 0 0 0,-1 0 0 0 0,7 8-1 0 0,-8-9-126 0 0,-1 1 0 0 0,0 0-1 0 0,0 1 1 0 0,0-1-1 0 0,0 0 1 0 0,-1 0 0 0 0,0 1-1 0 0,1-1 1 0 0,-1 1 0 0 0,0-1-1 0 0,-1 1 1 0 0,1 0-1 0 0,-1-1 1 0 0,1 1 0 0 0,-1 0-1 0 0,0-1 1 0 0,-1 7-1 0 0,-2 4-370 0 0,0 0-1 0 0,-1 0 0 0 0,0 0 1 0 0,-1-1-1 0 0,-1 0 0 0 0,0 0 1 0 0,-1 0-1 0 0,-1-1 0 0 0,-13 18 1 0 0,10-14-4414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3681 0 0,'17'-8'113'0'0,"-16"7"171"0"0,0 1 1 0 0,0-1-1 0 0,0 1 0 0 0,0 0 1 0 0,1 0-1 0 0,-1 0 0 0 0,0 0 1 0 0,0 0-1 0 0,0 0 0 0 0,0 0 1 0 0,1 0-1 0 0,-1 0 1 0 0,0 0-1 0 0,0 0 0 0 0,1 1 1 0 0,0 0 99 0 0,0 1 1 0 0,0-1-1 0 0,-1 0 1 0 0,1 1-1 0 0,-1-1 1 0 0,1 1-1 0 0,-1 0 1 0 0,1-1-1 0 0,-1 1 1 0 0,0 0-1 0 0,0 0 1 0 0,0 0-1 0 0,0 0 1 0 0,0 0-1 0 0,0 0 1 0 0,0 3 0 0 0,8 23 998 0 0,-1-3-803 0 0,19 40-1 0 0,-24-60-611 0 0,0 1 0 0 0,0-1 0 0 0,1 1 0 0 0,-1-1-1 0 0,1 0 1 0 0,0 0 0 0 0,1 0 0 0 0,-1-1 0 0 0,1 0 0 0 0,0 1-1 0 0,0-2 1 0 0,8 6 0 0 0,-11-8-34 0 0,-1-1-1 0 0,1 1 1 0 0,0 0-1 0 0,0-1 1 0 0,0 1 0 0 0,0-1-1 0 0,0 1 1 0 0,0-1-1 0 0,1 0 1 0 0,-1 0 0 0 0,0 0-1 0 0,0 0 1 0 0,0 0-1 0 0,0 0 1 0 0,0-1 0 0 0,0 1-1 0 0,0-1 1 0 0,0 1-1 0 0,2-2 1 0 0,0 0-151 0 0,0-1 0 0 0,0 1 0 0 0,-1 0 0 0 0,1-1-1 0 0,-1 0 1 0 0,0 0 0 0 0,0 0 0 0 0,5-7 0 0 0,2-4-607 0 0,-1-1 0 0 0,-1 0 1 0 0,11-25-1 0 0,-19 39 806 0 0,21-56-579 0 0,-14 37 1511 0 0,0 0 1 0 0,12-21-1 0 0,-19 43-286 0 0,1 1 0 0 0,-1 0 0 0 0,1 0 0 0 0,-1 0 0 0 0,1 0 0 0 0,0-1 0 0 0,0 1 0 0 0,0 0 0 0 0,3 3-1 0 0,0 4-496 0 0,1-1-1 0 0,1 0 0 0 0,-1 0 1 0 0,2 0-1 0 0,10 12 1 0 0,-12-17-319 0 0,1 1 1 0 0,0-1-1 0 0,0 0 1 0 0,0 0 0 0 0,1-1-1 0 0,-1 0 1 0 0,1 0-1 0 0,10 3 1 0 0,-11-4-822 0 0,-1-1 0 0 0,1 0 0 0 0,-1-1 0 0 0,1 1 0 0 0,0-1 0 0 0,10-1 0 0 0,1-1-3706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14 7370 0 0,'-1'-1'200'0'0,"1"0"0"0"0,-1 0 0 0 0,1 1 0 0 0,-1-1 0 0 0,0 0 0 0 0,1 0 0 0 0,-1 0 0 0 0,0 0 0 0 0,0 1 0 0 0,1-1 0 0 0,-1 0 0 0 0,0 0 0 0 0,0 1 0 0 0,0-1 0 0 0,0 1 0 0 0,-1-1 0 0 0,1 1-105 0 0,1 0 0 0 0,0 0 0 0 0,-1 1 0 0 0,1-1 0 0 0,0 0 0 0 0,-1 0 1 0 0,1 1-1 0 0,0-1 0 0 0,0 0 0 0 0,-1 0 0 0 0,1 1 0 0 0,0-1 0 0 0,0 0 0 0 0,-1 1 0 0 0,1-1 0 0 0,0 0 1 0 0,0 1-1 0 0,0-1 0 0 0,-1 0 0 0 0,1 1 0 0 0,0-1 0 0 0,0 1 0 0 0,0-1 0 0 0,0 0 0 0 0,0 1 0 0 0,0-1 0 0 0,0 1 1 0 0,0 0-1 0 0,2 47 3221 0 0,-1-33-2900 0 0,2 47 834 0 0,4 0 1 0 0,22 102 0 0 0,-4-70-3119 0 0,3 0-3540 0 0,-21-70-510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1376 0 0,'8'-7'128'0'0,"-2"3"-128"0"0,1 0 0 0 0,0 0 0 0 0,0-1 376 0 0,0 3 48 0 0,1 0 17 0 0,7-3-1 0 0,13-4 80 0 0,8 0 24 0 0,6-4 0 0 0,-1 3 0 0 0,-4 0-400 0 0,-3 1-80 0 0,-5 0-64 0 0,-4 2 104 0 0,-7 2-104 0 0,-4-1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5985 0 0,'-1'1'306'0'0,"-1"0"0"0"0,1 1 1 0 0,0-1-1 0 0,-1 0 0 0 0,1 1 0 0 0,0-1 0 0 0,0 1 0 0 0,0-1 0 0 0,0 1 0 0 0,0 0 0 0 0,1-1 0 0 0,-1 1 1 0 0,0 0-1 0 0,1 0 0 0 0,0 0 0 0 0,-1-1 0 0 0,1 1 0 0 0,0 0 0 0 0,0 0 0 0 0,0 0 0 0 0,0 0 0 0 0,0 0 0 0 0,0-1 1 0 0,1 3-1 0 0,9 50 3364 0 0,-9-49-3294 0 0,37 144 2895 0 0,23 72-3938 0 0,-58-202 32 0 0,0-11-2458 0 0,2-22 568 0 0,9-41 603 0 0,21-70 1457 0 0,-29 107 1018 0 0,1 1-1 0 0,0 0 1 0 0,2 0-1 0 0,18-28 1 0 0,-21 37-75 0 0,1 0 0 0 0,0 1-1 0 0,0 0 1 0 0,11-9 0 0 0,-16 14-296 0 0,1 0-1 0 0,0 1 1 0 0,0-1 0 0 0,0 0 0 0 0,0 1 0 0 0,0 0-1 0 0,6-2 1 0 0,-8 3-102 0 0,0-1 0 0 0,1 1 0 0 0,-1 0 0 0 0,0 0 1 0 0,0 0-1 0 0,0 0 0 0 0,0 0 0 0 0,1 0 0 0 0,-1 1 0 0 0,0-1 0 0 0,0 0 0 0 0,0 0 0 0 0,0 1 0 0 0,0-1 1 0 0,0 1-1 0 0,1-1 0 0 0,-1 1 0 0 0,0 0 0 0 0,0-1 0 0 0,-1 1 0 0 0,3 1 0 0 0,1 4 35 0 0,-1 0-1 0 0,0 0 1 0 0,0 0-1 0 0,0 1 1 0 0,0-1-1 0 0,-1 1 1 0 0,0-1-1 0 0,-1 1 1 0 0,0 0-1 0 0,1 11 1 0 0,3 10 15 0 0,2-2-285 0 0,0 0 0 0 0,12 25-1 0 0,8-3-2580 0 0,-22-41 1225 0 0,0 0-1 0 0,1 0 1 0 0,0-1 0 0 0,7 7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4529 0 0,'4'1'400'0'0,"-3"-1"-320"0"0,2 0-80 0 0,-2-1 0 0 0,1-1 0 0 0,1 1 0 0 0,-1 0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0,'0'0'602'0'0,"3"24"2910"0"0,3 79-1826 0 0,-6-75-3063 0 0,1 0 0 0 0,2 0 1 0 0,6 28-1 0 0,-3-32 1324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27 10138 0 0,'-29'-10'2072'0'0,"22"7"-1315"0"0,0 0 0 0 0,0 0 0 0 0,-1 1 0 0 0,1 0 0 0 0,-1 1 0 0 0,-9-1 0 0 0,25 31-6281 0 0,-2-9 3389 0 0,1 4-9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0,'4'15'10363'0'0,"21"48"-7808"0"0,-4-8-1819 0 0,-7-9-1252 0 0,-2 1-1 0 0,8 59 1 0 0,-18-89-827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1 123 2304 0 0,'2'-6'306'0'0,"0"0"0"0"0,1 0 0 0 0,0 0 0 0 0,0 0 0 0 0,0 0-1 0 0,1 1 1 0 0,0 0 0 0 0,0-1 0 0 0,0 2 0 0 0,0-1 0 0 0,1 0-1 0 0,9-6 1 0 0,-7 5 184 0 0,-1 1 0 0 0,1 1 1 0 0,0-1-1 0 0,1 1 0 0 0,-1 0 0 0 0,1 1 0 0 0,0-1 0 0 0,0 2 0 0 0,14-4 0 0 0,-18 5-306 0 0,-1 0 0 0 0,1 1 0 0 0,0 0 0 0 0,0 0 0 0 0,0 0 0 0 0,-1 0 0 0 0,1 0 0 0 0,0 1 0 0 0,0 0 0 0 0,-1 0 0 0 0,1 0 0 0 0,0 0 1 0 0,-1 0-1 0 0,1 1 0 0 0,-1 0 0 0 0,1-1 0 0 0,-1 1 0 0 0,0 1 0 0 0,0-1 0 0 0,0 0 0 0 0,0 1 0 0 0,0-1 0 0 0,-1 1 0 0 0,1 0 0 0 0,-1 0 0 0 0,4 6 0 0 0,-3-4-113 0 0,-1 0 0 0 0,0 1 0 0 0,0-1 0 0 0,-1 1 0 0 0,1-1 0 0 0,-1 1 0 0 0,-1-1 0 0 0,1 1 0 0 0,-1 0 0 0 0,0-1 0 0 0,0 1 0 0 0,0 0 0 0 0,-1-1 0 0 0,0 1 0 0 0,0 0 0 0 0,-1-1 0 0 0,-2 8 0 0 0,-6 10-917 0 0,-17 33 0 0 0,25-54 571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1 132 2304 0 0,'3'-3'619'0'0,"1"0"0"0"0,-1 0-1 0 0,1 0 1 0 0,0 1-1 0 0,0-1 1 0 0,0 1-1 0 0,0 0 1 0 0,0 0-1 0 0,0 0 1 0 0,0 1 0 0 0,1-1-1 0 0,6 0 1 0 0,-9 2-420 0 0,0-1 0 0 0,0 1 0 0 0,0 0 0 0 0,0 0 1 0 0,0 1-1 0 0,0-1 0 0 0,0 0 0 0 0,0 0 0 0 0,0 1 1 0 0,0 0-1 0 0,0-1 0 0 0,0 1 0 0 0,-1 0 0 0 0,1 0 1 0 0,0 0-1 0 0,-1 0 0 0 0,1 0 0 0 0,0 0 0 0 0,-1 0 1 0 0,1 0-1 0 0,-1 1 0 0 0,0-1 0 0 0,1 1 0 0 0,-1-1 1 0 0,0 1-1 0 0,0-1 0 0 0,0 1 0 0 0,0 0 0 0 0,0 0 1 0 0,1 2-1 0 0,-1-1-98 0 0,3 8 148 0 0,1 1 0 0 0,0-1-1 0 0,0-1 1 0 0,1 1 0 0 0,12 14-1 0 0,-17-23-254 0 0,1 0-1 0 0,-1 0 1 0 0,1-1-1 0 0,0 1 0 0 0,-1-1 1 0 0,1 0-1 0 0,0 1 1 0 0,0-1-1 0 0,0 0 0 0 0,0 0 1 0 0,0 0-1 0 0,0 0 1 0 0,1 0-1 0 0,-1-1 1 0 0,0 1-1 0 0,0-1 0 0 0,0 1 1 0 0,1-1-1 0 0,-1 0 1 0 0,0 0-1 0 0,1 0 0 0 0,-1 0 1 0 0,0 0-1 0 0,0-1 1 0 0,1 1-1 0 0,-1-1 0 0 0,0 1 1 0 0,0-1-1 0 0,0 0 1 0 0,0 0-1 0 0,0 0 0 0 0,0 0 1 0 0,0 0-1 0 0,0 0 1 0 0,0 0-1 0 0,3-4 0 0 0,3-2-249 0 0,0-1 0 0 0,0 1-1 0 0,-1-2 1 0 0,0 1-1 0 0,-1-1 1 0 0,0 0 0 0 0,0 0-1 0 0,-1-1 1 0 0,-1 1-1 0 0,1-1 1 0 0,5-20-1 0 0,-4 13 321 0 0,1 0-1 0 0,17-28 0 0 0,-24 44 25 0 0,1 0 1 0 0,-1 0-1 0 0,1 0 0 0 0,0 0 0 0 0,-1 0 0 0 0,1 0 1 0 0,0 0-1 0 0,0 0 0 0 0,0 0 0 0 0,0 0 0 0 0,0 1 1 0 0,0-1-1 0 0,0 0 0 0 0,0 1 0 0 0,0-1 0 0 0,0 1 0 0 0,0-1 1 0 0,0 1-1 0 0,0-1 0 0 0,0 1 0 0 0,1 0 0 0 0,-1 0 1 0 0,2-1-1 0 0,-1 2 7 0 0,0-1 0 0 0,-1 1 0 0 0,1-1 0 0 0,-1 1 0 0 0,1 0 0 0 0,-1-1 1 0 0,1 1-1 0 0,-1 0 0 0 0,1 0 0 0 0,-1 0 0 0 0,0 0 0 0 0,1 1 0 0 0,-1-1 0 0 0,0 0 0 0 0,1 2 1 0 0,6 7 230 0 0,-1 1 1 0 0,0 1 0 0 0,8 19-1 0 0,-9-18-370 0 0,5 7-881 0 0,1-1 0 0 0,20 27 0 0 0,-24-36-341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6913 0 0,'0'-1'99'0'0,"0"1"-1"0"0,0 0 1 0 0,0-1-1 0 0,0 1 1 0 0,0 0-1 0 0,0-1 1 0 0,0 1-1 0 0,0 0 1 0 0,0-1-1 0 0,1 1 0 0 0,-1 0 1 0 0,0 0-1 0 0,0-1 1 0 0,0 1-1 0 0,0 0 1 0 0,0-1-1 0 0,0 1 1 0 0,1 0-1 0 0,-1-1 0 0 0,0 1 1 0 0,0 0-1 0 0,1 0 1 0 0,-1-1-1 0 0,0 1 1 0 0,0 0-1 0 0,1 0 1 0 0,-1 0-1 0 0,0 0 0 0 0,0-1 1 0 0,1 1-1 0 0,-1 0 1 0 0,0 0-1 0 0,1 0 1 0 0,-1 0-1 0 0,0 0 1 0 0,1 0-1 0 0,14 4 3316 0 0,11 15 398 0 0,-11 3-3367 0 0,-2 1-1 0 0,0 1 0 0 0,-1 0 0 0 0,-2 0 0 0 0,0 1 0 0 0,6 31 0 0 0,5 6-392 0 0,-9-28-341 0 0,7 18-686 0 0,-7-18-4057 0 0,-2-7-1261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88 11058 0 0,'0'0'25'0'0,"0"0"0"0"0,0 0-1 0 0,0 0 1 0 0,-1 0 0 0 0,1 0-1 0 0,0 0 1 0 0,0-1-1 0 0,0 1 1 0 0,0 0 0 0 0,0 0-1 0 0,0 0 1 0 0,-1 0 0 0 0,1 0-1 0 0,0 0 1 0 0,0 0 0 0 0,0-1-1 0 0,0 1 1 0 0,0 0 0 0 0,0 0-1 0 0,0 0 1 0 0,0 0-1 0 0,0 0 1 0 0,0-1 0 0 0,0 1-1 0 0,0 0 1 0 0,0 0 0 0 0,0 0-1 0 0,0 0 1 0 0,0-1 0 0 0,0 1-1 0 0,0 0 1 0 0,0 0-1 0 0,0 0 1 0 0,0 0 0 0 0,0-1-1 0 0,0 1 1 0 0,0 0 0 0 0,0 0-1 0 0,0 0 1 0 0,0 0 0 0 0,0 0-1 0 0,0-1 1 0 0,0 1 0 0 0,0 0-1 0 0,1 0 1 0 0,-1 0-1 0 0,0 0 1 0 0,0 0 0 0 0,11-8 720 0 0,14-4 24 0 0,12-3-795 0 0,1 3 0 0 0,0 1-1 0 0,61-10 1 0 0,-71 18 26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10138 0 0,'11'14'11177'0'0,"-5"-7"-11095"0"0,0 1-1 0 0,0 0 1 0 0,-1 0-1 0 0,-1 1 1 0 0,1-1-1 0 0,-2 1 1 0 0,1 0-1 0 0,-1 0 1 0 0,0 0-1 0 0,-1 1 1 0 0,3 17-1 0 0,-4-7 71 0 0,-1 0 0 0 0,0 0 0 0 0,-2 0 0 0 0,-6 36 0 0 0,6-45-152 0 0,2 0 0 0 0,-1 0 0 0 0,1-1 0 0 0,1 1 0 0 0,0 0 0 0 0,0 0 0 0 0,1-1 0 0 0,1 1 0 0 0,6 17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9674 0 0,'-6'14'5577'0'0,"6"-11"-5049"0"0,0 1-136 0 0,3-2-23 0 0,0 0-9 0 0,0-2-736 0 0,2-2-145 0 0,1 0-31 0 0,0-1-8 0 0,2 0 432 0 0,-1-1 128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10594 0 0,'2'1'219'0'0,"-1"-1"-1"0"0,1 1 0 0 0,-1 0 1 0 0,0 0-1 0 0,0 0 1 0 0,0 0-1 0 0,1 0 0 0 0,-1 0 1 0 0,0 0-1 0 0,0 0 1 0 0,0 0-1 0 0,0 0 0 0 0,-1 0 1 0 0,1 1-1 0 0,0-1 0 0 0,0 0 1 0 0,0 3-1 0 0,12 24 1460 0 0,-5 1-729 0 0,0 0 0 0 0,4 33 0 0 0,-7-30-820 0 0,14 46 0 0 0,-19-78-140 0 0,0 0-1 0 0,0 0 0 0 0,0 1 1 0 0,0-1-1 0 0,0 0 1 0 0,0 0-1 0 0,0 0 1 0 0,0 1-1 0 0,0-1 1 0 0,0 0-1 0 0,0 0 0 0 0,0 0 1 0 0,0 1-1 0 0,0-1 1 0 0,0 0-1 0 0,0 0 1 0 0,0 0-1 0 0,0 1 1 0 0,1-1-1 0 0,-1 0 0 0 0,0 0 1 0 0,0 0-1 0 0,0 0 1 0 0,0 1-1 0 0,0-1 1 0 0,0 0-1 0 0,1 0 1 0 0,-1 0-1 0 0,0 0 1 0 0,0 0-1 0 0,0 0 0 0 0,0 1 1 0 0,0-1-1 0 0,1 0 1 0 0,-1 0-1 0 0,0 0 1 0 0,0 0-1 0 0,0 0 1 0 0,1 0-1 0 0,-1 0 0 0 0,0 0 1 0 0,0 0-1 0 0,0 0 1 0 0,1 0-1 0 0,-1 0 1 0 0,0 0-1 0 0,0 0 1 0 0,0 0-1 0 0,1 0 0 0 0,-1 0 1 0 0,4-13-1447 0 0,0-20-1235 0 0,-3 32 2661 0 0,-1-8-699 0 0,4-35-1718 0 0,10-47 0 0 0,-12 79 2659 0 0,1 1 0 0 0,0-1 0 0 0,1 1 0 0 0,0 0 0 0 0,1 0 0 0 0,0 1 0 0 0,1-1-1 0 0,0 1 1 0 0,10-12 0 0 0,-15 20-152 0 0,0 1-1 0 0,1-1 1 0 0,-1 1-1 0 0,0 0 0 0 0,1-1 1 0 0,-1 1-1 0 0,1 0 0 0 0,-1 0 1 0 0,1 0-1 0 0,0 0 1 0 0,-1 0-1 0 0,1 0 0 0 0,0 1 1 0 0,0-1-1 0 0,0 0 1 0 0,-1 1-1 0 0,1 0 0 0 0,0-1 1 0 0,0 1-1 0 0,0 0 1 0 0,0 0-1 0 0,0 0 0 0 0,3 0 1 0 0,-2 1 147 0 0,0 1 1 0 0,0-1-1 0 0,0 0 1 0 0,0 1 0 0 0,0 0-1 0 0,0-1 1 0 0,0 1-1 0 0,0 1 1 0 0,-1-1-1 0 0,1 0 1 0 0,-1 0 0 0 0,3 4-1 0 0,6 9 781 0 0,0 0-1 0 0,-2 0 1 0 0,15 31-1 0 0,-23-44-979 0 0,30 72-3552 0 0,-23-56-2158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0,'1'2'400'0'0,"0"1"1"0"0,1-1-1 0 0,-1 0 0 0 0,1 0 1 0 0,-1 0-1 0 0,1 1 1 0 0,0-1-1 0 0,-1-1 1 0 0,1 1-1 0 0,0 0 0 0 0,3 1 1 0 0,5 7 867 0 0,2 5-87 0 0,0 1 0 0 0,-1 0 0 0 0,0 1 1 0 0,-1 0-1 0 0,12 31 0 0 0,27 96-827 0 0,-17-42-6127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4609 0 0,'0'-4'168'0'0,"0"-1"1"0"0,1 1-1 0 0,-1 0 1 0 0,1-1-1 0 0,0 1 1 0 0,0 0 0 0 0,1 0-1 0 0,-1 0 1 0 0,1 0-1 0 0,0 0 1 0 0,0 0-1 0 0,0 0 1 0 0,1 1-1 0 0,-1-1 1 0 0,1 1-1 0 0,0-1 1 0 0,0 1-1 0 0,0 0 1 0 0,6-5-1 0 0,2 0 693 0 0,1 0 0 0 0,-1 1 1 0 0,1 0-1 0 0,0 1 0 0 0,1 0 0 0 0,18-5 0 0 0,-26 9-632 0 0,-1 1 0 0 0,1-1 1 0 0,-1 1-1 0 0,1 0 0 0 0,0 0 0 0 0,-1 1 0 0 0,1 0 0 0 0,0-1 0 0 0,0 2 0 0 0,-1-1 0 0 0,1 0 0 0 0,0 1 0 0 0,0 0 0 0 0,-1 0 0 0 0,1 0 1 0 0,-1 1-1 0 0,1 0 0 0 0,-1 0 0 0 0,0 0 0 0 0,1 0 0 0 0,-1 0 0 0 0,4 4 0 0 0,-6-4-178 0 0,0 1 0 0 0,0 0 0 0 0,-1 0 0 0 0,1-1 0 0 0,-1 1 0 0 0,1 0 0 0 0,-1 0 0 0 0,0 0 0 0 0,0 0 0 0 0,0 1 0 0 0,0-1 0 0 0,-1 0 0 0 0,1 0 0 0 0,-1 1 0 0 0,0-1-1 0 0,0 0 1 0 0,0 0 0 0 0,0 1 0 0 0,-1-1 0 0 0,1 0 0 0 0,-1 0 0 0 0,0 0 0 0 0,0 1 0 0 0,0-1 0 0 0,0 0 0 0 0,-3 4 0 0 0,-3 8-132 0 0,-1 1 1 0 0,-1-1-1 0 0,-15 20 1 0 0,-11 8-1254 0 0,27-34 286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1 104 12443 0 0,'0'22'2145'0'0,"2"0"0"0"0,5 30 1 0 0,-5-40-1813 0 0,1-1 0 0 0,0 0 1 0 0,1 0-1 0 0,0 0 1 0 0,1 0-1 0 0,7 12 1 0 0,-12-22-359 0 0,0-1 1 0 0,1 1 0 0 0,-1 0 0 0 0,1 0 0 0 0,-1-1-1 0 0,1 1 1 0 0,-1 0 0 0 0,1-1 0 0 0,-1 1 0 0 0,1-1-1 0 0,0 1 1 0 0,-1-1 0 0 0,1 1 0 0 0,0-1 0 0 0,-1 1-1 0 0,1-1 1 0 0,0 1 0 0 0,0-1 0 0 0,-1 0 0 0 0,1 1 0 0 0,0-1-1 0 0,0 0 1 0 0,0 0 0 0 0,-1 0 0 0 0,1 0 0 0 0,0 0-1 0 0,1 0 1 0 0,0 0-101 0 0,-1-1 0 0 0,0 0 0 0 0,1 1 0 0 0,-1-1 0 0 0,0 0 0 0 0,0 0 0 0 0,0 0 0 0 0,0 0 0 0 0,1 0 0 0 0,-1 0 0 0 0,-1 0 0 0 0,1-1 0 0 0,0 1-1 0 0,1-2 1 0 0,4-9-1398 0 0,0-1-1 0 0,8-24 0 0 0,-10 25 589 0 0,45-97-4568 0 0,6 7 14671 0 0,-54 102-8964 0 0,16 12 2984 0 0,16 30-2415 0 0,-28-36-337 0 0,15 24-466 0 0,17 22-395 0 0,-34-48 6 0 0,0-1 0 0 0,1 1-1 0 0,-1-1 1 0 0,1 0 0 0 0,0 0-1 0 0,0 0 1 0 0,0 0 0 0 0,1-1-1 0 0,-1 1 1 0 0,5 1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7370 0 0,'0'0'568'0'0,"16"15"5852"0"0,-9-5-5216 0 0,-1 0 1 0 0,1 0 0 0 0,-1 1-1 0 0,-1 0 1 0 0,7 21-1 0 0,14 65 268 0 0,-1-6-1512 0 0,-20-78-610 0 0,-2-3-192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12443 0 0,'85'-20'5273'0'0,"-11"-9"-3738"0"0,34-12-2926 0 0,-94 37 359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6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10138 0 0,'0'0'165'0'0,"1"0"-1"0"0,-1 0 0 0 0,1 0 1 0 0,-1 1-1 0 0,1-1 0 0 0,0 0 1 0 0,-1 0-1 0 0,1 0 0 0 0,-1 0 1 0 0,1 1-1 0 0,-1-1 1 0 0,1 0-1 0 0,-1 0 0 0 0,0 1 1 0 0,1-1-1 0 0,-1 0 0 0 0,1 1 1 0 0,-1-1-1 0 0,0 1 1 0 0,1-1-1 0 0,-1 0 0 0 0,0 1 1 0 0,1-1-1 0 0,-1 1 0 0 0,0-1 1 0 0,1 1-1 0 0,-1-1 0 0 0,0 1 1 0 0,0-1-1 0 0,0 1 1 0 0,0-1-1 0 0,0 1 0 0 0,1 0 1 0 0,-1-1-1 0 0,0 1 0 0 0,0-1 1 0 0,0 1-1 0 0,0-1 1 0 0,-1 1-1 0 0,1 0 0 0 0,-6 27 1619 0 0,4-18-1418 0 0,-2 20 63 0 0,2 1-1 0 0,1 0 0 0 0,2-1 1 0 0,1 1-1 0 0,1 0 0 0 0,12 50 1 0 0,-10-65-477 0 0,0 0 1 0 0,1 0 0 0 0,0 0 0 0 0,15 25-1 0 0,-11-24-441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9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280 918 5065 0 0,'-6'3'443'0'0,"6"-2"-423"0"0,-1-1 0 0 0,0 1 0 0 0,0 0 0 0 0,0-1 1 0 0,1 1-1 0 0,-1-1 0 0 0,0 1 0 0 0,1 0 0 0 0,-1 0 0 0 0,0-1 0 0 0,1 1 0 0 0,-1 0 0 0 0,1 0 0 0 0,-1 0 0 0 0,1 0 0 0 0,-1 1 0 0 0,13-23 2095 0 0,-10 18-2089 0 0,1-1 1 0 0,-1 1 0 0 0,0-1-1 0 0,0 1 1 0 0,-1-1 0 0 0,1 0-1 0 0,-1 0 1 0 0,0 0 0 0 0,0 0-1 0 0,0 0 1 0 0,0 0-1 0 0,-1 0 1 0 0,1 0 0 0 0,-1 0-1 0 0,0 0 1 0 0,-1 0 0 0 0,1 0-1 0 0,-2-6 1 0 0,-1-1 10 0 0,-1 0 1 0 0,0 0-1 0 0,-1 0 1 0 0,0 0-1 0 0,-1 1 1 0 0,-11-16-1 0 0,-49-56 1835 0 0,35 46-1106 0 0,14 13-478 0 0,0-1-1 0 0,1 0 0 0 0,2-1 0 0 0,0-1 0 0 0,2 0 0 0 0,1-1 0 0 0,1 0 0 0 0,-12-52 0 0 0,16 45-343 0 0,1 0 0 0 0,1 1 0 0 0,2-2-1 0 0,1 1 1 0 0,2 0 0 0 0,2 0-1 0 0,8-41 1 0 0,-6 43-4782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4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405 1078 2304 0 0,'9'-1'11779'0'0,"-12"-3"-11686"0"0,0 1-1 0 0,0-1 1 0 0,-1 1 0 0 0,1 0-1 0 0,-1 0 1 0 0,0 1 0 0 0,0-1 0 0 0,0 1-1 0 0,0 0 1 0 0,-5-2 0 0 0,-54-19 1121 0 0,0 1-351 0 0,56 18-777 0 0,1 1 0 0 0,-1-1 0 0 0,1 0 1 0 0,-1-1-1 0 0,1 0 0 0 0,1 0 1 0 0,-1 0-1 0 0,1 0 0 0 0,0-1 0 0 0,0 0 1 0 0,0 0-1 0 0,-6-13 0 0 0,6 9 1 0 0,1-1-1 0 0,1 1 1 0 0,-1-1-1 0 0,2 0 1 0 0,-1 0-1 0 0,2 0 1 0 0,-1-1 0 0 0,1-12-1 0 0,2-63 311 0 0,13-99-1 0 0,1-46-238 0 0,-17 195 13 0 0,-3-1-1 0 0,0 1 1 0 0,-3 0 0 0 0,-1 1-1 0 0,-27-68 1 0 0,36 103-170 0 0,0 0 0 0 0,-1 0-1 0 0,1 0 1 0 0,0 1 0 0 0,-1-1-1 0 0,1 0 1 0 0,-1 0 0 0 0,1 0 0 0 0,-1 1-1 0 0,1-1 1 0 0,-1 0 0 0 0,0 1-1 0 0,1-1 1 0 0,-1 0 0 0 0,0 1 0 0 0,0-1-1 0 0,1 1 1 0 0,-1-1 0 0 0,0 1 0 0 0,0-1-1 0 0,0 1 1 0 0,0 0 0 0 0,0 0-1 0 0,1-1 1 0 0,-1 1 0 0 0,0 0 0 0 0,0 0-1 0 0,0 0 1 0 0,0 0 0 0 0,-2 0-1 0 0,0 0 52 0 0,0 1 0 0 0,0 0 0 0 0,0 0 0 0 0,1 0 0 0 0,-1 0 0 0 0,0 0 0 0 0,0 1 0 0 0,1-1 0 0 0,-1 1 0 0 0,-2 2 0 0 0,-26 26-1370 0 0,29-28 753 0 0,1 1 0 0 0,-1-1 0 0 0,0 1 0 0 0,1-1 0 0 0,0 1 0 0 0,0-1 0 0 0,-1 1 0 0 0,1 0-1 0 0,0 3 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5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1583 5065 0 0,'-24'13'2533'0'0,"18"-11"-2023"0"0,0 0 0 0 0,0-1-1 0 0,0 1 1 0 0,0-2 0 0 0,0 1 0 0 0,-1 0 0 0 0,1-1 0 0 0,0 0 0 0 0,0-1 0 0 0,0 1 0 0 0,-11-4 0 0 0,12 3-338 0 0,-1-2 0 0 0,0 1 0 0 0,1-1 1 0 0,0 0-1 0 0,0 0 0 0 0,0 0 0 0 0,0-1 0 0 0,0 1 0 0 0,1-1 0 0 0,-1-1 1 0 0,1 1-1 0 0,0 0 0 0 0,1-1 0 0 0,-1 0 0 0 0,1 0 0 0 0,0 0 0 0 0,0 0 1 0 0,-4-11-1 0 0,-1-6 96 0 0,0 0 0 0 0,2-1 1 0 0,1 1-1 0 0,1-1 0 0 0,0 0 1 0 0,2-1-1 0 0,1-29 1 0 0,3-14 21 0 0,14-84 1 0 0,-5 78-145 0 0,3-1-1 0 0,4 2 0 0 0,3 1 1 0 0,2 0-1 0 0,4 1 0 0 0,3 2 1 0 0,69-115-1 0 0,-55 114-80 0 0,84-146 244 0 0,-123 206-261 0 0,-1 0 1 0 0,0-1 0 0 0,-1 1 0 0 0,3-16 0 0 0,-5 23-85 0 0,0 0 0 0 0,-1 0 1 0 0,1 0-1 0 0,-1 0 0 0 0,0 0 1 0 0,0-1-1 0 0,0 1 1 0 0,0 0-1 0 0,0 0 0 0 0,0 0 1 0 0,-1-1-1 0 0,1 1 0 0 0,-1 0 1 0 0,1 0-1 0 0,-1 0 1 0 0,0 0-1 0 0,0 0 0 0 0,0 0 1 0 0,0 0-1 0 0,0 0 0 0 0,0 0 1 0 0,-1 1-1 0 0,1-1 1 0 0,-1 0-1 0 0,1 1 0 0 0,-1-1 1 0 0,-2-1-1 0 0,-1 1-1292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39 4145 0 0,'-29'13'1867'0'0,"20"-9"-722"0"0,0 0 1 0 0,0 0-1 0 0,-14 10 0 0 0,22-14-1119 0 0,1 0 1 0 0,0 0-1 0 0,0 0 0 0 0,0 0 1 0 0,0 0-1 0 0,0 0 0 0 0,0 0 1 0 0,0 1-1 0 0,0-1 0 0 0,0 0 1 0 0,0 0-1 0 0,0 0 0 0 0,-1 0 1 0 0,1 0-1 0 0,0 0 27 0 0,0 0-27 0 0,0 0 0 0 0,0 0 1 0 0,0 0-1 0 0,0 0 1 0 0,0 0-1 0 0,0 0 0 0 0,0 0 1 0 0,0 1-1 0 0,0-1 0 0 0,0 0 1 0 0,0 0-1 0 0,0 0 0 0 0,0 0 1 0 0,0 0-1 0 0,0 0 0 0 0,0 0 1 0 0,0 0-1 0 0,0 0 0 0 0,0 0 1 0 0,0 1-1 0 0,0-1 0 0 0,0 0 1 0 0,0 0-1 0 0,0 0 0 0 0,0 0 1 0 0,0 0-1 0 0,0 0 0 0 0,0 0 1 0 0,0 0-1 0 0,0 0 0 0 0,0 0 1 0 0,0 0-1 0 0,0 1 1 0 0,0-1-1 0 0,0 0 0 0 0,0 0 1 0 0,0 0-1 0 0,1 0 0 0 0,-1 0 1 0 0,0 0-1 0 0,0 0 0 0 0,0 0 1 0 0,0 0-1 0 0,0 0 0 0 0,0 0 1 0 0,0 0-1 0 0,0 0 0 0 0,0 0 1 0 0,0 0-1 0 0,0 0 0 0 0,1 0 1 0 0,-1 0-1 0 0,11 1 606 0 0,12-3-251 0 0,160-44 630 0 0,-73 14-997 0 0,-109 32-14 0 0,-1 0 0 0 0,1-1 0 0 0,0 1 0 0 0,0 0-1 0 0,0 0 1 0 0,0-1 0 0 0,-1 1 0 0 0,1 0 0 0 0,0 0 0 0 0,0 0 0 0 0,0 0-1 0 0,0 0 1 0 0,0 0 0 0 0,0 0 0 0 0,-1 0 0 0 0,1 0 0 0 0,0 1 0 0 0,0-1-1 0 0,0 0 1 0 0,0 0 0 0 0,-1 1 0 0 0,1-1 0 0 0,0 1 0 0 0,0-1 0 0 0,-1 1-1 0 0,1-1 1 0 0,0 1 0 0 0,-1-1 0 0 0,1 1 0 0 0,0 0 0 0 0,0 2 22 0 0,0-1 1 0 0,-1 1 0 0 0,1-1-1 0 0,-1 1 1 0 0,1 0 0 0 0,-1-1-1 0 0,0 1 1 0 0,-1 4-1 0 0,1 6 181 0 0,-2 59 588 0 0,2 55 373 0 0,1-107-1419 0 0,1 0-1 0 0,0 0 1 0 0,2-1 0 0 0,7 24-1 0 0,-6-28-5321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109 113 7834 0 0,'-1'-1'161'0'0,"1"0"1"0"0,-1 0 0 0 0,0-1 0 0 0,1 1-1 0 0,-1 0 1 0 0,0 0 0 0 0,0 0 0 0 0,1 0-1 0 0,-1 0 1 0 0,0 0 0 0 0,0 0 0 0 0,0 1 0 0 0,0-1-1 0 0,0 0 1 0 0,0 0 0 0 0,-1 1 0 0 0,-1-2-1 0 0,-22-10 1967 0 0,24 12-1917 0 0,0-1-104 0 0,0 0 0 0 0,-1 0 0 0 0,1 1-1 0 0,-1-1 1 0 0,1 0 0 0 0,-1 1 0 0 0,0-1-1 0 0,1 1 1 0 0,-1 0 0 0 0,1-1 0 0 0,-1 1 0 0 0,0 0-1 0 0,1 0 1 0 0,-1 0 0 0 0,0 0 0 0 0,1 0 0 0 0,-1 1-1 0 0,0-1 1 0 0,1 0 0 0 0,-1 1 0 0 0,1-1 0 0 0,-1 1-1 0 0,1 0 1 0 0,-1-1 0 0 0,1 1 0 0 0,-1 0 0 0 0,1 0-1 0 0,-1 0 1 0 0,1 0 0 0 0,0 0 0 0 0,0 0 0 0 0,0 0-1 0 0,-1 1 1 0 0,1-1 0 0 0,0 0 0 0 0,1 1 0 0 0,-1-1-1 0 0,-1 2 1 0 0,0 3 17 0 0,0-1-1 0 0,1 0 1 0 0,0 1-1 0 0,0-1 1 0 0,0 1-1 0 0,0 0 1 0 0,1-1-1 0 0,0 1 0 0 0,1 10 1 0 0,1-4-134 0 0,0 0 0 0 0,0 0 1 0 0,1 0-1 0 0,0 0 0 0 0,1-1 0 0 0,0 1 1 0 0,1-1-1 0 0,1 0 0 0 0,9 15 0 0 0,-11-20 1 0 0,1-1 0 0 0,-1 1 0 0 0,1-1 0 0 0,0 0 0 0 0,1-1 0 0 0,-1 1 0 0 0,1-1 0 0 0,0 0-1 0 0,0 0 1 0 0,0-1 0 0 0,0 0 0 0 0,1 0 0 0 0,-1 0 0 0 0,1-1 0 0 0,0 0 0 0 0,-1 0 0 0 0,15 1 0 0 0,-6-2 1 0 0,-1-1 0 0 0,1 0 1 0 0,0-1-1 0 0,-1-1 1 0 0,1 0-1 0 0,-1-1 1 0 0,1 0-1 0 0,-1-1 1 0 0,17-8-1 0 0,-22 9-1 0 0,0-1-1 0 0,-1 0 0 0 0,0-1 0 0 0,0 0 1 0 0,0 0-1 0 0,0-1 0 0 0,-1 0 1 0 0,0 0-1 0 0,0 0 0 0 0,-1-1 0 0 0,1 0 1 0 0,-2-1-1 0 0,1 1 0 0 0,-1-1 1 0 0,7-14-1 0 0,-10 18 20 0 0,0-1 0 0 0,-1 1 0 0 0,0 0 0 0 0,0-1-1 0 0,0 0 1 0 0,0 1 0 0 0,0-1 0 0 0,-1 1 0 0 0,0-1 0 0 0,0 0 0 0 0,-1 1 0 0 0,1-1 0 0 0,-1 1 0 0 0,0-1 0 0 0,0 1 0 0 0,-3-9 0 0 0,1 6 166 0 0,-1 1 0 0 0,0 0-1 0 0,0 0 1 0 0,0 0 0 0 0,-1 1 0 0 0,1-1 0 0 0,-1 1 0 0 0,-1 0 0 0 0,-10-8 0 0 0,0 2-343 0 0,0 1 0 0 0,-1 1 0 0 0,-33-14 1 0 0,-12 2-4735 0 0,46 16-1265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93 8754 0 0,'2'3'7733'0'0,"7"14"-7554"0"0,12 28 986 0 0,-16-33-1063 0 0,0 0 1 0 0,1 0-1 0 0,0-1 1 0 0,0 0-1 0 0,17 20 1 0 0,-21-29-117 0 0,1 1-1 0 0,0-1 1 0 0,0 0 0 0 0,0 0 0 0 0,0 0 0 0 0,0 0-1 0 0,0 0 1 0 0,1-1 0 0 0,-1 1 0 0 0,0-1-1 0 0,1 0 1 0 0,-1 0 0 0 0,1 0 0 0 0,0-1-1 0 0,-1 1 1 0 0,1-1 0 0 0,0 0 0 0 0,-1 0-1 0 0,1 0 1 0 0,0 0 0 0 0,-1-1 0 0 0,1 1 0 0 0,-1-1-1 0 0,1 0 1 0 0,4-2 0 0 0,-1 1-85 0 0,-1-1-1 0 0,1 1 1 0 0,-1-1 0 0 0,1-1 0 0 0,-1 1 0 0 0,0-1-1 0 0,-1 0 1 0 0,1 0 0 0 0,-1-1 0 0 0,1 0 0 0 0,-1 0-1 0 0,-1 0 1 0 0,1 0 0 0 0,-1-1 0 0 0,0 0-1 0 0,0 0 1 0 0,6-12 0 0 0,-2-4 308 0 0,0 0 0 0 0,-1 0 0 0 0,-2-1 1 0 0,4-23-1 0 0,-3 12 1235 0 0,-5 33-1387 0 0,-1 1 0 0 0,0-1 1 0 0,1 1-1 0 0,-1-1 0 0 0,1 1 0 0 0,0 0 0 0 0,-1-1 1 0 0,1 1-1 0 0,-1 0 0 0 0,1-1 0 0 0,0 1 0 0 0,-1 0 1 0 0,1 0-1 0 0,-1-1 0 0 0,1 1 0 0 0,0 0 0 0 0,-1 0 1 0 0,1 0-1 0 0,0 0 0 0 0,0 0 0 0 0,-1 0 0 0 0,1 0 1 0 0,0 0-1 0 0,-1 0 0 0 0,1 0 0 0 0,0 0 0 0 0,-1 1 0 0 0,1-1 1 0 0,0 0-1 0 0,-1 0 0 0 0,1 1 0 0 0,-1-1 0 0 0,1 0 1 0 0,0 1-1 0 0,-1-1 0 0 0,1 0 0 0 0,0 2 0 0 0,26 13 59 0 0,-13-2-43 0 0,-1 0 1 0 0,-1 1 0 0 0,0 1 0 0 0,18 27 0 0 0,-20-27-258 0 0,1 0 0 0 0,0 0 0 0 0,1-1 0 0 0,24 22 0 0 0,-26-29-759 0 0,0-1-260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4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12 5529 0 0,'-1'-1'213'0'0,"-1"-1"-1"0"0,1 1 1 0 0,0 0-1 0 0,0 1 1 0 0,-1-1-1 0 0,1 0 1 0 0,0 0-1 0 0,-1 0 1 0 0,1 1 0 0 0,-1-1-1 0 0,1 1 1 0 0,-1-1-1 0 0,1 1 1 0 0,-1 0-1 0 0,1-1 1 0 0,-1 1-1 0 0,1 0 1 0 0,-1 0-1 0 0,0 0 1 0 0,1 0-1 0 0,-1 0 1 0 0,1 1-1 0 0,-1-1 1 0 0,1 0 0 0 0,-1 1-1 0 0,1-1 1 0 0,-1 1-1 0 0,1-1 1 0 0,-1 1-1 0 0,1 0 1 0 0,0 0-1 0 0,-1 0 1 0 0,1 0-1 0 0,0 0 1 0 0,0 0-1 0 0,0 0 1 0 0,-1 0-1 0 0,1 0 1 0 0,0 0 0 0 0,1 0-1 0 0,-1 1 1 0 0,0-1-1 0 0,0 1 1 0 0,0-1-1 0 0,1 0 1 0 0,-1 1-1 0 0,1-1 1 0 0,-1 1-1 0 0,1-1 1 0 0,0 1-1 0 0,-1-1 1 0 0,1 1 0 0 0,0 0-1 0 0,0-1 1 0 0,0 1-1 0 0,0-1 1 0 0,0 1-1 0 0,1-1 1 0 0,-1 3-1 0 0,6 59 1348 0 0,24 103-1 0 0,-25-146-1618 0 0,1 0-1 0 0,1 0 0 0 0,1-1 0 0 0,1 0 0 0 0,0-1 0 0 0,1 0 0 0 0,1 0 1 0 0,1-1-1 0 0,16 18 0 0 0,9 2-4329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17 190 3681 0 0,'-1'0'55'0'0,"1"0"0"0"0,-1 0 0 0 0,1 0 0 0 0,-1 0 0 0 0,0 0 0 0 0,1 0 0 0 0,-1 0 0 0 0,1 0 0 0 0,-1 0 0 0 0,1 0 0 0 0,-1 0 0 0 0,0-1 0 0 0,1 1 0 0 0,-1 0 0 0 0,1 0 0 0 0,-1-1 1 0 0,1 1-1 0 0,-1 0 0 0 0,1 0 0 0 0,-1-1 0 0 0,1 1 0 0 0,0-1 0 0 0,-1 1 0 0 0,1 0 0 0 0,-1-1 0 0 0,1 1 0 0 0,0-1 0 0 0,-1 1 0 0 0,1-1 0 0 0,0 1 0 0 0,0-1 0 0 0,-1 1 0 0 0,1-1 0 0 0,0 1 0 0 0,0-1 0 0 0,0 1 0 0 0,0-1 0 0 0,0 0 0 0 0,0 1 0 0 0,0-1 1 0 0,0 1-1 0 0,0-1 0 0 0,0 1 0 0 0,0-1 0 0 0,0 0 0 0 0,0 1 0 0 0,0-1 0 0 0,0 1 0 0 0,0-1 0 0 0,1 0 0 0 0,22-27 3413 0 0,-22 27-3473 0 0,16-14 1110 0 0,0 0 0 0 0,2 2 0 0 0,0 0 0 0 0,0 1 0 0 0,32-15 0 0 0,3 4-1887 0 0,-2 3-3284 0 0,-37 16 3679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0,'2'0'274'0'0,"0"0"0"0"0,-1 1 0 0 0,1-1 0 0 0,0 1 0 0 0,0 0 1 0 0,-1-1-1 0 0,1 1 0 0 0,-1 0 0 0 0,1 0 0 0 0,0 0 0 0 0,-1 0 0 0 0,0 0 0 0 0,1 1 0 0 0,-1-1 1 0 0,0 0-1 0 0,1 1 0 0 0,-1-1 0 0 0,0 1 0 0 0,0-1 0 0 0,0 1 0 0 0,0-1 0 0 0,-1 1 0 0 0,1 0 0 0 0,0 1 1 0 0,2 3 209 0 0,-1 0 0 0 0,0 0 1 0 0,-1 0-1 0 0,1 0 1 0 0,-1 0-1 0 0,0 7 0 0 0,-9 213 2084 0 0,-1-71-3377 0 0,9-112-3133 0 0,7 68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4145 0 0,'61'-40'4705'0'0,"-55"37"-4269"0"0,0 0-1 0 0,1 0 1 0 0,-1 1-1 0 0,1-1 1 0 0,-1 1-1 0 0,1 1 1 0 0,-1-1-1 0 0,11 0 0 0 0,-15 2-353 0 0,-1 0 0 0 0,0 0 1 0 0,1 1-1 0 0,-1-1 0 0 0,0 1 0 0 0,0-1 0 0 0,0 1 0 0 0,1-1 0 0 0,-1 1 0 0 0,0 0 0 0 0,0-1 0 0 0,0 1 0 0 0,0 0 0 0 0,0 0 0 0 0,0 0 0 0 0,0 0 0 0 0,0 0 0 0 0,0 0 0 0 0,-1 0 0 0 0,1 0 0 0 0,0 0 0 0 0,-1 0 0 0 0,1 0 0 0 0,-1 1 0 0 0,1-1 0 0 0,-1 0 0 0 0,1 0 0 0 0,-1 1 0 0 0,0-1 0 0 0,0 0 0 0 0,1 1 1 0 0,-1-1-1 0 0,0 0 0 0 0,0 1 0 0 0,0-1 0 0 0,-1 0 0 0 0,1 2 0 0 0,-1 6 171 0 0,1 0 0 0 0,-2 1 0 0 0,-3 16 1 0 0,-21 48 301 0 0,23-67-525 0 0,0-1-1 0 0,-1 0 1 0 0,1 1-1 0 0,-1-1 1 0 0,-1 0-1 0 0,1-1 1 0 0,-1 1 0 0 0,-9 8-1 0 0,13-13-112 0 0,0-1 0 0 0,0 1 0 0 0,0 0 1 0 0,0-1-1 0 0,0 1 0 0 0,0-1 0 0 0,0 0 0 0 0,0 1 0 0 0,0-1 0 0 0,0 0 0 0 0,-1 0 1 0 0,1 1-1 0 0,0-1 0 0 0,0 0 0 0 0,0 0 0 0 0,0 0 0 0 0,0 0 0 0 0,0-1 0 0 0,-2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2761 0 0,'3'8'10593'0'0,"10"37"-6664"0"0,-10-30-3495 0 0,2 0 0 0 0,-1 0-1 0 0,13 25 1 0 0,-15-36-444 0 0,0 0 0 0 0,1-1 0 0 0,-1 1 0 0 0,1-1-1 0 0,-1 0 1 0 0,1 0 0 0 0,0 0 0 0 0,0 0 0 0 0,0 0-1 0 0,1-1 1 0 0,-1 1 0 0 0,0-1 0 0 0,1 0 0 0 0,0 0 0 0 0,0 0-1 0 0,-1-1 1 0 0,1 1 0 0 0,0-1 0 0 0,6 1 0 0 0,-8-2-62 0 0,1 0-1 0 0,0 0 1 0 0,0 0 0 0 0,0-1 0 0 0,0 1 0 0 0,-1-1-1 0 0,1 0 1 0 0,0 0 0 0 0,-1 0 0 0 0,1 0 0 0 0,0 0 0 0 0,-1-1-1 0 0,0 1 1 0 0,1-1 0 0 0,-1 0 0 0 0,0 1 0 0 0,0-1-1 0 0,0 0 1 0 0,0 0 0 0 0,0-1 0 0 0,3-2 0 0 0,5-9-658 0 0,0 0-1 0 0,10-19 1 0 0,-16 26 474 0 0,7-14-455 0 0,-9 15 649 0 0,1 0 1 0 0,0 0-1 0 0,0 1 0 0 0,1-1 0 0 0,0 1 0 0 0,0 0 0 0 0,0 0 0 0 0,7-7 0 0 0,-11 12 89 0 0,1 0 0 0 0,-1 0-1 0 0,1 0 1 0 0,-1 0 0 0 0,1 0-1 0 0,-1-1 1 0 0,1 1 0 0 0,-1 0 0 0 0,1 0-1 0 0,-1 0 1 0 0,1 1 0 0 0,-1-1-1 0 0,1 0 1 0 0,-1 0 0 0 0,1 0-1 0 0,-1 0 1 0 0,1 0 0 0 0,-1 0 0 0 0,0 1-1 0 0,1-1 1 0 0,-1 0 0 0 0,1 0-1 0 0,-1 1 1 0 0,0-1 0 0 0,1 0-1 0 0,-1 1 1 0 0,1-1 0 0 0,-1 0 0 0 0,0 1-1 0 0,0-1 1 0 0,1 1 0 0 0,-1-1-1 0 0,0 0 1 0 0,0 1 0 0 0,1-1-1 0 0,-1 1 1 0 0,0-1 0 0 0,0 1 0 0 0,0-1-1 0 0,0 1 1 0 0,0-1 0 0 0,0 1-1 0 0,9 28 1236 0 0,-8-22-779 0 0,6 23 621 0 0,-3-13-559 0 0,1-1 0 0 0,11 28 0 0 0,-14-39-663 0 0,0 0 1 0 0,1-1 0 0 0,0 1 0 0 0,0-1-1 0 0,0 0 1 0 0,1 0 0 0 0,-1 0 0 0 0,1 0 0 0 0,0 0-1 0 0,0-1 1 0 0,0 1 0 0 0,1-1 0 0 0,4 2-1 0 0,1 0-1309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4609 0 0,'1'1'11278'0'0,"13"18"-7923"0"0,19 32-2017 0 0,-17-14-766 0 0,14 48 0 0 0,-17-45-356 0 0,29 60 0 0 0,-37-90-590 0 0,1 1 0 0 0,0-1 1 0 0,1 0-1 0 0,0-1 1 0 0,1 0-1 0 0,0 0 1 0 0,0 0-1 0 0,1-1 1 0 0,0-1-1 0 0,11 9 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5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2 271 488 0 0,'-1'-2'151'0'0,"1"0"0"0"0,0 1 0 0 0,0-1 1 0 0,0 0-1 0 0,0 0 0 0 0,0 1 0 0 0,0-1 0 0 0,0 0 0 0 0,0 1 0 0 0,1-1 0 0 0,-1 0 1 0 0,1 1-1 0 0,-1-1 0 0 0,1 0 0 0 0,0 1 0 0 0,-1-1 0 0 0,1 1 0 0 0,0-1 0 0 0,0 1 1 0 0,0 0-1 0 0,0-1 0 0 0,1 1 0 0 0,-1 0 0 0 0,0 0 0 0 0,0-1 0 0 0,1 1 0 0 0,1-1 0 0 0,39-32 4023 0 0,-4 10-551 0 0,51-25-1 0 0,-42 27-1936 0 0,1 3-1 0 0,62-17 0 0 0,22-7-648 0 0,-131 43-1419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251 460 3225 0 0,'24'-14'384'0'0,"1"1"-1"0"0,25-10 1 0 0,12-5 281 0 0,89-54 679 0 0,235-110 866 0 0,-342 174-2194 0 0,115-42 72 0 0,-136 53-77 0 0,0 1 0 0 0,0 1 0 0 0,1 0 0 0 0,44 0 0 0 0,-66 4-13 0 0,0 1 1 0 0,-1 0 0 0 0,1 0-1 0 0,0 0 1 0 0,-1 0-1 0 0,1 0 1 0 0,0 0-1 0 0,-1 0 1 0 0,1 0 0 0 0,0 1-1 0 0,-1-1 1 0 0,1 1-1 0 0,-1-1 1 0 0,1 1-1 0 0,-1 0 1 0 0,1 0 0 0 0,-1-1-1 0 0,1 1 1 0 0,-1 0-1 0 0,0 0 1 0 0,1 1-1 0 0,-1-1 1 0 0,0 0 0 0 0,0 0-1 0 0,0 0 1 0 0,0 1-1 0 0,1 1 1 0 0,-2 0-1 0 0,1-1-1 0 0,-1 1 1 0 0,0 0 0 0 0,-1-1 0 0 0,1 1 0 0 0,0-1-1 0 0,-1 1 1 0 0,1-1 0 0 0,-1 1 0 0 0,0-1-1 0 0,0 1 1 0 0,0-1 0 0 0,0 1 0 0 0,0-1 0 0 0,-1 0-1 0 0,1 0 1 0 0,-3 3 0 0 0,-27 39-170 0 0,-3 0 0 0 0,-44 44 1 0 0,-85 70-1101 0 0,33-41 118 0 0,25-24 8 0 0,-108 124 0 0 0,163-159 809 0 0,-160 182-903 0 0,36-37 747 0 0,143-161 663 0 0,2 2 1 0 0,3 0-1 0 0,-25 56 0 0 0,48-95-80 0 0,1 1-1 0 0,0-1 1 0 0,0 1-1 0 0,0 0 0 0 0,1 0 1 0 0,0 0-1 0 0,0 0 1 0 0,0 9-1 0 0,1-13-64 0 0,0-1 0 0 0,0 0 1 0 0,0 1-1 0 0,1-1 0 0 0,-1 0 0 0 0,0 0 0 0 0,1 1 1 0 0,-1-1-1 0 0,1 0 0 0 0,0 0 0 0 0,-1 0 1 0 0,1 0-1 0 0,0 0 0 0 0,0 0 0 0 0,0 0 0 0 0,-1 0 1 0 0,3 2-1 0 0,-1-2-8 0 0,0 0 1 0 0,0 0 0 0 0,0 0-1 0 0,0-1 1 0 0,0 1-1 0 0,0 0 1 0 0,0-1-1 0 0,0 1 1 0 0,0-1-1 0 0,0 0 1 0 0,1 0-1 0 0,-1 0 1 0 0,0 0 0 0 0,3 0-1 0 0,10-2-53 0 0,0 0-1 0 0,-1-1 0 0 0,1-1 1 0 0,0 0-1 0 0,21-11 1 0 0,71-38 14 0 0,-79 38 102 0 0,90-55 522 0 0,204-161 1 0 0,-110 72-132 0 0,63-45 106 0 0,166-110 702 0 0,-314 237-264 0 0,234-104 0 0 0,-356 179-949 0 0,0 0-1 0 0,0 0 1 0 0,0 1-1 0 0,1-1 0 0 0,-1 1 1 0 0,7 0-1 0 0,-12 1-50 0 0,1 0 0 0 0,0 0 0 0 0,-1 0 0 0 0,1 0 0 0 0,-1 0 0 0 0,1 0 0 0 0,-1 0 0 0 0,1 0 0 0 0,-1 0-1 0 0,1 0 1 0 0,-1 1 0 0 0,1-1 0 0 0,-1 0 0 0 0,1 0 0 0 0,-1 1 0 0 0,1-1 0 0 0,-1 0 0 0 0,1 0 0 0 0,-1 1 0 0 0,1-1 0 0 0,-1 1-1 0 0,0-1 1 0 0,1 0 0 0 0,-1 1 0 0 0,1 0 0 0 0,-1 1 5 0 0,0-1-1 0 0,0 0 1 0 0,0 0-1 0 0,0 1 1 0 0,0-1 0 0 0,0 0-1 0 0,0 1 1 0 0,0-1-1 0 0,-1 0 1 0 0,1 1 0 0 0,0-1-1 0 0,-1 0 1 0 0,1 0-1 0 0,-1 0 1 0 0,0 1 0 0 0,0 0-1 0 0,-13 21-114 0 0,0 0-1 0 0,-1-1 1 0 0,-29 31 0 0 0,-64 57-586 0 0,45-48 319 0 0,-224 260-884 0 0,75-80 418 0 0,56-68-1316 0 0,-202 290 1 0 0,337-431 1899 0 0,11-16 218 0 0,0-1 0 0 0,-2 0 1 0 0,1-1-1 0 0,-2 0 0 0 0,0 0 0 0 0,-22 18 0 0 0,73-80 26 0 0,227-188 725 0 0,17 19 150 0 0,-149 116-513 0 0,-24 15 88 0 0,227-155 1909 0 0,-293 215-1942 0 0,261-151 2734 0 0,12 25-473 0 0,-271 132-2307 0 0,-15 6-185 0 0,0 1 1 0 0,42-10-1 0 0,-71 21-186 0 0,0 1-1 0 0,0 0 1 0 0,0-1-1 0 0,0 1 1 0 0,0 0-1 0 0,0 0 1 0 0,0 0 0 0 0,0 0-1 0 0,0 0 1 0 0,0 0-1 0 0,0 0 1 0 0,1 0-1 0 0,-1 0 1 0 0,0 1 0 0 0,0-1-1 0 0,-1 0 1 0 0,3 1-1 0 0,-3 0 2 0 0,0-1 0 0 0,1 0 0 0 0,-1 1-1 0 0,0-1 1 0 0,0 1 0 0 0,0-1 0 0 0,0 1 0 0 0,0-1-1 0 0,0 1 1 0 0,0-1 0 0 0,0 0 0 0 0,0 1-1 0 0,0-1 1 0 0,0 1 0 0 0,0-1 0 0 0,0 1 0 0 0,0-1-1 0 0,0 1 1 0 0,0-1 0 0 0,-1 0 0 0 0,1 1-1 0 0,0-1 1 0 0,0 1 0 0 0,0-1 0 0 0,-1 0 0 0 0,0 1-1 0 0,-28 34 68 0 0,21-27-53 0 0,-93 98-576 0 0,-154 124-1 0 0,-86 97-1727 0 0,147-134 433 0 0,106-106 583 0 0,4 5-1 0 0,4 3 0 0 0,-111 170 1 0 0,185-255 1082 0 0,0 0 0 0 0,0 1 0 0 0,1 0 0 0 0,1 0 0 0 0,-5 15 0 0 0,8-25 168 0 0,1 1 1 0 0,-1 0 0 0 0,1-1 0 0 0,-1 1 0 0 0,1 0 0 0 0,0 0 0 0 0,0-1 0 0 0,-1 1 0 0 0,1 0 0 0 0,1-1 0 0 0,-1 1 0 0 0,0 0 0 0 0,0 0 0 0 0,1-1 0 0 0,-1 1 0 0 0,1 0 0 0 0,-1-1 0 0 0,1 1 0 0 0,0-1 0 0 0,-1 1 0 0 0,1-1-1 0 0,0 1 1 0 0,0-1 0 0 0,0 1 0 0 0,0-1 0 0 0,0 0 0 0 0,1 1 0 0 0,-1-1 0 0 0,0 0 0 0 0,1 0 0 0 0,-1 0 0 0 0,1 0 0 0 0,-1 0 0 0 0,1 0 0 0 0,-1-1 0 0 0,1 1 0 0 0,-1 0 0 0 0,1-1 0 0 0,0 1 0 0 0,-1-1 0 0 0,1 0 0 0 0,0 0-1 0 0,-1 1 1 0 0,1-1 0 0 0,3-1 0 0 0,3 1 31 0 0,1 0 0 0 0,0-1 0 0 0,-1 0 0 0 0,0-1 0 0 0,1 0 0 0 0,-1-1 0 0 0,0 1-1 0 0,14-8 1 0 0,15-8-9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7370 0 0,'-3'2'656'0'0,"0"-1"-528"0"0,2 3-128 0 0,-1-4 0 0 0,1 0 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43 6913 0 0,'1'-2'376'0'0,"-1"0"0"0"0,0-1 0 0 0,1 1 0 0 0,-1 0 0 0 0,1 0 0 0 0,0-1 0 0 0,0 1 0 0 0,0 0 0 0 0,0 0 0 0 0,0 0 0 0 0,0 0 0 0 0,0 0 0 0 0,1 0 0 0 0,-1 0 0 0 0,1 1-1 0 0,-1-1 1 0 0,4-2 0 0 0,-5 4-244 0 0,1 0 0 0 0,-1-1 0 0 0,1 1-1 0 0,-1-1 1 0 0,1 1 0 0 0,0 0 0 0 0,-1 0-1 0 0,1-1 1 0 0,0 1 0 0 0,-1 0 0 0 0,1 0-1 0 0,0 0 1 0 0,-1 0 0 0 0,1 0-1 0 0,0 0 1 0 0,-1 0 0 0 0,1 0 0 0 0,0 0-1 0 0,-1 0 1 0 0,1 0 0 0 0,0 0 0 0 0,-1 0-1 0 0,2 1 1 0 0,-1 0-67 0 0,0-1 1 0 0,0 1-1 0 0,0 0 0 0 0,0 0 1 0 0,0 0-1 0 0,-1 0 0 0 0,1 0 0 0 0,0 0 1 0 0,0 0-1 0 0,-1 0 0 0 0,1 1 1 0 0,-1-1-1 0 0,1 0 0 0 0,-1 0 0 0 0,0 1 1 0 0,1-1-1 0 0,-1 2 0 0 0,7 35 228 0 0,-3 1 1 0 0,-1-1-1 0 0,-2 49 0 0 0,1 17-236 0 0,8-12-56 0 0,4 0 1 0 0,37 124 0 0 0,-27-121-194 0 0,-13-31-3827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1 218 2761 0 0,'7'-13'541'0'0,"0"2"0"0"0,2-1 1 0 0,-1 1-1 0 0,1 0 0 0 0,1 1 1 0 0,0 0-1 0 0,0 1 0 0 0,1 0 1 0 0,0 1-1 0 0,1 0 0 0 0,0 0 1 0 0,0 1-1 0 0,1 1 0 0 0,14-6 1 0 0,12-3 689 0 0,0 3 0 0 0,0 1 1 0 0,66-10-1 0 0,-86 18-1252 0 0,0-1-248 0 0,0 1-1 0 0,0 1 1 0 0,1 1 0 0 0,-1 0 0 0 0,27 4 0 0 0,-31 0-4859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1 129 6913 0 0,'4'2'279'0'0,"0"-1"0"0"0,0 0 0 0 0,0-1-1 0 0,0 1 1 0 0,0-1 0 0 0,0 1-1 0 0,1-1 1 0 0,-1-1 0 0 0,0 1 0 0 0,0 0-1 0 0,0-1 1 0 0,1 0 0 0 0,3-2 0 0 0,56-19 3368 0 0,-58 20-3251 0 0,8-4 290 0 0,0-1 0 0 0,24-16 0 0 0,24-23-4027 0 0,-47 35 1576 0 0,0 0 1308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5985 0 0,'5'7'408'0'0,"-1"-1"0"0"0,0 1-1 0 0,0 0 1 0 0,-1 0 0 0 0,1 0 0 0 0,1 9-1 0 0,7 11 839 0 0,34 77 1634 0 0,-24-31-4881 0 0,-20-57 820 0 0,-4-3-16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47 11979 0 0,'-30'-26'3830'0'0,"29"26"-3755"0"0,0-1 1 0 0,1 1-1 0 0,0-1 0 0 0,-1 1 0 0 0,1-1 1 0 0,-1 1-1 0 0,1-1 0 0 0,0 0 0 0 0,-1 1 1 0 0,1-1-1 0 0,0 0 0 0 0,0 1 0 0 0,-1-1 1 0 0,1 0-1 0 0,0 1 0 0 0,0-1 0 0 0,0 0 1 0 0,0 0-1 0 0,0-1 0 0 0,1 2-196 0 0,-1-1 1 0 0,1 1-1 0 0,-1-1 0 0 0,1 1 1 0 0,-1-1-1 0 0,1 1 0 0 0,0-1 0 0 0,-1 1 1 0 0,1 0-1 0 0,0-1 0 0 0,-1 1 1 0 0,1 0-1 0 0,0-1 0 0 0,-1 1 0 0 0,1 0 1 0 0,0 0-1 0 0,0 0 0 0 0,-1 0 1 0 0,1 0-1 0 0,0 0 0 0 0,0 0 1 0 0,0 0-1 0 0,-1 0 0 0 0,2 0 0 0 0,-1 0 110 0 0,-1 0-1 0 0,1 0 1 0 0,0 1 0 0 0,-1-1-1 0 0,1 0 1 0 0,0 0-1 0 0,0 0 1 0 0,-1 1-1 0 0,1-1 1 0 0,-1 0-1 0 0,1 1 1 0 0,0-1-1 0 0,-1 0 1 0 0,1 1 0 0 0,-1-1-1 0 0,1 1 1 0 0,-1-1-1 0 0,1 1 1 0 0,-1-1-1 0 0,1 1 1 0 0,-1-1-1 0 0,1 1 1 0 0,-1 0-1 0 0,0-1 1 0 0,1 1-1 0 0,-1 0 1 0 0,3 9 11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0 155 4609 0 0,'4'-2'327'0'0,"-1"0"1"0"0,0 0-1 0 0,1 0 0 0 0,-1 0 1 0 0,1 1-1 0 0,-1-1 0 0 0,1 1 0 0 0,0 0 1 0 0,0 0-1 0 0,-1 1 0 0 0,1-1 1 0 0,0 1-1 0 0,0 0 0 0 0,0 0 1 0 0,0 0-1 0 0,0 0 0 0 0,-1 0 1 0 0,1 1-1 0 0,0 0 0 0 0,0 0 0 0 0,0 0 1 0 0,-1 0-1 0 0,1 1 0 0 0,-1-1 1 0 0,1 1-1 0 0,-1 0 0 0 0,0 0 1 0 0,1 0-1 0 0,-1 1 0 0 0,5 4 1 0 0,-1 0-165 0 0,-1 0 1 0 0,1 0 0 0 0,-2 1-1 0 0,1 0 1 0 0,-1 0 0 0 0,0 0-1 0 0,0 1 1 0 0,-1 0 0 0 0,0 0-1 0 0,-1 0 1 0 0,3 12 0 0 0,1 6-245 0 0,-3-4-180 0 0,2-1-1 0 0,0-1 0 0 0,1 1 1 0 0,2-1-1 0 0,14 27 1 0 0,-27-68 1707 0 0,2 1-1 0 0,0-36 1 0 0,2 42-1209 0 0,-1-7-185 0 0,2 0 0 0 0,0 0 0 0 0,1 0-1 0 0,1 1 1 0 0,1-1 0 0 0,1 0 0 0 0,11-29 0 0 0,-11 37-502 0 0,1-1 0 0 0,1 1 0 0 0,-1 1 0 0 0,2-1 1 0 0,0 1-1 0 0,0 1 0 0 0,1-1 0 0 0,0 1 0 0 0,0 1 1 0 0,1 0-1 0 0,1 0 0 0 0,12-8 0 0 0,5 0-4863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1 469 2761 0 0,'14'-9'461'0'0,"0"-1"0"0"0,-1 0 0 0 0,0-1 1 0 0,0 0-1 0 0,-1-1 0 0 0,19-24 1 0 0,-8 5 1355 0 0,35-63-1 0 0,-47 74-1308 0 0,-1-1-1 0 0,11-33 0 0 0,-19 47-488 0 0,1 0 0 0 0,-2 0 1 0 0,1 0-1 0 0,-1-1 0 0 0,0 1 0 0 0,-1 0 0 0 0,1 0 1 0 0,-1-1-1 0 0,-1 1 0 0 0,0 0 0 0 0,0 0 0 0 0,-2-9 0 0 0,2 13 14 0 0,0 0-1 0 0,0 0 0 0 0,0 1 1 0 0,0-1-1 0 0,-1 1 0 0 0,1-1 1 0 0,-1 1-1 0 0,0-1 0 0 0,1 1 1 0 0,-1 0-1 0 0,0 0 0 0 0,-1 0 1 0 0,1 0-1 0 0,0 0 0 0 0,0 0 0 0 0,-1 1 1 0 0,1-1-1 0 0,-1 1 0 0 0,1-1 1 0 0,-1 1-1 0 0,-4-1 0 0 0,5 2 22 0 0,-1-1 0 0 0,0 1-1 0 0,0 0 1 0 0,1 0 0 0 0,-1 0-1 0 0,0 1 1 0 0,0-1-1 0 0,1 1 1 0 0,-1-1 0 0 0,0 1-1 0 0,1 0 1 0 0,-1 0 0 0 0,1 0-1 0 0,-1 0 1 0 0,1 1-1 0 0,0-1 1 0 0,-1 1 0 0 0,1-1-1 0 0,0 1 1 0 0,0 0 0 0 0,0 0-1 0 0,-3 3 1 0 0,-1 2 66 0 0,0 0 0 0 0,0 1 1 0 0,0 0-1 0 0,1 0 0 0 0,0 0 1 0 0,1 1-1 0 0,0 0 0 0 0,0 0 1 0 0,1 0-1 0 0,0 0 0 0 0,0 0 1 0 0,1 1-1 0 0,0-1 0 0 0,1 1 0 0 0,0-1 1 0 0,1 19-1 0 0,1-20-28 0 0,0 0 0 0 0,1 0 0 0 0,-1 0 0 0 0,1-1 0 0 0,1 1 0 0 0,0 0 0 0 0,0-1 0 0 0,0 0 0 0 0,1 0 0 0 0,0 0 0 0 0,1 0 0 0 0,-1 0 0 0 0,1-1 0 0 0,0 0 0 0 0,1 0 0 0 0,0-1 0 0 0,0 1 0 0 0,0-1 0 0 0,0 0 0 0 0,12 6 0 0 0,-4-3 60 0 0,1-1 1 0 0,0-1-1 0 0,1-1 0 0 0,-1 0 1 0 0,1 0-1 0 0,0-2 1 0 0,0 0-1 0 0,0-1 0 0 0,0 0 1 0 0,1-2-1 0 0,-1 0 1 0 0,0 0-1 0 0,23-5 1 0 0,-24 3-248 0 0,0-1 1 0 0,0-1 0 0 0,0 0-1 0 0,-1-1 1 0 0,1-1 0 0 0,-1 0-1 0 0,-1-1 1 0 0,1 0 0 0 0,-1-1-1 0 0,0 0 1 0 0,-1-1 0 0 0,0-1-1 0 0,-1 0 1 0 0,16-17 0 0 0,-16 12-929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440 1 9218 0 0,'5'3'8022'0'0,"-4"13"-4918"0"0,-5 11-2669 0 0,-208 521 2120 0 0,38 13-2548 0 0,154-465-1459 0 0,-11 131-1 0 0,27-196-307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 28 6449 0 0,'7'-27'14272'0'0,"-7"43"-13432"0"0,-5 14-662 0 0,0 1 0 0 0,-2-1 0 0 0,-2-1 0 0 0,-20 50 0 0 0,11-33-96 0 0,-4 14-107 0 0,-9 25-191 0 0,-34 140 1 0 0,56-179-1006 0 0,7-30 65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3249 0 0,'10'-9'518'0'0,"0"0"1"0"0,1 0 0 0 0,0 1-1 0 0,0 1 1 0 0,22-11 0 0 0,-29 16 35 0 0,1 0 0 0 0,1 0 0 0 0,-1 1 0 0 0,0 0 0 0 0,0 0 0 0 0,0 0 0 0 0,1 0 0 0 0,-1 1 0 0 0,0 0 0 0 0,1 0 0 0 0,-1 1 0 0 0,0-1 0 0 0,1 1 0 0 0,-1 0 0 0 0,0 1 0 0 0,0-1 0 0 0,10 5 0 0 0,3 3-33 0 0,0 1 0 0 0,-1 1 1 0 0,0 0-1 0 0,-1 2 0 0 0,0 0 0 0 0,-1 0 0 0 0,-1 1 1 0 0,0 1-1 0 0,-1 1 0 0 0,0 0 0 0 0,-1 0 1 0 0,17 34-1 0 0,-11-16-1372 0 0,25 71 0 0 0,-1 40-8224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74 11979 0 0,'0'0'1168'0'0,"1"-1"-1040"0"0,0 1-128 0 0,2-1 0 0 0,-1-1 0 0 0,0 1 624 0 0,2-1 96 0 0,5-2 16 0 0,2-3 8 0 0,6 0-624 0 0,-2-2-120 0 0,3-1 0 0 0,6-3-2912 0 0,1 3-545 0 0,2 3-112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0 4145 0 0,'-3'1'855'0'0,"1"-1"1"0"0,-1 0-1 0 0,0 1 1 0 0,0 0-1 0 0,1 0 0 0 0,-1-1 1 0 0,0 1-1 0 0,1 1 1 0 0,-1-1-1 0 0,1 0 0 0 0,0 1 1 0 0,-3 1-1 0 0,-30 31 2720 0 0,20-15-2583 0 0,-23 41-1 0 0,33-49-817 0 0,0-1 0 0 0,0 1-1 0 0,1 0 1 0 0,0 0 0 0 0,1 0 0 0 0,0 1-1 0 0,1-1 1 0 0,0 1 0 0 0,0 19 0 0 0,2-27-170 0 0,0 1-1 0 0,0-1 1 0 0,0 1 0 0 0,1-1 0 0 0,0 0 0 0 0,0 1 0 0 0,0-1 0 0 0,0 0 0 0 0,1 0 0 0 0,0 0 0 0 0,0 0 0 0 0,0 0-1 0 0,0 0 1 0 0,1 0 0 0 0,-1-1 0 0 0,1 1 0 0 0,0-1 0 0 0,0 1 0 0 0,0-1 0 0 0,0 0 0 0 0,1-1 0 0 0,-1 1 0 0 0,1 0 0 0 0,0-1-1 0 0,0 0 1 0 0,0 0 0 0 0,8 3 0 0 0,1-1-192 0 0,0-1-1 0 0,0-1 1 0 0,0 0 0 0 0,0 0-1 0 0,0-2 1 0 0,1 1-1 0 0,-1-2 1 0 0,0 0 0 0 0,23-4-1 0 0,-21 2-723 0 0,0-1-1 0 0,-1 0 1 0 0,1-1-1 0 0,22-12 0 0 0,-15 4-5068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11058 0 0,'2'1'763'0'0,"0"1"-1"0"0,0 0 0 0 0,-1-1 0 0 0,1 1 0 0 0,0 0 1 0 0,-1 0-1 0 0,1 0 0 0 0,-1 0 0 0 0,0 0 1 0 0,2 3-1 0 0,15 38 1736 0 0,11 50-1962 0 0,-1 49-240 0 0,4 19-428 0 0,-22-127-1699 0 0,14 36 0 0 0,-15-49-5129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0 127 6913 0 0,'134'-63'7842'0'0,"2"11"-7372"0"0,-129 49-1252 0 0,-1 1 1 0 0,1 0-1 0 0,0 1 1 0 0,-1 0-1 0 0,1 0 1 0 0,0 0-1 0 0,0 1 1 0 0,11 1-1 0 0,-4 1-1576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1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5985 0 0,'2'0'295'0'0,"-1"-1"0"0"0,1 1 0 0 0,-1 0 0 0 0,0 0 0 0 0,1 0 0 0 0,-1 0 0 0 0,1 0 0 0 0,-1 0 0 0 0,1 1 0 0 0,-1-1 0 0 0,1 0 0 0 0,-1 1-1 0 0,0-1 1 0 0,1 1 0 0 0,-1 0 0 0 0,0-1 0 0 0,1 1 0 0 0,-1 0 0 0 0,0 0 0 0 0,0 0 0 0 0,0 0 0 0 0,1 0 0 0 0,-1 0 0 0 0,0 0 0 0 0,-1 0 0 0 0,1 0 0 0 0,0 0-1 0 0,1 2 1 0 0,23 36 2709 0 0,-18-22-2667 0 0,-1 1 0 0 0,-1 0 0 0 0,-1 0 0 0 0,0 0 0 0 0,-1 0 0 0 0,1 37 0 0 0,1 1-3649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11979 0 0,'2'-5'528'0'0,"0"1"112"0"0,1 1-512 0 0,2-4 2000 0 0,-4 5-1368 0 0,1 0-760 0 0,-1 1-224 0 0,-1 4-232 0 0,-4 6-3689 0 0,1-2 1841 0 0,-1 2-9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3681 0 0,'34'13'3851'0'0,"-28"-12"-3230"0"0,0 1 0 0 0,-1 0 0 0 0,1 0-1 0 0,-1 0 1 0 0,0 1 0 0 0,1 0 0 0 0,7 6 0 0 0,-4-1 67 0 0,-1 0 1 0 0,0 1 0 0 0,11 17 0 0 0,20 22 181 0 0,-36-45-820 0 0,0-1 1 0 0,1 1 0 0 0,-1-1-1 0 0,1 1 1 0 0,-1-1-1 0 0,1 0 1 0 0,0-1-1 0 0,-1 1 1 0 0,1 0-1 0 0,0-1 1 0 0,0 0-1 0 0,7 1 1 0 0,-10-2-2 0 0,-1 0 1 0 0,1 0-1 0 0,-1-1 0 0 0,1 1 0 0 0,0 0 1 0 0,-1 0-1 0 0,1-1 0 0 0,0 1 1 0 0,-1-1-1 0 0,1 1 0 0 0,-1 0 0 0 0,1-1 1 0 0,-1 1-1 0 0,1-1 0 0 0,-1 1 1 0 0,1-1-1 0 0,-1 1 0 0 0,0-1 1 0 0,1 1-1 0 0,-1-1 0 0 0,0 0 0 0 0,1 1 1 0 0,-1-1-1 0 0,0 0 0 0 0,0 1 1 0 0,0-1-1 0 0,1 0 0 0 0,-1 1 1 0 0,0-1-1 0 0,0 0 0 0 0,0 1 0 0 0,0-1 1 0 0,0 0-1 0 0,0 1 0 0 0,-1-2 1 0 0,1-34 1121 0 0,-1 25-816 0 0,2-22 148 0 0,0-1 0 0 0,9-41 1 0 0,-6 58-1372 0 0,0-1 1 0 0,1 1 0 0 0,9-21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 5065 0 0,'-5'1'402'0'0,"0"0"1"0"0,0 0-1 0 0,0 1 0 0 0,0 0 1 0 0,1-1-1 0 0,-1 2 0 0 0,0-1 0 0 0,1 1 1 0 0,0-1-1 0 0,-1 1 0 0 0,1 0 1 0 0,0 1-1 0 0,1-1 0 0 0,-1 1 0 0 0,0-1 1 0 0,-3 6-1 0 0,-7 9 457 0 0,0 0 0 0 0,-14 26-1 0 0,24-37-781 0 0,0 1 0 0 0,0 0 0 0 0,1 0 0 0 0,0 0 0 0 0,1 0 0 0 0,0 1 0 0 0,0-1 0 0 0,0 1-1 0 0,1-1 1 0 0,1 1 0 0 0,0 10 0 0 0,0-15-141 0 0,0-1 1 0 0,0 0-1 0 0,1 0 0 0 0,-1 0 0 0 0,1 0 0 0 0,0 0 1 0 0,0 0-1 0 0,0 0 0 0 0,0-1 0 0 0,1 1 1 0 0,-1 0-1 0 0,1-1 0 0 0,0 1 0 0 0,0-1 0 0 0,0 1 1 0 0,0-1-1 0 0,0 0 0 0 0,0 1 0 0 0,0-1 1 0 0,1-1-1 0 0,-1 1 0 0 0,1 0 0 0 0,0 0 0 0 0,-1-1 1 0 0,1 0-1 0 0,0 1 0 0 0,0-1 0 0 0,0 0 0 0 0,0-1 1 0 0,0 1-1 0 0,0 0 0 0 0,0-1 0 0 0,0 0 1 0 0,5 1-1 0 0,-6-1 1 0 0,1 0 0 0 0,-1 0 0 0 0,1 0 1 0 0,-1 0-1 0 0,0 0 0 0 0,1 0 0 0 0,-1-1 0 0 0,0 1 1 0 0,1-1-1 0 0,-1 0 0 0 0,0 1 0 0 0,1-1 0 0 0,-1 0 1 0 0,0 0-1 0 0,0-1 0 0 0,0 1 0 0 0,0 0 0 0 0,0-1 1 0 0,0 1-1 0 0,0-1 0 0 0,-1 0 0 0 0,4-3 0 0 0,-2-1 236 0 0,0 0-1 0 0,0 0 0 0 0,0-1 0 0 0,-1 1 0 0 0,0-1 0 0 0,2-9 0 0 0,12-31 2141 0 0,-15 44-2143 0 0,0 1-1 0 0,1 0 1 0 0,-1-1 0 0 0,1 1-1 0 0,-1 0 1 0 0,1 0 0 0 0,0 0 0 0 0,0 1-1 0 0,0-1 1 0 0,0 0 0 0 0,0 1 0 0 0,0-1-1 0 0,1 1 1 0 0,-1 0 0 0 0,0 0-1 0 0,4-2 1 0 0,-5 3-102 0 0,1 0 0 0 0,-1 0-1 0 0,0 0 1 0 0,1 0 0 0 0,-1 0 0 0 0,0 0-1 0 0,0 0 1 0 0,1 1 0 0 0,-1-1-1 0 0,0 0 1 0 0,0 1 0 0 0,1-1 0 0 0,-1 1-1 0 0,0-1 1 0 0,0 1 0 0 0,0 0 0 0 0,0-1-1 0 0,0 1 1 0 0,0 0 0 0 0,0 0 0 0 0,0 0-1 0 0,0 0 1 0 0,0 0 0 0 0,0 0-1 0 0,-1 0 1 0 0,1 0 0 0 0,0 0 0 0 0,-1 0-1 0 0,2 2 1 0 0,18 43 726 0 0,-16-34-566 0 0,0-5-238 0 0,-1-1-1 0 0,1 1 0 0 0,-1 0 1 0 0,2-1-1 0 0,5 8 0 0 0,17 11-3155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3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8754 0 0,'0'-1'29'0'0,"0"1"1"0"0,0 0-1 0 0,0 0 1 0 0,0 0-1 0 0,0 0 1 0 0,0-1-1 0 0,0 1 0 0 0,0 0 1 0 0,0 0-1 0 0,0 0 1 0 0,0 0-1 0 0,0-1 1 0 0,0 1-1 0 0,0 0 1 0 0,0 0-1 0 0,0 0 1 0 0,0 0-1 0 0,0 0 0 0 0,0-1 1 0 0,0 1-1 0 0,1 0 1 0 0,-1 0-1 0 0,0 0 1 0 0,0 0-1 0 0,0 0 1 0 0,0 0-1 0 0,0-1 0 0 0,0 1 1 0 0,1 0-1 0 0,-1 0 1 0 0,0 0-1 0 0,0 0 1 0 0,0 0-1 0 0,0 0 1 0 0,0 0-1 0 0,1 0 1 0 0,-1 0-1 0 0,0 0 0 0 0,0 0 1 0 0,0 0-1 0 0,0 0 1 0 0,1 0-1 0 0,-1 0 1 0 0,0 0-1 0 0,0 0 1 0 0,0 0-1 0 0,0 0 0 0 0,1 0 1 0 0,-1 0-1 0 0,12 7 2972 0 0,8 11 602 0 0,-15-11-3369 0 0,0 1 0 0 0,0-1-1 0 0,-1 1 1 0 0,0 0 0 0 0,0 1-1 0 0,-1-1 1 0 0,0 1 0 0 0,-1-1-1 0 0,2 12 1 0 0,2 14 1233 0 0,0 38 0 0 0,-1-7-675 0 0,-4-58-802 0 0,4 34-1489 0 0,16 61 0 0 0,-18-90 985 0 0,1-1-1 0 0,0 0 1 0 0,0 0 0 0 0,1 0 0 0 0,1-1 0 0 0,0 0-1 0 0,0 0 1 0 0,1 0 0 0 0,0-1 0 0 0,10 10-1 0 0,-3-6-5631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17 162 4145 0 0,'-1'1'78'0'0,"1"-1"0"0"0,-1 0 0 0 0,1 0-1 0 0,-1 0 1 0 0,1 0 0 0 0,-1 0 0 0 0,1 0 0 0 0,-1 0 0 0 0,0 0 0 0 0,1 0-1 0 0,-1 0 1 0 0,1 0 0 0 0,-1-1 0 0 0,1 1 0 0 0,-1 0 0 0 0,1 0 0 0 0,-1 0 0 0 0,1-1-1 0 0,0 1 1 0 0,-1 0 0 0 0,1 0 0 0 0,-1-1 0 0 0,1 1 0 0 0,-1 0 0 0 0,1-1 0 0 0,0 1-1 0 0,-1-1 1 0 0,1 1 0 0 0,0 0 0 0 0,0-1 0 0 0,-1 1 0 0 0,1-1 0 0 0,0 1 0 0 0,0-1-1 0 0,-1 1 1 0 0,1-1 0 0 0,0 1 0 0 0,0-1 0 0 0,0 1 0 0 0,0-1 0 0 0,0 1 0 0 0,0-1-1 0 0,0 1 1 0 0,0-1 0 0 0,0 0 0 0 0,0 1 0 0 0,0-1 0 0 0,0 1 0 0 0,0-1-1 0 0,0 1 1 0 0,1-1 0 0 0,20-24 6096 0 0,-16 20-6235 0 0,7-6 680 0 0,1 0 0 0 0,22-15 0 0 0,-20 16-839 0 0,1 1 0 0 0,0 1 0 0 0,0 0 0 0 0,1 2 0 0 0,0 0-1 0 0,0 0 1 0 0,35-5 0 0 0,-19 8 220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0 341 4609 0 0,'9'-3'792'0'0,"1"0"1"0"0,-1-1-1 0 0,-1 0 1 0 0,1-1-1 0 0,0 0 1 0 0,-1 0-1 0 0,13-12 1 0 0,-5 3 123 0 0,0-1 1 0 0,20-24 0 0 0,-31 32-737 0 0,0 0 0 0 0,-1 0 0 0 0,0-1 1 0 0,0 1-1 0 0,0-1 0 0 0,-1 0 0 0 0,0 0 0 0 0,-1 0 0 0 0,0 0 1 0 0,0-1-1 0 0,-1 1 0 0 0,1-11 0 0 0,-1 14-201 0 0,-1-1 0 0 0,0 1 0 0 0,-1 0 0 0 0,1-1 0 0 0,-1 1 0 0 0,0 0 0 0 0,0-1 0 0 0,-1 1 0 0 0,0 0 0 0 0,0 0 0 0 0,0 0 0 0 0,0 1 0 0 0,-1-1 0 0 0,1 0 1 0 0,-1 1-1 0 0,0-1 0 0 0,-1 1 0 0 0,1 0 0 0 0,-1 0 0 0 0,-6-5 0 0 0,8 8-32 0 0,1 0 1 0 0,0 1-1 0 0,0-1 1 0 0,0 0-1 0 0,0 1 1 0 0,-1-1-1 0 0,1 1 1 0 0,0-1-1 0 0,-1 1 1 0 0,1-1-1 0 0,0 1 1 0 0,-1 0-1 0 0,1 0 1 0 0,0 0-1 0 0,-1 0 1 0 0,1 0-1 0 0,0 0 0 0 0,-1 0 1 0 0,1 0-1 0 0,0 0 1 0 0,-1 1-1 0 0,-1 0 1 0 0,0 0 3 0 0,0 1 0 0 0,0 0 0 0 0,1-1-1 0 0,-1 1 1 0 0,0 0 0 0 0,1 0 0 0 0,0 0 0 0 0,-1 1 0 0 0,-2 3-1 0 0,-1 3 83 0 0,0 0-1 0 0,0 1 0 0 0,1 0 0 0 0,-7 17 0 0 0,9-21 65 0 0,1 0 1 0 0,1 0-1 0 0,-1 1 1 0 0,1-1-1 0 0,0 0 1 0 0,0 0-1 0 0,1 0 1 0 0,0 1-1 0 0,0-1 1 0 0,1 0-1 0 0,-1 1 1 0 0,1-1-1 0 0,1 0 1 0 0,-1 0-1 0 0,1 0 1 0 0,0 0-1 0 0,4 8 1 0 0,-2-8 34 0 0,0 0-1 0 0,0 0 1 0 0,0 0 0 0 0,1-1-1 0 0,0 0 1 0 0,0 0 0 0 0,0 0-1 0 0,1 0 1 0 0,-1-1 0 0 0,1 0-1 0 0,0 0 1 0 0,0-1 0 0 0,1 0-1 0 0,-1 0 1 0 0,10 3 0 0 0,5 0 129 0 0,0 0 0 0 0,1-2 0 0 0,-1 0 1 0 0,1-2-1 0 0,39 0 0 0 0,-10-4-100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6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333 183 14283 0 0,'-34'-5'56'0'0,"0"1"1"0"0,0 2-1 0 0,-1 1 0 0 0,1 2 0 0 0,-37 5 0 0 0,61-5 30 0 0,4-1-117 0 0,1 0 0 0 0,-1 1 0 0 0,0-1 0 0 0,1 1 0 0 0,-1 0 0 0 0,1 1 0 0 0,-1-1 0 0 0,1 1 0 0 0,0 0 0 0 0,0 1 0 0 0,0-1 0 0 0,-9 7 0 0 0,13-9 19 0 0,1 1 0 0 0,0-1 0 0 0,0 0 0 0 0,0 1 0 0 0,0-1 0 0 0,-1 1 0 0 0,1-1 0 0 0,0 0 0 0 0,0 1 0 0 0,0-1 0 0 0,0 1 0 0 0,0-1 0 0 0,0 1 0 0 0,0-1 0 0 0,0 1 0 0 0,0-1 0 0 0,0 0 0 0 0,0 1 0 0 0,0-1 0 0 0,1 1 0 0 0,-1-1 0 0 0,0 0 0 0 0,0 1 0 0 0,0-1 0 0 0,0 1 0 0 0,1-1 0 0 0,-1 0 0 0 0,0 1 0 0 0,0-1 0 0 0,1 0 0 0 0,-1 1 0 0 0,0-1 0 0 0,1 0 0 0 0,-1 1 0 0 0,0-1 0 0 0,1 0 0 0 0,-1 0 0 0 0,1 0 0 0 0,-1 1 1 0 0,0-1-1 0 0,1 0 0 0 0,-1 0 0 0 0,1 0 0 0 0,-1 0 0 0 0,0 0 0 0 0,1 0 0 0 0,-1 1 0 0 0,1-1 0 0 0,-1 0 0 0 0,1 0 0 0 0,0-1 0 0 0,25 7-613 0 0,28-4 12 0 0,-1-2-1 0 0,66-8 1 0 0,-35 1 640 0 0,169-11 1116 0 0,84-5 107 0 0,17-1-759 0 0,-136 8-425 0 0,270-21-538 0 0,185-10-2253 0 0,1 31 999 0 0,596-4 643 0 0,-909 10 471 0 0,-2 35-2340 0 0,-341-23 2791 0 0,-1 1 0 0 0,0 1-1 0 0,0 0 1 0 0,0 1 0 0 0,-1 1-1 0 0,0 1 1 0 0,17 9 0 0 0,-28-13 283 0 0,0 0 1 0 0,0 1 0 0 0,0-1-1 0 0,-1 1 1 0 0,1 0-1 0 0,-1 0 1 0 0,0 1-1 0 0,0-1 1 0 0,0 1-1 0 0,-1 0 1 0 0,1 0 0 0 0,-1 0-1 0 0,-1 0 1 0 0,1 0-1 0 0,-1 1 1 0 0,0-1-1 0 0,0 1 1 0 0,0 0 0 0 0,-1 0-1 0 0,0-1 1 0 0,0 1-1 0 0,0 0 1 0 0,-1 12-1 0 0,-6 54 1441 0 0,-18 75-1 0 0,2-7-291 0 0,-12 384 633 0 0,39 2-1745 0 0,30 591-14 0 0,58-110 637 0 0,67 168 774 0 0,-2 160-7164 0 0,-101-870 4079 0 0,15-3 4319 0 0,0 95 994 0 0,-35-242-2177 0 0,-25-228-1512 0 0,0 0-30 0 0,3 104 0 0 0,-15-184 7 0 0,0 1 1 0 0,-1-1 0 0 0,1 0-1 0 0,-1 0 1 0 0,-1 0 0 0 0,1 0-1 0 0,-1 0 1 0 0,-1-1 0 0 0,1 1 0 0 0,-1-1-1 0 0,-5 9 1 0 0,5-11-15 0 0,0 0 0 0 0,0 0 0 0 0,0 0 1 0 0,-1-1-1 0 0,0 0 0 0 0,0 0 0 0 0,0 0 0 0 0,0 0 0 0 0,0 0 0 0 0,0-1 1 0 0,-1 0-1 0 0,1 0 0 0 0,-1 0 0 0 0,1-1 0 0 0,-1 1 0 0 0,0-1 0 0 0,-5 1 1 0 0,-13 1 289 0 0,1-1 1 0 0,-1-1 0 0 0,0 0 0 0 0,-37-6-1 0 0,-93-21 111 0 0,86 14-360 0 0,-531-55-1040 0 0,576 66 861 0 0,-545-9-1979 0 0,-287 56 2004 0 0,216-8 2394 0 0,574-35-2173 0 0,-629 20 824 0 0,482-21-862 0 0,-360 12 561 0 0,73 30-69 0 0,472-42-588 0 0,-462 29 56 0 0,337-34-2 0 0,127 1-132 0 0,1-1 0 0 0,-1-1 0 0 0,1 0 0 0 0,-30-12 0 0 0,46 14-166 0 0,1-1 1 0 0,0 0-1 0 0,0 0 0 0 0,0-1 1 0 0,1 1-1 0 0,-1-1 1 0 0,1 0-1 0 0,0-1 0 0 0,0 1 1 0 0,1-1-1 0 0,-1 0 1 0 0,1 0-1 0 0,0-1 0 0 0,0 1 1 0 0,1-1-1 0 0,-1 0 1 0 0,1 0-1 0 0,1 0 0 0 0,-1 0 1 0 0,-3-13-1 0 0,-5-22-1313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7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0 456 0 0,'-17'32'318'0'0,"12"-17"2692"0"0,0 1 0 0 0,2 0 0 0 0,-3 22 1 0 0,0-1-3055 0 0,-21 102 327 0 0,-45 258 461 0 0,27 6-263 0 0,66 1613 123 0 0,93-232 95 0 0,-8-650 832 0 0,-79-881-1304 0 0,36 716 571 0 0,-55 3 1198 0 0,-41-472-252 0 0,-32-172-3407 0 0,6-80-2885 0 0,41-140-690 0 0,10-52 722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8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 9218 0 0,'0'-1'245'0'0,"-1"0"-1"0"0,1 0 1 0 0,0 0 0 0 0,0-1-1 0 0,0 1 1 0 0,1 0-1 0 0,-1 0 1 0 0,0 0 0 0 0,0 0-1 0 0,0 0 1 0 0,1 0 0 0 0,-1 0-1 0 0,1 0 1 0 0,-1 0 0 0 0,1 0-1 0 0,-1 0 1 0 0,2-1-1 0 0,-2 2-97 0 0,1 0 0 0 0,-1 0 0 0 0,1-1 0 0 0,-1 1 0 0 0,1 0 0 0 0,-1 0 0 0 0,1 0 0 0 0,-1 0 0 0 0,0 0 0 0 0,1 0 0 0 0,-1 0 0 0 0,1 0 0 0 0,-1 0 0 0 0,1 0 0 0 0,-1 1 0 0 0,1-1 0 0 0,-1 0 0 0 0,1 0 0 0 0,-1 0 0 0 0,0 0 0 0 0,1 1 0 0 0,-1-1-1 0 0,1 0 1 0 0,-1 0 0 0 0,0 1 0 0 0,1 0 0 0 0,3 2 338 0 0,-1 0 0 0 0,0 0 0 0 0,0 1 0 0 0,0-1-1 0 0,0 1 1 0 0,3 6 0 0 0,44 78 891 0 0,58 118-4020 0 0,-94-171-2412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8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26 4609 0 0,'-2'-1'274'0'0,"0"1"0"0"0,0-1 0 0 0,0 1 0 0 0,0-1 0 0 0,0 0-1 0 0,0 0 1 0 0,0 0 0 0 0,0 0 0 0 0,0-1 0 0 0,0 1 0 0 0,-3-3 0 0 0,-10-7 5960 0 0,17 47-6866 0 0,-2-23 353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8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10594 0 0,'1'-1'96'0'0,"-1"0"-1"0"0,0 1 0 0 0,0-1 0 0 0,0 0 1 0 0,1 0-1 0 0,-1 0 0 0 0,1 1 0 0 0,-1-1 1 0 0,0 0-1 0 0,1 1 0 0 0,-1-1 0 0 0,1 0 1 0 0,-1 1-1 0 0,1-1 0 0 0,0 0 0 0 0,-1 1 1 0 0,1-1-1 0 0,0 1 0 0 0,-1-1 0 0 0,1 1 1 0 0,0 0-1 0 0,0-1 0 0 0,-1 1 1 0 0,1 0-1 0 0,0-1 0 0 0,0 1 0 0 0,0 0 1 0 0,-1 0-1 0 0,1 0 0 0 0,0 0 0 0 0,0 0 1 0 0,0 0-1 0 0,0 0 0 0 0,-1 0 0 0 0,1 0 1 0 0,0 0-1 0 0,0 0 0 0 0,0 0 0 0 0,-1 1 1 0 0,1-1-1 0 0,0 0 0 0 0,0 1 0 0 0,0-1 1 0 0,-1 0-1 0 0,1 1 0 0 0,0-1 1 0 0,-1 1-1 0 0,1-1 0 0 0,0 1 0 0 0,-1 0 1 0 0,1-1-1 0 0,-1 1 0 0 0,1-1 0 0 0,-1 1 1 0 0,1 0-1 0 0,0 1 0 0 0,5 7 255 0 0,0 0 0 0 0,0 1 0 0 0,7 15 0 0 0,-5-9-218 0 0,1 2-26 0 0,21 29 326 0 0,-29-44-463 0 0,2 0 0 0 0,-1 0 0 0 0,0-1 0 0 0,1 0 0 0 0,-1 1 1 0 0,1-1-1 0 0,-1 0 0 0 0,1 0 0 0 0,0 0 0 0 0,0-1 0 0 0,0 1 0 0 0,0-1 0 0 0,4 2 0 0 0,-6-6 37 0 0,-1 1-1 0 0,0-1 1 0 0,1 0-1 0 0,-1 0 1 0 0,0 0-1 0 0,-1 0 1 0 0,1 0-1 0 0,0 1 1 0 0,-2-6-1 0 0,0-1 236 0 0,-1-25 180 0 0,3-50 1 0 0,0 71-476 0 0,1 0 0 0 0,1 1 0 0 0,0-1 1 0 0,1 1-1 0 0,1-1 0 0 0,-1 1 0 0 0,8-14 0 0 0,-9 22 135 0 0,1-1-1 0 0,0 1 1 0 0,0 0 0 0 0,0 0-1 0 0,0 1 1 0 0,0-1 0 0 0,1 1-1 0 0,0-1 1 0 0,0 1-1 0 0,0 0 1 0 0,0 1 0 0 0,0-1-1 0 0,0 1 1 0 0,1 0 0 0 0,0 0-1 0 0,-1 0 1 0 0,1 0-1 0 0,0 1 1 0 0,-1 0 0 0 0,1 0-1 0 0,0 0 1 0 0,0 0 0 0 0,0 1-1 0 0,0 0 1 0 0,0 0-1 0 0,0 1 1 0 0,0-1 0 0 0,0 1-1 0 0,0 0 1 0 0,0 0-1 0 0,-1 1 1 0 0,1-1 0 0 0,0 1-1 0 0,-1 0 1 0 0,1 0 0 0 0,-1 1-1 0 0,0-1 1 0 0,1 1-1 0 0,-1 0 1 0 0,-1 0 0 0 0,7 6-1 0 0,-1 2-1 0 0,-1 0-1 0 0,0 1 0 0 0,-1 0 0 0 0,0 1 1 0 0,0-1-1 0 0,4 15 0 0 0,13 25-1623 0 0,-19-44 467 0 0,0 0 1 0 0,0-1-1 0 0,0 0 1 0 0,9 10-1 0 0,3-5-1137 0 0,-11-11 2047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9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0,'4'5'4795'0'0,"6"10"-2812"0"0,5 4-94 0 0,1-1-1 0 0,34 32 1 0 0,-31-33-1705 0 0,-1 1 0 0 0,26 32 1 0 0,-31-30-1608 0 0,-1 0-5205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9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6 190 5529 0 0,'-1'-4'324'0'0,"0"0"0"0"0,0 0 0 0 0,0-1 0 0 0,0 1 0 0 0,1 0 0 0 0,0-1-1 0 0,0 1 1 0 0,0 0 0 0 0,0-1 0 0 0,1 1 0 0 0,0 0 0 0 0,0-1 0 0 0,0 1 0 0 0,0 0 0 0 0,1 0 0 0 0,2-6-1 0 0,2-2 492 0 0,0 0-1 0 0,0 0 1 0 0,1 1-1 0 0,11-14 0 0 0,-15 21-570 0 0,0 1 0 0 0,0 0 0 0 0,1-1 0 0 0,-1 1 0 0 0,1 0 0 0 0,0 1 0 0 0,0-1 0 0 0,0 1 1 0 0,0 0-1 0 0,0 0 0 0 0,1 0 0 0 0,-1 0 0 0 0,1 1 0 0 0,-1-1 0 0 0,8 0 0 0 0,-10 2-194 0 0,0 0 1 0 0,0 0-1 0 0,1 0 1 0 0,-1 1 0 0 0,0-1-1 0 0,0 0 1 0 0,0 1-1 0 0,0-1 1 0 0,0 1 0 0 0,0 0-1 0 0,0 0 1 0 0,0 0-1 0 0,0 0 1 0 0,-1 0-1 0 0,1 0 1 0 0,0 0 0 0 0,-1 1-1 0 0,1-1 1 0 0,-1 1-1 0 0,1-1 1 0 0,-1 1-1 0 0,1 0 1 0 0,-1-1 0 0 0,0 1-1 0 0,0 0 1 0 0,0 0-1 0 0,0 0 1 0 0,0 0 0 0 0,0 0-1 0 0,-1 0 1 0 0,1 0-1 0 0,-1 0 1 0 0,1 0-1 0 0,-1 0 1 0 0,0 0 0 0 0,0 3-1 0 0,1 3-67 0 0,-1 0 1 0 0,0 0-1 0 0,0 1 0 0 0,-1-1 1 0 0,0 0-1 0 0,-1 0 0 0 0,1 0 0 0 0,-7 15 1 0 0,-31 63-517 0 0,25-56-216 0 0,7-18-34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9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0 150 2761 0 0,'32'-3'10937'0'0,"-24"15"-11252"0"0,-6-8 499 0 0,6 10 288 0 0,0-1 0 0 0,1 0 0 0 0,12 14 0 0 0,-19-24-456 0 0,0 0 1 0 0,1-1-1 0 0,0 1 1 0 0,-1-1-1 0 0,1 1 1 0 0,0-1-1 0 0,0 0 1 0 0,0 0-1 0 0,1-1 1 0 0,-1 1-1 0 0,0-1 1 0 0,1 1-1 0 0,-1-1 1 0 0,1 0-1 0 0,-1 0 1 0 0,1-1-1 0 0,-1 1 1 0 0,1-1-1 0 0,7 0 1 0 0,-10 0-102 0 0,0-1 0 0 0,1 1 0 0 0,-1-1 0 0 0,0 1 0 0 0,0-1 0 0 0,1 0 0 0 0,-1 0 0 0 0,0 1 0 0 0,0-1 0 0 0,0 0 0 0 0,0 0 0 0 0,0 0 0 0 0,0 0 0 0 0,0 0 0 0 0,0-1 0 0 0,-1 1 0 0 0,1 0 0 0 0,0 0 0 0 0,-1-1 0 0 0,1 1 0 0 0,-1 0 0 0 0,1 0 0 0 0,-1-1 0 0 0,0 1 0 0 0,1-2 0 0 0,5-42-1878 0 0,-5 33 1405 0 0,3-27-977 0 0,3-33-494 0 0,-6 65 2116 0 0,0 1 0 0 0,1 0 0 0 0,0 0 1 0 0,0 0-1 0 0,0 0 0 0 0,1 0 1 0 0,-1 0-1 0 0,6-7 0 0 0,-7 12 107 0 0,0 1 0 0 0,-1-1-1 0 0,1 1 1 0 0,0 0 0 0 0,0-1 0 0 0,0 1 0 0 0,0-1-1 0 0,-1 1 1 0 0,1 0 0 0 0,0 0 0 0 0,0 0-1 0 0,0-1 1 0 0,0 1 0 0 0,0 0 0 0 0,0 0-1 0 0,0 0 1 0 0,0 0 0 0 0,-1 1 0 0 0,1-1 0 0 0,0 0-1 0 0,0 0 1 0 0,0 0 0 0 0,0 1 0 0 0,0-1-1 0 0,-1 0 1 0 0,1 1 0 0 0,0-1 0 0 0,0 1-1 0 0,1 0 1 0 0,31 21 3100 0 0,-21-14-2612 0 0,135 90-190 0 0,-136-93-1676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0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10138 0 0,'0'0'1050'0'0,"2"3"-326"0"0,0 1 1 0 0,0-1 0 0 0,0 1 0 0 0,0-1-1 0 0,0 1 1 0 0,-1 0 0 0 0,0 0 0 0 0,0 0-1 0 0,1 6 1 0 0,4 13 1084 0 0,11 11-1154 0 0,1 1 0 0 0,40 55 0 0 0,-30-49-1014 0 0,23 46 0 0 0,-15-14-1896 0 0,-23-52 711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0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109 186 8290 0 0,'-22'0'584'0'0,"-33"-1"2634"0"0,23-11 5973 0 0,33 12-9106 0 0,10-12 1026 0 0,14-8-1124 0 0,-25 20 94 0 0,40-26 80 0 0,1 1-1 0 0,0 3 1 0 0,56-22-1 0 0,-57 26-267 0 0,-27 12-66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1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521 157 4145 0 0,'-17'-4'646'0'0,"0"0"1"0"0,0 2-1 0 0,0 0 0 0 0,-1 1 0 0 0,1 0 1 0 0,0 2-1 0 0,-1 0 0 0 0,1 1 1 0 0,0 0-1 0 0,-24 8 0 0 0,31-6-429 0 0,1 0 0 0 0,-1 1 0 0 0,1 1 0 0 0,0-1 1 0 0,1 1-1 0 0,-1 1 0 0 0,1 0 0 0 0,1 0 0 0 0,-1 0 0 0 0,1 1 0 0 0,0 0 0 0 0,1 1 0 0 0,-7 10 0 0 0,-7 16-67 0 0,1 0 1 0 0,-16 43-1 0 0,18-38-99 0 0,-3 5-16 0 0,2 0 1 0 0,2 2-1 0 0,-19 93 0 0 0,32-118-37 0 0,0 1-1 0 0,2 0 0 0 0,0 0 0 0 0,2 0 0 0 0,0 0 1 0 0,1 0-1 0 0,2 0 0 0 0,0 0 0 0 0,2-1 1 0 0,12 34-1 0 0,197 389-1100 0 0,-200-419 1114 0 0,1-1 0 0 0,1-1 1 0 0,1 0-1 0 0,2-1 0 0 0,0-2 0 0 0,1 0 1 0 0,1-1-1 0 0,1-1 0 0 0,1-1 0 0 0,0-1 1 0 0,1-1-1 0 0,1-1 0 0 0,1-1 0 0 0,0-2 1 0 0,51 17-1 0 0,-34-15 135 0 0,0-2-1 0 0,0-2 1 0 0,0-2 0 0 0,1-2-1 0 0,74 1 1 0 0,-98-7-19 0 0,0-2-1 0 0,0 0 1 0 0,0-1-1 0 0,0-1 1 0 0,-1 0 0 0 0,1-2-1 0 0,-1-1 1 0 0,0 0-1 0 0,-1-2 1 0 0,0 0-1 0 0,0-1 1 0 0,-1-1-1 0 0,0 0 1 0 0,18-17 0 0 0,-6 1 98 0 0,-1-2 0 0 0,-2-1 0 0 0,-1-1 0 0 0,-1-2 0 0 0,-2 0 0 0 0,-1-1 0 0 0,-2-2 0 0 0,-1 0 0 0 0,-2 0 0 0 0,-1-2 1 0 0,-3 0-1 0 0,0-1 0 0 0,-3 0 0 0 0,-1-1 0 0 0,-2 0 0 0 0,-2 0 0 0 0,-2-1 0 0 0,-1 1 0 0 0,-2-1 0 0 0,-2 1 0 0 0,-2-1 1 0 0,-12-57-1 0 0,4 44-154 0 0,-2 0-1 0 0,-3 1 1 0 0,-2 0 0 0 0,-3 2 0 0 0,-28-51 0 0 0,29 65-2 0 0,-2 1 0 0 0,-2 0-1 0 0,-1 2 1 0 0,-2 1 0 0 0,-1 2 0 0 0,-1 0 0 0 0,-40-30 0 0 0,43 41-78 0 0,-1 1 0 0 0,-1 2 0 0 0,-1 0 1 0 0,0 2-1 0 0,-1 1 0 0 0,0 2 0 0 0,-1 0 0 0 0,0 3 1 0 0,-58-10-1 0 0,70 17-325 0 0,1 1-1 0 0,-2 1 1 0 0,2 2 0 0 0,-1-1 0 0 0,0 2 0 0 0,0 1-1 0 0,-20 6 1 0 0,21-4-677 0 0,-1 1-1 0 0,1 1 1 0 0,0 0-1 0 0,0 2 1 0 0,1 0-1 0 0,-28 21 1 0 0,37-23 105 0 0,0-1-1 0 0,1 2 1 0 0,-11 14 0 0 0,0 1-918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1679 8290 0 0,'0'0'639'0'0,"-3"-24"2447"0"0,13-188 2479 0 0,17-2-3285 0 0,59-206-1071 0 0,10 69-391 0 0,-46 180-648 0 0,-45 151-64 0 0,-1-1 0 0 0,0 0 0 0 0,-1 0 0 0 0,-1-36 1 0 0,-2 44-361 0 0,-1 0 0 0 0,0 1 1 0 0,-1-1-1 0 0,0 1 1 0 0,-1 0-1 0 0,-1 0 1 0 0,0 0-1 0 0,-1 0 1 0 0,-7-13-1 0 0,6 15-1178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236 55 456 0 0,'0'1'24'0'0,"0"-1"-1"0"0,0 1 0 0 0,0 0 1 0 0,0-1-1 0 0,0 1 1 0 0,0 0-1 0 0,0-1 1 0 0,-1 1-1 0 0,1-1 1 0 0,0 1-1 0 0,0 0 1 0 0,-1-1-1 0 0,1 1 0 0 0,0-1 1 0 0,-1 1-1 0 0,1-1 1 0 0,-1 1-1 0 0,1-1 1 0 0,-1 1-1 0 0,1-1 1 0 0,-1 1-1 0 0,1-1 1 0 0,-1 0-1 0 0,1 1 0 0 0,-1-1 1 0 0,1 0-1 0 0,-1 1 1 0 0,1-1-1 0 0,-1 0 1 0 0,0 0-1 0 0,1 0 1 0 0,-1 1-1 0 0,0-1 1 0 0,1 0-1 0 0,-1 0 0 0 0,-1 0 1 0 0,-39 7 1009 0 0,8-2 750 0 0,19 1-919 0 0,1 0 0 0 0,-1 1 0 0 0,1 0 0 0 0,1 1 0 0 0,-1 0 1 0 0,2 1-1 0 0,-1 0 0 0 0,1 1 0 0 0,-17 19 0 0 0,28-29-811 0 0,0 0-1 0 0,0 0 0 0 0,-1 0 0 0 0,1 0 0 0 0,0 1 0 0 0,0-1 1 0 0,-1 0-1 0 0,1 0 0 0 0,0 0 0 0 0,0 0 0 0 0,0 1 0 0 0,-1-1 1 0 0,1 0-1 0 0,0 0 0 0 0,0 1 0 0 0,0-1 0 0 0,0 0 0 0 0,-1 0 1 0 0,1 1-1 0 0,0-1 0 0 0,0 0 0 0 0,0 0 0 0 0,0 1 0 0 0,0-1 1 0 0,0 0-1 0 0,0 0 0 0 0,0 1 0 0 0,0-1 0 0 0,0 0 0 0 0,0 1 1 0 0,0-1-1 0 0,0 0 0 0 0,0 0 0 0 0,0 1 0 0 0,0-1 0 0 0,0 0 1 0 0,0 1-1 0 0,0-1 0 0 0,1 0 0 0 0,-1 0 0 0 0,0 1 1 0 0,0-1-1 0 0,0 0 0 0 0,0 0 0 0 0,1 1 0 0 0,15-5 1002 0 0,20-13-69 0 0,89-70 597 0 0,-14 10-544 0 0,-110 76-976 0 0,0 0 1 0 0,0 0-1 0 0,0 1 0 0 0,1-1 0 0 0,-1 0 0 0 0,0 1 1 0 0,0-1-1 0 0,1 1 0 0 0,-1-1 0 0 0,1 1 0 0 0,-1 0 0 0 0,0-1 1 0 0,1 1-1 0 0,-1 0 0 0 0,1 0 0 0 0,-1 0 0 0 0,1 0 1 0 0,-1 0-1 0 0,0 1 0 0 0,1-1 0 0 0,-1 0 0 0 0,1 1 1 0 0,-1-1-1 0 0,0 1 0 0 0,1-1 0 0 0,1 2 0 0 0,1 1 93 0 0,0 1-1 0 0,-1-1 0 0 0,0 1 1 0 0,1-1-1 0 0,-1 1 0 0 0,4 7 1 0 0,-2-4-206 0 0,21 33 345 0 0,-14-21-361 0 0,1 0 1 0 0,29 31-1 0 0,-29-37-315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6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35 9674 0 0,'0'-2'613'0'0,"-1"-1"0"0"0,1 1 0 0 0,0-1 1 0 0,0 0-1 0 0,0 1 0 0 0,0-1 0 0 0,1 0 0 0 0,-1 1 0 0 0,4-10 3741 0 0,-7 32-2685 0 0,-2 9-1498 0 0,1 1-1 0 0,1 0 1 0 0,2 0-1 0 0,1 1 1 0 0,5 38-1 0 0,-3-55-196 0 0,1 0 0 0 0,0-1 0 0 0,1 1 0 0 0,0-1 0 0 0,1 0 0 0 0,8 13 0 0 0,-9-18-1 0 0,0-1 1 0 0,1 0 0 0 0,0 0-1 0 0,0-1 1 0 0,1 1-1 0 0,0-1 1 0 0,0 0-1 0 0,1-1 1 0 0,-1 0-1 0 0,15 9 1 0 0,-17-12 1 0 0,1 1 1 0 0,-1-1-1 0 0,0-1 1 0 0,1 1-1 0 0,-1-1 1 0 0,1 1-1 0 0,-1-1 1 0 0,1-1-1 0 0,0 1 1 0 0,-1-1-1 0 0,1 1 0 0 0,0-1 1 0 0,-1-1-1 0 0,1 1 1 0 0,0-1-1 0 0,-1 1 1 0 0,1-1-1 0 0,7-3 1 0 0,-8 2 44 0 0,-1 1 0 0 0,0-1 0 0 0,-1 0 0 0 0,1 0 0 0 0,0 0 1 0 0,0 0-1 0 0,-1-1 0 0 0,1 1 0 0 0,-1-1 0 0 0,0 1 0 0 0,0-1 0 0 0,0 0 0 0 0,0 0 1 0 0,0 0-1 0 0,-1 0 0 0 0,1 0 0 0 0,-1 0 0 0 0,0-1 0 0 0,0 1 0 0 0,0 0 0 0 0,0-1 1 0 0,-1 1-1 0 0,1-1 0 0 0,-1 1 0 0 0,0-7 0 0 0,-2-14 43 0 0,-1-1-1 0 0,-1 1 1 0 0,-1 0-1 0 0,-1 1 1 0 0,-1-1-1 0 0,-1 1 1 0 0,-1 0 0 0 0,-1 1-1 0 0,-1 0 1 0 0,-1 1-1 0 0,0 0 1 0 0,-18-20 0 0 0,29 39-376 0 0,-1 0 1 0 0,0 0 0 0 0,0 0 0 0 0,1 0 0 0 0,-2 0 0 0 0,1 0 0 0 0,0 1 0 0 0,0-1 0 0 0,-4-1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6913 0 0,'30'-2'1437'0'0,"-6"-1"387"0"0,-15 4-785 0 0,-1 1-1 0 0,0 0 1 0 0,1 1-1 0 0,-1 0 1 0 0,0 0-1 0 0,8 5 1 0 0,-5-2-575 0 0,0-1-1 0 0,1-1 1 0 0,14 4-1 0 0,-24-7-526 0 0,1 0 0 0 0,0-1 0 0 0,0 0 0 0 0,0 0 0 0 0,0 1 0 0 0,0-2 0 0 0,0 1 0 0 0,0 0 0 0 0,0-1 0 0 0,0 1 0 0 0,0-1 0 0 0,-1 0 0 0 0,1 0 0 0 0,0 0 0 0 0,0 0 0 0 0,-1 0 0 0 0,5-3 0 0 0,1-4-554 0 0,-1 0-1 0 0,0 0 1 0 0,-1 0 0 0 0,0-1 0 0 0,0 0-1 0 0,-1 0 1 0 0,8-19 0 0 0,-1 5 178 0 0,8-9 3207 0 0,-5 58 1137 0 0,6 11-6091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6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 9674 0 0,'-19'-2'9287'0'0,"20"8"-8528"0"0,2 35-344 0 0,2 1-1 0 0,2-1 0 0 0,2-1 1 0 0,1 1-1 0 0,2-2 0 0 0,20 43 1 0 0,-21-59-551 0 0,1 0 0 0 0,1-1 0 0 0,32 39-1 0 0,-35-48-1186 0 0,1-1 0 0 0,1-1-1 0 0,0 0 1 0 0,16 11-1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8290 0 0,'0'-3'736'0'0,"0"0"-584"0"0,2 2-152 0 0,1-2 0 0 0,1 3 664 0 0,-1-3 104 0 0,2-4 16 0 0,5-3 9 0 0,2-1 231 0 0,5-4 56 0 0,3 1 8 0 0,-1 1 1 0 0,2 1-1089 0 0,0 1-313 0 0,1 1-7 0 0,2 1-8 0 0,4 4 328 0 0,-1-1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0,'0'1'430'0'0,"-1"0"0"0"0,1 0 0 0 0,0 1 0 0 0,0-1 0 0 0,0 0 0 0 0,0 0 0 0 0,0 0 0 0 0,0 1 0 0 0,0-1 0 0 0,1 0 0 0 0,-1 0 0 0 0,0 0-1 0 0,1 0 1 0 0,-1 1 0 0 0,1-1 0 0 0,-1 0 0 0 0,1 0 0 0 0,-1 0 0 0 0,1 0 0 0 0,1 1 0 0 0,19 39 4181 0 0,-14-29-4228 0 0,55 96-1615 0 0,-39-74-3428 0 0,2-1-4008 0 0,-26-33 8658 0 0,1 0 1 0 0,0 0-1 0 0,0 0 1 0 0,0 0-1 0 0,0 0 0 0 0,0 1 1 0 0,-1-1-1 0 0,1 0 1 0 0,0 0-1 0 0,0 0 0 0 0,0 0 1 0 0,0 0-1 0 0,0 0 1 0 0,0 0-1 0 0,-1 0 0 0 0,1 0 1 0 0,0 0-1 0 0,0 0 1 0 0,0 0-1 0 0,0 1 0 0 0,0-1 1 0 0,0 0-1 0 0,0 0 1 0 0,0 0-1 0 0,0 0 0 0 0,-1 0 1 0 0,1 0-1 0 0,0 1 1 0 0,0-1-1 0 0,0 0 0 0 0,0 0 1 0 0,0 0-1 0 0,0 0 1 0 0,0 0-1 0 0,0 1 0 0 0,0-1 1 0 0,0 0-1 0 0,0 0 1 0 0,0 0-1 0 0,0 0 0 0 0,0 0 1 0 0,0 1-1 0 0,0-1 1 0 0,0 0-1 0 0,0 0 0 0 0,0 0 1 0 0,1 0-1 0 0,-1 0 1 0 0,0 0-1 0 0,0 1 0 0 0,0-1 1 0 0,0 0-1 0 0,0 0 1 0 0,0 0-1 0 0,0 0 0 0 0,0 0 1 0 0,0 0-1 0 0,1 0 1 0 0,-1 0-1 0 0,0 1 0 0 0,0-1 1 0 0,0 0-1 0 0,0 0 1 0 0,-11-6 16 0 0,4-1-7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5985 0 0,'0'-5'252'0'0,"0"0"0"0"0,0 0 0 0 0,1 0 1 0 0,0 0-1 0 0,0 0 0 0 0,0 0 0 0 0,1 0 0 0 0,0 0 0 0 0,0 1 0 0 0,0-1 0 0 0,0 1 0 0 0,0-1 0 0 0,1 1 0 0 0,0 0 0 0 0,0 0 0 0 0,0 0 0 0 0,1 0 0 0 0,-1 1 0 0 0,1 0 0 0 0,0-1 1 0 0,7-4-1 0 0,-6 5 9 0 0,-1-1 1 0 0,0 1 0 0 0,1 0-1 0 0,0 0 1 0 0,0 1 0 0 0,0 0 0 0 0,0-1-1 0 0,0 2 1 0 0,0-1 0 0 0,0 0-1 0 0,1 1 1 0 0,-1 0 0 0 0,1 1-1 0 0,-1-1 1 0 0,0 1 0 0 0,1 0 0 0 0,-1 0-1 0 0,1 1 1 0 0,-1-1 0 0 0,8 3-1 0 0,-9-1-102 0 0,0 1-1 0 0,0-1 1 0 0,0 1 0 0 0,0 0-1 0 0,0 0 1 0 0,0 1-1 0 0,-1-1 1 0 0,0 1-1 0 0,1 0 1 0 0,-1 0-1 0 0,-1 0 1 0 0,1 0-1 0 0,-1 0 1 0 0,1 1 0 0 0,-1-1-1 0 0,0 1 1 0 0,-1-1-1 0 0,1 1 1 0 0,-1 0-1 0 0,0 0 1 0 0,0-1-1 0 0,0 8 1 0 0,0 1-79 0 0,0 0 1 0 0,-1 1-1 0 0,0-1 1 0 0,-1 0-1 0 0,0 0 1 0 0,-1 0-1 0 0,-5 17 1 0 0,5-26-94 0 0,1-1 1 0 0,-1 1-1 0 0,1 0 1 0 0,-1-1-1 0 0,0 1 0 0 0,0-1 1 0 0,-1 0-1 0 0,1 0 1 0 0,-1 0-1 0 0,1 0 1 0 0,-1 0-1 0 0,0 0 1 0 0,0-1-1 0 0,0 0 1 0 0,-1 1-1 0 0,1-1 1 0 0,-1 0-1 0 0,1 0 1 0 0,-1-1-1 0 0,1 1 1 0 0,-1-1-1 0 0,0 0 1 0 0,-7 2-1 0 0,6-3-920 0 0,-1 1 0 0 0,1-1-1 0 0,0 0 1 0 0,0 0 0 0 0,0 0-1 0 0,-9-2 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5985 0 0,'6'15'8187'0'0,"6"6"-6225"0"0,-6-12-1583 0 0,1 1 0 0 0,0-1 0 0 0,1 0 0 0 0,14 13 0 0 0,-19-20-425 0 0,-1 1 0 0 0,1-1 1 0 0,0 0-1 0 0,0 0 1 0 0,1 0-1 0 0,-1 0 0 0 0,0 0 1 0 0,0-1-1 0 0,1 1 1 0 0,-1-1-1 0 0,1 0 0 0 0,0 0 1 0 0,-1-1-1 0 0,1 1 1 0 0,-1-1-1 0 0,1 1 0 0 0,0-1 1 0 0,6-1-1 0 0,-8 0-53 0 0,1 0 0 0 0,-1 0 0 0 0,0 0 0 0 0,0 0 0 0 0,1 0 0 0 0,-1 0 0 0 0,0-1 0 0 0,0 1 0 0 0,0-1 0 0 0,-1 0 0 0 0,1 1 0 0 0,0-1 0 0 0,-1 0 0 0 0,1 0 0 0 0,-1 0 0 0 0,1 0 0 0 0,-1 0 0 0 0,2-4 0 0 0,18-51-1557 0 0,-9 22 1526 0 0,-11 32 244 0 0,1 0 0 0 0,-1 0 0 0 0,1 1 0 0 0,-1-1 0 0 0,1 0 0 0 0,0 1 1 0 0,0 0-1 0 0,1-1 0 0 0,-1 1 0 0 0,0 0 0 0 0,1 0 0 0 0,-1 0 0 0 0,1 0 0 0 0,5-2 0 0 0,-6 3-17 0 0,-1 1-1 0 0,1 0 1 0 0,-1-1-1 0 0,1 1 0 0 0,-1 0 1 0 0,1 0-1 0 0,0 0 1 0 0,-1 0-1 0 0,1 0 1 0 0,-1 0-1 0 0,1 1 0 0 0,-1-1 1 0 0,1 0-1 0 0,-1 1 1 0 0,1-1-1 0 0,-1 1 1 0 0,1 0-1 0 0,-1-1 0 0 0,1 1 1 0 0,-1 0-1 0 0,0 0 1 0 0,1 0-1 0 0,-1 0 1 0 0,0 0-1 0 0,0 0 0 0 0,0 0 1 0 0,0 0-1 0 0,0 1 1 0 0,0-1-1 0 0,0 0 0 0 0,1 2 1 0 0,3 5 129 0 0,0-1 17 0 0,0 0 0 0 0,0 0 0 0 0,1 0 0 0 0,11 10 0 0 0,-14-15-492 0 0,-1 0 1 0 0,1 0-1 0 0,0 0 0 0 0,0-1 1 0 0,0 1-1 0 0,0-1 1 0 0,0 0-1 0 0,0 0 0 0 0,0 0 1 0 0,4 1-1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6 9674 0 0,'-1'0'125'0'0,"1"-1"0"0"0,0 1 1 0 0,0 0-1 0 0,-1-1 0 0 0,1 1 0 0 0,0-1 1 0 0,-1 1-1 0 0,1 0 0 0 0,0 0 0 0 0,-1-1 0 0 0,1 1 1 0 0,-1 0-1 0 0,1 0 0 0 0,0-1 0 0 0,-1 1 1 0 0,1 0-1 0 0,-1 0 0 0 0,1 0 0 0 0,-1 0 0 0 0,1 0 1 0 0,0-1-1 0 0,-1 1 0 0 0,1 0 0 0 0,-1 0 0 0 0,1 0 1 0 0,-1 0-1 0 0,1 1 0 0 0,-1-1 0 0 0,1 0 1 0 0,-1 0-1 0 0,1 0 0 0 0,0 0 0 0 0,-1 0 0 0 0,0 1 1 0 0,-6 16 2821 0 0,7-12-2426 0 0,-1 1 0 0 0,1 0 0 0 0,0 0 0 0 0,0 0 0 0 0,2 7 0 0 0,14 37-107 0 0,2-1 1 0 0,38 74-1 0 0,-47-106-698 0 0,41 72-3381 0 0,-38-69 2220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7 219 7834 0 0,'0'0'59'0'0,"0"0"0"0"0,-1 0 0 0 0,1 0 1 0 0,0 0-1 0 0,0 0 0 0 0,-1 0 0 0 0,1 0 0 0 0,0 0 1 0 0,-1 0-1 0 0,1 0 0 0 0,0-1 0 0 0,0 1 1 0 0,0 0-1 0 0,-1 0 0 0 0,1 0 0 0 0,0 0 0 0 0,0-1 1 0 0,0 1-1 0 0,-1 0 0 0 0,1 0 0 0 0,0 0 1 0 0,0-1-1 0 0,0 1 0 0 0,0 0 0 0 0,-1 0 0 0 0,1-1 1 0 0,0 1-1 0 0,0 0 0 0 0,0 0 0 0 0,0-1 1 0 0,0 1-1 0 0,0 0 0 0 0,0 0 0 0 0,0-1 0 0 0,0 1 1 0 0,7-10 1774 0 0,20-10 743 0 0,-20 15-2092 0 0,42-28 2612 0 0,87-46 1 0 0,-70 49-4156 0 0,3 5-3639 0 0,-33 14-1867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31 140 4609 0 0,'-2'-21'3294'0'0,"0"0"0"0"0,2-42 0 0 0,0 29 3281 0 0,-8 130-4583 0 0,-1 9-1994 0 0,1-11 40 0 0,7 163 1 0 0,22-109-1658 0 0,-19-134 728 0 0,1 5-6553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9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1 368 1952 0 0,'23'-63'181'0'0,"86"-200"5734"0"0,-107 260-5576 0 0,-1 0 0 0 0,0 1-1 0 0,1-1 1 0 0,0 1-1 0 0,0-1 1 0 0,0 1 0 0 0,0 0-1 0 0,0 0 1 0 0,0-1-1 0 0,0 1 1 0 0,1 1 0 0 0,-1-1-1 0 0,1 0 1 0 0,-1 1 0 0 0,1-1-1 0 0,0 1 1 0 0,0 0-1 0 0,0 0 1 0 0,0 0 0 0 0,-1 0-1 0 0,1 0 1 0 0,0 1-1 0 0,4-1 1 0 0,-2 1-7 0 0,0 1 1 0 0,0-1-1 0 0,0 1 1 0 0,-1 0-1 0 0,1 0 0 0 0,0 1 1 0 0,0-1-1 0 0,-1 1 1 0 0,1 0-1 0 0,-1 0 0 0 0,1 1 1 0 0,-1 0-1 0 0,7 4 0 0 0,0 3-100 0 0,0 0-1 0 0,0 1 0 0 0,-1 0 0 0 0,0 0 1 0 0,-1 1-1 0 0,11 20 0 0 0,41 86 184 0 0,-19-32-360 0 0,59 73-844 0 0,-55-94-4375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12 315 14283 0 0,'-1'0'47'0'0,"1"-1"-1"0"0,-1 1 1 0 0,0 0 0 0 0,1-1 0 0 0,-1 1-1 0 0,1-1 1 0 0,-1 1 0 0 0,0 0 0 0 0,1-1-1 0 0,-1 1 1 0 0,1-1 0 0 0,-1 0-1 0 0,1 1 1 0 0,0-1 0 0 0,-1 1 0 0 0,1-1-1 0 0,-1 0 1 0 0,1 1 0 0 0,0-1-1 0 0,0 0 1 0 0,-1 1 0 0 0,1-1 0 0 0,0 0-1 0 0,0 1 1 0 0,0-1 0 0 0,0 0-1 0 0,0 0 1 0 0,0 1 0 0 0,0-1 0 0 0,0 0-1 0 0,0 1 1 0 0,0-1 0 0 0,0 0 0 0 0,1 0-1 0 0,-1 1 1 0 0,0-1 0 0 0,0 0-1 0 0,1 1 1 0 0,-1-1 0 0 0,0 1 0 0 0,1-1-1 0 0,-1 0 1 0 0,1 0 0 0 0,25-32 470 0 0,-19 25-311 0 0,46-51 943 0 0,-30 36-2571 0 0,41-31 0 0 0,-44 40 780 0 0,0 0 1 0 0,1 2 0 0 0,0 1-1 0 0,1 0 1 0 0,0 1-1 0 0,26-6 1 0 0,-4 4 609 0 0,0 2-35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5 6449 0 0,'-4'-1'539'0'0,"-1"0"0"0"0,1 0 0 0 0,-1 0 0 0 0,1 1 0 0 0,-1 0 0 0 0,0 0 0 0 0,1 0 0 0 0,-1 1 0 0 0,1-1 0 0 0,-1 1 0 0 0,1 0 0 0 0,-1 0 1 0 0,1 1-1 0 0,0-1 0 0 0,-1 1 0 0 0,1 0 0 0 0,0 0 0 0 0,0 1 0 0 0,-4 2 0 0 0,2-1-212 0 0,1 1 0 0 0,-1-1 0 0 0,1 1 0 0 0,0 0 0 0 0,1 0 0 0 0,-1 0 0 0 0,1 1 0 0 0,0-1 0 0 0,1 1 0 0 0,-1 0 0 0 0,1 0 0 0 0,-3 7 0 0 0,4-5-276 0 0,-1 1-1 0 0,1-1 1 0 0,0 0 0 0 0,1 1 0 0 0,0-1 0 0 0,0 0 0 0 0,1 1 0 0 0,0-1 0 0 0,1 1 0 0 0,-1-1 0 0 0,2 1 0 0 0,-1-1 0 0 0,5 14 0 0 0,-4-17-58 0 0,1 0 1 0 0,-1 1 0 0 0,1-1 0 0 0,0 0 0 0 0,1 0-1 0 0,-1-1 1 0 0,1 1 0 0 0,0-1 0 0 0,0 0 0 0 0,0 0-1 0 0,1 0 1 0 0,-1 0 0 0 0,1-1 0 0 0,0 1 0 0 0,0-1-1 0 0,0-1 1 0 0,1 1 0 0 0,-1-1 0 0 0,0 0 0 0 0,10 3-1 0 0,-8-4-138 0 0,1 1 0 0 0,0-1 0 0 0,0 0 0 0 0,-1-1 0 0 0,15 0 0 0 0,18-7-5766 0 0,-13-1-665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91 8754 0 0,'-10'-24'389'0'0,"-7"-18"2172"0"0,3 17 3173 0 0,25 51-946 0 0,3 23-4401 0 0,-9-30 28 0 0,20 81-166 0 0,-10-35 56 0 0,30 77 0 0 0,-37-120-883 0 0,1-2 1 0 0,1 1-1 0 0,1-2 1 0 0,1 1-1 0 0,1-2 1 0 0,1 1-1 0 0,24 25 1 0 0,-19-25-2276 0 0,-13-14 1154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8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53 114 3225 0 0,'-20'-3'-521'0'0,"-4"-8"4873"0"0,23 10-4148 0 0,0 0-1 0 0,0 0 1 0 0,1 1-1 0 0,-1-1 0 0 0,1 0 1 0 0,-1 0-1 0 0,0 0 1 0 0,1 0-1 0 0,-1 0 0 0 0,1 0 1 0 0,0 0-1 0 0,-1-1 1 0 0,1 1-1 0 0,0 0 0 0 0,0 0 1 0 0,0 0-1 0 0,0 0 1 0 0,0 0-1 0 0,0 0 0 0 0,0-1 1 0 0,0 1-1 0 0,0 0 1 0 0,0 0-1 0 0,1 0 0 0 0,-1 0 1 0 0,0 0-1 0 0,1 0 1 0 0,-1 0-1 0 0,1 0 1 0 0,-1 0-1 0 0,1 0 0 0 0,-1 0 1 0 0,1 0-1 0 0,0 0 1 0 0,0 0-1 0 0,-1 1 0 0 0,1-1 1 0 0,0 0-1 0 0,1-1 1 0 0,2-2 61 0 0,0 0 0 0 0,1 1 1 0 0,-1-1-1 0 0,1 1 1 0 0,0 0-1 0 0,0 0 1 0 0,0 0-1 0 0,0 1 0 0 0,0-1 1 0 0,1 1-1 0 0,9-2 1 0 0,8-1-2587 0 0,36-4 1 0 0,-38 7-65 0 0,6-2-141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0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11522 0 0,'-1'5'507'0'0,"1"0"-1"0"0,-1 0 1 0 0,1 1 0 0 0,0-1-1 0 0,1 0 1 0 0,-1 0-1 0 0,1 0 1 0 0,0 0-1 0 0,0 0 1 0 0,1 0-1 0 0,3 8 1 0 0,-3-5 208 0 0,39 111 1484 0 0,-4-43-9224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18 13827 0 0,'-18'-18'4331'0'0,"30"31"-5133"0"0,35 35-1895 0 0,-31-33 2585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3 163 7714 0 0,'0'0'11'0'0,"0"0"1"0"0,0 0-1 0 0,0-1 1 0 0,0 1 0 0 0,0 0-1 0 0,-1 0 1 0 0,1 0 0 0 0,0 0-1 0 0,0 0 1 0 0,0 0-1 0 0,0 0 1 0 0,0 0 0 0 0,0 0-1 0 0,0-1 1 0 0,-1 1 0 0 0,1 0-1 0 0,0 0 1 0 0,0 0-1 0 0,0 0 1 0 0,0 0 0 0 0,0-1-1 0 0,0 1 1 0 0,0 0-1 0 0,0 0 1 0 0,0 0 0 0 0,0 0-1 0 0,0 0 1 0 0,0-1 0 0 0,0 1-1 0 0,0 0 1 0 0,0 0-1 0 0,0 0 1 0 0,0 0 0 0 0,0-1-1 0 0,0 1 1 0 0,0 0-1 0 0,0 0 1 0 0,0 0 0 0 0,0 0-1 0 0,0 0 1 0 0,0-1 0 0 0,0 1-1 0 0,0 0 1 0 0,1 0-1 0 0,-1 0 1 0 0,0 0 0 0 0,0 0-1 0 0,0 0 1 0 0,0 0-1 0 0,0-1 1 0 0,1 1 0 0 0,10-1 570 0 0,14 5 1816 0 0,-15 0-1636 0 0,-1 0-1 0 0,1 1 0 0 0,-1 1 0 0 0,0-1 1 0 0,0 1-1 0 0,-1 1 0 0 0,0 0 1 0 0,0 0-1 0 0,12 14 0 0 0,-12-12-527 0 0,1 0 0 0 0,0-1 0 0 0,1 0 0 0 0,0 0 0 0 0,0-1-1 0 0,14 8 1 0 0,-22-15-184 0 0,-1 1-1 0 0,0-1 1 0 0,0 1-1 0 0,0-1 1 0 0,0 1-1 0 0,1-1 1 0 0,-1 0-1 0 0,0 0 1 0 0,0 1-1 0 0,0-1 1 0 0,1 0-1 0 0,-1 0 0 0 0,0 0 1 0 0,0-1-1 0 0,1 1 1 0 0,-1 0-1 0 0,0 0 1 0 0,0-1-1 0 0,1 1 1 0 0,-1 0-1 0 0,0-1 1 0 0,0 1-1 0 0,2-2 1 0 0,-1 0 4 0 0,0 0 0 0 0,0 0 1 0 0,-1 1-1 0 0,1-1 0 0 0,-1-1 1 0 0,1 1-1 0 0,-1 0 0 0 0,0 0 1 0 0,0 0-1 0 0,0-1 0 0 0,1-2 1 0 0,2-8 35 0 0,-1-1 0 0 0,-1 1 0 0 0,1-21 0 0 0,-2 28-84 0 0,0-56-92 0 0,-1 44-406 0 0,0 0 0 0 0,1 0-1 0 0,6-32 1 0 0,-2 31-675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61 334 5065 0 0,'1'0'135'0'0,"0"0"1"0"0,-1 1-1 0 0,1-1 0 0 0,0 0 1 0 0,-1 0-1 0 0,1 1 0 0 0,0-1 0 0 0,-1 0 1 0 0,1 1-1 0 0,-1-1 0 0 0,1 1 1 0 0,-1-1-1 0 0,1 1 0 0 0,-1-1 0 0 0,1 1 1 0 0,-1-1-1 0 0,0 1 0 0 0,1-1 1 0 0,-1 1-1 0 0,0-1 0 0 0,1 1 1 0 0,-1 0-1 0 0,0-1 0 0 0,0 1 0 0 0,1 0 1 0 0,-1-1-1 0 0,0 1 0 0 0,0 0 1 0 0,0-1-1 0 0,0 1 0 0 0,0 0 0 0 0,0-1 1 0 0,0 1-1 0 0,0 0 0 0 0,0-1 1 0 0,0 1-1 0 0,-1 0 0 0 0,1-1 0 0 0,0 1 1 0 0,0 0-1 0 0,-1-1 0 0 0,1 1 1 0 0,0-1-1 0 0,-1 1 0 0 0,1 0 1 0 0,0-1-1 0 0,-1 1 0 0 0,1-1 0 0 0,-1 1 1 0 0,1-1-1 0 0,-1 1 0 0 0,1-1 1 0 0,-1 0-1 0 0,0 1 0 0 0,1-1 0 0 0,-2 1 1 0 0,-8 10-286 0 0,3-1 861 0 0,-1 1 1 0 0,1-1 0 0 0,1 2 0 0 0,-8 17 0 0 0,12-25-561 0 0,0 1 0 0 0,0-1 1 0 0,1 1-1 0 0,0 0 0 0 0,0-1 1 0 0,0 1-1 0 0,0 0 0 0 0,1 0 0 0 0,0 0 1 0 0,0 0-1 0 0,0-1 0 0 0,1 1 1 0 0,-1 0-1 0 0,1 0 0 0 0,2 4 1 0 0,-3-8-141 0 0,0 0 1 0 0,0 0-1 0 0,0-1 1 0 0,0 1-1 0 0,1-1 0 0 0,-1 1 1 0 0,0 0-1 0 0,0-1 1 0 0,1 1-1 0 0,-1 0 1 0 0,0-1-1 0 0,1 1 1 0 0,-1-1-1 0 0,1 1 1 0 0,-1-1-1 0 0,1 1 1 0 0,-1-1-1 0 0,1 1 1 0 0,-1-1-1 0 0,1 0 1 0 0,-1 1-1 0 0,1-1 1 0 0,0 0-1 0 0,-1 1 1 0 0,1-1-1 0 0,-1 0 0 0 0,1 0 1 0 0,0 1-1 0 0,-1-1 1 0 0,1 0-1 0 0,0 0 1 0 0,-1 0-1 0 0,1 0 1 0 0,0 0-1 0 0,0 0 1 0 0,-1 0-1 0 0,1 0 1 0 0,0 0-1 0 0,-1-1 1 0 0,1 1-1 0 0,0 0 1 0 0,-1 0-1 0 0,1 0 1 0 0,-1-1-1 0 0,1 1 0 0 0,0 0 1 0 0,-1-1-1 0 0,1 1 1 0 0,-1-1-1 0 0,1 1 1 0 0,-1-1-1 0 0,1 1 1 0 0,0-2-1 0 0,1 0-113 0 0,1-1-1 0 0,-1 1 0 0 0,0-1 1 0 0,0 0-1 0 0,0 0 0 0 0,0 0 1 0 0,-1 0-1 0 0,1-1 1 0 0,0-2-1 0 0,3-17-552 0 0,7-25 277 0 0,-12 46 515 0 0,1 0 0 0 0,0 0 0 0 0,-1 0 0 0 0,1 0 1 0 0,0 0-1 0 0,1 0 0 0 0,-1 0 0 0 0,0 0 0 0 0,0 1 0 0 0,1-1 0 0 0,-1 0 0 0 0,1 1 0 0 0,0-1 0 0 0,-1 1 1 0 0,1 0-1 0 0,0 0 0 0 0,2-2 0 0 0,-2 3-43 0 0,0-1 0 0 0,0 1 1 0 0,-1 0-1 0 0,1 0 0 0 0,0 0 1 0 0,0 0-1 0 0,-1 1 0 0 0,1-1 0 0 0,0 0 1 0 0,0 1-1 0 0,-1-1 0 0 0,1 1 1 0 0,0-1-1 0 0,-1 1 0 0 0,1 0 0 0 0,-1 0 1 0 0,1 0-1 0 0,-1 0 0 0 0,1 0 1 0 0,-1 0-1 0 0,2 2 0 0 0,31 33 553 0 0,-24-24-419 0 0,-3-4-304 0 0,1-1 1 0 0,0 0 0 0 0,0 0 0 0 0,0 0 0 0 0,1-1-1 0 0,0 0 1 0 0,0-1 0 0 0,0 0 0 0 0,13 5 0 0 0,-17-8-364 0 0,1-1 0 0 0,0 0 0 0 0,0 0 1 0 0,0 0-1 0 0,-1-1 0 0 0,1 0 0 0 0,0 0 0 0 0,0 0 1 0 0,0-1-1 0 0,0 0 0 0 0,0 0 0 0 0,-1 0 1 0 0,1-1-1 0 0,0 0 0 0 0,-1 0 0 0 0,1 0 0 0 0,-1-1 1 0 0,6-4-1 0 0,-4 3 191 0 0,-1 0 0 0 0,1 0 0 0 0,-1-1 1 0 0,0 0-1 0 0,0-1 0 0 0,-1 1 0 0 0,0-1 0 0 0,0 0 1 0 0,0 0-1 0 0,-1-1 0 0 0,0 1 0 0 0,0-1 0 0 0,0 0 1 0 0,-1 0-1 0 0,0 0 0 0 0,-1 0 0 0 0,1-1 0 0 0,-2 1 0 0 0,1-1 1 0 0,1-10-1 0 0,-2-11 347 0 0,-1 0-1 0 0,-1 1 1 0 0,-1-1 0 0 0,-7-34 0 0 0,-1-14-578 0 0,8 55 978 0 0,-3-41-1457 0 0,6 31 14840 0 0,10 52-11575 0 0,-1 2-1752 0 0,152 330 426 0 0,-114-255-1984 0 0,-15-40-1030 0 0,-5-25-4708 0 0,-10-14-68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20 126 6913 0 0,'-1'1'63'0'0,"0"-1"0"0"0,0 0 0 0 0,0 0 0 0 0,0 0 0 0 0,0 1 0 0 0,0-1 0 0 0,0 0 0 0 0,0 0 0 0 0,0 0-1 0 0,0-1 1 0 0,0 1 0 0 0,0 0 0 0 0,0 0 0 0 0,0 0 0 0 0,1-1 0 0 0,-1 1 0 0 0,-2-1 0 0 0,3 0 20 0 0,0 1 1 0 0,0-1-1 0 0,0 1 1 0 0,0-1-1 0 0,0 1 1 0 0,0 0-1 0 0,0-1 0 0 0,0 1 1 0 0,0-1-1 0 0,0 1 1 0 0,0-1-1 0 0,1 1 1 0 0,-1 0-1 0 0,0-1 1 0 0,0 1-1 0 0,0-1 1 0 0,1 1-1 0 0,-1 0 1 0 0,0-1-1 0 0,0 1 1 0 0,1 0-1 0 0,-1-1 1 0 0,0 1-1 0 0,1 0 0 0 0,-1 0 1 0 0,1-1-1 0 0,32-24 2122 0 0,-13 12-1930 0 0,1 1-1 0 0,0 2 1 0 0,1 0-1 0 0,0 1 1 0 0,39-10 0 0 0,-42 14-643 0 0,1 1 0 0 0,-1 1 1 0 0,1 1-1 0 0,0 1 0 0 0,0 0 1 0 0,0 2-1 0 0,24 3 0 0 0,-40-3 518 0 0,0 0-1 0 0,1 1 1 0 0,-1-1-1 0 0,0 1 0 0 0,0 0 1 0 0,0 0-1 0 0,-1 0 0 0 0,1 0 1 0 0,0 1-1 0 0,-1-1 1 0 0,0 1-1 0 0,1 0 0 0 0,-1 0 1 0 0,0 0-1 0 0,-1 1 1 0 0,1-1-1 0 0,0 1 0 0 0,-1 0 1 0 0,0-1-1 0 0,0 1 1 0 0,0 0-1 0 0,1 5 0 0 0,4 11 1240 0 0,-1 0-1 0 0,-1 1 0 0 0,4 30 0 0 0,0-3-382 0 0,14 47-3818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 14747 0 0,'-4'-1'3953'0'0,"6"2"-3809"0"0,2 2 112 0 0,18 20-2344 0 0,-12-9 887 0 0,2 3-7 0 0,4 0 944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7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7370 0 0,'1'0'57'0'0,"0"-1"0"0"0,0 1 0 0 0,0 0 0 0 0,0 0 0 0 0,-1 0 0 0 0,1-1 0 0 0,0 1 1 0 0,0 0-1 0 0,0 0 0 0 0,0 0 0 0 0,0 0 0 0 0,0 1 0 0 0,0-1 0 0 0,0 0 1 0 0,0 0-1 0 0,0 0 0 0 0,-1 1 0 0 0,1-1 0 0 0,0 1 0 0 0,0-1 0 0 0,0 0 0 0 0,0 1 1 0 0,-1-1-1 0 0,1 1 0 0 0,0 0 0 0 0,0 0 0 0 0,0 2 199 0 0,-1-1-1 0 0,1 1 0 0 0,-1-1 1 0 0,0 1-1 0 0,1 0 1 0 0,-1-1-1 0 0,-1 1 1 0 0,1 0-1 0 0,-1 2 0 0 0,-10 60 3841 0 0,-3 15-1623 0 0,13-74-2348 0 0,1 0 1 0 0,0 0-1 0 0,0 0 0 0 0,1 0 1 0 0,0 1-1 0 0,0-1 0 0 0,0 0 1 0 0,1 0-1 0 0,-1-1 0 0 0,5 9 0 0 0,-6-14-115 0 0,0 0-1 0 0,0 0 0 0 0,0 0 0 0 0,0 1 1 0 0,0-1-1 0 0,0 0 0 0 0,0 0 0 0 0,0 0 0 0 0,0 1 1 0 0,0-1-1 0 0,0 0 0 0 0,0 0 0 0 0,0 0 1 0 0,0 1-1 0 0,0-1 0 0 0,1 0 0 0 0,-1 0 0 0 0,0 0 1 0 0,0 0-1 0 0,0 1 0 0 0,0-1 0 0 0,1 0 1 0 0,-1 0-1 0 0,0 0 0 0 0,0 0 0 0 0,0 0 0 0 0,0 0 1 0 0,1 0-1 0 0,-1 1 0 0 0,0-1 0 0 0,0 0 0 0 0,0 0 1 0 0,1 0-1 0 0,-1 0 0 0 0,0 0 0 0 0,0 0 1 0 0,1 0-1 0 0,-1 0 0 0 0,0 0 0 0 0,0 0 0 0 0,1 0 1 0 0,2-10-190 0 0,-2-15-268 0 0,-1 2 64 0 0,1-1-1 0 0,5-34 1 0 0,-4 50 282 0 0,0-1 0 0 0,1 0 0 0 0,0 1 0 0 0,1-1 0 0 0,-1 1 0 0 0,1 0 1 0 0,1 0-1 0 0,0 1 0 0 0,9-13 0 0 0,-8 13 142 0 0,0 0 0 0 0,1 0 0 0 0,0 1 0 0 0,0-1 0 0 0,0 2-1 0 0,1-1 1 0 0,0 1 0 0 0,15-7 0 0 0,-20 10 46 0 0,0 1 0 0 0,0 0 0 0 0,0 0 0 0 0,1 0-1 0 0,-1 0 1 0 0,0 1 0 0 0,1-1 0 0 0,-1 1 0 0 0,0 0 0 0 0,1 0 0 0 0,-1 0 0 0 0,0 1-1 0 0,1-1 1 0 0,-1 1 0 0 0,0 0 0 0 0,1 0 0 0 0,-1 0 0 0 0,0 0 0 0 0,0 0-1 0 0,0 1 1 0 0,0-1 0 0 0,0 1 0 0 0,0 0 0 0 0,0 0 0 0 0,-1 0 0 0 0,1 0-1 0 0,2 3 1 0 0,0 2-41 0 0,0-1-1 0 0,0 1 1 0 0,0 0 0 0 0,-1 0-1 0 0,0 0 1 0 0,0 1 0 0 0,-1 0-1 0 0,0-1 1 0 0,2 10 0 0 0,-2-6 1 0 0,1 0 0 0 0,1 0 1 0 0,8 15-1 0 0,-13-26-37 0 0,1 1 0 0 0,-1 0 0 0 0,1-1-1 0 0,-1 1 1 0 0,1-1 0 0 0,-1 1 0 0 0,1 0-1 0 0,-1-1 1 0 0,1 1 0 0 0,0-1 0 0 0,-1 0-1 0 0,1 1 1 0 0,0-1 0 0 0,-1 1 0 0 0,1-1-1 0 0,0 0 1 0 0,0 0 0 0 0,-1 1 0 0 0,1-1-1 0 0,0 0 1 0 0,0 0 0 0 0,0 0 0 0 0,-1 0-1 0 0,1 0 1 0 0,0 0 0 0 0,0 0 0 0 0,-1 0-1 0 0,1 0 1 0 0,0 0 0 0 0,0-1 0 0 0,0 1-1 0 0,-1 0 1 0 0,1 0 0 0 0,0-1 0 0 0,-1 1-1 0 0,1 0 1 0 0,0-1 0 0 0,-1 1 0 0 0,1-1 0 0 0,0 1-1 0 0,-1-1 1 0 0,1 1 0 0 0,-1-1 0 0 0,1 1-1 0 0,0-2 1 0 0,30-37 684 0 0,-20 24-476 0 0,-7 10-97 0 0,-1 1-1 0 0,1 0 1 0 0,0 0 0 0 0,1 0 0 0 0,-1 1 0 0 0,1-1 0 0 0,-1 1 0 0 0,1 0 0 0 0,6-2 0 0 0,-9 4-88 0 0,0 1 1 0 0,0-1 0 0 0,0 1 0 0 0,0 0-1 0 0,0 0 1 0 0,0 0 0 0 0,0 0 0 0 0,0 0 0 0 0,0 0-1 0 0,0 0 1 0 0,0 1 0 0 0,0-1 0 0 0,0 1 0 0 0,0-1-1 0 0,0 1 1 0 0,0 0 0 0 0,0 0 0 0 0,0 0 0 0 0,-1 0-1 0 0,1 0 1 0 0,0 0 0 0 0,-1 0 0 0 0,1 0 0 0 0,-1 1-1 0 0,1-1 1 0 0,-1 1 0 0 0,0-1 0 0 0,2 3-1 0 0,74 99-2031 0 0,-62-84-5857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39 10138 0 0,'-10'-9'1165'0'0,"-14"-13"2553"0"0,23 22-3525 0 0,0-1 1 0 0,0 0-1 0 0,0 0 0 0 0,0 1 0 0 0,0-1 0 0 0,0 0 1 0 0,0 1-1 0 0,-1-1 0 0 0,1 1 0 0 0,0 0 0 0 0,0-1 1 0 0,0 1-1 0 0,0 0 0 0 0,-1 0 0 0 0,1-1 1 0 0,0 1-1 0 0,0 0 0 0 0,-1 0 0 0 0,0 1 0 0 0,1-1-109 0 0,1 1-1 0 0,-1-1 1 0 0,1 1 0 0 0,-1-1-1 0 0,1 1 1 0 0,0-1-1 0 0,-1 1 1 0 0,1 0-1 0 0,0-1 1 0 0,-1 1 0 0 0,1 0-1 0 0,0-1 1 0 0,0 1-1 0 0,0 0 1 0 0,-1-1-1 0 0,1 1 1 0 0,0 0-1 0 0,0 0 1 0 0,0-1 0 0 0,0 1-1 0 0,0 0 1 0 0,0-1-1 0 0,1 1 1 0 0,-1 0-1 0 0,0 1 1 0 0,6 23 526 0 0,-4-19-460 0 0,16 97 240 0 0,-4 0-1 0 0,1 118 1 0 0,2 20-228 0 0,-16-222-459 0 0,2 0-1 0 0,1 0 1 0 0,0 0 0 0 0,1 0 0 0 0,1-1 0 0 0,1 0-1 0 0,14 28 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0 173 11522 0 0,'10'-12'432'0'0,"0"1"1"0"0,1 0-1 0 0,0 0 0 0 0,1 1 0 0 0,0 0 0 0 0,23-13 0 0 0,-7 7 279 0 0,0 1 0 0 0,36-13 0 0 0,-47 22-689 0 0,1 1 0 0 0,-1 1 0 0 0,1 0 1 0 0,-1 2-1 0 0,25-2 0 0 0,14 3-4927 0 0,-41 1-218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9674 0 0,'3'6'8468'0'0,"5"11"-6338"0"0,-4-8-1986 0 0,21 54 969 0 0,-19-44-982 0 0,17 34 1 0 0,-21-48-152 0 0,1-1 1 0 0,-1 0-1 0 0,1 0 1 0 0,0 0 0 0 0,0-1-1 0 0,0 1 1 0 0,1-1-1 0 0,-1 1 1 0 0,1-1 0 0 0,0 0-1 0 0,0 0 1 0 0,7 3-1 0 0,-9-5-34 0 0,0 0-1 0 0,0 0 0 0 0,0-1 0 0 0,0 1 1 0 0,0-1-1 0 0,0 1 0 0 0,-1-1 0 0 0,1 0 1 0 0,0 1-1 0 0,0-1 0 0 0,0 0 0 0 0,0-1 1 0 0,0 1-1 0 0,0 0 0 0 0,0 0 0 0 0,0-1 1 0 0,0 0-1 0 0,0 1 0 0 0,0-1 0 0 0,0 0 1 0 0,3-1-1 0 0,-2-1-46 0 0,1 0 0 0 0,-1 0 0 0 0,0 0 1 0 0,0 0-1 0 0,0 0 0 0 0,0 0 0 0 0,-1-1 0 0 0,1 1 0 0 0,2-8 0 0 0,1-1 24 0 0,0-1-1 0 0,-2 0 1 0 0,1 0-1 0 0,-2 0 1 0 0,4-20-1 0 0,-5 6 519 0 0,-3 21-97 0 0,2-1 1 0 0,-1 1-1 0 0,1-1 0 0 0,0 1 0 0 0,0-1 0 0 0,1 1 0 0 0,4-12 0 0 0,-6 18-312 0 0,0 0-1 0 0,0-1 1 0 0,0 1-1 0 0,1 0 1 0 0,-1 0-1 0 0,0-1 1 0 0,0 1-1 0 0,0 0 1 0 0,1 0-1 0 0,-1 0 1 0 0,0-1-1 0 0,0 1 1 0 0,0 0-1 0 0,1 0 1 0 0,-1 0 0 0 0,0 0-1 0 0,1-1 1 0 0,-1 1-1 0 0,0 0 1 0 0,0 0-1 0 0,1 0 1 0 0,-1 0-1 0 0,0 0 1 0 0,1 0-1 0 0,-1 0 1 0 0,0 0-1 0 0,1 0 1 0 0,-1 0-1 0 0,0 0 1 0 0,0 0-1 0 0,1 0 1 0 0,-1 0-1 0 0,0 0 1 0 0,1 0-1 0 0,-1 0 1 0 0,0 1-1 0 0,1-1 1 0 0,11 12 341 0 0,7 21-277 0 0,-17-30 42 0 0,12 26-143 0 0,-7-14-98 0 0,0 0 0 0 0,1 0 0 0 0,0-1 0 0 0,2 0 0 0 0,11 13 0 0 0,-20-25-70 0 0,1 1 0 0 0,0-1-1 0 0,0-1 1 0 0,0 1-1 0 0,0 0 1 0 0,1 0-1 0 0,-1-1 1 0 0,0 1-1 0 0,1-1 1 0 0,-1 0-1 0 0,1 0 1 0 0,0 0-1 0 0,-1 0 1 0 0,1 0-1 0 0,0-1 1 0 0,-1 1-1 0 0,1-1 1 0 0,0 1-1 0 0,0-1 1 0 0,-1 0-1 0 0,1 0 1 0 0,0 0-1 0 0,0-1 1 0 0,-1 1-1 0 0,1-1 1 0 0,0 1-1 0 0,0-1 1 0 0,-1 0-1 0 0,1 0 1 0 0,-1 0-1 0 0,1-1 1 0 0,-1 1-1 0 0,1 0 1 0 0,-1-1-1 0 0,0 0 1 0 0,4-3-1 0 0,-3 2-55 0 0,1 0 0 0 0,-1 0 1 0 0,0 0-1 0 0,0-1 0 0 0,0 1 0 0 0,0-1 0 0 0,-1 0 0 0 0,0 1 0 0 0,0-1 0 0 0,0-1 0 0 0,3-6 0 0 0,-2-1-299 0 0,0-1 0 0 0,2-21 0 0 0,-5 27 501 0 0,0 0 0 0 0,1 1 1 0 0,0-1-1 0 0,0 0 0 0 0,1 1 1 0 0,-1-1-1 0 0,2 1 0 0 0,-1 0 1 0 0,1-1-1 0 0,-1 1 0 0 0,2 0 1 0 0,-1 1-1 0 0,1-1 0 0 0,4-5 1 0 0,-6 9 292 0 0,0-1 1 0 0,0 1 0 0 0,1 0-1 0 0,-1 0 1 0 0,0 1 0 0 0,1-1 0 0 0,-1 0-1 0 0,1 1 1 0 0,0-1 0 0 0,-1 1-1 0 0,1 0 1 0 0,0 0 0 0 0,0 0 0 0 0,0 0-1 0 0,0 1 1 0 0,0-1 0 0 0,0 1-1 0 0,0 0 1 0 0,0 0 0 0 0,0 0-1 0 0,0 0 1 0 0,0 0 0 0 0,5 2 0 0 0,-4-1 246 0 0,0 1 0 0 0,0-1 1 0 0,0 1-1 0 0,-1 0 1 0 0,1 0-1 0 0,-1 0 0 0 0,0 1 1 0 0,6 5-1 0 0,13 17-513 0 0,-13-11 52 0 0,-1 0 1 0 0,0 1 0 0 0,-1 0 0 0 0,-1 1-1 0 0,7 22 1 0 0,-10-29-60 0 0,-3-9 4 0 0,0 1-1 0 0,0-1 1 0 0,0 0-1 0 0,0 0 1 0 0,0 0-1 0 0,0 1 1 0 0,0-1-1 0 0,0 0 1 0 0,0 0-1 0 0,0 0 1 0 0,0 1-1 0 0,0-1 1 0 0,0 0-1 0 0,0 0 1 0 0,0 0-1 0 0,0 0 1 0 0,1 1 0 0 0,-1-1-1 0 0,0 0 1 0 0,0 0-1 0 0,0 0 1 0 0,0 0-1 0 0,0 1 1 0 0,0-1-1 0 0,1 0 1 0 0,-1 0-1 0 0,0 0 1 0 0,0 0-1 0 0,0 0 1 0 0,0 0-1 0 0,1 0 1 0 0,-1 1-1 0 0,0-1 1 0 0,0 0 0 0 0,0 0-1 0 0,0 0 1 0 0,1 0-1 0 0,-1 0 1 0 0,0 0-1 0 0,0 0 1 0 0,0 0-1 0 0,1 0 1 0 0,-1 0-1 0 0,0 0 1 0 0,0 0-1 0 0,0 0 1 0 0,1 0-1 0 0,-1 0 1 0 0,0 0-1 0 0,0-1 1 0 0,7-11-83 0 0,1-19 14 0 0,-7 24 67 0 0,1-20-147 0 0,9-37 1 0 0,-10 58 129 0 0,1-1 1 0 0,0 1 0 0 0,0 0-1 0 0,0 0 1 0 0,1-1-1 0 0,0 2 1 0 0,0-1-1 0 0,1 0 1 0 0,0 1 0 0 0,0-1-1 0 0,7-6 1 0 0,-11 11 31 0 0,1 1 0 0 0,0-1 1 0 0,0 1-1 0 0,0-1 0 0 0,0 1 0 0 0,0-1 0 0 0,0 1 1 0 0,0 0-1 0 0,0-1 0 0 0,0 1 0 0 0,0 0 1 0 0,1 0-1 0 0,-1 0 0 0 0,0 0 0 0 0,0 0 1 0 0,0 0-1 0 0,0 0 0 0 0,0 0 0 0 0,0 0 1 0 0,0 1-1 0 0,0-1 0 0 0,0 0 0 0 0,0 1 1 0 0,0-1-1 0 0,0 1 0 0 0,0-1 0 0 0,0 1 1 0 0,0-1-1 0 0,0 1 0 0 0,0 0 0 0 0,-1-1 1 0 0,1 1-1 0 0,0 0 0 0 0,0 0 0 0 0,-1-1 1 0 0,2 3-1 0 0,27 39 554 0 0,-22-32-483 0 0,-1 1-206 0 0,1-1 0 0 0,1 0 1 0 0,-1-1-1 0 0,2 1 0 0 0,-1-1 0 0 0,18 13 1 0 0,-15-13-571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129 358 11058 0 0,'-2'-4'524'0'0,"1"1"0"0"0,-1-1-1 0 0,0 0 1 0 0,0 0 0 0 0,0 1-1 0 0,0 0 1 0 0,0-1 0 0 0,-1 1-1 0 0,0 0 1 0 0,1 0 0 0 0,-1 0-1 0 0,0 0 1 0 0,-7-4-1 0 0,8 6-412 0 0,1 1-1 0 0,-1-1 0 0 0,1 0 0 0 0,-1 1 0 0 0,0-1 0 0 0,1 1 0 0 0,-1 0 0 0 0,0-1 0 0 0,1 1 0 0 0,-1 0 0 0 0,0 0 1 0 0,1 0-1 0 0,-1 0 0 0 0,0 0 0 0 0,0 1 0 0 0,1-1 0 0 0,-1 0 0 0 0,0 1 0 0 0,1-1 0 0 0,-1 1 0 0 0,1 0 1 0 0,-1 0-1 0 0,1-1 0 0 0,-1 1 0 0 0,1 0 0 0 0,-1 0 0 0 0,1 0 0 0 0,0 1 0 0 0,0-1 0 0 0,-1 0 0 0 0,1 0 0 0 0,0 1 1 0 0,0-1-1 0 0,0 0 0 0 0,-1 3 0 0 0,-3 4-74 0 0,1 1 1 0 0,-1 0-1 0 0,1 0 1 0 0,1 0-1 0 0,0 1 1 0 0,0-1-1 0 0,1 1 1 0 0,0-1 0 0 0,1 1-1 0 0,0 0 1 0 0,0 0-1 0 0,1 0 1 0 0,0-1-1 0 0,1 1 1 0 0,0 0-1 0 0,3 12 1 0 0,-3-17-41 0 0,1 1 0 0 0,0-1 1 0 0,0 0-1 0 0,0 1 0 0 0,0-1 0 0 0,1 0 1 0 0,0 0-1 0 0,0 0 0 0 0,0-1 0 0 0,1 1 1 0 0,0-1-1 0 0,7 7 0 0 0,-8-8-11 0 0,1 0 0 0 0,0-1 1 0 0,0 0-1 0 0,0 0 0 0 0,0 0 0 0 0,0 0 0 0 0,1-1 0 0 0,-1 1 1 0 0,0-1-1 0 0,1 0 0 0 0,-1-1 0 0 0,1 1 0 0 0,-1-1 1 0 0,1 0-1 0 0,-1 0 0 0 0,1 0 0 0 0,8-2 0 0 0,-6 1-145 0 0,0-1 0 0 0,-1 0 0 0 0,1 0 0 0 0,-1 0 0 0 0,0-1 0 0 0,1 0 1 0 0,-1 0-1 0 0,-1-1 0 0 0,1 1 0 0 0,0-1 0 0 0,-1 0 0 0 0,6-7 0 0 0,-2 3-207 0 0,-2-1 1 0 0,1-1 0 0 0,-1 0-1 0 0,-1 1 1 0 0,0-2-1 0 0,8-15 1 0 0,-4 0 169 0 0,-1-1 0 0 0,-1 1 0 0 0,-1-1 0 0 0,-1-1 0 0 0,2-34 0 0 0,-4 26 1376 0 0,-2 0 1 0 0,-1 0 0 0 0,-2 0-1 0 0,-10-61 1 0 0,11 96-1137 0 0,0 0-1 0 0,0 0 1 0 0,0 0 0 0 0,0 0-1 0 0,-1 0 1 0 0,1 0 0 0 0,0 0-1 0 0,-1 0 1 0 0,1 0 0 0 0,-1 0-1 0 0,1 0 1 0 0,-1 0 0 0 0,0 0-1 0 0,1 0 1 0 0,-1 0-1 0 0,0 0 1 0 0,1 1 0 0 0,-1-1-1 0 0,0 0 1 0 0,0 1 0 0 0,0-1-1 0 0,0 1 1 0 0,0-1 0 0 0,0 1-1 0 0,0-1 1 0 0,0 1-1 0 0,-2-1 1 0 0,3 1-14 0 0,-1 0 1 0 0,0 1-1 0 0,1-1 1 0 0,-1 1-1 0 0,0-1 0 0 0,1 0 1 0 0,-1 1-1 0 0,1-1 0 0 0,-1 1 1 0 0,1 0-1 0 0,-1-1 0 0 0,1 1 1 0 0,-1-1-1 0 0,1 1 1 0 0,-1 0-1 0 0,1-1 0 0 0,0 1 1 0 0,0 0-1 0 0,-1 0 0 0 0,1-1 1 0 0,0 1-1 0 0,0 0 0 0 0,0-1 1 0 0,-1 1-1 0 0,1 0 1 0 0,0 0-1 0 0,0 0 0 0 0,0-1 1 0 0,0 1-1 0 0,1 0 0 0 0,-1 0 1 0 0,0-1-1 0 0,0 1 1 0 0,0 0-1 0 0,1-1 0 0 0,-1 1 1 0 0,0 0-1 0 0,1 1 0 0 0,10 33 47 0 0,1 1 0 0 0,2-2 0 0 0,1 0 0 0 0,27 44 0 0 0,3 7-8 0 0,83 162-1901 0 0,-118-225 1225 0 0,-3 0-7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4 246 10594 0 0,'0'-1'173'0'0,"-1"-1"-1"0"0,1 1 0 0 0,-1 0 1 0 0,1 0-1 0 0,0-1 1 0 0,-1 1-1 0 0,1 0 0 0 0,0 0 1 0 0,0-1-1 0 0,0 1 1 0 0,0 0-1 0 0,0-1 0 0 0,0 1 1 0 0,0 0-1 0 0,1 0 1 0 0,-1-1-1 0 0,0 1 0 0 0,1 0 1 0 0,-1 0-1 0 0,1-1 1 0 0,-1 1-1 0 0,1 0 0 0 0,-1 0 1 0 0,1 0-1 0 0,0 0 1 0 0,0 0-1 0 0,0 0 0 0 0,-1 0 1 0 0,1 0-1 0 0,2-1 1 0 0,38-39 2782 0 0,-31 32-2294 0 0,16-15-620 0 0,2 0 1 0 0,40-25 0 0 0,-53 39-1746 0 0,0 1 0 0 0,0 1 1 0 0,1 0-1 0 0,1 2 0 0 0,-1-1 0 0 0,32-6 1 0 0,-47 13 1810 0 0,0 0 1 0 0,0 0 0 0 0,0 0-1 0 0,0 0 1 0 0,0 0 0 0 0,0 1-1 0 0,1-1 1 0 0,-1 0 0 0 0,0 1-1 0 0,0-1 1 0 0,0 1 0 0 0,0-1-1 0 0,0 1 1 0 0,0-1 0 0 0,0 1 0 0 0,0-1-1 0 0,0 1 1 0 0,-1 0 0 0 0,1 0-1 0 0,0 0 1 0 0,0-1 0 0 0,-1 1-1 0 0,1 0 1 0 0,0 0 0 0 0,-1 0-1 0 0,1 0 1 0 0,-1 0 0 0 0,2 2-1 0 0,12 39 5125 0 0,-7-18-3080 0 0,40 74 2101 0 0,6-4-4543 0 0,-41-80-3828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46 194 14283 0 0,'-5'-29'632'0'0,"1"8"136"0"0,1 3-616 0 0,-1 5-152 0 0,2 6 0 0 0,1 3 0 0 0,-2-2 649 0 0,0-5 103 0 0,-2-6 16 0 0,-1-2 8 0 0,2 1-328 0 0,0 4-72 0 0,2 4-16 0 0,4 5 0 0 0,7 3-4296 0 0,3 9 1663 0 0,-3 0-7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6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68 7370 0 0,'-17'17'828'0'0,"9"-11"471"0"0,1 1 0 0 0,0 1 0 0 0,-11 14 0 0 0,16-20-959 0 0,1 1 0 0 0,-1 0-1 0 0,1 0 1 0 0,0-1-1 0 0,0 1 1 0 0,0 0-1 0 0,0 0 1 0 0,0 1-1 0 0,0-1 1 0 0,1 0-1 0 0,0 0 1 0 0,-1 0 0 0 0,1 0-1 0 0,0 0 1 0 0,1 1-1 0 0,0 3 1 0 0,3 14 247 0 0,1 0 1 0 0,1-1-1 0 0,1 0 1 0 0,15 29 0 0 0,-19-42-562 0 0,1 0 1 0 0,0 0-1 0 0,0-1 1 0 0,0 0 0 0 0,1 0-1 0 0,0 0 1 0 0,1 0-1 0 0,-1-1 1 0 0,1 0 0 0 0,0 0-1 0 0,0-1 1 0 0,0 1-1 0 0,1-1 1 0 0,0-1 0 0 0,0 1-1 0 0,7 2 1 0 0,-12-6-23 0 0,0 1-1 0 0,0 0 1 0 0,0-1 0 0 0,1 0 0 0 0,-1 1 0 0 0,0-1-1 0 0,0 0 1 0 0,0 0 0 0 0,0 0 0 0 0,1 0 0 0 0,-1-1 0 0 0,0 1-1 0 0,0-1 1 0 0,0 1 0 0 0,0-1 0 0 0,0 0 0 0 0,0 1-1 0 0,0-1 1 0 0,0 0 0 0 0,3-2 0 0 0,-3 1-28 0 0,1-1 0 0 0,-1 1 1 0 0,0-1-1 0 0,1 1 0 0 0,-1-1 1 0 0,0 0-1 0 0,0 0 0 0 0,-1 0 0 0 0,1 0 1 0 0,-1 0-1 0 0,3-7 0 0 0,-2 4-143 0 0,-1 0 0 0 0,1-1 0 0 0,-1 1 0 0 0,0-1 0 0 0,-1 1 1 0 0,1-1-1 0 0,-1 1 0 0 0,-1-1 0 0 0,1 1 0 0 0,-1-1 0 0 0,0 1 0 0 0,-1-1 0 0 0,-2-7 0 0 0,0 6-335 0 0,-1 1-1 0 0,0-1 1 0 0,0 1 0 0 0,-1 0-1 0 0,0 0 1 0 0,0 1 0 0 0,0 0 0 0 0,-1 0-1 0 0,0 0 1 0 0,0 1 0 0 0,-1 0-1 0 0,-11-6 1 0 0,-16-12 376 0 0,34 22 174 0 0,1 0 0 0 0,-1 1 0 0 0,1-1 0 0 0,-1 1 0 0 0,1-1 0 0 0,0 0 0 0 0,-1 1 0 0 0,1-1 0 0 0,0 0 0 0 0,-1 0 0 0 0,1 1 0 0 0,0-1 0 0 0,0 0 0 0 0,0 0 0 0 0,0 1 0 0 0,0-1 1 0 0,0 0-1 0 0,0 0 0 0 0,0 1 0 0 0,0-1 0 0 0,0 0 0 0 0,0 0 0 0 0,0 1 0 0 0,0-1 0 0 0,1 0 0 0 0,-1 0 0 0 0,0 1 0 0 0,0-1 0 0 0,1 0 0 0 0,-1 1 0 0 0,1-1 0 0 0,-1 0 0 0 0,0 1 0 0 0,1-1 0 0 0,0 1 0 0 0,-1-1 0 0 0,1 0 0 0 0,-1 1 0 0 0,1 0 0 0 0,-1-1 0 0 0,1 1 0 0 0,1-1 1 0 0,30-24 821 0 0,-29 24-745 0 0,5-4 13 0 0,25-17 1079 0 0,39-18 0 0 0,-63 35-941 0 0,1 1-1 0 0,-1 0 1 0 0,1 1 0 0 0,0 0-1 0 0,1 0 1 0 0,-1 1 0 0 0,0 1-1 0 0,1-1 1 0 0,14 1 0 0 0,-22 2-284 0 0,0-1 1 0 0,0 1 0 0 0,1-1 0 0 0,-1 1 0 0 0,0 0 0 0 0,0 0-1 0 0,0 1 1 0 0,0-1 0 0 0,0 1 0 0 0,0-1 0 0 0,0 1-1 0 0,-1 0 1 0 0,1 0 0 0 0,0 0 0 0 0,-1 0 0 0 0,0 1-1 0 0,1-1 1 0 0,-1 1 0 0 0,0-1 0 0 0,0 1 0 0 0,-1 0-1 0 0,4 5 1 0 0,1 5-77 0 0,-1 1 0 0 0,0 1-1 0 0,6 27 1 0 0,4 10-21 0 0,-15-51 107 0 0,0-1 1 0 0,1 1 0 0 0,-1-1-1 0 0,1 0 1 0 0,-1 1 0 0 0,1-1-1 0 0,0 0 1 0 0,-1 1 0 0 0,1-1 0 0 0,-1 0-1 0 0,1 1 1 0 0,-1-1 0 0 0,1 0-1 0 0,0 0 1 0 0,-1 0 0 0 0,1 0-1 0 0,0 0 1 0 0,-1 0 0 0 0,1 0 0 0 0,0 0-1 0 0,-1 0 1 0 0,1 0 0 0 0,0 0-1 0 0,-1 0 1 0 0,1 0 0 0 0,-1 0-1 0 0,1-1 1 0 0,0 1 0 0 0,-1 0 0 0 0,1 0-1 0 0,-1-1 1 0 0,1 1 0 0 0,-1 0-1 0 0,1-1 1 0 0,-1 1 0 0 0,1-1-1 0 0,-1 1 1 0 0,1 0 0 0 0,0-2 0 0 0,21-15 105 0 0,7-15-23 0 0,-17 17 34 0 0,2 0 1 0 0,0 1-1 0 0,17-13 1 0 0,-28 24-103 0 0,0 1 1 0 0,1 0-1 0 0,-1 0 0 0 0,0 0 1 0 0,1 0-1 0 0,0 0 0 0 0,-1 0 0 0 0,1 1 1 0 0,0 0-1 0 0,0 0 0 0 0,-1 0 1 0 0,1 0-1 0 0,0 1 0 0 0,0-1 1 0 0,0 1-1 0 0,0 0 0 0 0,0 0 1 0 0,0 1-1 0 0,0-1 0 0 0,0 1 0 0 0,4 1 1 0 0,-2 1 80 0 0,0 0-1 0 0,-1 1 1 0 0,1 0 0 0 0,-1 0 0 0 0,1 0 0 0 0,-1 1 0 0 0,-1-1 0 0 0,1 1-1 0 0,-1 0 1 0 0,1 1 0 0 0,-2-1 0 0 0,1 1 0 0 0,0 0 0 0 0,-1-1 0 0 0,3 9 0 0 0,-3-7-207 0 0,0-1 1 0 0,0 0 0 0 0,0 0 0 0 0,1 0 0 0 0,0 0 0 0 0,1-1 0 0 0,-1 1 0 0 0,1-1-1 0 0,0 0 1 0 0,0-1 0 0 0,1 1 0 0 0,-1-1 0 0 0,1 0 0 0 0,9 5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729 424 3681 0 0,'0'-9'470'0'0,"0"1"0"0"0,-1 0 0 0 0,0 0 1 0 0,0-1-1 0 0,0 1 0 0 0,-5-13 0 0 0,5 19-300 0 0,0 0 0 0 0,0 1 0 0 0,0-1 0 0 0,0 0 1 0 0,0 0-1 0 0,0 1 0 0 0,0-1 0 0 0,-1 0 0 0 0,1 1 0 0 0,-1-1 0 0 0,1 1 0 0 0,-1 0 0 0 0,1 0 0 0 0,-1-1 0 0 0,0 1 0 0 0,0 0 0 0 0,0 0 0 0 0,0 1 0 0 0,1-1 0 0 0,-1 0 0 0 0,0 0 0 0 0,0 1 0 0 0,0 0 1 0 0,-1-1-1 0 0,1 1 0 0 0,0 0 0 0 0,0 0 0 0 0,0 0 0 0 0,0 0 0 0 0,0 0 0 0 0,0 1 0 0 0,-3 0 0 0 0,-11 2 108 0 0,0 1 1 0 0,0 1-1 0 0,1 1 1 0 0,-1 0-1 0 0,1 1 1 0 0,1 1-1 0 0,-1 0 1 0 0,-23 18-1 0 0,11-5-242 0 0,1 2 1 0 0,1 0-1 0 0,-27 34 0 0 0,-3 10-20 0 0,4 2 0 0 0,2 3 0 0 0,-69 137 0 0 0,114-200-15 0 0,0 0 0 0 0,0 0-1 0 0,1 1 1 0 0,0-1 0 0 0,1 1-1 0 0,0 0 1 0 0,0 0-1 0 0,1-1 1 0 0,0 1 0 0 0,1 0-1 0 0,1 11 1 0 0,0-14-24 0 0,0 0-1 0 0,1 0 1 0 0,0 0-1 0 0,1 0 1 0 0,-1 0-1 0 0,1 0 1 0 0,1-1-1 0 0,-1 1 1 0 0,1-1-1 0 0,0 0 1 0 0,1 0-1 0 0,-1-1 1 0 0,1 1-1 0 0,0-1 1 0 0,10 8-1 0 0,10 6-91 0 0,2-2 0 0 0,0-1 1 0 0,0 0-1 0 0,2-2 0 0 0,30 10 0 0 0,-28-12 71 0 0,0 2 0 0 0,-1 1 1 0 0,-1 1-1 0 0,34 25 0 0 0,-60-39 42 0 0,0 0-1 0 0,0 1 1 0 0,-1-1-1 0 0,1 1 1 0 0,-1-1-1 0 0,1 1 1 0 0,-1 0 0 0 0,0 0-1 0 0,0 0 1 0 0,-1 1-1 0 0,1-1 1 0 0,0 0-1 0 0,-1 1 1 0 0,0-1-1 0 0,0 1 1 0 0,0-1 0 0 0,0 6-1 0 0,-1-4 0 0 0,0 1 1 0 0,0-1-1 0 0,-1 0 0 0 0,0 0 0 0 0,0 0 1 0 0,0 0-1 0 0,0 0 0 0 0,-1-1 0 0 0,0 1 1 0 0,0 0-1 0 0,-4 5 0 0 0,-6 9-78 0 0,-2 0 0 0 0,0-1 0 0 0,-1-1 1 0 0,-26 23-1 0 0,33-32-2 0 0,-343 310 499 0 0,343-310-381 0 0,0 1 0 0 0,0-1 0 0 0,0 1 0 0 0,1 1 0 0 0,1-1 0 0 0,0 1 0 0 0,-9 18 0 0 0,13-23-23 0 0,0 1 1 0 0,1-1-1 0 0,-1 1 1 0 0,1 0-1 0 0,0-1 1 0 0,1 1-1 0 0,0 0 1 0 0,-1-1-1 0 0,2 1 0 0 0,-1 0 1 0 0,1 0-1 0 0,0-1 1 0 0,0 1-1 0 0,0-1 1 0 0,1 1-1 0 0,0-1 1 0 0,4 9-1 0 0,9 15 8 0 0,2-1 0 0 0,0 0 1 0 0,2-1-1 0 0,2-1 0 0 0,0-1 0 0 0,1-1 0 0 0,2-1 0 0 0,0-1 1 0 0,1-1-1 0 0,1-1 0 0 0,1-2 0 0 0,1 0 0 0 0,57 26 0 0 0,-43-26 17 0 0,2-1-1 0 0,0-3 1 0 0,1-1-1 0 0,0-2 1 0 0,0-2-1 0 0,1-2 1 0 0,1-2-1 0 0,-1-3 0 0 0,60-3 1 0 0,-40-4 163 0 0,-1-2-1 0 0,0-4 1 0 0,78-23 0 0 0,-100 20-93 0 0,0-1 0 0 0,-2-2 0 0 0,0-3 0 0 0,-1 0 0 0 0,61-44 1 0 0,-84 52-84 0 0,30-21 80 0 0,-3-1-1 0 0,60-59 0 0 0,-92 80-202 0 0,-1 1 0 0 0,0-1-1 0 0,-1-1 1 0 0,-1 0 0 0 0,0-1-1 0 0,-1 1 1 0 0,0-2 0 0 0,-2 1 0 0 0,1-1-1 0 0,-2 0 1 0 0,0 0 0 0 0,4-30-1 0 0,-6 5-104 0 0,-2-1-1 0 0,-2 1 1 0 0,-10-62-1 0 0,-1-55-165 0 0,12 153 369 0 0,0-1 1 0 0,1 1-1 0 0,0-1 1 0 0,0 1-1 0 0,0 0 1 0 0,1-1-1 0 0,-1 1 0 0 0,1 0 1 0 0,1 0-1 0 0,-1 0 1 0 0,1 0-1 0 0,-1 1 1 0 0,8-9-1 0 0,-4 6-1 0 0,1 0-1 0 0,0 0 1 0 0,0 1-1 0 0,0 0 1 0 0,1 0-1 0 0,0 1 1 0 0,12-6-1 0 0,3 1-6 0 0,-1 0 1 0 0,2 2-1 0 0,-1 1 0 0 0,1 1 1 0 0,34-5-1 0 0,27 4 23 0 0,137 4 1 0 0,-115 5-4 0 0,12 0 10 0 0,-54 1 55 0 0,1-3 1 0 0,-1-3-1 0 0,78-13 1 0 0,-113 9 207 0 0,1-2-1 0 0,-2-1 1 0 0,1-1 0 0 0,-1-2 0 0 0,-1-1-1 0 0,0-1 1 0 0,-1-1 0 0 0,-1-2 0 0 0,-1 0 0 0 0,0-2-1 0 0,-1-1 1 0 0,-1 0 0 0 0,34-44 0 0 0,-48 51-263 0 0,0 1 0 0 0,-1-1 1 0 0,-1 0-1 0 0,0-1 0 0 0,-1 0 1 0 0,-1 0-1 0 0,-1 0 0 0 0,0-1 1 0 0,0 0-1 0 0,-2 1 1 0 0,0-1-1 0 0,0 0 0 0 0,-2 0 1 0 0,0 0-1 0 0,-1 0 0 0 0,-1 0 1 0 0,-4-21-1 0 0,1 13 43 0 0,-2-1 0 0 0,0 1-1 0 0,-2 1 1 0 0,-1 0 0 0 0,0 0-1 0 0,-2 0 1 0 0,-1 2 0 0 0,0-1 0 0 0,-2 2-1 0 0,-21-25 1 0 0,-3 5 73 0 0,-1 2-1 0 0,-2 2 1 0 0,-2 2-1 0 0,-67-41 1 0 0,22 24 62 0 0,-138-58-1 0 0,137 74-183 0 0,-2 3-1 0 0,-1 5 0 0 0,-164-27 0 0 0,101 35-611 0 0,-238 1 1 0 0,294 17 110 0 0,-178 5 28 0 0,217 1-1725 0 0,-60 13 0 0 0,83-9-3149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39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95 102 6449 0 0,'-2'-2'59'0'0,"1"-1"0"0"0,0 1-1 0 0,0-1 1 0 0,0 0 0 0 0,0 0-1 0 0,0 0 1 0 0,1 1-1 0 0,-1-1 1 0 0,1 0 0 0 0,0 0-1 0 0,0 0 1 0 0,0 0 0 0 0,0 0-1 0 0,0 0 1 0 0,1-3-1 0 0,2-3 407 0 0,0 1 0 0 0,0 0 0 0 0,8-14 0 0 0,-8 15 668 0 0,-11 32 978 0 0,-20 70-1601 0 0,4 1 0 0 0,5 1 0 0 0,-11 153 0 0 0,30-233-502 0 0,0 0-1 0 0,1 0 1 0 0,0 1 0 0 0,2-1-1 0 0,0 0 1 0 0,1-1-1 0 0,1 1 1 0 0,0 0 0 0 0,8 16-1 0 0,-9-26-39 0 0,-1 1 1 0 0,1-1-1 0 0,0 0 0 0 0,1 0 0 0 0,0 0 0 0 0,0-1 0 0 0,0 0 0 0 0,1 0 0 0 0,-1 0 0 0 0,2-1 0 0 0,-1 1 1 0 0,1-2-1 0 0,-1 1 0 0 0,1-1 0 0 0,0 0 0 0 0,1 0 0 0 0,-1-1 0 0 0,1 0 0 0 0,0 0 0 0 0,-1-1 1 0 0,11 2-1 0 0,-10-3 24 0 0,0-1 0 0 0,0 0 0 0 0,0-1 0 0 0,0 0 0 0 0,0 0 0 0 0,0 0 0 0 0,0-1 0 0 0,0-1 0 0 0,-1 1 0 0 0,1-1 0 0 0,-1-1 0 0 0,0 1 0 0 0,0-1 0 0 0,0 0 0 0 0,8-7 0 0 0,10-9 380 0 0,0-1-1 0 0,30-33 1 0 0,-47 46-322 0 0,7-7 29 0 0,-1-2 1 0 0,0 1-1 0 0,-1-2 0 0 0,-1 0 0 0 0,-1 0 0 0 0,0-1 0 0 0,-2-1 0 0 0,13-34 1 0 0,-19 45 49 0 0,0-1-1 0 0,-1 1 1 0 0,0 0 0 0 0,-1-1 0 0 0,0 1 0 0 0,-1-1 0 0 0,0 1 0 0 0,0-1 0 0 0,-1 0-1 0 0,0 1 1 0 0,0 0 0 0 0,-1-1 0 0 0,-1 1 0 0 0,0 0 0 0 0,0 0 0 0 0,0 0 0 0 0,-1 0 0 0 0,-1 1-1 0 0,1-1 1 0 0,-1 1 0 0 0,-1 0 0 0 0,-6-7 0 0 0,-15-12 16 0 0,-1 2 0 0 0,-2 0 0 0 0,0 2-1 0 0,-62-35 1 0 0,47 30-1944 0 0,9 5-4600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1840 0 0,'2'-2'6164'0'0,"2"12"-4770"0"0,3 18-694 0 0,-8 172 3401 0 0,0-13-3298 0 0,30 206-526 0 0,-6-99-357 0 0,85 616 122 0 0,-54-553 188 0 0,25 147 449 0 0,41-8-281 0 0,-65-315-42 0 0,36 213 0 0 0,-78-313-230 0 0,-3 0 1 0 0,-5 1 0 0 0,-2 0-1 0 0,-5 0 1 0 0,-14 101 0 0 0,8-135-51 0 0,-2 0 0 0 0,-2-1-1 0 0,-2 0 1 0 0,-3-2 0 0 0,-1 1 0 0 0,-2-2 0 0 0,-41 67 0 0 0,31-67-2684 0 0,-62 73 0 0 0,46-67-3153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1172 0 7834 0 0,'0'0'60'0'0,"-1"0"0"0"0,0 0-1 0 0,0 0 1 0 0,0 0 0 0 0,0 0 0 0 0,1 1 0 0 0,-1-1 0 0 0,0 0 0 0 0,0 0 0 0 0,0 1 0 0 0,1-1 0 0 0,-1 0 0 0 0,0 1 0 0 0,0-1-1 0 0,1 1 1 0 0,-1-1 0 0 0,0 1 0 0 0,1-1 0 0 0,-1 1 0 0 0,1 0 0 0 0,-1-1 0 0 0,1 1 0 0 0,-1 0 0 0 0,1-1 0 0 0,-1 1 0 0 0,1 0-1 0 0,-1 1 1 0 0,-17 29 678 0 0,11-19-393 0 0,-47 71 1056 0 0,-77 90 0 0 0,-80 68-1025 0 0,117-136-262 0 0,62-68-39 0 0,-1-1 1 0 0,-2-2 0 0 0,-2-2-1 0 0,0-1 1 0 0,-2-2 0 0 0,-2-1-1 0 0,-67 34 1 0 0,35-30 46 0 0,39-18-672 0 0,1 1 1 0 0,0 1 0 0 0,-55 38 0 0 0,74-42-4009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5529 0 0,'5'-1'35'0'0,"-1"-1"0"0"0,1 0 0 0 0,0 1 0 0 0,-1 0-1 0 0,1 0 1 0 0,0 1 0 0 0,0-1 0 0 0,0 1 0 0 0,8 0 0 0 0,4 0 0 0 0,71-5 1341 0 0,167 14-1 0 0,89 32 3467 0 0,-296-34-4353 0 0,146 26 1186 0 0,275 84 0 0 0,177 99-4533 0 0,-572-189-211 0 0,115 58-1 0 0,-151-63-157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1168 0 8754 0 0,'-2'1'67'0'0,"-1"0"-1"0"0,0 0 1 0 0,1 0 0 0 0,-1 0 0 0 0,1 0-1 0 0,-1 1 1 0 0,1-1 0 0 0,0 1 0 0 0,0-1-1 0 0,-1 1 1 0 0,1 0 0 0 0,0 0 0 0 0,0 0-1 0 0,1 0 1 0 0,-4 5 0 0 0,-24 42-580 0 0,17-26 413 0 0,-112 213-234 0 0,27-44 733 0 0,-298 429 6546 0 0,380-600-6558 0 0,-1-1-1 0 0,-1-1 0 0 0,0 0 0 0 0,-2-2 0 0 0,-38 29 0 0 0,42-35-575 0 0,-1-2-1 0 0,0 0 1 0 0,-1-1 0 0 0,0-1-1 0 0,0 0 1 0 0,0-1-1 0 0,-1-1 1 0 0,-35 5 0 0 0,-45-1-5181 0 0,52-8 413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2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0,'5'4'219'0'0,"0"0"-1"0"0,0 0 1 0 0,0-1-1 0 0,0 0 1 0 0,1 0 0 0 0,-1 0-1 0 0,1 0 1 0 0,0-1-1 0 0,0 0 1 0 0,9 1-1 0 0,5 4 209 0 0,309 128 7644 0 0,-37-14-4901 0 0,9-24-2671 0 0,-253-85-693 0 0,-15-2-255 0 0,0-2 0 0 0,1-2 0 0 0,0 0 0 0 0,52 0 0 0 0,-71-7-5946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3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838 1 10594 0 0,'-24'66'237'0'0,"-3"-2"0"0"0,-65 115-1 0 0,-102 104 1448 0 0,148-223-1206 0 0,-3-2-1 0 0,-109 99 0 0 0,121-126-493 0 0,-137 109-2211 0 0,138-117 2021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231 209 2761 0 0,'-2'-1'451'0'0,"0"0"0"0"0,0 1 0 0 0,0-1 0 0 0,0 0 0 0 0,1 0 0 0 0,-1 0 0 0 0,0 0 0 0 0,1 0 1 0 0,-1 0-1 0 0,0-1 0 0 0,-1-1 0 0 0,1 1-177 0 0,0 0 0 0 0,0 0 0 0 0,0 0 0 0 0,-1 1 1 0 0,1-1-1 0 0,0 1 0 0 0,-1-1 0 0 0,1 1 0 0 0,-1 0 0 0 0,0 0 0 0 0,1 0 1 0 0,-1 0-1 0 0,-3 0 0 0 0,5 1-122 0 0,0 0-1 0 0,0-1 1 0 0,0 1 0 0 0,0 0 0 0 0,0 0 0 0 0,0 0-1 0 0,-1 0 1 0 0,1 0 0 0 0,0 1 0 0 0,0-1-1 0 0,0 0 1 0 0,0 0 0 0 0,0 1 0 0 0,0-1 0 0 0,0 0-1 0 0,0 1 1 0 0,0-1 0 0 0,0 1 0 0 0,0-1-1 0 0,0 1 1 0 0,1 0 0 0 0,-1-1 0 0 0,0 1 0 0 0,0 0-1 0 0,1 0 1 0 0,-1 0 0 0 0,0-1 0 0 0,1 1-1 0 0,-1 0 1 0 0,1 0 0 0 0,-1 0 0 0 0,1 0 0 0 0,-1 0-1 0 0,1 0 1 0 0,0 0 0 0 0,-1 0 0 0 0,1 2-1 0 0,0 2 238 0 0,1 0 1 0 0,0 0-1 0 0,0 0 0 0 0,0 0 0 0 0,0 0 0 0 0,5 9 0 0 0,0 2-322 0 0,6 24 21 0 0,67 176 1027 0 0,-69-194-1015 0 0,0-1 0 0 0,2-1 0 0 0,1 0 0 0 0,0 0 0 0 0,1-1 0 0 0,2-1 0 0 0,27 26 0 0 0,-42-42-130 0 0,0-1 0 0 0,0 0 0 0 0,0 0 0 0 0,0 0 0 0 0,0 0 0 0 0,1 0 0 0 0,-1-1 0 0 0,0 1-1 0 0,1 0 1 0 0,-1-1 0 0 0,1 1 0 0 0,-1 0 0 0 0,1-1 0 0 0,-1 0 0 0 0,1 1 0 0 0,-1-1 0 0 0,1 0 0 0 0,-1 0 0 0 0,1 0 0 0 0,2 0 0 0 0,-4 0 7 0 0,1 0 1 0 0,-1-1-1 0 0,0 1 0 0 0,1 0 0 0 0,-1 0 1 0 0,0-1-1 0 0,1 1 0 0 0,-1 0 0 0 0,0-1 1 0 0,1 1-1 0 0,-1-1 0 0 0,0 1 0 0 0,0 0 1 0 0,1-1-1 0 0,-1 1 0 0 0,0-1 0 0 0,0 1 1 0 0,0 0-1 0 0,0-1 0 0 0,1 1 0 0 0,-1-1 1 0 0,0 1-1 0 0,0-1 0 0 0,0 0 0 0 0,-4-20-519 0 0,-10-9-1358 0 0,-1 1 0 0 0,-2 1 1 0 0,-1 0-1 0 0,-22-27 0 0 0,-21-31-1558 0 0,28 30 3434 0 0,-39-56-111 0 0,62 99 120 0 0,-1 1 0 0 0,0 0 1 0 0,0 0-1 0 0,-1 2 1 0 0,-1-1-1 0 0,-17-10 0 0 0,26 19 148 0 0,1-1 1 0 0,0 1-1 0 0,0 0 0 0 0,0-1 0 0 0,0 0 0 0 0,1 0 1 0 0,-1 0-1 0 0,1 0 0 0 0,0 0 0 0 0,-1 0 0 0 0,1 0 1 0 0,1-1-1 0 0,-1 1 0 0 0,0-1 0 0 0,1 0 0 0 0,0 1 0 0 0,-2-8 1 0 0,3 9 90 0 0,0 0 1 0 0,0 0 0 0 0,0 0 0 0 0,0 0 0 0 0,1-1 0 0 0,-1 1-1 0 0,1 0 1 0 0,-1 0 0 0 0,1 1 0 0 0,0-1 0 0 0,0 0 0 0 0,0 0-1 0 0,0 0 1 0 0,0 0 0 0 0,0 1 0 0 0,0-1 0 0 0,0 0-1 0 0,1 1 1 0 0,-1-1 0 0 0,1 1 0 0 0,-1 0 0 0 0,1-1 0 0 0,0 1-1 0 0,-1 0 1 0 0,1 0 0 0 0,0 0 0 0 0,0 0 0 0 0,0 0 0 0 0,0 0-1 0 0,0 1 1 0 0,0-1 0 0 0,0 1 0 0 0,0-1 0 0 0,4 1-1 0 0,7-2 419 0 0,0 2 0 0 0,0 0 0 0 0,0 0 0 0 0,0 1 0 0 0,0 0 0 0 0,20 6 0 0 0,22 1 334 0 0,-20-4-483 0 0,129 6 477 0 0,-141-10-1011 0 0,0-1 1 0 0,0-1-1 0 0,-1-1 0 0 0,1-1 0 0 0,23-7 1 0 0,-34 6-173 0 0,0 0 0 0 0,0 0 0 0 0,-1-1 0 0 0,15-10 1 0 0,2-4-6624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4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5 456 0 0,'-24'-5'8805'0'0,"39"17"-2631"0"0,1-4-6072 0 0,-1 0 0 0 0,2-1 0 0 0,-1 0 0 0 0,1-1 0 0 0,-1-1 0 0 0,32 4 0 0 0,-13-4 184 0 0,0-1-1 0 0,49-3 1 0 0,0-11 727 0 0,-39 4-517 0 0,-45 6-495 0 0,0 0 1 0 0,0 0-1 0 0,1 0 1 0 0,-1 0-1 0 0,0 0 0 0 0,0 0 1 0 0,0 0-1 0 0,0 0 1 0 0,0 0-1 0 0,1 0 1 0 0,-1 0-1 0 0,0 0 1 0 0,0 0-1 0 0,0 0 1 0 0,0 0-1 0 0,0 1 1 0 0,0-1-1 0 0,1 0 1 0 0,-1 0-1 0 0,0 0 1 0 0,0 0-1 0 0,0 0 1 0 0,0 0-1 0 0,0 1 1 0 0,0-1-1 0 0,0 0 0 0 0,0 0 1 0 0,0 0-1 0 0,0 0 1 0 0,0 0-1 0 0,0 1 1 0 0,0-1-1 0 0,0 0 1 0 0,0 0-1 0 0,0 0 1 0 0,0 0-1 0 0,0 0 1 0 0,0 1-1 0 0,0-1 1 0 0,0 0-1 0 0,0 0 1 0 0,0 0-1 0 0,0 0 1 0 0,0 0-1 0 0,0 1 1 0 0,0-1-1 0 0,0 0 1 0 0,0 0-1 0 0,0 0 0 0 0,0 0 1 0 0,-1 0-1 0 0,1 0 1 0 0,0 1-1 0 0,0-1 1 0 0,0 0-1 0 0,0 0 1 0 0,-9 16 132 0 0,-14 15 314 0 0,23-31-441 0 0,-31 39 383 0 0,0-2-399 0 0,2 1 1 0 0,1 2-1 0 0,2 1 0 0 0,-28 61 1 0 0,48-87-899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0,'0'5'295'0'0,"1"-1"1"0"0,0 0-1 0 0,0 0 0 0 0,0 1 1 0 0,0-1-1 0 0,1 0 0 0 0,0 0 0 0 0,0 0 1 0 0,0-1-1 0 0,0 1 0 0 0,1 0 0 0 0,-1-1 1 0 0,1 1-1 0 0,0-1 0 0 0,0 0 0 0 0,0 0 1 0 0,0 0-1 0 0,1 0 0 0 0,3 2 0 0 0,11 7 457 0 0,1 0 0 0 0,31 14-1 0 0,-31-16-149 0 0,-11-6-458 0 0,135 62 1361 0 0,-129-61-1347 0 0,1 0 0 0 0,0-1 0 0 0,1-1 0 0 0,-1 0 0 0 0,0-1 0 0 0,1 0 0 0 0,31-2 0 0 0,-37 0 309 0 0,-15 4 178 0 0,-10 8-412 0 0,-1 7-50 0 0,1 0 0 0 0,1 0 0 0 0,-20 39 0 0 0,10-16-53 0 0,-113 203-3631 0 0,123-220 3257 0 0,2-6 221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5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5537 0 0,'4'0'0'0'0,"-1"0"0"0"0,-2 0 0 0 0,-1 2 0 0 0,2-2 0 0 0,-1 0 0 0 0,3 0 0 0 0,1 0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19 2761 0 0,'-5'-19'12806'0'0,"0"25"-12794"0"0,-19 14 448 0 0,1 2-1 0 0,1 0 1 0 0,2 2-1 0 0,0 0 0 0 0,1 1 1 0 0,2 1-1 0 0,-19 37 1 0 0,35-62-433 0 0,0 0 0 0 0,1 1 1 0 0,-1-1-1 0 0,1 0 0 0 0,0 0 1 0 0,-1 1-1 0 0,1-1 0 0 0,0 0 0 0 0,0 1 1 0 0,0-1-1 0 0,0 0 0 0 0,0 1 1 0 0,0-1-1 0 0,0 0 0 0 0,0 1 1 0 0,1-1-1 0 0,-1 0 0 0 0,0 0 1 0 0,1 1-1 0 0,-1-1 0 0 0,1 0 0 0 0,1 2 1 0 0,-1-1 14 0 0,1 0 1 0 0,-1-1 0 0 0,1 1-1 0 0,0-1 1 0 0,0 1-1 0 0,0-1 1 0 0,0 0-1 0 0,0 0 1 0 0,0 0 0 0 0,0 0-1 0 0,0 0 1 0 0,3 1-1 0 0,8 1 175 0 0,0 0-1 0 0,0-1 0 0 0,24 0 0 0 0,-28-1-106 0 0,133 6-1869 0 0,-121-7-5322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4145 0 0,'25'-38'10567'0'0,"-24"38"-10362"0"0,13 17 1984 0 0,-6 1-1690 0 0,-1 1 1 0 0,-1-1-1 0 0,-1 1 0 0 0,-1 0 0 0 0,0 1 0 0 0,-2-1 0 0 0,1 35 1 0 0,-1-27-1093 0 0,0 0 0 0 0,2 0 0 0 0,8 29 0 0 0,-3-32-5490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6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26 8754 0 0,'-6'-9'384'0'0,"4"5"88"0"0,-1 1-376 0 0,1 0-96 0 0,1 2 0 0 0,1 0 456 0 0,0-1 80 0 0,0 1 8 0 0,1-1 9 0 0,2 2-738 0 0,0 0-143 0 0,1 0-32 0 0,2 3-8 0 0,-1 1 272 0 0,0 1 96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9218 0 0,'0'0'421'0'0,"14"16"1038"0"0,-7-2-855 0 0,-1 0 0 0 0,-1 0 0 0 0,0 1-1 0 0,4 21 1 0 0,-7-25-530 0 0,1 0-1 0 0,-1 0 1 0 0,2 0-1 0 0,0-1 1 0 0,0 1-1 0 0,1-1 1 0 0,0 0-1 0 0,0-1 1 0 0,1 1-1 0 0,11 12 1 0 0,-16-21-74 0 0,0 0 0 0 0,0 0 0 0 0,1 0 0 0 0,-1 0 0 0 0,0 0 0 0 0,1-1 0 0 0,-1 1 0 0 0,0 0 0 0 0,1-1 0 0 0,-1 0 0 0 0,1 1 0 0 0,-1-1 0 0 0,0 0 0 0 0,1 1 0 0 0,-1-1 0 0 0,1 0 0 0 0,-1 0 0 0 0,1 0 0 0 0,-1 0 0 0 0,1-1 0 0 0,-1 1 0 0 0,1 0 0 0 0,-1-1 0 0 0,1 1 0 0 0,-1-1 0 0 0,0 1 0 0 0,1-1 0 0 0,-1 0 0 0 0,0 1 0 0 0,1-1 0 0 0,-1 0 0 0 0,0 0 0 0 0,0 0 0 0 0,0 0 0 0 0,0 0 0 0 0,2-2 0 0 0,6-6 66 0 0,-1-1 0 0 0,1 0 0 0 0,9-16 0 0 0,-8 12 87 0 0,-5 7-80 0 0,7-10 95 0 0,0 1 1 0 0,1 1-1 0 0,1 0 0 0 0,0 0 1 0 0,20-14-1 0 0,-33 28-160 0 0,1 0 0 0 0,-1 0-1 0 0,0 0 1 0 0,1 1 0 0 0,-1-1 0 0 0,1 1-1 0 0,-1-1 1 0 0,1 1 0 0 0,-1-1 0 0 0,1 1-1 0 0,0 0 1 0 0,-1 0 0 0 0,1 0 0 0 0,-1 0 0 0 0,1 0-1 0 0,-1 0 1 0 0,1 0 0 0 0,0 0 0 0 0,-1 1-1 0 0,1-1 1 0 0,-1 0 0 0 0,1 1 0 0 0,-1 0-1 0 0,1-1 1 0 0,-1 1 0 0 0,1 0 0 0 0,-1 0-1 0 0,0-1 1 0 0,0 1 0 0 0,1 0 0 0 0,-1 0-1 0 0,0 1 1 0 0,0-1 0 0 0,0 0 0 0 0,0 0-1 0 0,2 3 1 0 0,3 6-118 0 0,1 0 1 0 0,-1 0-1 0 0,-1 1 0 0 0,5 11 1 0 0,0-1-831 0 0,31 52-3463 0 0,-33-56 4271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 7370 0 0,'1'-1'143'0'0,"-1"0"1"0"0,1 1-1 0 0,-1-1 1 0 0,1 0-1 0 0,-1 1 1 0 0,1-1-1 0 0,-1 0 1 0 0,1 1 0 0 0,0-1-1 0 0,-1 1 1 0 0,1-1-1 0 0,0 0 1 0 0,-1 1-1 0 0,1 0 1 0 0,0-1 0 0 0,0 1-1 0 0,0 0 1 0 0,-1-1-1 0 0,1 1 1 0 0,0 0-1 0 0,0 0 1 0 0,0-1-1 0 0,0 1 1 0 0,0 0 0 0 0,0 0-1 0 0,-1 0 1 0 0,1 0-1 0 0,0 0 1 0 0,0 1-1 0 0,0-1 1 0 0,0 0-1 0 0,0 0 1 0 0,-1 0 0 0 0,1 1-1 0 0,0-1 1 0 0,0 0-1 0 0,0 1 1 0 0,-1-1-1 0 0,1 1 1 0 0,0-1-1 0 0,0 1 1 0 0,0 0 0 0 0,3 2 322 0 0,-1 0 1 0 0,0-1 0 0 0,1 1-1 0 0,-1 0 1 0 0,-1 0-1 0 0,1 1 1 0 0,4 5 0 0 0,12 29 492 0 0,-2 2 1 0 0,-1 0-1 0 0,12 49 1 0 0,2 5-3627 0 0,-19-70-2603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7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1376 0 0,'0'-1'102'0'0,"0"0"1"0"0,0 0-1 0 0,1 0 0 0 0,-1 0 0 0 0,0 0 0 0 0,0 0 1 0 0,0 0-1 0 0,1 0 0 0 0,-1 0 0 0 0,1 1 0 0 0,-1-1 0 0 0,1 0 1 0 0,-1 0-1 0 0,1 0 0 0 0,-1 1 0 0 0,1-1 0 0 0,0 0 1 0 0,-1 1-1 0 0,1-1 0 0 0,0 0 0 0 0,-1 1 0 0 0,1-1 0 0 0,0 1 1 0 0,0-1-1 0 0,0 1 0 0 0,0 0 0 0 0,-1-1 0 0 0,1 1 1 0 0,0 0-1 0 0,0 0 0 0 0,0-1 0 0 0,0 1 0 0 0,0 0 0 0 0,0 0 1 0 0,1 0-1 0 0,44-5 2528 0 0,-38 4-2160 0 0,12-1 446 0 0,-1 1 0 0 0,0 1 1 0 0,0 1-1 0 0,0 1 0 0 0,33 7 0 0 0,-47-8-749 0 0,0 1 0 0 0,0 0-1 0 0,0 0 1 0 0,0 0 0 0 0,0 0 0 0 0,0 1-1 0 0,-1 0 1 0 0,1 0 0 0 0,-1 0 0 0 0,7 8-1 0 0,-8-9-126 0 0,-1 1 0 0 0,0 0-1 0 0,0 1 1 0 0,0-1-1 0 0,0 0 1 0 0,-1 0 0 0 0,0 1-1 0 0,1-1 1 0 0,-1 1 0 0 0,0-1-1 0 0,-1 1 1 0 0,1 0-1 0 0,-1-1 1 0 0,1 1 0 0 0,-1 0-1 0 0,0-1 1 0 0,-1 7-1 0 0,-2 4-370 0 0,0 0-1 0 0,-1 0 0 0 0,0 0 1 0 0,-1-1-1 0 0,-1 0 0 0 0,0 0 1 0 0,-1 0-1 0 0,-1-1 0 0 0,-13 18 1 0 0,10-14-4414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3681 0 0,'17'-8'113'0'0,"-16"7"171"0"0,0 1 1 0 0,0-1-1 0 0,0 1 0 0 0,0 0 1 0 0,1 0-1 0 0,-1 0 0 0 0,0 0 1 0 0,0 0-1 0 0,0 0 0 0 0,0 0 1 0 0,1 0-1 0 0,-1 0 1 0 0,0 0-1 0 0,0 0 0 0 0,1 1 1 0 0,0 0 99 0 0,0 1 1 0 0,0-1-1 0 0,-1 0 1 0 0,1 1-1 0 0,-1-1 1 0 0,1 1-1 0 0,-1 0 1 0 0,1-1-1 0 0,-1 1 1 0 0,0 0-1 0 0,0 0 1 0 0,0 0-1 0 0,0 0 1 0 0,0 0-1 0 0,0 0 1 0 0,0 3 0 0 0,8 23 998 0 0,-1-3-803 0 0,19 40-1 0 0,-24-60-611 0 0,0 1 0 0 0,0-1 0 0 0,1 1 0 0 0,-1-1-1 0 0,1 0 1 0 0,0 0 0 0 0,1 0 0 0 0,-1-1 0 0 0,1 0 0 0 0,0 1-1 0 0,0-2 1 0 0,8 6 0 0 0,-11-8-34 0 0,-1-1-1 0 0,1 1 1 0 0,0 0-1 0 0,0-1 1 0 0,0 1 0 0 0,0-1-1 0 0,0 1 1 0 0,0-1-1 0 0,1 0 1 0 0,-1 0 0 0 0,0 0-1 0 0,0 0 1 0 0,0 0-1 0 0,0 0 1 0 0,0-1 0 0 0,0 1-1 0 0,0-1 1 0 0,0 1-1 0 0,2-2 1 0 0,0 0-151 0 0,0-1 0 0 0,0 1 0 0 0,-1 0 0 0 0,1-1-1 0 0,-1 0 1 0 0,0 0 0 0 0,0 0 0 0 0,5-7 0 0 0,2-4-607 0 0,-1-1 0 0 0,-1 0 1 0 0,11-25-1 0 0,-19 39 806 0 0,21-56-579 0 0,-14 37 1511 0 0,0 0 1 0 0,12-21-1 0 0,-19 43-286 0 0,1 1 0 0 0,-1 0 0 0 0,1 0 0 0 0,-1 0 0 0 0,1 0 0 0 0,0-1 0 0 0,0 1 0 0 0,0 0 0 0 0,3 3-1 0 0,0 4-496 0 0,1-1-1 0 0,1 0 0 0 0,-1 0 1 0 0,2 0-1 0 0,10 12 1 0 0,-12-17-319 0 0,1 1 1 0 0,0-1-1 0 0,0 0 1 0 0,0 0 0 0 0,1-1-1 0 0,-1 0 1 0 0,1 0-1 0 0,10 3 1 0 0,-11-4-822 0 0,-1-1 0 0 0,1 0 0 0 0,-1-1 0 0 0,1 1 0 0 0,0-1 0 0 0,10-1 0 0 0,1-1-3706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14 7370 0 0,'-1'-1'200'0'0,"1"0"0"0"0,-1 0 0 0 0,1 1 0 0 0,-1-1 0 0 0,0 0 0 0 0,1 0 0 0 0,-1 0 0 0 0,0 0 0 0 0,0 1 0 0 0,1-1 0 0 0,-1 0 0 0 0,0 0 0 0 0,0 1 0 0 0,0-1 0 0 0,0 1 0 0 0,-1-1 0 0 0,1 1-105 0 0,1 0 0 0 0,0 0 0 0 0,-1 1 0 0 0,1-1 0 0 0,0 0 0 0 0,-1 0 1 0 0,1 1-1 0 0,0-1 0 0 0,0 0 0 0 0,-1 0 0 0 0,1 1 0 0 0,0-1 0 0 0,0 0 0 0 0,-1 1 0 0 0,1-1 0 0 0,0 0 1 0 0,0 1-1 0 0,0-1 0 0 0,-1 0 0 0 0,1 1 0 0 0,0-1 0 0 0,0 1 0 0 0,0-1 0 0 0,0 0 0 0 0,0 1 0 0 0,0-1 0 0 0,0 1 1 0 0,0 0-1 0 0,2 47 3221 0 0,-1-33-2900 0 0,2 47 834 0 0,4 0 1 0 0,22 102 0 0 0,-4-70-3119 0 0,3 0-3540 0 0,-21-70-510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8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1376 0 0,'8'-7'128'0'0,"-2"3"-128"0"0,1 0 0 0 0,0 0 0 0 0,0-1 376 0 0,0 3 48 0 0,1 0 17 0 0,7-3-1 0 0,13-4 80 0 0,8 0 24 0 0,6-4 0 0 0,-1 3 0 0 0,-4 0-400 0 0,-3 1-80 0 0,-5 0-64 0 0,-4 2 104 0 0,-7 2-104 0 0,-4-1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5985 0 0,'-1'1'306'0'0,"-1"0"0"0"0,1 1 1 0 0,0-1-1 0 0,-1 0 0 0 0,1 1 0 0 0,0-1 0 0 0,0 1 0 0 0,0-1 0 0 0,0 1 0 0 0,0 0 0 0 0,1-1 0 0 0,-1 1 1 0 0,0 0-1 0 0,1 0 0 0 0,0 0 0 0 0,-1-1 0 0 0,1 1 0 0 0,0 0 0 0 0,0 0 0 0 0,0 0 0 0 0,0 0 0 0 0,0 0 0 0 0,0-1 1 0 0,1 3-1 0 0,9 50 3364 0 0,-9-49-3294 0 0,37 144 2895 0 0,23 72-3938 0 0,-58-202 32 0 0,0-11-2458 0 0,2-22 568 0 0,9-41 603 0 0,21-70 1457 0 0,-29 107 1018 0 0,1 1-1 0 0,0 0 1 0 0,2 0-1 0 0,18-28 1 0 0,-21 37-75 0 0,1 0 0 0 0,0 1-1 0 0,0 0 1 0 0,11-9 0 0 0,-16 14-296 0 0,1 0-1 0 0,0 1 1 0 0,0-1 0 0 0,0 0 0 0 0,0 1 0 0 0,0 0-1 0 0,6-2 1 0 0,-8 3-102 0 0,0-1 0 0 0,1 1 0 0 0,-1 0 0 0 0,0 0 1 0 0,0 0-1 0 0,0 0 0 0 0,0 0 0 0 0,1 0 0 0 0,-1 1 0 0 0,0-1 0 0 0,0 0 0 0 0,0 0 0 0 0,0 1 0 0 0,0-1 1 0 0,0 1-1 0 0,1-1 0 0 0,-1 1 0 0 0,0 0 0 0 0,0-1 0 0 0,-1 1 0 0 0,3 1 0 0 0,1 4 35 0 0,-1 0-1 0 0,0 0 1 0 0,0 0-1 0 0,0 1 1 0 0,0-1-1 0 0,-1 1 1 0 0,0-1-1 0 0,-1 1 1 0 0,0 0-1 0 0,1 11 1 0 0,3 10 15 0 0,2-2-285 0 0,0 0 0 0 0,12 25-1 0 0,8-3-2580 0 0,-22-41 1225 0 0,0 0-1 0 0,1 0 1 0 0,0-1 0 0 0,7 7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4529 0 0,'4'1'400'0'0,"-3"-1"-320"0"0,2 0-80 0 0,-2-1 0 0 0,1-1 0 0 0,1 1 0 0 0,-1 0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4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0,'0'0'602'0'0,"3"24"2910"0"0,3 79-1826 0 0,-6-75-3063 0 0,1 0 0 0 0,2 0 1 0 0,6 28-1 0 0,-3-32 1324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 27 10138 0 0,'-29'-10'2072'0'0,"22"7"-1315"0"0,0 0 0 0 0,0 0 0 0 0,-1 1 0 0 0,1 0 0 0 0,-1 1 0 0 0,-9-1 0 0 0,25 31-6281 0 0,-2-9 3389 0 0,1 4-9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0,'4'15'10363'0'0,"21"48"-7808"0"0,-4-8-1819 0 0,-7-9-1252 0 0,-2 1-1 0 0,8 59 1 0 0,-18-89-827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1 123 2304 0 0,'2'-6'306'0'0,"0"0"0"0"0,1 0 0 0 0,0 0 0 0 0,0 0 0 0 0,0 0-1 0 0,1 1 1 0 0,0 0 0 0 0,0-1 0 0 0,0 2 0 0 0,0-1 0 0 0,1 0-1 0 0,9-6 1 0 0,-7 5 184 0 0,-1 1 0 0 0,1 1 1 0 0,0-1-1 0 0,1 1 0 0 0,-1 0 0 0 0,1 1 0 0 0,0-1 0 0 0,0 2 0 0 0,14-4 0 0 0,-18 5-306 0 0,-1 0 0 0 0,1 1 0 0 0,0 0 0 0 0,0 0 0 0 0,0 0 0 0 0,-1 0 0 0 0,1 0 0 0 0,0 1 0 0 0,0 0 0 0 0,-1 0 0 0 0,1 0 0 0 0,0 0 1 0 0,-1 0-1 0 0,1 1 0 0 0,-1 0 0 0 0,1-1 0 0 0,-1 1 0 0 0,0 1 0 0 0,0-1 0 0 0,0 0 0 0 0,0 1 0 0 0,0-1 0 0 0,-1 1 0 0 0,1 0 0 0 0,-1 0 0 0 0,4 6 0 0 0,-3-4-113 0 0,-1 0 0 0 0,0 1 0 0 0,0-1 0 0 0,-1 1 0 0 0,1-1 0 0 0,-1 1 0 0 0,-1-1 0 0 0,1 1 0 0 0,-1 0 0 0 0,0-1 0 0 0,0 1 0 0 0,0 0 0 0 0,-1-1 0 0 0,0 1 0 0 0,0 0 0 0 0,-1-1 0 0 0,-2 8 0 0 0,-6 10-917 0 0,-17 33 0 0 0,25-54 571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0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1 132 2304 0 0,'3'-3'619'0'0,"1"0"0"0"0,-1 0-1 0 0,1 0 1 0 0,0 1-1 0 0,0-1 1 0 0,0 1-1 0 0,0 0 1 0 0,0 0-1 0 0,0 0 1 0 0,0 1 0 0 0,1-1-1 0 0,6 0 1 0 0,-9 2-420 0 0,0-1 0 0 0,0 1 0 0 0,0 0 0 0 0,0 0 1 0 0,0 1-1 0 0,0-1 0 0 0,0 0 0 0 0,0 0 0 0 0,0 1 1 0 0,0 0-1 0 0,0-1 0 0 0,0 1 0 0 0,-1 0 0 0 0,1 0 1 0 0,0 0-1 0 0,-1 0 0 0 0,1 0 0 0 0,0 0 0 0 0,-1 0 1 0 0,1 0-1 0 0,-1 1 0 0 0,0-1 0 0 0,1 1 0 0 0,-1-1 1 0 0,0 1-1 0 0,0-1 0 0 0,0 1 0 0 0,0 0 0 0 0,0 0 1 0 0,1 2-1 0 0,-1-1-98 0 0,3 8 148 0 0,1 1 0 0 0,0-1-1 0 0,0-1 1 0 0,1 1 0 0 0,12 14-1 0 0,-17-23-254 0 0,1 0-1 0 0,-1 0 1 0 0,1-1-1 0 0,0 1 0 0 0,-1-1 1 0 0,1 0-1 0 0,0 1 1 0 0,0-1-1 0 0,0 0 0 0 0,0 0 1 0 0,0 0-1 0 0,0 0 1 0 0,1 0-1 0 0,-1-1 1 0 0,0 1-1 0 0,0-1 0 0 0,0 1 1 0 0,1-1-1 0 0,-1 0 1 0 0,0 0-1 0 0,1 0 0 0 0,-1 0 1 0 0,0 0-1 0 0,0-1 1 0 0,1 1-1 0 0,-1-1 0 0 0,0 1 1 0 0,0-1-1 0 0,0 0 1 0 0,0 0-1 0 0,0 0 0 0 0,0 0 1 0 0,0 0-1 0 0,0 0 1 0 0,0 0-1 0 0,3-4 0 0 0,3-2-249 0 0,0-1 0 0 0,0 1-1 0 0,-1-2 1 0 0,0 1-1 0 0,-1-1 1 0 0,0 0 0 0 0,0 0-1 0 0,-1-1 1 0 0,-1 1-1 0 0,1-1 1 0 0,5-20-1 0 0,-4 13 321 0 0,1 0-1 0 0,17-28 0 0 0,-24 44 25 0 0,1 0 1 0 0,-1 0-1 0 0,1 0 0 0 0,0 0 0 0 0,-1 0 0 0 0,1 0 1 0 0,0 0-1 0 0,0 0 0 0 0,0 0 0 0 0,0 0 0 0 0,0 1 1 0 0,0-1-1 0 0,0 0 0 0 0,0 1 0 0 0,0-1 0 0 0,0 1 0 0 0,0-1 1 0 0,0 1-1 0 0,0-1 0 0 0,0 1 0 0 0,1 0 0 0 0,-1 0 1 0 0,2-1-1 0 0,-1 2 7 0 0,0-1 0 0 0,-1 1 0 0 0,1-1 0 0 0,-1 1 0 0 0,1 0 0 0 0,-1-1 1 0 0,1 1-1 0 0,-1 0 0 0 0,1 0 0 0 0,-1 0 0 0 0,0 0 0 0 0,1 1 0 0 0,-1-1 0 0 0,0 0 0 0 0,1 2 1 0 0,6 7 230 0 0,-1 1 1 0 0,0 1 0 0 0,8 19-1 0 0,-9-18-370 0 0,5 7-881 0 0,1-1 0 0 0,20 27 0 0 0,-24-36-341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6913 0 0,'0'-1'99'0'0,"0"1"-1"0"0,0 0 1 0 0,0-1-1 0 0,0 1 1 0 0,0 0-1 0 0,0-1 1 0 0,0 1-1 0 0,0 0 1 0 0,0-1-1 0 0,1 1 0 0 0,-1 0 1 0 0,0 0-1 0 0,0-1 1 0 0,0 1-1 0 0,0 0 1 0 0,0-1-1 0 0,0 1 1 0 0,1 0-1 0 0,-1-1 0 0 0,0 1 1 0 0,0 0-1 0 0,1 0 1 0 0,-1-1-1 0 0,0 1 1 0 0,0 0-1 0 0,1 0 1 0 0,-1 0-1 0 0,0 0 0 0 0,0-1 1 0 0,1 1-1 0 0,-1 0 1 0 0,0 0-1 0 0,1 0 1 0 0,-1 0-1 0 0,0 0 1 0 0,1 0-1 0 0,14 4 3316 0 0,11 15 398 0 0,-11 3-3367 0 0,-2 1-1 0 0,0 1 0 0 0,-1 0 0 0 0,-2 0 0 0 0,0 1 0 0 0,6 31 0 0 0,5 6-392 0 0,-9-28-341 0 0,7 18-686 0 0,-7-18-4057 0 0,-2-7-1261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1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88 11058 0 0,'0'0'25'0'0,"0"0"0"0"0,0 0-1 0 0,0 0 1 0 0,-1 0 0 0 0,1 0-1 0 0,0 0 1 0 0,0-1-1 0 0,0 1 1 0 0,0 0 0 0 0,0 0-1 0 0,0 0 1 0 0,-1 0 0 0 0,1 0-1 0 0,0 0 1 0 0,0 0 0 0 0,0-1-1 0 0,0 1 1 0 0,0 0 0 0 0,0 0-1 0 0,0 0 1 0 0,0 0-1 0 0,0 0 1 0 0,0-1 0 0 0,0 1-1 0 0,0 0 1 0 0,0 0 0 0 0,0 0-1 0 0,0 0 1 0 0,0-1 0 0 0,0 1-1 0 0,0 0 1 0 0,0 0-1 0 0,0 0 1 0 0,0 0 0 0 0,0-1-1 0 0,0 1 1 0 0,0 0 0 0 0,0 0-1 0 0,0 0 1 0 0,0 0 0 0 0,0 0-1 0 0,0-1 1 0 0,0 1 0 0 0,0 0-1 0 0,1 0 1 0 0,-1 0-1 0 0,0 0 1 0 0,0 0 0 0 0,11-8 720 0 0,14-4 24 0 0,12-3-795 0 0,1 3 0 0 0,0 1-1 0 0,61-10 1 0 0,-71 18 26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10138 0 0,'11'14'11177'0'0,"-5"-7"-11095"0"0,0 1-1 0 0,0 0 1 0 0,-1 0-1 0 0,-1 1 1 0 0,1-1-1 0 0,-2 1 1 0 0,1 0-1 0 0,-1 0 1 0 0,0 0-1 0 0,-1 1 1 0 0,3 17-1 0 0,-4-7 71 0 0,-1 0 0 0 0,0 0 0 0 0,-2 0 0 0 0,-6 36 0 0 0,6-45-152 0 0,2 0 0 0 0,-1 0 0 0 0,1-1 0 0 0,1 1 0 0 0,0 0 0 0 0,0 0 0 0 0,1-1 0 0 0,1 1 0 0 0,6 17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9674 0 0,'-6'14'5577'0'0,"6"-11"-5049"0"0,0 1-136 0 0,3-2-23 0 0,0 0-9 0 0,0-2-736 0 0,2-2-145 0 0,1 0-31 0 0,0-1-8 0 0,2 0 432 0 0,-1-1 128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10594 0 0,'2'1'219'0'0,"-1"-1"-1"0"0,1 1 0 0 0,-1 0 1 0 0,0 0-1 0 0,0 0 1 0 0,0 0-1 0 0,1 0 0 0 0,-1 0 1 0 0,0 0-1 0 0,0 0 1 0 0,0 0-1 0 0,0 0 0 0 0,-1 0 1 0 0,1 1-1 0 0,0-1 0 0 0,0 0 1 0 0,0 3-1 0 0,12 24 1460 0 0,-5 1-729 0 0,0 0 0 0 0,4 33 0 0 0,-7-30-820 0 0,14 46 0 0 0,-19-78-140 0 0,0 0-1 0 0,0 0 0 0 0,0 1 1 0 0,0-1-1 0 0,0 0 1 0 0,0 0-1 0 0,0 0 1 0 0,0 1-1 0 0,0-1 1 0 0,0 0-1 0 0,0 0 0 0 0,0 0 1 0 0,0 1-1 0 0,0-1 1 0 0,0 0-1 0 0,0 0 1 0 0,0 0-1 0 0,0 1 1 0 0,1-1-1 0 0,-1 0 0 0 0,0 0 1 0 0,0 0-1 0 0,0 0 1 0 0,0 1-1 0 0,0-1 1 0 0,0 0-1 0 0,1 0 1 0 0,-1 0-1 0 0,0 0 1 0 0,0 0-1 0 0,0 0 0 0 0,0 1 1 0 0,0-1-1 0 0,1 0 1 0 0,-1 0-1 0 0,0 0 1 0 0,0 0-1 0 0,0 0 1 0 0,1 0-1 0 0,-1 0 0 0 0,0 0 1 0 0,0 0-1 0 0,0 0 1 0 0,1 0-1 0 0,-1 0 1 0 0,0 0-1 0 0,0 0 1 0 0,0 0-1 0 0,1 0 0 0 0,-1 0 1 0 0,4-13-1447 0 0,0-20-1235 0 0,-3 32 2661 0 0,-1-8-699 0 0,4-35-1718 0 0,10-47 0 0 0,-12 79 2659 0 0,1 1 0 0 0,0-1 0 0 0,1 1 0 0 0,0 0 0 0 0,1 0 0 0 0,0 1 0 0 0,1-1-1 0 0,0 1 1 0 0,10-12 0 0 0,-15 20-152 0 0,0 1-1 0 0,1-1 1 0 0,-1 1-1 0 0,0 0 0 0 0,1-1 1 0 0,-1 1-1 0 0,1 0 0 0 0,-1 0 1 0 0,1 0-1 0 0,0 0 1 0 0,-1 0-1 0 0,1 0 0 0 0,0 1 1 0 0,0-1-1 0 0,0 0 1 0 0,-1 1-1 0 0,1 0 0 0 0,0-1 1 0 0,0 1-1 0 0,0 0 1 0 0,0 0-1 0 0,0 0 0 0 0,3 0 1 0 0,-2 1 147 0 0,0 1 1 0 0,0-1-1 0 0,0 0 1 0 0,0 1 0 0 0,0 0-1 0 0,0-1 1 0 0,0 1-1 0 0,0 1 1 0 0,-1-1-1 0 0,1 0 1 0 0,-1 0 0 0 0,3 4-1 0 0,6 9 781 0 0,0 0-1 0 0,-2 0 1 0 0,15 31-1 0 0,-23-44-979 0 0,30 72-3552 0 0,-23-56-2158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0,'1'2'400'0'0,"0"1"1"0"0,1-1-1 0 0,-1 0 0 0 0,1 0 1 0 0,-1 0-1 0 0,1 1 1 0 0,0-1-1 0 0,-1-1 1 0 0,1 1-1 0 0,0 0 0 0 0,3 1 1 0 0,5 7 867 0 0,2 5-87 0 0,0 1 0 0 0,-1 0 0 0 0,0 1 1 0 0,-1 0-1 0 0,12 31 0 0 0,27 96-827 0 0,-17-42-6127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4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4609 0 0,'0'-4'168'0'0,"0"-1"1"0"0,1 1-1 0 0,-1 0 1 0 0,1-1-1 0 0,0 1 1 0 0,0 0 0 0 0,1 0-1 0 0,-1 0 1 0 0,1 0-1 0 0,0 0 1 0 0,0 0-1 0 0,0 0 1 0 0,1 1-1 0 0,-1-1 1 0 0,1 1-1 0 0,0-1 1 0 0,0 1-1 0 0,0 0 1 0 0,6-5-1 0 0,2 0 693 0 0,1 0 0 0 0,-1 1 1 0 0,1 0-1 0 0,0 1 0 0 0,1 0 0 0 0,18-5 0 0 0,-26 9-632 0 0,-1 1 0 0 0,1-1 1 0 0,-1 1-1 0 0,1 0 0 0 0,0 0 0 0 0,-1 1 0 0 0,1 0 0 0 0,0-1 0 0 0,0 2 0 0 0,-1-1 0 0 0,1 0 0 0 0,0 1 0 0 0,0 0 0 0 0,-1 0 0 0 0,1 0 1 0 0,-1 1-1 0 0,1 0 0 0 0,-1 0 0 0 0,0 0 0 0 0,1 0 0 0 0,-1 0 0 0 0,4 4 0 0 0,-6-4-178 0 0,0 1 0 0 0,0 0 0 0 0,-1 0 0 0 0,1-1 0 0 0,-1 1 0 0 0,1 0 0 0 0,-1 0 0 0 0,0 0 0 0 0,0 0 0 0 0,0 1 0 0 0,0-1 0 0 0,-1 0 0 0 0,1 0 0 0 0,-1 1 0 0 0,0-1-1 0 0,0 0 1 0 0,0 0 0 0 0,0 1 0 0 0,-1-1 0 0 0,1 0 0 0 0,-1 0 0 0 0,0 0 0 0 0,0 1 0 0 0,0-1 0 0 0,0 0 0 0 0,-3 4 0 0 0,-3 8-132 0 0,-1 1 1 0 0,-1-1-1 0 0,-15 20 1 0 0,-11 8-1254 0 0,27-34 286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1 104 12443 0 0,'0'22'2145'0'0,"2"0"0"0"0,5 30 1 0 0,-5-40-1813 0 0,1-1 0 0 0,0 0 1 0 0,1 0-1 0 0,0 0 1 0 0,1 0-1 0 0,7 12 1 0 0,-12-22-359 0 0,0-1 1 0 0,1 1 0 0 0,-1 0 0 0 0,1 0 0 0 0,-1-1-1 0 0,1 1 1 0 0,-1 0 0 0 0,1-1 0 0 0,-1 1 0 0 0,1-1-1 0 0,0 1 1 0 0,-1-1 0 0 0,1 1 0 0 0,0-1 0 0 0,-1 1-1 0 0,1-1 1 0 0,0 1 0 0 0,0-1 0 0 0,-1 0 0 0 0,1 1 0 0 0,0-1-1 0 0,0 0 1 0 0,0 0 0 0 0,-1 0 0 0 0,1 0 0 0 0,0 0-1 0 0,1 0 1 0 0,0 0-101 0 0,-1-1 0 0 0,0 0 0 0 0,1 1 0 0 0,-1-1 0 0 0,0 0 0 0 0,0 0 0 0 0,0 0 0 0 0,0 0 0 0 0,1 0 0 0 0,-1 0 0 0 0,-1 0 0 0 0,1-1 0 0 0,0 1-1 0 0,1-2 1 0 0,4-9-1398 0 0,0-1-1 0 0,8-24 0 0 0,-10 25 589 0 0,45-97-4568 0 0,6 7 14671 0 0,-54 102-8964 0 0,16 12 2984 0 0,16 30-2415 0 0,-28-36-337 0 0,15 24-466 0 0,17 22-395 0 0,-34-48 6 0 0,0-1 0 0 0,1 1-1 0 0,-1-1 1 0 0,1 0 0 0 0,0 0-1 0 0,0 0 1 0 0,0 0 0 0 0,1-1-1 0 0,-1 1 1 0 0,5 1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7370 0 0,'0'0'568'0'0,"16"15"5852"0"0,-9-5-5216 0 0,-1 0 1 0 0,1 0 0 0 0,-1 1-1 0 0,-1 0 1 0 0,7 21-1 0 0,14 65 268 0 0,-1-6-1512 0 0,-20-78-610 0 0,-2-3-192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5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12443 0 0,'85'-20'5273'0'0,"-11"-9"-3738"0"0,34-12-2926 0 0,-94 37 359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6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10138 0 0,'0'0'165'0'0,"1"0"-1"0"0,-1 0 0 0 0,1 0 1 0 0,-1 1-1 0 0,1-1 0 0 0,0 0 1 0 0,-1 0-1 0 0,1 0 0 0 0,-1 0 1 0 0,1 1-1 0 0,-1-1 1 0 0,1 0-1 0 0,-1 0 0 0 0,0 1 1 0 0,1-1-1 0 0,-1 0 0 0 0,1 1 1 0 0,-1-1-1 0 0,0 1 1 0 0,1-1-1 0 0,-1 0 0 0 0,0 1 1 0 0,1-1-1 0 0,-1 1 0 0 0,0-1 1 0 0,1 1-1 0 0,-1-1 0 0 0,0 1 1 0 0,0-1-1 0 0,0 1 1 0 0,0-1-1 0 0,0 1 0 0 0,1 0 1 0 0,-1-1-1 0 0,0 1 0 0 0,0-1 1 0 0,0 1-1 0 0,0-1 1 0 0,-1 1-1 0 0,1 0 0 0 0,-6 27 1619 0 0,4-18-1418 0 0,-2 20 63 0 0,2 1-1 0 0,1 0 0 0 0,2-1 1 0 0,1 1-1 0 0,1 0 0 0 0,12 50 1 0 0,-10-65-477 0 0,0 0 1 0 0,1 0 0 0 0,0 0 0 0 0,15 25-1 0 0,-11-24-441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3:59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280 918 5065 0 0,'-6'3'443'0'0,"6"-2"-423"0"0,-1-1 0 0 0,0 1 0 0 0,0 0 0 0 0,0-1 1 0 0,1 1-1 0 0,-1-1 0 0 0,0 1 0 0 0,1 0 0 0 0,-1 0 0 0 0,0-1 0 0 0,1 1 0 0 0,-1 0 0 0 0,1 0 0 0 0,-1 0 0 0 0,1 0 0 0 0,-1 1 0 0 0,13-23 2095 0 0,-10 18-2089 0 0,1-1 1 0 0,-1 1 0 0 0,0-1-1 0 0,0 1 1 0 0,-1-1 0 0 0,1 0-1 0 0,-1 0 1 0 0,0 0 0 0 0,0 0-1 0 0,0 0 1 0 0,0 0-1 0 0,-1 0 1 0 0,1 0 0 0 0,-1 0-1 0 0,0 0 1 0 0,-1 0 0 0 0,1 0-1 0 0,-2-6 1 0 0,-1-1 10 0 0,-1 0 1 0 0,0 0-1 0 0,-1 0 1 0 0,0 0-1 0 0,-1 1 1 0 0,-11-16-1 0 0,-49-56 1835 0 0,35 46-1106 0 0,14 13-478 0 0,0-1-1 0 0,1 0 0 0 0,2-1 0 0 0,0-1 0 0 0,2 0 0 0 0,1-1 0 0 0,1 0 0 0 0,-12-52 0 0 0,16 45-343 0 0,1 0 0 0 0,1 1 0 0 0,2-2-1 0 0,1 1 1 0 0,2 0 0 0 0,2 0-1 0 0,8-41 1 0 0,-6 43-4782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4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405 1078 2304 0 0,'9'-1'11779'0'0,"-12"-3"-11686"0"0,0 1-1 0 0,0-1 1 0 0,-1 1 0 0 0,1 0-1 0 0,-1 0 1 0 0,0 1 0 0 0,0-1 0 0 0,0 1-1 0 0,0 0 1 0 0,-5-2 0 0 0,-54-19 1121 0 0,0 1-351 0 0,56 18-777 0 0,1 1 0 0 0,-1-1 0 0 0,1 0 1 0 0,-1-1-1 0 0,1 0 0 0 0,1 0 1 0 0,-1 0-1 0 0,1 0 0 0 0,0-1 0 0 0,0 0 1 0 0,0 0-1 0 0,-6-13 0 0 0,6 9 1 0 0,1-1-1 0 0,1 1 1 0 0,-1-1-1 0 0,2 0 1 0 0,-1 0-1 0 0,2 0 1 0 0,-1-1 0 0 0,1-12-1 0 0,2-63 311 0 0,13-99-1 0 0,1-46-238 0 0,-17 195 13 0 0,-3-1-1 0 0,0 1 1 0 0,-3 0 0 0 0,-1 1-1 0 0,-27-68 1 0 0,36 103-170 0 0,0 0 0 0 0,-1 0-1 0 0,1 0 1 0 0,0 1 0 0 0,-1-1-1 0 0,1 0 1 0 0,-1 0 0 0 0,1 0 0 0 0,-1 1-1 0 0,1-1 1 0 0,-1 0 0 0 0,0 1-1 0 0,1-1 1 0 0,-1 0 0 0 0,0 1 0 0 0,0-1-1 0 0,1 1 1 0 0,-1-1 0 0 0,0 1 0 0 0,0-1-1 0 0,0 1 1 0 0,0 0 0 0 0,0 0-1 0 0,1-1 1 0 0,-1 1 0 0 0,0 0 0 0 0,0 0-1 0 0,0 0 1 0 0,0 0 0 0 0,-2 0-1 0 0,0 0 52 0 0,0 1 0 0 0,0 0 0 0 0,0 0 0 0 0,1 0 0 0 0,-1 0 0 0 0,0 0 0 0 0,0 1 0 0 0,1-1 0 0 0,-1 1 0 0 0,-2 2 0 0 0,-26 26-1370 0 0,29-28 753 0 0,1 1 0 0 0,-1-1 0 0 0,0 1 0 0 0,1-1 0 0 0,0 1 0 0 0,0-1 0 0 0,-1 1 0 0 0,1 0-1 0 0,0 3 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5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1583 5065 0 0,'-24'13'2533'0'0,"18"-11"-2023"0"0,0 0 0 0 0,0-1-1 0 0,0 1 1 0 0,0-2 0 0 0,0 1 0 0 0,-1 0 0 0 0,1-1 0 0 0,0 0 0 0 0,0-1 0 0 0,0 1 0 0 0,-11-4 0 0 0,12 3-338 0 0,-1-2 0 0 0,0 1 0 0 0,1-1 1 0 0,0 0-1 0 0,0 0 0 0 0,0 0 0 0 0,0-1 0 0 0,0 1 0 0 0,1-1 0 0 0,-1-1 1 0 0,1 1-1 0 0,0 0 0 0 0,1-1 0 0 0,-1 0 0 0 0,1 0 0 0 0,0 0 0 0 0,0 0 1 0 0,-4-11-1 0 0,-1-6 96 0 0,0 0 0 0 0,2-1 1 0 0,1 1-1 0 0,1-1 0 0 0,0 0 1 0 0,2-1-1 0 0,1-29 1 0 0,3-14 21 0 0,14-84 1 0 0,-5 78-145 0 0,3-1-1 0 0,4 2 0 0 0,3 1 1 0 0,2 0-1 0 0,4 1 0 0 0,3 2 1 0 0,69-115-1 0 0,-55 114-80 0 0,84-146 244 0 0,-123 206-261 0 0,-1 0 1 0 0,0-1 0 0 0,-1 1 0 0 0,3-16 0 0 0,-5 23-85 0 0,0 0 0 0 0,-1 0 1 0 0,1 0-1 0 0,-1 0 0 0 0,0 0 1 0 0,0-1-1 0 0,0 1 1 0 0,0 0-1 0 0,0 0 0 0 0,0 0 1 0 0,-1-1-1 0 0,1 1 0 0 0,-1 0 1 0 0,1 0-1 0 0,-1 0 1 0 0,0 0-1 0 0,0 0 0 0 0,0 0 1 0 0,0 0-1 0 0,0 0 0 0 0,0 0 1 0 0,-1 1-1 0 0,1-1 1 0 0,-1 0-1 0 0,1 1 0 0 0,-1-1 1 0 0,-2-1-1 0 0,-1 1-1292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39 4145 0 0,'-29'13'1867'0'0,"20"-9"-722"0"0,0 0 1 0 0,0 0-1 0 0,-14 10 0 0 0,22-14-1119 0 0,1 0 1 0 0,0 0-1 0 0,0 0 0 0 0,0 0 1 0 0,0 0-1 0 0,0 0 0 0 0,0 0 1 0 0,0 1-1 0 0,0-1 0 0 0,0 0 1 0 0,0 0-1 0 0,0 0 0 0 0,-1 0 1 0 0,1 0-1 0 0,0 0 27 0 0,0 0-27 0 0,0 0 0 0 0,0 0 1 0 0,0 0-1 0 0,0 0 1 0 0,0 0-1 0 0,0 0 0 0 0,0 0 1 0 0,0 1-1 0 0,0-1 0 0 0,0 0 1 0 0,0 0-1 0 0,0 0 0 0 0,0 0 1 0 0,0 0-1 0 0,0 0 0 0 0,0 0 1 0 0,0 0-1 0 0,0 0 0 0 0,0 0 1 0 0,0 1-1 0 0,0-1 0 0 0,0 0 1 0 0,0 0-1 0 0,0 0 0 0 0,0 0 1 0 0,0 0-1 0 0,0 0 0 0 0,0 0 1 0 0,0 0-1 0 0,0 0 0 0 0,0 0 1 0 0,0 0-1 0 0,0 1 1 0 0,0-1-1 0 0,0 0 0 0 0,0 0 1 0 0,0 0-1 0 0,1 0 0 0 0,-1 0 1 0 0,0 0-1 0 0,0 0 0 0 0,0 0 1 0 0,0 0-1 0 0,0 0 0 0 0,0 0 1 0 0,0 0-1 0 0,0 0 0 0 0,0 0 1 0 0,0 0-1 0 0,0 0 0 0 0,1 0 1 0 0,-1 0-1 0 0,11 1 606 0 0,12-3-251 0 0,160-44 630 0 0,-73 14-997 0 0,-109 32-14 0 0,-1 0 0 0 0,1-1 0 0 0,0 1 0 0 0,0 0-1 0 0,0 0 1 0 0,0-1 0 0 0,-1 1 0 0 0,1 0 0 0 0,0 0 0 0 0,0 0 0 0 0,0 0-1 0 0,0 0 1 0 0,0 0 0 0 0,0 0 0 0 0,-1 0 0 0 0,1 0 0 0 0,0 1 0 0 0,0-1-1 0 0,0 0 1 0 0,0 0 0 0 0,-1 1 0 0 0,1-1 0 0 0,0 1 0 0 0,0-1 0 0 0,-1 1-1 0 0,1-1 1 0 0,0 1 0 0 0,-1-1 0 0 0,1 1 0 0 0,0 0 0 0 0,0 2 22 0 0,0-1 1 0 0,-1 1 0 0 0,1-1-1 0 0,-1 1 1 0 0,1 0 0 0 0,-1-1-1 0 0,0 1 1 0 0,-1 4-1 0 0,1 6 181 0 0,-2 59 588 0 0,2 55 373 0 0,1-107-1419 0 0,1 0-1 0 0,0 0 1 0 0,2-1 0 0 0,7 24-1 0 0,-6-28-5321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6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109 113 7834 0 0,'-1'-1'161'0'0,"1"0"1"0"0,-1 0 0 0 0,0-1 0 0 0,1 1-1 0 0,-1 0 1 0 0,0 0 0 0 0,0 0 0 0 0,1 0-1 0 0,-1 0 1 0 0,0 0 0 0 0,0 0 0 0 0,0 1 0 0 0,0-1-1 0 0,0 0 1 0 0,0 0 0 0 0,-1 1 0 0 0,-1-2-1 0 0,-22-10 1967 0 0,24 12-1917 0 0,0-1-104 0 0,0 0 0 0 0,-1 0 0 0 0,1 1-1 0 0,-1-1 1 0 0,1 0 0 0 0,-1 1 0 0 0,0-1-1 0 0,1 1 1 0 0,-1 0 0 0 0,1-1 0 0 0,-1 1 0 0 0,0 0-1 0 0,1 0 1 0 0,-1 0 0 0 0,0 0 0 0 0,1 0 0 0 0,-1 1-1 0 0,0-1 1 0 0,1 0 0 0 0,-1 1 0 0 0,1-1 0 0 0,-1 1-1 0 0,1 0 1 0 0,-1-1 0 0 0,1 1 0 0 0,-1 0 0 0 0,1 0-1 0 0,-1 0 1 0 0,1 0 0 0 0,0 0 0 0 0,0 0 0 0 0,0 0-1 0 0,-1 1 1 0 0,1-1 0 0 0,0 0 0 0 0,1 1 0 0 0,-1-1-1 0 0,-1 2 1 0 0,0 3 17 0 0,0-1-1 0 0,1 0 1 0 0,0 1-1 0 0,0-1 1 0 0,0 1-1 0 0,0 0 1 0 0,1-1-1 0 0,0 1 0 0 0,1 10 1 0 0,1-4-134 0 0,0 0 0 0 0,0 0 1 0 0,1 0-1 0 0,0 0 0 0 0,1-1 0 0 0,0 1 1 0 0,1-1-1 0 0,1 0 0 0 0,9 15 0 0 0,-11-20 1 0 0,1-1 0 0 0,-1 1 0 0 0,1-1 0 0 0,0 0 0 0 0,1-1 0 0 0,-1 1 0 0 0,1-1 0 0 0,0 0-1 0 0,0 0 1 0 0,0-1 0 0 0,0 0 0 0 0,1 0 0 0 0,-1 0 0 0 0,1-1 0 0 0,0 0 0 0 0,-1 0 0 0 0,15 1 0 0 0,-6-2 1 0 0,-1-1 0 0 0,1 0 1 0 0,0-1-1 0 0,-1-1 1 0 0,1 0-1 0 0,-1-1 1 0 0,1 0-1 0 0,-1-1 1 0 0,17-8-1 0 0,-22 9-1 0 0,0-1-1 0 0,-1 0 0 0 0,0-1 0 0 0,0 0 1 0 0,0 0-1 0 0,0-1 0 0 0,-1 0 1 0 0,0 0-1 0 0,0 0 0 0 0,-1-1 0 0 0,1 0 1 0 0,-2-1-1 0 0,1 1 0 0 0,-1-1 1 0 0,7-14-1 0 0,-10 18 20 0 0,0-1 0 0 0,-1 1 0 0 0,0 0 0 0 0,0-1-1 0 0,0 0 1 0 0,0 1 0 0 0,0-1 0 0 0,-1 1 0 0 0,0-1 0 0 0,0 0 0 0 0,-1 1 0 0 0,1-1 0 0 0,-1 1 0 0 0,0-1 0 0 0,0 1 0 0 0,-3-9 0 0 0,1 6 166 0 0,-1 1 0 0 0,0 0-1 0 0,0 0 1 0 0,0 0 0 0 0,-1 1 0 0 0,1-1 0 0 0,-1 1 0 0 0,-1 0 0 0 0,-10-8 0 0 0,0 2-343 0 0,0 1 0 0 0,-1 1 0 0 0,-33-14 1 0 0,-12 2-4735 0 0,46 16-1265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93 8754 0 0,'2'3'7733'0'0,"7"14"-7554"0"0,12 28 986 0 0,-16-33-1063 0 0,0 0 1 0 0,1 0-1 0 0,0-1 1 0 0,0 0-1 0 0,17 20 1 0 0,-21-29-117 0 0,1 1-1 0 0,0-1 1 0 0,0 0 0 0 0,0 0 0 0 0,0 0 0 0 0,0 0-1 0 0,0 0 1 0 0,1-1 0 0 0,-1 1 0 0 0,0-1-1 0 0,1 0 1 0 0,-1 0 0 0 0,1 0 0 0 0,0-1-1 0 0,-1 1 1 0 0,1-1 0 0 0,0 0 0 0 0,-1 0-1 0 0,1 0 1 0 0,0 0 0 0 0,-1-1 0 0 0,1 1 0 0 0,-1-1-1 0 0,1 0 1 0 0,4-2 0 0 0,-1 1-85 0 0,-1-1-1 0 0,1 1 1 0 0,-1-1 0 0 0,1-1 0 0 0,-1 1 0 0 0,0-1-1 0 0,-1 0 1 0 0,1 0 0 0 0,-1-1 0 0 0,1 0 0 0 0,-1 0-1 0 0,-1 0 1 0 0,1 0 0 0 0,-1-1 0 0 0,0 0-1 0 0,0 0 1 0 0,6-12 0 0 0,-2-4 308 0 0,0 0 0 0 0,-1 0 0 0 0,-2-1 1 0 0,4-23-1 0 0,-3 12 1235 0 0,-5 33-1387 0 0,-1 1 0 0 0,0-1 1 0 0,1 1-1 0 0,-1-1 0 0 0,1 1 0 0 0,0 0 0 0 0,-1-1 1 0 0,1 1-1 0 0,-1 0 0 0 0,1-1 0 0 0,0 1 0 0 0,-1 0 1 0 0,1 0-1 0 0,-1-1 0 0 0,1 1 0 0 0,0 0 0 0 0,-1 0 1 0 0,1 0-1 0 0,0 0 0 0 0,0 0 0 0 0,-1 0 0 0 0,1 0 1 0 0,0 0-1 0 0,-1 0 0 0 0,1 0 0 0 0,0 0 0 0 0,-1 1 0 0 0,1-1 1 0 0,0 0-1 0 0,-1 0 0 0 0,1 1 0 0 0,-1-1 0 0 0,1 0 1 0 0,0 1-1 0 0,-1-1 0 0 0,1 0 0 0 0,0 2 0 0 0,26 13 59 0 0,-13-2-43 0 0,-1 0 1 0 0,-1 1 0 0 0,0 1 0 0 0,18 27 0 0 0,-20-27-258 0 0,1 0 0 0 0,0 0 0 0 0,1-1 0 0 0,24 22 0 0 0,-26-29-759 0 0,0-1-260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4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12 5529 0 0,'-1'-1'213'0'0,"-1"-1"-1"0"0,1 1 1 0 0,0 0-1 0 0,0 1 1 0 0,-1-1-1 0 0,1 0 1 0 0,0 0-1 0 0,-1 0 1 0 0,1 1 0 0 0,-1-1-1 0 0,1 1 1 0 0,-1-1-1 0 0,1 1 1 0 0,-1 0-1 0 0,1-1 1 0 0,-1 1-1 0 0,1 0 1 0 0,-1 0-1 0 0,0 0 1 0 0,1 0-1 0 0,-1 0 1 0 0,1 1-1 0 0,-1-1 1 0 0,1 0 0 0 0,-1 1-1 0 0,1-1 1 0 0,-1 1-1 0 0,1-1 1 0 0,-1 1-1 0 0,1 0 1 0 0,0 0-1 0 0,-1 0 1 0 0,1 0-1 0 0,0 0 1 0 0,0 0-1 0 0,0 0 1 0 0,-1 0-1 0 0,1 0 1 0 0,0 0 0 0 0,1 0-1 0 0,-1 1 1 0 0,0-1-1 0 0,0 1 1 0 0,0-1-1 0 0,1 0 1 0 0,-1 1-1 0 0,1-1 1 0 0,-1 1-1 0 0,1-1 1 0 0,0 1-1 0 0,-1-1 1 0 0,1 1 0 0 0,0 0-1 0 0,0-1 1 0 0,0 1-1 0 0,0-1 1 0 0,0 1-1 0 0,1-1 1 0 0,-1 3-1 0 0,6 59 1348 0 0,24 103-1 0 0,-25-146-1618 0 0,1 0-1 0 0,1 0 0 0 0,1-1 0 0 0,1 0 0 0 0,0-1 0 0 0,1 0 0 0 0,1 0 1 0 0,1-1-1 0 0,16 18 0 0 0,9 2-4329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7.7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17 190 3681 0 0,'-1'0'55'0'0,"1"0"0"0"0,-1 0 0 0 0,1 0 0 0 0,-1 0 0 0 0,0 0 0 0 0,1 0 0 0 0,-1 0 0 0 0,1 0 0 0 0,-1 0 0 0 0,1 0 0 0 0,-1 0 0 0 0,0-1 0 0 0,1 1 0 0 0,-1 0 0 0 0,1 0 0 0 0,-1-1 1 0 0,1 1-1 0 0,-1 0 0 0 0,1 0 0 0 0,-1-1 0 0 0,1 1 0 0 0,0-1 0 0 0,-1 1 0 0 0,1 0 0 0 0,-1-1 0 0 0,1 1 0 0 0,0-1 0 0 0,-1 1 0 0 0,1-1 0 0 0,0 1 0 0 0,0-1 0 0 0,-1 1 0 0 0,1-1 0 0 0,0 1 0 0 0,0-1 0 0 0,0 1 0 0 0,0-1 0 0 0,0 0 0 0 0,0 1 0 0 0,0-1 1 0 0,0 1-1 0 0,0-1 0 0 0,0 1 0 0 0,0-1 0 0 0,0 0 0 0 0,0 1 0 0 0,0-1 0 0 0,0 1 0 0 0,0-1 0 0 0,1 0 0 0 0,22-27 3413 0 0,-22 27-3473 0 0,16-14 1110 0 0,0 0 0 0 0,2 2 0 0 0,0 0 0 0 0,0 1 0 0 0,32-15 0 0 0,3 4-1887 0 0,-2 3-3284 0 0,-37 16 3679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0,'2'0'274'0'0,"0"0"0"0"0,-1 1 0 0 0,1-1 0 0 0,0 1 0 0 0,0 0 1 0 0,-1-1-1 0 0,1 1 0 0 0,-1 0 0 0 0,1 0 0 0 0,0 0 0 0 0,-1 0 0 0 0,0 0 0 0 0,1 1 0 0 0,-1-1 1 0 0,0 0-1 0 0,1 1 0 0 0,-1-1 0 0 0,0 1 0 0 0,0-1 0 0 0,0 1 0 0 0,0-1 0 0 0,-1 1 0 0 0,1 0 0 0 0,0 1 1 0 0,2 3 209 0 0,-1 0 0 0 0,0 0 1 0 0,-1 0-1 0 0,1 0 1 0 0,-1 0-1 0 0,0 7 0 0 0,-9 213 2084 0 0,-1-71-3377 0 0,9-112-3133 0 0,7 68 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 4145 0 0,'61'-40'4705'0'0,"-55"37"-4269"0"0,0 0-1 0 0,1 0 1 0 0,-1 1-1 0 0,1-1 1 0 0,-1 1-1 0 0,1 1 1 0 0,-1-1-1 0 0,11 0 0 0 0,-15 2-353 0 0,-1 0 0 0 0,0 0 1 0 0,1 1-1 0 0,-1-1 0 0 0,0 1 0 0 0,0-1 0 0 0,0 1 0 0 0,1-1 0 0 0,-1 1 0 0 0,0 0 0 0 0,0-1 0 0 0,0 1 0 0 0,0 0 0 0 0,0 0 0 0 0,0 0 0 0 0,0 0 0 0 0,0 0 0 0 0,0 0 0 0 0,-1 0 0 0 0,1 0 0 0 0,0 0 0 0 0,-1 0 0 0 0,1 0 0 0 0,-1 1 0 0 0,1-1 0 0 0,-1 0 0 0 0,1 0 0 0 0,-1 1 0 0 0,0-1 0 0 0,0 0 0 0 0,1 1 1 0 0,-1-1-1 0 0,0 0 0 0 0,0 1 0 0 0,0-1 0 0 0,-1 0 0 0 0,1 2 0 0 0,-1 6 171 0 0,1 0 0 0 0,-2 1 0 0 0,-3 16 1 0 0,-21 48 301 0 0,23-67-525 0 0,0-1-1 0 0,-1 0 1 0 0,1 1-1 0 0,-1-1 1 0 0,-1 0-1 0 0,1-1 1 0 0,-1 1 0 0 0,-9 8-1 0 0,13-13-112 0 0,0-1 0 0 0,0 1 0 0 0,0 0 1 0 0,0-1-1 0 0,0 1 0 0 0,0-1 0 0 0,0 0 0 0 0,0 1 0 0 0,0-1 0 0 0,0 0 0 0 0,-1 0 1 0 0,1 1-1 0 0,0-1 0 0 0,0 0 0 0 0,0 0 0 0 0,0 0 0 0 0,0 0 0 0 0,0-1 0 0 0,-2 1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8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2761 0 0,'3'8'10593'0'0,"10"37"-6664"0"0,-10-30-3495 0 0,2 0 0 0 0,-1 0-1 0 0,13 25 1 0 0,-15-36-444 0 0,0 0 0 0 0,1-1 0 0 0,-1 1 0 0 0,1-1-1 0 0,-1 0 1 0 0,1 0 0 0 0,0 0 0 0 0,0 0 0 0 0,0 0-1 0 0,1-1 1 0 0,-1 1 0 0 0,0-1 0 0 0,1 0 0 0 0,0 0 0 0 0,0 0-1 0 0,-1-1 1 0 0,1 1 0 0 0,0-1 0 0 0,6 1 0 0 0,-8-2-62 0 0,1 0-1 0 0,0 0 1 0 0,0 0 0 0 0,0-1 0 0 0,0 1 0 0 0,-1-1-1 0 0,1 0 1 0 0,0 0 0 0 0,-1 0 0 0 0,1 0 0 0 0,0 0 0 0 0,-1-1-1 0 0,0 1 1 0 0,1-1 0 0 0,-1 0 0 0 0,0 1 0 0 0,0-1-1 0 0,0 0 1 0 0,0 0 0 0 0,0-1 0 0 0,3-2 0 0 0,5-9-658 0 0,0 0-1 0 0,10-19 1 0 0,-16 26 474 0 0,7-14-455 0 0,-9 15 649 0 0,1 0 1 0 0,0 0-1 0 0,0 1 0 0 0,1-1 0 0 0,0 1 0 0 0,0 0 0 0 0,0 0 0 0 0,7-7 0 0 0,-11 12 89 0 0,1 0 0 0 0,-1 0-1 0 0,1 0 1 0 0,-1 0 0 0 0,1 0-1 0 0,-1-1 1 0 0,1 1 0 0 0,-1 0 0 0 0,1 0-1 0 0,-1 0 1 0 0,1 1 0 0 0,-1-1-1 0 0,1 0 1 0 0,-1 0 0 0 0,1 0-1 0 0,-1 0 1 0 0,1 0 0 0 0,-1 0 0 0 0,0 1-1 0 0,1-1 1 0 0,-1 0 0 0 0,1 0-1 0 0,-1 1 1 0 0,0-1 0 0 0,1 0-1 0 0,-1 1 1 0 0,1-1 0 0 0,-1 0 0 0 0,0 1-1 0 0,0-1 1 0 0,1 1 0 0 0,-1-1-1 0 0,0 0 1 0 0,0 1 0 0 0,1-1-1 0 0,-1 1 1 0 0,0-1 0 0 0,0 1 0 0 0,0-1-1 0 0,0 1 1 0 0,0-1 0 0 0,0 1-1 0 0,9 28 1236 0 0,-8-22-779 0 0,6 23 621 0 0,-3-13-559 0 0,1-1 0 0 0,11 28 0 0 0,-14-39-663 0 0,0 0 1 0 0,1-1 0 0 0,0 1 0 0 0,0-1-1 0 0,0 0 1 0 0,1 0 0 0 0,-1 0 0 0 0,1 0 0 0 0,0 0-1 0 0,0-1 1 0 0,0 1 0 0 0,1-1 0 0 0,4 2-1 0 0,1 0-1309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4609 0 0,'1'1'11278'0'0,"13"18"-7923"0"0,19 32-2017 0 0,-17-14-766 0 0,14 48 0 0 0,-17-45-356 0 0,29 60 0 0 0,-37-90-590 0 0,1 1 0 0 0,0-1 1 0 0,1 0-1 0 0,0-1 1 0 0,1 0-1 0 0,0 0 1 0 0,0 0-1 0 0,1-1 1 0 0,0-1-1 0 0,11 9 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09.5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2 271 488 0 0,'-1'-2'151'0'0,"1"0"0"0"0,0 1 0 0 0,0-1 1 0 0,0 0-1 0 0,0 0 0 0 0,0 1 0 0 0,0-1 0 0 0,0 0 0 0 0,0 1 0 0 0,1-1 0 0 0,-1 0 1 0 0,1 1-1 0 0,-1-1 0 0 0,1 0 0 0 0,0 1 0 0 0,-1-1 0 0 0,1 1 0 0 0,0-1 0 0 0,0 1 1 0 0,0 0-1 0 0,0-1 0 0 0,1 1 0 0 0,-1 0 0 0 0,0 0 0 0 0,0-1 0 0 0,1 1 0 0 0,1-1 0 0 0,39-32 4023 0 0,-4 10-551 0 0,51-25-1 0 0,-42 27-1936 0 0,1 3-1 0 0,62-17 0 0 0,22-7-648 0 0,-131 43-1419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251 460 3225 0 0,'24'-14'384'0'0,"1"1"-1"0"0,25-10 1 0 0,12-5 281 0 0,89-54 679 0 0,235-110 866 0 0,-342 174-2194 0 0,115-42 72 0 0,-136 53-77 0 0,0 1 0 0 0,0 1 0 0 0,1 0 0 0 0,44 0 0 0 0,-66 4-13 0 0,0 1 1 0 0,-1 0 0 0 0,1 0-1 0 0,0 0 1 0 0,-1 0-1 0 0,1 0 1 0 0,0 0-1 0 0,-1 0 1 0 0,1 0 0 0 0,0 1-1 0 0,-1-1 1 0 0,1 1-1 0 0,-1-1 1 0 0,1 1-1 0 0,-1 0 1 0 0,1 0 0 0 0,-1-1-1 0 0,1 1 1 0 0,-1 0-1 0 0,0 0 1 0 0,1 1-1 0 0,-1-1 1 0 0,0 0 0 0 0,0 0-1 0 0,0 0 1 0 0,0 1-1 0 0,1 1 1 0 0,-2 0-1 0 0,1-1-1 0 0,-1 1 1 0 0,0 0 0 0 0,-1-1 0 0 0,1 1 0 0 0,0-1-1 0 0,-1 1 1 0 0,1-1 0 0 0,-1 1 0 0 0,0-1-1 0 0,0 1 1 0 0,0-1 0 0 0,0 1 0 0 0,0-1 0 0 0,-1 0-1 0 0,1 0 1 0 0,-3 3 0 0 0,-27 39-170 0 0,-3 0 0 0 0,-44 44 1 0 0,-85 70-1101 0 0,33-41 118 0 0,25-24 8 0 0,-108 124 0 0 0,163-159 809 0 0,-160 182-903 0 0,36-37 747 0 0,143-161 663 0 0,2 2 1 0 0,3 0-1 0 0,-25 56 0 0 0,48-95-80 0 0,1 1-1 0 0,0-1 1 0 0,0 1-1 0 0,0 0 0 0 0,1 0 1 0 0,0 0-1 0 0,0 0 1 0 0,0 9-1 0 0,1-13-64 0 0,0-1 0 0 0,0 0 1 0 0,0 1-1 0 0,1-1 0 0 0,-1 0 0 0 0,0 0 0 0 0,1 1 1 0 0,-1-1-1 0 0,1 0 0 0 0,0 0 0 0 0,-1 0 1 0 0,1 0-1 0 0,0 0 0 0 0,0 0 0 0 0,0 0 0 0 0,-1 0 1 0 0,3 2-1 0 0,-1-2-8 0 0,0 0 1 0 0,0 0 0 0 0,0 0-1 0 0,0-1 1 0 0,0 1-1 0 0,0 0 1 0 0,0-1-1 0 0,0 1 1 0 0,0-1-1 0 0,0 0 1 0 0,1 0-1 0 0,-1 0 1 0 0,0 0 0 0 0,3 0-1 0 0,10-2-53 0 0,0 0-1 0 0,-1-1 0 0 0,1-1 1 0 0,0 0-1 0 0,21-11 1 0 0,71-38 14 0 0,-79 38 102 0 0,90-55 522 0 0,204-161 1 0 0,-110 72-132 0 0,63-45 106 0 0,166-110 702 0 0,-314 237-264 0 0,234-104 0 0 0,-356 179-949 0 0,0 0-1 0 0,0 0 1 0 0,0 1-1 0 0,1-1 0 0 0,-1 1 1 0 0,7 0-1 0 0,-12 1-50 0 0,1 0 0 0 0,0 0 0 0 0,-1 0 0 0 0,1 0 0 0 0,-1 0 0 0 0,1 0 0 0 0,-1 0 0 0 0,1 0 0 0 0,-1 0-1 0 0,1 0 1 0 0,-1 1 0 0 0,1-1 0 0 0,-1 0 0 0 0,1 0 0 0 0,-1 1 0 0 0,1-1 0 0 0,-1 0 0 0 0,1 0 0 0 0,-1 1 0 0 0,1-1 0 0 0,-1 1-1 0 0,0-1 1 0 0,1 0 0 0 0,-1 1 0 0 0,1 0 0 0 0,-1 1 5 0 0,0-1-1 0 0,0 0 1 0 0,0 0-1 0 0,0 1 1 0 0,0-1 0 0 0,0 0-1 0 0,0 1 1 0 0,0-1-1 0 0,-1 0 1 0 0,1 1 0 0 0,0-1-1 0 0,-1 0 1 0 0,1 0-1 0 0,-1 0 1 0 0,0 1 0 0 0,0 0-1 0 0,-13 21-114 0 0,0 0-1 0 0,-1-1 1 0 0,-29 31 0 0 0,-64 57-586 0 0,45-48 319 0 0,-224 260-884 0 0,75-80 418 0 0,56-68-1316 0 0,-202 290 1 0 0,337-431 1899 0 0,11-16 218 0 0,0-1 0 0 0,-2 0 1 0 0,1-1-1 0 0,-2 0 0 0 0,0 0 0 0 0,-22 18 0 0 0,73-80 26 0 0,227-188 725 0 0,17 19 150 0 0,-149 116-513 0 0,-24 15 88 0 0,227-155 1909 0 0,-293 215-1942 0 0,261-151 2734 0 0,12 25-473 0 0,-271 132-2307 0 0,-15 6-185 0 0,0 1 1 0 0,42-10-1 0 0,-71 21-186 0 0,0 1-1 0 0,0 0 1 0 0,0-1-1 0 0,0 1 1 0 0,0 0-1 0 0,0 0 1 0 0,0 0 0 0 0,0 0-1 0 0,0 0 1 0 0,0 0-1 0 0,0 0 1 0 0,1 0-1 0 0,-1 0 1 0 0,0 1 0 0 0,0-1-1 0 0,-1 0 1 0 0,3 1-1 0 0,-3 0 2 0 0,0-1 0 0 0,1 0 0 0 0,-1 1-1 0 0,0-1 1 0 0,0 1 0 0 0,0-1 0 0 0,0 1 0 0 0,0-1-1 0 0,0 1 1 0 0,0-1 0 0 0,0 0 0 0 0,0 1-1 0 0,0-1 1 0 0,0 1 0 0 0,0-1 0 0 0,0 1 0 0 0,0-1-1 0 0,0 1 1 0 0,0-1 0 0 0,-1 0 0 0 0,1 1-1 0 0,0-1 1 0 0,0 1 0 0 0,0-1 0 0 0,-1 0 0 0 0,0 1-1 0 0,-28 34 68 0 0,21-27-53 0 0,-93 98-576 0 0,-154 124-1 0 0,-86 97-1727 0 0,147-134 433 0 0,106-106 583 0 0,4 5-1 0 0,4 3 0 0 0,-111 170 1 0 0,185-255 1082 0 0,0 0 0 0 0,0 1 0 0 0,1 0 0 0 0,1 0 0 0 0,-5 15 0 0 0,8-25 168 0 0,1 1 1 0 0,-1 0 0 0 0,1-1 0 0 0,-1 1 0 0 0,1 0 0 0 0,0 0 0 0 0,0-1 0 0 0,-1 1 0 0 0,1 0 0 0 0,1-1 0 0 0,-1 1 0 0 0,0 0 0 0 0,0 0 0 0 0,1-1 0 0 0,-1 1 0 0 0,1 0 0 0 0,-1-1 0 0 0,1 1 0 0 0,0-1 0 0 0,-1 1 0 0 0,1-1-1 0 0,0 1 1 0 0,0-1 0 0 0,0 1 0 0 0,0-1 0 0 0,0 0 0 0 0,1 1 0 0 0,-1-1 0 0 0,0 0 0 0 0,1 0 0 0 0,-1 0 0 0 0,1 0 0 0 0,-1 0 0 0 0,1 0 0 0 0,-1-1 0 0 0,1 1 0 0 0,-1 0 0 0 0,1-1 0 0 0,0 1 0 0 0,-1-1 0 0 0,1 0 0 0 0,0 0-1 0 0,-1 1 1 0 0,1-1 0 0 0,3-1 0 0 0,3 1 31 0 0,1 0 0 0 0,0-1 0 0 0,-1 0 0 0 0,0-1 0 0 0,1 0 0 0 0,-1-1 0 0 0,0 1-1 0 0,14-8 1 0 0,15-8-9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8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0 7370 0 0,'-3'2'656'0'0,"0"-1"-528"0"0,2 3-128 0 0,-1-4 0 0 0,1 0 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43 6913 0 0,'1'-2'376'0'0,"-1"0"0"0"0,0-1 0 0 0,1 1 0 0 0,-1 0 0 0 0,1 0 0 0 0,0-1 0 0 0,0 1 0 0 0,0 0 0 0 0,0 0 0 0 0,0 0 0 0 0,0 0 0 0 0,0 0 0 0 0,1 0 0 0 0,-1 0 0 0 0,1 1-1 0 0,-1-1 1 0 0,4-2 0 0 0,-5 4-244 0 0,1 0 0 0 0,-1-1 0 0 0,1 1-1 0 0,-1-1 1 0 0,1 1 0 0 0,0 0 0 0 0,-1 0-1 0 0,1-1 1 0 0,0 1 0 0 0,-1 0 0 0 0,1 0-1 0 0,0 0 1 0 0,-1 0 0 0 0,1 0-1 0 0,0 0 1 0 0,-1 0 0 0 0,1 0 0 0 0,0 0-1 0 0,-1 0 1 0 0,1 0 0 0 0,0 0 0 0 0,-1 0-1 0 0,2 1 1 0 0,-1 0-67 0 0,0-1 1 0 0,0 1-1 0 0,0 0 0 0 0,0 0 1 0 0,0 0-1 0 0,-1 0 0 0 0,1 0 0 0 0,0 0 1 0 0,0 0-1 0 0,-1 0 0 0 0,1 1 1 0 0,-1-1-1 0 0,1 0 0 0 0,-1 0 0 0 0,0 1 1 0 0,1-1-1 0 0,-1 2 0 0 0,7 35 228 0 0,-3 1 1 0 0,-1-1-1 0 0,-2 49 0 0 0,1 17-236 0 0,8-12-56 0 0,4 0 1 0 0,37 124 0 0 0,-27-121-194 0 0,-13-31-3827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4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1 218 2761 0 0,'7'-13'541'0'0,"0"2"0"0"0,2-1 1 0 0,-1 1-1 0 0,1 0 0 0 0,1 1 1 0 0,0 0-1 0 0,0 1 0 0 0,1 0 1 0 0,0 1-1 0 0,1 0 0 0 0,0 0 1 0 0,0 1-1 0 0,1 1 0 0 0,14-6 1 0 0,12-3 689 0 0,0 3 0 0 0,0 1 1 0 0,66-10-1 0 0,-86 18-1252 0 0,0-1-248 0 0,0 1-1 0 0,0 1 1 0 0,1 1 0 0 0,-1 0 0 0 0,27 4 0 0 0,-31 0-4859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1 129 6913 0 0,'4'2'279'0'0,"0"-1"0"0"0,0 0 0 0 0,0-1-1 0 0,0 1 1 0 0,0-1 0 0 0,0 1-1 0 0,1-1 1 0 0,-1-1 0 0 0,0 1 0 0 0,0 0-1 0 0,0-1 1 0 0,1 0 0 0 0,3-2 0 0 0,56-19 3368 0 0,-58 20-3251 0 0,8-4 290 0 0,0-1 0 0 0,24-16 0 0 0,24-23-4027 0 0,-47 35 1576 0 0,0 0 1308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5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5985 0 0,'5'7'408'0'0,"-1"-1"0"0"0,0 1-1 0 0,0 0 1 0 0,-1 0 0 0 0,1 0 0 0 0,1 9-1 0 0,7 11 839 0 0,34 77 1634 0 0,-24-31-4881 0 0,-20-57 820 0 0,-4-3-16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47 11979 0 0,'-30'-26'3830'0'0,"29"26"-3755"0"0,0-1 1 0 0,1 1-1 0 0,0-1 0 0 0,-1 1 0 0 0,1-1 1 0 0,-1 1-1 0 0,1-1 0 0 0,0 0 0 0 0,-1 1 1 0 0,1-1-1 0 0,0 0 0 0 0,0 1 0 0 0,-1-1 1 0 0,1 0-1 0 0,0 1 0 0 0,0-1 0 0 0,0 0 1 0 0,0 0-1 0 0,0-1 0 0 0,1 2-196 0 0,-1-1 1 0 0,1 1-1 0 0,-1-1 0 0 0,1 1 1 0 0,-1-1-1 0 0,1 1 0 0 0,0-1 0 0 0,-1 1 1 0 0,1 0-1 0 0,0-1 0 0 0,-1 1 1 0 0,1 0-1 0 0,0-1 0 0 0,-1 1 0 0 0,1 0 1 0 0,0 0-1 0 0,0 0 0 0 0,-1 0 1 0 0,1 0-1 0 0,0 0 0 0 0,0 0 1 0 0,0 0-1 0 0,-1 0 0 0 0,2 0 0 0 0,-1 0 110 0 0,-1 0-1 0 0,1 0 1 0 0,0 1 0 0 0,-1-1-1 0 0,1 0 1 0 0,0 0-1 0 0,0 0 1 0 0,-1 1-1 0 0,1-1 1 0 0,-1 0-1 0 0,1 1 1 0 0,0-1-1 0 0,-1 0 1 0 0,1 1 0 0 0,-1-1-1 0 0,1 1 1 0 0,-1-1-1 0 0,1 1 1 0 0,-1-1-1 0 0,1 1 1 0 0,-1-1-1 0 0,1 1 1 0 0,-1 0-1 0 0,0-1 1 0 0,1 1-1 0 0,-1 0 1 0 0,3 9 11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0 155 4609 0 0,'4'-2'327'0'0,"-1"0"1"0"0,0 0-1 0 0,1 0 0 0 0,-1 0 1 0 0,1 1-1 0 0,-1-1 0 0 0,1 1 0 0 0,0 0 1 0 0,0 0-1 0 0,-1 1 0 0 0,1-1 1 0 0,0 1-1 0 0,0 0 0 0 0,0 0 1 0 0,0 0-1 0 0,0 0 0 0 0,-1 0 1 0 0,1 1-1 0 0,0 0 0 0 0,0 0 0 0 0,0 0 1 0 0,-1 0-1 0 0,1 1 0 0 0,-1-1 1 0 0,1 1-1 0 0,-1 0 0 0 0,0 0 1 0 0,1 0-1 0 0,-1 1 0 0 0,5 4 1 0 0,-1 0-165 0 0,-1 0 1 0 0,1 0 0 0 0,-2 1-1 0 0,1 0 1 0 0,-1 0 0 0 0,0 0-1 0 0,0 1 1 0 0,-1 0 0 0 0,0 0-1 0 0,-1 0 1 0 0,3 12 0 0 0,1 6-245 0 0,-3-4-180 0 0,2-1-1 0 0,0-1 0 0 0,1 1 1 0 0,2-1-1 0 0,14 27 1 0 0,-27-68 1707 0 0,2 1-1 0 0,0-36 1 0 0,2 42-1209 0 0,-1-7-185 0 0,2 0 0 0 0,0 0 0 0 0,1 0-1 0 0,1 1 1 0 0,1-1 0 0 0,1 0 0 0 0,11-29 0 0 0,-11 37-502 0 0,1-1 0 0 0,1 1 0 0 0,-1 1 0 0 0,2-1 1 0 0,0 1-1 0 0,0 1 0 0 0,1-1 0 0 0,0 1 0 0 0,0 1 1 0 0,1 0-1 0 0,1 0 0 0 0,12-8 0 0 0,5 0-4863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16.9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1 469 2761 0 0,'14'-9'461'0'0,"0"-1"0"0"0,-1 0 0 0 0,0-1 1 0 0,0 0-1 0 0,-1-1 0 0 0,19-24 1 0 0,-8 5 1355 0 0,35-63-1 0 0,-47 74-1308 0 0,-1-1-1 0 0,11-33 0 0 0,-19 47-488 0 0,1 0 0 0 0,-2 0 1 0 0,1 0-1 0 0,-1-1 0 0 0,0 1 0 0 0,-1 0 0 0 0,1 0 1 0 0,-1-1-1 0 0,-1 1 0 0 0,0 0 0 0 0,0 0 0 0 0,-2-9 0 0 0,2 13 14 0 0,0 0-1 0 0,0 0 0 0 0,0 1 1 0 0,0-1-1 0 0,-1 1 0 0 0,1-1 1 0 0,-1 1-1 0 0,0-1 0 0 0,1 1 1 0 0,-1 0-1 0 0,0 0 0 0 0,-1 0 1 0 0,1 0-1 0 0,0 0 0 0 0,0 0 0 0 0,-1 1 1 0 0,1-1-1 0 0,-1 1 0 0 0,1-1 1 0 0,-1 1-1 0 0,-4-1 0 0 0,5 2 22 0 0,-1-1 0 0 0,0 1-1 0 0,0 0 1 0 0,1 0 0 0 0,-1 0-1 0 0,0 1 1 0 0,0-1-1 0 0,1 1 1 0 0,-1-1 0 0 0,0 1-1 0 0,1 0 1 0 0,-1 0 0 0 0,1 0-1 0 0,-1 0 1 0 0,1 1-1 0 0,0-1 1 0 0,-1 1 0 0 0,1-1-1 0 0,0 1 1 0 0,0 0 0 0 0,0 0-1 0 0,-3 3 1 0 0,-1 2 66 0 0,0 0 0 0 0,0 1 1 0 0,0 0-1 0 0,1 0 0 0 0,0 0 1 0 0,1 1-1 0 0,0 0 0 0 0,0 0 1 0 0,1 0-1 0 0,0 0 0 0 0,0 0 1 0 0,1 1-1 0 0,0-1 0 0 0,1 1 0 0 0,0-1 1 0 0,1 19-1 0 0,1-20-28 0 0,0 0 0 0 0,1 0 0 0 0,-1 0 0 0 0,1-1 0 0 0,1 1 0 0 0,0 0 0 0 0,0-1 0 0 0,0 0 0 0 0,1 0 0 0 0,0 0 0 0 0,1 0 0 0 0,-1 0 0 0 0,1-1 0 0 0,0 0 0 0 0,1 0 0 0 0,0-1 0 0 0,0 1 0 0 0,0-1 0 0 0,0 0 0 0 0,12 6 0 0 0,-4-3 60 0 0,1-1 1 0 0,0-1-1 0 0,1-1 0 0 0,-1 0 1 0 0,1 0-1 0 0,0-2 1 0 0,0 0-1 0 0,0-1 0 0 0,0 0 1 0 0,1-2-1 0 0,-1 0 1 0 0,0 0-1 0 0,23-5 1 0 0,-24 3-248 0 0,0-1 1 0 0,0-1 0 0 0,0 0-1 0 0,-1-1 1 0 0,1-1 0 0 0,-1 0-1 0 0,-1-1 1 0 0,1 0 0 0 0,-1-1-1 0 0,0 0 1 0 0,-1-1 0 0 0,0-1-1 0 0,-1 0 1 0 0,16-17 0 0 0,-16 12-929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1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440 1 9218 0 0,'5'3'8022'0'0,"-4"13"-4918"0"0,-5 11-2669 0 0,-208 521 2120 0 0,38 13-2548 0 0,154-465-1459 0 0,-11 131-1 0 0,27-196-307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8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 28 6449 0 0,'7'-27'14272'0'0,"-7"43"-13432"0"0,-5 14-662 0 0,0 1 0 0 0,-2-1 0 0 0,-2-1 0 0 0,-20 50 0 0 0,11-33-96 0 0,-4 14-107 0 0,-9 25-191 0 0,-34 140 1 0 0,56-179-1006 0 0,7-30 65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71 3249 0 0,'10'-9'518'0'0,"0"0"1"0"0,1 0 0 0 0,0 1-1 0 0,0 1 1 0 0,22-11 0 0 0,-29 16 35 0 0,1 0 0 0 0,1 0 0 0 0,-1 1 0 0 0,0 0 0 0 0,0 0 0 0 0,0 0 0 0 0,1 0 0 0 0,-1 1 0 0 0,0 0 0 0 0,1 0 0 0 0,-1 1 0 0 0,0-1 0 0 0,1 1 0 0 0,-1 0 0 0 0,0 1 0 0 0,0-1 0 0 0,10 5 0 0 0,3 3-33 0 0,0 1 0 0 0,-1 1 1 0 0,0 0-1 0 0,-1 2 0 0 0,0 0 0 0 0,-1 0 0 0 0,-1 1 1 0 0,0 1-1 0 0,-1 1 0 0 0,0 0 0 0 0,-1 0 1 0 0,17 34-1 0 0,-11-16-1372 0 0,25 71 0 0 0,-1 40-8224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74 11979 0 0,'0'0'1168'0'0,"1"-1"-1040"0"0,0 1-128 0 0,2-1 0 0 0,-1-1 0 0 0,0 1 624 0 0,2-1 96 0 0,5-2 16 0 0,2-3 8 0 0,6 0-624 0 0,-2-2-120 0 0,3-1 0 0 0,6-3-2912 0 0,1 3-545 0 0,2 3-112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 0 4145 0 0,'-3'1'855'0'0,"1"-1"1"0"0,-1 0-1 0 0,0 1 1 0 0,0 0-1 0 0,1 0 0 0 0,-1-1 1 0 0,0 1-1 0 0,1 1 1 0 0,-1-1-1 0 0,1 0 0 0 0,0 1 1 0 0,-3 1-1 0 0,-30 31 2720 0 0,20-15-2583 0 0,-23 41-1 0 0,33-49-817 0 0,0-1 0 0 0,0 1-1 0 0,1 0 1 0 0,0 0 0 0 0,1 0 0 0 0,0 1-1 0 0,1-1 1 0 0,0 1 0 0 0,0 19 0 0 0,2-27-170 0 0,0 1-1 0 0,0-1 1 0 0,0 1 0 0 0,1-1 0 0 0,0 0 0 0 0,0 1 0 0 0,0-1 0 0 0,0 0 0 0 0,1 0 0 0 0,0 0 0 0 0,0 0 0 0 0,0 0-1 0 0,0 0 1 0 0,1 0 0 0 0,-1-1 0 0 0,1 1 0 0 0,0-1 0 0 0,0 1 0 0 0,0-1 0 0 0,0 0 0 0 0,1-1 0 0 0,-1 1 0 0 0,1 0 0 0 0,0-1-1 0 0,0 0 1 0 0,0 0 0 0 0,8 3 0 0 0,1-1-192 0 0,0-1-1 0 0,0-1 1 0 0,0 0 0 0 0,0 0-1 0 0,0-2 1 0 0,1 1-1 0 0,-1-2 1 0 0,0 0 0 0 0,23-4-1 0 0,-21 2-723 0 0,0-1-1 0 0,-1 0 1 0 0,1-1-1 0 0,22-12 0 0 0,-15 4-5068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11058 0 0,'2'1'763'0'0,"0"1"-1"0"0,0 0 0 0 0,-1-1 0 0 0,1 1 0 0 0,0 0 1 0 0,-1 0-1 0 0,1 0 0 0 0,-1 0 0 0 0,0 0 1 0 0,2 3-1 0 0,15 38 1736 0 0,11 50-1962 0 0,-1 49-240 0 0,4 19-428 0 0,-22-127-1699 0 0,14 36 0 0 0,-15-49-5129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29.9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0 127 6913 0 0,'134'-63'7842'0'0,"2"11"-7372"0"0,-129 49-1252 0 0,-1 1 1 0 0,1 0-1 0 0,0 1 1 0 0,-1 0-1 0 0,1 0 1 0 0,0 0-1 0 0,0 1 1 0 0,11 1-1 0 0,-4 1-1576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1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5985 0 0,'2'0'295'0'0,"-1"-1"0"0"0,1 1 0 0 0,-1 0 0 0 0,0 0 0 0 0,1 0 0 0 0,-1 0 0 0 0,1 0 0 0 0,-1 0 0 0 0,1 1 0 0 0,-1-1 0 0 0,1 0 0 0 0,-1 1-1 0 0,0-1 1 0 0,1 1 0 0 0,-1 0 0 0 0,0-1 0 0 0,1 1 0 0 0,-1 0 0 0 0,0 0 0 0 0,0 0 0 0 0,0 0 0 0 0,1 0 0 0 0,-1 0 0 0 0,0 0 0 0 0,-1 0 0 0 0,1 0 0 0 0,0 0-1 0 0,1 2 1 0 0,23 36 2709 0 0,-18-22-2667 0 0,-1 1 0 0 0,-1 0 0 0 0,-1 0 0 0 0,0 0 0 0 0,-1 0 0 0 0,1 37 0 0 0,1 1-3649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25 11979 0 0,'2'-5'528'0'0,"0"1"112"0"0,1 1-512 0 0,2-4 2000 0 0,-4 5-1368 0 0,1 0-760 0 0,-1 1-224 0 0,-1 4-232 0 0,-4 6-3689 0 0,1-2 1841 0 0,-1 2-9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0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1 136 3681 0 0,'34'13'3851'0'0,"-28"-12"-3230"0"0,0 1 0 0 0,-1 0 0 0 0,1 0-1 0 0,-1 0 1 0 0,0 1 0 0 0,1 0 0 0 0,7 6 0 0 0,-4-1 67 0 0,-1 0 1 0 0,0 1 0 0 0,11 17 0 0 0,20 22 181 0 0,-36-45-820 0 0,0-1 1 0 0,1 1 0 0 0,-1-1-1 0 0,1 1 1 0 0,-1-1-1 0 0,1 0 1 0 0,0-1-1 0 0,-1 1 1 0 0,1 0-1 0 0,0-1 1 0 0,0 0-1 0 0,7 1 1 0 0,-10-2-2 0 0,-1 0 1 0 0,1 0-1 0 0,-1-1 0 0 0,1 1 0 0 0,0 0 1 0 0,-1 0-1 0 0,1-1 0 0 0,0 1 1 0 0,-1-1-1 0 0,1 1 0 0 0,-1 0 0 0 0,1-1 1 0 0,-1 1-1 0 0,1-1 0 0 0,-1 1 1 0 0,1-1-1 0 0,-1 1 0 0 0,0-1 1 0 0,1 1-1 0 0,-1-1 0 0 0,0 0 0 0 0,1 1 1 0 0,-1-1-1 0 0,0 0 0 0 0,0 1 1 0 0,0-1-1 0 0,1 0 0 0 0,-1 1 1 0 0,0-1-1 0 0,0 0 0 0 0,0 1 0 0 0,0-1 1 0 0,0 0-1 0 0,0 1 0 0 0,-1-2 1 0 0,1-34 1121 0 0,-1 25-816 0 0,2-22 148 0 0,0-1 0 0 0,9-41 1 0 0,-6 58-1372 0 0,0-1 1 0 0,1 1 0 0 0,9-21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162 1 5065 0 0,'-5'1'402'0'0,"0"0"1"0"0,0 0-1 0 0,0 1 0 0 0,0 0 1 0 0,1-1-1 0 0,-1 2 0 0 0,0-1 0 0 0,1 1 1 0 0,0-1-1 0 0,-1 1 0 0 0,1 0 1 0 0,0 1-1 0 0,1-1 0 0 0,-1 1 0 0 0,0-1 1 0 0,-3 6-1 0 0,-7 9 457 0 0,0 0 0 0 0,-14 26-1 0 0,24-37-781 0 0,0 1 0 0 0,0 0 0 0 0,1 0 0 0 0,0 0 0 0 0,1 0 0 0 0,0 1 0 0 0,0-1 0 0 0,0 1-1 0 0,1-1 1 0 0,1 1 0 0 0,0 10 0 0 0,0-15-141 0 0,0-1 1 0 0,0 0-1 0 0,1 0 0 0 0,-1 0 0 0 0,1 0 0 0 0,0 0 1 0 0,0 0-1 0 0,0 0 0 0 0,0-1 0 0 0,1 1 1 0 0,-1 0-1 0 0,1-1 0 0 0,0 1 0 0 0,0-1 0 0 0,0 1 1 0 0,0-1-1 0 0,0 0 0 0 0,0 1 0 0 0,0-1 1 0 0,1-1-1 0 0,-1 1 0 0 0,1 0 0 0 0,0 0 0 0 0,-1-1 1 0 0,1 0-1 0 0,0 1 0 0 0,0-1 0 0 0,0 0 0 0 0,0-1 1 0 0,0 1-1 0 0,0 0 0 0 0,0-1 0 0 0,0 0 1 0 0,5 1-1 0 0,-6-1 1 0 0,1 0 0 0 0,-1 0 0 0 0,1 0 1 0 0,-1 0-1 0 0,0 0 0 0 0,1 0 0 0 0,-1-1 0 0 0,0 1 1 0 0,1-1-1 0 0,-1 0 0 0 0,0 1 0 0 0,1-1 0 0 0,-1 0 1 0 0,0 0-1 0 0,0-1 0 0 0,0 1 0 0 0,0 0 0 0 0,0-1 1 0 0,0 1-1 0 0,0-1 0 0 0,-1 0 0 0 0,4-3 0 0 0,-2-1 236 0 0,0 0-1 0 0,0 0 0 0 0,0-1 0 0 0,-1 1 0 0 0,0-1 0 0 0,2-9 0 0 0,12-31 2141 0 0,-15 44-2143 0 0,0 1-1 0 0,1 0 1 0 0,-1-1 0 0 0,1 1-1 0 0,-1 0 1 0 0,1 0 0 0 0,0 0 0 0 0,0 1-1 0 0,0-1 1 0 0,0 0 0 0 0,0 1 0 0 0,0-1-1 0 0,1 1 1 0 0,-1 0 0 0 0,0 0-1 0 0,4-2 1 0 0,-5 3-102 0 0,1 0 0 0 0,-1 0-1 0 0,0 0 1 0 0,1 0 0 0 0,-1 0 0 0 0,0 0-1 0 0,0 0 1 0 0,1 1 0 0 0,-1-1-1 0 0,0 0 1 0 0,0 1 0 0 0,1-1 0 0 0,-1 1-1 0 0,0-1 1 0 0,0 1 0 0 0,0 0 0 0 0,0-1-1 0 0,0 1 1 0 0,0 0 0 0 0,0 0 0 0 0,0 0-1 0 0,0 0 1 0 0,0 0 0 0 0,0 0-1 0 0,-1 0 1 0 0,1 0 0 0 0,0 0 0 0 0,-1 0-1 0 0,2 2 1 0 0,18 43 726 0 0,-16-34-566 0 0,0-5-238 0 0,-1-1-1 0 0,1 1 0 0 0,-1 0 1 0 0,2-1-1 0 0,5 8 0 0 0,17 11-3155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3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8754 0 0,'0'-1'29'0'0,"0"1"1"0"0,0 0-1 0 0,0 0 1 0 0,0 0-1 0 0,0 0 1 0 0,0-1-1 0 0,0 1 0 0 0,0 0 1 0 0,0 0-1 0 0,0 0 1 0 0,0 0-1 0 0,0-1 1 0 0,0 1-1 0 0,0 0 1 0 0,0 0-1 0 0,0 0 1 0 0,0 0-1 0 0,0 0 0 0 0,0-1 1 0 0,0 1-1 0 0,1 0 1 0 0,-1 0-1 0 0,0 0 1 0 0,0 0-1 0 0,0 0 1 0 0,0 0-1 0 0,0-1 0 0 0,0 1 1 0 0,1 0-1 0 0,-1 0 1 0 0,0 0-1 0 0,0 0 1 0 0,0 0-1 0 0,0 0 1 0 0,0 0-1 0 0,1 0 1 0 0,-1 0-1 0 0,0 0 0 0 0,0 0 1 0 0,0 0-1 0 0,0 0 1 0 0,1 0-1 0 0,-1 0 1 0 0,0 0-1 0 0,0 0 1 0 0,0 0-1 0 0,0 0 0 0 0,1 0 1 0 0,-1 0-1 0 0,12 7 2972 0 0,8 11 602 0 0,-15-11-3369 0 0,0 1 0 0 0,0-1-1 0 0,-1 1 1 0 0,0 0 0 0 0,0 1-1 0 0,-1-1 1 0 0,0 1 0 0 0,-1-1-1 0 0,2 12 1 0 0,2 14 1233 0 0,0 38 0 0 0,-1-7-675 0 0,-4-58-802 0 0,4 34-1489 0 0,16 61 0 0 0,-18-90 985 0 0,1-1-1 0 0,0 0 1 0 0,0 0 0 0 0,1 0 0 0 0,1-1 0 0 0,0 0-1 0 0,0 0 1 0 0,1 0 0 0 0,0-1 0 0 0,10 10-1 0 0,-3-6-5631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17 162 4145 0 0,'-1'1'78'0'0,"1"-1"0"0"0,-1 0 0 0 0,1 0-1 0 0,-1 0 1 0 0,1 0 0 0 0,-1 0 0 0 0,1 0 0 0 0,-1 0 0 0 0,0 0 0 0 0,1 0-1 0 0,-1 0 1 0 0,1 0 0 0 0,-1-1 0 0 0,1 1 0 0 0,-1 0 0 0 0,1 0 0 0 0,-1 0 0 0 0,1-1-1 0 0,0 1 1 0 0,-1 0 0 0 0,1 0 0 0 0,-1-1 0 0 0,1 1 0 0 0,-1 0 0 0 0,1-1 0 0 0,0 1-1 0 0,-1-1 1 0 0,1 1 0 0 0,0 0 0 0 0,0-1 0 0 0,-1 1 0 0 0,1-1 0 0 0,0 1 0 0 0,0-1-1 0 0,-1 1 1 0 0,1-1 0 0 0,0 1 0 0 0,0-1 0 0 0,0 1 0 0 0,0-1 0 0 0,0 1 0 0 0,0-1-1 0 0,0 1 1 0 0,0-1 0 0 0,0 0 0 0 0,0 1 0 0 0,0-1 0 0 0,0 1 0 0 0,0-1-1 0 0,0 1 1 0 0,1-1 0 0 0,20-24 6096 0 0,-16 20-6235 0 0,7-6 680 0 0,1 0 0 0 0,22-15 0 0 0,-20 16-839 0 0,1 1 0 0 0,0 1 0 0 0,0 0 0 0 0,1 2 0 0 0,0 0-1 0 0,0 0 1 0 0,35-5 0 0 0,-19 8 220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4:31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0 341 4609 0 0,'9'-3'792'0'0,"1"0"1"0"0,-1-1-1 0 0,-1 0 1 0 0,1-1-1 0 0,0 0 1 0 0,-1 0-1 0 0,13-12 1 0 0,-5 3 123 0 0,0-1 1 0 0,20-24 0 0 0,-31 32-737 0 0,0 0 0 0 0,-1 0 0 0 0,0-1 1 0 0,0 1-1 0 0,0-1 0 0 0,-1 0 0 0 0,0 0 0 0 0,-1 0 0 0 0,0 0 1 0 0,0-1-1 0 0,-1 1 0 0 0,1-11 0 0 0,-1 14-201 0 0,-1-1 0 0 0,0 1 0 0 0,-1 0 0 0 0,1-1 0 0 0,-1 1 0 0 0,0 0 0 0 0,0-1 0 0 0,-1 1 0 0 0,0 0 0 0 0,0 0 0 0 0,0 0 0 0 0,0 1 0 0 0,-1-1 0 0 0,1 0 1 0 0,-1 1-1 0 0,0-1 0 0 0,-1 1 0 0 0,1 0 0 0 0,-1 0 0 0 0,-6-5 0 0 0,8 8-32 0 0,1 0 1 0 0,0 1-1 0 0,0-1 1 0 0,0 0-1 0 0,0 1 1 0 0,-1-1-1 0 0,1 1 1 0 0,0-1-1 0 0,-1 1 1 0 0,1-1-1 0 0,0 1 1 0 0,-1 0-1 0 0,1 0 1 0 0,0 0-1 0 0,-1 0 1 0 0,1 0-1 0 0,0 0 0 0 0,-1 0 1 0 0,1 0-1 0 0,0 0 1 0 0,-1 1-1 0 0,-1 0 1 0 0,0 0 3 0 0,0 1 0 0 0,0 0 0 0 0,1-1-1 0 0,-1 1 1 0 0,0 0 0 0 0,1 0 0 0 0,0 0 0 0 0,-1 1 0 0 0,-2 3-1 0 0,-1 3 83 0 0,0 0-1 0 0,0 1 0 0 0,1 0 0 0 0,-7 17 0 0 0,9-21 65 0 0,1 0 1 0 0,1 0-1 0 0,-1 1 1 0 0,1-1-1 0 0,0 0 1 0 0,0 0-1 0 0,1 0 1 0 0,0 1-1 0 0,0-1 1 0 0,1 0-1 0 0,-1 1 1 0 0,1-1-1 0 0,1 0 1 0 0,-1 0-1 0 0,1 0 1 0 0,0 0-1 0 0,4 8 1 0 0,-2-8 34 0 0,0 0-1 0 0,0 0 1 0 0,0 0 0 0 0,1-1-1 0 0,0 0 1 0 0,0 0 0 0 0,0 0-1 0 0,1 0 1 0 0,-1-1 0 0 0,1 0-1 0 0,0 0 1 0 0,0-1 0 0 0,1 0-1 0 0,-1 0 1 0 0,10 3 0 0 0,5 0 129 0 0,0 0 0 0 0,1-2 0 0 0,-1 0 1 0 0,1-2-1 0 0,39 0 0 0 0,-10-4-100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6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333 183 14283 0 0,'-34'-5'56'0'0,"0"1"1"0"0,0 2-1 0 0,-1 1 0 0 0,1 2 0 0 0,-37 5 0 0 0,61-5 30 0 0,4-1-117 0 0,1 0 0 0 0,-1 1 0 0 0,0-1 0 0 0,1 1 0 0 0,-1 0 0 0 0,1 1 0 0 0,-1-1 0 0 0,1 1 0 0 0,0 0 0 0 0,0 1 0 0 0,0-1 0 0 0,-9 7 0 0 0,13-9 19 0 0,1 1 0 0 0,0-1 0 0 0,0 0 0 0 0,0 1 0 0 0,0-1 0 0 0,-1 1 0 0 0,1-1 0 0 0,0 0 0 0 0,0 1 0 0 0,0-1 0 0 0,0 1 0 0 0,0-1 0 0 0,0 1 0 0 0,0-1 0 0 0,0 1 0 0 0,0-1 0 0 0,0 0 0 0 0,0 1 0 0 0,0-1 0 0 0,1 1 0 0 0,-1-1 0 0 0,0 0 0 0 0,0 1 0 0 0,0-1 0 0 0,0 1 0 0 0,1-1 0 0 0,-1 0 0 0 0,0 1 0 0 0,0-1 0 0 0,1 0 0 0 0,-1 1 0 0 0,0-1 0 0 0,1 0 0 0 0,-1 1 0 0 0,0-1 0 0 0,1 0 0 0 0,-1 0 0 0 0,1 0 0 0 0,-1 1 1 0 0,0-1-1 0 0,1 0 0 0 0,-1 0 0 0 0,1 0 0 0 0,-1 0 0 0 0,0 0 0 0 0,1 0 0 0 0,-1 1 0 0 0,1-1 0 0 0,-1 0 0 0 0,1 0 0 0 0,0-1 0 0 0,25 7-613 0 0,28-4 12 0 0,-1-2-1 0 0,66-8 1 0 0,-35 1 640 0 0,169-11 1116 0 0,84-5 107 0 0,17-1-759 0 0,-136 8-425 0 0,270-21-538 0 0,185-10-2253 0 0,1 31 999 0 0,596-4 643 0 0,-909 10 471 0 0,-2 35-2340 0 0,-341-23 2791 0 0,-1 1 0 0 0,0 1-1 0 0,0 0 1 0 0,0 1 0 0 0,-1 1-1 0 0,0 1 1 0 0,17 9 0 0 0,-28-13 283 0 0,0 0 1 0 0,0 1 0 0 0,0-1-1 0 0,-1 1 1 0 0,1 0-1 0 0,-1 0 1 0 0,0 1-1 0 0,0-1 1 0 0,0 1-1 0 0,-1 0 1 0 0,1 0 0 0 0,-1 0-1 0 0,-1 0 1 0 0,1 0-1 0 0,-1 1 1 0 0,0-1-1 0 0,0 1 1 0 0,0 0 0 0 0,-1 0-1 0 0,0-1 1 0 0,0 1-1 0 0,0 0 1 0 0,-1 12-1 0 0,-6 54 1441 0 0,-18 75-1 0 0,2-7-291 0 0,-12 384 633 0 0,39 2-1745 0 0,30 591-14 0 0,58-110 637 0 0,67 168 774 0 0,-2 160-7164 0 0,-101-870 4079 0 0,15-3 4319 0 0,0 95 994 0 0,-35-242-2177 0 0,-25-228-1512 0 0,0 0-30 0 0,3 104 0 0 0,-15-184 7 0 0,0 1 1 0 0,-1-1 0 0 0,1 0-1 0 0,-1 0 1 0 0,-1 0 0 0 0,1 0-1 0 0,-1 0 1 0 0,-1-1 0 0 0,1 1 0 0 0,-1-1-1 0 0,-5 9 1 0 0,5-11-15 0 0,0 0 0 0 0,0 0 0 0 0,0 0 1 0 0,-1-1-1 0 0,0 0 0 0 0,0 0 0 0 0,0 0 0 0 0,0 0 0 0 0,0 0 0 0 0,0-1 1 0 0,-1 0-1 0 0,1 0 0 0 0,-1 0 0 0 0,1-1 0 0 0,-1 1 0 0 0,0-1 0 0 0,-5 1 1 0 0,-13 1 289 0 0,1-1 1 0 0,-1-1 0 0 0,0 0 0 0 0,-37-6-1 0 0,-93-21 111 0 0,86 14-360 0 0,-531-55-1040 0 0,576 66 861 0 0,-545-9-1979 0 0,-287 56 2004 0 0,216-8 2394 0 0,574-35-2173 0 0,-629 20 824 0 0,482-21-862 0 0,-360 12 561 0 0,73 30-69 0 0,472-42-588 0 0,-462 29 56 0 0,337-34-2 0 0,127 1-132 0 0,1-1 0 0 0,-1-1 0 0 0,1 0 0 0 0,-30-12 0 0 0,46 14-166 0 0,1-1 1 0 0,0 0-1 0 0,0 0 0 0 0,0-1 1 0 0,1 1-1 0 0,-1-1 1 0 0,1 0-1 0 0,0-1 0 0 0,0 1 1 0 0,1-1-1 0 0,-1 0 1 0 0,1 0-1 0 0,0-1 0 0 0,0 1 1 0 0,1-1-1 0 0,-1 0 1 0 0,1 0-1 0 0,1 0 0 0 0,-1 0 1 0 0,-3-13-1 0 0,-5-22-1313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17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0 456 0 0,'-17'32'318'0'0,"12"-17"2692"0"0,0 1 0 0 0,2 0 0 0 0,-3 22 1 0 0,0-1-3055 0 0,-21 102 327 0 0,-45 258 461 0 0,27 6-263 0 0,66 1613 123 0 0,93-232 95 0 0,-8-650 832 0 0,-79-881-1304 0 0,36 716 571 0 0,-55 3 1198 0 0,-41-472-252 0 0,-32-172-3407 0 0,6-80-2885 0 0,41-140-690 0 0,10-52 722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1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521 157 4145 0 0,'-17'-4'646'0'0,"0"0"1"0"0,0 2-1 0 0,0 0 0 0 0,-1 1 0 0 0,1 0 1 0 0,0 2-1 0 0,-1 0 0 0 0,1 1 1 0 0,0 0-1 0 0,-24 8 0 0 0,31-6-429 0 0,1 0 0 0 0,-1 1 0 0 0,1 1 0 0 0,0-1 1 0 0,1 1-1 0 0,-1 1 0 0 0,1 0 0 0 0,1 0 0 0 0,-1 0 0 0 0,1 1 0 0 0,0 0 0 0 0,1 1 0 0 0,-7 10 0 0 0,-7 16-67 0 0,1 0 1 0 0,-16 43-1 0 0,18-38-99 0 0,-3 5-16 0 0,2 0 1 0 0,2 2-1 0 0,-19 93 0 0 0,32-118-37 0 0,0 1-1 0 0,2 0 0 0 0,0 0 0 0 0,2 0 0 0 0,0 0 1 0 0,1 0-1 0 0,2 0 0 0 0,0 0 0 0 0,2-1 1 0 0,12 34-1 0 0,197 389-1100 0 0,-200-419 1114 0 0,1-1 0 0 0,1-1 1 0 0,1 0-1 0 0,2-1 0 0 0,0-2 0 0 0,1 0 1 0 0,1-1-1 0 0,1-1 0 0 0,1-1 0 0 0,0-1 1 0 0,1-1-1 0 0,1-1 0 0 0,1-1 0 0 0,0-2 1 0 0,51 17-1 0 0,-34-15 135 0 0,0-2-1 0 0,0-2 1 0 0,0-2 0 0 0,1-2-1 0 0,74 1 1 0 0,-98-7-19 0 0,0-2-1 0 0,0 0 1 0 0,0-1-1 0 0,0-1 1 0 0,-1 0 0 0 0,1-2-1 0 0,-1-1 1 0 0,0 0-1 0 0,-1-2 1 0 0,0 0-1 0 0,0-1 1 0 0,-1-1-1 0 0,0 0 1 0 0,18-17 0 0 0,-6 1 98 0 0,-1-2 0 0 0,-2-1 0 0 0,-1-1 0 0 0,-1-2 0 0 0,-2 0 0 0 0,-1-1 0 0 0,-2-2 0 0 0,-1 0 0 0 0,-2 0 0 0 0,-1-2 1 0 0,-3 0-1 0 0,0-1 0 0 0,-3 0 0 0 0,-1-1 0 0 0,-2 0 0 0 0,-2 0 0 0 0,-2-1 0 0 0,-1 1 0 0 0,-2-1 0 0 0,-2 1 0 0 0,-2-1 1 0 0,-12-57-1 0 0,4 44-154 0 0,-2 0-1 0 0,-3 1 1 0 0,-2 0 0 0 0,-3 2 0 0 0,-28-51 0 0 0,29 65-2 0 0,-2 1 0 0 0,-2 0-1 0 0,-1 2 1 0 0,-2 1 0 0 0,-1 2 0 0 0,-1 0 0 0 0,-40-30 0 0 0,43 41-78 0 0,-1 1 0 0 0,-1 2 0 0 0,-1 0 1 0 0,0 2-1 0 0,-1 1 0 0 0,0 2 0 0 0,-1 0 0 0 0,0 3 1 0 0,-58-10-1 0 0,70 17-325 0 0,1 1-1 0 0,-2 1 1 0 0,2 2 0 0 0,-1-1 0 0 0,0 2 0 0 0,0 1-1 0 0,-20 6 1 0 0,21-4-677 0 0,-1 1-1 0 0,1 1 1 0 0,0 0-1 0 0,0 2 1 0 0,1 0-1 0 0,-28 21 1 0 0,37-23 105 0 0,0-1-1 0 0,1 2 1 0 0,-11 14 0 0 0,0 1-918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1679 8290 0 0,'0'0'639'0'0,"-3"-24"2447"0"0,13-188 2479 0 0,17-2-3285 0 0,59-206-1071 0 0,10 69-391 0 0,-46 180-648 0 0,-45 151-64 0 0,-1-1 0 0 0,0 0 0 0 0,-1 0 0 0 0,-1-36 1 0 0,-2 44-361 0 0,-1 0 0 0 0,0 1 1 0 0,-1-1-1 0 0,0 1 1 0 0,-1 0-1 0 0,-1 0 1 0 0,0 0-1 0 0,-1 0 1 0 0,-7-13-1 0 0,6 15-1178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2.7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236 55 456 0 0,'0'1'24'0'0,"0"-1"-1"0"0,0 1 0 0 0,0 0 1 0 0,0-1-1 0 0,0 1 1 0 0,0 0-1 0 0,0-1 1 0 0,-1 1-1 0 0,1-1 1 0 0,0 1-1 0 0,0 0 1 0 0,-1-1-1 0 0,1 1 0 0 0,0-1 1 0 0,-1 1-1 0 0,1-1 1 0 0,-1 1-1 0 0,1-1 1 0 0,-1 1-1 0 0,1-1 1 0 0,-1 1-1 0 0,1-1 1 0 0,-1 0-1 0 0,1 1 0 0 0,-1-1 1 0 0,1 0-1 0 0,-1 1 1 0 0,1-1-1 0 0,-1 0 1 0 0,0 0-1 0 0,1 0 1 0 0,-1 1-1 0 0,0-1 1 0 0,1 0-1 0 0,-1 0 0 0 0,-1 0 1 0 0,-39 7 1009 0 0,8-2 750 0 0,19 1-919 0 0,1 0 0 0 0,-1 1 0 0 0,1 0 0 0 0,1 1 0 0 0,-1 0 1 0 0,2 1-1 0 0,-1 0 0 0 0,1 1 0 0 0,-17 19 0 0 0,28-29-811 0 0,0 0-1 0 0,0 0 0 0 0,-1 0 0 0 0,1 0 0 0 0,0 1 0 0 0,0-1 1 0 0,-1 0-1 0 0,1 0 0 0 0,0 0 0 0 0,0 0 0 0 0,0 1 0 0 0,-1-1 1 0 0,1 0-1 0 0,0 0 0 0 0,0 1 0 0 0,0-1 0 0 0,0 0 0 0 0,-1 0 1 0 0,1 1-1 0 0,0-1 0 0 0,0 0 0 0 0,0 0 0 0 0,0 1 0 0 0,0-1 1 0 0,0 0-1 0 0,0 0 0 0 0,0 1 0 0 0,0-1 0 0 0,0 0 0 0 0,0 1 1 0 0,0-1-1 0 0,0 0 0 0 0,0 0 0 0 0,0 1 0 0 0,0-1 0 0 0,0 0 1 0 0,0 1-1 0 0,0-1 0 0 0,1 0 0 0 0,-1 0 0 0 0,0 1 1 0 0,0-1-1 0 0,0 0 0 0 0,0 0 0 0 0,1 1 0 0 0,15-5 1002 0 0,20-13-69 0 0,89-70 597 0 0,-14 10-544 0 0,-110 76-976 0 0,0 0 1 0 0,0 0-1 0 0,0 1 0 0 0,1-1 0 0 0,-1 0 0 0 0,0 1 1 0 0,0-1-1 0 0,1 1 0 0 0,-1-1 0 0 0,1 1 0 0 0,-1 0 0 0 0,0-1 1 0 0,1 1-1 0 0,-1 0 0 0 0,1 0 0 0 0,-1 0 0 0 0,1 0 1 0 0,-1 0-1 0 0,0 1 0 0 0,1-1 0 0 0,-1 0 0 0 0,1 1 1 0 0,-1-1-1 0 0,0 1 0 0 0,1-1 0 0 0,1 2 0 0 0,1 1 93 0 0,0 1-1 0 0,-1-1 0 0 0,0 1 1 0 0,1-1-1 0 0,-1 1 0 0 0,4 7 1 0 0,-2-4-206 0 0,21 33 345 0 0,-14-21-361 0 0,1 0 1 0 0,29 31-1 0 0,-29-37-315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6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35 9674 0 0,'0'-2'613'0'0,"-1"-1"0"0"0,1 1 0 0 0,0-1 1 0 0,0 0-1 0 0,0 1 0 0 0,0-1 0 0 0,1 0 0 0 0,-1 1 0 0 0,4-10 3741 0 0,-7 32-2685 0 0,-2 9-1498 0 0,1 1-1 0 0,1 0 1 0 0,2 0-1 0 0,1 1 1 0 0,5 38-1 0 0,-3-55-196 0 0,1 0 0 0 0,0-1 0 0 0,1 1 0 0 0,0-1 0 0 0,1 0 0 0 0,8 13 0 0 0,-9-18-1 0 0,0-1 1 0 0,1 0 0 0 0,0 0-1 0 0,0-1 1 0 0,1 1-1 0 0,0-1 1 0 0,0 0-1 0 0,1-1 1 0 0,-1 0-1 0 0,15 9 1 0 0,-17-12 1 0 0,1 1 1 0 0,-1-1-1 0 0,0-1 1 0 0,1 1-1 0 0,-1-1 1 0 0,1 1-1 0 0,-1-1 1 0 0,1-1-1 0 0,0 1 1 0 0,-1-1-1 0 0,1 1 0 0 0,0-1 1 0 0,-1-1-1 0 0,1 1 1 0 0,0-1-1 0 0,-1 1 1 0 0,1-1-1 0 0,7-3 1 0 0,-8 2 44 0 0,-1 1 0 0 0,0-1 0 0 0,-1 0 0 0 0,1 0 0 0 0,0 0 1 0 0,0 0-1 0 0,-1-1 0 0 0,1 1 0 0 0,-1-1 0 0 0,0 1 0 0 0,0-1 0 0 0,0 0 0 0 0,0 0 1 0 0,0 0-1 0 0,-1 0 0 0 0,1 0 0 0 0,-1 0 0 0 0,0-1 0 0 0,0 1 0 0 0,0 0 0 0 0,0-1 1 0 0,-1 1-1 0 0,1-1 0 0 0,-1 1 0 0 0,0-7 0 0 0,-2-14 43 0 0,-1-1-1 0 0,-1 1 1 0 0,-1 0-1 0 0,-1 1 1 0 0,-1-1-1 0 0,-1 1 1 0 0,-1 0 0 0 0,-1 1-1 0 0,-1 0 1 0 0,-1 1-1 0 0,0 0 1 0 0,-18-20 0 0 0,29 39-376 0 0,-1 0 1 0 0,0 0 0 0 0,0 0 0 0 0,1 0 0 0 0,-2 0 0 0 0,1 0 0 0 0,0 1 0 0 0,0-1 0 0 0,-4-1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6913 0 0,'30'-2'1437'0'0,"-6"-1"387"0"0,-15 4-785 0 0,-1 1-1 0 0,0 0 1 0 0,1 1-1 0 0,-1 0 1 0 0,0 0-1 0 0,8 5 1 0 0,-5-2-575 0 0,0-1-1 0 0,1-1 1 0 0,14 4-1 0 0,-24-7-526 0 0,1 0 0 0 0,0-1 0 0 0,0 0 0 0 0,0 0 0 0 0,0 1 0 0 0,0-2 0 0 0,0 1 0 0 0,0 0 0 0 0,0-1 0 0 0,0 1 0 0 0,0-1 0 0 0,-1 0 0 0 0,1 0 0 0 0,0 0 0 0 0,0 0 0 0 0,-1 0 0 0 0,5-3 0 0 0,1-4-554 0 0,-1 0-1 0 0,0 0 1 0 0,-1 0 0 0 0,0-1 0 0 0,0 0-1 0 0,-1 0 1 0 0,8-19 0 0 0,-1 5 178 0 0,8-9 3207 0 0,-5 58 1137 0 0,6 11-6091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6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 9674 0 0,'-19'-2'9287'0'0,"20"8"-8528"0"0,2 35-344 0 0,2 1-1 0 0,2-1 0 0 0,2-1 1 0 0,1 1-1 0 0,2-2 0 0 0,20 43 1 0 0,-21-59-551 0 0,1 0 0 0 0,1-1 0 0 0,32 39-1 0 0,-35-48-1186 0 0,1-1 0 0 0,1-1-1 0 0,0 0 1 0 0,16 11-1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7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8290 0 0,'0'-3'736'0'0,"0"0"-584"0"0,2 2-152 0 0,1-2 0 0 0,1 3 664 0 0,-1-3 104 0 0,2-4 16 0 0,5-3 9 0 0,2-1 231 0 0,5-4 56 0 0,3 1 8 0 0,-1 1 1 0 0,2 1-1089 0 0,0 1-313 0 0,1 1-7 0 0,2 1-8 0 0,4 4 328 0 0,-1-1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6913 0 0,'0'1'430'0'0,"-1"0"0"0"0,1 0 0 0 0,0 1 0 0 0,0-1 0 0 0,0 0 0 0 0,0 0 0 0 0,0 0 0 0 0,0 1 0 0 0,0-1 0 0 0,1 0 0 0 0,-1 0 0 0 0,0 0-1 0 0,1 0 1 0 0,-1 1 0 0 0,1-1 0 0 0,-1 0 0 0 0,1 0 0 0 0,-1 0 0 0 0,1 0 0 0 0,1 1 0 0 0,19 39 4181 0 0,-14-29-4228 0 0,55 96-1615 0 0,-39-74-3428 0 0,2-1-4008 0 0,-26-33 8658 0 0,1 0 1 0 0,0 0-1 0 0,0 0 1 0 0,0 0-1 0 0,0 0 0 0 0,0 1 1 0 0,-1-1-1 0 0,1 0 1 0 0,0 0-1 0 0,0 0 0 0 0,0 0 1 0 0,0 0-1 0 0,0 0 1 0 0,0 0-1 0 0,-1 0 0 0 0,1 0 1 0 0,0 0-1 0 0,0 0 1 0 0,0 0-1 0 0,0 1 0 0 0,0-1 1 0 0,0 0-1 0 0,0 0 1 0 0,0 0-1 0 0,0 0 0 0 0,-1 0 1 0 0,1 0-1 0 0,0 1 1 0 0,0-1-1 0 0,0 0 0 0 0,0 0 1 0 0,0 0-1 0 0,0 0 1 0 0,0 0-1 0 0,0 1 0 0 0,0-1 1 0 0,0 0-1 0 0,0 0 1 0 0,0 0-1 0 0,0 0 0 0 0,0 0 1 0 0,0 1-1 0 0,0-1 1 0 0,0 0-1 0 0,0 0 0 0 0,0 0 1 0 0,1 0-1 0 0,-1 0 1 0 0,0 0-1 0 0,0 1 0 0 0,0-1 1 0 0,0 0-1 0 0,0 0 1 0 0,0 0-1 0 0,0 0 0 0 0,0 0 1 0 0,0 0-1 0 0,1 0 1 0 0,-1 0-1 0 0,0 1 0 0 0,0-1 1 0 0,0 0-1 0 0,0 0 1 0 0,-11-6 16 0 0,4-1-7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5985 0 0,'0'-5'252'0'0,"0"0"0"0"0,0 0 0 0 0,1 0 1 0 0,0 0-1 0 0,0 0 0 0 0,0 0 0 0 0,1 0 0 0 0,0 0 0 0 0,0 1 0 0 0,0-1 0 0 0,0 1 0 0 0,0-1 0 0 0,1 1 0 0 0,0 0 0 0 0,0 0 0 0 0,0 0 0 0 0,1 0 0 0 0,-1 1 0 0 0,1 0 0 0 0,0-1 1 0 0,7-4-1 0 0,-6 5 9 0 0,-1-1 1 0 0,0 1 0 0 0,1 0-1 0 0,0 0 1 0 0,0 1 0 0 0,0 0 0 0 0,0-1-1 0 0,0 2 1 0 0,0-1 0 0 0,0 0-1 0 0,1 1 1 0 0,-1 0 0 0 0,1 1-1 0 0,-1-1 1 0 0,0 1 0 0 0,1 0 0 0 0,-1 0-1 0 0,1 1 1 0 0,-1-1 0 0 0,8 3-1 0 0,-9-1-102 0 0,0 1-1 0 0,0-1 1 0 0,0 1 0 0 0,0 0-1 0 0,0 0 1 0 0,0 1-1 0 0,-1-1 1 0 0,0 1-1 0 0,1 0 1 0 0,-1 0-1 0 0,-1 0 1 0 0,1 0-1 0 0,-1 0 1 0 0,1 1 0 0 0,-1-1-1 0 0,0 1 1 0 0,-1-1-1 0 0,1 1 1 0 0,-1 0-1 0 0,0 0 1 0 0,0-1-1 0 0,0 8 1 0 0,0 1-79 0 0,0 0 1 0 0,-1 1-1 0 0,0-1 1 0 0,-1 0-1 0 0,0 0 1 0 0,-1 0-1 0 0,-5 17 1 0 0,5-26-94 0 0,1-1 1 0 0,-1 1-1 0 0,1 0 1 0 0,-1-1-1 0 0,0 1 0 0 0,0-1 1 0 0,-1 0-1 0 0,1 0 1 0 0,-1 0-1 0 0,1 0 1 0 0,-1 0-1 0 0,0 0 1 0 0,0-1-1 0 0,0 0 1 0 0,-1 1-1 0 0,1-1 1 0 0,-1 0-1 0 0,1 0 1 0 0,-1-1-1 0 0,1 1 1 0 0,-1-1-1 0 0,0 0 1 0 0,-7 2-1 0 0,6-3-920 0 0,-1 1 0 0 0,1-1-1 0 0,0 0 1 0 0,0 0 0 0 0,0 0-1 0 0,-9-2 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5985 0 0,'6'15'8187'0'0,"6"6"-6225"0"0,-6-12-1583 0 0,1 1 0 0 0,0-1 0 0 0,1 0 0 0 0,14 13 0 0 0,-19-20-425 0 0,-1 1 0 0 0,1-1 1 0 0,0 0-1 0 0,0 0 1 0 0,1 0-1 0 0,-1 0 0 0 0,0 0 1 0 0,0-1-1 0 0,1 1 1 0 0,-1-1-1 0 0,1 0 0 0 0,0 0 1 0 0,-1-1-1 0 0,1 1 1 0 0,-1-1-1 0 0,1 1 0 0 0,0-1 1 0 0,6-1-1 0 0,-8 0-53 0 0,1 0 0 0 0,-1 0 0 0 0,0 0 0 0 0,0 0 0 0 0,1 0 0 0 0,-1 0 0 0 0,0-1 0 0 0,0 1 0 0 0,0-1 0 0 0,-1 0 0 0 0,1 1 0 0 0,0-1 0 0 0,-1 0 0 0 0,1 0 0 0 0,-1 0 0 0 0,1 0 0 0 0,-1 0 0 0 0,2-4 0 0 0,18-51-1557 0 0,-9 22 1526 0 0,-11 32 244 0 0,1 0 0 0 0,-1 0 0 0 0,1 1 0 0 0,-1-1 0 0 0,1 0 0 0 0,0 1 1 0 0,0 0-1 0 0,1-1 0 0 0,-1 1 0 0 0,0 0 0 0 0,1 0 0 0 0,-1 0 0 0 0,1 0 0 0 0,5-2 0 0 0,-6 3-17 0 0,-1 1-1 0 0,1 0 1 0 0,-1-1-1 0 0,1 1 0 0 0,-1 0 1 0 0,1 0-1 0 0,0 0 1 0 0,-1 0-1 0 0,1 0 1 0 0,-1 0-1 0 0,1 1 0 0 0,-1-1 1 0 0,1 0-1 0 0,-1 1 1 0 0,1-1-1 0 0,-1 1 1 0 0,1 0-1 0 0,-1-1 0 0 0,1 1 1 0 0,-1 0-1 0 0,0 0 1 0 0,1 0-1 0 0,-1 0 1 0 0,0 0-1 0 0,0 0 0 0 0,0 0 1 0 0,0 0-1 0 0,0 1 1 0 0,0-1-1 0 0,0 0 0 0 0,1 2 1 0 0,3 5 129 0 0,0-1 17 0 0,0 0 0 0 0,0 0 0 0 0,1 0 0 0 0,11 10 0 0 0,-14-15-492 0 0,-1 0 1 0 0,1 0-1 0 0,0 0 0 0 0,0-1 1 0 0,0 1-1 0 0,0-1 1 0 0,0 0-1 0 0,0 0 0 0 0,0 0 1 0 0,4 1-1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6 9674 0 0,'-1'0'125'0'0,"1"-1"0"0"0,0 1 1 0 0,0 0-1 0 0,-1-1 0 0 0,1 1 0 0 0,0-1 1 0 0,-1 1-1 0 0,1 0 0 0 0,0 0 0 0 0,-1-1 0 0 0,1 1 1 0 0,-1 0-1 0 0,1 0 0 0 0,0-1 0 0 0,-1 1 1 0 0,1 0-1 0 0,-1 0 0 0 0,1 0 0 0 0,-1 0 0 0 0,1 0 1 0 0,0-1-1 0 0,-1 1 0 0 0,1 0 0 0 0,-1 0 0 0 0,1 0 1 0 0,-1 0-1 0 0,1 1 0 0 0,-1-1 0 0 0,1 0 1 0 0,-1 0-1 0 0,1 0 0 0 0,0 0 0 0 0,-1 0 0 0 0,0 1 1 0 0,-6 16 2821 0 0,7-12-2426 0 0,-1 1 0 0 0,1 0 0 0 0,0 0 0 0 0,0 0 0 0 0,2 7 0 0 0,14 37-107 0 0,2-1 1 0 0,38 74-1 0 0,-47-106-698 0 0,41 72-3381 0 0,-38-69 2220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2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7 219 7834 0 0,'0'0'59'0'0,"0"0"0"0"0,-1 0 0 0 0,1 0 1 0 0,0 0-1 0 0,0 0 0 0 0,-1 0 0 0 0,1 0 0 0 0,0 0 1 0 0,-1 0-1 0 0,1 0 0 0 0,0-1 0 0 0,0 1 1 0 0,0 0-1 0 0,-1 0 0 0 0,1 0 0 0 0,0 0 0 0 0,0-1 1 0 0,0 1-1 0 0,-1 0 0 0 0,1 0 0 0 0,0 0 1 0 0,0-1-1 0 0,0 1 0 0 0,0 0 0 0 0,-1 0 0 0 0,1-1 1 0 0,0 1-1 0 0,0 0 0 0 0,0 0 0 0 0,0-1 1 0 0,0 1-1 0 0,0 0 0 0 0,0 0 0 0 0,0-1 0 0 0,0 1 1 0 0,7-10 1774 0 0,20-10 743 0 0,-20 15-2092 0 0,42-28 2612 0 0,87-46 1 0 0,-70 49-4156 0 0,3 5-3639 0 0,-33 14-1867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31 140 4609 0 0,'-2'-21'3294'0'0,"0"0"0"0"0,2-42 0 0 0,0 29 3281 0 0,-8 130-4583 0 0,-1 9-1994 0 0,1-11 40 0 0,7 163 1 0 0,22-109-1658 0 0,-19-134 728 0 0,1 5-6553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3.9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1 368 1952 0 0,'23'-63'181'0'0,"86"-200"5734"0"0,-107 260-5576 0 0,-1 0 0 0 0,0 1-1 0 0,1-1 1 0 0,0 1-1 0 0,0-1 1 0 0,0 1 0 0 0,0 0-1 0 0,0 0 1 0 0,0-1-1 0 0,0 1 1 0 0,1 1 0 0 0,-1-1-1 0 0,1 0 1 0 0,-1 1 0 0 0,1-1-1 0 0,0 1 1 0 0,0 0-1 0 0,0 0 1 0 0,0 0 0 0 0,-1 0-1 0 0,1 0 1 0 0,0 1-1 0 0,4-1 1 0 0,-2 1-7 0 0,0 1 1 0 0,0-1-1 0 0,0 1 1 0 0,-1 0-1 0 0,1 0 0 0 0,0 1 1 0 0,0-1-1 0 0,-1 1 1 0 0,1 0-1 0 0,-1 0 0 0 0,1 1 1 0 0,-1 0-1 0 0,7 4 0 0 0,0 3-100 0 0,0 0-1 0 0,0 1 0 0 0,-1 0 0 0 0,0 0 1 0 0,-1 1-1 0 0,11 20 0 0 0,41 86 184 0 0,-19-32-360 0 0,59 73-844 0 0,-55-94-4375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1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12 315 14283 0 0,'-1'0'47'0'0,"1"-1"-1"0"0,-1 1 1 0 0,0 0 0 0 0,1-1 0 0 0,-1 1-1 0 0,1-1 1 0 0,-1 1 0 0 0,0 0 0 0 0,1-1-1 0 0,-1 1 1 0 0,1-1 0 0 0,-1 0-1 0 0,1 1 1 0 0,0-1 0 0 0,-1 1 0 0 0,1-1-1 0 0,-1 0 1 0 0,1 1 0 0 0,0-1-1 0 0,0 0 1 0 0,-1 1 0 0 0,1-1 0 0 0,0 0-1 0 0,0 1 1 0 0,0-1 0 0 0,0 0-1 0 0,0 0 1 0 0,0 1 0 0 0,0-1 0 0 0,0 0-1 0 0,0 1 1 0 0,0-1 0 0 0,0 0 0 0 0,1 0-1 0 0,-1 1 1 0 0,0-1 0 0 0,0 0-1 0 0,1 1 1 0 0,-1-1 0 0 0,0 1 0 0 0,1-1-1 0 0,-1 0 1 0 0,1 0 0 0 0,25-32 470 0 0,-19 25-311 0 0,46-51 943 0 0,-30 36-2571 0 0,41-31 0 0 0,-44 40 780 0 0,0 0 1 0 0,1 2 0 0 0,0 1-1 0 0,1 0 1 0 0,0 1-1 0 0,26-6 1 0 0,-4 4 609 0 0,0 2-35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5 6449 0 0,'-4'-1'539'0'0,"-1"0"0"0"0,1 0 0 0 0,-1 0 0 0 0,1 1 0 0 0,-1 0 0 0 0,0 0 0 0 0,1 0 0 0 0,-1 1 0 0 0,1-1 0 0 0,-1 1 0 0 0,1 0 0 0 0,-1 0 1 0 0,1 1-1 0 0,0-1 0 0 0,-1 1 0 0 0,1 0 0 0 0,0 0 0 0 0,0 1 0 0 0,-4 2 0 0 0,2-1-212 0 0,1 1 0 0 0,-1-1 0 0 0,1 1 0 0 0,0 0 0 0 0,1 0 0 0 0,-1 0 0 0 0,1 1 0 0 0,0-1 0 0 0,1 1 0 0 0,-1 0 0 0 0,1 0 0 0 0,-3 7 0 0 0,4-5-276 0 0,-1 1-1 0 0,1-1 1 0 0,0 0 0 0 0,1 1 0 0 0,0-1 0 0 0,0 0 0 0 0,1 1 0 0 0,0-1 0 0 0,1 1 0 0 0,-1-1 0 0 0,2 1 0 0 0,-1-1 0 0 0,5 14 0 0 0,-4-17-58 0 0,1 0 1 0 0,-1 1 0 0 0,1-1 0 0 0,0 0 0 0 0,1 0-1 0 0,-1-1 1 0 0,1 1 0 0 0,0-1 0 0 0,0 0 0 0 0,0 0-1 0 0,1 0 1 0 0,-1 0 0 0 0,1-1 0 0 0,0 1 0 0 0,0-1-1 0 0,0-1 1 0 0,1 1 0 0 0,-1-1 0 0 0,0 0 0 0 0,10 3-1 0 0,-8-4-138 0 0,1 1 0 0 0,0-1 0 0 0,0 0 0 0 0,-1-1 0 0 0,15 0 0 0 0,18-7-5766 0 0,-13-1-665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91 8754 0 0,'-10'-24'389'0'0,"-7"-18"2172"0"0,3 17 3173 0 0,25 51-946 0 0,3 23-4401 0 0,-9-30 28 0 0,20 81-166 0 0,-10-35 56 0 0,30 77 0 0 0,-37-120-883 0 0,1-2 1 0 0,1 1-1 0 0,1-2 1 0 0,1 1-1 0 0,1-2 1 0 0,1 1-1 0 0,24 25 1 0 0,-19-25-2276 0 0,-13-14 1154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4.8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53 114 3225 0 0,'-20'-3'-521'0'0,"-4"-8"4873"0"0,23 10-4148 0 0,0 0-1 0 0,0 0 1 0 0,1 1-1 0 0,-1-1 0 0 0,1 0 1 0 0,-1 0-1 0 0,0 0 1 0 0,1 0-1 0 0,-1 0 0 0 0,1 0 1 0 0,0 0-1 0 0,-1-1 1 0 0,1 1-1 0 0,0 0 0 0 0,0 0 1 0 0,0 0-1 0 0,0 0 1 0 0,0 0-1 0 0,0 0 0 0 0,0-1 1 0 0,0 1-1 0 0,0 0 1 0 0,0 0-1 0 0,1 0 0 0 0,-1 0 1 0 0,0 0-1 0 0,1 0 1 0 0,-1 0-1 0 0,1 0 1 0 0,-1 0-1 0 0,1 0 0 0 0,-1 0 1 0 0,1 0-1 0 0,0 0 1 0 0,0 0-1 0 0,-1 1 0 0 0,1-1 1 0 0,0 0-1 0 0,1-1 1 0 0,2-2 61 0 0,0 0 0 0 0,1 1 1 0 0,-1-1-1 0 0,1 1 1 0 0,0 0-1 0 0,0 0 1 0 0,0 0-1 0 0,0 1 0 0 0,0-1 1 0 0,1 1-1 0 0,9-2 1 0 0,8-1-2587 0 0,36-4 1 0 0,-38 7-65 0 0,6-2-141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0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11522 0 0,'-1'5'507'0'0,"1"0"-1"0"0,-1 0 1 0 0,1 1 0 0 0,0-1-1 0 0,1 0 1 0 0,-1 0-1 0 0,1 0 1 0 0,0 0-1 0 0,0 0 1 0 0,1 0-1 0 0,3 8 1 0 0,-3-5 208 0 0,39 111 1484 0 0,-4-43-9224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18 13827 0 0,'-18'-18'4331'0'0,"30"31"-5133"0"0,35 35-1895 0 0,-31-33 2585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5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3 163 7714 0 0,'0'0'11'0'0,"0"0"1"0"0,0 0-1 0 0,0-1 1 0 0,0 1 0 0 0,0 0-1 0 0,-1 0 1 0 0,1 0 0 0 0,0 0-1 0 0,0 0 1 0 0,0 0-1 0 0,0 0 1 0 0,0 0 0 0 0,0 0-1 0 0,0-1 1 0 0,-1 1 0 0 0,1 0-1 0 0,0 0 1 0 0,0 0-1 0 0,0 0 1 0 0,0 0 0 0 0,0-1-1 0 0,0 1 1 0 0,0 0-1 0 0,0 0 1 0 0,0 0 0 0 0,0 0-1 0 0,0 0 1 0 0,0-1 0 0 0,0 1-1 0 0,0 0 1 0 0,0 0-1 0 0,0 0 1 0 0,0 0 0 0 0,0-1-1 0 0,0 1 1 0 0,0 0-1 0 0,0 0 1 0 0,0 0 0 0 0,0 0-1 0 0,0 0 1 0 0,0-1 0 0 0,0 1-1 0 0,0 0 1 0 0,1 0-1 0 0,-1 0 1 0 0,0 0 0 0 0,0 0-1 0 0,0 0 1 0 0,0 0-1 0 0,0-1 1 0 0,1 1 0 0 0,10-1 570 0 0,14 5 1816 0 0,-15 0-1636 0 0,-1 0-1 0 0,1 1 0 0 0,-1 1 0 0 0,0-1 1 0 0,0 1-1 0 0,-1 1 0 0 0,0 0 1 0 0,0 0-1 0 0,12 14 0 0 0,-12-12-527 0 0,1 0 0 0 0,0-1 0 0 0,1 0 0 0 0,0 0 0 0 0,0-1-1 0 0,14 8 1 0 0,-22-15-184 0 0,-1 1-1 0 0,0-1 1 0 0,0 1-1 0 0,0-1 1 0 0,0 1-1 0 0,1-1 1 0 0,-1 0-1 0 0,0 0 1 0 0,0 1-1 0 0,0-1 1 0 0,1 0-1 0 0,-1 0 0 0 0,0 0 1 0 0,0-1-1 0 0,1 1 1 0 0,-1 0-1 0 0,0 0 1 0 0,0-1-1 0 0,1 1 1 0 0,-1 0-1 0 0,0-1 1 0 0,0 1-1 0 0,2-2 1 0 0,-1 0 4 0 0,0 0 0 0 0,0 0 1 0 0,-1 1-1 0 0,1-1 0 0 0,-1-1 1 0 0,1 1-1 0 0,-1 0 0 0 0,0 0 1 0 0,0 0-1 0 0,0-1 0 0 0,1-2 1 0 0,2-8 35 0 0,-1-1 0 0 0,-1 1 0 0 0,1-21 0 0 0,-2 28-84 0 0,0-56-92 0 0,-1 44-406 0 0,0 0 0 0 0,1 0-1 0 0,6-32 1 0 0,-2 31-675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61 334 5065 0 0,'1'0'135'0'0,"0"0"1"0"0,-1 1-1 0 0,1-1 0 0 0,0 0 1 0 0,-1 0-1 0 0,1 1 0 0 0,0-1 0 0 0,-1 0 1 0 0,1 1-1 0 0,-1-1 0 0 0,1 1 1 0 0,-1-1-1 0 0,1 1 0 0 0,-1-1 0 0 0,1 1 1 0 0,-1-1-1 0 0,0 1 0 0 0,1-1 1 0 0,-1 1-1 0 0,0-1 0 0 0,1 1 1 0 0,-1 0-1 0 0,0-1 0 0 0,0 1 0 0 0,1 0 1 0 0,-1-1-1 0 0,0 1 0 0 0,0 0 1 0 0,0-1-1 0 0,0 1 0 0 0,0 0 0 0 0,0-1 1 0 0,0 1-1 0 0,0 0 0 0 0,0-1 1 0 0,0 1-1 0 0,-1 0 0 0 0,1-1 0 0 0,0 1 1 0 0,0 0-1 0 0,-1-1 0 0 0,1 1 1 0 0,0-1-1 0 0,-1 1 0 0 0,1 0 1 0 0,0-1-1 0 0,-1 1 0 0 0,1-1 0 0 0,-1 1 1 0 0,1-1-1 0 0,-1 1 0 0 0,1-1 1 0 0,-1 0-1 0 0,0 1 0 0 0,1-1 0 0 0,-2 1 1 0 0,-8 10-286 0 0,3-1 861 0 0,-1 1 1 0 0,1-1 0 0 0,1 2 0 0 0,-8 17 0 0 0,12-25-561 0 0,0 1 0 0 0,0-1 1 0 0,1 1-1 0 0,0 0 0 0 0,0-1 1 0 0,0 1-1 0 0,0 0 0 0 0,1 0 0 0 0,0 0 1 0 0,0 0-1 0 0,0-1 0 0 0,1 1 1 0 0,-1 0-1 0 0,1 0 0 0 0,2 4 1 0 0,-3-8-141 0 0,0 0 1 0 0,0 0-1 0 0,0-1 1 0 0,0 1-1 0 0,1-1 0 0 0,-1 1 1 0 0,0 0-1 0 0,0-1 1 0 0,1 1-1 0 0,-1 0 1 0 0,0-1-1 0 0,1 1 1 0 0,-1-1-1 0 0,1 1 1 0 0,-1-1-1 0 0,1 1 1 0 0,-1-1-1 0 0,1 1 1 0 0,-1-1-1 0 0,1 0 1 0 0,-1 1-1 0 0,1-1 1 0 0,0 0-1 0 0,-1 1 1 0 0,1-1-1 0 0,-1 0 0 0 0,1 0 1 0 0,0 1-1 0 0,-1-1 1 0 0,1 0-1 0 0,0 0 1 0 0,-1 0-1 0 0,1 0 1 0 0,0 0-1 0 0,0 0 1 0 0,-1 0-1 0 0,1 0 1 0 0,0 0-1 0 0,-1-1 1 0 0,1 1-1 0 0,0 0 1 0 0,-1 0-1 0 0,1 0 1 0 0,-1-1-1 0 0,1 1 0 0 0,0 0 1 0 0,-1-1-1 0 0,1 1 1 0 0,-1-1-1 0 0,1 1 1 0 0,-1-1-1 0 0,1 1 1 0 0,0-2-1 0 0,1 0-113 0 0,1-1-1 0 0,-1 1 0 0 0,0-1 1 0 0,0 0-1 0 0,0 0 0 0 0,0 0 1 0 0,-1 0-1 0 0,1-1 1 0 0,0-2-1 0 0,3-17-552 0 0,7-25 277 0 0,-12 46 515 0 0,1 0 0 0 0,0 0 0 0 0,-1 0 0 0 0,1 0 1 0 0,0 0-1 0 0,1 0 0 0 0,-1 0 0 0 0,0 0 0 0 0,0 1 0 0 0,1-1 0 0 0,-1 0 0 0 0,1 1 0 0 0,0-1 0 0 0,-1 1 1 0 0,1 0-1 0 0,0 0 0 0 0,2-2 0 0 0,-2 3-43 0 0,0-1 0 0 0,0 1 1 0 0,-1 0-1 0 0,1 0 0 0 0,0 0 1 0 0,0 0-1 0 0,-1 1 0 0 0,1-1 0 0 0,0 0 1 0 0,0 1-1 0 0,-1-1 0 0 0,1 1 1 0 0,0-1-1 0 0,-1 1 0 0 0,1 0 0 0 0,-1 0 1 0 0,1 0-1 0 0,-1 0 0 0 0,1 0 1 0 0,-1 0-1 0 0,2 2 0 0 0,31 33 553 0 0,-24-24-419 0 0,-3-4-304 0 0,1-1 1 0 0,0 0 0 0 0,0 0 0 0 0,0 0 0 0 0,1-1-1 0 0,0 0 1 0 0,0-1 0 0 0,0 0 0 0 0,13 5 0 0 0,-17-8-364 0 0,1-1 0 0 0,0 0 0 0 0,0 0 1 0 0,0 0-1 0 0,-1-1 0 0 0,1 0 0 0 0,0 0 0 0 0,0 0 1 0 0,0-1-1 0 0,0 0 0 0 0,0 0 0 0 0,-1 0 1 0 0,1-1-1 0 0,0 0 0 0 0,-1 0 0 0 0,1 0 0 0 0,-1-1 1 0 0,6-4-1 0 0,-4 3 191 0 0,-1 0 0 0 0,1 0 0 0 0,-1-1 1 0 0,0 0-1 0 0,0-1 0 0 0,-1 1 0 0 0,0-1 0 0 0,0 0 1 0 0,0 0-1 0 0,-1-1 0 0 0,0 1 0 0 0,0-1 0 0 0,0 0 1 0 0,-1 0-1 0 0,0 0 0 0 0,-1 0 0 0 0,1-1 0 0 0,-2 1 0 0 0,1-1 1 0 0,1-10-1 0 0,-2-11 347 0 0,-1 0-1 0 0,-1 1 1 0 0,-1-1 0 0 0,-7-34 0 0 0,-1-14-578 0 0,8 55 978 0 0,-3-41-1457 0 0,6 31 14840 0 0,10 52-11575 0 0,-1 2-1752 0 0,152 330 426 0 0,-114-255-1984 0 0,-15-40-1030 0 0,-5-25-4708 0 0,-10-14-68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20 126 6913 0 0,'-1'1'63'0'0,"0"-1"0"0"0,0 0 0 0 0,0 0 0 0 0,0 0 0 0 0,0 1 0 0 0,0-1 0 0 0,0 0 0 0 0,0 0 0 0 0,0 0-1 0 0,0-1 1 0 0,0 1 0 0 0,0 0 0 0 0,0 0 0 0 0,0 0 0 0 0,1-1 0 0 0,-1 1 0 0 0,-2-1 0 0 0,3 0 20 0 0,0 1 1 0 0,0-1-1 0 0,0 1 1 0 0,0-1-1 0 0,0 1 1 0 0,0 0-1 0 0,0-1 0 0 0,0 1 1 0 0,0-1-1 0 0,0 1 1 0 0,0-1-1 0 0,1 1 1 0 0,-1 0-1 0 0,0-1 1 0 0,0 1-1 0 0,0-1 1 0 0,1 1-1 0 0,-1 0 1 0 0,0-1-1 0 0,0 1 1 0 0,1 0-1 0 0,-1-1 1 0 0,0 1-1 0 0,1 0 0 0 0,-1 0 1 0 0,1-1-1 0 0,32-24 2122 0 0,-13 12-1930 0 0,1 1-1 0 0,0 2 1 0 0,1 0-1 0 0,0 1 1 0 0,39-10 0 0 0,-42 14-643 0 0,1 1 0 0 0,-1 1 1 0 0,1 1-1 0 0,0 1 0 0 0,0 0 1 0 0,0 2-1 0 0,24 3 0 0 0,-40-3 518 0 0,0 0-1 0 0,1 1 1 0 0,-1-1-1 0 0,0 1 0 0 0,0 0 1 0 0,0 0-1 0 0,-1 0 0 0 0,1 0 1 0 0,0 1-1 0 0,-1-1 1 0 0,0 1-1 0 0,1 0 0 0 0,-1 0 1 0 0,0 0-1 0 0,-1 1 1 0 0,1-1-1 0 0,0 1 0 0 0,-1 0 1 0 0,0-1-1 0 0,0 1 1 0 0,0 0-1 0 0,1 5 0 0 0,4 11 1240 0 0,-1 0-1 0 0,-1 1 0 0 0,4 30 0 0 0,0-3-382 0 0,14 47-3818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6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 14747 0 0,'-4'-1'3953'0'0,"6"2"-3809"0"0,2 2 112 0 0,18 20-2344 0 0,-12-9 887 0 0,2 3-7 0 0,4 0 944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37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7370 0 0,'1'0'57'0'0,"0"-1"0"0"0,0 1 0 0 0,0 0 0 0 0,0 0 0 0 0,-1 0 0 0 0,1-1 0 0 0,0 1 1 0 0,0 0-1 0 0,0 0 0 0 0,0 0 0 0 0,0 0 0 0 0,0 1 0 0 0,0-1 0 0 0,0 0 1 0 0,0 0-1 0 0,0 0 0 0 0,-1 1 0 0 0,1-1 0 0 0,0 1 0 0 0,0-1 0 0 0,0 0 0 0 0,0 1 1 0 0,-1-1-1 0 0,1 1 0 0 0,0 0 0 0 0,0 0 0 0 0,0 2 199 0 0,-1-1-1 0 0,1 1 0 0 0,-1-1 1 0 0,0 1-1 0 0,1 0 1 0 0,-1-1-1 0 0,-1 1 1 0 0,1 0-1 0 0,-1 2 0 0 0,-10 60 3841 0 0,-3 15-1623 0 0,13-74-2348 0 0,1 0 1 0 0,0 0-1 0 0,0 0 0 0 0,1 0 1 0 0,0 1-1 0 0,0-1 0 0 0,0 0 1 0 0,1 0-1 0 0,-1-1 0 0 0,5 9 0 0 0,-6-14-115 0 0,0 0-1 0 0,0 0 0 0 0,0 0 0 0 0,0 1 1 0 0,0-1-1 0 0,0 0 0 0 0,0 0 0 0 0,0 0 0 0 0,0 1 1 0 0,0-1-1 0 0,0 0 0 0 0,0 0 0 0 0,0 0 1 0 0,0 1-1 0 0,0-1 0 0 0,1 0 0 0 0,-1 0 0 0 0,0 0 1 0 0,0 0-1 0 0,0 1 0 0 0,0-1 0 0 0,1 0 1 0 0,-1 0-1 0 0,0 0 0 0 0,0 0 0 0 0,0 0 0 0 0,0 0 1 0 0,1 0-1 0 0,-1 1 0 0 0,0-1 0 0 0,0 0 0 0 0,0 0 1 0 0,1 0-1 0 0,-1 0 0 0 0,0 0 0 0 0,0 0 1 0 0,1 0-1 0 0,-1 0 0 0 0,0 0 0 0 0,0 0 0 0 0,1 0 1 0 0,2-10-190 0 0,-2-15-268 0 0,-1 2 64 0 0,1-1-1 0 0,5-34 1 0 0,-4 50 282 0 0,0-1 0 0 0,1 0 0 0 0,0 1 0 0 0,1-1 0 0 0,-1 1 0 0 0,1 0 1 0 0,1 0-1 0 0,0 1 0 0 0,9-13 0 0 0,-8 13 142 0 0,0 0 0 0 0,1 0 0 0 0,0 1 0 0 0,0-1 0 0 0,0 2-1 0 0,1-1 1 0 0,0 1 0 0 0,15-7 0 0 0,-20 10 46 0 0,0 1 0 0 0,0 0 0 0 0,0 0 0 0 0,1 0-1 0 0,-1 0 1 0 0,0 1 0 0 0,1-1 0 0 0,-1 1 0 0 0,0 0 0 0 0,1 0 0 0 0,-1 0 0 0 0,0 1-1 0 0,1-1 1 0 0,-1 1 0 0 0,0 0 0 0 0,1 0 0 0 0,-1 0 0 0 0,0 0 0 0 0,0 0-1 0 0,0 1 1 0 0,0-1 0 0 0,0 1 0 0 0,0 0 0 0 0,0 0 0 0 0,-1 0 0 0 0,1 0-1 0 0,2 3 1 0 0,0 2-41 0 0,0-1-1 0 0,0 1 1 0 0,0 0 0 0 0,-1 0-1 0 0,0 0 1 0 0,0 1 0 0 0,-1 0-1 0 0,0-1 1 0 0,2 10 0 0 0,-2-6 1 0 0,1 0 0 0 0,1 0 1 0 0,8 15-1 0 0,-13-26-37 0 0,1 1 0 0 0,-1 0 0 0 0,1-1-1 0 0,-1 1 1 0 0,1-1 0 0 0,-1 1 0 0 0,1 0-1 0 0,-1-1 1 0 0,1 1 0 0 0,0-1 0 0 0,-1 0-1 0 0,1 1 1 0 0,0-1 0 0 0,-1 1 0 0 0,1-1-1 0 0,0 0 1 0 0,0 0 0 0 0,-1 1 0 0 0,1-1-1 0 0,0 0 1 0 0,0 0 0 0 0,0 0 0 0 0,-1 0-1 0 0,1 0 1 0 0,0 0 0 0 0,0 0 0 0 0,-1 0-1 0 0,1 0 1 0 0,0 0 0 0 0,0-1 0 0 0,0 1-1 0 0,-1 0 1 0 0,1 0 0 0 0,0-1 0 0 0,-1 1-1 0 0,1 0 1 0 0,0-1 0 0 0,-1 1 0 0 0,1-1 0 0 0,0 1-1 0 0,-1-1 1 0 0,1 1 0 0 0,-1-1 0 0 0,1 1-1 0 0,0-2 1 0 0,30-37 684 0 0,-20 24-476 0 0,-7 10-97 0 0,-1 1-1 0 0,1 0 1 0 0,0 0 0 0 0,1 0 0 0 0,-1 1 0 0 0,1-1 0 0 0,-1 1 0 0 0,1 0 0 0 0,6-2 0 0 0,-9 4-88 0 0,0 1 1 0 0,0-1 0 0 0,0 1 0 0 0,0 0-1 0 0,0 0 1 0 0,0 0 0 0 0,0 0 0 0 0,0 0 0 0 0,0 0-1 0 0,0 0 1 0 0,0 1 0 0 0,0-1 0 0 0,0 1 0 0 0,0-1-1 0 0,0 1 1 0 0,0 0 0 0 0,0 0 0 0 0,0 0 0 0 0,-1 0-1 0 0,1 0 1 0 0,0 0 0 0 0,-1 0 0 0 0,1 0 0 0 0,-1 1-1 0 0,1-1 1 0 0,-1 1 0 0 0,0-1 0 0 0,2 3-1 0 0,74 99-2031 0 0,-62-84-5857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3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39 10138 0 0,'-10'-9'1165'0'0,"-14"-13"2553"0"0,23 22-3525 0 0,0-1 1 0 0,0 0-1 0 0,0 0 0 0 0,0 1 0 0 0,0-1 0 0 0,0 0 1 0 0,0 1-1 0 0,-1-1 0 0 0,1 1 0 0 0,0 0 0 0 0,0-1 1 0 0,0 1-1 0 0,0 0 0 0 0,-1 0 0 0 0,1-1 1 0 0,0 1-1 0 0,0 0 0 0 0,-1 0 0 0 0,0 1 0 0 0,1-1-109 0 0,1 1-1 0 0,-1-1 1 0 0,1 1 0 0 0,-1-1-1 0 0,1 1 1 0 0,0-1-1 0 0,-1 1 1 0 0,1 0-1 0 0,0-1 1 0 0,-1 1 0 0 0,1 0-1 0 0,0-1 1 0 0,0 1-1 0 0,0 0 1 0 0,-1-1-1 0 0,1 1 1 0 0,0 0-1 0 0,0 0 1 0 0,0-1 0 0 0,0 1-1 0 0,0 0 1 0 0,0-1-1 0 0,1 1 1 0 0,-1 0-1 0 0,0 1 1 0 0,6 23 526 0 0,-4-19-460 0 0,16 97 240 0 0,-4 0-1 0 0,1 118 1 0 0,2 20-228 0 0,-16-222-459 0 0,2 0-1 0 0,1 0 1 0 0,0 0 0 0 0,1 0 0 0 0,1-1 0 0 0,1 0-1 0 0,14 28 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3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0 173 11522 0 0,'10'-12'432'0'0,"0"1"1"0"0,1 0-1 0 0,0 0 0 0 0,1 1 0 0 0,0 0 0 0 0,23-13 0 0 0,-7 7 279 0 0,0 1 0 0 0,36-13 0 0 0,-47 22-689 0 0,1 1 0 0 0,-1 1 0 0 0,1 0 1 0 0,-1 2-1 0 0,25-2 0 0 0,14 3-4927 0 0,-41 1-218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9674 0 0,'3'6'8468'0'0,"5"11"-6338"0"0,-4-8-1986 0 0,21 54 969 0 0,-19-44-982 0 0,17 34 1 0 0,-21-48-152 0 0,1-1 1 0 0,-1 0-1 0 0,1 0 1 0 0,0 0 0 0 0,0-1-1 0 0,0 1 1 0 0,1-1-1 0 0,-1 1 1 0 0,1-1 0 0 0,0 0-1 0 0,0 0 1 0 0,7 3-1 0 0,-9-5-34 0 0,0 0-1 0 0,0 0 0 0 0,0-1 0 0 0,0 1 1 0 0,0-1-1 0 0,0 1 0 0 0,-1-1 0 0 0,1 0 1 0 0,0 1-1 0 0,0-1 0 0 0,0 0 0 0 0,0-1 1 0 0,0 1-1 0 0,0 0 0 0 0,0 0 0 0 0,0-1 1 0 0,0 0-1 0 0,0 1 0 0 0,0-1 0 0 0,0 0 1 0 0,3-1-1 0 0,-2-1-46 0 0,1 0 0 0 0,-1 0 0 0 0,0 0 1 0 0,0 0-1 0 0,0 0 0 0 0,0 0 0 0 0,-1-1 0 0 0,1 1 0 0 0,2-8 0 0 0,1-1 24 0 0,0-1-1 0 0,-2 0 1 0 0,1 0-1 0 0,-2 0 1 0 0,4-20-1 0 0,-5 6 519 0 0,-3 21-97 0 0,2-1 1 0 0,-1 1-1 0 0,1-1 0 0 0,0 1 0 0 0,0-1 0 0 0,1 1 0 0 0,4-12 0 0 0,-6 18-312 0 0,0 0-1 0 0,0-1 1 0 0,0 1-1 0 0,1 0 1 0 0,-1 0-1 0 0,0-1 1 0 0,0 1-1 0 0,0 0 1 0 0,1 0-1 0 0,-1 0 1 0 0,0-1-1 0 0,0 1 1 0 0,0 0-1 0 0,1 0 1 0 0,-1 0 0 0 0,0 0-1 0 0,1-1 1 0 0,-1 1-1 0 0,0 0 1 0 0,0 0-1 0 0,1 0 1 0 0,-1 0-1 0 0,0 0 1 0 0,1 0-1 0 0,-1 0 1 0 0,0 0-1 0 0,1 0 1 0 0,-1 0-1 0 0,0 0 1 0 0,0 0-1 0 0,1 0 1 0 0,-1 0-1 0 0,0 0 1 0 0,1 0-1 0 0,-1 0 1 0 0,0 1-1 0 0,1-1 1 0 0,11 12 341 0 0,7 21-277 0 0,-17-30 42 0 0,12 26-143 0 0,-7-14-98 0 0,0 0 0 0 0,1 0 0 0 0,0-1 0 0 0,2 0 0 0 0,11 13 0 0 0,-20-25-70 0 0,1 1 0 0 0,0-1-1 0 0,0-1 1 0 0,0 1-1 0 0,0 0 1 0 0,1 0-1 0 0,-1-1 1 0 0,0 1-1 0 0,1-1 1 0 0,-1 0-1 0 0,1 0 1 0 0,0 0-1 0 0,-1 0 1 0 0,1 0-1 0 0,0-1 1 0 0,-1 1-1 0 0,1-1 1 0 0,0 1-1 0 0,0-1 1 0 0,-1 0-1 0 0,1 0 1 0 0,0 0-1 0 0,0-1 1 0 0,-1 1-1 0 0,1-1 1 0 0,0 1-1 0 0,0-1 1 0 0,-1 0-1 0 0,1 0 1 0 0,-1 0-1 0 0,1-1 1 0 0,-1 1-1 0 0,1 0 1 0 0,-1-1-1 0 0,0 0 1 0 0,4-3-1 0 0,-3 2-55 0 0,1 0 0 0 0,-1 0 1 0 0,0 0-1 0 0,0-1 0 0 0,0 1 0 0 0,0-1 0 0 0,-1 0 0 0 0,0 1 0 0 0,0-1 0 0 0,0-1 0 0 0,3-6 0 0 0,-2-1-299 0 0,0-1 0 0 0,2-21 0 0 0,-5 27 501 0 0,0 0 0 0 0,1 1 1 0 0,0-1-1 0 0,0 0 0 0 0,1 1 1 0 0,-1-1-1 0 0,2 1 0 0 0,-1 0 1 0 0,1-1-1 0 0,-1 1 0 0 0,2 0 1 0 0,-1 1-1 0 0,1-1 0 0 0,4-5 1 0 0,-6 9 292 0 0,0-1 1 0 0,0 1 0 0 0,1 0-1 0 0,-1 0 1 0 0,0 1 0 0 0,1-1 0 0 0,-1 0-1 0 0,1 1 1 0 0,0-1 0 0 0,-1 1-1 0 0,1 0 1 0 0,0 0 0 0 0,0 0 0 0 0,0 0-1 0 0,0 1 1 0 0,0-1 0 0 0,0 1-1 0 0,0 0 1 0 0,0 0 0 0 0,0 0-1 0 0,0 0 1 0 0,0 0 0 0 0,5 2 0 0 0,-4-1 246 0 0,0 1 0 0 0,0-1 1 0 0,0 1-1 0 0,-1 0 1 0 0,1 0-1 0 0,-1 0 0 0 0,0 1 1 0 0,6 5-1 0 0,13 17-513 0 0,-13-11 52 0 0,-1 0 1 0 0,0 1 0 0 0,-1 0 0 0 0,-1 1-1 0 0,7 22 1 0 0,-10-29-60 0 0,-3-9 4 0 0,0 1-1 0 0,0-1 1 0 0,0 0-1 0 0,0 0 1 0 0,0 0-1 0 0,0 1 1 0 0,0-1-1 0 0,0 0 1 0 0,0 0-1 0 0,0 0 1 0 0,0 1-1 0 0,0-1 1 0 0,0 0-1 0 0,0 0 1 0 0,0 0-1 0 0,0 0 1 0 0,1 1 0 0 0,-1-1-1 0 0,0 0 1 0 0,0 0-1 0 0,0 0 1 0 0,0 0-1 0 0,0 1 1 0 0,0-1-1 0 0,1 0 1 0 0,-1 0-1 0 0,0 0 1 0 0,0 0-1 0 0,0 0 1 0 0,0 0-1 0 0,1 0 1 0 0,-1 1-1 0 0,0-1 1 0 0,0 0 0 0 0,0 0-1 0 0,0 0 1 0 0,1 0-1 0 0,-1 0 1 0 0,0 0-1 0 0,0 0 1 0 0,0 0-1 0 0,1 0 1 0 0,-1 0-1 0 0,0 0 1 0 0,0 0-1 0 0,0 0 1 0 0,1 0-1 0 0,-1 0 1 0 0,0 0-1 0 0,0-1 1 0 0,7-11-83 0 0,1-19 14 0 0,-7 24 67 0 0,1-20-147 0 0,9-37 1 0 0,-10 58 129 0 0,1-1 1 0 0,0 1 0 0 0,0 0-1 0 0,0 0 1 0 0,1-1-1 0 0,0 2 1 0 0,0-1-1 0 0,1 0 1 0 0,0 1 0 0 0,0-1-1 0 0,7-6 1 0 0,-11 11 31 0 0,1 1 0 0 0,0-1 1 0 0,0 1-1 0 0,0-1 0 0 0,0 1 0 0 0,0-1 0 0 0,0 1 1 0 0,0 0-1 0 0,0-1 0 0 0,0 1 0 0 0,0 0 1 0 0,1 0-1 0 0,-1 0 0 0 0,0 0 0 0 0,0 0 1 0 0,0 0-1 0 0,0 0 0 0 0,0 0 0 0 0,0 0 1 0 0,0 1-1 0 0,0-1 0 0 0,0 0 0 0 0,0 1 1 0 0,0-1-1 0 0,0 1 0 0 0,0-1 0 0 0,0 1 1 0 0,0-1-1 0 0,0 1 0 0 0,0 0 0 0 0,-1-1 1 0 0,1 1-1 0 0,0 0 0 0 0,0 0 0 0 0,-1-1 1 0 0,2 3-1 0 0,27 39 554 0 0,-22-32-483 0 0,-1 1-206 0 0,1-1 0 0 0,1 0 1 0 0,-1-1-1 0 0,2 1 0 0 0,-1-1 0 0 0,18 13 1 0 0,-15-13-571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4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129 358 11058 0 0,'-2'-4'524'0'0,"1"1"0"0"0,-1-1-1 0 0,0 0 1 0 0,0 0 0 0 0,0 1-1 0 0,0 0 1 0 0,0-1 0 0 0,-1 1-1 0 0,0 0 1 0 0,1 0 0 0 0,-1 0-1 0 0,0 0 1 0 0,-7-4-1 0 0,8 6-412 0 0,1 1-1 0 0,-1-1 0 0 0,1 0 0 0 0,-1 1 0 0 0,0-1 0 0 0,1 1 0 0 0,-1 0 0 0 0,0-1 0 0 0,1 1 0 0 0,-1 0 0 0 0,0 0 1 0 0,1 0-1 0 0,-1 0 0 0 0,0 0 0 0 0,0 1 0 0 0,1-1 0 0 0,-1 0 0 0 0,0 1 0 0 0,1-1 0 0 0,-1 1 0 0 0,1 0 1 0 0,-1 0-1 0 0,1-1 0 0 0,-1 1 0 0 0,1 0 0 0 0,-1 0 0 0 0,1 0 0 0 0,0 1 0 0 0,0-1 0 0 0,-1 0 0 0 0,1 0 0 0 0,0 1 1 0 0,0-1-1 0 0,0 0 0 0 0,-1 3 0 0 0,-3 4-74 0 0,1 1 1 0 0,-1 0-1 0 0,1 0 1 0 0,1 0-1 0 0,0 1 1 0 0,0-1-1 0 0,1 1 1 0 0,0-1 0 0 0,1 1-1 0 0,0 0 1 0 0,0 0-1 0 0,1 0 1 0 0,0-1-1 0 0,1 1 1 0 0,0 0-1 0 0,3 12 1 0 0,-3-17-41 0 0,1 1 0 0 0,0-1 1 0 0,0 0-1 0 0,0 1 0 0 0,0-1 0 0 0,1 0 1 0 0,0 0-1 0 0,0 0 0 0 0,0-1 0 0 0,1 1 1 0 0,0-1-1 0 0,7 7 0 0 0,-8-8-11 0 0,1 0 0 0 0,0-1 1 0 0,0 0-1 0 0,0 0 0 0 0,0 0 0 0 0,0 0 0 0 0,1-1 0 0 0,-1 1 1 0 0,0-1-1 0 0,1 0 0 0 0,-1-1 0 0 0,1 1 0 0 0,-1-1 1 0 0,1 0-1 0 0,-1 0 0 0 0,1 0 0 0 0,8-2 0 0 0,-6 1-145 0 0,0-1 0 0 0,-1 0 0 0 0,1 0 0 0 0,-1 0 0 0 0,0-1 0 0 0,1 0 1 0 0,-1 0-1 0 0,-1-1 0 0 0,1 1 0 0 0,0-1 0 0 0,-1 0 0 0 0,6-7 0 0 0,-2 3-207 0 0,-2-1 1 0 0,1-1 0 0 0,-1 0-1 0 0,-1 1 1 0 0,0-2-1 0 0,8-15 1 0 0,-4 0 169 0 0,-1-1 0 0 0,-1 1 0 0 0,-1-1 0 0 0,-1-1 0 0 0,2-34 0 0 0,-4 26 1376 0 0,-2 0 1 0 0,-1 0 0 0 0,-2 0-1 0 0,-10-61 1 0 0,11 96-1137 0 0,0 0-1 0 0,0 0 1 0 0,0 0 0 0 0,0 0-1 0 0,-1 0 1 0 0,1 0 0 0 0,0 0-1 0 0,-1 0 1 0 0,1 0 0 0 0,-1 0-1 0 0,1 0 1 0 0,-1 0 0 0 0,0 0-1 0 0,1 0 1 0 0,-1 0-1 0 0,0 0 1 0 0,1 1 0 0 0,-1-1-1 0 0,0 0 1 0 0,0 1 0 0 0,0-1-1 0 0,0 1 1 0 0,0-1 0 0 0,0 1-1 0 0,0-1 1 0 0,0 1-1 0 0,-2-1 1 0 0,3 1-14 0 0,-1 0 1 0 0,0 1-1 0 0,1-1 1 0 0,-1 1-1 0 0,0-1 0 0 0,1 0 1 0 0,-1 1-1 0 0,1-1 0 0 0,-1 1 1 0 0,1 0-1 0 0,-1-1 0 0 0,1 1 1 0 0,-1-1-1 0 0,1 1 1 0 0,-1 0-1 0 0,1-1 0 0 0,0 1 1 0 0,0 0-1 0 0,-1 0 0 0 0,1-1 1 0 0,0 1-1 0 0,0 0 0 0 0,0-1 1 0 0,-1 1-1 0 0,1 0 1 0 0,0 0-1 0 0,0 0 0 0 0,0-1 1 0 0,0 1-1 0 0,1 0 0 0 0,-1 0 1 0 0,0-1-1 0 0,0 1 1 0 0,0 0-1 0 0,1-1 0 0 0,-1 1 1 0 0,0 0-1 0 0,1 1 0 0 0,10 33 47 0 0,1 1 0 0 0,2-2 0 0 0,1 0 0 0 0,27 44 0 0 0,3 7-8 0 0,83 162-1901 0 0,-118-225 1225 0 0,-3 0-7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4 246 10594 0 0,'0'-1'173'0'0,"-1"-1"-1"0"0,1 1 0 0 0,-1 0 1 0 0,1 0-1 0 0,0-1 1 0 0,-1 1-1 0 0,1 0 0 0 0,0 0 1 0 0,0-1-1 0 0,0 1 1 0 0,0 0-1 0 0,0-1 0 0 0,0 1 1 0 0,0 0-1 0 0,1 0 1 0 0,-1-1-1 0 0,0 1 0 0 0,1 0 1 0 0,-1 0-1 0 0,1-1 1 0 0,-1 1-1 0 0,1 0 0 0 0,-1 0 1 0 0,1 0-1 0 0,0 0 1 0 0,0 0-1 0 0,0 0 0 0 0,-1 0 1 0 0,1 0-1 0 0,2-1 1 0 0,38-39 2782 0 0,-31 32-2294 0 0,16-15-620 0 0,2 0 1 0 0,40-25 0 0 0,-53 39-1746 0 0,0 1 0 0 0,0 1 1 0 0,1 0-1 0 0,1 2 0 0 0,-1-1 0 0 0,32-6 1 0 0,-47 13 1810 0 0,0 0 1 0 0,0 0 0 0 0,0 0-1 0 0,0 0 1 0 0,0 0 0 0 0,0 1-1 0 0,1-1 1 0 0,-1 0 0 0 0,0 1-1 0 0,0-1 1 0 0,0 1 0 0 0,0-1-1 0 0,0 1 1 0 0,0-1 0 0 0,0 1 0 0 0,0-1-1 0 0,0 1 1 0 0,-1 0 0 0 0,1 0-1 0 0,0 0 1 0 0,0-1 0 0 0,-1 1-1 0 0,1 0 1 0 0,0 0 0 0 0,-1 0-1 0 0,1 0 1 0 0,-1 0 0 0 0,2 2-1 0 0,12 39 5125 0 0,-7-18-3080 0 0,40 74 2101 0 0,6-4-4543 0 0,-41-80-3828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5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46 194 14283 0 0,'-5'-29'632'0'0,"1"8"136"0"0,1 3-616 0 0,-1 5-152 0 0,2 6 0 0 0,1 3 0 0 0,-2-2 649 0 0,0-5 103 0 0,-2-6 16 0 0,-1-2 8 0 0,2 1-328 0 0,0 4-72 0 0,2 4-16 0 0,4 5 0 0 0,7 3-4296 0 0,3 9 1663 0 0,-3 0-7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5:46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 68 7370 0 0,'-17'17'828'0'0,"9"-11"471"0"0,1 1 0 0 0,0 1 0 0 0,-11 14 0 0 0,16-20-959 0 0,1 1 0 0 0,-1 0-1 0 0,1 0 1 0 0,0-1-1 0 0,0 1 1 0 0,0 0-1 0 0,0 0 1 0 0,0 1-1 0 0,0-1 1 0 0,1 0-1 0 0,0 0 1 0 0,-1 0 0 0 0,1 0-1 0 0,0 0 1 0 0,1 1-1 0 0,0 3 1 0 0,3 14 247 0 0,1 0 1 0 0,1-1-1 0 0,1 0 1 0 0,15 29 0 0 0,-19-42-562 0 0,1 0 1 0 0,0 0-1 0 0,0-1 1 0 0,0 0 0 0 0,1 0-1 0 0,0 0 1 0 0,1 0-1 0 0,-1-1 1 0 0,1 0 0 0 0,0 0-1 0 0,0-1 1 0 0,0 1-1 0 0,1-1 1 0 0,0-1 0 0 0,0 1-1 0 0,7 2 1 0 0,-12-6-23 0 0,0 1-1 0 0,0 0 1 0 0,0-1 0 0 0,1 0 0 0 0,-1 1 0 0 0,0-1-1 0 0,0 0 1 0 0,0 0 0 0 0,0 0 0 0 0,1 0 0 0 0,-1-1 0 0 0,0 1-1 0 0,0-1 1 0 0,0 1 0 0 0,0-1 0 0 0,0 0 0 0 0,0 1-1 0 0,0-1 1 0 0,0 0 0 0 0,3-2 0 0 0,-3 1-28 0 0,1-1 0 0 0,-1 1 1 0 0,0-1-1 0 0,1 1 0 0 0,-1-1 1 0 0,0 0-1 0 0,0 0 0 0 0,-1 0 0 0 0,1 0 1 0 0,-1 0-1 0 0,3-7 0 0 0,-2 4-143 0 0,-1 0 0 0 0,1-1 0 0 0,-1 1 0 0 0,0-1 0 0 0,-1 1 1 0 0,1-1-1 0 0,-1 1 0 0 0,-1-1 0 0 0,1 1 0 0 0,-1-1 0 0 0,0 1 0 0 0,-1-1 0 0 0,-2-7 0 0 0,0 6-335 0 0,-1 1-1 0 0,0-1 1 0 0,0 1 0 0 0,-1 0-1 0 0,0 0 1 0 0,0 1 0 0 0,0 0 0 0 0,-1 0-1 0 0,0 0 1 0 0,0 1 0 0 0,-1 0-1 0 0,-11-6 1 0 0,-16-12 376 0 0,34 22 174 0 0,1 0 0 0 0,-1 1 0 0 0,1-1 0 0 0,-1 1 0 0 0,1-1 0 0 0,0 0 0 0 0,-1 1 0 0 0,1-1 0 0 0,0 0 0 0 0,-1 0 0 0 0,1 1 0 0 0,0-1 0 0 0,0 0 0 0 0,0 0 0 0 0,0 1 0 0 0,0-1 1 0 0,0 0-1 0 0,0 0 0 0 0,0 1 0 0 0,0-1 0 0 0,0 0 0 0 0,0 0 0 0 0,0 1 0 0 0,0-1 0 0 0,1 0 0 0 0,-1 0 0 0 0,0 1 0 0 0,0-1 0 0 0,1 0 0 0 0,-1 1 0 0 0,1-1 0 0 0,-1 0 0 0 0,0 1 0 0 0,1-1 0 0 0,0 1 0 0 0,-1-1 0 0 0,1 0 0 0 0,-1 1 0 0 0,1 0 0 0 0,-1-1 0 0 0,1 1 0 0 0,1-1 1 0 0,30-24 821 0 0,-29 24-745 0 0,5-4 13 0 0,25-17 1079 0 0,39-18 0 0 0,-63 35-941 0 0,1 1-1 0 0,-1 0 1 0 0,1 1 0 0 0,0 0-1 0 0,1 0 1 0 0,-1 1 0 0 0,0 1-1 0 0,1-1 1 0 0,14 1 0 0 0,-22 2-284 0 0,0-1 1 0 0,0 1 0 0 0,1-1 0 0 0,-1 1 0 0 0,0 0 0 0 0,0 0-1 0 0,0 1 1 0 0,0-1 0 0 0,0 1 0 0 0,0-1 0 0 0,0 1-1 0 0,-1 0 1 0 0,1 0 0 0 0,0 0 0 0 0,-1 0 0 0 0,0 1-1 0 0,1-1 1 0 0,-1 1 0 0 0,0-1 0 0 0,0 1 0 0 0,-1 0-1 0 0,4 5 1 0 0,1 5-77 0 0,-1 1 0 0 0,0 1-1 0 0,6 27 1 0 0,4 10-21 0 0,-15-51 107 0 0,0-1 1 0 0,1 1 0 0 0,-1-1-1 0 0,1 0 1 0 0,-1 1 0 0 0,1-1-1 0 0,0 0 1 0 0,-1 1 0 0 0,1-1 0 0 0,-1 0-1 0 0,1 1 1 0 0,-1-1 0 0 0,1 0-1 0 0,0 0 1 0 0,-1 0 0 0 0,1 0-1 0 0,0 0 1 0 0,-1 0 0 0 0,1 0 0 0 0,0 0-1 0 0,-1 0 1 0 0,1 0 0 0 0,0 0-1 0 0,-1 0 1 0 0,1 0 0 0 0,-1 0-1 0 0,1-1 1 0 0,0 1 0 0 0,-1 0 0 0 0,1 0-1 0 0,-1-1 1 0 0,1 1 0 0 0,-1 0-1 0 0,1-1 1 0 0,-1 1 0 0 0,1-1-1 0 0,-1 1 1 0 0,1 0 0 0 0,0-2 0 0 0,21-15 105 0 0,7-15-23 0 0,-17 17 34 0 0,2 0 1 0 0,0 1-1 0 0,17-13 1 0 0,-28 24-103 0 0,0 1 1 0 0,1 0-1 0 0,-1 0 0 0 0,0 0 1 0 0,1 0-1 0 0,0 0 0 0 0,-1 0 0 0 0,1 1 1 0 0,0 0-1 0 0,0 0 0 0 0,-1 0 1 0 0,1 0-1 0 0,0 1 0 0 0,0-1 1 0 0,0 1-1 0 0,0 0 0 0 0,0 0 1 0 0,0 1-1 0 0,0-1 0 0 0,0 1 0 0 0,4 1 1 0 0,-2 1 80 0 0,0 0-1 0 0,-1 1 1 0 0,1 0 0 0 0,-1 0 0 0 0,1 0 0 0 0,-1 1 0 0 0,-1-1 0 0 0,1 1-1 0 0,-1 0 1 0 0,1 1 0 0 0,-2-1 0 0 0,1 1 0 0 0,0 0 0 0 0,-1-1 0 0 0,3 9 0 0 0,-3-7-207 0 0,0-1 1 0 0,0 0 0 0 0,0 0 0 0 0,1 0 0 0 0,0 0 0 0 0,1-1 0 0 0,-1 1 0 0 0,1-1-1 0 0,0 0 1 0 0,0-1 0 0 0,1 1 0 0 0,-1-1 0 0 0,1 0 0 0 0,9 5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6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3417 0 0,'1'0'11'0'0,"-1"0"1"0"0,1 1-1 0 0,-1-1 1 0 0,1 0 0 0 0,-1 0-1 0 0,1 0 1 0 0,-1 1-1 0 0,1-1 1 0 0,-1 0-1 0 0,1 0 1 0 0,-1 0 0 0 0,1 0-1 0 0,-1 0 1 0 0,1 0-1 0 0,-1 0 1 0 0,1 0 0 0 0,-1 0-1 0 0,1 0 1 0 0,-1 0-1 0 0,1 0 1 0 0,-1 0-1 0 0,1 0 1 0 0,-1-1 0 0 0,1 1-1 0 0,-1 0 1 0 0,1 0-1 0 0,-1-1 1 0 0,1 1-1 0 0,31-23 10987 0 0,-31 24-10788 0 0,1-1 0 0 0,-1 1 0 0 0,0-1 0 0 0,1 1 0 0 0,-1 0 0 0 0,1-1 0 0 0,-1 1 0 0 0,0 0 0 0 0,0 0 0 0 0,0 0 0 0 0,1 0 0 0 0,-1 0 0 0 0,0 0 0 0 0,0 0 0 0 0,0 1 0 0 0,0-1 0 0 0,-1 0 0 0 0,1 1 0 0 0,0-1 0 0 0,0 0 0 0 0,-1 1 0 0 0,1-1 0 0 0,-1 1 0 0 0,1-1 0 0 0,-1 4 0 0 0,10 43 317 0 0,-9-42-262 0 0,18 221 1354 0 0,-5-46-2565 0 0,5-62-4770 0 0,-15-102-1137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6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 14283 0 0,'-7'-2'1400'0'0,"5"2"-1248"0"0,1 0-152 0 0,2 2-352 0 0,1-1-104 0 0,-1 3-24 0 0,-1 5 0 0 0,1 0 288 0 0,-1 5 64 0 0,3 2 0 0 0,-3 2 8 0 0,3 1-1576 0 0,-3 1-313 0 0,0-2-63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 8754 0 0,'3'-2'162'0'0,"0"0"1"0"0,0 1 0 0 0,0 0-1 0 0,0 0 1 0 0,0 0-1 0 0,1 0 1 0 0,-1 0 0 0 0,0 1-1 0 0,0-1 1 0 0,1 1-1 0 0,-1 0 1 0 0,0 0-1 0 0,0 0 1 0 0,1 0 0 0 0,-1 0-1 0 0,0 1 1 0 0,0 0-1 0 0,1 0 1 0 0,-1 0 0 0 0,0 0-1 0 0,0 0 1 0 0,0 0-1 0 0,0 1 1 0 0,0-1-1 0 0,-1 1 1 0 0,1 0 0 0 0,0 0-1 0 0,-1 0 1 0 0,1 0-1 0 0,-1 1 1 0 0,0-1 0 0 0,3 4-1 0 0,-1 1-107 0 0,1-1 0 0 0,-1 1 0 0 0,-1 0 0 0 0,0 0 0 0 0,0 0 0 0 0,0 1 0 0 0,0-1 0 0 0,-1 1 0 0 0,-1 0 0 0 0,1-1 0 0 0,-1 1 0 0 0,0 12 0 0 0,-2-4-398 0 0,2-2 8 0 0,7-31-49 0 0,-8 17 382 0 0,12-30-1105 0 0,26-48 1 0 0,-35 71 1006 0 0,2 0-1 0 0,-1 0 1 0 0,1 1-1 0 0,0 0 1 0 0,0 0-1 0 0,0 0 0 0 0,1 0 1 0 0,0 1-1 0 0,0 0 1 0 0,1 0-1 0 0,-1 1 1 0 0,14-7-1 0 0,-19 10 154 0 0,0 1 0 0 0,0-1 0 0 0,0 1 0 0 0,1 0 0 0 0,-1-1 0 0 0,0 1 0 0 0,1 0-1 0 0,-1 0 1 0 0,0 0 0 0 0,1 0 0 0 0,-1 0 0 0 0,0 0 0 0 0,0 0 0 0 0,1 0 0 0 0,-1 1 0 0 0,0-1 0 0 0,0 0 0 0 0,1 1-1 0 0,-1-1 1 0 0,0 1 0 0 0,0 0 0 0 0,0-1 0 0 0,0 1 0 0 0,0 0 0 0 0,1-1 0 0 0,-1 1 0 0 0,-1 0 0 0 0,1 0 0 0 0,0 0-1 0 0,0 0 1 0 0,0 0 0 0 0,0 0 0 0 0,-1 0 0 0 0,1 0 0 0 0,0 1 0 0 0,-1-1 0 0 0,1 0 0 0 0,-1 0 0 0 0,0 0-1 0 0,1 1 1 0 0,-1-1 0 0 0,0 2 0 0 0,3 8 695 0 0,-1 0-1 0 0,0 0 1 0 0,0 22 0 0 0,-2-22-565 0 0,11 121-905 0 0,-6-104-44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0,'3'0'309'0'0,"1"1"-1"0"0,-1-1 1 0 0,0 1-1 0 0,0 0 1 0 0,1 1 0 0 0,-1-1-1 0 0,0 0 1 0 0,0 1-1 0 0,0 0 1 0 0,0 0-1 0 0,-1 0 1 0 0,1 0 0 0 0,0 0-1 0 0,-1 0 1 0 0,1 1-1 0 0,-1-1 1 0 0,0 1-1 0 0,0 0 1 0 0,3 5-1 0 0,3 4 290 0 0,-1 0 0 0 0,-1 1-1 0 0,7 17 1 0 0,7 32 453 0 0,21 107 0 0 0,-22-84-3118 0 0,-17-71-2656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1 134 2761 0 0,'4'-12'209'0'0,"0"0"1"0"0,1 1-1 0 0,1 0 1 0 0,0 0-1 0 0,0 0 1 0 0,13-15-1 0 0,-17 23-39 0 0,0 0-1 0 0,0 0 1 0 0,1 0-1 0 0,-1 0 1 0 0,1 1-1 0 0,-1 0 1 0 0,1-1-1 0 0,0 1 1 0 0,0 0-1 0 0,0 0 1 0 0,0 0-1 0 0,1 1 1 0 0,-1-1-1 0 0,0 1 1 0 0,1 0-1 0 0,-1 0 1 0 0,1 0-1 0 0,-1 0 0 0 0,1 0 1 0 0,-1 1-1 0 0,1 0 1 0 0,0 0-1 0 0,-1 0 1 0 0,1 0-1 0 0,0 0 1 0 0,6 2-1 0 0,-8-1-21 0 0,1 0 0 0 0,-1 0-1 0 0,1 0 1 0 0,-1 1 0 0 0,1-1 0 0 0,-1 1-1 0 0,0-1 1 0 0,0 1 0 0 0,0 0 0 0 0,0 0-1 0 0,0 0 1 0 0,0 0 0 0 0,0 0-1 0 0,-1 0 1 0 0,1 0 0 0 0,-1 0 0 0 0,3 5-1 0 0,-3-2 26 0 0,1-1 0 0 0,-1 0 0 0 0,0 1 0 0 0,0-1 0 0 0,-1 1 0 0 0,0 0 0 0 0,1-1 0 0 0,-1 1 0 0 0,-2 7 0 0 0,-1 5 217 0 0,0-1-1 0 0,-2-1 1 0 0,0 1-1 0 0,-12 26 0 0 0,8-24-210 0 0,0-1-1 0 0,-19 29 0 0 0,1-16-4710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71 6913 0 0,'-4'4'322'0'0,"0"0"0"0"0,0 1 0 0 0,0-1 0 0 0,1 1-1 0 0,0 0 1 0 0,0-1 0 0 0,1 1 0 0 0,-1 1-1 0 0,1-1 1 0 0,0 0 0 0 0,0 0 0 0 0,1 1 0 0 0,-1-1-1 0 0,1 1 1 0 0,0 8 0 0 0,-1-3 101 0 0,2-1-1 0 0,-1 0 1 0 0,2 0 0 0 0,-1 0-1 0 0,1 1 1 0 0,1-1 0 0 0,4 18-1 0 0,-5-26-387 0 0,-1 0 0 0 0,1 0 0 0 0,0 0-1 0 0,-1 0 1 0 0,1 0 0 0 0,0-1 0 0 0,0 1 0 0 0,0 0-1 0 0,1 0 1 0 0,-1-1 0 0 0,0 1 0 0 0,1-1 0 0 0,-1 1-1 0 0,0-1 1 0 0,1 0 0 0 0,0 1 0 0 0,-1-1-1 0 0,1 0 1 0 0,0 0 0 0 0,0 0 0 0 0,-1 0 0 0 0,1-1-1 0 0,0 1 1 0 0,0 0 0 0 0,0-1 0 0 0,0 1 0 0 0,0-1-1 0 0,0 0 1 0 0,0 0 0 0 0,0 0 0 0 0,0 0 0 0 0,0 0-1 0 0,0 0 1 0 0,0 0 0 0 0,0-1 0 0 0,0 1-1 0 0,0 0 1 0 0,0-1 0 0 0,0 0 0 0 0,0 0 0 0 0,2 0-1 0 0,1-2 0 0 0,1 0-1 0 0,-1 0 0 0 0,0-1 1 0 0,0 1-1 0 0,0-1 0 0 0,0 0 0 0 0,0 0 1 0 0,-1-1-1 0 0,0 1 0 0 0,0-1 0 0 0,0 0 1 0 0,4-8-1 0 0,29-71-555 0 0,-30 63 450 0 0,2 0-1 0 0,1 1 0 0 0,0 0 0 0 0,20-29 1 0 0,-29 48 72 0 0,0 0 0 0 0,-1 0 0 0 0,1 0 0 0 0,0 0 0 0 0,0 0 1 0 0,0 0-1 0 0,0 0 0 0 0,0 0 0 0 0,0 0 0 0 0,0 1 0 0 0,0-1 0 0 0,0 0 1 0 0,0 1-1 0 0,0-1 0 0 0,1 1 0 0 0,-1-1 0 0 0,0 1 0 0 0,0-1 1 0 0,1 1-1 0 0,1 0 0 0 0,-2 0 8 0 0,0 0 0 0 0,0 1 0 0 0,1-1 0 0 0,-1 0 1 0 0,0 1-1 0 0,0-1 0 0 0,0 1 0 0 0,0 0 0 0 0,0-1 0 0 0,-1 1 0 0 0,1 0 0 0 0,0 0 0 0 0,0-1 0 0 0,0 1 1 0 0,-1 0-1 0 0,1 0 0 0 0,0 0 0 0 0,0 2 0 0 0,4 6 119 0 0,0 1 1 0 0,-1 0-1 0 0,-1 1 1 0 0,3 11-1 0 0,-1-4 215 0 0,1-4-178 0 0,0-1 0 0 0,1 1 0 0 0,1-1 0 0 0,12 16 0 0 0,5 4-5076 0 0,-23-30 4088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8.1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 6913 0 0,'0'0'79'0'0,"0"0"0"0"0,0 0 0 0 0,0 0 0 0 0,0-1 0 0 0,-1 1 0 0 0,1 0 0 0 0,0 0 0 0 0,0 0-1 0 0,-1 0 1 0 0,1 0 0 0 0,0 0 0 0 0,0 0 0 0 0,-1 0 0 0 0,1 0 0 0 0,0 0 0 0 0,0 0 0 0 0,-1 0-1 0 0,1 0 1 0 0,0 0 0 0 0,0 0 0 0 0,-1 0 0 0 0,1 0 0 0 0,0 0 0 0 0,0 0 0 0 0,-1 0 0 0 0,1 0-1 0 0,0 0 1 0 0,0 0 0 0 0,0 0 0 0 0,-1 1 0 0 0,1-1 0 0 0,0 0 0 0 0,0 0 0 0 0,-1 0 78 0 0,1 1-78 0 0,0-1 0 0 0,0 0 0 0 0,0 0 0 0 0,0 0 0 0 0,0 1 0 0 0,-1-1 0 0 0,1 0 0 0 0,0 0-1 0 0,0 0 1 0 0,0 1 0 0 0,0-1 0 0 0,0 0 0 0 0,0 0 0 0 0,0 1 0 0 0,0-1 0 0 0,0 0 0 0 0,0 0 0 0 0,0 1-1 0 0,0-1 1 0 0,0 1 0 0 0,-3 13 1602 0 0,6 13-801 0 0,1 0 0 0 0,1-1 0 0 0,1 0 0 0 0,2 0 0 0 0,16 41 0 0 0,-6-17-426 0 0,41 111 797 0 0,3 11-4082 0 0,-59-160 1109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6:58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0 188 6913 0 0,'25'-14'1011'0'0,"75"-40"2946"0"0,-49 25-3294 0 0,109-43 0 0 0,-137 63-2141 0 0,-3 0-81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0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102 155 1376 0 0,'-6'-16'829'0'0,"0"0"0"0"0,-1 1 0 0 0,0 0 1 0 0,-2 0-1 0 0,0 1 0 0 0,0-1 0 0 0,-1 2 0 0 0,-27-22 3783 0 0,37 35-4538 0 0,-2 14 1320 0 0,6 29-1627 0 0,-2-30 580 0 0,39 309 971 0 0,84 685-1074 0 0,-88-700-269 0 0,37 444 520 0 0,-51-114 494 0 0,-11-426-420 0 0,1 21 450 0 0,-27 145 470 0 0,1-142-915 0 0,15-10-473 0 0,-3 50-8 0 0,-5 115 340 0 0,7-261-354 0 0,-1-108-892 0 0,1 0 1 0 0,0 1 0 0 0,2-1 0 0 0,0 0 0 0 0,2 0 0 0 0,0 0-1 0 0,1-1 1 0 0,12 26 0 0 0,-8-26-4633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5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31 8290 0 0,'0'0'124'0'0,"-1"-1"0"0"0,1 1 0 0 0,-1-1-1 0 0,1 1 1 0 0,-1-1 0 0 0,1 0 0 0 0,-1 1 0 0 0,1-1 0 0 0,0 0 0 0 0,-1 1 0 0 0,1-1 0 0 0,0 0 0 0 0,0 0 0 0 0,0 1 0 0 0,-1-1 0 0 0,1 0-1 0 0,0 1 1 0 0,0-1 0 0 0,0 0 0 0 0,0 0 0 0 0,0 0 0 0 0,0 1 0 0 0,0-1 0 0 0,1 0 0 0 0,-1 1 0 0 0,0-1 0 0 0,0 0 0 0 0,0 0-1 0 0,1 1 1 0 0,-1-1 0 0 0,1 0 0 0 0,-1 1 0 0 0,0-1 0 0 0,1 1 0 0 0,-1-1 0 0 0,1 0 0 0 0,-1 1 0 0 0,1-1 0 0 0,-1 1 0 0 0,1-1 0 0 0,0 1-1 0 0,-1 0 1 0 0,1-1 0 0 0,0 1 0 0 0,-1-1 0 0 0,1 1 0 0 0,0 0 0 0 0,-1 0 0 0 0,1-1 0 0 0,0 1 0 0 0,-1 0 0 0 0,1 0 0 0 0,0 0 0 0 0,0 0-1 0 0,-1 0 1 0 0,1 0 0 0 0,0 0 0 0 0,0 0 0 0 0,-1 0 0 0 0,1 0 0 0 0,0 0 0 0 0,0 1 0 0 0,19 3 42 0 0,0 0 0 0 0,0 1 0 0 0,-1 1 0 0 0,0 1 0 0 0,0 1 0 0 0,-1 1 0 0 0,0 0-1 0 0,0 1 1 0 0,-1 1 0 0 0,-1 1 0 0 0,0 0 0 0 0,0 1 0 0 0,-1 1 0 0 0,-1 0 0 0 0,0 1 0 0 0,-1 1 0 0 0,18 28 0 0 0,-27-35-201 0 0,0-1 0 0 0,-1 1 0 0 0,0 0 1 0 0,-1 0-1 0 0,0 0 0 0 0,0 0 0 0 0,-1 1 0 0 0,0-1 0 0 0,0 0 0 0 0,-1 1 0 0 0,-1-1 1 0 0,0 0-1 0 0,0 0 0 0 0,0 1 0 0 0,-1-1 0 0 0,-1 0 0 0 0,-3 11 0 0 0,-1-3-68 0 0,-1 1 0 0 0,0-1 0 0 0,-1 0 0 0 0,0-1 0 0 0,-2 0 0 0 0,0 0 0 0 0,-20 21 0 0 0,4-16 98 0 0,27-20 5 0 0,-1-1-1 0 0,1 0 1 0 0,-1 0-1 0 0,1 0 1 0 0,0 0 0 0 0,-1 0-1 0 0,1 1 1 0 0,0-1-1 0 0,-1 0 1 0 0,1 0-1 0 0,-1 0 1 0 0,1 0-1 0 0,0 0 1 0 0,-1 0 0 0 0,1 0-1 0 0,0 0 1 0 0,-1 0-1 0 0,1 0 1 0 0,-1 0-1 0 0,1-1 1 0 0,0 1-1 0 0,-1 0 1 0 0,1 0-1 0 0,0 0 1 0 0,-1 0 0 0 0,1-1-1 0 0,-1 1 1 0 0,1-1-6 0 0,-1 0 1 0 0,1 0-1 0 0,0 0 1 0 0,-1 0 0 0 0,1 0-1 0 0,0 0 1 0 0,0 0-1 0 0,0 0 1 0 0,0 0-1 0 0,0 0 1 0 0,0 0 0 0 0,0 0-1 0 0,0 0 1 0 0,0 0-1 0 0,1 0 1 0 0,0-2-1 0 0,5-21-133 0 0,2-1-1 0 0,0 2 0 0 0,19-36 0 0 0,43-66-43 0 0,-37 67 284 0 0,3-1-9 0 0,-15 26 255 0 0,31-69 1 0 0,-52 102-284 0 0,1-1-1 0 0,-1 0 1 0 0,1 0 0 0 0,-1 0 0 0 0,0-1-1 0 0,1 1 1 0 0,-1 0 0 0 0,0 0 0 0 0,0 0 0 0 0,0 0-1 0 0,0 0 1 0 0,0 0 0 0 0,0 0 0 0 0,0 0-1 0 0,0-2 1 0 0,0 3-7 0 0,-1-1 1 0 0,1 1-1 0 0,0 0 0 0 0,-1 0 0 0 0,1 0 1 0 0,0-1-1 0 0,0 1 0 0 0,-1 0 0 0 0,1 0 1 0 0,0 0-1 0 0,-1 0 0 0 0,1 0 0 0 0,0 0 1 0 0,-1 0-1 0 0,1 0 0 0 0,0 0 0 0 0,-1 0 0 0 0,1 0 1 0 0,0 0-1 0 0,0 0 0 0 0,-1 0 0 0 0,1 0 1 0 0,0 0-1 0 0,-1 0 0 0 0,1 0 0 0 0,0 0 1 0 0,-1 0-1 0 0,1 0 0 0 0,0 0 0 0 0,-1 1 1 0 0,1-1-1 0 0,-3 2 114 0 0,0-1 0 0 0,1 1 0 0 0,-1 0-1 0 0,0 0 1 0 0,1 0 0 0 0,0 0 0 0 0,-1 0 0 0 0,1 1 0 0 0,-3 3 0 0 0,-1 4-126 0 0,1 0 0 0 0,0 1 1 0 0,0 0-1 0 0,1-1 0 0 0,0 2 0 0 0,1-1 1 0 0,0 0-1 0 0,1 1 0 0 0,-1 20 1 0 0,3-15-19 0 0,0 0 1 0 0,1 0 0 0 0,1 1 0 0 0,1-1 0 0 0,9 31-1 0 0,5-2-205 0 0,2-1-1 0 0,2-1 0 0 0,44 69 0 0 0,-42-79-1594 0 0,-12-21 49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5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0,'10'26'5516'0'0,"8"21"-2965"0"0,22 77 699 0 0,-8-44-4575 0 0,-20-54-5690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9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57 194 1376 0 0,'-21'1'643'0'0,"19"-1"-28"0"0,-1-1 0 0 0,1 1 0 0 0,0-1 0 0 0,-1 1 1 0 0,1-1-1 0 0,0 0 0 0 0,0 0 0 0 0,0 0 0 0 0,0 0 0 0 0,-8-8 2506 0 0,9 9-2807 0 0,1-1-1 0 0,-1 0 0 0 0,1 0 1 0 0,0 1-1 0 0,-1-1 0 0 0,1 0 0 0 0,0 0 1 0 0,0 0-1 0 0,-1 0 0 0 0,1 0 1 0 0,0 1-1 0 0,0-3 0 0 0,1 2-125 0 0,-1-1-1 0 0,0 1 1 0 0,1 0 0 0 0,-1-1-1 0 0,1 1 1 0 0,0 0-1 0 0,-1-1 1 0 0,1 1 0 0 0,0 0-1 0 0,0 0 1 0 0,0 0-1 0 0,0-1 1 0 0,0 1 0 0 0,0 0-1 0 0,0 0 1 0 0,2-1-1 0 0,14-10-9 0 0,-1 0 0 0 0,1 1 0 0 0,1 1 0 0 0,0 0-1 0 0,1 1 1 0 0,0 1 0 0 0,0 1 0 0 0,23-5 0 0 0,-36 11-179 0 0,0-1 0 0 0,0 1 0 0 0,0 0 0 0 0,0 1 0 0 0,0 0 0 0 0,0 0 1 0 0,0 0-1 0 0,0 1 0 0 0,0-1 0 0 0,0 1 0 0 0,0 1 0 0 0,0-1 0 0 0,0 1 0 0 0,0 0 1 0 0,-1 1-1 0 0,1-1 0 0 0,-1 1 0 0 0,1 0 0 0 0,-1 0 0 0 0,0 1 0 0 0,0 0 0 0 0,-1 0 1 0 0,1 0-1 0 0,-1 0 0 0 0,0 1 0 0 0,0-1 0 0 0,0 1 0 0 0,-1 0 0 0 0,1 0 0 0 0,-1 1 1 0 0,2 6-1 0 0,-2-5-14 0 0,-1 1 0 0 0,0-1 0 0 0,0 1 0 0 0,-1 0 0 0 0,0 0 0 0 0,0 0 0 0 0,-1 0 0 0 0,0 0 0 0 0,0 0 0 0 0,-1 0 0 0 0,0-1 0 0 0,0 1 0 0 0,-1 0 0 0 0,0 0 0 0 0,-5 11 0 0 0,-2 3-192 0 0,0 0 0 0 0,-2 0 0 0 0,-23 36 1 0 0,45-106-165 0 0,16-36 71 0 0,-2 2 325 0 0,-12 37 36 0 0,2 0 0 0 0,21-45 0 0 0,-39 102 3871 0 0,0-4-3908 0 0,1 1-1 0 0,1 0 1 0 0,-1-1-1 0 0,1 1 1 0 0,1 0-1 0 0,0 9 1 0 0,3 2 3 0 0,1 0 0 0 0,1 0 0 0 0,1-1 0 0 0,0 0 0 0 0,2 0 0 0 0,9 18 0 0 0,65 103 13 0 0,-76-130-148 0 0,1 1 1 0 0,1-1-1 0 0,0 0 0 0 0,17 15 0 0 0,5-6-6112 0 0,-11-11-725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10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 3225 0 0,'1'-4'385'0'0,"0"0"1"0"0,0 0-1 0 0,0 0 1 0 0,0 0 0 0 0,1 1-1 0 0,0-1 1 0 0,0 0-1 0 0,0 1 1 0 0,0-1-1 0 0,0 1 1 0 0,1 0-1 0 0,-1 0 1 0 0,1-1 0 0 0,0 2-1 0 0,0-1 1 0 0,0 0-1 0 0,6-3 1 0 0,-2 1-45 0 0,-1 1 0 0 0,0-1 1 0 0,1 2-1 0 0,0-1 0 0 0,0 1 0 0 0,0 0 1 0 0,0 0-1 0 0,13-2 0 0 0,-18 4-207 0 0,1 1 0 0 0,-1 0 0 0 0,1-1 0 0 0,-1 1 0 0 0,1 0 0 0 0,-1 1 1 0 0,0-1-1 0 0,1 0 0 0 0,-1 1 0 0 0,1-1 0 0 0,-1 1 0 0 0,0 0 0 0 0,1 0 0 0 0,-1 0 0 0 0,0 0 0 0 0,0 0 0 0 0,0 0 0 0 0,1 1 0 0 0,-1-1 0 0 0,-1 1 0 0 0,3 1 0 0 0,-1 0 3 0 0,-1 0 0 0 0,0 1 0 0 0,0-1 1 0 0,0 1-1 0 0,0 0 0 0 0,0 0 0 0 0,-1-1 0 0 0,1 1 0 0 0,-1 0 0 0 0,0 0 0 0 0,0 6 0 0 0,1 8 188 0 0,-1 0 0 0 0,-1 0 0 0 0,-1 0 0 0 0,-4 26 0 0 0,0-20-147 0 0,3-19-141 0 0,1 1 0 0 0,-1-1 0 0 0,1 1 0 0 0,1 0 0 0 0,-1-1 0 0 0,1 1 0 0 0,0 0 0 0 0,0 0-1 0 0,0-1 1 0 0,1 1 0 0 0,2 8 0 0 0,-2-13-34 0 0,0 0-1 0 0,0 0 1 0 0,0 0-1 0 0,0 0 1 0 0,0 0-1 0 0,0 0 1 0 0,0 0-1 0 0,0 0 1 0 0,0-1-1 0 0,1 1 1 0 0,-1 0-1 0 0,0-1 1 0 0,0 1-1 0 0,1-1 1 0 0,-1 0-1 0 0,0 1 1 0 0,1-1-1 0 0,-1 0 1 0 0,1 0-1 0 0,-1 0 1 0 0,0 0-1 0 0,1 0 1 0 0,-1 0-1 0 0,1 0 1 0 0,-1 0-1 0 0,0-1 1 0 0,1 1-1 0 0,-1 0 1 0 0,0-1-1 0 0,1 1 1 0 0,-1-1-1 0 0,2-1 1 0 0,45-22 201 0 0,-43 21-181 0 0,4-2-33 0 0,-1 0 0 0 0,1 0 1 0 0,1 1-1 0 0,-1 0 0 0 0,1 1 1 0 0,17-5-1 0 0,-25 8 14 0 0,1 0 0 0 0,-1-1 1 0 0,1 1-1 0 0,-1 0 0 0 0,1 1 1 0 0,-1-1-1 0 0,1 0 0 0 0,-1 1 0 0 0,1-1 1 0 0,-1 1-1 0 0,0 0 0 0 0,1 0 0 0 0,-1 0 1 0 0,0 0-1 0 0,1 0 0 0 0,-1 0 1 0 0,0 1-1 0 0,0-1 0 0 0,0 1 0 0 0,0-1 1 0 0,0 1-1 0 0,-1 0 0 0 0,1 0 1 0 0,0 0-1 0 0,-1 0 0 0 0,0 0 0 0 0,1 0 1 0 0,-1 0-1 0 0,0 0 0 0 0,0 1 0 0 0,0-1 1 0 0,1 4-1 0 0,1 4 139 0 0,0 1-1 0 0,-1 0 1 0 0,-1-1-1 0 0,1 1 1 0 0,-2 0-1 0 0,1 0 1 0 0,-2 0-1 0 0,1 0 1 0 0,-1 0-1 0 0,-1 0 1 0 0,0 0-1 0 0,-1-1 1 0 0,0 1-1 0 0,0-1 1 0 0,-1 0 0 0 0,-7 14-1 0 0,1-6 29 0 0,0 0 0 0 0,-1 0 0 0 0,0-1 0 0 0,-2 0 0 0 0,0-1-1 0 0,0-1 1 0 0,-30 25 0 0 0,32-33-823 0 0,9-7 308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2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1 326 5065 0 0,'26'-4'1272'0'0,"100"-11"483"0"0,163-12 1529 0 0,152 4-2070 0 0,156-3-1305 0 0,-316 20 225 0 0,424-63 1 0 0,-509 37 200 0 0,363-54 1069 0 0,-292 62-332 0 0,2 11 1 0 0,296 25-1 0 0,-294 14-853 0 0,-240-21-363 0 0,-1 2 1 0 0,0 1-1 0 0,0 1 0 0 0,-1 2 0 0 0,0 1 1 0 0,48 27-1 0 0,-25 1-2846 0 0,-31-21-2211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3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170 166 5529 0 0,'-167'28'3193'0'0,"167"-28"-3164"0"0,0 0 0 0 0,1 0 0 0 0,-1 0 0 0 0,0 1 0 0 0,0-1 0 0 0,0 0 0 0 0,0 0-1 0 0,0 0 1 0 0,0 0 0 0 0,0 0 0 0 0,0 0 0 0 0,0 0 0 0 0,0 1 0 0 0,0-1 0 0 0,0 0 0 0 0,0 0 0 0 0,0 0 0 0 0,0 0 0 0 0,0 0 0 0 0,0 0 0 0 0,0 1 0 0 0,0-1 0 0 0,0 0 0 0 0,0 0 0 0 0,0 0 0 0 0,0 0 0 0 0,0 0 0 0 0,0 0-1 0 0,0 0 1 0 0,0 1 0 0 0,0-1 0 0 0,0 0 0 0 0,0 0 0 0 0,0 0 0 0 0,0 0 0 0 0,0 0 0 0 0,-1 0 0 0 0,1 0 0 0 0,0 0 0 0 0,0 1 0 0 0,0-1 0 0 0,0 0 0 0 0,0 0 0 0 0,0 0 0 0 0,0 0 0 0 0,-1 0 0 0 0,1 0 0 0 0,0 0 0 0 0,0 0-1 0 0,0 0 1 0 0,0 0 0 0 0,0 0 0 0 0,0 0 0 0 0,-1 0 0 0 0,1 0 0 0 0,0 0 0 0 0,0 0 0 0 0,19 6 919 0 0,29 2-238 0 0,21-5-35 0 0,102-8 1 0 0,5 0-274 0 0,194 24 162 0 0,-63-1-449 0 0,248-33-331 0 0,-1-43 174 0 0,180-11 860 0 0,-147 53 92 0 0,109-7-477 0 0,-359-8 268 0 0,-142 11-1171 0 0,-130 12-4400 0 0,-37 5-196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7.6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0 211 4145 0 0,'10'-5'546'0'0,"0"0"0"0"0,1 1 0 0 0,-1 1 0 0 0,1 0 0 0 0,0 0 1 0 0,0 1-1 0 0,0 0 0 0 0,0 1 0 0 0,0 0 0 0 0,0 1 0 0 0,22 3 0 0 0,-28-3-328 0 0,1 1 1 0 0,-1 0-1 0 0,0 1 0 0 0,1-1 0 0 0,-1 1 0 0 0,0 0 1 0 0,0 1-1 0 0,0-1 0 0 0,-1 1 0 0 0,1 0 0 0 0,-1 0 1 0 0,1 0-1 0 0,-1 1 0 0 0,0 0 0 0 0,6 7 0 0 0,-6-5-61 0 0,1 0-1 0 0,-1 1 1 0 0,-1-1 0 0 0,0 1-1 0 0,0 0 1 0 0,0 0-1 0 0,-1 1 1 0 0,0-1-1 0 0,0 0 1 0 0,1 11-1 0 0,-2-2-91 0 0,0 1 0 0 0,-1 0 0 0 0,-1 0 0 0 0,0 0 0 0 0,-1-1 0 0 0,-1 1 0 0 0,-1-1 0 0 0,0 0 0 0 0,-10 25 0 0 0,85-253-3996 0 0,-52 149 3562 0 0,19-69 751 0 0,-16 42 2988 0 0,-20 81-2759 0 0,-4 18 103 0 0,-8 29 935 0 0,2 1-1 0 0,-4 46 1 0 0,11-71-1660 0 0,1-1 0 0 0,0 1-1 0 0,1-1 1 0 0,1 0 0 0 0,0 1 0 0 0,0-1 0 0 0,2 0-1 0 0,-1 0 1 0 0,2 0 0 0 0,9 19 0 0 0,0-7-374 0 0,1-1 0 0 0,1-1 0 0 0,1 0 0 0 0,2-1 0 0 0,0-1 0 0 0,28 24-1 0 0,-23-24-6660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07.9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88 7746 0 0,'2'-5'242'0'0,"0"1"-1"0"0,1 0 1 0 0,0-1 0 0 0,0 1 0 0 0,0 0 0 0 0,0 0 0 0 0,0 1 0 0 0,1-1-1 0 0,0 1 1 0 0,-1 0 0 0 0,5-3 0 0 0,-2 0 402 0 0,-2 3-301 0 0,0 0 0 0 0,0 0 1 0 0,0 0-1 0 0,1 0 0 0 0,-1 0 1 0 0,0 1-1 0 0,1 0 0 0 0,0 0 0 0 0,0 0 1 0 0,-1 0-1 0 0,1 1 0 0 0,0 0 1 0 0,8-1-1 0 0,-10 2-247 0 0,0 0-1 0 0,0 0 0 0 0,0 1 1 0 0,0-1-1 0 0,0 1 1 0 0,0 0-1 0 0,0 0 1 0 0,-1 0-1 0 0,1 0 1 0 0,0 0-1 0 0,0 0 1 0 0,-1 1-1 0 0,1 0 1 0 0,-1-1-1 0 0,1 1 1 0 0,-1 0-1 0 0,0 0 1 0 0,0 0-1 0 0,0 1 1 0 0,0-1-1 0 0,0 0 1 0 0,0 1-1 0 0,-1-1 1 0 0,2 4-1 0 0,5 10 58 0 0,0 1 0 0 0,-2 0 0 0 0,0 0-1 0 0,-1 1 1 0 0,0 0 0 0 0,-2 0 0 0 0,2 24-1 0 0,10 40 185 0 0,-15-79-266 0 0,0-1 0 0 0,1 0 0 0 0,0 1 0 0 0,0-1 0 0 0,-1 0 0 0 0,1 0-1 0 0,1 1 1 0 0,-1-1 0 0 0,0 0 0 0 0,0 0 0 0 0,1 0 0 0 0,-1 0 0 0 0,3 2 0 0 0,-3-4-31 0 0,0 1 1 0 0,0-1-1 0 0,0 0 1 0 0,0 1-1 0 0,0-1 1 0 0,0 0-1 0 0,0 0 0 0 0,0 0 1 0 0,0 0-1 0 0,0 0 1 0 0,0 0-1 0 0,0 0 1 0 0,0 0-1 0 0,0 0 1 0 0,0-1-1 0 0,0 1 1 0 0,0 0-1 0 0,0-1 1 0 0,0 1-1 0 0,0 0 1 0 0,0-1-1 0 0,0 1 1 0 0,0-1-1 0 0,0 0 1 0 0,-1 1-1 0 0,1-1 0 0 0,0 0 1 0 0,0 1-1 0 0,-1-1 1 0 0,1 0-1 0 0,0 0 1 0 0,-1 0-1 0 0,1 0 1 0 0,53-69 361 0 0,-37 45-139 0 0,25-27 0 0 0,-37 45-1029 0 0,1 1-1 0 0,0 1 1 0 0,1-1 0 0 0,-1 1 0 0 0,1 1 0 0 0,0-1 0 0 0,0 1 0 0 0,1 0-1 0 0,8-3 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3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0 606 4145 0 0,'28'10'646'0'0,"1"-2"-1"0"0,-1-1 1 0 0,1-1-1 0 0,0-1 1 0 0,0-2 0 0 0,1-1-1 0 0,43-2 1 0 0,627-107 1177 0 0,-346 43-661 0 0,371-10 1471 0 0,6 59-1758 0 0,-711 15-875 0 0,462-6 0 0 0,-1-42 0 0 0,-17-52 319 0 0,-189 38 136 0 0,-96 23-158 0 0,247-47 417 0 0,-347 73-770 0 0,124-16-2270 0 0,-147 26-3206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4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72 605 5065 0 0,'-7'-3'714'0'0,"0"0"-1"0"0,0-1 1 0 0,0 1 0 0 0,1-2-1 0 0,-1 1 1 0 0,1-1-1 0 0,0 0 1 0 0,0 0 0 0 0,-6-8-1 0 0,12 13-664 0 0,0-1 0 0 0,0 1 0 0 0,0-1 0 0 0,0 1 0 0 0,0-1 0 0 0,0 0-1 0 0,0 1 1 0 0,0-1 0 0 0,0 1 0 0 0,0-1 0 0 0,1 0 0 0 0,-1 1 0 0 0,0-1 0 0 0,0 1-1 0 0,0-1 1 0 0,1 1 0 0 0,-1-1 0 0 0,0 1 0 0 0,1-1 0 0 0,-1 1 0 0 0,0-1 0 0 0,1 1-1 0 0,-1-1 1 0 0,1 1 0 0 0,-1 0 0 0 0,1-1 0 0 0,-1 1 0 0 0,1 0 0 0 0,-1-1 0 0 0,1 1 0 0 0,-1 0-1 0 0,1 0 1 0 0,0-1 0 0 0,22-10-24 0 0,-21 10 42 0 0,34-11-107 0 0,1 2-1 0 0,0 1 1 0 0,0 2-1 0 0,56-4 1 0 0,-33 4 66 0 0,1153-118 1148 0 0,-1063 111-724 0 0,959-97 1063 0 0,52 23 506 0 0,-481 33-1646 0 0,-55 3-133 0 0,-434 34-5598 0 0,-137 10-726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5.7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37 133 4609 0 0,'-15'-61'1812'0'0,"12"44"150"0"0,-1 0-1 0 0,-8-20 0 0 0,11 62 2094 0 0,0 10-3643 0 0,9 60 307 0 0,41 179 1 0 0,-31-191-646 0 0,113 731 213 0 0,-92-490-240 0 0,34 358 98 0 0,-54-351-145 0 0,-27 384 0 0 0,7 26 0 0 0,2-717 0 0 0,24 495 145 0 0,33-2 14 0 0,-35-366 1431 0 0,6 178-1 0 0,-29-296-1325 0 0,-5 51-1 0 0,-4-34-2775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6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33 146 8290 0 0,'-6'-14'988'0'0,"1"-1"1"0"0,1 0 0 0 0,-4-26-1 0 0,-1-2 3075 0 0,17 65-3248 0 0,1 1-1 0 0,18 33 0 0 0,4 10 200 0 0,-26-54-1021 0 0,2 7-94 0 0,1 0 1 0 0,1 0-1 0 0,1-1 0 0 0,0 0 1 0 0,14 16-1 0 0,-22-31 80 0 0,1 0-1 0 0,-1 0 0 0 0,1 0 1 0 0,0 0-1 0 0,0-1 1 0 0,0 1-1 0 0,0-1 1 0 0,0 0-1 0 0,1 1 1 0 0,-1-2-1 0 0,1 1 1 0 0,0 0-1 0 0,-1-1 1 0 0,1 1-1 0 0,0-1 1 0 0,0 0-1 0 0,0-1 1 0 0,0 1-1 0 0,0-1 0 0 0,0 1 1 0 0,0-1-1 0 0,0 0 1 0 0,0-1-1 0 0,0 1 1 0 0,0-1-1 0 0,-1 1 1 0 0,1-1-1 0 0,0-1 1 0 0,0 1-1 0 0,0 0 1 0 0,-1-1-1 0 0,6-3 1 0 0,-4 3-44 0 0,-1-1 1 0 0,1 0 0 0 0,-1 0 0 0 0,1 0 0 0 0,-1 0 0 0 0,0-1 0 0 0,-1 0-1 0 0,1 1 1 0 0,-1-2 0 0 0,1 1 0 0 0,-1 0 0 0 0,-1-1 0 0 0,1 1 0 0 0,0-1-1 0 0,-1 0 1 0 0,0 0 0 0 0,0 0 0 0 0,-1 0 0 0 0,1 0 0 0 0,-1 0 0 0 0,0 0 0 0 0,0-9-1 0 0,-1-6 92 0 0,0 0 0 0 0,-2 0 0 0 0,0 0-1 0 0,-9-31 1 0 0,9 39-23 0 0,1 10-3 0 0,0 0 0 0 0,1 0-1 0 0,0 1 1 0 0,-1-1 0 0 0,1 0 0 0 0,0 0 0 0 0,0 0-1 0 0,0 0 1 0 0,0 0 0 0 0,0 0 0 0 0,1 0 0 0 0,-1-2-1 0 0,1 4 1 0 0,0 0-1 0 0,-1 0 1 0 0,1 0-1 0 0,0 0 1 0 0,0 0-1 0 0,-1 0 0 0 0,1 0 1 0 0,0 0-1 0 0,-1 1 1 0 0,1-1-1 0 0,0 0 1 0 0,-1 0-1 0 0,1 1 1 0 0,0-1-1 0 0,-1 0 0 0 0,1 1 1 0 0,-1-1-1 0 0,1 0 1 0 0,0 1-1 0 0,-1-1 1 0 0,1 1-1 0 0,-1-1 0 0 0,0 1 1 0 0,1 0-1 0 0,-1-1 1 0 0,1 1-1 0 0,-1-1 1 0 0,0 1-1 0 0,1 0 1 0 0,-1 0-1 0 0,6 5 135 0 0,0 0 0 0 0,0 0 0 0 0,0-1 1 0 0,1 0-1 0 0,-1 0 0 0 0,1 0 0 0 0,0-1 0 0 0,1 0 0 0 0,-1-1 1 0 0,1 1-1 0 0,-1-1 0 0 0,1-1 0 0 0,0 0 0 0 0,0 0 0 0 0,1 0 1 0 0,-1-1-1 0 0,0 0 0 0 0,0-1 0 0 0,13 0 0 0 0,-12 0 36 0 0,-1-1 1 0 0,1 1-1 0 0,-1-1 0 0 0,0-1 1 0 0,1 1-1 0 0,14-6 0 0 0,-22 6-145 0 0,1 1 1 0 0,0-1-1 0 0,0 0 0 0 0,-1 0 0 0 0,1 0 1 0 0,-1 0-1 0 0,1 0 0 0 0,-1 0 0 0 0,1-1 0 0 0,-1 1 1 0 0,0 0-1 0 0,1-1 0 0 0,-1 1 0 0 0,0-1 1 0 0,0 1-1 0 0,0-1 0 0 0,0 0 0 0 0,0 1 1 0 0,-1-1-1 0 0,1 0 0 0 0,0 0 0 0 0,-1 1 1 0 0,1-1-1 0 0,-1 0 0 0 0,0 0 0 0 0,1 0 1 0 0,-1 0-1 0 0,0 0 0 0 0,0 0 0 0 0,-1 1 1 0 0,1-1-1 0 0,0 0 0 0 0,0 0 0 0 0,-1 0 1 0 0,1 0-1 0 0,-2-2 0 0 0,-23-63-2393 0 0,22 54 1480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43 246 3225 0 0,'3'-4'490'0'0,"0"0"0"0"0,0 0 0 0 0,0 0 0 0 0,-1-1 1 0 0,0 0-1 0 0,0 1 0 0 0,0-1 0 0 0,0 0 0 0 0,-1 0 1 0 0,1-5-1 0 0,6-51 4565 0 0,-7 50-4380 0 0,-1 1 0 0 0,0-1-1 0 0,-1 1 1 0 0,0-1 0 0 0,-3-11-1 0 0,3 19-599 0 0,1 0-1 0 0,-1 0 1 0 0,0 1-1 0 0,0-1 0 0 0,0 0 1 0 0,0 1-1 0 0,0-1 0 0 0,0 1 1 0 0,-1-1-1 0 0,1 1 1 0 0,-1-1-1 0 0,0 1 0 0 0,0 0 1 0 0,0 0-1 0 0,0 0 0 0 0,0 0 1 0 0,0 0-1 0 0,-1 1 1 0 0,1-1-1 0 0,0 1 0 0 0,-1-1 1 0 0,0 1-1 0 0,-3-2 0 0 0,5 3-57 0 0,0 0-1 0 0,0 0 0 0 0,0 0 0 0 0,0 0 0 0 0,0 0 0 0 0,0 0 0 0 0,0 0 0 0 0,0 0 0 0 0,0 0 0 0 0,0 0 0 0 0,0 1 0 0 0,0-1 0 0 0,1 0 0 0 0,-1 1 0 0 0,0-1 0 0 0,0 1 0 0 0,0-1 0 0 0,0 1 0 0 0,1-1 0 0 0,-1 1 0 0 0,0-1 0 0 0,1 1 0 0 0,-1 0 0 0 0,0-1 0 0 0,1 1 0 0 0,-1 0 0 0 0,1 0 0 0 0,-1 0 0 0 0,1-1 0 0 0,-1 1 1 0 0,1 0-1 0 0,0 0 0 0 0,-1 0 0 0 0,1 0 0 0 0,0 0 0 0 0,0 0 0 0 0,-1 0 0 0 0,1-1 0 0 0,0 1 0 0 0,0 0 0 0 0,0 0 0 0 0,0 0 0 0 0,0 0 0 0 0,1 1 0 0 0,-1 3 48 0 0,0-1 0 0 0,0 0 0 0 0,1 0 1 0 0,-1 0-1 0 0,1 0 0 0 0,0 0 0 0 0,0 0 0 0 0,1 0 0 0 0,1 4 0 0 0,2-2-112 0 0,0 0 0 0 0,0 0 0 0 0,0-1 0 0 0,0 1 0 0 0,1-1 0 0 0,0-1-1 0 0,0 1 1 0 0,1-1 0 0 0,7 5 0 0 0,68 29-724 0 0,-61-29 641 0 0,-19-8 37 0 0,15 7-200 0 0,0-2 0 0 0,1 1 0 0 0,26 4 0 0 0,-39-10 23 0 0,-1 0 0 0 0,1 0 0 0 0,-1-1 0 0 0,1 0 0 0 0,0 0 0 0 0,-1 0 0 0 0,1 0 0 0 0,-1-1 0 0 0,1 0 0 0 0,-1 0 0 0 0,1 0 0 0 0,-1 0 0 0 0,1-1 0 0 0,-1 0 0 0 0,0 0 0 0 0,0 0 0 0 0,0 0-1 0 0,0-1 1 0 0,6-4 0 0 0,-1-4-1160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3225 0 0,'3'-16'185'0'0,"6"-23"2256"0"0,12 15 8015 0 0,-13 55-8963 0 0,-8-28-1161 0 0,7 19-739 0 0,1 0 0 0 0,1-1 0 0 0,21 36 0 0 0,-19-36-1742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7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89 9218 0 0,'-4'-15'-117'0'0,"3"10"832"0"0,0-1 0 0 0,0 1 0 0 0,-1 0 0 0 0,0-1 0 0 0,0 1 0 0 0,0 0 1 0 0,-1 0-1 0 0,1 0 0 0 0,-1 0 0 0 0,0 1 0 0 0,-1-1 0 0 0,1 1 0 0 0,-5-5 0 0 0,7 10-805 0 0,1 0 1 0 0,0-1-1 0 0,-1 1 0 0 0,1-1 0 0 0,0 1 1 0 0,0 0-1 0 0,-1-1 0 0 0,1 1 0 0 0,0 0 1 0 0,0-1-1 0 0,0 1 0 0 0,0 0 1 0 0,0 0-1 0 0,0-1 0 0 0,0 1 0 0 0,0 0 1 0 0,0-1-1 0 0,0 1 0 0 0,1 0 0 0 0,-1-1 1 0 0,0 1-1 0 0,0-1 0 0 0,1 1 0 0 0,-1 1 1 0 0,6 22-4088 0 0,0-7 1278 0 0,-1 1-21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161 358 2761 0 0,'-3'-25'211'0'0,"2"20"544"0"0,0 1 0 0 0,0-1 0 0 0,-1 1 0 0 0,1 0 0 0 0,-1 0 0 0 0,-4-6 0 0 0,5 7-404 0 0,-1 1 1 0 0,1 0-1 0 0,-1 0 0 0 0,1 0 0 0 0,-1 1 1 0 0,0-1-1 0 0,0 0 0 0 0,0 1 0 0 0,0-1 1 0 0,0 1-1 0 0,0-1 0 0 0,-1 1 1 0 0,1 0-1 0 0,0 0 0 0 0,-1 0 0 0 0,1 0 1 0 0,0 1-1 0 0,-1-1 0 0 0,1 1 0 0 0,-1-1 1 0 0,1 1-1 0 0,-1 0 0 0 0,-3 0 1 0 0,2 1-252 0 0,0-1 0 0 0,0 1 0 0 0,1 1 0 0 0,-1-1 0 0 0,0 0 0 0 0,1 1 0 0 0,-1 0 0 0 0,1 0 0 0 0,0 0 0 0 0,0 0 0 0 0,-1 0 0 0 0,1 1 0 0 0,1-1 0 0 0,-1 1 0 0 0,0 0 1 0 0,1 0-1 0 0,-1 0 0 0 0,1 0 0 0 0,0 0 0 0 0,0 0 0 0 0,0 1 0 0 0,0-1 0 0 0,-1 5 0 0 0,0 0-136 0 0,0-1 1 0 0,0 2-1 0 0,1-1 1 0 0,0 0-1 0 0,0 0 1 0 0,1 1-1 0 0,0-1 0 0 0,1 0 1 0 0,0 14-1 0 0,0-17-51 0 0,1 0-1 0 0,0 1 1 0 0,0-1-1 0 0,1 0 1 0 0,0 0-1 0 0,0 0 1 0 0,0 0-1 0 0,0-1 1 0 0,1 1-1 0 0,-1-1 1 0 0,1 1-1 0 0,0-1 1 0 0,1 0-1 0 0,-1 0 1 0 0,1 0-1 0 0,0 0 1 0 0,0-1-1 0 0,0 0 1 0 0,8 6 0 0 0,-6-6-185 0 0,0 0 1 0 0,1 0 0 0 0,-1-1 0 0 0,1 0-1 0 0,0 0 1 0 0,0 0 0 0 0,0-1 0 0 0,0 0-1 0 0,0 0 1 0 0,0 0 0 0 0,0-1 0 0 0,0-1-1 0 0,0 1 1 0 0,8-2 0 0 0,-12 1 117 0 0,0 0 1 0 0,0 1-1 0 0,0-1 1 0 0,0 1-1 0 0,0 0 1 0 0,0 0-1 0 0,0 0 1 0 0,0 0-1 0 0,0 1 1 0 0,0-1-1 0 0,0 1 1 0 0,0-1-1 0 0,0 1 1 0 0,0 0-1 0 0,4 3 1 0 0,-5-3 86 0 0,-1 1 0 0 0,0 0 0 0 0,1-1 0 0 0,-1 1 0 0 0,0 0 0 0 0,0 0 0 0 0,0 0 0 0 0,0 0 0 0 0,0 0 0 0 0,-1 0 0 0 0,1 0 0 0 0,-1 0 0 0 0,1 0 0 0 0,-1 0 0 0 0,0 0 0 0 0,0 0 0 0 0,0 0 0 0 0,0 0 0 0 0,0 1 0 0 0,0-1 0 0 0,0 0 0 0 0,-1 0 0 0 0,0 2 0 0 0,-3 17-186 0 0,0-2-1 0 0,-1 1 1 0 0,-12 29-1 0 0,13-39 193 0 0,-1 0 0 0 0,0 0 0 0 0,-1 0 0 0 0,1-1 0 0 0,-2 0 0 0 0,1 0 0 0 0,-1-1 0 0 0,-10 10 0 0 0,16-17 75 0 0,0 0 0 0 0,0 0 0 0 0,0 0 0 0 0,0 0 0 0 0,0 0 0 0 0,0 0 0 0 0,-1 0 0 0 0,1-1 0 0 0,0 1 0 0 0,-1 0 0 0 0,1-1 0 0 0,0 1 0 0 0,-1-1 0 0 0,1 1 0 0 0,-1-1 0 0 0,1 0 0 0 0,-1 1 0 0 0,1-1 0 0 0,-1 0 0 0 0,1 0 0 0 0,-1 0 0 0 0,1 0 0 0 0,-1 0 0 0 0,1-1 0 0 0,-1 1 0 0 0,-1-1 0 0 0,2 0 67 0 0,0 0 0 0 0,0 0 1 0 0,0-1-1 0 0,0 1 0 0 0,0 0 1 0 0,0 0-1 0 0,1-1 0 0 0,-1 1 0 0 0,0-1 1 0 0,1 1-1 0 0,-1-1 0 0 0,1 1 1 0 0,0-1-1 0 0,-1 1 0 0 0,1-1 1 0 0,0 1-1 0 0,0-1 0 0 0,0 1 0 0 0,0-1 1 0 0,0 1-1 0 0,0-1 0 0 0,0 1 1 0 0,1-1-1 0 0,-1 1 0 0 0,1-3 0 0 0,10-37 711 0 0,1 0 0 0 0,24-51 0 0 0,1-5 56 0 0,-23 57-752 0 0,52-170 2225 0 0,-54 167-1688 0 0,-3 0 1 0 0,7-85-1 0 0,-18 103-93 0 0,-2 23 316 0 0,1 16-72 0 0,2-5-716 0 0,0 1 0 0 0,1-1 0 0 0,0 0 0 0 0,1 1 1 0 0,0-1-1 0 0,0 0 0 0 0,1 1 0 0 0,0-1 0 0 0,1 0 0 0 0,-1-1 0 0 0,2 1 0 0 0,7 14 0 0 0,5 5-136 0 0,2 0-1 0 0,29 33 0 0 0,-29-38-47 0 0,0 1-1 0 0,25 46 1 0 0,-36-52-238 0 0,-6-14 175 0 0,1 1 0 0 0,0 0 0 0 0,0-1 0 0 0,0 0 0 0 0,0 0 0 0 0,0 1 0 0 0,1-1 0 0 0,0-1 1 0 0,0 1-1 0 0,3 3 0 0 0,-5-6 175 0 0,0-1 0 0 0,0 0 1 0 0,-1 0-1 0 0,1 0 0 0 0,0 0 0 0 0,0 0 1 0 0,0 0-1 0 0,0 0 0 0 0,-1 0 0 0 0,1-1 1 0 0,0 1-1 0 0,0 0 0 0 0,-1 0 0 0 0,1-1 1 0 0,0 1-1 0 0,0 0 0 0 0,-1-1 0 0 0,1 1 1 0 0,0-1-1 0 0,-1 1 0 0 0,1-1 0 0 0,0 1 1 0 0,-1-1-1 0 0,1 1 0 0 0,-1-1 0 0 0,1 0 1 0 0,-1 1-1 0 0,1-1 0 0 0,-1 0 0 0 0,0 1 1 0 0,1-1-1 0 0,-1-1 0 0 0,16-27 30 0 0,-15 27-30 0 0,25-61 282 0 0,-20 44-265 0 0,2 0 1 0 0,0 0-1 0 0,1 1 0 0 0,0 0 1 0 0,2 1-1 0 0,0 0 0 0 0,16-18 0 0 0,-26 33 44 0 0,1 0-1 0 0,0 1 1 0 0,0-1-1 0 0,0 0 1 0 0,1 1-1 0 0,-1-1 0 0 0,0 1 1 0 0,0 0-1 0 0,1 0 1 0 0,-1 0-1 0 0,1 0 0 0 0,-1 0 1 0 0,1 0-1 0 0,-1 1 1 0 0,1-1-1 0 0,0 1 1 0 0,-1 0-1 0 0,1-1 0 0 0,-1 1 1 0 0,1 1-1 0 0,0-1 1 0 0,-1 0-1 0 0,1 1 0 0 0,0-1 1 0 0,-1 1-1 0 0,1 0 1 0 0,-1-1-1 0 0,1 1 0 0 0,-1 1 1 0 0,5 1-1 0 0,4 5 363 0 0,1 1 0 0 0,-1 0 0 0 0,-1 0 0 0 0,18 20 0 0 0,5 4-567 0 0,-26-27-115 0 0,1 0 0 0 0,0-1 1 0 0,16 10-1 0 0,-4-7-704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8 6913 0 0,'-3'-7'3050'0'0,"3"7"-2941"0"0,-1 0-1 0 0,1 0 1 0 0,0 0 0 0 0,0-1 0 0 0,-1 1 0 0 0,1 0 0 0 0,0 0 0 0 0,-1 0 0 0 0,1 0 0 0 0,0 0 0 0 0,0 0-1 0 0,-1 0 1 0 0,1 0 0 0 0,-10 11 2359 0 0,-4 18-252 0 0,12-18-1993 0 0,1 0-1 0 0,0 0 0 0 0,0 0 1 0 0,1 1-1 0 0,0-1 0 0 0,1 0 1 0 0,1 0-1 0 0,-1 0 0 0 0,2 0 0 0 0,-1 0 1 0 0,2-1-1 0 0,4 12 0 0 0,6 8-374 0 0,2 0-1 0 0,32 45 1 0 0,-23-36-264 0 0,-13-20-400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8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0 219 13363 0 0,'0'-5'186'0'0,"1"-1"0"0"0,-1 1 0 0 0,1 0 1 0 0,0-1-1 0 0,0 1 0 0 0,1 0 0 0 0,0 0 0 0 0,0 0 0 0 0,0 0 1 0 0,0 0-1 0 0,1 0 0 0 0,-1 1 0 0 0,1-1 0 0 0,1 1 1 0 0,-1 0-1 0 0,1 0 0 0 0,-1 0 0 0 0,1 0 0 0 0,0 1 0 0 0,8-6 1 0 0,4-4-3 0 0,1 2 0 0 0,0 0 0 0 0,1 1 0 0 0,23-10 0 0 0,13-1-843 0 0,29-3-4690 0 0,-79 23 4987 0 0,12-4-155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49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32 223 2304 0 0,'-28'14'2701'0'0,"27"-14"-2625"0"0,1 0 0 0 0,0 0 1 0 0,0 1-1 0 0,-1-1 0 0 0,1 0 0 0 0,0 0 1 0 0,0 0-1 0 0,0 1 0 0 0,-1-1 1 0 0,1 0-1 0 0,0 0 0 0 0,0 1 0 0 0,0-1 1 0 0,0 0-1 0 0,0 0 0 0 0,0 1 1 0 0,-1-1-1 0 0,1 0 0 0 0,0 0 1 0 0,0 1-1 0 0,0-1 0 0 0,0 0 0 0 0,0 1 1 0 0,0-1-1 0 0,0 0 0 0 0,0 0 1 0 0,0 1-1 0 0,0-1 0 0 0,0 0 1 0 0,0 1-1 0 0,0-1 0 0 0,1 0 0 0 0,-1 1 1 0 0,18 6 1982 0 0,3-4-1311 0 0,0-2-1 0 0,0 0 1 0 0,0-2 0 0 0,41-5-1 0 0,-1 0 52 0 0,288-6 1730 0 0,60-4-885 0 0,476-99-704 0 0,-241 19-1092 0 0,-600 92-421 0 0,0 2-1 0 0,72 7 1 0 0,-96-2-5701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0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1496 1 7834 0 0,'-2'1'202'0'0,"1"0"1"0"0,0 1-1 0 0,0-1 1 0 0,-1 1 0 0 0,1-1-1 0 0,0 1 1 0 0,0-1-1 0 0,0 1 1 0 0,1 0-1 0 0,-1-1 1 0 0,0 1 0 0 0,1 0-1 0 0,-1 0 1 0 0,1-1-1 0 0,-1 1 1 0 0,1 0 0 0 0,0 0-1 0 0,0 0 1 0 0,0 2-1 0 0,0 48 3046 0 0,1-34-1880 0 0,4 205 3118 0 0,14 113-2718 0 0,4 130-1838 0 0,-18 612 70 0 0,13-158 0 0 0,-3-380 0 0 0,24 52-10 0 0,38-3 132 0 0,-62-513-47 0 0,27 83 0 0 0,7 27-81 0 0,-54-190-21 0 0,0 0 0 0 0,1 0-1 0 0,-1 1 1 0 0,-1-1 0 0 0,1 1 0 0 0,0 1 0 0 0,-1-1 0 0 0,1 1-1 0 0,-9-3 1 0 0,-73-25-40 0 0,68 25 13 0 0,0 1-1 0 0,-1 0 0 0 0,1 2 1 0 0,-1 0-1 0 0,0 2 1 0 0,-37 2-1 0 0,-122 29 21 0 0,41-5-555 0 0,95-21 516 0 0,-52 7-439 0 0,-150 37 0 0 0,72-5-165 0 0,-1-8-1 0 0,-212 16 1 0 0,351-48-6028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0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22 223 9674 0 0,'-1'0'221'0'0,"0"0"1"0"0,0 1-1 0 0,0-1 0 0 0,0 0 1 0 0,0 0-1 0 0,0 0 0 0 0,1 0 1 0 0,-1 0-1 0 0,0 0 0 0 0,0 0 1 0 0,0 0-1 0 0,0 0 0 0 0,0 0 1 0 0,0-1-1 0 0,0 1 0 0 0,-6-1 2171 0 0,14 14-1197 0 0,21 40 766 0 0,-13-25-1328 0 0,0 0 1 0 0,28 36-1 0 0,-38-57-630 0 0,0-1 0 0 0,1 0-1 0 0,0 0 1 0 0,0 0 0 0 0,0-1 0 0 0,1 1-1 0 0,0-2 1 0 0,0 1 0 0 0,0-1 0 0 0,0 0-1 0 0,1 0 1 0 0,-1-1 0 0 0,1 0 0 0 0,9 2-1 0 0,-13-5-18 0 0,0 0 1 0 0,0 0-1 0 0,0 0 0 0 0,0 0 0 0 0,0-1 0 0 0,0 0 0 0 0,0 1 0 0 0,-1-2 0 0 0,1 1 0 0 0,0 0 0 0 0,-1-1 0 0 0,1 1 0 0 0,-1-1 0 0 0,1 0 0 0 0,-1 0 0 0 0,0-1 0 0 0,0 1 0 0 0,0-1 0 0 0,0 1 0 0 0,0-1 0 0 0,0 0 0 0 0,-1 0 0 0 0,4-5 0 0 0,1-1-36 0 0,-1-1 0 0 0,1 0-1 0 0,-2 0 1 0 0,1-1 0 0 0,-1 1-1 0 0,5-20 1 0 0,-6 0-125 0 0,-4 25 163 0 0,0 1 1 0 0,1 0 0 0 0,-1-1-1 0 0,1 1 1 0 0,0 0 0 0 0,0-1-1 0 0,0 1 1 0 0,0 0 0 0 0,1 0-1 0 0,-1 0 1 0 0,1 0 0 0 0,5-7-1 0 0,-7 11 16 0 0,1 0 0 0 0,0-1 1 0 0,0 1-1 0 0,0 0 0 0 0,-1 0 0 0 0,1 0 0 0 0,0 0 0 0 0,0 0 0 0 0,0 0 0 0 0,-1 0 1 0 0,1 0-1 0 0,0 0 0 0 0,0 0 0 0 0,0 0 0 0 0,-1 0 0 0 0,1 1 0 0 0,0-1 0 0 0,0 0 1 0 0,-1 1-1 0 0,1-1 0 0 0,0 0 0 0 0,0 1 0 0 0,-1-1 0 0 0,1 1 0 0 0,-1-1 0 0 0,1 1 1 0 0,0-1-1 0 0,-1 1 0 0 0,1 0 0 0 0,0 1 0 0 0,20 24 43 0 0,-16-21 31 0 0,3 5 3 0 0,0-1 1 0 0,1 0 0 0 0,0-1-1 0 0,0 0 1 0 0,1 0-1 0 0,1-1 1 0 0,-1 0-1 0 0,1-1 1 0 0,0 0 0 0 0,0-1-1 0 0,1 0 1 0 0,14 4-1 0 0,-19-7-46 0 0,0 0 0 0 0,0-1 0 0 0,1 0 0 0 0,-1 0 0 0 0,0 0 0 0 0,1-1 0 0 0,-1 0 0 0 0,1-1 0 0 0,-1 0 0 0 0,1 0 0 0 0,-1 0 0 0 0,0-1-1 0 0,0 0 1 0 0,0 0 0 0 0,0-1 0 0 0,0 0 0 0 0,0 0 0 0 0,-1-1 0 0 0,1 0 0 0 0,-1 0 0 0 0,10-9 0 0 0,-11 7 3 0 0,1 0-1 0 0,-1 0 1 0 0,-1-1 0 0 0,1 0 0 0 0,-1 0-1 0 0,0 0 1 0 0,-1-1 0 0 0,1 1 0 0 0,-2-1-1 0 0,1 0 1 0 0,-1 0 0 0 0,0 0-1 0 0,-1 0 1 0 0,0 0 0 0 0,0 0 0 0 0,0 0-1 0 0,-1 0 1 0 0,-1 0 0 0 0,1 0 0 0 0,-1-1-1 0 0,-3-8 1 0 0,1 3-41 0 0,0-1 1 0 0,-1 2-1 0 0,0-1 1 0 0,-2 0-1 0 0,1 1 0 0 0,-2 0 1 0 0,1 1-1 0 0,-2-1 1 0 0,0 1-1 0 0,0 0 0 0 0,-14-14 1 0 0,7 14-1882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1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0,'3'1'173'0'0,"1"1"1"0"0,0 0-1 0 0,-1 1 0 0 0,0-1 1 0 0,1 1-1 0 0,-1-1 0 0 0,0 1 1 0 0,0 0-1 0 0,0 0 0 0 0,-1 1 0 0 0,1-1 1 0 0,-1 0-1 0 0,0 1 0 0 0,0 0 1 0 0,0-1-1 0 0,0 1 0 0 0,0 0 1 0 0,-1 0-1 0 0,0 0 0 0 0,0 0 1 0 0,0 0-1 0 0,0 6 0 0 0,5 27 307 0 0,-2-1 1 0 0,-2 1-1 0 0,-4 68 0 0 0,1-89-848 0 0,3 14 310 0 0,1-19 58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1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58 6913 0 0,'-1'5'328'0'0,"1"1"-1"0"0,0 0 0 0 0,0-1 0 0 0,0 1 0 0 0,1-1 0 0 0,0 1 0 0 0,0-1 0 0 0,0 1 0 0 0,1-1 0 0 0,0 1 1 0 0,3 5-1 0 0,0 7 440 0 0,2 6 162 0 0,1 8 614 0 0,19 47 1 0 0,-24-71-1338 0 0,0-1 1 0 0,0 0 0 0 0,1-1-1 0 0,0 1 1 0 0,1 0-1 0 0,-1-1 1 0 0,1 0 0 0 0,0 0-1 0 0,1-1 1 0 0,-1 1 0 0 0,1-1-1 0 0,9 5 1 0 0,-13-8-108 0 0,0-1 0 0 0,1 1-1 0 0,-1-1 1 0 0,1 0 0 0 0,-1 0 0 0 0,1 0 0 0 0,-1-1-1 0 0,1 1 1 0 0,0-1 0 0 0,-1 1 0 0 0,1-1 0 0 0,0 0 0 0 0,0 0-1 0 0,-1 0 1 0 0,1 0 0 0 0,0-1 0 0 0,-1 1 0 0 0,1-1 0 0 0,0 1-1 0 0,2-2 1 0 0,-1 0-2 0 0,0-1 1 0 0,0 1-1 0 0,0-1 0 0 0,-1 1 0 0 0,1-1 1 0 0,-1 0-1 0 0,1-1 0 0 0,-1 1 0 0 0,0 0 1 0 0,-1-1-1 0 0,4-4 0 0 0,2-7 80 0 0,0 0 0 0 0,-1 0 1 0 0,0-1-1 0 0,-1 0 0 0 0,5-22 0 0 0,-11 37-166 0 0,4-13 75 0 0,0-1 1 0 0,-1 1 0 0 0,0-1 0 0 0,-2 0 0 0 0,1 0 0 0 0,-2 0-1 0 0,0 0 1 0 0,-2-15 0 0 0,13 50-201 0 0,1 0 0 0 0,0 0-1 0 0,2-2 1 0 0,0 1 0 0 0,22 20 0 0 0,-31-35 117 0 0,0-1 0 0 0,0 0 1 0 0,1-1-1 0 0,-1 1 0 0 0,1-1 1 0 0,-1 0-1 0 0,1 0 0 0 0,0-1 1 0 0,-1 0-1 0 0,1 0 0 0 0,0 0 1 0 0,11 0-1 0 0,16 3 212 0 0,-30-4-224 0 0,0 1 1 0 0,0-1-1 0 0,-1 0 0 0 0,1 0 0 0 0,0 0 0 0 0,0 0 0 0 0,0 0 1 0 0,0-1-1 0 0,0 1 0 0 0,-1-1 0 0 0,1 0 0 0 0,0 1 1 0 0,0-1-1 0 0,-1-1 0 0 0,1 1 0 0 0,-1 0 0 0 0,1-1 0 0 0,2-1 1 0 0,-2 0 8 0 0,0 0 1 0 0,0-1-1 0 0,0 1 1 0 0,0-1-1 0 0,0 1 1 0 0,-1-1-1 0 0,1 0 1 0 0,-1 0-1 0 0,0 0 1 0 0,2-7 0 0 0,0-2-32 0 0,-1 0 1 0 0,0 0 0 0 0,-1 0 0 0 0,0 0 0 0 0,-1-1 0 0 0,-2-23 0 0 0,-2 0-640 0 0,1 12-5205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2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8 147 6449 0 0,'-2'-9'838'0'0,"0"0"-1"0"0,1 0 0 0 0,-1 0 1 0 0,2 1-1 0 0,-1-2 0 0 0,1 1 1 0 0,1 0-1 0 0,0 0 1 0 0,2-12-1 0 0,-2 19-679 0 0,0-1 0 0 0,0 1 1 0 0,0 0-1 0 0,0-1 0 0 0,0 1 1 0 0,0 0-1 0 0,1 0 0 0 0,-1-1 0 0 0,1 1 1 0 0,-1 0-1 0 0,1 0 0 0 0,0 1 0 0 0,0-1 1 0 0,0 0-1 0 0,0 1 0 0 0,0-1 1 0 0,0 1-1 0 0,0 0 0 0 0,1-1 0 0 0,-1 1 1 0 0,0 0-1 0 0,1 0 0 0 0,-1 1 1 0 0,1-1-1 0 0,-1 0 0 0 0,1 1 0 0 0,-1 0 1 0 0,1-1-1 0 0,0 1 0 0 0,-1 0 0 0 0,1 0 1 0 0,-1 1-1 0 0,1-1 0 0 0,-1 0 1 0 0,1 1-1 0 0,2 1 0 0 0,1-1-118 0 0,-1 0 0 0 0,0 1-1 0 0,0-1 1 0 0,0 1 0 0 0,0 0 0 0 0,0 1 0 0 0,0-1-1 0 0,0 1 1 0 0,-1 0 0 0 0,0 1 0 0 0,1-1-1 0 0,-1 1 1 0 0,0-1 0 0 0,-1 1 0 0 0,1 0 0 0 0,-1 1-1 0 0,1-1 1 0 0,-1 0 0 0 0,0 1 0 0 0,-1 0-1 0 0,1 0 1 0 0,-1 0 0 0 0,0 0 0 0 0,-1 0-1 0 0,3 8 1 0 0,1 11-3 0 0,-2 0-1 0 0,0 0 1 0 0,-1 0 0 0 0,-2 34-1 0 0,-1-32 162 0 0,1-25-178 0 0,0-1 0 0 0,0 1 0 0 0,0 0 0 0 0,-1 0-1 0 0,1 0 1 0 0,0 0 0 0 0,0 0 0 0 0,0 0 0 0 0,1-1 0 0 0,-1 1 0 0 0,0 0 0 0 0,0 0 0 0 0,0 0-1 0 0,1 0 1 0 0,-1 0 0 0 0,0-1 0 0 0,1 1 0 0 0,-1 0 0 0 0,1 0 0 0 0,-1-1 0 0 0,1 1 0 0 0,-1 0-1 0 0,1-1 1 0 0,-1 1 0 0 0,1 0 0 0 0,0-1 0 0 0,-1 1 0 0 0,3 0 0 0 0,-2-1 1 0 0,0 0 0 0 0,1 0 0 0 0,-1-1 0 0 0,0 1 0 0 0,0 0 0 0 0,1-1 1 0 0,-1 1-1 0 0,0-1 0 0 0,0 1 0 0 0,0-1 0 0 0,0 0 0 0 0,1 1 0 0 0,-1-1 0 0 0,0 0 1 0 0,0 0-1 0 0,1-1 0 0 0,6-6 78 0 0,0-1-1 0 0,14-19 1 0 0,4-16-27 0 0,-17 28-1118 0 0,1-1 1 0 0,16-18 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3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36 188 7370 0 0,'-27'-8'12542'0'0,"22"24"-12410"0"0,4-8-25 0 0,0 0 1 0 0,0 0-1 0 0,0 0 0 0 0,1 0 0 0 0,1 0 0 0 0,-1 0 1 0 0,1 0-1 0 0,0 0 0 0 0,1 0 0 0 0,0-1 0 0 0,0 1 0 0 0,1 0 1 0 0,0-1-1 0 0,0 0 0 0 0,1 1 0 0 0,0-1 0 0 0,0-1 1 0 0,1 1-1 0 0,-1-1 0 0 0,7 7 0 0 0,-6-7-97 0 0,1 0 1 0 0,-1-1-1 0 0,1 0 1 0 0,1 0-1 0 0,-1 0 0 0 0,1 0 1 0 0,-1-1-1 0 0,1 0 0 0 0,0-1 1 0 0,1 0-1 0 0,-1 0 0 0 0,1 0 1 0 0,-1-1-1 0 0,1 0 1 0 0,0 0-1 0 0,-1-1 0 0 0,1 0 1 0 0,0-1-1 0 0,0 1 0 0 0,10-2 1 0 0,-13 0-6 0 0,-1 1-1 0 0,1-1 1 0 0,0 0 0 0 0,-1-1 0 0 0,0 1 0 0 0,1-1-1 0 0,-1 0 1 0 0,0 0 0 0 0,0 0 0 0 0,0 0 0 0 0,0-1-1 0 0,0 0 1 0 0,-1 0 0 0 0,1 0 0 0 0,-1 0 0 0 0,0 0-1 0 0,0-1 1 0 0,0 1 0 0 0,0-1 0 0 0,0 0 0 0 0,-1 0-1 0 0,0 0 1 0 0,0 0 0 0 0,2-6 0 0 0,0 0-15 0 0,-2-1-1 0 0,0 1 1 0 0,0-1 0 0 0,0 0 0 0 0,-2 1 0 0 0,1-1 0 0 0,-1 0 0 0 0,-1 1 0 0 0,-2-14-1 0 0,3 23 12 0 0,0 1 0 0 0,0 0 0 0 0,0 0 0 0 0,0 0 0 0 0,0-1 0 0 0,0 1 0 0 0,0 0 0 0 0,0 0 0 0 0,0-1 0 0 0,0 1 0 0 0,0 0 0 0 0,0 0 0 0 0,0-1 0 0 0,0 1 0 0 0,0 0 0 0 0,0 0-1 0 0,1-1 1 0 0,-1 1 0 0 0,0 0 0 0 0,0 0 0 0 0,0 0 0 0 0,0-1 0 0 0,0 1 0 0 0,0 0 0 0 0,1 0 0 0 0,-1 0 0 0 0,0 0 0 0 0,0 0 0 0 0,0-1 0 0 0,1 1 0 0 0,-1 0 0 0 0,0 0-1 0 0,0 0 1 0 0,0 0 0 0 0,1 0 0 0 0,-1 0 0 0 0,0 0 0 0 0,1 0 0 0 0,12 1 57 0 0,18 12 42 0 0,-27-11-93 0 0,2 1 8 0 0,0-1 1 0 0,0 0 0 0 0,0 0-1 0 0,0 0 1 0 0,0-1 0 0 0,1 0-1 0 0,-1 0 1 0 0,0 0 0 0 0,1-1-1 0 0,12-1 1 0 0,-16 1-8 0 0,0-1 0 0 0,0 0 0 0 0,0 0 1 0 0,0 0-1 0 0,0-1 0 0 0,0 1 0 0 0,0-1 0 0 0,0 1 0 0 0,0-1 1 0 0,-1 0-1 0 0,1 0 0 0 0,-1 0 0 0 0,1-1 0 0 0,-1 1 0 0 0,0 0 1 0 0,0-1-1 0 0,0 0 0 0 0,0 1 0 0 0,0-1 0 0 0,-1 0 0 0 0,1 0 1 0 0,-1 0-1 0 0,2-3 0 0 0,-1-3-28 0 0,1 0-1 0 0,-1 0 1 0 0,-1 0 0 0 0,1 0 0 0 0,-2 0-1 0 0,1-1 1 0 0,-1 1 0 0 0,-1 0 0 0 0,0 0-1 0 0,0 0 1 0 0,0 0 0 0 0,-2 0 0 0 0,1 0-1 0 0,-1 0 1 0 0,0 0 0 0 0,0 1 0 0 0,-1 0 0 0 0,-1-1-1 0 0,1 1 1 0 0,-1 1 0 0 0,-12-15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7:53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 6913 0 0,'37'-5'2529'0'0,"-32"3"-1745"0"0,0 1 0 0 0,-1 0 0 0 0,2 0 0 0 0,-1 1 0 0 0,0-1 0 0 0,7 1 0 0 0,-10 1-542 0 0,0-1 0 0 0,0 1 0 0 0,0 0 0 0 0,0-1-1 0 0,0 1 1 0 0,0 0 0 0 0,0 0 0 0 0,0 0 0 0 0,-1 0 0 0 0,1 1 0 0 0,0-1 0 0 0,0 0 0 0 0,-1 1 0 0 0,1-1 0 0 0,-1 1 0 0 0,1 0-1 0 0,-1-1 1 0 0,0 1 0 0 0,2 3 0 0 0,-1 1-146 0 0,1 0 1 0 0,-1 0-1 0 0,0 1 0 0 0,-1-1 0 0 0,1 1 1 0 0,-1-1-1 0 0,0 1 0 0 0,-1 0 0 0 0,0 12 1 0 0,-1-12 27 0 0,1 0 1 0 0,1 0 0 0 0,-1 0 0 0 0,1 0-1 0 0,0 0 1 0 0,1 0 0 0 0,2 8-1 0 0,-2-13-105 0 0,-1 0 1 0 0,0 1-1 0 0,1-1 0 0 0,-1 0 0 0 0,1-1 0 0 0,0 1 0 0 0,0 0 0 0 0,-1 0 0 0 0,1-1 0 0 0,0 1 0 0 0,1-1 0 0 0,-1 1 0 0 0,0-1 0 0 0,0 0 0 0 0,0 0 0 0 0,1 0 0 0 0,-1 0 0 0 0,1-1 0 0 0,-1 1 0 0 0,1 0 1 0 0,-1-1-1 0 0,1 0 0 0 0,-1 0 0 0 0,5 0 0 0 0,24 1-5 0 0,-19-1 7 0 0,-1 0 1 0 0,0 1-1 0 0,1 0 0 0 0,-1 1 0 0 0,19 5 1 0 0,-27-6-19 0 0,0 0 1 0 0,0 1 0 0 0,0 0 0 0 0,1 0-1 0 0,-2-1 1 0 0,1 2 0 0 0,0-1 0 0 0,0 0-1 0 0,-1 1 1 0 0,1-1 0 0 0,-1 1 0 0 0,0-1 0 0 0,0 1-1 0 0,0 0 1 0 0,0 0 0 0 0,0 0 0 0 0,-1 1-1 0 0,1-1 1 0 0,-1 0 0 0 0,0 0 0 0 0,0 1-1 0 0,0-1 1 0 0,1 5 0 0 0,-2 1 33 0 0,1 0 0 0 0,-1 0 1 0 0,0 0-1 0 0,-1 0 0 0 0,0 0 0 0 0,0 0 1 0 0,-1 0-1 0 0,0 0 0 0 0,-1-1 1 0 0,0 1-1 0 0,0-1 0 0 0,-1 0 0 0 0,0 1 1 0 0,-5 7-1 0 0,-4 3-380 0 0,0 0 0 0 0,-1 0 0 0 0,0-1 0 0 0,-23 21 0 0 0,18-22-7239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52 235 1840 0 0,'-12'1'2142'0'0,"8"-1"-1226"0"0,1 0 0 0 0,0 1 0 0 0,-1-1 0 0 0,1-1 0 0 0,0 1 0 0 0,-1 0 0 0 0,-5-3 0 0 0,9 3-804 0 0,-1 0 0 0 0,1 0 0 0 0,-1-1 0 0 0,1 1 0 0 0,-1 0-1 0 0,1 0 1 0 0,0-1 0 0 0,-1 1 0 0 0,1 0 0 0 0,0-1 0 0 0,-1 1 0 0 0,1-1 0 0 0,0 1 0 0 0,0 0 0 0 0,-1-1 0 0 0,1 1 0 0 0,0-1 0 0 0,0 1-1 0 0,0-1 1 0 0,0 1 0 0 0,-1-1 0 0 0,1 1 0 0 0,0-1 0 0 0,6-19 654 0 0,4 4-501 0 0,0-1 0 0 0,1 1 0 0 0,20-22 0 0 0,-25 31-202 0 0,0 1 0 0 0,0 0 0 0 0,0 1 0 0 0,1-1 0 0 0,0 1 0 0 0,0 0 0 0 0,1 1-1 0 0,-1 0 1 0 0,1 0 0 0 0,11-4 0 0 0,-16 7-51 0 0,0 1 0 0 0,0-1 1 0 0,-1 0-1 0 0,1 1 0 0 0,0 0 0 0 0,0-1 0 0 0,0 1 0 0 0,0 0 0 0 0,0 1 0 0 0,0-1 1 0 0,0 0-1 0 0,0 1 0 0 0,-1 0 0 0 0,1-1 0 0 0,0 1 0 0 0,0 0 0 0 0,-1 1 0 0 0,1-1 1 0 0,4 3-1 0 0,-3-1 17 0 0,-1 0 0 0 0,-1 0 0 0 0,1 0 0 0 0,0 1 0 0 0,-1-1 1 0 0,0 1-1 0 0,0-1 0 0 0,0 1 0 0 0,0 0 0 0 0,0 0 0 0 0,-1-1 0 0 0,2 7 0 0 0,0 5 91 0 0,0 1-1 0 0,-1-1 1 0 0,-1 1-1 0 0,0-1 1 0 0,-1 1-1 0 0,-3 19 1 0 0,-10 45 144 0 0,-44 142 0 0 0,45-179-208 0 0,68-188 1149 0 0,-3 13-1090 0 0,14-18-153 0 0,-3 7 182 0 0,-59 124 557 0 0,-5 19-676 0 0,0 1 0 0 0,0-1 0 0 0,0 0 0 0 0,0 0 0 0 0,0 0 0 0 0,0 0 0 0 0,0 0 0 0 0,0 0 0 0 0,0 0 0 0 0,0 1 175 0 0,0-1-175 0 0,-1 0 0 0 0,1 0 0 0 0,0 0 0 0 0,0 0 0 0 0,0 0 0 0 0,0 0 0 0 0,0 0 0 0 0,0 0 0 0 0,0 0 0 0 0,0 0 0 0 0,0 0 0 0 0,0 0 0 0 0,0 0 1 0 0,0 0-1 0 0,-1 0 0 0 0,1 0 0 0 0,0 0 0 0 0,0 0 0 0 0,0 0 0 0 0,0 0 0 0 0,0 0 0 0 0,0 0 0 0 0,0 0 0 0 0,0 0 0 0 0,0 0 0 0 0,0 0 0 0 0,0 0 0 0 0,0 0 0 0 0,-1 0 0 0 0,1-1 75 0 0,0 1-75 0 0,-1 3 58 0 0,-1 0 0 0 0,1 1 1 0 0,0-1-1 0 0,0 0 0 0 0,0 0 1 0 0,0 1-1 0 0,1-1 1 0 0,-1 0-1 0 0,1 5 0 0 0,1 18-65 0 0,1-1-1 0 0,2 1 1 0 0,1 0-1 0 0,0-1 0 0 0,2 0 1 0 0,1 0-1 0 0,1-1 1 0 0,1 0-1 0 0,1-1 1 0 0,1 0-1 0 0,1 0 0 0 0,25 31 1 0 0,-34-50-54 0 0,0 1 1 0 0,0-1 0 0 0,0 0-1 0 0,0-1 1 0 0,1 1-1 0 0,-1-1 1 0 0,1 0-1 0 0,0 0 1 0 0,0 0-1 0 0,0-1 1 0 0,7 3 0 0 0,4 0-460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4145 0 0,'15'5'6657'0'0,"1"8"-3451"0"0,9 14 263 0 0,-15-15-2705 0 0,-1 1 0 0 0,-1 0 0 0 0,0 0 1 0 0,-1 1-1 0 0,0 0 0 0 0,5 17 0 0 0,13 48-2681 0 0,-12-32-3614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2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23 6913 0 0,'-12'-13'6650'0'0,"9"10"-5754"0"0,0 2-128 0 0,0-3 713 0 0,2 3-1826 0 0,2 2-215 0 0,2 2-48 0 0,0-1 0 0 0,1 4 456 0 0,-1 2 152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93 126 4609 0 0,'-1'-2'-58'0'0,"-5"-27"1484"0"0,5 21-102 0 0,-1 0-1 0 0,-1 1 1 0 0,1 0 0 0 0,-1 0 0 0 0,0-1 0 0 0,-1 2 0 0 0,-5-9 0 0 0,9 14-1247 0 0,0 1 0 0 0,-1-1 1 0 0,1 1-1 0 0,-1-1 0 0 0,1 1 1 0 0,0 0-1 0 0,-1-1 1 0 0,1 1-1 0 0,-1-1 0 0 0,1 1 1 0 0,-1 0-1 0 0,0 0 1 0 0,1-1-1 0 0,-1 1 0 0 0,1 0 1 0 0,-1 0-1 0 0,0 0 0 0 0,1 0 1 0 0,-1 0-1 0 0,1-1 1 0 0,-1 1-1 0 0,0 0 0 0 0,1 1 1 0 0,-1-1-1 0 0,1 0 1 0 0,-1 0-1 0 0,0 0 0 0 0,1 0 1 0 0,-1 0-1 0 0,1 0 1 0 0,-1 1-1 0 0,1-1 0 0 0,-1 0 1 0 0,0 1-1 0 0,1-1 0 0 0,-1 0 1 0 0,1 1-1 0 0,-1-1 1 0 0,1 0-1 0 0,0 1 0 0 0,-1-1 1 0 0,1 1-1 0 0,-1-1 1 0 0,1 1-1 0 0,0-1 0 0 0,-1 1 1 0 0,1-1-1 0 0,0 1 0 0 0,0 0 1 0 0,-1-1-1 0 0,1 1 1 0 0,0 0-1 0 0,-14 32 563 0 0,8-10-585 0 0,2 1 0 0 0,0 0 1 0 0,1 0-1 0 0,1 0 1 0 0,2 0-1 0 0,0 0 0 0 0,2 0 1 0 0,0 0-1 0 0,2 0 1 0 0,0 0-1 0 0,2-1 0 0 0,14 40 1 0 0,-17-57-62 0 0,-1-1 1 0 0,1 0-1 0 0,0 0 0 0 0,0 0 1 0 0,0-1-1 0 0,1 1 1 0 0,0-1-1 0 0,-1 0 0 0 0,2 0 1 0 0,-1 0-1 0 0,0 0 1 0 0,1-1-1 0 0,0 0 0 0 0,-1 0 1 0 0,1 0-1 0 0,7 3 1 0 0,-9-5-38 0 0,1 0 1 0 0,-1-1 0 0 0,1 1 0 0 0,0-1 0 0 0,-1 1 0 0 0,1-1 0 0 0,0 0 0 0 0,-1 0 0 0 0,1-1 0 0 0,0 1 0 0 0,-1-1-1 0 0,1 0 1 0 0,-1 0 0 0 0,1 0 0 0 0,-1 0 0 0 0,1 0 0 0 0,-1-1 0 0 0,0 0 0 0 0,0 0 0 0 0,1 0 0 0 0,-1 0-1 0 0,-1 0 1 0 0,1 0 0 0 0,0-1 0 0 0,4-5 0 0 0,1 0-51 0 0,0-1 0 0 0,-1 0-1 0 0,0 0 1 0 0,-1-1 0 0 0,0 0-1 0 0,-1 0 1 0 0,0 0 0 0 0,0-1 0 0 0,-1 0-1 0 0,0 0 1 0 0,-1 0 0 0 0,0 0 0 0 0,-1 0-1 0 0,0-1 1 0 0,0-20 0 0 0,-2 36 142 0 0,0 0 1 0 0,0 0-1 0 0,1 0 1 0 0,-1 0-1 0 0,1-1 1 0 0,0 1-1 0 0,0 0 1 0 0,1-1-1 0 0,-1 1 1 0 0,1-1-1 0 0,-1 1 1 0 0,1-1-1 0 0,0 0 1 0 0,1 0-1 0 0,-1 0 1 0 0,0 0-1 0 0,1 0 1 0 0,4 3-1 0 0,-3-2 25 0 0,1-1 0 0 0,0 1 0 0 0,0-2 0 0 0,0 1 0 0 0,1 0-1 0 0,-1-1 1 0 0,1 0 0 0 0,-1 0 0 0 0,1-1 0 0 0,0 1 0 0 0,8 0 0 0 0,-7-1 1 0 0,0-1 1 0 0,0 1 0 0 0,0-1 0 0 0,0-1 0 0 0,0 1-1 0 0,0-1 1 0 0,-1 0 0 0 0,1-1 0 0 0,0 1 0 0 0,-1-2-1 0 0,1 1 1 0 0,-1 0 0 0 0,1-1 0 0 0,-1-1-1 0 0,0 1 1 0 0,0-1 0 0 0,-1 0 0 0 0,1 0 0 0 0,-1 0-1 0 0,0-1 1 0 0,0 0 0 0 0,5-6 0 0 0,-7 6-39 0 0,0 0 1 0 0,0 0-1 0 0,-1-1 0 0 0,0 1 1 0 0,0 0-1 0 0,-1-1 1 0 0,1 1-1 0 0,-1-1 0 0 0,0 0 1 0 0,0 1-1 0 0,-1-1 1 0 0,0 0-1 0 0,0 1 0 0 0,0-1 1 0 0,-1 0-1 0 0,0 0 0 0 0,0 1 1 0 0,-3-9-1 0 0,-3-8 0 0 0,-2 0 0 0 0,-1 1-1 0 0,-17-28 1 0 0,15 27-448 0 0,-16-37 1 0 0,27 57-615 0 0,1 1 922 0 0,0 1 1 0 0,0 0-1 0 0,-1 0 1 0 0,1-1-1 0 0,0 1 0 0 0,0 0 1 0 0,0 0-1 0 0,0-1 1 0 0,0 1-1 0 0,0 0 1 0 0,1-1-1 0 0,-1 1 1 0 0,0 0-1 0 0,0 0 1 0 0,0-1-1 0 0,0 1 1 0 0,0 0-1 0 0,0 0 1 0 0,0-1-1 0 0,1 1-204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6913 0 0,'-16'1'14072'0'0,"16"8"-14779"0"0,0 16 812 0 0,1-1 654 0 0,1 0 1 0 0,8 38 0 0 0,-4-39-956 0 0,0 0 1 0 0,2 0-1 0 0,16 33 0 0 0,-19-46-1659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8:53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29 12899 0 0,'-30'-28'8899'0'0,"33"45"-8778"0"0,16 58-4420 0 0,-11-49 3859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12.995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184 1450 6913 0 0,'-2'2'35'0'0,"1"1"0"0"0,-1-1 0 0 0,1 0 0 0 0,-1 0 0 0 0,1 1 0 0 0,0-1 0 0 0,0 1 0 0 0,0-1-1 0 0,0 1 1 0 0,1-1 0 0 0,-1 1 0 0 0,1 0 0 0 0,-1-1 0 0 0,1 1 0 0 0,0 0 0 0 0,0-1 0 0 0,0 1-1 0 0,1 4 1 0 0,-1-5 17 0 0,1 0-1 0 0,-1 0 0 0 0,1 0 0 0 0,-1 1 1 0 0,1-1-1 0 0,0-1 0 0 0,-1 1 0 0 0,1 0 1 0 0,0 0-1 0 0,0 0 0 0 0,1 0 0 0 0,-1-1 1 0 0,0 1-1 0 0,1 0 0 0 0,-1-1 1 0 0,1 1-1 0 0,-1-1 0 0 0,1 0 0 0 0,0 1 1 0 0,-1-1-1 0 0,1 0 0 0 0,0 0 0 0 0,0 0 1 0 0,3 1-1 0 0,5 0 65 0 0,1 0-1 0 0,0-1 1 0 0,-1 0 0 0 0,1 0 0 0 0,0-1 0 0 0,21-3-1 0 0,68-17 619 0 0,-68 13-436 0 0,570-151 3107 0 0,-519 135-3339 0 0,461-125 98 0 0,-494 135-159 0 0,360-86 394 0 0,109-33 176 0 0,-211 50-254 0 0,849-200-37 0 0,-966 237-296 0 0,78-22 2 0 0,931-236 95 0 0,-694 200-32 0 0,-355 75 284 0 0,168-7 0 0 0,-309 34-254 0 0,0 0 0 0 0,0 1 1 0 0,0 0-1 0 0,1 1 0 0 0,-1 0 0 0 0,0 0 1 0 0,0 1-1 0 0,0 1 0 0 0,-1-1 0 0 0,1 2 0 0 0,-1-1 1 0 0,1 2-1 0 0,-1-1 0 0 0,0 1 0 0 0,-1 0 1 0 0,1 1-1 0 0,-1 0 0 0 0,0 0 0 0 0,0 1 1 0 0,-1 0-1 0 0,12 15 0 0 0,0-1 149 0 0,-1 2 0 0 0,-1 1 0 0 0,-1 0 0 0 0,-1 1 0 0 0,-1 1 0 0 0,-2 0 0 0 0,0 0 0 0 0,9 34 0 0 0,321 884-236 0 0,-171-488 203 0 0,-160-424-175 0 0,46 162 5 0 0,-50-160-29 0 0,-1 0 0 0 0,-2-1 0 0 0,0 66 0 0 0,-4-94 20 0 0,0-1 0 0 0,-1 0 0 0 0,1 0 0 0 0,-1 0 0 0 0,0 0 0 0 0,0 0 0 0 0,0 0 0 0 0,-1 0 0 0 0,1-1 0 0 0,-1 1 0 0 0,0 0 0 0 0,0-1 0 0 0,0 1-1 0 0,-6 6 1 0 0,4-7 21 0 0,0 1 1 0 0,0-1-1 0 0,0 0 0 0 0,-1 0 0 0 0,0-1 0 0 0,1 1 0 0 0,-1-1 0 0 0,0 0 0 0 0,0 0 0 0 0,0-1 1 0 0,-7 2-1 0 0,-444 101 103 0 0,196-52-142 0 0,54-13-15 0 0,-314 85-104 0 0,-133 35 108 0 0,581-142 0 0 0,-429 98-408 0 0,1-10 147 0 0,-664 133-146 0 0,537-133-1568 0 0,612-102 1928 0 0,-375 76-1688 0 0,146-23 1530 0 0,-76 21 314 0 0,244-55 16 0 0,-574 185-390 0 0,574-180-59 0 0,13-5 1142 0 0,-83 42-1 0 0,134-58-480 0 0,6-2-120 0 0,-1 0 1 0 0,1-1-1 0 0,-1 1 0 0 0,0-2 0 0 0,0 1 0 0 0,0-1 0 0 0,-1 0 0 0 0,-10 2 1 0 0,28-33-145 0 0,-7 11-148 0 0,-1 1 1 0 0,-1-1 0 0 0,-1 0 0 0 0,0 0 0 0 0,-1 0-1 0 0,-1 0 1 0 0,-9-34 0 0 0,8 34 161 0 0,-13-45 222 0 0,-2 1 0 0 0,-3 0 0 0 0,-31-62 0 0 0,-37-108 77 0 0,13-113-11 0 0,25-3-32 0 0,21 126-234 0 0,10 109 114 0 0,-4 1-1 0 0,-5 1 0 0 0,-60-151 1 0 0,22 51 10 0 0,62 204-315 0 0,3 16 133 0 0,2 20-1330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94 381 1376 0 0,'-36'-77'2385'0'0,"25"58"-1255"0"0,2-1 0 0 0,0 0 0 0 0,1 0 0 0 0,1-1 0 0 0,-5-24 0 0 0,12 44-861 0 0,-1 0 0 0 0,1 0 0 0 0,0 0 1 0 0,0 0-1 0 0,0-1 0 0 0,-1 1 0 0 0,1 0 0 0 0,0 0 1 0 0,0-1-1 0 0,1 1 0 0 0,-1 0 0 0 0,0 0 0 0 0,0 0 1 0 0,0-1-1 0 0,1 0 0 0 0,9 9 3645 0 0,13 33-2217 0 0,17 57-1070 0 0,-31-70-532 0 0,2 0 0 0 0,1-1 0 0 0,0-1 0 0 0,31 46 0 0 0,-41-68-103 0 0,1 0 0 0 0,-1 0-1 0 0,1-1 1 0 0,-1 1 0 0 0,1-1 0 0 0,0 1 0 0 0,0-1 0 0 0,0 0 0 0 0,0 0 0 0 0,0 0 0 0 0,1 0 0 0 0,-1-1 0 0 0,1 1 0 0 0,-1-1 0 0 0,1 0 0 0 0,-1 0 0 0 0,1 0 0 0 0,0-1 0 0 0,-1 1 0 0 0,1-1 0 0 0,0 0 0 0 0,0 0 0 0 0,-1 0 0 0 0,5-1 0 0 0,-1-1-11 0 0,0 0 1 0 0,0 0 0 0 0,0-1 0 0 0,-1 0-1 0 0,1 0 1 0 0,-1 0 0 0 0,0-1 0 0 0,0 0-1 0 0,0 0 1 0 0,-1-1 0 0 0,10-9 0 0 0,-5 3 53 0 0,0 0 1 0 0,-1-1 0 0 0,0 0 0 0 0,-1-1 0 0 0,0 1 0 0 0,-1-2 0 0 0,-1 1 0 0 0,9-25 0 0 0,-3-4 270 0 0,11-71-1 0 0,-16 69-125 0 0,20-66 0 0 0,-6 191 646 0 0,48 219-903 0 0,-60-242 67 0 0,-2 0-1 0 0,-2 0 0 0 0,-5 74 0 0 0,-2-95 49 0 0,-2 1-1 0 0,-1-1 1 0 0,-2 0-1 0 0,-2 0 1 0 0,-22 59 0 0 0,25-81-60 0 0,0-1-1 0 0,-2 1 1 0 0,1-1 0 0 0,-2-1 0 0 0,0 0 0 0 0,0 0 0 0 0,-1 0 0 0 0,-1-1 0 0 0,0-1 0 0 0,-1 0-1 0 0,0-1 1 0 0,0 0 0 0 0,-1 0 0 0 0,0-2 0 0 0,-29 15 0 0 0,15-14-1264 0 0,15-9 67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58 11058 0 0,'-17'6'234'0'0,"5"-2"3877"0"0,31-16-695 0 0,1 0-3037 0 0,39-16 0 0 0,-51 25-828 0 0,-1 0 1 0 0,1 1-1 0 0,1 0 0 0 0,-1 0 1 0 0,0 1-1 0 0,0 0 1 0 0,1 0-1 0 0,12 1 0 0 0,-6 2-767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5.9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0 118 10138 0 0,'5'-6'656'0'0,"1"1"-1"0"0,0 1 0 0 0,0-1 1 0 0,11-6-1 0 0,3-2-449 0 0,0 1 1 0 0,1 1 0 0 0,0 1-1 0 0,1 1 1 0 0,0 1-1 0 0,0 1 1 0 0,41-8-1 0 0,-47 14-206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6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256 169 6913 0 0,'-18'-30'319'0'0,"6"7"442"0"0,-29-38 0 0 0,38 56-384 0 0,-1 1 0 0 0,-1-1 0 0 0,1 0-1 0 0,-1 1 1 0 0,1 0 0 0 0,-1 0 0 0 0,-1 1-1 0 0,1-1 1 0 0,0 1 0 0 0,-1 0 0 0 0,1 0-1 0 0,-12-3 1 0 0,15 6-236 0 0,-1-1 0 0 0,1 1-1 0 0,0-1 1 0 0,0 1 0 0 0,0 0 0 0 0,0 0-1 0 0,-1 0 1 0 0,1 1 0 0 0,0-1 0 0 0,0 0-1 0 0,0 1 1 0 0,0-1 0 0 0,0 1 0 0 0,-1 0-1 0 0,1 0 1 0 0,0 0 0 0 0,1 0 0 0 0,-1 0-1 0 0,0 0 1 0 0,-2 2 0 0 0,1 0 45 0 0,-1 0 1 0 0,1 1-1 0 0,0 0 0 0 0,0 0 1 0 0,0 0-1 0 0,0 0 0 0 0,1 0 1 0 0,-4 8-1 0 0,-1 6 123 0 0,1 0 1 0 0,1 0-1 0 0,-4 30 1 0 0,5-24-123 0 0,2 1 0 0 0,1-1 1 0 0,1 1-1 0 0,1 0 0 0 0,1-1 0 0 0,9 45 0 0 0,0-25 161 0 0,3-1 0 0 0,33 76 0 0 0,-25-66-281 0 0,-2 1 0 0 0,-3 1 0 0 0,-2 1 0 0 0,14 102-1 0 0,-22-87-31 0 0,-3 0-1 0 0,-3 0 0 0 0,-11 107 1 0 0,5-139 60 0 0,-1 0 1 0 0,-20 65-1 0 0,23-93-229 0 0,-1 0 0 0 0,-1 0 1 0 0,1 0-1 0 0,-2-1 0 0 0,0 1 0 0 0,0-1 0 0 0,0-1 1 0 0,-1 1-1 0 0,-1-1 0 0 0,0 0 0 0 0,0-1 0 0 0,-1 0 1 0 0,-14 11-1 0 0,10-12-4951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6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25 141 6913 0 0,'-25'-3'9442'0'0,"205"-64"-4724"0"0,-59 13-5169 0 0,-119 53 387 0 0,31-15-7251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8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232 82 6913 0 0,'-2'-6'403'0'0,"1"1"0"0"0,-2 0-1 0 0,1 0 1 0 0,0 0 0 0 0,-1 0-1 0 0,0 1 1 0 0,0-1 0 0 0,-1 1-1 0 0,1 0 1 0 0,-1 0 0 0 0,0 0-1 0 0,0 0 1 0 0,-7-5 0 0 0,7 7-115 0 0,1 0-1 0 0,0 1 1 0 0,-1-1 0 0 0,1 1 0 0 0,-1 0 0 0 0,1 0 0 0 0,-1 0 0 0 0,1 1 0 0 0,-1-1-1 0 0,0 1 1 0 0,1 0 0 0 0,-1 0 0 0 0,0 0 0 0 0,1 0 0 0 0,-1 1 0 0 0,1-1 0 0 0,-1 1 0 0 0,0 0-1 0 0,1 0 1 0 0,-1 0 0 0 0,-4 3 0 0 0,3-2-181 0 0,0 1 0 0 0,0-1 0 0 0,0 1 0 0 0,1 0 1 0 0,-1 0-1 0 0,1 1 0 0 0,0-1 0 0 0,0 1 0 0 0,0 0 0 0 0,1 0 0 0 0,-1 0 0 0 0,1 1 0 0 0,0-1 0 0 0,0 1 1 0 0,0 0-1 0 0,1 0 0 0 0,0 0 0 0 0,0 0 0 0 0,0 0 0 0 0,0 0 0 0 0,1 0 0 0 0,0 1 0 0 0,0-1 0 0 0,0 1 1 0 0,1 7-1 0 0,-2 9-107 0 0,-10 81-1 0 0,5 176 0 0 0,8-249 3 0 0,2 0 0 0 0,1 0 0 0 0,1-1 0 0 0,1 1 0 0 0,2-1 0 0 0,1 0 0 0 0,1-1 1 0 0,2 0-1 0 0,1-1 0 0 0,25 40 0 0 0,-29-54 63 0 0,1-2 0 0 0,0 1 0 0 0,1-1 1 0 0,0-1-1 0 0,0 0 0 0 0,2-1 0 0 0,-1 0 0 0 0,1 0 0 0 0,0-2 1 0 0,20 10-1 0 0,-21-12-212 0 0,0 0-1 0 0,0-1 1 0 0,1 0 0 0 0,-1-1 0 0 0,1-1 0 0 0,0 0 0 0 0,0 0 0 0 0,0-1-1 0 0,0-1 1 0 0,0 0 0 0 0,0-1 0 0 0,19-3 0 0 0,-6-4-7216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19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10 184 8290 0 0,'-9'-21'8978'0'0,"11"33"-7874"0"0,4 9-885 0 0,0-1 0 0 0,1 0 0 0 0,2 0 1 0 0,0 0-1 0 0,1-1 0 0 0,0 0 0 0 0,2-1 0 0 0,18 22 0 0 0,-24-33-264 0 0,1 0-1 0 0,0 0 0 0 0,0-1 0 0 0,0 1 1 0 0,1-2-1 0 0,0 1 0 0 0,11 4 0 0 0,-18-9 29 0 0,1 0 0 0 0,-1 0 0 0 0,1 0-1 0 0,0 0 1 0 0,0 0 0 0 0,-1-1 0 0 0,1 1 0 0 0,0-1-1 0 0,0 1 1 0 0,-1-1 0 0 0,1 0 0 0 0,0 0 0 0 0,0 0-1 0 0,0 0 1 0 0,0 0 0 0 0,0 0 0 0 0,-1 0 0 0 0,1-1-1 0 0,0 1 1 0 0,0-1 0 0 0,0 1 0 0 0,-1-1 0 0 0,1 1-1 0 0,0-1 1 0 0,-1 0 0 0 0,1 0 0 0 0,-1 0 0 0 0,1 0-1 0 0,-1 0 1 0 0,1 0 0 0 0,-1-1 0 0 0,0 1 0 0 0,1 0-1 0 0,-1-1 1 0 0,0 1 0 0 0,0-1 0 0 0,0 1 0 0 0,0-1-1 0 0,0 0 1 0 0,-1 1 0 0 0,1-1 0 0 0,0 0 0 0 0,-1 0-1 0 0,1-2 1 0 0,10-36 402 0 0,-2-1 0 0 0,4-53 0 0 0,-13 96-419 0 0,0 0 0 0 0,0 0 0 0 0,1 0 0 0 0,-1 0 0 0 0,0 0 0 0 0,1 0 0 0 0,-1 0 0 0 0,1 0 0 0 0,0 0 0 0 0,-1 0 0 0 0,1-1 0 0 0,0 1 0 0 0,0 0 0 0 0,0 0 0 0 0,1-1 0 0 0,-1 1 0 0 0,0-1 0 0 0,0 1 0 0 0,1-1 0 0 0,-1 1 0 0 0,3 0 0 0 0,2 3 85 0 0,-1-2 0 0 0,1 1 0 0 0,0-1 0 0 0,1 1-1 0 0,-1-2 1 0 0,12 5 0 0 0,-8-4 109 0 0,-1-1 0 0 0,0 0-1 0 0,1 0 1 0 0,0-1 0 0 0,-1 0 0 0 0,1 0-1 0 0,0-1 1 0 0,-1-1 0 0 0,1 0 0 0 0,18-3 0 0 0,-26 3-127 0 0,0 0 1 0 0,0 0 0 0 0,0-1 0 0 0,0 1-1 0 0,-1 0 1 0 0,1 0 0 0 0,0-1 0 0 0,-1 1-1 0 0,1-1 1 0 0,-1 1 0 0 0,0-1 0 0 0,1 0-1 0 0,-1 0 1 0 0,0 0 0 0 0,0 1 0 0 0,0-1-1 0 0,0 0 1 0 0,0 0 0 0 0,-1 0 0 0 0,1-1-1 0 0,-1 1 1 0 0,1 0 0 0 0,-1 0 0 0 0,0 0 0 0 0,0 0-1 0 0,1 0 1 0 0,-2-1 0 0 0,1 1 0 0 0,0 0-1 0 0,-1-3 1 0 0,-1-10 23 0 0,-1 1 0 0 0,-1 1 1 0 0,-7-22-1 0 0,4 17-97 0 0,-1-8-99 0 0,-9-35-745 0 0,13 19-2512 0 0,5 25-3430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0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10138 0 0,'8'2'526'0'0,"0"1"-1"0"0,0 0 1 0 0,0 1-1 0 0,-1 0 0 0 0,1 0 1 0 0,-1 1-1 0 0,0-1 1 0 0,-1 2-1 0 0,1-1 1 0 0,-1 1-1 0 0,0 0 1 0 0,0 0-1 0 0,-1 0 0 0 0,0 1 1 0 0,7 10-1 0 0,-8-9-357 0 0,-1 0 0 0 0,0 0-1 0 0,0 0 1 0 0,0 0-1 0 0,-1 1 1 0 0,0-1 0 0 0,-1 1-1 0 0,0 0 1 0 0,0 14 0 0 0,-2 3-1183 0 0,0-18 650 0 0,0-1 0 0 0,1 1 1 0 0,0 0-1 0 0,1-1 0 0 0,-1 1 0 0 0,1-1 0 0 0,1 1 0 0 0,4 14 0 0 0,-2-16 365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0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0 17508 0 0,'-4'2'776'0'0,"1"-2"160"0"0,2 0-744 0 0,-1 0-192 0 0,1 0 0 0 0,1 1-152 0 0,0 2-288 0 0,3-2 208 0 0,2 2-592 0 0,26 8-2041 0 0,-17-5 2633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30 142 5529 0 0,'-1'0'145'0'0,"0"1"1"0"0,0-1-1 0 0,-1 0 0 0 0,1 0 0 0 0,0 0 0 0 0,-1-1 0 0 0,1 1 1 0 0,0 0-1 0 0,0 0 0 0 0,0-1 0 0 0,-1 1 0 0 0,1-1 1 0 0,0 1-1 0 0,0-1 0 0 0,0 1 0 0 0,0-1 0 0 0,0 0 0 0 0,0 0 1 0 0,0 1-1 0 0,0-1 0 0 0,0 0 0 0 0,0 0 0 0 0,0 0 1 0 0,0 0-1 0 0,-1-2 0 0 0,2 2-55 0 0,0 0 0 0 0,0 0 0 0 0,0 0 0 0 0,0 0 0 0 0,0 1 0 0 0,0-1 0 0 0,1 0 0 0 0,-1 0 0 0 0,0 0 0 0 0,0 0-1 0 0,1 0 1 0 0,-1 1 0 0 0,0-1 0 0 0,1 0 0 0 0,-1 0 0 0 0,1 0 0 0 0,-1 1 0 0 0,1-1 0 0 0,-1 0 0 0 0,1 1 0 0 0,0-1 0 0 0,-1 0 0 0 0,1 1 0 0 0,0-1 0 0 0,-1 1 0 0 0,1-1 0 0 0,0 1 0 0 0,0-1 0 0 0,-1 1 0 0 0,1 0 0 0 0,0-1 0 0 0,0 1 0 0 0,1 0 0 0 0,2-2 135 0 0,0 0 1 0 0,1 0 0 0 0,-1 1-1 0 0,1-1 1 0 0,-1 1 0 0 0,1 0 0 0 0,0 1-1 0 0,-1-1 1 0 0,1 1 0 0 0,0 0-1 0 0,-1 0 1 0 0,1 0 0 0 0,0 1-1 0 0,-1 0 1 0 0,1 0 0 0 0,0 0 0 0 0,5 2-1 0 0,-6 0-90 0 0,0-1-1 0 0,-1 0 1 0 0,1 1 0 0 0,-1 0-1 0 0,0-1 1 0 0,1 1 0 0 0,-2 1-1 0 0,1-1 1 0 0,0 0-1 0 0,0 1 1 0 0,-1-1 0 0 0,0 1-1 0 0,0 0 1 0 0,0 0-1 0 0,0 0 1 0 0,-1 0 0 0 0,1 0-1 0 0,-1 0 1 0 0,1 5-1 0 0,2 16-145 0 0,-1-1 0 0 0,-1 1-1 0 0,-2 0 1 0 0,0 0 0 0 0,-1-1-1 0 0,-2 1 1 0 0,0-1 0 0 0,-2 1-1 0 0,-9 27 1 0 0,14-52 6 0 0,-9 25-155 0 0,9-24 148 0 0,-1 0 0 0 0,1 0-1 0 0,0 0 1 0 0,0 0 0 0 0,-1-1 0 0 0,1 1-1 0 0,-1 0 1 0 0,1 0 0 0 0,-1 0-1 0 0,1-1 1 0 0,-1 1 0 0 0,1 0-1 0 0,-1-1 1 0 0,0 1 0 0 0,1 0 0 0 0,-1-1-1 0 0,0 1 1 0 0,0-1 0 0 0,1 1-1 0 0,-1-1 1 0 0,0 1 0 0 0,0-1 0 0 0,0 0-1 0 0,0 1 1 0 0,0-3 13 0 0,1-1 0 0 0,0 1 1 0 0,1-1-1 0 0,-1 1 0 0 0,0 0 0 0 0,1-1 1 0 0,-1 1-1 0 0,1 0 0 0 0,0-1 0 0 0,0 1 0 0 0,1-3 1 0 0,-1 3-4 0 0,37-96 98 0 0,-14 40 209 0 0,21-78 1 0 0,-37 106-51 0 0,-4 17 83 0 0,0 0 1 0 0,-1 0 0 0 0,0-1-1 0 0,-1 1 1 0 0,0-1-1 0 0,-1 1 1 0 0,-2-27-1 0 0,1 40-329 0 0,0 0-1 0 0,0 0 0 0 0,0 1 1 0 0,0-1-1 0 0,0 0 0 0 0,0 0 1 0 0,0 0-1 0 0,0 0 0 0 0,0 0 0 0 0,0 0 1 0 0,0 0-1 0 0,0 0 0 0 0,0 0 1 0 0,0 0-1 0 0,0 0 0 0 0,0 0 1 0 0,0 0-1 0 0,-1 1 0 0 0,1-1 1 0 0,0 0-1 0 0,0 0 0 0 0,0 0 0 0 0,0 0 1 0 0,0 0-1 0 0,0 0 0 0 0,0 0 1 0 0,0 0-1 0 0,0 0 0 0 0,0 0 1 0 0,0 0-1 0 0,0 0 0 0 0,0 0 1 0 0,-1 0-1 0 0,1 0 0 0 0,0 0 0 0 0,0 0 1 0 0,0 0-1 0 0,0 0 0 0 0,0 0 1 0 0,0 0-1 0 0,0 0 0 0 0,0 0 1 0 0,0 0-1 0 0,0 0 0 0 0,0 0 1 0 0,0 0-1 0 0,-1 0 0 0 0,1 0 0 0 0,0 0 1 0 0,0 0-1 0 0,0 0 0 0 0,0 0 1 0 0,0-1-1 0 0,0 1 0 0 0,0 0 1 0 0,0 0-1 0 0,0 0 0 0 0,0 0 0 0 0,0 0 1 0 0,0 0-1 0 0,-6 12 210 0 0,-2 14-84 0 0,5-9-106 0 0,1 0 0 0 0,0-1 1 0 0,1 1-1 0 0,1 0 0 0 0,1 0 0 0 0,0 0 0 0 0,1-1 0 0 0,1 1 0 0 0,6 20 0 0 0,-2-15-103 0 0,0 0 1 0 0,1-1-1 0 0,2-1 0 0 0,0 1 0 0 0,1-2 0 0 0,19 27 1 0 0,-24-37-665 0 0,1-1 0 0 0,0 0 0 0 0,1 0 0 0 0,16 12 0 0 0,0-5-6275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5529 0 0,'3'2'533'0'0,"0"0"0"0"0,0 0 0 0 0,0 0 0 0 0,0 0 0 0 0,-1 0 0 0 0,1 1 0 0 0,-1-1 1 0 0,1 1-1 0 0,-1 0 0 0 0,0 0 0 0 0,0 0 0 0 0,0 0 0 0 0,0 0 0 0 0,-1 0 0 0 0,2 4 0 0 0,20 55 3529 0 0,-21-56-3702 0 0,19 72 676 0 0,-13-44-3146 0 0,-3-19-4206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1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10 11522 0 0,'-6'-5'458'0'0,"-1"1"297"0"0,10 11-499 0 0,-3-6 20 0 0,2-1-362 0 0,0 0 0 0 0,-1 1 0 0 0,1 0 1 0 0,-1-1-1 0 0,1 1 0 0 0,-1 0 0 0 0,1 0 1 0 0,-1 0-1 0 0,1 0 0 0 0,-1 0 0 0 0,3 2 0 0 0,-2-1-232 0 0,31 18-4768 0 0,-20-10 4462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2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8 456 0 0,'-36'-7'19615'0'0,"37"12"-19083"0"0,26 94 825 0 0,66 157 1 0 0,67 90-1907 0 0,-143-310 748 0 0,-9-18-299 0 0,0 0 0 0 0,-1 0 0 0 0,7 26 0 0 0,-9 0-6329 0 0,-6-24-516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182 103 3425 0 0,'-1'0'44'0'0,"-1"0"0"0"0,0 0 1 0 0,0 0-1 0 0,0 0 0 0 0,0 0 1 0 0,0 0-1 0 0,0 1 0 0 0,0-1 0 0 0,0 1 1 0 0,1-1-1 0 0,-1 1 0 0 0,0 0 1 0 0,0 0-1 0 0,1 0 0 0 0,-1-1 1 0 0,0 2-1 0 0,1-1 0 0 0,-1 0 0 0 0,-1 2 1 0 0,-32 30 1610 0 0,27-24-1170 0 0,1-2-226 0 0,-4 2 146 0 0,1 1 0 0 0,0 1 0 0 0,0 0 0 0 0,1 0 0 0 0,1 1 0 0 0,0 0 1 0 0,0 0-1 0 0,1 1 0 0 0,-6 15 0 0 0,12-18 348 0 0,7-15 209 0 0,6-15 326 0 0,13-60 1634 0 0,-19 58-2312 0 0,1 0-1 0 0,0 0 1 0 0,2 0 0 0 0,0 1-1 0 0,2 0 1 0 0,15-24 0 0 0,-25 43-587 0 0,0 1 0 0 0,0-1 0 0 0,0 1 0 0 0,1-1 0 0 0,-1 1 0 0 0,0-1 0 0 0,0 1 0 0 0,1 0 0 0 0,-1 0 0 0 0,1 0 0 0 0,-1 0 0 0 0,1 0 0 0 0,0 0 0 0 0,-1 0 0 0 0,1 0 0 0 0,0 0 0 0 0,0 1 0 0 0,0-1-1 0 0,-1 1 1 0 0,1 0 0 0 0,0-1 0 0 0,0 1 0 0 0,0 0 0 0 0,0 0 0 0 0,0 0 0 0 0,0 0 0 0 0,-1 0 0 0 0,1 1 0 0 0,0-1 0 0 0,0 0 0 0 0,0 1 0 0 0,0 0 0 0 0,-1-1 0 0 0,1 1 0 0 0,0 0 0 0 0,-1 0 0 0 0,1 0 0 0 0,0 0 0 0 0,1 1 0 0 0,6 6 183 0 0,0 1-1 0 0,0 0 1 0 0,-1 0 0 0 0,0 1-1 0 0,7 12 1 0 0,10 11 52 0 0,18 8-1805 0 0,6-5-3417 0 0,-20-17-2280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0,'3'0'376'0'0,"0"0"0"0"0,0 1 0 0 0,0-1 0 0 0,0 1 0 0 0,0-1 0 0 0,0 1 0 0 0,0 0 0 0 0,0 0 0 0 0,-1 0 0 0 0,1 1 0 0 0,0-1 0 0 0,-1 1 0 0 0,1-1 0 0 0,2 3 0 0 0,-1 0-110 0 0,0 0 0 0 0,-1 0 0 0 0,1 0 0 0 0,-1 0 0 0 0,0 0 0 0 0,0 1 0 0 0,3 6 0 0 0,2 7-266 0 0,-1 1-1 0 0,-1 0 1 0 0,6 26 0 0 0,-8-28 164 0 0,10 42-1206 0 0,-4-16-4517 0 0,-1-8-1156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3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91 10138 0 0,'-9'-36'3013'0'0,"8"31"-2172"0"0,1 0 0 0 0,-1 0 1 0 0,-1 0-1 0 0,1 1 1 0 0,-1-1-1 0 0,1 1 0 0 0,-1-1 1 0 0,0 1-1 0 0,-6-9 1 0 0,15 44-3943 0 0,-3-21 1281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8290 0 0,'4'2'155'0'0,"0"0"0"0"0,0 0 0 0 0,0 1 0 0 0,0-1 1 0 0,-1 1-1 0 0,1 0 0 0 0,-1 0 0 0 0,0 0 0 0 0,0 1 0 0 0,0-1 1 0 0,0 1-1 0 0,0-1 0 0 0,2 6 0 0 0,28 57 2291 0 0,-24-47-1278 0 0,6 11 79 0 0,-6-12-1242 0 0,-1 0 1 0 0,13 39-1 0 0,-28-63-899 0 0,-3-11 1239 0 0,8 3-207 0 0,0-1-1 0 0,0 0 1 0 0,2 0 0 0 0,0 0 0 0 0,0 1 0 0 0,2-1-1 0 0,-1 0 1 0 0,2 1 0 0 0,0-1 0 0 0,1 1 0 0 0,0 0 0 0 0,2 0-1 0 0,-1 0 1 0 0,12-19 0 0 0,-17 32-64 0 0,1 0 1 0 0,-1 1-1 0 0,1-1 1 0 0,-1 0 0 0 0,1 1-1 0 0,-1-1 1 0 0,1 0-1 0 0,-1 1 1 0 0,1-1-1 0 0,0 1 1 0 0,-1-1-1 0 0,1 1 1 0 0,0-1-1 0 0,-1 1 1 0 0,1-1-1 0 0,0 1 1 0 0,0 0-1 0 0,-1-1 1 0 0,1 1-1 0 0,0 0 1 0 0,0 0-1 0 0,0 0 1 0 0,0 0-1 0 0,-1-1 1 0 0,1 1-1 0 0,0 0 1 0 0,0 0-1 0 0,0 1 1 0 0,0-1-1 0 0,-1 0 1 0 0,1 0-1 0 0,0 0 1 0 0,0 0-1 0 0,0 1 1 0 0,-1-1-1 0 0,1 0 1 0 0,0 1 0 0 0,0-1-1 0 0,-1 1 1 0 0,1-1-1 0 0,0 1 1 0 0,-1-1-1 0 0,1 1 1 0 0,0-1-1 0 0,-1 1 1 0 0,1 0-1 0 0,-1-1 1 0 0,1 1-1 0 0,0 0 1 0 0,6 8 334 0 0,-1-1 0 0 0,1 1 0 0 0,6 12-1 0 0,-3-5-399 0 0,10 10-291 0 0,37 40 0 0 0,-17-33-3847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0,'7'29'6555'0'0,"20"17"-2782"0"0,-11-21-2518 0 0,29 50 995 0 0,16 28-1426 0 0,-48-70-4139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94 4145 0 0,'3'-4'400'0'0,"0"0"1"0"0,-1 0-1 0 0,1 0 1 0 0,1 0-1 0 0,-1 0 1 0 0,1 1-1 0 0,-1-1 1 0 0,1 1-1 0 0,0 0 1 0 0,0 0-1 0 0,6-3 0 0 0,49-25 4838 0 0,-51 28-4598 0 0,0 0-1 0 0,1 0 1 0 0,-1 1 0 0 0,1 0-1 0 0,0 0 1 0 0,-1 1-1 0 0,12 0 1 0 0,-19 1-542 0 0,1 0 0 0 0,0 0 0 0 0,0 0 0 0 0,0 1 0 0 0,0-1 0 0 0,-1 0 0 0 0,1 1 0 0 0,0-1 0 0 0,0 1 0 0 0,-1 0 1 0 0,1 0-1 0 0,0-1 0 0 0,-1 1 0 0 0,1 0 0 0 0,-1 0 0 0 0,3 3 0 0 0,-3-3-63 0 0,0 1 0 0 0,0-1 0 0 0,-1 0 0 0 0,1 1 0 0 0,-1-1 0 0 0,1 1 0 0 0,-1 0 0 0 0,0-1 0 0 0,1 1 0 0 0,-1-1 0 0 0,0 1 0 0 0,0-1 0 0 0,0 1 0 0 0,0 0 0 0 0,-1-1 0 0 0,1 1 0 0 0,0-1 0 0 0,-1 1 0 0 0,1-1 1 0 0,-1 1-1 0 0,1-1 0 0 0,-1 1 0 0 0,-1 1 0 0 0,-4 11-266 0 0,-2-1 1 0 0,0 0 0 0 0,0-1 0 0 0,-1 0-1 0 0,-17 18 1 0 0,4-4-2259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4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5985 0 0,'14'40'4721'0'0,"-12"-33"-4072"0"0,0 0 0 0 0,1 0 0 0 0,-1-1 1 0 0,1 1-1 0 0,1-1 0 0 0,-1 1 0 0 0,6 5 0 0 0,-6-8-598 0 0,0 0 0 0 0,0-1 0 0 0,1 1 0 0 0,0-1 0 0 0,-1 0 0 0 0,1 0 0 0 0,1 0 0 0 0,-1 0 0 0 0,0-1 0 0 0,1 0 0 0 0,5 2 0 0 0,-9-3-214 0 0,1-1-1 0 0,-1 0 1 0 0,1 1 0 0 0,-1-1 0 0 0,1 0-1 0 0,-1 0 1 0 0,1 0 0 0 0,-1 0 0 0 0,1 0 0 0 0,-1-1-1 0 0,1 1 1 0 0,-1 0 0 0 0,1-1 0 0 0,-1 1 0 0 0,1-1-1 0 0,-1 1 1 0 0,0-1 0 0 0,1 0 0 0 0,-1 1-1 0 0,0-1 1 0 0,0 0 0 0 0,1 0 0 0 0,-1 0 0 0 0,0 0-1 0 0,0 0 1 0 0,0 0 0 0 0,0 0 0 0 0,0-1-1 0 0,0 1 1 0 0,-1 0 0 0 0,1 0 0 0 0,0-1 0 0 0,-1 1-1 0 0,1-1 1 0 0,-1 1 0 0 0,1 0 0 0 0,-1-1 0 0 0,0 1-1 0 0,1-3 1 0 0,8-51-4755 0 0,-8 42 5645 0 0,1 0 0 0 0,6-24-1 0 0,-8 36-489 0 0,1 0-1 0 0,0 0 1 0 0,0 0 0 0 0,0 0-1 0 0,0 0 1 0 0,0 1-1 0 0,0-1 1 0 0,0 0 0 0 0,0 0-1 0 0,0 1 1 0 0,1-1-1 0 0,-1 1 1 0 0,0-1 0 0 0,0 1-1 0 0,0-1 1 0 0,1 1-1 0 0,-1 0 1 0 0,0 0 0 0 0,1-1-1 0 0,-1 1 1 0 0,0 0-1 0 0,0 0 1 0 0,1 0 0 0 0,-1 1-1 0 0,0-1 1 0 0,1 0-1 0 0,-1 0 1 0 0,0 1 0 0 0,2 0-1 0 0,46 13 783 0 0,-42-12-889 0 0,15 5-4411 0 0,-9-3-544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5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10 11979 0 0,'-8'-9'3532'0'0,"17"22"1812"0"0,1 4-4952 0 0,-6-11-279 0 0,79 149 1504 0 0,-67-130-1879 0 0,0-1-1 0 0,2-1 0 0 0,41 41 0 0 0,-32-39-5022 0 0,-2-1-1858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5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0 268 14283 0 0,'4'-6'102'0'0,"0"0"0"0"0,1 0 0 0 0,0 0 0 0 0,0 0 0 0 0,0 1 1 0 0,0 0-1 0 0,1 0 0 0 0,0 0 0 0 0,0 0 0 0 0,1 1 0 0 0,8-4 0 0 0,8-7-13 0 0,113-75 543 0 0,6 10-4538 0 0,-111 65 3498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6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 10594 0 0,'3'-29'10662'0'0,"1"44"-10107"0"0,4 29-222 0 0,-3 1-1 0 0,-2 0 0 0 0,-2 55 1 0 0,-1-42-141 0 0,0 11-73 0 0,12 392 181 0 0,-2-322-342 0 0,37 181 1 0 0,-35-261 46 0 0,22 131-208 0 0,-32-169 270 0 0,0 1-1 0 0,-2 0 1 0 0,0-1 0 0 0,-2 1-1 0 0,-1 0 1 0 0,-8 35-1 0 0,10-54-246 0 0,-7 21-77 0 0,7-24 169 0 0,1 1-1 0 0,0 0 0 0 0,0-1 0 0 0,-1 1 1 0 0,1-1-1 0 0,0 0 0 0 0,-1 1 1 0 0,1-1-1 0 0,0 1 0 0 0,-1-1 1 0 0,1 1-1 0 0,-1-1 0 0 0,1 0 1 0 0,-1 1-1 0 0,1-1 0 0 0,-1 0 1 0 0,1 1-1 0 0,-1-1 0 0 0,1 0 1 0 0,-1 0-1 0 0,1 0 0 0 0,-1 1 1 0 0,1-1-1 0 0,-1 0 0 0 0,0 0 1 0 0,1 0-1 0 0,-1 0 0 0 0,1 0 0 0 0,-1 0 1 0 0,1 0-1 0 0,-1 0 0 0 0,0 0 1 0 0,1 0-1 0 0,-1-1 0 0 0,1 1 1 0 0,-2 0-1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6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206 173 3681 0 0,'-1'-1'134'0'0,"0"0"0"0"0,0 0 1 0 0,0-1-1 0 0,1 1 0 0 0,-1 0 1 0 0,0 0-1 0 0,0 0 0 0 0,0 0 1 0 0,-1 0-1 0 0,1 0 0 0 0,0 1 0 0 0,0-1 1 0 0,-1 0-1 0 0,1 0 0 0 0,0 1 1 0 0,-1-1-1 0 0,1 1 0 0 0,0-1 1 0 0,-1 1-1 0 0,-2-1 0 0 0,0 1 130 0 0,0 0 0 0 0,-1 0-1 0 0,1 0 1 0 0,0 0 0 0 0,0 1-1 0 0,0 0 1 0 0,-6 1 0 0 0,-1 2 80 0 0,1-1 0 0 0,0 2 0 0 0,0 0-1 0 0,0 0 1 0 0,-10 7 0 0 0,12-6-16 0 0,1 0 1 0 0,0 1-1 0 0,1 0 0 0 0,0 0 0 0 0,-8 10 0 0 0,12-13-88 0 0,-1-1 0 0 0,1 1 0 0 0,0-1 0 0 0,0 1 0 0 0,0 0 0 0 0,1-1 0 0 0,-1 1 0 0 0,1 0 0 0 0,0 0 0 0 0,0 0 0 0 0,0 0 0 0 0,1 0 0 0 0,-1 1 0 0 0,1 5 0 0 0,0-10-198 0 0,0 0 0 0 0,0 1 0 0 0,0-1 0 0 0,0 0 0 0 0,0 0 0 0 0,1 1 0 0 0,-1-1 0 0 0,0 0-1 0 0,0 0 1 0 0,0 0 0 0 0,0 1 0 0 0,0-1 0 0 0,0 0 0 0 0,0 0 0 0 0,1 0 0 0 0,-1 1 0 0 0,0-1-1 0 0,0 0 1 0 0,0 0 0 0 0,0 0 0 0 0,1 0 0 0 0,-1 1 0 0 0,0-1 0 0 0,0 0 0 0 0,0 0-1 0 0,1 0 1 0 0,-1 0 0 0 0,0 0 0 0 0,0 0 0 0 0,1 0 0 0 0,-1 0 0 0 0,0 0 0 0 0,0 0 0 0 0,1 0-1 0 0,-1 0 1 0 0,0 0 0 0 0,0 0 0 0 0,1 0 0 0 0,-1 0 0 0 0,0 0 0 0 0,14-7 464 0 0,9-13-254 0 0,-23 20-203 0 0,148-172 2667 0 0,-87 97-1859 0 0,-59 72-809 0 0,1 0 1 0 0,0 0-1 0 0,-1 0 1 0 0,1 0-1 0 0,0 1 1 0 0,0-1-1 0 0,1 1 1 0 0,-1 0-1 0 0,0 0 0 0 0,1 0 1 0 0,-1 0-1 0 0,1 0 1 0 0,0 1-1 0 0,-1 0 1 0 0,1 0-1 0 0,0 0 1 0 0,6-1-1 0 0,-6 2-20 0 0,0 1 0 0 0,0-1 0 0 0,0 1 1 0 0,0 0-1 0 0,0 0 0 0 0,0 0 0 0 0,0 1 0 0 0,0-1 0 0 0,0 1 0 0 0,-1 0 0 0 0,1 0 0 0 0,-1 0 0 0 0,1 1 0 0 0,-1-1 0 0 0,0 1 0 0 0,5 4 0 0 0,31 34-647 0 0,49 67-1 0 0,-46-56-1791 0 0,-13-16-4890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7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13 151 7370 0 0,'-7'-9'6632'0'0,"6"9"-6395"0"0,-3 11 3172 0 0,4 25-1499 0 0,0-34-1765 0 0,1 22 147 0 0,1 0 1 0 0,1 1 0 0 0,2-2-1 0 0,12 45 1 0 0,-14-61-297 0 0,0 0 0 0 0,0-1 0 0 0,0 1 0 0 0,1-1 0 0 0,0 0 1 0 0,0 0-1 0 0,1 0 0 0 0,-1 0 0 0 0,7 5 0 0 0,-8-8-37 0 0,1-1 1 0 0,0 1-1 0 0,0-1 0 0 0,-1 1 1 0 0,1-1-1 0 0,0 0 0 0 0,1-1 0 0 0,-1 1 1 0 0,0-1-1 0 0,0 0 0 0 0,1 0 1 0 0,-1 0-1 0 0,1 0 0 0 0,-1-1 0 0 0,1 0 1 0 0,5 0-1 0 0,-7-1-85 0 0,0 1 0 0 0,1-1 0 0 0,-1 0 0 0 0,1 0 0 0 0,-1-1 0 0 0,0 1 0 0 0,0-1 0 0 0,0 1 1 0 0,0-1-1 0 0,0 0 0 0 0,0 0 0 0 0,0-1 0 0 0,-1 1 0 0 0,1 0 0 0 0,-1-1 0 0 0,1 0 0 0 0,-1 1 0 0 0,0-1 0 0 0,0 0 0 0 0,0 0 0 0 0,-1 0 0 0 0,1 0 0 0 0,-1-1 0 0 0,1 1 0 0 0,0-7 0 0 0,4-9-415 0 0,-1 0 0 0 0,-1-1 0 0 0,3-25 0 0 0,-6 33 252 0 0,2-13-172 0 0,-3 16 410 0 0,1 0 0 0 0,-1 1 1 0 0,2-1-1 0 0,0 0 0 0 0,0 1 1 0 0,0 0-1 0 0,1-1 0 0 0,0 1 1 0 0,5-8-1 0 0,-8 15 55 0 0,0 1 1 0 0,1 0-1 0 0,-1-1 1 0 0,1 1-1 0 0,-1 0 1 0 0,1-1-1 0 0,-1 1 1 0 0,0 0-1 0 0,1 0 0 0 0,-1 0 1 0 0,1-1-1 0 0,-1 1 1 0 0,1 0-1 0 0,-1 0 1 0 0,1 0-1 0 0,-1 0 1 0 0,1 0-1 0 0,-1 0 0 0 0,1 0 1 0 0,-1 0-1 0 0,1 0 1 0 0,-1 0-1 0 0,1 0 1 0 0,0 0-1 0 0,-1 0 1 0 0,0 0-1 0 0,1 1 1 0 0,-1-1-1 0 0,1 0 0 0 0,-1 0 1 0 0,1 1-1 0 0,-1-1 1 0 0,1 0-1 0 0,-1 0 1 0 0,0 1-1 0 0,1-1 1 0 0,-1 1-1 0 0,1-1 0 0 0,19 20 1042 0 0,-12-12-553 0 0,-4-4-228 0 0,1-1-1 0 0,0 0 1 0 0,-1 0 0 0 0,1 0-1 0 0,1 0 1 0 0,-1-1-1 0 0,0 0 1 0 0,1 0-1 0 0,-1-1 1 0 0,1 1-1 0 0,-1-1 1 0 0,1-1-1 0 0,10 1 1 0 0,-14-1-184 0 0,1 0 0 0 0,-1 0-1 0 0,1 0 1 0 0,-1-1 0 0 0,1 1-1 0 0,-1-1 1 0 0,0 0 0 0 0,1 1 0 0 0,-1-1-1 0 0,0 0 1 0 0,0-1 0 0 0,0 1 0 0 0,0 0-1 0 0,0-1 1 0 0,0 1 0 0 0,0-1 0 0 0,0 1-1 0 0,0-1 1 0 0,-1 0 0 0 0,1 0-1 0 0,-1 0 1 0 0,1 0 0 0 0,-1 0 0 0 0,0 0-1 0 0,0 0 1 0 0,0 0 0 0 0,0-1 0 0 0,0 1-1 0 0,0 0 1 0 0,-1-1 0 0 0,1 1 0 0 0,-1 0-1 0 0,1-1 1 0 0,-1-2 0 0 0,1-9-87 0 0,-1 1 1 0 0,0 0-1 0 0,-1 0 1 0 0,0-1-1 0 0,-1 1 1 0 0,-5-17-1 0 0,-9-14-7033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8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1 145 4609 0 0,'2'2'185'0'0,"-1"1"-1"0"0,1-1 1 0 0,0 0-1 0 0,0-1 1 0 0,0 1-1 0 0,1 0 1 0 0,-1-1 0 0 0,0 1-1 0 0,1-1 1 0 0,-1 1-1 0 0,1-1 1 0 0,-1 0 0 0 0,1 0-1 0 0,4 1 1 0 0,-6-2-107 0 0,0 0-1 0 0,0 0 1 0 0,0-1 0 0 0,1 1 0 0 0,-1 0-1 0 0,0-1 1 0 0,0 1 0 0 0,0 0 0 0 0,0-1-1 0 0,0 1 1 0 0,0-1 0 0 0,0 0 0 0 0,0 1-1 0 0,0-1 1 0 0,0 0 0 0 0,0 1 0 0 0,0-1 0 0 0,-1 0-1 0 0,1 0 1 0 0,0 0 0 0 0,0 0 0 0 0,-1 0-1 0 0,1 0 1 0 0,-1 0 0 0 0,1 0 0 0 0,-1 0-1 0 0,1 0 1 0 0,-1 0 0 0 0,0 0 0 0 0,1 0 0 0 0,-1 0-1 0 0,0-1 1 0 0,0 1 0 0 0,0 0 0 0 0,0 0-1 0 0,0 0 1 0 0,0-2 0 0 0,2-10-354 0 0,-2 0 0 0 0,1 0 1 0 0,-2 0-1 0 0,1-1 0 0 0,-2 1 1 0 0,0 0-1 0 0,-8-24 387 0 0,10 37-85 0 0,0 0 0 0 0,0 0-1 0 0,0 0 1 0 0,0 0 0 0 0,0 0 0 0 0,0 0-1 0 0,0 0 1 0 0,0 0 0 0 0,0 0 0 0 0,0 0 0 0 0,-1 0-1 0 0,1 0 1 0 0,0 0 0 0 0,0 0 0 0 0,0 0 0 0 0,0 0-1 0 0,0 0 1 0 0,0 0 0 0 0,0 0 0 0 0,0 0 0 0 0,-1-1 335 0 0,1 1-336 0 0,0 0 1 0 0,0 0 0 0 0,0 0 0 0 0,0 0 0 0 0,0 0-1 0 0,0 0 1 0 0,0 0 0 0 0,0 0 0 0 0,0 0 0 0 0,0 0-1 0 0,0-1 1 0 0,0 1 0 0 0,0 0 0 0 0,0 0 0 0 0,0 0-1 0 0,-3 11 1452 0 0,1 12 274 0 0,2-17-1565 0 0,1 0-1 0 0,1 0 1 0 0,-1-1-1 0 0,1 1 1 0 0,0 0-1 0 0,0-1 1 0 0,0 0-1 0 0,1 1 1 0 0,0-1-1 0 0,0 0 1 0 0,0 0-1 0 0,1-1 1 0 0,0 1-1 0 0,0-1 1 0 0,7 7-1 0 0,-7-8-134 0 0,-1 0-1 0 0,1 0 0 0 0,-1-1 1 0 0,1 1-1 0 0,0-1 0 0 0,0 0 0 0 0,0 0 1 0 0,0-1-1 0 0,0 1 0 0 0,1-1 1 0 0,-1 0-1 0 0,0 0 0 0 0,1 0 0 0 0,-1 0 1 0 0,1-1-1 0 0,-1 0 0 0 0,1 0 1 0 0,-1 0-1 0 0,0-1 0 0 0,1 1 0 0 0,5-3 1 0 0,-6 2-49 0 0,-1-1 0 0 0,1 1 0 0 0,-1-1 1 0 0,0 0-1 0 0,0 0 0 0 0,1 0 0 0 0,-2-1 1 0 0,1 1-1 0 0,0-1 0 0 0,0 1 0 0 0,-1-1 1 0 0,1 0-1 0 0,-1 0 0 0 0,3-5 1 0 0,24-53-724 0 0,-7 13 277 0 0,-22 47 555 0 0,1 0 0 0 0,-1 1 1 0 0,1-1-1 0 0,-1 1 0 0 0,1 0 1 0 0,-1-1-1 0 0,1 1 0 0 0,-1-1 1 0 0,1 1-1 0 0,-1 0 0 0 0,1-1 0 0 0,0 1 1 0 0,-1 0-1 0 0,1 0 0 0 0,-1-1 1 0 0,1 1-1 0 0,0 0 0 0 0,-1 0 1 0 0,1 0-1 0 0,0 0 0 0 0,-1 0 1 0 0,1 0-1 0 0,0 0 0 0 0,-1 0 1 0 0,1 0-1 0 0,0 0 0 0 0,0 1 0 0 0,24 10 1294 0 0,17 24-1228 0 0,20 29-4116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8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25 13507 0 0,'-11'-24'3792'0'0,"19"34"-4898"0"0,23 23 72 0 0,-20-25 1022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111 206 2304 0 0,'-5'-20'505'0'0,"-10"-10"5455"0"0,14 29-5708 0 0,1 0-1 0 0,-1 0 1 0 0,0 0-1 0 0,0 0 1 0 0,1 1-1 0 0,-1-1 1 0 0,0 0-1 0 0,0 1 1 0 0,0-1-1 0 0,1 1 1 0 0,-1-1 0 0 0,0 1-1 0 0,0-1 1 0 0,0 1-1 0 0,0 0 1 0 0,0-1-1 0 0,0 1 1 0 0,0 0-1 0 0,0 0 1 0 0,0 0-1 0 0,0-1 1 0 0,0 1-1 0 0,-1 0 1 0 0,0 1-1 0 0,1-1-173 0 0,-1 1 0 0 0,1-1 0 0 0,-1 1-1 0 0,1 0 1 0 0,0 0 0 0 0,-1 0 0 0 0,1-1 0 0 0,0 1-1 0 0,0 1 1 0 0,-1-1 0 0 0,1 0 0 0 0,0 0-1 0 0,-1 2 1 0 0,-4 5 120 0 0,1 0 1 0 0,-1 1-1 0 0,2-1 0 0 0,-1 1 1 0 0,1 0-1 0 0,0 0 0 0 0,1 1 1 0 0,0-1-1 0 0,1 1 0 0 0,0 0 1 0 0,0-1-1 0 0,0 18 0 0 0,2-24-256 0 0,0 1 0 0 0,0-1 0 0 0,1 1 0 0 0,-1-1-1 0 0,1 0 1 0 0,-1 1 0 0 0,1-1 0 0 0,0 0-1 0 0,1 1 1 0 0,-1-1 0 0 0,0 0 0 0 0,1 0 0 0 0,0 0-1 0 0,0 0 1 0 0,0 0 0 0 0,0 0 0 0 0,0-1 0 0 0,0 1-1 0 0,1-1 1 0 0,-1 1 0 0 0,1-1 0 0 0,0 0 0 0 0,-1 0-1 0 0,1 0 1 0 0,0 0 0 0 0,0-1 0 0 0,1 1-1 0 0,-1-1 1 0 0,0 0 0 0 0,0 0 0 0 0,1 0 0 0 0,-1 0-1 0 0,1-1 1 0 0,-1 1 0 0 0,0-1 0 0 0,1 0 0 0 0,-1 0-1 0 0,6 0 1 0 0,-8 0 52 0 0,1-1 17 0 0,1 1 0 0 0,-1 0 1 0 0,1 0-1 0 0,-1 0 0 0 0,1 0 0 0 0,-1 1 0 0 0,1-1 0 0 0,-1 1 0 0 0,1-1 0 0 0,-1 1 0 0 0,4 1 0 0 0,-6 0 5 0 0,1-1 0 0 0,0 0 0 0 0,-1 0 0 0 0,1 1 0 0 0,-1-1 0 0 0,1 0 0 0 0,-1 1 0 0 0,0-1 0 0 0,1 0-1 0 0,-1 1 1 0 0,0-1 0 0 0,0 1 0 0 0,0-1 0 0 0,0 0 0 0 0,0 1 0 0 0,-1-1 0 0 0,1 1 0 0 0,0-1 0 0 0,-1 0 0 0 0,1 1 0 0 0,0-1 0 0 0,-2 3 0 0 0,-5 18-966 0 0,-1 1 1 0 0,-12 24-1 0 0,29-91 1117 0 0,-3 4 1245 0 0,6 2-1047 0 0,2 1 1 0 0,2 1-1 0 0,34-58 1 0 0,5-10-910 0 0,-53 100 579 0 0,0-1 1 0 0,0 0 0 0 0,-1 0 0 0 0,1 1 0 0 0,-1-1 0 0 0,0 0 0 0 0,-1 0 0 0 0,1 0 0 0 0,-1 0-1 0 0,0 0 1 0 0,0-1 0 0 0,-1-4 0 0 0,-10-36 4332 0 0,12 46-4299 0 0,0 1 0 0 0,0-1 1 0 0,1 0-1 0 0,-1 1 0 0 0,0-1 1 0 0,0 1-1 0 0,0-1 1 0 0,0 1-1 0 0,0-1 0 0 0,0 1 1 0 0,0 0-1 0 0,0 0 0 0 0,0-1 1 0 0,0 1-1 0 0,0 1 0 0 0,12 15 59 0 0,-2 1 0 0 0,0 0 0 0 0,-1 0 0 0 0,0 1-1 0 0,10 32 1 0 0,-8-20-42 0 0,22 40-1 0 0,-33-70-85 0 0,0 1 1 0 0,-1-1-1 0 0,1 0 1 0 0,0 0-1 0 0,-1 0 1 0 0,1 0-1 0 0,0 1 1 0 0,0-1-1 0 0,0 0 1 0 0,0-1-1 0 0,0 1 1 0 0,0 0-1 0 0,0 0 1 0 0,1 0-1 0 0,-1-1 0 0 0,0 1 1 0 0,0 0-1 0 0,1-1 1 0 0,-1 1-1 0 0,0-1 1 0 0,2 1-1 0 0,-1-1-1 0 0,-1-1 0 0 0,0 1 0 0 0,0 0 0 0 0,1-1 0 0 0,-1 1 0 0 0,0 0 0 0 0,0-1 0 0 0,0 0 0 0 0,1 1 1 0 0,-1-1-1 0 0,0 0 0 0 0,0 1 0 0 0,0-1 0 0 0,0 0 0 0 0,0 0 0 0 0,0 0 0 0 0,-1 0 0 0 0,2-1 0 0 0,5-8-33 0 0,-1 0 0 0 0,-1 0-1 0 0,0 0 1 0 0,5-13 0 0 0,-5 11-51 0 0,25-41-111 0 0,-28 50 190 0 0,0 0 0 0 0,0 0-1 0 0,0 1 1 0 0,0-1-1 0 0,1 1 1 0 0,-1-1 0 0 0,1 1-1 0 0,0 0 1 0 0,-1 0 0 0 0,1 0-1 0 0,0 1 1 0 0,0-1-1 0 0,0 1 1 0 0,0-1 0 0 0,0 1-1 0 0,4-1 1 0 0,-2 3 14 0 0,-1-1 0 0 0,1 1 1 0 0,-1 1-1 0 0,1-1 0 0 0,-1 0 0 0 0,0 1 1 0 0,0 0-1 0 0,1 0 0 0 0,-1 0 0 0 0,-1 1 1 0 0,1 0-1 0 0,0-1 0 0 0,5 7 0 0 0,31 15-1214 0 0,-11-15-985 0 0,-14-8 1056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9218 0 0,'-1'14'6667'0'0,"7"15"-3844"0"0,2 4-698 0 0,21 49-1 0 0,47 81-1235 0 0,-34-80-1062 0 0,-31-57-702 0 0,-8-8-5415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29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20 208 5985 0 0,'-2'-2'432'0'0,"0"1"0"0"0,1-1 0 0 0,-1 0 0 0 0,0 0-1 0 0,1 0 1 0 0,0 0 0 0 0,-1 0 0 0 0,1 0 0 0 0,0-1-1 0 0,0 1 1 0 0,0 0 0 0 0,1-1 0 0 0,-1 1 0 0 0,0 0-1 0 0,1-1 1 0 0,0 1 0 0 0,-1-1 0 0 0,1-3 0 0 0,1 3-61 0 0,-1 0 0 0 0,1 0 0 0 0,0 0-1 0 0,0 0 1 0 0,0 0 0 0 0,0 0 0 0 0,1 0 0 0 0,-1 0 0 0 0,1 1 0 0 0,0-1 0 0 0,0 0 0 0 0,4-3 0 0 0,2-2 37 0 0,0 1 0 0 0,1-1 0 0 0,0 2 0 0 0,0 0 0 0 0,1 0-1 0 0,20-9 1 0 0,87-37-453 0 0,-84 38-108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0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941 77 1840 0 0,'0'-4'166'0'0,"0"-1"0"0"0,0 1 0 0 0,0 0-1 0 0,0 0 1 0 0,-1 0 0 0 0,0 0 0 0 0,0 0-1 0 0,0 0 1 0 0,-2-4 0 0 0,3 6-152 0 0,-1 0 0 0 0,1 1 0 0 0,-1-1 0 0 0,1 0 0 0 0,-1 1 1 0 0,0-1-1 0 0,0 1 0 0 0,0-1 0 0 0,0 1 0 0 0,0-1 0 0 0,0 1 0 0 0,0 0 0 0 0,0-1 1 0 0,0 1-1 0 0,-1 0 0 0 0,1 0 0 0 0,-1 0 0 0 0,1 0 0 0 0,-1 0 0 0 0,1 0 0 0 0,-1 0 1 0 0,1 1-1 0 0,-3-2 0 0 0,2 3-14 0 0,1-1 1 0 0,-1 1-1 0 0,0-1 1 0 0,0 1-1 0 0,1-1 1 0 0,-1 1-1 0 0,0 0 1 0 0,1 0-1 0 0,-1 0 1 0 0,1 0-1 0 0,-1 0 1 0 0,1 0-1 0 0,-1 0 1 0 0,1 1-1 0 0,-2 2 1 0 0,2-3 123 0 0,0 0 0 0 0,0 0 0 0 0,0 0 0 0 0,0 0 0 0 0,0 0 0 0 0,0 0 0 0 0,0 0 0 0 0,0 0 0 0 0,0-1 0 0 0,-1 1 0 0 0,1 0-1 0 0,0-1 1 0 0,0 1 0 0 0,-1 0 0 0 0,1-1 0 0 0,-1 0 0 0 0,1 1 0 0 0,0-1 0 0 0,-1 0 0 0 0,1 0 0 0 0,-1 0 0 0 0,1 0 0 0 0,0 0 0 0 0,-1 0 0 0 0,-1 0 0 0 0,2 0 226 0 0,0 0-1 0 0,0 0 0 0 0,0 0 1 0 0,0 0-1 0 0,-1 0 0 0 0,1 0 1 0 0,0 1-1 0 0,0-1 0 0 0,0 0 1 0 0,0 1-1 0 0,0-1 0 0 0,0 1 1 0 0,0-1-1 0 0,0 1 1 0 0,0-1-1 0 0,0 1 0 0 0,-2 2 1049 0 0,2-2-1049 0 0,-1 1 0 0 0,-18 25 395 0 0,16-20-165 0 0,-146 243 1610 0 0,13-20-2139 0 0,108-187-26 0 0,-159 253 134 0 0,-91 172-3136 0 0,278-467 2863 0 0,-11 19 819 0 0,12-20-757 0 0,0-1 0 0 0,1 1 0 0 0,-1 0-1 0 0,0 0 1 0 0,0 0 0 0 0,0 0 0 0 0,1-1-1 0 0,-1 1 1 0 0,0 0 0 0 0,0 0 0 0 0,1 0-1 0 0,-1 0 1 0 0,0 0 0 0 0,0 0 0 0 0,1 0-1 0 0,-1 0 1 0 0,0 0 0 0 0,0 0 0 0 0,1 0-1 0 0,-1 0 1 0 0,0 0 0 0 0,1 0 0 0 0,-1 0-1 0 0,0 0 1 0 0,0 0 0 0 0,1 0 0 0 0,-1 0-1 0 0,0 0 1 0 0,0 0 0 0 0,1 0 0 0 0,-1 0-1 0 0,0 1 1 0 0,0-1 0 0 0,1 0 0 0 0,-1 0-1 0 0,0 0 1 0 0,0 0 0 0 0,0 1 0 0 0,1-1-1 0 0,-1 0 1 0 0,0 0 0 0 0,0 0 0 0 0,0 1-1 0 0,0-1 1 0 0,0 0 0 0 0,1 0 0 0 0,-1 1-1 0 0,0-1 1 0 0,0 0 0 0 0,0 0 0 0 0,0 1-1 0 0,0-1 1 0 0,0 0 0 0 0,0 1 0 0 0,0-1-1 0 0,0 0 1 0 0,0 0 0 0 0,0 1 0 0 0,0-1-1 0 0,0 0 1 0 0,0 0 0 0 0,0 1 0 0 0,0-1-1 0 0,0 0 1 0 0,-1 0 0 0 0,1 1 0 0 0,0-1-1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1.2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 5905 0 0,'0'0'13'0'0,"0"0"0"0"0,-1 0-1 0 0,1-1 1 0 0,0 1 0 0 0,-1 0 0 0 0,1 0-1 0 0,-1 0 1 0 0,1 0 0 0 0,0 0 0 0 0,-1-1-1 0 0,1 1 1 0 0,-1 0 0 0 0,1 0 0 0 0,0 0-1 0 0,-1 0 1 0 0,1 0 0 0 0,-1 0 0 0 0,1 1-1 0 0,-1-1 1 0 0,1 0 0 0 0,0 0 0 0 0,-1 0-1 0 0,1 0 1 0 0,-1 0 0 0 0,1 1 0 0 0,0-1-1 0 0,-1 0 1 0 0,1 0 0 0 0,0 0 0 0 0,-1 1-1 0 0,1-1 1 0 0,-1 1 0 0 0,-14 7 1608 0 0,-4 3 260 0 0,12-7-783 0 0,-1 0 0 0 0,1 0-1 0 0,1 1 1 0 0,-9 6 0 0 0,44-10 394 0 0,6-9-1342 0 0,62-23 1 0 0,-24 7 232 0 0,-72 23-357 0 0,0 1-1 0 0,0 0 1 0 0,0 0-1 0 0,0 0 1 0 0,0 0-1 0 0,0 0 1 0 0,0 0-1 0 0,0 0 1 0 0,0 0-1 0 0,0 0 1 0 0,0 1-1 0 0,0-1 1 0 0,0 0-1 0 0,0 0 1 0 0,-1 1-1 0 0,1-1 1 0 0,0 1-1 0 0,0-1 1 0 0,0 1-1 0 0,0 0 1 0 0,0-1-1 0 0,-1 1 1 0 0,1 0-1 0 0,0-1 1 0 0,-1 1-1 0 0,1 0 1 0 0,0 0-1 0 0,-1-1 1 0 0,1 1-1 0 0,-1 0 1 0 0,1 0-1 0 0,-1 0 1 0 0,1 0-1 0 0,-1 0 1 0 0,0 0-1 0 0,0 0 1 0 0,1 0-1 0 0,-1 0 1 0 0,0 0-1 0 0,0 0 1 0 0,0 1-1 0 0,2 9 209 0 0,-1 0 1 0 0,0 0-1 0 0,-1 12 0 0 0,0-5 63 0 0,12 89 432 0 0,-1-37-6825 0 0,-6-38-109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2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18 3225 0 0,'-1'-1'149'0'0,"1"0"0"0"0,-1 0 0 0 0,1 1 0 0 0,0-1 1 0 0,-1 0-1 0 0,0 0 0 0 0,1 0 0 0 0,-1 0 0 0 0,1 0 0 0 0,-1 0 1 0 0,0 1-1 0 0,0-1 0 0 0,0 0 0 0 0,1 1 0 0 0,-1-1 0 0 0,0 0 1 0 0,0 1-1 0 0,0-1 0 0 0,0 1 0 0 0,0 0 0 0 0,0-1 1 0 0,0 1-1 0 0,0 0 0 0 0,0-1 0 0 0,0 1 0 0 0,0 0 0 0 0,0 0 1 0 0,0 0-1 0 0,0 0 0 0 0,-2 0 0 0 0,-1 0 403 0 0,0-1 0 0 0,0 1 0 0 0,-1 0-1 0 0,1 1 1 0 0,0-1 0 0 0,-7 2 0 0 0,4 1-283 0 0,1 1 1 0 0,0 0-1 0 0,0-1 1 0 0,1 2 0 0 0,-1-1-1 0 0,1 1 1 0 0,0 0-1 0 0,0 0 1 0 0,0 0-1 0 0,1 0 1 0 0,0 1-1 0 0,0 0 1 0 0,0 0-1 0 0,1 0 1 0 0,0 1-1 0 0,0-1 1 0 0,-2 7-1 0 0,-1 4-60 0 0,0 0 0 0 0,2 1 0 0 0,0-1-1 0 0,1 1 1 0 0,-2 28 0 0 0,5-42-215 0 0,0 0-1 0 0,0 0 1 0 0,1 0 0 0 0,0 0-1 0 0,-1-1 1 0 0,1 1 0 0 0,1 0-1 0 0,-1 0 1 0 0,0-1 0 0 0,1 1 0 0 0,0-1-1 0 0,0 1 1 0 0,3 4 0 0 0,-4-7-24 0 0,0 0 1 0 0,0 0 0 0 0,0 0 0 0 0,0 0-1 0 0,0 0 1 0 0,0-1 0 0 0,0 1-1 0 0,0 0 1 0 0,0-1 0 0 0,0 1-1 0 0,1 0 1 0 0,-1-1 0 0 0,0 0-1 0 0,0 1 1 0 0,1-1 0 0 0,-1 0 0 0 0,0 1-1 0 0,1-1 1 0 0,-1 0 0 0 0,0 0-1 0 0,1 0 1 0 0,-1 0 0 0 0,0 0-1 0 0,0-1 1 0 0,1 1 0 0 0,-1 0-1 0 0,0 0 1 0 0,1-1 0 0 0,-1 1 0 0 0,0-1-1 0 0,0 1 1 0 0,0-1 0 0 0,1 0-1 0 0,-1 1 1 0 0,0-1 0 0 0,0 0-1 0 0,0 0 1 0 0,0 0 0 0 0,0 0-1 0 0,-1 0 1 0 0,1 0 0 0 0,1-1 0 0 0,3-4-37 0 0,0-1 0 0 0,0 0 0 0 0,0 1 1 0 0,-1-2-1 0 0,0 1 0 0 0,0 0 1 0 0,-1-1-1 0 0,0 1 0 0 0,-1-1 0 0 0,1 0 1 0 0,1-15-1 0 0,0-5 457 0 0,-2 1 0 0 0,0-32 0 0 0,-3 59-308 0 0,1-1 0 0 0,0 1 1 0 0,0-1-1 0 0,0 1 1 0 0,0 0-1 0 0,0-1 0 0 0,0 1 1 0 0,0-1-1 0 0,0 1 1 0 0,0-1-1 0 0,0 1 1 0 0,0-1-1 0 0,0 1 0 0 0,0-1 1 0 0,0 1-1 0 0,1-1 1 0 0,-1 1-1 0 0,0-1 0 0 0,0 1 1 0 0,0 0-1 0 0,1-1 1 0 0,-1 1-1 0 0,0-1 0 0 0,1 1 1 0 0,-1 0-1 0 0,0-1 1 0 0,1 1-1 0 0,-1 0 0 0 0,0-1 1 0 0,1 1-1 0 0,0 0 1 0 0,11 9 1072 0 0,11 28-681 0 0,-21-34-313 0 0,65 96 123 0 0,-16-37-4258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7 6913 0 0,'-10'-7'10937'0'0,"9"18"-10703"0"0,2-1 0 0 0,-1 0 0 0 0,2 0 0 0 0,-1 1 0 0 0,1-1 0 0 0,1 0 0 0 0,6 15 0 0 0,-8-21-366 0 0,0 0 0 0 0,1-1-1 0 0,0 1 1 0 0,-1-1 0 0 0,1 0-1 0 0,1 1 1 0 0,-1-1 0 0 0,0 0-1 0 0,1 0 1 0 0,0 0 0 0 0,0-1-1 0 0,-1 1 1 0 0,2-1 0 0 0,-1 1-1 0 0,0-1 1 0 0,0 0 0 0 0,1 0-1 0 0,-1 0 1 0 0,1-1 0 0 0,0 1-1 0 0,-1-1 1 0 0,1 0 0 0 0,0 0 0 0 0,5 0-1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8 2304 0 0,'-1'-1'310'0'0,"0"0"-1"0"0,0 1 1 0 0,0-1-1 0 0,0 0 1 0 0,0 1-1 0 0,0-1 0 0 0,0 1 1 0 0,0-1-1 0 0,0 1 1 0 0,0 0-1 0 0,0-1 1 0 0,0 1-1 0 0,0 0 0 0 0,0 0 1 0 0,0 0-1 0 0,0 0 1 0 0,0 0-1 0 0,0 0 1 0 0,-1 0-1 0 0,1 0 0 0 0,0 0 1 0 0,0 0-1 0 0,0 1 1 0 0,0-1-1 0 0,0 0 1 0 0,0 1-1 0 0,0-1 0 0 0,0 1 1 0 0,0-1-1 0 0,0 1 1 0 0,0 0-1 0 0,1-1 1 0 0,-1 1-1 0 0,-1 1 0 0 0,1-1 236 0 0,0 1 0 0 0,0-1 0 0 0,0 1-1 0 0,0-1 1 0 0,0 1 0 0 0,0 0-1 0 0,1-1 1 0 0,-1 1 0 0 0,1 0 0 0 0,-1 3-1 0 0,1 12 649 0 0,8 26-482 0 0,2-1-1 0 0,2-1 1 0 0,28 67 0 0 0,-3-35-2869 0 0,5-5-3781 0 0,-38-62 3845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12 177 456 0 0,'-1'-1'113'0'0,"0"1"-1"0"0,1 0 1 0 0,-1-1-1 0 0,0 1 1 0 0,1 0-1 0 0,-1-1 1 0 0,0 1-1 0 0,1-1 0 0 0,-1 1 1 0 0,1-1-1 0 0,-1 1 1 0 0,1-1-1 0 0,-1 0 1 0 0,1 1-1 0 0,-1-1 1 0 0,1 0-1 0 0,0 1 1 0 0,-1-1-1 0 0,1 0 1 0 0,0 1-1 0 0,0-1 1 0 0,-1 0-1 0 0,1 0 1 0 0,0 1-1 0 0,0-1 1 0 0,0 0-1 0 0,0-1 1 0 0,0 0 111 0 0,1 0 0 0 0,0 0 0 0 0,-1 0 0 0 0,1 0 0 0 0,0 0 0 0 0,0 0 1 0 0,0 0-1 0 0,0 1 0 0 0,0-1 0 0 0,3-2 0 0 0,4-6 825 0 0,1 1 0 0 0,19-14 1 0 0,-23 18-702 0 0,11-8-15 0 0,1 1-1 0 0,0 0 0 0 0,1 1 1 0 0,0 1-1 0 0,34-13 0 0 0,-35 16-675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3681 0 0,'2'1'221'0'0,"-1"-1"1"0"0,1 1 0 0 0,0 0-1 0 0,0 0 1 0 0,-1 0 0 0 0,1 0-1 0 0,0 0 1 0 0,-1 0 0 0 0,1 0-1 0 0,-1 1 1 0 0,0-1-1 0 0,1 0 1 0 0,-1 1 0 0 0,0-1-1 0 0,0 1 1 0 0,0 0 0 0 0,0-1-1 0 0,0 1 1 0 0,0 0 0 0 0,0 0-1 0 0,0 2 1 0 0,14 52 5466 0 0,-3-9-2399 0 0,9-9-2432 0 0,-2-16-3107 0 0,-15-19 1040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7370 0 0,'-4'-3'656'0'0,"0"-2"1296"0"0,2 2-944 0 0,0 0 9 0 0,0 2-929 0 0,1-1-184 0 0,4 4-40 0 0,1 2-8 0 0,1 4-1169 0 0,2 2-223 0 0,3 7-56 0 0,1-2-9 0 0,0 1 1265 0 0,-1-3 248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3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6913 0 0,'9'11'1792'0'0,"0"1"-1"0"0,12 21 0 0 0,-16-23-1447 0 0,1-1 1 0 0,0 1-1 0 0,1-1 1 0 0,0 0 0 0 0,0 0-1 0 0,1-1 1 0 0,0 0-1 0 0,0 0 1 0 0,16 11 0 0 0,-23-19-285 0 0,1 1 0 0 0,-1 0 0 0 0,0 0 0 0 0,1-1 0 0 0,-1 1 1 0 0,1-1-1 0 0,-1 0 0 0 0,1 1 0 0 0,-1-1 0 0 0,1 0 0 0 0,-1 0 1 0 0,1 0-1 0 0,-1 0 0 0 0,1 0 0 0 0,-1 0 0 0 0,1 0 0 0 0,-1 0 0 0 0,1-1 1 0 0,-1 1-1 0 0,1 0 0 0 0,-1-1 0 0 0,0 0 0 0 0,1 1 0 0 0,1-2 0 0 0,-1 0 51 0 0,0 1 0 0 0,0-1-1 0 0,-1 0 1 0 0,1-1-1 0 0,-1 1 1 0 0,1 0 0 0 0,-1 0-1 0 0,1-1 1 0 0,-1 1-1 0 0,0 0 1 0 0,0-1 0 0 0,1-4-1 0 0,0-5 214 0 0,1 0-1 0 0,-2-1 1 0 0,1 1 0 0 0,-2-21-1 0 0,-3-12 311 0 0,0 12-1797 0 0,2 12-4174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 1840 0 0,'4'-1'3268'0'0,"-14"4"-2511"0"0,7-2-655 0 0,0 0-1 0 0,1 1 1 0 0,-1 0-1 0 0,0-1 1 0 0,1 1-1 0 0,-1 0 1 0 0,1 0-1 0 0,0 0 1 0 0,-1 0-1 0 0,-1 4 0 0 0,-2 4 682 0 0,0 0 0 0 0,0 0-1 0 0,1 1 1 0 0,-5 18-1 0 0,8-24-567 0 0,0 0-1 0 0,1 0 1 0 0,0 0 0 0 0,0 0-1 0 0,1 0 1 0 0,-1 1-1 0 0,1-1 1 0 0,0 0 0 0 0,0 0-1 0 0,1 0 1 0 0,-1 0 0 0 0,1 0-1 0 0,2 5 1 0 0,-2-8-253 0 0,-1-1 1 0 0,1 1-1 0 0,0-1 0 0 0,0 1 0 0 0,0-1 1 0 0,0 0-1 0 0,0 1 0 0 0,0-1 0 0 0,0 0 1 0 0,0 0-1 0 0,0 0 0 0 0,1 0 0 0 0,-1 0 1 0 0,0 0-1 0 0,1 0 0 0 0,-1 0 1 0 0,1-1-1 0 0,-1 1 0 0 0,1 0 0 0 0,-1-1 1 0 0,1 0-1 0 0,0 1 0 0 0,-1-1 0 0 0,1 0 1 0 0,0 0-1 0 0,-1 1 0 0 0,1-1 0 0 0,-1-1 1 0 0,1 1-1 0 0,0 0 0 0 0,-1 0 1 0 0,1-1-1 0 0,0 1 0 0 0,-1 0 0 0 0,1-1 1 0 0,-1 0-1 0 0,1 1 0 0 0,-1-1 0 0 0,3-1 1 0 0,3-2-547 0 0,0 0 1 0 0,-1 0-1 0 0,1-1 1 0 0,-1 1 0 0 0,0-1-1 0 0,10-11 1 0 0,8-21-378 0 0,-21 31 1236 0 0,1 1 1 0 0,-1-1-1 0 0,1 0 0 0 0,0 1 0 0 0,0 0 0 0 0,0 0 0 0 0,1 0 0 0 0,-1 1 1 0 0,7-5-1 0 0,-10 8-169 0 0,0 1 0 0 0,0 0 0 0 0,0-1 0 0 0,0 1 0 0 0,0 0 0 0 0,0 0 0 0 0,0-1 1 0 0,0 1-1 0 0,0 0 0 0 0,-1 0 0 0 0,1 0 0 0 0,0 0 0 0 0,0 0 0 0 0,0 1 0 0 0,0-1 0 0 0,0 0 0 0 0,0 0 0 0 0,0 1 1 0 0,0-1-1 0 0,0 0 0 0 0,0 1 0 0 0,-1-1 0 0 0,1 1 0 0 0,0-1 0 0 0,0 1 0 0 0,0-1 0 0 0,0 2 0 0 0,23 25 1598 0 0,-21-23-1752 0 0,0-1-1 0 0,-1 1 0 0 0,1-1 1 0 0,0 0-1 0 0,1 0 1 0 0,5 5-1 0 0,2-4-1242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52 6913 0 0,'-1'-5'199'0'0,"-1"1"898"0"0,0 0-1 0 0,1-1 0 0 0,0 1 1 0 0,-1-1-1 0 0,2 1 0 0 0,-1-1 1 0 0,1 1-1 0 0,-1-7 1 0 0,9 31 2809 0 0,0-2-3298 0 0,60 203 677 0 0,-11-77-8054 0 0,-50-128 737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1 229 7370 0 0,'2'-8'316'0'0,"1"0"1"0"0,0 0-1 0 0,1 0 1 0 0,-1 1-1 0 0,2-1 1 0 0,-1 1-1 0 0,1 0 1 0 0,0 0-1 0 0,0 1 1 0 0,1-1-1 0 0,0 1 1 0 0,7-6-1 0 0,10-7 562 0 0,0 2 0 0 0,29-18 0 0 0,-39 26-616 0 0,-1 1-131 0 0,1 0 0 0 0,-1 1 0 0 0,1 1 0 0 0,1 0 1 0 0,13-5-1 0 0,-24 11-83 0 0,0-1 1 0 0,-1 0-1 0 0,1 1 0 0 0,0-1 1 0 0,0 1-1 0 0,-1 0 1 0 0,1 0-1 0 0,0 0 1 0 0,0 0-1 0 0,-1 0 0 0 0,1 1 1 0 0,0 0-1 0 0,0-1 1 0 0,-1 1-1 0 0,1 0 1 0 0,0 0-1 0 0,-1 0 0 0 0,1 0 1 0 0,-1 1-1 0 0,0-1 1 0 0,1 1-1 0 0,-1 0 1 0 0,0-1-1 0 0,0 1 0 0 0,0 0 1 0 0,0 0-1 0 0,0 0 1 0 0,-1 1-1 0 0,1-1 1 0 0,0 0-1 0 0,-1 1 1 0 0,2 2-1 0 0,65 152 3969 0 0,-52-118-3915 0 0,-9-25-774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4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8 10138 0 0,'-7'-3'448'0'0,"1"0"96"0"0,0 2-440 0 0,-2 2 3137 0 0,8 4-3017 0 0,1-1-128 0 0,2 1-32 0 0,3 2 0 0 0,5 2-64 0 0,0 0 0 0 0,4 1 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5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77 2304 0 0,'-1'4'311'0'0,"1"0"0"0"0,-1 0 0 0 0,1-1 0 0 0,0 1-1 0 0,1 0 1 0 0,-1 0 0 0 0,1 0 0 0 0,-1 0-1 0 0,1-1 1 0 0,0 1 0 0 0,0 0 0 0 0,3 5-1 0 0,21 42 3600 0 0,-18-39-2865 0 0,1 1 0 0 0,0-1 0 0 0,0 0-1 0 0,1-1 1 0 0,1 0 0 0 0,14 13 0 0 0,-24-24-1023 0 0,0 0 1 0 0,1 0-1 0 0,-1 0 0 0 0,0 0 1 0 0,1 0-1 0 0,-1 0 1 0 0,0 1-1 0 0,1-1 1 0 0,-1 0-1 0 0,0 0 0 0 0,1 0 1 0 0,-1 0-1 0 0,0 0 1 0 0,1 0-1 0 0,-1 0 1 0 0,0-1-1 0 0,1 1 0 0 0,-1 0 1 0 0,0 0-1 0 0,1 0 1 0 0,-1 0-1 0 0,0 0 1 0 0,1 0-1 0 0,-1-1 0 0 0,0 1 1 0 0,1 0-1 0 0,-1 0 1 0 0,0 0-1 0 0,0-1 1 0 0,1 1-1 0 0,-1 0 0 0 0,0-1 1 0 0,0 1-1 0 0,0 0 1 0 0,1 0-1 0 0,-1-1 0 0 0,0 1 1 0 0,0 0-1 0 0,0-1 1 0 0,0 1-1 0 0,0 0 1 0 0,1-1-1 0 0,-1 1 0 0 0,0 0 1 0 0,0-1-1 0 0,0 1 1 0 0,0 0-1 0 0,0-1 1 0 0,0 1-1 0 0,0 0 0 0 0,0-1 1 0 0,0 1-1 0 0,-1 0 1 0 0,1-1-1 0 0,3-24-161 0 0,-3 22 128 0 0,-4-66-999 0 0,1-6 30 0 0,3 69 989 0 0,0-1 0 0 0,1 1 0 0 0,0 0 1 0 0,0-1-1 0 0,1 1 0 0 0,-1 0 0 0 0,2-1 0 0 0,3-8 1 0 0,-5 13 2 0 0,0 0 1 0 0,-1 1-1 0 0,1-1 1 0 0,0 0-1 0 0,0 1 0 0 0,0-1 1 0 0,0 1-1 0 0,1-1 1 0 0,-1 1-1 0 0,0 0 1 0 0,1-1-1 0 0,-1 1 1 0 0,0 0-1 0 0,1 0 1 0 0,0 0-1 0 0,-1 0 1 0 0,1 0-1 0 0,0 0 1 0 0,-1 1-1 0 0,1-1 1 0 0,0 0-1 0 0,0 1 1 0 0,0-1-1 0 0,-1 1 1 0 0,1 0-1 0 0,0 0 1 0 0,0 0-1 0 0,0 0 1 0 0,0 0-1 0 0,0 0 1 0 0,-1 0-1 0 0,1 0 1 0 0,0 1-1 0 0,0-1 1 0 0,0 1-1 0 0,0-1 1 0 0,-1 1-1 0 0,1 0 1 0 0,0 0-1 0 0,-1 0 1 0 0,1 0-1 0 0,-1 0 0 0 0,1 0 1 0 0,-1 0-1 0 0,3 2 1 0 0,-1 0-40 0 0,0 0 1 0 0,0 0-1 0 0,0 0 1 0 0,-1 1-1 0 0,1-1 1 0 0,-1 1-1 0 0,1-1 1 0 0,-1 1-1 0 0,-1 0 1 0 0,1 0-1 0 0,0 0 1 0 0,-1 0-1 0 0,0 0 1 0 0,0 0-1 0 0,0 0 1 0 0,0 1-1 0 0,-1-1 1 0 0,1 0-1 0 0,-2 8 1 0 0,-1-6-220 0 0,-1-7 635 0 0,2-13 924 0 0,3 6-950 0 0,1 0 1 0 0,0 1-1 0 0,0-1 0 0 0,6-7 1 0 0,-9 13-321 0 0,1 1 0 0 0,0-1 0 0 0,0 1 1 0 0,0-1-1 0 0,0 1 0 0 0,0-1 0 0 0,0 1 1 0 0,0 0-1 0 0,0-1 0 0 0,0 1 0 0 0,1 0 0 0 0,-1 0 1 0 0,0 0-1 0 0,1 0 0 0 0,-1 0 0 0 0,1 0 1 0 0,-1 0-1 0 0,1 1 0 0 0,0-1 0 0 0,-1 1 0 0 0,1-1 1 0 0,0 1-1 0 0,-1-1 0 0 0,1 1 0 0 0,3 0 1 0 0,-3 0-42 0 0,-1 1 1 0 0,1 0-1 0 0,-1 0 1 0 0,1 0 0 0 0,-1 0-1 0 0,1 0 1 0 0,-1 0 0 0 0,1 0-1 0 0,-1 0 1 0 0,0 1 0 0 0,0-1-1 0 0,0 1 1 0 0,0-1 0 0 0,0 0-1 0 0,0 1 1 0 0,2 2-1 0 0,12 34-251 0 0,-6-15-797 0 0,9 11-1366 0 0,-9-16 1165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5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 1 9674 0 0,'-5'2'495'0'0,"0"-1"-1"0"0,0 1 1 0 0,0 1 0 0 0,0-1 0 0 0,0 1-1 0 0,1 0 1 0 0,-1 0 0 0 0,1 0-1 0 0,-1 0 1 0 0,1 1 0 0 0,0 0-1 0 0,1 0 1 0 0,-1 0 0 0 0,-4 7-1 0 0,4-5-128 0 0,1 1-1 0 0,-1 0 1 0 0,1 0-1 0 0,1 0 0 0 0,-1 1 1 0 0,1-1-1 0 0,1 0 0 0 0,-1 1 1 0 0,0 11-1 0 0,2-4-196 0 0,0 1-1 0 0,1-1 1 0 0,1 1 0 0 0,0-1-1 0 0,1 0 1 0 0,0 0-1 0 0,2 0 1 0 0,0 0 0 0 0,10 23-1 0 0,3-8-17 0 0,-10-16-234 0 0,0 0 0 0 0,-1 0 0 0 0,0 0 1 0 0,7 26-1 0 0,-13-38 42 0 0,0 1 0 0 0,0 0-1 0 0,-1-1 1 0 0,1 1 0 0 0,-1 0 0 0 0,0-1 0 0 0,0 1 0 0 0,0 0-1 0 0,0-1 1 0 0,-1 1 0 0 0,1 0 0 0 0,-1-1 0 0 0,1 1-1 0 0,-1 0 1 0 0,0-1 0 0 0,0 1 0 0 0,0-1 0 0 0,0 1 0 0 0,-1-1-1 0 0,1 0 1 0 0,-1 1 0 0 0,1-1 0 0 0,-1 0 0 0 0,0 0 0 0 0,0 0-1 0 0,0 0 1 0 0,0-1 0 0 0,0 1 0 0 0,0 0 0 0 0,0-1 0 0 0,-1 0-1 0 0,1 1 1 0 0,-3 0 0 0 0,2-1-318 0 0,1 1-1 0 0,-1-1 1 0 0,1-1-1 0 0,-1 1 1 0 0,1 0 0 0 0,-1-1-1 0 0,1 1 1 0 0,-1-1-1 0 0,1 0 1 0 0,-1 1-1 0 0,0-1 1 0 0,1-1 0 0 0,-1 1-1 0 0,0 0 1 0 0,1-1-1 0 0,-1 1 1 0 0,1-1-1 0 0,-1 0 1 0 0,1 0 0 0 0,-1 0-1 0 0,1 0 1 0 0,0 0-1 0 0,-1 0 1 0 0,1-1 0 0 0,0 1-1 0 0,0-1 1 0 0,0 0-1 0 0,0 1 1 0 0,0-1-1 0 0,0 0 1 0 0,1 0 0 0 0,-1 0-1 0 0,1 0 1 0 0,-1-1-1 0 0,1 1 1 0 0,0 0-1 0 0,-2-4 1 0 0,1 1-251 0 0,0 0 0 0 0,0-1-1 0 0,0 1 1 0 0,1-1 0 0 0,0 1 0 0 0,0-1 0 0 0,0 0 0 0 0,0 1-1 0 0,1-8 1 0 0,1 9 854 0 0,-1-1-1 0 0,0 1 1 0 0,1 0-1 0 0,0 0 1 0 0,0 0-1 0 0,0 0 1 0 0,3-6-1 0 0,10-15 1849 0 0,0 0 1 0 0,35-44-1 0 0,-39 57-1156 0 0,1 0 1 0 0,0 0 0 0 0,0 1 0 0 0,2 1-1 0 0,-1 0 1 0 0,24-14 0 0 0,-35 23-840 0 0,0 1 1 0 0,0-1 0 0 0,0 1 0 0 0,0-1 0 0 0,0 1-1 0 0,0 0 1 0 0,0-1 0 0 0,0 1 0 0 0,0 0-1 0 0,0 0 1 0 0,1 0 0 0 0,-1 0 0 0 0,0 0 0 0 0,0 0-1 0 0,0 0 1 0 0,0 0 0 0 0,0 0 0 0 0,0 1-1 0 0,0-1 1 0 0,0 0 0 0 0,0 1 0 0 0,0-1 0 0 0,0 1-1 0 0,0-1 1 0 0,0 1 0 0 0,0 0 0 0 0,0-1-1 0 0,0 1 1 0 0,-1 0 0 0 0,1-1 0 0 0,0 1 0 0 0,0 0-1 0 0,-1 0 1 0 0,1 0 0 0 0,0 0 0 0 0,0 1 0 0 0,3 5 456 0 0,0 1 1 0 0,0 0 0 0 0,-1 0 0 0 0,2 9 0 0 0,5 8-391 0 0,18 19 125 0 0,-22-36-358 0 0,0 1 0 0 0,0 1 0 0 0,-1-1 0 0 0,0 1-1 0 0,4 11 1 0 0,-8-17 710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6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5 6449 0 0,'-8'-4'1822'0'0,"10"11"1029"0"0,-2-6-2799 0 0,10 4-3764 0 0,-4-3 3374 0 0,1 0 1 0 0,-1 0-1 0 0,11 2 1 0 0,-6-3 322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6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7 114 5065 0 0,'-6'-35'13795'0'0,"8"51"-11689"0"0,1-2-1981 0 0,1 0 1 0 0,0 0 0 0 0,0 0-1 0 0,2 0 1 0 0,0 0-1 0 0,13 21 1 0 0,-14-25-49 0 0,1-1 0 0 0,1 0-1 0 0,-1 0 1 0 0,2-1 0 0 0,-1 0 0 0 0,1 0 0 0 0,0-1-1 0 0,0 0 1 0 0,17 10 0 0 0,-24-16-79 0 0,1 0-1 0 0,-1 0 1 0 0,1-1 0 0 0,-1 1 0 0 0,1 0-1 0 0,0-1 1 0 0,-1 1 0 0 0,1-1-1 0 0,0 0 1 0 0,-1 1 0 0 0,1-1 0 0 0,0 0-1 0 0,0 0 1 0 0,-1 0 0 0 0,1 0 0 0 0,0 0-1 0 0,0-1 1 0 0,-1 1 0 0 0,1-1 0 0 0,0 1-1 0 0,-1-1 1 0 0,1 1 0 0 0,2-2 0 0 0,-2 0-38 0 0,1 0 1 0 0,-1 0 0 0 0,0-1 0 0 0,1 1 0 0 0,-1 0 0 0 0,0-1-1 0 0,-1 0 1 0 0,1 1 0 0 0,0-1 0 0 0,-1 0 0 0 0,3-6 0 0 0,1-6-123 0 0,-1 0 0 0 0,0-1 0 0 0,3-30 0 0 0,-5 8 125 0 0,-1 27 20 0 0,-1 0 0 0 0,1 0 0 0 0,1-1 0 0 0,0 1 0 0 0,0 0 0 0 0,7-18 0 0 0,-9 29 16 0 0,0-1 1 0 0,0 1 0 0 0,0 0-1 0 0,0-1 1 0 0,1 1 0 0 0,-1 0 0 0 0,0 0-1 0 0,0-1 1 0 0,0 1 0 0 0,0 0-1 0 0,0-1 1 0 0,1 1 0 0 0,-1 0 0 0 0,0 0-1 0 0,0 0 1 0 0,0-1 0 0 0,1 1-1 0 0,-1 0 1 0 0,0 0 0 0 0,0 0 0 0 0,1-1-1 0 0,-1 1 1 0 0,0 0 0 0 0,0 0-1 0 0,1 0 1 0 0,-1 0 0 0 0,0 0 0 0 0,1 0-1 0 0,-1 0 1 0 0,0 0 0 0 0,1 0-1 0 0,-1-1 1 0 0,0 1 0 0 0,0 0 0 0 0,1 1-1 0 0,-1-1 1 0 0,0 0 0 0 0,1 0-1 0 0,7 12 150 0 0,2 25 310 0 0,-9-33-383 0 0,1 4-2 0 0,0-1-1 0 0,1 1 1 0 0,0-1 0 0 0,0 0 0 0 0,0 1 0 0 0,7 8 0 0 0,-9-14-82 0 0,0 0 1 0 0,1 0 0 0 0,-1 0-1 0 0,1 0 1 0 0,0-1 0 0 0,-1 1-1 0 0,1 0 1 0 0,0-1 0 0 0,0 1-1 0 0,0-1 1 0 0,0 0 0 0 0,0 1-1 0 0,1-1 1 0 0,-1 0 0 0 0,0 0-1 0 0,1-1 1 0 0,-1 1 0 0 0,0 0-1 0 0,1-1 1 0 0,-1 1-1 0 0,1-1 1 0 0,-1 0 0 0 0,1 0-1 0 0,3 0 1 0 0,-4-1-57 0 0,-1 1 1 0 0,1-1-1 0 0,0 0 0 0 0,-1 1 0 0 0,1-1 1 0 0,0 0-1 0 0,-1 0 0 0 0,1 0 0 0 0,-1 0 1 0 0,1-1-1 0 0,-1 1 0 0 0,0 0 0 0 0,1 0 1 0 0,-1-1-1 0 0,0 1 0 0 0,0-1 0 0 0,0 1 1 0 0,1-3-1 0 0,17-37-158 0 0,-5 9 373 0 0,-11 28-146 0 0,0 0 0 0 0,-1 1-1 0 0,1 0 1 0 0,0-1-1 0 0,1 1 1 0 0,-1 0 0 0 0,1 0-1 0 0,-1 1 1 0 0,1-1-1 0 0,0 1 1 0 0,0 0 0 0 0,0 0-1 0 0,0 0 1 0 0,0 0-1 0 0,0 1 1 0 0,1-1 0 0 0,5 0-1 0 0,-6 2-18 0 0,-1-1 0 0 0,1 1 0 0 0,-1 0 0 0 0,1 1 0 0 0,-1-1 0 0 0,1 1 0 0 0,-1-1 0 0 0,1 1-1 0 0,-1 0 1 0 0,1 0 0 0 0,-1 0 0 0 0,0 1 0 0 0,0-1 0 0 0,0 1 0 0 0,1 0 0 0 0,-2 0 0 0 0,1 0 0 0 0,0 0-1 0 0,0 1 1 0 0,-1-1 0 0 0,1 1 0 0 0,2 2 0 0 0,-4-2 20 0 0,1 0 0 0 0,1-1 0 0 0,-1 1 0 0 0,0-1 0 0 0,1 0 0 0 0,-1 0 0 0 0,1 0 0 0 0,-1 0 0 0 0,1 0 0 0 0,0 0 0 0 0,4 1 1 0 0,-5-3-82 0 0,-1 0 1 0 0,1 0-1 0 0,-1 0 1 0 0,1 0-1 0 0,-1 0 1 0 0,1 0 0 0 0,-1-1-1 0 0,0 1 1 0 0,1 0-1 0 0,-1-1 1 0 0,1 1 0 0 0,-1-1-1 0 0,0 0 1 0 0,1 0-1 0 0,-1 1 1 0 0,0-1 0 0 0,0 0-1 0 0,0 0 1 0 0,1 0-1 0 0,-1 0 1 0 0,0 0-1 0 0,0 0 1 0 0,-1-1 0 0 0,1 1-1 0 0,0 0 1 0 0,0 0-1 0 0,0-3 1 0 0,15-20-1327 0 0,-10 13 844 0 0,1 1 0 0 0,16-19 1 0 0,-22 28 524 0 0,0 1 0 0 0,0-1 0 0 0,0 1 1 0 0,0 0-1 0 0,1 0 0 0 0,-1 0 0 0 0,0 0 1 0 0,0 0-1 0 0,0 0 0 0 0,0 0 1 0 0,0 0-1 0 0,1 0 0 0 0,-1 0 0 0 0,0 0 1 0 0,0 1-1 0 0,0-1 0 0 0,0 1 0 0 0,0-1 1 0 0,0 1-1 0 0,0-1 0 0 0,2 2 0 0 0,-3-2 12 0 0,4 2-559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25 247 3681 0 0,'-1'16'17644'0'0,"7"-10"-15710"0"0,-3 0-4167 0 0,2 2 2621 0 0,-3-11 613 0 0,-3-14-443 0 0,1 17-559 0 0,-1 0-1 0 0,1 0 1 0 0,-1 0-1 0 0,1 0 1 0 0,0 0-1 0 0,-1 0 1 0 0,1 0 0 0 0,-1 0-1 0 0,1 0 1 0 0,-1 0-1 0 0,1 0 1 0 0,0 0 0 0 0,-1 0-1 0 0,1 0 1 0 0,-1 1-1 0 0,1-1 1 0 0,0 0 0 0 0,-1 0-1 0 0,1 0 1 0 0,0 1-1 0 0,-1-1 1 0 0,1 0-1 0 0,0 0 1 0 0,-1 1 0 0 0,1-1-1 0 0,0 0 1 0 0,0 0-1 0 0,-1 1 1 0 0,1-1 0 0 0,0 0-1 0 0,0 1 1 0 0,-1-1-1 0 0,1 1 1 0 0,0-1 0 0 0,0 0-1 0 0,0 2 1 0 0,-10 12 50 0 0,7-7-63 0 0,0 1 0 0 0,0-1-1 0 0,1 1 1 0 0,0 0 0 0 0,1 0-1 0 0,0 0 1 0 0,0 0 0 0 0,0 0-1 0 0,1 0 1 0 0,1 0 0 0 0,-1 0-1 0 0,1 0 1 0 0,0 0 0 0 0,4 11 0 0 0,-4-15-11 0 0,1-1 0 0 0,-1 1 0 0 0,1-1 1 0 0,-1 0-1 0 0,1 1 0 0 0,0-1 1 0 0,0 0-1 0 0,0 0 0 0 0,1-1 0 0 0,-1 1 1 0 0,1 0-1 0 0,0-1 0 0 0,0 1 1 0 0,0-1-1 0 0,0 0 0 0 0,0 0 0 0 0,0 0 1 0 0,0 0-1 0 0,1-1 0 0 0,-1 1 1 0 0,0-1-1 0 0,1 0 0 0 0,0 0 0 0 0,-1 0 1 0 0,1-1-1 0 0,-1 1 0 0 0,1-1 1 0 0,0 0-1 0 0,0 0 0 0 0,-1 0 1 0 0,1 0-1 0 0,0-1 0 0 0,5-1 0 0 0,-3 1-144 0 0,0-1 0 0 0,1-1-1 0 0,-1 1 1 0 0,0-1 0 0 0,0 0-1 0 0,-1-1 1 0 0,1 1 0 0 0,-1-1-1 0 0,1 0 1 0 0,-1 0 0 0 0,-1-1-1 0 0,1 1 1 0 0,0-1 0 0 0,-1 0-1 0 0,0-1 1 0 0,0 1 0 0 0,-1-1-1 0 0,4-7 1 0 0,3-6-381 0 0,-1-1 0 0 0,0 0 0 0 0,-2 0 0 0 0,7-28-1 0 0,-11 34 484 0 0,-1-2 0 0 0,0 1 0 0 0,0 0 0 0 0,-2 0-1 0 0,-2-28 1 0 0,-18-73 3738 0 0,15 88-1619 0 0,40 82 206 0 0,-14-14-2011 0 0,-1-2-86 0 0,1-1 0 0 0,27 36 1 0 0,-17-36-371 0 0,-21-26-401 0 0,0 1 1 0 0,0 0-1 0 0,-1 0 1 0 0,-1 1-1 0 0,0 0 1 0 0,12 27-1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12 199 3225 0 0,'-1'-2'145'0'0,"0"1"0"0"0,0-1 1 0 0,-1 0-1 0 0,1 0 0 0 0,0 1 1 0 0,0-1-1 0 0,1 0 0 0 0,-1 0 1 0 0,0 0-1 0 0,1 0 0 0 0,-1 0 1 0 0,1 0-1 0 0,0 0 0 0 0,-1 0 1 0 0,1 0-1 0 0,0 0 1 0 0,0 0-1 0 0,0 0 0 0 0,1 0 1 0 0,-1 0-1 0 0,0 0 0 0 0,1 0 1 0 0,-1 0-1 0 0,1 0 0 0 0,0 0 1 0 0,0 0-1 0 0,-1 1 0 0 0,1-1 1 0 0,3-3-1 0 0,0-2 371 0 0,0 1 0 0 0,1-1-1 0 0,0 1 1 0 0,1 0 0 0 0,10-9 0 0 0,-12 11-275 0 0,11-10 777 0 0,1 1-1 0 0,0 1 1 0 0,0 1-1 0 0,1 0 1 0 0,30-14-1 0 0,-45 25-930 0 0,0-1-1 0 0,0 1 0 0 0,0 0 0 0 0,0 0 0 0 0,0 0 1 0 0,0 0-1 0 0,0 0 0 0 0,0 1 0 0 0,0-1 0 0 0,0 1 1 0 0,0-1-1 0 0,0 1 0 0 0,0 0 0 0 0,0-1 0 0 0,0 1 1 0 0,-1 0-1 0 0,1 0 0 0 0,0 0 0 0 0,0 1 0 0 0,-1-1 1 0 0,1 0-1 0 0,-1 1 0 0 0,1-1 0 0 0,-1 1 0 0 0,0-1 1 0 0,0 1-1 0 0,0 0 0 0 0,1-1 0 0 0,0 5 1 0 0,6 7 948 0 0,0 1-1 0 0,9 28 1 0 0,-11-28-787 0 0,5 8-203 0 0,-8-17-360 0 0,0 0-1 0 0,-1 1 0 0 0,1-1 1 0 0,-1 1-1 0 0,0-1 1 0 0,0 1-1 0 0,1 11 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7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33 114 4609 0 0,'-9'-18'-357'0'0,"6"13"1102"0"0,0 0-1 0 0,0-1 0 0 0,1 1 1 0 0,-1-1-1 0 0,1 1 0 0 0,0-1 1 0 0,1 0-1 0 0,-1 0 0 0 0,1 0 1 0 0,0 0-1 0 0,0-8 0 0 0,2 13-729 0 0,-1 0 1 0 0,1-1-1 0 0,0 1 0 0 0,0 0 0 0 0,0 0 1 0 0,0 0-1 0 0,-1 0 0 0 0,1 0 0 0 0,1 0 1 0 0,-1 0-1 0 0,0 0 0 0 0,0 0 1 0 0,0 0-1 0 0,0 0 0 0 0,1 1 0 0 0,-1-1 1 0 0,0 1-1 0 0,1-1 0 0 0,-1 1 0 0 0,0-1 1 0 0,1 1-1 0 0,-1 0 0 0 0,1-1 0 0 0,-1 1 1 0 0,1 0-1 0 0,-1 0 0 0 0,0 0 0 0 0,1 0 1 0 0,2 1-1 0 0,44 5-1289 0 0,-45-5 1483 0 0,14 3-241 0 0,-2 0-54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8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3225 0 0,'0'7'394'0'0,"0"0"1"0"0,0 1-1 0 0,0-1 1 0 0,1 0-1 0 0,2 11 1 0 0,-3-16-118 0 0,0 0 1 0 0,1 0-1 0 0,-1 0 1 0 0,1 0-1 0 0,0 0 1 0 0,-1 0-1 0 0,1 0 1 0 0,0 0-1 0 0,0 0 1 0 0,0-1-1 0 0,1 1 1 0 0,-1 0-1 0 0,0-1 1 0 0,1 1-1 0 0,-1-1 1 0 0,1 1-1 0 0,-1-1 1 0 0,1 0-1 0 0,0 1 1 0 0,-1-1-1 0 0,1 0 1 0 0,0 0-1 0 0,0-1 1 0 0,2 2-1 0 0,-3-2-251 0 0,-1 0 0 0 0,1 0-1 0 0,-1 0 1 0 0,1 0 0 0 0,-1 0-1 0 0,0 0 1 0 0,1 0 0 0 0,-1 0 0 0 0,1 0-1 0 0,-1-1 1 0 0,0 1 0 0 0,1 0-1 0 0,-1 0 1 0 0,0 0 0 0 0,1-1-1 0 0,-1 1 1 0 0,0 0 0 0 0,1 0-1 0 0,-1-1 1 0 0,0 1 0 0 0,1 0-1 0 0,-1-1 1 0 0,0 1 0 0 0,0 0 0 0 0,1-1-1 0 0,-1 1 1 0 0,0-1 0 0 0,0 1-1 0 0,0 0 1 0 0,0-1 0 0 0,1 1-1 0 0,-1-1 1 0 0,0 1 0 0 0,0 0-1 0 0,0-1 1 0 0,0 1 0 0 0,0-1 0 0 0,0 1-1 0 0,0-1 1 0 0,0 1 0 0 0,0 0-1 0 0,0-1 1 0 0,-1 1 0 0 0,1-1-1 0 0,0 1 1 0 0,0 0 0 0 0,0-1-1 0 0,-7-29-492 0 0,5 21 431 0 0,1 3 42 0 0,0-1 0 0 0,0 1 0 0 0,1-1 0 0 0,0 1 0 0 0,1-1 0 0 0,-1 1 0 0 0,1-1 0 0 0,0 1 1 0 0,1 0-1 0 0,2-8 0 0 0,-3 12 60 0 0,0 0 1 0 0,0-1 0 0 0,1 1 0 0 0,-1 0 0 0 0,1 0 0 0 0,-1 0-1 0 0,1 0 1 0 0,0 0 0 0 0,0 1 0 0 0,-1-1 0 0 0,1 0-1 0 0,0 1 1 0 0,1 0 0 0 0,-1-1 0 0 0,0 1 0 0 0,0 0 0 0 0,1 0-1 0 0,-1 0 1 0 0,0 0 0 0 0,1 1 0 0 0,-1-1 0 0 0,1 1-1 0 0,-1-1 1 0 0,1 1 0 0 0,-1 0 0 0 0,1 0 0 0 0,-1 0-1 0 0,6 1 1 0 0,-4-1-15 0 0,0 0 0 0 0,0 1 0 0 0,0 0-1 0 0,0 0 1 0 0,0 0 0 0 0,0 0 0 0 0,0 1-1 0 0,-1-1 1 0 0,1 1 0 0 0,0 0 0 0 0,-1 0-1 0 0,1 1 1 0 0,-1-1 0 0 0,0 1 0 0 0,0-1-1 0 0,0 1 1 0 0,0 0 0 0 0,0 0 0 0 0,-1 1-1 0 0,1-1 1 0 0,-1 0 0 0 0,0 1 0 0 0,0-1-1 0 0,0 1 1 0 0,-1 0 0 0 0,1 0 0 0 0,-1 0-1 0 0,0 0 1 0 0,0 0 0 0 0,1 5 0 0 0,-2-8-58 0 0,0 0 1 0 0,0 0-1 0 0,1 1 1 0 0,-1-1-1 0 0,0 0 1 0 0,1 0-1 0 0,-1 1 1 0 0,1-1-1 0 0,-1 0 1 0 0,1 0-1 0 0,-1 0 1 0 0,1 0-1 0 0,0 0 1 0 0,0 0-1 0 0,-1 0 1 0 0,1 0-1 0 0,0 0 1 0 0,0 0-1 0 0,0 0 1 0 0,0-1-1 0 0,0 1 1 0 0,0 0-1 0 0,3 0 1 0 0,-3-1-17 0 0,0 0 1 0 0,1 0-1 0 0,-1 0 1 0 0,0 0-1 0 0,0-1 1 0 0,1 1-1 0 0,-1 0 1 0 0,0-1-1 0 0,0 1 1 0 0,0-1-1 0 0,1 0 1 0 0,-1 1-1 0 0,0-1 1 0 0,0 0-1 0 0,0 1 1 0 0,0-1-1 0 0,0 0 1 0 0,1-2-1 0 0,4-3-15 0 0,0-2-1 0 0,0 1 0 0 0,-1 0 0 0 0,0-1 1 0 0,4-9-1 0 0,-8 14 6 0 0,1-2 219 0 0,1-1 0 0 0,0 1 0 0 0,0 0 1 0 0,0 0-1 0 0,7-8 0 0 0,-10 13-133 0 0,1-1 0 0 0,-1 1 0 0 0,1 0 1 0 0,-1-1-1 0 0,1 1 0 0 0,-1-1 0 0 0,1 1 0 0 0,0 0 0 0 0,-1-1 0 0 0,1 1 0 0 0,0 0 0 0 0,-1 0 0 0 0,1-1 0 0 0,0 1 0 0 0,-1 0 0 0 0,1 0 0 0 0,0 0 0 0 0,-1 0 0 0 0,1 0 0 0 0,0 0 0 0 0,-1 0 0 0 0,2 0 0 0 0,-1 1 33 0 0,1 0 0 0 0,-1-1 1 0 0,0 1-1 0 0,0 0 0 0 0,0 0 0 0 0,0 0 0 0 0,0 0 0 0 0,0 0 0 0 0,0 0 0 0 0,0 0 0 0 0,0 0 0 0 0,0 0 0 0 0,0 0 0 0 0,-1 1 0 0 0,2 1 0 0 0,3 6 212 0 0,21 35 463 0 0,-2-21-3359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29:38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 3209 0 0,'3'0'136'0'0,"-2"-1"40"0"0,2-1-176 0 0,1 1 0 0 0,0-1 0 0 0,-1-2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1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78 1376 0 0,'-24'27'9517'0'0,"38"-29"-8047"0"0,21-6 40 0 0,-2-3 0 0 0,1 0 1 0 0,31-17-1 0 0,-57 25-1587 0 0,35-18-474 0 0,-18 4-4136 0 0,-21 13 3305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0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 5529 0 0,'-1'0'-208'0'0,"-30"4"11985"0"0,31-2-11714 0 0,1 0-1 0 0,1 0 1 0 0,-1 0-1 0 0,0 0 0 0 0,0-1 1 0 0,1 1-1 0 0,-1 0 1 0 0,1-1-1 0 0,-1 1 0 0 0,3 1 1 0 0,2 3 155 0 0,6 8 38 0 0,-1 0 0 0 0,-1 0 0 0 0,0 1 0 0 0,15 31 0 0 0,22 71 1385 0 0,-15-32-3097 0 0,-22-62-1480 0 0,21 35-1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69 3225 0 0,'-9'-13'462'0'0,"-14"-21"2673"0"0,16 12 4009 0 0,24 62-3529 0 0,9 72-2851 0 0,-21-96-794 0 0,1 1 0 0 0,0-1 1 0 0,1-1-1 0 0,15 26 0 0 0,-18-36-46 0 0,0 0-1 0 0,0 0 1 0 0,1-1-1 0 0,-1 1 1 0 0,1-1 0 0 0,0 0-1 0 0,0 0 1 0 0,0-1 0 0 0,1 1-1 0 0,-1-1 1 0 0,1-1 0 0 0,0 1-1 0 0,0-1 1 0 0,0 0 0 0 0,11 3-1 0 0,-15-6 127 0 0,-1 1-1 0 0,0 0 0 0 0,1-1 1 0 0,-1 1-1 0 0,0-1 0 0 0,0 0 1 0 0,0 1-1 0 0,0-1 0 0 0,0 0 0 0 0,0 0 1 0 0,0 0-1 0 0,0 0 0 0 0,0 0 1 0 0,0 0-1 0 0,0 0 0 0 0,0 0 1 0 0,0 0-1 0 0,-1 0 0 0 0,1 0 1 0 0,-1 0-1 0 0,1-1 0 0 0,-1 1 1 0 0,1 0-1 0 0,-1 0 0 0 0,1-1 1 0 0,-1 1-1 0 0,0-2 0 0 0,6-37 729 0 0,-6 34-770 0 0,0-1-1 0 0,0 1 0 0 0,-1 0 0 0 0,-2-12 0 0 0,2 16-172 0 0,1 0 0 0 0,-1 0 0 0 0,1 0 0 0 0,-1 0 0 0 0,0 0 0 0 0,0 0 0 0 0,0 0 0 0 0,0 0-1 0 0,0 1 1 0 0,0-1 0 0 0,-1 0 0 0 0,1 1 0 0 0,-1-1 0 0 0,1 1 0 0 0,-1-1 0 0 0,1 1 0 0 0,-1 0 0 0 0,-2-2 0 0 0,-3 0-1281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2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25 2304 0 0,'-2'0'335'0'0,"1"0"0"0"0,0-1 0 0 0,-1 1 0 0 0,1-1 0 0 0,0 0 0 0 0,-1 1 0 0 0,1-1 0 0 0,0 0-1 0 0,0 0 1 0 0,0 1 0 0 0,0-1 0 0 0,-1 0 0 0 0,1 0 0 0 0,0-1 0 0 0,1 1 0 0 0,-1-12 5223 0 0,2 13-5458 0 0,16 5 1476 0 0,-7 2-1167 0 0,-1 0 1 0 0,1 0 0 0 0,-1 1 0 0 0,0 1 0 0 0,-1 0 0 0 0,0 0 0 0 0,10 14 0 0 0,15 17 193 0 0,1-5-274 0 0,9 11 97 0 0,45 59 0 0 0,-76-86-342 0 0,1-1-1 0 0,-2 2 1 0 0,-1 0-1 0 0,0 0 1 0 0,-1 1-1 0 0,-2 0 1 0 0,6 22-1 0 0,-6-5-31 0 0,-2 1-1 0 0,-1-1 0 0 0,-2 1 0 0 0,-2-1 0 0 0,-1 1 0 0 0,-2-1 1 0 0,-9 45-1 0 0,8-66-146 0 0,1 1 0 0 0,-2-1 1 0 0,0 0-1 0 0,-1 0 0 0 0,-1-1 0 0 0,0 0 0 0 0,-1 0 1 0 0,-1 0-1 0 0,-1-1 0 0 0,0-1 0 0 0,-1 0 1 0 0,0 0-1 0 0,-1-1 0 0 0,-1 0 0 0 0,-15 12 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14 257 14283 0 0,'-10'-15'7249'0'0,"8"14"-6920"0"0,1 19 1194 0 0,9 30-1970 0 0,-3-28 435 0 0,0 0 0 0 0,2-1-1 0 0,0 0 1 0 0,1-1 0 0 0,17 29 0 0 0,-19-39 5 0 0,-1 1 0 0 0,1-1 0 0 0,1 0 0 0 0,-1 0 0 0 0,1-1 0 0 0,1 0 0 0 0,-1 0 0 0 0,1-1 0 0 0,1 0 0 0 0,-1 0 0 0 0,1-1 0 0 0,18 9 0 0 0,-22-13 6 0 0,0 1 0 0 0,0-1 0 0 0,0-1 0 0 0,0 1 0 0 0,1-1 0 0 0,-1 0 0 0 0,0 0 0 0 0,0 0 0 0 0,1-1 0 0 0,-1 0 0 0 0,0 0 0 0 0,0 0 0 0 0,0-1 0 0 0,0 1 0 0 0,0-1 1 0 0,0 0-1 0 0,0-1 0 0 0,-1 1 0 0 0,1-1 0 0 0,-1 0 0 0 0,0 0 0 0 0,0 0 0 0 0,0-1 0 0 0,5-5 0 0 0,5-6-9 0 0,-1 0 1 0 0,0 0-1 0 0,-1-2 0 0 0,19-34 1 0 0,-19 28-40 0 0,-2 0-1 0 0,0-1 1 0 0,-2-1 0 0 0,0 1-1 0 0,7-51 1 0 0,-8 20 125 0 0,0-93 0 0 0,-7 148-74 0 0,0 0-1 0 0,0 0 1 0 0,0 0 0 0 0,0 0 0 0 0,0 1 0 0 0,1-1-1 0 0,-1 0 1 0 0,0 0 0 0 0,0 0 0 0 0,0 0 0 0 0,0 0 0 0 0,0 0-1 0 0,0 0 1 0 0,1 0 0 0 0,-1 0 0 0 0,0 0 0 0 0,0 0-1 0 0,0 0 1 0 0,0 0 0 0 0,0 0 0 0 0,1 0 0 0 0,-1 0-1 0 0,0 0 1 0 0,0 0 0 0 0,0 0 0 0 0,0 0 0 0 0,0 0-1 0 0,1 0 1 0 0,-1 0 0 0 0,0 0 0 0 0,0 0 0 0 0,0 0-1 0 0,0 0 1 0 0,0 0 0 0 0,1 0 0 0 0,-1 0 0 0 0,0 0-1 0 0,0 0 1 0 0,0 0 0 0 0,0 0 0 0 0,0-1 0 0 0,0 1 0 0 0,1 0-1 0 0,-1 0 1 0 0,0 0 0 0 0,0 0 0 0 0,0 0 0 0 0,0 0-1 0 0,0-1 1 0 0,0 1 0 0 0,0 0 0 0 0,0 0 0 0 0,0 0-1 0 0,0 0 1 0 0,0 0 0 0 0,0-1 0 0 0,0 1 0 0 0,0 0-1 0 0,15 23 205 0 0,16 37 97 0 0,-30-59-302 0 0,46 98 3 0 0,-4 2 0 0 0,47 171 0 0 0,-79-226 63 0 0,-2 1 0 0 0,-3 0 0 0 0,-1 0 0 0 0,-3 0 1 0 0,-2 1-1 0 0,-1-1 0 0 0,-3 0 0 0 0,-15 72 0 0 0,16-105-17 0 0,-1 0-1 0 0,-1-1 1 0 0,0 0-1 0 0,0 0 1 0 0,-2 0 0 0 0,0-1-1 0 0,0 0 1 0 0,-16 20-1 0 0,20-28-86 0 0,0-1 0 0 0,0 0 0 0 0,0 0-1 0 0,0 0 1 0 0,0 0 0 0 0,-1-1 0 0 0,1 1 0 0 0,-1-1-1 0 0,0 0 1 0 0,0 0 0 0 0,0 0 0 0 0,0-1 0 0 0,0 1-1 0 0,0-1 1 0 0,0 0 0 0 0,0 0 0 0 0,-1 0 0 0 0,1-1-1 0 0,0 0 1 0 0,-1 0 0 0 0,1 0 0 0 0,0 0 0 0 0,-1 0-1 0 0,1-1 1 0 0,0 0 0 0 0,0 0 0 0 0,-1 0 0 0 0,1 0-1 0 0,0-1 1 0 0,0 0 0 0 0,0 0 0 0 0,-5-3 0 0 0,6 3-189 0 0,-1 0 1 0 0,1 0-1 0 0,0 0 0 0 0,0-1 1 0 0,0 1-1 0 0,0-1 1 0 0,0 0-1 0 0,1 1 1 0 0,-1-1-1 0 0,1 0 1 0 0,0-1-1 0 0,0 1 1 0 0,0 0-1 0 0,0-1 1 0 0,1 1-1 0 0,-1-1 1 0 0,-1-4-1 0 0,1-10-1318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 8754 0 0,'-17'17'6891'0'0,"33"-17"-2906"0"0,22-8-2083 0 0,35-5-2137 0 0,-61 13-706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87 11522 0 0,'16'-5'1298'0'0,"1"-1"0"0"0,23-13 0 0 0,27-8-680 0 0,-40 21-2064 0 0,0 1 0 0 0,0 1 0 0 0,41 0 0 0 0,17-2-3008 0 0,-51 1 3843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7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383 89 4609 0 0,'-1'-5'343'0'0,"0"1"1"0"0,0-1-1 0 0,-1 1 1 0 0,0 0-1 0 0,0 0 1 0 0,0 0-1 0 0,-1 0 1 0 0,1 0-1 0 0,-1 0 1 0 0,0 0-1 0 0,0 1 0 0 0,0-1 1 0 0,0 1-1 0 0,-1 0 1 0 0,1 0-1 0 0,-1 0 1 0 0,0 1-1 0 0,0-1 1 0 0,0 1-1 0 0,0 0 1 0 0,0 0-1 0 0,-1 0 1 0 0,1 1-1 0 0,-1-1 0 0 0,-7 0 1 0 0,3 0-65 0 0,1 0-1 0 0,-1 1 1 0 0,0 1 0 0 0,0-1 0 0 0,0 2-1 0 0,0-1 1 0 0,0 1 0 0 0,0 0-1 0 0,0 1 1 0 0,1 0 0 0 0,-1 0 0 0 0,1 1-1 0 0,-1 0 1 0 0,1 1 0 0 0,0 0 0 0 0,0 0-1 0 0,0 1 1 0 0,1 0 0 0 0,0 0-1 0 0,-8 7 1 0 0,5-3-75 0 0,0 0-1 0 0,1 0 1 0 0,0 1-1 0 0,1 0 1 0 0,0 1 0 0 0,1 0-1 0 0,0 0 1 0 0,1 0-1 0 0,0 1 1 0 0,1 0-1 0 0,0 0 1 0 0,0 0 0 0 0,-3 18-1 0 0,4 2-67 0 0,2-1 1 0 0,0 1-1 0 0,2-1 0 0 0,2 1 0 0 0,1-1 1 0 0,1 0-1 0 0,13 49 0 0 0,80 209 145 0 0,-38-155-42 0 0,-32-77-246 0 0,25 75-1 0 0,-51-126-38 0 0,1 0 1 0 0,-1 0-1 0 0,0 0 1 0 0,0 0-1 0 0,-1 0 1 0 0,1 1-1 0 0,-2 6 0 0 0,1-11-35 0 0,0-1 0 0 0,0 1-1 0 0,-1 0 1 0 0,1 0-1 0 0,0 0 1 0 0,-1-1 0 0 0,0 1-1 0 0,1 0 1 0 0,-1 0 0 0 0,0-1-1 0 0,0 1 1 0 0,0-1-1 0 0,0 1 1 0 0,0-1 0 0 0,0 1-1 0 0,-1-1 1 0 0,1 0 0 0 0,0 1-1 0 0,-1-1 1 0 0,1 0-1 0 0,-1 0 1 0 0,1 0 0 0 0,-1 0-1 0 0,1 0 1 0 0,-1 0 0 0 0,0-1-1 0 0,-3 2 1 0 0,-6 0-1141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8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4 303 1840 0 0,'-1'-4'466'0'0,"0"-1"-1"0"0,1 1 0 0 0,-1 0 0 0 0,1-1 0 0 0,-1 1 0 0 0,1-1 0 0 0,1 1 1 0 0,-1-1-1 0 0,1 1 0 0 0,-1 0 0 0 0,1-1 0 0 0,1 1 0 0 0,-1 0 1 0 0,0 0-1 0 0,1 0 0 0 0,3-6 0 0 0,-1 2 211 0 0,0 0-1 0 0,1 1 1 0 0,0-1-1 0 0,0 1 1 0 0,1 0-1 0 0,0 1 1 0 0,9-9 0 0 0,8-1 339 0 0,1 1-1 0 0,1 1 1 0 0,0 2 0 0 0,1 0 0 0 0,31-10 0 0 0,10-4-588 0 0,-10 4-1183 0 0,-19 11-4606 0 0,-4 3-1323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3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307 45 10594 0 0,'-6'-5'480'0'0,"-2"-1"650"0"0,1 0 0 0 0,-1 0 0 0 0,0 1 0 0 0,-10-5 0 0 0,15 9-903 0 0,0 0 0 0 0,0 0 0 0 0,-1 0 0 0 0,1 0 0 0 0,0 0-1 0 0,-1 1 1 0 0,1-1 0 0 0,0 1 0 0 0,-1 0 0 0 0,1 0 0 0 0,0 1 0 0 0,-1-1 0 0 0,1 1 0 0 0,0-1 0 0 0,-7 3 0 0 0,2 1-108 0 0,0 0-1 0 0,0 0 1 0 0,1 1 0 0 0,-1 0-1 0 0,1 1 1 0 0,0 0 0 0 0,1 0-1 0 0,-1 0 1 0 0,1 1-1 0 0,0-1 1 0 0,1 2 0 0 0,0-1-1 0 0,-5 10 1 0 0,-3 4 9 0 0,2 2 0 0 0,0-1 1 0 0,-11 38-1 0 0,12-23-69 0 0,1 0 0 0 0,2 0 0 0 0,2 0 0 0 0,-2 67 0 0 0,8-48 39 0 0,2 0-1 0 0,17 85 1 0 0,-15-117-52 0 0,1 0-1 0 0,2-1 1 0 0,0 0-1 0 0,2 0 1 0 0,0-1-1 0 0,1-1 1 0 0,2 1 0 0 0,0-2-1 0 0,1 0 1 0 0,29 32-1 0 0,-30-38 35 0 0,1 0 0 0 0,1-1 0 0 0,0-1 0 0 0,0 0 0 0 0,1-1 0 0 0,1-1 1 0 0,0 0-1 0 0,0-1 0 0 0,1-1 0 0 0,0-1 0 0 0,0-1 0 0 0,1 0 0 0 0,37 6 0 0 0,-48-11-67 0 0,0 0-1 0 0,-1-1 1 0 0,1 0 0 0 0,0-1 0 0 0,-1 1 0 0 0,1-1 0 0 0,-1-1 0 0 0,1 0 0 0 0,-1 0 0 0 0,1 0 0 0 0,-1-1 0 0 0,0 0 0 0 0,0 0-1 0 0,0 0 1 0 0,-1-1 0 0 0,9-6 0 0 0,-10 6-952 0 0,-1-1 0 0 0,1 1 0 0 0,-1-1 0 0 0,0 1 0 0 0,0-1-1 0 0,-1-1 1 0 0,6-9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31 154 7370 0 0,'-5'-15'3448'0'0,"4"13"-2930"0"0,0-1 0 0 0,1 1 1 0 0,-1-1-1 0 0,0 1 1 0 0,0 0-1 0 0,-1 0 1 0 0,1-1-1 0 0,0 1 0 0 0,-1 0 1 0 0,1 0-1 0 0,-1 0 1 0 0,-2-2-1 0 0,3 6-333 0 0,0-1 1 0 0,0 0-1 0 0,1 1 1 0 0,-1-1-1 0 0,0 1 0 0 0,1 0 1 0 0,0-1-1 0 0,-1 1 1 0 0,1-1-1 0 0,0 1 0 0 0,0 0 1 0 0,0-1-1 0 0,0 1 1 0 0,0 2-1 0 0,0-4-145 0 0,-2 30 287 0 0,2 0 0 0 0,5 43 0 0 0,-4-65-300 0 0,0 0 0 0 0,0 0 0 0 0,1-1 0 0 0,0 1 0 0 0,1-1-1 0 0,-1 0 1 0 0,1 1 0 0 0,1-1 0 0 0,-1 0 0 0 0,1-1 0 0 0,1 1-1 0 0,-1-1 1 0 0,1 0 0 0 0,0 0 0 0 0,6 6 0 0 0,-9-10-15 0 0,1-1 1 0 0,0 1 0 0 0,-1 0 0 0 0,1-1 0 0 0,0 1-1 0 0,0-1 1 0 0,0 0 0 0 0,0 0 0 0 0,0 0-1 0 0,0 0 1 0 0,1-1 0 0 0,-1 1 0 0 0,0-1 0 0 0,0 0-1 0 0,0 0 1 0 0,1 0 0 0 0,5-1 0 0 0,-3 0-20 0 0,0-1 1 0 0,0 0 0 0 0,0 0-1 0 0,0-1 1 0 0,-1 1 0 0 0,1-1-1 0 0,-1-1 1 0 0,10-6 0 0 0,-5 2-40 0 0,-1-1 0 0 0,0 1 0 0 0,0-2 0 0 0,-1 1 0 0 0,0-1 0 0 0,-1 0 0 0 0,0-1 0 0 0,10-20 1 0 0,-12 18 15 0 0,0-1 0 0 0,-1-1 0 0 0,0 1 1 0 0,-1 0-1 0 0,-1-1 0 0 0,1-28 1 0 0,-2 53 6 0 0,0 1-1 0 0,0-1 1 0 0,1 1 0 0 0,0-1 0 0 0,1 0 0 0 0,0 0 0 0 0,1 0 0 0 0,0 0 0 0 0,0-1 0 0 0,1 1 0 0 0,0-1 0 0 0,1 0 0 0 0,0-1 0 0 0,1 1 0 0 0,11 11 0 0 0,-12-14 131 0 0,1 0 1 0 0,-1 0-1 0 0,1-1 1 0 0,0 0-1 0 0,1 0 0 0 0,-1 0 1 0 0,1-1-1 0 0,0 0 1 0 0,0-1-1 0 0,0 0 1 0 0,0 0-1 0 0,1-1 1 0 0,-1 0-1 0 0,1 0 1 0 0,0-1-1 0 0,0 0 1 0 0,-1 0-1 0 0,1-1 0 0 0,10-1 1 0 0,-16 0-81 0 0,0 0 0 0 0,0 1 0 0 0,1-1 0 0 0,-1 0 0 0 0,0 0 0 0 0,0-1 0 0 0,0 1 1 0 0,0-1-1 0 0,-1 1 0 0 0,1-1 0 0 0,0 0 0 0 0,-1 0 0 0 0,1 0 0 0 0,-1 0 0 0 0,1-1 0 0 0,1-2 0 0 0,0 0-17 0 0,-1 0 0 0 0,0-1 0 0 0,0 1-1 0 0,0-1 1 0 0,-1 0 0 0 0,0 0 0 0 0,3-11-1 0 0,-1-2-35 0 0,-2 0 1 0 0,0 0-1 0 0,-1 0 0 0 0,-3-29 0 0 0,0 24 47 0 0,-10-38 1 0 0,-1-4-2674 0 0,12 61 1273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9762 0 0,'13'25'-123'0'0,"1"4"5658"0"0,26 41 0 0 0,-8-30-3371 0 0,-12-13-1743 0 0,4 3-3064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0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3209 0 0,'-6'22'11213'0'0,"7"-20"-10952"0"0,26 27 2066 0 0,-5-6-2965 0 0,-10-3 637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92 6449 0 0,'0'0'238'0'0,"-1"0"-1"0"0,0 0 1 0 0,1 0-1 0 0,-1-1 1 0 0,0 1-1 0 0,0 0 1 0 0,1 0-1 0 0,-1-1 0 0 0,1 1 1 0 0,-1-1-1 0 0,0 1 1 0 0,-1-2 712 0 0,2 1-713 0 0,-1 1 1 0 0,1-1-1 0 0,-1 1 1 0 0,1-1-1 0 0,0 0 0 0 0,-1 1 1 0 0,1-1-1 0 0,0 0 1 0 0,-1 1-1 0 0,1-1 1 0 0,0 0-1 0 0,0 0 1 0 0,0 1-1 0 0,0-1 1 0 0,0 0-1 0 0,0 0 0 0 0,0-1 62 0 0,1 0-1 0 0,-1 0 0 0 0,1 0 0 0 0,0 0 0 0 0,0 0 0 0 0,0 0 1 0 0,0 0-1 0 0,0 1 0 0 0,0-1 0 0 0,1 0 0 0 0,1-2 0 0 0,2-1-4 0 0,0 0-1 0 0,1 1 1 0 0,-1-1-1 0 0,1 1 1 0 0,0 0-1 0 0,10-5 1 0 0,-13 8-189 0 0,1 0 0 0 0,-1 0 0 0 0,1 0 0 0 0,-1 0 0 0 0,1 0 0 0 0,0 1 0 0 0,0-1 1 0 0,-1 1-1 0 0,1 0 0 0 0,0 0 0 0 0,-1 1 0 0 0,1-1 0 0 0,0 1 0 0 0,0 0 0 0 0,-1 0 1 0 0,1 0-1 0 0,-1 0 0 0 0,5 3 0 0 0,-4-2-66 0 0,0 1 0 0 0,1 0 0 0 0,-2 1 1 0 0,1-1-1 0 0,0 1 0 0 0,-1 0 0 0 0,1-1 0 0 0,-1 2 0 0 0,0-1 0 0 0,-1 0 1 0 0,1 0-1 0 0,1 6 0 0 0,1 2-131 0 0,0 0 0 0 0,-1 1 1 0 0,0-1-1 0 0,-1 1 1 0 0,-1 0-1 0 0,0 0 0 0 0,-1 0 1 0 0,0 1-1 0 0,-2 19 0 0 0,-8 23-597 0 0,5-41 419 0 0,2 0 0 0 0,-1 0-1 0 0,2 0 1 0 0,1 30 0 0 0,5-52-167 0 0,1 0 1 0 0,-1-1-1 0 0,-1 1 0 0 0,7-14 1 0 0,-5 9 404 0 0,38-73-580 0 0,53-140-1 0 0,-97 218 1486 0 0,-8 15 1066 0 0,-8 18 1055 0 0,11-9-2953 0 0,0 1 0 0 0,1 0 0 0 0,0 0 0 0 0,2 0 0 0 0,0 1-1 0 0,1-1 1 0 0,1 1 0 0 0,1-1 0 0 0,0 0 0 0 0,1 1 0 0 0,2-1 0 0 0,-1 0 0 0 0,2 0 0 0 0,0-1 0 0 0,2 1 0 0 0,0-1 0 0 0,9 17 0 0 0,10 0-2455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17220 0 0,'1'5'320'0'0,"1"0"0"0"0,-1 0 0 0 0,1 1 1 0 0,0-1-1 0 0,0-1 0 0 0,1 1 0 0 0,0 0 0 0 0,4 6 1 0 0,7 13 435 0 0,-6-1-441 0 0,13 44 0 0 0,-17-48-1416 0 0,1-1 1 0 0,2 1 0 0 0,14 31-1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1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14283 0 0,'12'4'7133'0'0,"15"5"-7387"0"0,-24-8-331 0 0,1 0 0 0 0,-1 0 0 0 0,0 0 0 0 0,0 1 1 0 0,0 0-1 0 0,0-1 0 0 0,0 1 0 0 0,0 0 0 0 0,0 0 0 0 0,0 1 0 0 0,-1-1 1 0 0,1 1-1 0 0,-1-1 0 0 0,0 1 0 0 0,1 0 0 0 0,-1 0 0 0 0,-1 0 1 0 0,1 0-1 0 0,0 0 0 0 0,-1 0 0 0 0,2 4 0 0 0,5 12-340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2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12 5985 0 0,'-10'3'740'0'0,"0"1"1"0"0,0-1-1 0 0,-12 8 0 0 0,-11 15 7940 0 0,34-26-8607 0 0,11 4 1526 0 0,16-1-229 0 0,353-17 1159 0 0,-337 7-3031 0 0,0-2 0 0 0,59-19 0 0 0,-93 25 32 0 0,3-1-971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2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 5185 0 0,'3'-31'8625'0'0,"8"23"-4172"0"0,-11 8-4126 0 0,1 0 0 0 0,0 0 0 0 0,0 0 0 0 0,0-1 0 0 0,-1 1 0 0 0,1 0 0 0 0,0 1 0 0 0,0-1 0 0 0,-1 0 0 0 0,2 0 0 0 0,12 10 159 0 0,-4 7-239 0 0,0 0 0 0 0,-1 0 0 0 0,-1 1 0 0 0,0 0 0 0 0,8 35 0 0 0,3 3 26 0 0,3 1-169 0 0,32 93 492 0 0,-46-122-499 0 0,-1 0 0 0 0,-1 1 0 0 0,2 42 0 0 0,-5 67-441 0 0,-3-137 280 0 0,0-1-1 0 0,0 1 1 0 0,0-1 0 0 0,0 1-1 0 0,0-1 1 0 0,0 1-1 0 0,1-1 1 0 0,-1 1 0 0 0,0-1-1 0 0,0 1 1 0 0,0-1-1 0 0,0 1 1 0 0,1-1 0 0 0,-1 1-1 0 0,0-1 1 0 0,1 0-1 0 0,-1 1 1 0 0,0-1-1 0 0,1 1 1 0 0,-1-1 0 0 0,0 0-1 0 0,1 1 1 0 0,-1-1-1 0 0,1 0 1 0 0,-1 0 0 0 0,1 1-1 0 0,-1-1 1 0 0,1 0-1 0 0,-1 0 1 0 0,1 0-1 0 0,-1 0 1 0 0,1 1 0 0 0,-1-1-1 0 0,1 0 1 0 0,-1 0-1 0 0,1 0 1 0 0,-1 0 0 0 0,1 0-1 0 0,0 0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3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0 121 5065 0 0,'4'-9'992'0'0,"0"0"0"0"0,-1-1 0 0 0,0 1 0 0 0,-1-1 1 0 0,0 0-1 0 0,0 0 0 0 0,-1 1 0 0 0,0-1 0 0 0,-1 0 0 0 0,-1-14 5843 0 0,5 29-6499 0 0,4 8-283 0 0,0 0 0 0 0,-2 1 1 0 0,0 0-1 0 0,0 0 0 0 0,-1 0 1 0 0,-1 0-1 0 0,5 29 0 0 0,7 116 462 0 0,-12-100-448 0 0,-2-30-69 0 0,16 143-72 0 0,-13-145 62 0 0,1 1 0 0 0,1-1 0 0 0,1-1 0 0 0,12 29 0 0 0,-16-47 40 0 0,0 0 1 0 0,1 0-1 0 0,-1 0 1 0 0,1 0-1 0 0,1-1 0 0 0,0 0 1 0 0,0 0-1 0 0,0-1 1 0 0,0 1-1 0 0,1-1 1 0 0,0-1-1 0 0,9 6 0 0 0,-11-8-7 0 0,0-1-1 0 0,1 1 1 0 0,-1-1-1 0 0,0 0 1 0 0,1-1-1 0 0,0 1 1 0 0,-1-1-1 0 0,1 0 1 0 0,0-1-1 0 0,0 1 1 0 0,-1-1-1 0 0,1-1 0 0 0,0 1 1 0 0,0-1-1 0 0,-1 0 1 0 0,1 0-1 0 0,0 0 1 0 0,-1-1-1 0 0,11-4 1 0 0,-6 2-41 0 0,0-1 1 0 0,0 0 0 0 0,0-1-1 0 0,0 0 1 0 0,-1 0 0 0 0,0-1-1 0 0,8-8 1 0 0,-17 7-1655 0 0,-1 7 1116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3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11 3225 0 0,'-41'-9'2136'0'0,"37"8"-1134"0"0,0 1 1 0 0,0-1-1 0 0,0 1 0 0 0,0 0 0 0 0,0 0 0 0 0,0 1 1 0 0,-7 1-1 0 0,37 2 3585 0 0,-9 0-3821 0 0,1-2 10 0 0,12 1-83 0 0,0 1 1 0 0,-1 1-1 0 0,0 2 1 0 0,51 18 0 0 0,-73-22-709 0 0,-1 0 1 0 0,1 0-1 0 0,-1 1 1 0 0,0 0-1 0 0,0 0 1 0 0,0 0-1 0 0,0 1 1 0 0,-1 0-1 0 0,0 0 1 0 0,0 0 0 0 0,0 1-1 0 0,-1-1 1 0 0,1 1-1 0 0,-1 0 1 0 0,-1 1-1 0 0,1-1 1 0 0,-1 1-1 0 0,0-1 1 0 0,-1 1-1 0 0,0 0 1 0 0,0 0-1 0 0,0 0 1 0 0,-1 0-1 0 0,0 0 1 0 0,0 12-1 0 0,-1-6-25 0 0,-2 0 0 0 0,0 0 0 0 0,-1-1 0 0 0,0 1 0 0 0,0-1 0 0 0,-2 1-1 0 0,1-1 1 0 0,-2-1 0 0 0,0 1 0 0 0,0-1 0 0 0,-1 0 0 0 0,0 0 0 0 0,-1 0-1 0 0,0-1 1 0 0,0-1 0 0 0,-1 1 0 0 0,-1-2 0 0 0,-14 12 0 0 0,22-19-77 0 0,1 1 0 0 0,-1-2 0 0 0,1 1 0 0 0,-1 0 0 0 0,0 0 0 0 0,0 0-1 0 0,1-1 1 0 0,-1 1 0 0 0,0-1 0 0 0,0 1 0 0 0,0-1 0 0 0,1 0 0 0 0,-1 0 0 0 0,0 0 0 0 0,0 0 0 0 0,0 0 0 0 0,0 0 0 0 0,0 0 0 0 0,1-1 0 0 0,-1 1 0 0 0,0-1 0 0 0,0 1 0 0 0,-2-2 0 0 0,-2-1-875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4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196 111 5737 0 0,'-76'-45'1248'0'0,"52"33"1592"0"0,-45-39 6088 0 0,69 51-8806 0 0,16-2 2177 0 0,20 4-1176 0 0,-18 2-966 0 0,0 1 1 0 0,0 0 0 0 0,0 1 0 0 0,0 1-1 0 0,-1 1 1 0 0,-1 0 0 0 0,1 1 0 0 0,-1 1-1 0 0,-1 1 1 0 0,0 0 0 0 0,0 1 0 0 0,20 22-1 0 0,-16-15-143 0 0,-1 2-1 0 0,-1 0 0 0 0,-1 1 0 0 0,-2 1 1 0 0,0 0-1 0 0,-1 1 0 0 0,-1 0 0 0 0,10 30 1 0 0,-17-34 12 0 0,0 0 0 0 0,-2 0 0 0 0,0 0 0 0 0,-1 1 0 0 0,-1-1 0 0 0,-1 1 0 0 0,-1-1 0 0 0,-1 1 0 0 0,0-1 0 0 0,-2 0 0 0 0,0 0 0 0 0,-1 0 0 0 0,-14 33 0 0 0,-10 15 370 0 0,-4-1 0 0 0,-54 86 0 0 0,83-148-361 0 0,-29 44 301 0 0,-2-2 0 0 0,-70 73 1 0 0,33-39-1394 0 0,61-70 521 0 0,7-7-53 0 0,-1 1 0 0 0,1 0 0 0 0,-1 1 1 0 0,1-1-1 0 0,1 1 0 0 0,-4 6 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5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68 237 10138 0 0,'0'15'2820'0'0,"-2"0"-1"0"0,0 0 1 0 0,-4 16-1 0 0,-16 51-406 0 0,13-55-2583 0 0,2 2 1 0 0,0-1-1 0 0,2 1 1 0 0,-3 40-1 0 0,10-39 171 0 0,1 0 0 0 0,2 0 0 0 0,0-1 0 0 0,2 0 0 0 0,2 0 0 0 0,0-1 0 0 0,2 0 0 0 0,1 0 0 0 0,1-1 0 0 0,26 39 0 0 0,-35-59 27 0 0,0 0 0 0 0,1 0 0 0 0,0 0 0 0 0,1-1 0 0 0,-1 1 0 0 0,1-1 0 0 0,0-1 0 0 0,1 1 0 0 0,0-1 0 0 0,-1 0 0 0 0,2-1 0 0 0,-1 1 0 0 0,0-2 0 0 0,1 1 1 0 0,0-1-1 0 0,0 0 0 0 0,0 0 0 0 0,0-1 0 0 0,0 0 0 0 0,0-1 0 0 0,1 0 0 0 0,10 0 0 0 0,11 0 6 0 0,0-3 1 0 0,0 0-1 0 0,0-2 1 0 0,0-1-1 0 0,-1-1 0 0 0,36-13 1 0 0,170-76-132 0 0,-111 41 113 0 0,1146-390-437 0 0,-937 339 280 0 0,-74 21-261 0 0,-128 47 381 0 0,125-44 22 0 0,-241 76-334 0 0,0 0 0 0 0,-1-2 0 0 0,0 0 1 0 0,0 0-1 0 0,-1-1 0 0 0,0-1 0 0 0,0 0 0 0 0,18-19 1 0 0,-26 20-875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5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17 5985 0 0,'-35'-8'2208'0'0,"26"6"-314"0"0,0 0-1 0 0,0 0 1 0 0,-16-1-1 0 0,87 16 497 0 0,-8-10-1634 0 0,164 16 1282 0 0,-170-13-1814 0 0,0 3-1 0 0,69 21 1 0 0,-115-30-197 0 0,0 1 1 0 0,-1-1 0 0 0,1 1-1 0 0,0 0 1 0 0,0-1-1 0 0,-1 1 1 0 0,1 0-1 0 0,-1 0 1 0 0,1 0-1 0 0,-1 0 1 0 0,1 0-1 0 0,-1 1 1 0 0,1-1-1 0 0,-1 0 1 0 0,0 1-1 0 0,0-1 1 0 0,0 1-1 0 0,0-1 1 0 0,0 1 0 0 0,0 0-1 0 0,0-1 1 0 0,0 1-1 0 0,0 2 1 0 0,-1 0 34 0 0,0 0 1 0 0,0 0 0 0 0,0-1 0 0 0,0 1 0 0 0,-1 0 0 0 0,0-1 0 0 0,1 1-1 0 0,-1 0 1 0 0,-1-1 0 0 0,1 1 0 0 0,-3 3 0 0 0,-13 29 215 0 0,-33 49-1 0 0,35-63-149 0 0,2 0-1 0 0,0 1 1 0 0,1 0-1 0 0,1 1 1 0 0,2 0 0 0 0,-8 29-1 0 0,15-45-432 0 0,1 1-1 0 0,0-1 1 0 0,1 0 0 0 0,0 0-1 0 0,2 13 1 0 0,-2-15-230 0 0,1-1 1 0 0,0 0-1 0 0,1 1 1 0 0,-1-1-1 0 0,1 0 1 0 0,0 0-1 0 0,0-1 1 0 0,1 1-1 0 0,4 7 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13 5985 0 0,'-25'-13'14134'0'0,"24"14"-13920"0"0,-4 12 384 0 0,-8 49-197 0 0,3-1-1 0 0,-3 74 1 0 0,12-109-512 0 0,1 0 0 0 0,1 0 0 0 0,1-1 0 0 0,2 1 0 0 0,0 0 0 0 0,2-1 0 0 0,17 49 0 0 0,-18-64 18 0 0,0-1 1 0 0,0 0 0 0 0,1 0 0 0 0,0 0 0 0 0,0 0 0 0 0,1-1-1 0 0,0 0 1 0 0,1 0 0 0 0,0-1 0 0 0,0 0 0 0 0,0-1 0 0 0,1 1-1 0 0,0-2 1 0 0,0 1 0 0 0,0-1 0 0 0,1-1 0 0 0,17 7-1 0 0,-19-9 32 0 0,-1 0 0 0 0,1 0 0 0 0,0-1 0 0 0,0 0-1 0 0,0-1 1 0 0,0 1 0 0 0,0-1 0 0 0,0-1-1 0 0,0 0 1 0 0,0 0 0 0 0,0 0 0 0 0,0-1-1 0 0,-1 0 1 0 0,1-1 0 0 0,-1 1 0 0 0,1-2-1 0 0,-1 1 1 0 0,0-1 0 0 0,0 0 0 0 0,0 0 0 0 0,-1-1-1 0 0,1 0 1 0 0,-1 0 0 0 0,6-7 0 0 0,-2 2 190 0 0,-1-1 0 0 0,0 0 0 0 0,-1-1 0 0 0,0 0 0 0 0,0-1 0 0 0,-1 1 0 0 0,-1-1 0 0 0,0 0 0 0 0,-1-1-1 0 0,-1 0 1 0 0,0 1 0 0 0,0-1 0 0 0,-2-1 0 0 0,0 1 0 0 0,0 0 0 0 0,-1-1 0 0 0,-1 1 0 0 0,0 0 0 0 0,-1-1 0 0 0,-1 1 0 0 0,-4-17 0 0 0,31 57 1096 0 0,-15-12-1148 0 0,-1 1 1 0 0,-1 1-1 0 0,0 0 1 0 0,8 22-1 0 0,-1 8-2454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13827 0 0,'14'-5'8753'0'0,"-13"6"-8588"0"0,7 18 16 0 0,-1 1 1 0 0,-1-1-1 0 0,0 1 0 0 0,-2 1 1 0 0,0-1-1 0 0,-1 1 1 0 0,-1 24-1 0 0,10 50-1979 0 0,-9-80 781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7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11058 0 0,'7'15'5982'0'0,"38"64"-11242"0"0,-33-62 5219 0 0,1 2 41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8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269 87 5529 0 0,'0'-4'356'0'0,"0"0"1"0"0,-1 1-1 0 0,1-1 0 0 0,-1 0 1 0 0,1 0-1 0 0,-1 0 0 0 0,-1 1 0 0 0,1-1 1 0 0,0 1-1 0 0,-1-1 0 0 0,0 1 1 0 0,0-1-1 0 0,0 1 0 0 0,0 0 0 0 0,0 0 1 0 0,-1 0-1 0 0,1 0 0 0 0,-1 0 0 0 0,0 0 1 0 0,0 1-1 0 0,-4-3 0 0 0,4 3-224 0 0,1 1-1 0 0,-1 0 1 0 0,0-1-1 0 0,0 1 1 0 0,0 0-1 0 0,0 1 1 0 0,0-1-1 0 0,0 0 1 0 0,0 1-1 0 0,0 0 0 0 0,0 0 1 0 0,0 0-1 0 0,0 0 1 0 0,0 0-1 0 0,-1 1 1 0 0,1-1-1 0 0,0 1 1 0 0,0 0-1 0 0,0-1 1 0 0,1 2-1 0 0,-1-1 1 0 0,0 0-1 0 0,0 0 1 0 0,1 1-1 0 0,-1 0 0 0 0,-4 3 1 0 0,-9 10 183 0 0,2 0 0 0 0,-1 1 1 0 0,2 1-1 0 0,0 0 0 0 0,2 0 0 0 0,-1 1 0 0 0,2 1 1 0 0,1 0-1 0 0,0 0 0 0 0,-9 33 0 0 0,17-50-324 0 0,0 1 0 0 0,0 0-1 0 0,0 0 1 0 0,1 0 0 0 0,-1 0-1 0 0,1 0 1 0 0,0 0 0 0 0,0 0-1 0 0,0 0 1 0 0,0 0 0 0 0,1 0-1 0 0,-1 0 1 0 0,1 0 0 0 0,0 0-1 0 0,0 0 1 0 0,0 0 0 0 0,0 0-1 0 0,1 2 1 0 0,0-3-38 0 0,-1-1-1 0 0,1 1 1 0 0,-1-1 0 0 0,1 0-1 0 0,0 0 1 0 0,0 0 0 0 0,-1 0-1 0 0,1 0 1 0 0,0 0 0 0 0,0 0-1 0 0,0-1 1 0 0,0 1 0 0 0,0 0 0 0 0,0-1-1 0 0,0 0 1 0 0,0 0 0 0 0,0 1-1 0 0,0-1 1 0 0,0 0 0 0 0,0-1-1 0 0,0 1 1 0 0,0 0 0 0 0,0 0-1 0 0,0-1 1 0 0,0 1 0 0 0,4-3-1 0 0,3 0-64 0 0,1-1 0 0 0,-1 0 0 0 0,0-1 1 0 0,0 0-1 0 0,-1 0 0 0 0,1-1 0 0 0,-1 0 0 0 0,-1-1 0 0 0,1 0 0 0 0,-1 0 0 0 0,0 0 0 0 0,-1-1 0 0 0,8-12 0 0 0,1-1 410 0 0,-2-2 1 0 0,0 0-1 0 0,18-48 1 0 0,-31 79 258 0 0,0-1-1 0 0,1 0 1 0 0,-1 0-1 0 0,1 0 1 0 0,1 0 0 0 0,-1 0-1 0 0,5 10 1 0 0,21 64-753 0 0,-21-66-63 0 0,1 0 0 0 0,1 0 0 0 0,16 23 0 0 0,2-7-6144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8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62 5529 0 0,'12'-11'277'0'0,"-6"6"495"0"0,0-1 0 0 0,1 1 0 0 0,-1 0-1 0 0,1 0 1 0 0,0 0 0 0 0,0 1 0 0 0,0 0 0 0 0,1 1-1 0 0,14-5 1 0 0,-22 8-727 0 0,0 0-1 0 0,1 0 1 0 0,-1 0-1 0 0,0 0 1 0 0,0 0 0 0 0,0 0-1 0 0,0 0 1 0 0,0 0-1 0 0,1 0 1 0 0,-1 0-1 0 0,0 0 1 0 0,0 0-1 0 0,0 0 1 0 0,0 0 0 0 0,1 0-1 0 0,-1 0 1 0 0,0 1-1 0 0,0-1 1 0 0,0 0-1 0 0,0 0 1 0 0,0 0 0 0 0,0 0-1 0 0,1 0 1 0 0,-1 0-1 0 0,0 0 1 0 0,0 1-1 0 0,0-1 1 0 0,0 0-1 0 0,0 0 1 0 0,0 0 0 0 0,0 0-1 0 0,0 1 1 0 0,0-1-1 0 0,0 0 1 0 0,0 0-1 0 0,0 0 1 0 0,0 0-1 0 0,0 0 1 0 0,0 1 0 0 0,0-1-1 0 0,0 0 1 0 0,0 0-1 0 0,0 0 1 0 0,0 0-1 0 0,0 1 1 0 0,0-1-1 0 0,-3 14 1121 0 0,-11 14-6 0 0,13-26-913 0 0,-16 30 616 0 0,9-18-442 0 0,0 0 0 0 0,1 1-1 0 0,1 0 1 0 0,-8 28 0 0 0,13-39-379 0 0,0 0 0 0 0,0 0 1 0 0,1 0-1 0 0,0 0 0 0 0,0 0 1 0 0,0 0-1 0 0,0-1 0 0 0,1 1 0 0 0,-1 0 1 0 0,1 0-1 0 0,0 0 0 0 0,0 0 0 0 0,0-1 1 0 0,1 1-1 0 0,-1-1 0 0 0,1 1 1 0 0,0-1-1 0 0,0 1 0 0 0,0-1 0 0 0,1 0 1 0 0,-1 0-1 0 0,1 0 0 0 0,0 0 1 0 0,-1 0-1 0 0,5 2 0 0 0,6 4-94 0 0,1-1 0 0 0,0 0 0 0 0,1-1 0 0 0,0-1 0 0 0,17 6-1 0 0,-10-4-136 0 0,40 20-1 0 0,-57-25 175 0 0,1 0 1 0 0,-1 1-1 0 0,0 0 0 0 0,0 0 0 0 0,0 0 0 0 0,-1 1 1 0 0,1-1-1 0 0,-1 1 0 0 0,0 0 0 0 0,-1 0 0 0 0,6 9 1 0 0,-8-12 21 0 0,0 0 0 0 0,0 0 1 0 0,0 0-1 0 0,-1 0 0 0 0,1 0 0 0 0,-1 1 1 0 0,1-1-1 0 0,-1 0 0 0 0,0 0 1 0 0,0 0-1 0 0,0 0 0 0 0,0 1 1 0 0,0-1-1 0 0,0 0 0 0 0,0 0 1 0 0,-1 0-1 0 0,1 0 0 0 0,-1 1 1 0 0,-1 1-1 0 0,0-1 20 0 0,0 1 0 0 0,0-1-1 0 0,0 0 1 0 0,0 0 0 0 0,-1 0 0 0 0,0 0 0 0 0,0 0-1 0 0,1 0 1 0 0,-1-1 0 0 0,-4 3 0 0 0,-9 4 91 0 0,1 0 0 0 0,-1-1 1 0 0,-31 10-1 0 0,34-13-115 0 0,-93 35-3837 0 0,81-29 2492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49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558 2314 7834 0 0,'-15'6'523'0'0,"4"-2"803"0"0,-1 0 1 0 0,1 2-1 0 0,-1-1 1 0 0,1 1-1 0 0,-11 9 0 0 0,22-15-1316 0 0,-1 0 0 0 0,1 0 0 0 0,0 0 0 0 0,0 1 0 0 0,0-1 0 0 0,-1 0 0 0 0,1 0 0 0 0,0 0 0 0 0,0 0 0 0 0,0 1 0 0 0,0-1 0 0 0,-1 0 0 0 0,1 0 0 0 0,0 0 0 0 0,0 1 0 0 0,0-1-1 0 0,0 0 1 0 0,0 0 0 0 0,0 1 0 0 0,0-1 0 0 0,0 0 0 0 0,0 0 0 0 0,0 1 0 0 0,0-1 0 0 0,0 0 0 0 0,0 0 0 0 0,0 0 0 0 0,0 1 0 0 0,0-1 0 0 0,0 0 0 0 0,0 0 0 0 0,0 1 0 0 0,0-1-1 0 0,0 0 1 0 0,0 0 0 0 0,0 1 0 0 0,0-1 0 0 0,0 0 0 0 0,1 0 0 0 0,-1 0 0 0 0,0 1 0 0 0,0-1 0 0 0,0 0 0 0 0,1 0 0 0 0,13 7 94 0 0,17-2-127 0 0,9-5 333 0 0,-1-2 0 0 0,1-1 0 0 0,41-9 0 0 0,118-34 137 0 0,-65 13-382 0 0,1222-250 957 0 0,-631 126-1168 0 0,-293 60-590 0 0,-336 78 879 0 0,109-28 447 0 0,-204 47-589 0 0,1-1-1 0 0,0 1 0 0 0,-1-1 0 0 0,1 1 0 0 0,-1-1 0 0 0,0 0 0 0 0,1 0 0 0 0,-1 0 0 0 0,0 0 0 0 0,1 1 0 0 0,-1-2 0 0 0,0 1 0 0 0,2-2 0 0 0,-3 3-19 0 0,1-1-1 0 0,-1 0 1 0 0,0 1-1 0 0,0-1 0 0 0,1 0 1 0 0,-1 1-1 0 0,0-1 1 0 0,0 0-1 0 0,0 1 1 0 0,0-1-1 0 0,0 0 0 0 0,0 0 1 0 0,0 1-1 0 0,0-1 1 0 0,0 0-1 0 0,0 1 1 0 0,0-1-1 0 0,-1 0 0 0 0,1 1 1 0 0,0-1-1 0 0,0 0 1 0 0,-1 0-1 0 0,-2-3-152 0 0,-1-1 0 0 0,1 1 0 0 0,-1-1 0 0 0,0 1 0 0 0,0 1 0 0 0,-6-6 0 0 0,2 2 8 0 0,-19-18-661 0 0,-39-46 0 0 0,44 43 1236 0 0,2-1-1 0 0,1 0 1 0 0,1-1-1 0 0,2-1 1 0 0,1-1 0 0 0,-20-62-1 0 0,24 54-323 0 0,2 0 0 0 0,2-1 0 0 0,2 0 0 0 0,1 0 0 0 0,3 0 0 0 0,3-46 0 0 0,41-248 987 0 0,-19 180-476 0 0,-18 113-290 0 0,14-136 276 0 0,-19 151-283 0 0,-1-1 0 0 0,-1 1-1 0 0,-1-1 1 0 0,-9-37 0 0 0,11 63-305 0 0,0 1 0 0 0,0 0 0 0 0,0 0 0 0 0,-1-1 0 0 0,1 1 0 0 0,-1 0 0 0 0,1 0 0 0 0,-1 0-1 0 0,1 0 1 0 0,-1 0 0 0 0,0 0 0 0 0,1 0 0 0 0,-1 0 0 0 0,0 0 0 0 0,0 0 0 0 0,0 0 0 0 0,0 0 0 0 0,0 0 0 0 0,0 1 0 0 0,0-1 0 0 0,0 0 0 0 0,0 1 0 0 0,0-1 0 0 0,0 1-1 0 0,0-1 1 0 0,0 1 0 0 0,-1-1 0 0 0,1 1 0 0 0,0 0 0 0 0,0 0 0 0 0,-1-1 0 0 0,1 1 0 0 0,0 0 0 0 0,0 0 0 0 0,-1 0 0 0 0,1 1 0 0 0,0-1 0 0 0,0 0 0 0 0,0 0 0 0 0,-1 1-1 0 0,1-1 1 0 0,0 0 0 0 0,-1 1 0 0 0,-9 4-55 0 0,1-1 1 0 0,1 2-1 0 0,-1-1 0 0 0,-11 9 0 0 0,-1 1-112 0 0,-388 164-1077 0 0,359-159 1208 0 0,-124 43 140 0 0,-264 59 0 0 0,-195-9 100 0 0,83-49-523 0 0,110-15 292 0 0,284-33 227 0 0,-296-10-1 0 0,418-10-856 0 0,-17-9-4566 0 0,-19-4 1806 0 0,47 14 3357 0 0,-2 2-2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0:50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6913 0 0,'0'1'99'0'0,"-1"0"-1"0"0,1 0 0 0 0,-1 0 0 0 0,1 0 0 0 0,-1 0 0 0 0,1 0 0 0 0,0 0 0 0 0,0 0 0 0 0,-1 0 1 0 0,1 1-1 0 0,0-1 0 0 0,0 0 0 0 0,0 0 0 0 0,0 0 0 0 0,0 0 0 0 0,1 1 0 0 0,-1-1 0 0 0,0 0 0 0 0,0 0 1 0 0,1 0-1 0 0,-1 0 0 0 0,1 0 0 0 0,-1 0 0 0 0,1 0 0 0 0,-1 0 0 0 0,1 0 0 0 0,0 0 0 0 0,-1 0 0 0 0,1 0 1 0 0,1 1-1 0 0,34 31 3051 0 0,-14-13-1878 0 0,-12-5-1221 0 0,-1 1-1 0 0,0 0 1 0 0,-1 1 0 0 0,-1-1-1 0 0,0 2 1 0 0,-2-1 0 0 0,6 24-1 0 0,-3-11 300 0 0,97 405 3925 0 0,7 26-2262 0 0,-84-374-1337 0 0,2 0 0 0 0,5-2 0 0 0,52 93-1 0 0,-76-159-567 0 0,4 7-163 0 0,-1 0 0 0 0,16 44 0 0 0,-30-69 8 0 0,1-1-1 0 0,-1 1 1 0 0,0-1-1 0 0,0 1 1 0 0,0-1-1 0 0,1 1 1 0 0,-1-1 0 0 0,0 1-1 0 0,0-1 1 0 0,1 1-1 0 0,-1-1 1 0 0,1 1-1 0 0,-1-1 1 0 0,0 1 0 0 0,1-1-1 0 0,-1 0 1 0 0,1 1-1 0 0,-1-1 1 0 0,1 0-1 0 0,-1 1 1 0 0,1-1-1 0 0,-1 0 1 0 0,1 0 0 0 0,-1 1-1 0 0,1-1 1 0 0,0 0-1 0 0,-1 0 1 0 0,1 0-1 0 0,-1 0 1 0 0,1 0-1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94 256 11058 0 0,'-31'-39'1410'0'0,"30"37"-1194"0"0,-1 0 1 0 0,1 1 0 0 0,-1-1-1 0 0,0 1 1 0 0,1-1-1 0 0,-1 1 1 0 0,0 0-1 0 0,0-1 1 0 0,0 1 0 0 0,0 0-1 0 0,0 1 1 0 0,0-1-1 0 0,0 0 1 0 0,0 0-1 0 0,0 1 1 0 0,0-1-1 0 0,-1 1 1 0 0,1 0 0 0 0,0 0-1 0 0,-3 0 1 0 0,4 0-122 0 0,0 1 1 0 0,0 0-1 0 0,0 0 1 0 0,0-1-1 0 0,0 1 1 0 0,0 0-1 0 0,0 0 1 0 0,0 0-1 0 0,0 0 1 0 0,0 0-1 0 0,0 0 1 0 0,0 1-1 0 0,1-1 1 0 0,-1 0-1 0 0,1 0 1 0 0,-1 0-1 0 0,1 1 1 0 0,-1-1 0 0 0,1 0-1 0 0,0 1 1 0 0,-1-1-1 0 0,1 0 1 0 0,0 3-1 0 0,-3 32 201 0 0,4-24-293 0 0,0 0 0 0 0,0 0-1 0 0,1 0 1 0 0,0 0 0 0 0,1 0 0 0 0,1 0 0 0 0,0-1-1 0 0,0 1 1 0 0,1-1 0 0 0,1 0 0 0 0,0-1-1 0 0,14 20 1 0 0,-17-26-10 0 0,1 1 0 0 0,0-1 1 0 0,0 0-1 0 0,0 0 0 0 0,0 0 0 0 0,1-1 0 0 0,0 1 0 0 0,0-1 0 0 0,-1 0 1 0 0,2-1-1 0 0,-1 1 0 0 0,0-1 0 0 0,0 0 0 0 0,1 0 0 0 0,-1-1 1 0 0,1 0-1 0 0,0 0 0 0 0,-1 0 0 0 0,1 0 0 0 0,0-1 0 0 0,-1 0 1 0 0,1 0-1 0 0,0-1 0 0 0,0 1 0 0 0,-1-1 0 0 0,1 0 0 0 0,-1-1 1 0 0,1 0-1 0 0,7-3 0 0 0,-1-1-19 0 0,-1 0-1 0 0,0-1 1 0 0,0 0 0 0 0,-1-1 0 0 0,0 0 0 0 0,0-1-1 0 0,-1 0 1 0 0,0 0 0 0 0,-1-1 0 0 0,13-20 0 0 0,5-9 202 0 0,30-67 1 0 0,-40 70 15 0 0,21-77 0 0 0,-16 44-80 0 0,-20 69-95 0 0,-1 0 0 0 0,1 0 0 0 0,-1 0 0 0 0,1 0 0 0 0,-1 1-1 0 0,1-1 1 0 0,-1 0 0 0 0,1 0 0 0 0,-1 0 0 0 0,1 1 0 0 0,-1-1 0 0 0,0 0 0 0 0,1 0-1 0 0,-1 1 1 0 0,1-1 0 0 0,-1 0 0 0 0,0 1 0 0 0,1-1 0 0 0,-1 0 0 0 0,0 1-1 0 0,1-1 1 0 0,-1 1 0 0 0,0-1 0 0 0,0 1 0 0 0,1-1 0 0 0,-1 1 0 0 0,0-1-1 0 0,0 1 1 0 0,0-1 0 0 0,0 1 0 0 0,12 18 156 0 0,-3 1-69 0 0,97 218 564 0 0,-88-190-636 0 0,-2 0 0 0 0,-2 1 0 0 0,8 57 1 0 0,-17-66 14 0 0,-1 1 0 0 0,-2 0 0 0 0,-1-1 0 0 0,-7 54 0 0 0,3-71-7 0 0,-1 0 1 0 0,-2 0 0 0 0,0 0 0 0 0,-1-1-1 0 0,-1 0 1 0 0,-1 0 0 0 0,-1 0-1 0 0,-24 36 1 0 0,18-35 56 0 0,-1-1 1 0 0,-20 22-1 0 0,31-38-99 0 0,-1 1-1 0 0,0-1 1 0 0,0-1-1 0 0,0 1 1 0 0,-1-1 0 0 0,1 0-1 0 0,-1-1 1 0 0,0 1-1 0 0,-1-2 1 0 0,-11 5-1 0 0,18-8-136 0 0,2 1 31 0 0,-1-1 0 0 0,0 0 1 0 0,1 1-1 0 0,-1-1 0 0 0,0 0 0 0 0,1 0 0 0 0,-1 0 1 0 0,0 1-1 0 0,1-1 0 0 0,-1 0 0 0 0,0 0 1 0 0,0 0-1 0 0,1 0 0 0 0,-1 0 0 0 0,0 0 0 0 0,0-1 1 0 0,1 1-1 0 0,-1 0 0 0 0,0 0 0 0 0,1 0 1 0 0,-1-1-1 0 0,0 1 0 0 0,1 0 0 0 0,-1-1 0 0 0,0 1 1 0 0,1-1-1 0 0,-1 1 0 0 0,1 0 0 0 0,-1-1 1 0 0,0 0-1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75 12443 0 0,'3'-1'1104'0'0,"1"-1"-880"0"0,2 1-224 0 0,-2-1 0 0 0,0 1 224 0 0,3-2 0 0 0,6-1 0 0 0,8-3 0 0 0,4-1 224 0 0,4-1 56 0 0,-1 1 8 0 0,-2 1 1 0 0,0 1-954 0 0,-3 1-183 0 0,0 2-40 0 0,-4 0-8 0 0,-2-1 544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2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63 8290 0 0,'-1'3'736'0'0,"1"-2"-584"0"0,1-1-152 0 0,2 2 0 0 0,-2-2 296 0 0,2 0 32 0 0,1 0 8 0 0,3-2 0 0 0,6 1 112 0 0,4-3 32 0 0,4 0 1 0 0,-1-3-1 0 0,3 0-560 0 0,-2-2-112 0 0,0 1-16 0 0,0-2-9 0 0,-2 2 217 0 0,-2-1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263 22 11979 0 0,'-1'-2'136'0'0,"0"1"0"0"0,0-1 0 0 0,-1 1 0 0 0,1-1 0 0 0,0 1 1 0 0,0 0-1 0 0,-1-1 0 0 0,1 1 0 0 0,-1 0 0 0 0,1 0 0 0 0,-1 0 1 0 0,0 0-1 0 0,1 0 0 0 0,-1 1 0 0 0,0-1 0 0 0,1 0 0 0 0,-5 0 1 0 0,2 1 124 0 0,0 0 1 0 0,0 0 0 0 0,0 0 0 0 0,-1 0 0 0 0,1 1 0 0 0,0 0 0 0 0,-5 1 0 0 0,-1 1 13 0 0,0 0 0 0 0,0 1 1 0 0,0 0-1 0 0,0 0 0 0 0,1 1 1 0 0,-1 0-1 0 0,1 1 0 0 0,1 0 0 0 0,-1 1 1 0 0,1-1-1 0 0,0 2 0 0 0,1-1 1 0 0,-12 14-1 0 0,12-10-215 0 0,0 0 1 0 0,1 0-1 0 0,0 1 0 0 0,0-1 1 0 0,1 1-1 0 0,1 1 1 0 0,0-1-1 0 0,1 1 0 0 0,0-1 1 0 0,-2 26-1 0 0,3 9 2 0 0,2 1-1 0 0,3-1 1 0 0,1 0 0 0 0,14 65-1 0 0,58 183-67 0 0,-72-282 10 0 0,104 287-604 0 0,-83-237-509 0 0,-17-41-47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1 249 11058 0 0,'0'-2'84'0'0,"0"0"-1"0"0,0-1 1 0 0,1 1-1 0 0,-1 0 1 0 0,1-1-1 0 0,-1 1 1 0 0,1 0-1 0 0,0 0 0 0 0,0-1 1 0 0,0 1-1 0 0,0 0 1 0 0,1 0-1 0 0,-1 0 1 0 0,1 1-1 0 0,-1-1 1 0 0,1 0-1 0 0,-1 0 1 0 0,1 1-1 0 0,0-1 0 0 0,0 1 1 0 0,0-1-1 0 0,3-1 1 0 0,9-6 287 0 0,1 1 0 0 0,17-8 0 0 0,-16 8-124 0 0,36-17 963 0 0,0 3 1 0 0,98-28-1 0 0,119-5-4056 0 0,-218 47 1630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3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3 11522 0 0,'-7'-1'180'0'0,"-1"0"0"0"0,1 1 0 0 0,-1 0 0 0 0,1 0 0 0 0,0 0 0 0 0,-1 1 0 0 0,1 0 0 0 0,0 1 0 0 0,0-1 0 0 0,0 1 0 0 0,0 1 0 0 0,0-1 0 0 0,0 1 0 0 0,0 1 0 0 0,1-1 0 0 0,-1 1 0 0 0,1 0 0 0 0,0 0 0 0 0,-6 7 0 0 0,3-2 16 0 0,0 0 0 0 0,1 1 0 0 0,0 1 0 0 0,0-1 0 0 0,1 1 0 0 0,1 0 0 0 0,0 1 0 0 0,0 0 0 0 0,1 0 1 0 0,0 0-1 0 0,2 0 0 0 0,-1 1 0 0 0,-2 21 0 0 0,2-7 13 0 0,1 0 1 0 0,2 0-1 0 0,0 0 1 0 0,2 1 0 0 0,7 40-1 0 0,-2-40 19 0 0,1 0 0 0 0,1-1 1 0 0,1 1-1 0 0,2-2 0 0 0,1 0 0 0 0,27 46 0 0 0,-17-39-112 0 0,1 0 0 0 0,2-2 0 0 0,1 0 0 0 0,38 34 0 0 0,-2-16-1729 0 0,-34-32-5448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1896 0 0,'10'-52'16059'0'0,"-10"72"-11305"0"0,2-24-4681 0 0,0 1-43 0 0,-1 1-14 0 0,0 0-1 0 0,0 1 1 0 0,0-1 0 0 0,0 0-1 0 0,-1 0 1 0 0,1 0-1 0 0,0 0 1 0 0,-1 0 0 0 0,1 0-1 0 0,-1 0 1 0 0,0-3 0 0 0,0 33 0 0 0,0 0 1 0 0,2 0 0 0 0,1 0 0 0 0,2 0-1 0 0,0 0 1 0 0,11 31 0 0 0,-9-44-17 0 0,0 0 0 0 0,1 0 0 0 0,0-1 0 0 0,1 0 0 0 0,1 0 0 0 0,0-1 0 0 0,1-1 0 0 0,22 22 0 0 0,-29-30 0 0 0,1-1 0 0 0,0 1 0 0 0,0-1 0 0 0,0 0 0 0 0,0 0 0 0 0,1-1 0 0 0,-1 1 0 0 0,1-1 0 0 0,0-1 0 0 0,-1 1 0 0 0,1-1 0 0 0,6 1 0 0 0,-7-2 0 0 0,-1 0 0 0 0,1 0 0 0 0,0-1 0 0 0,-1 1 0 0 0,1-1 0 0 0,-1 0 0 0 0,0-1 0 0 0,1 1 0 0 0,-1-1 0 0 0,0 0 0 0 0,0 0 0 0 0,0 0 0 0 0,0 0 0 0 0,0-1 0 0 0,0 0 0 0 0,-1 0 0 0 0,6-5 0 0 0,-1 0 8 0 0,-1-1 0 0 0,-1 0 0 0 0,1 0 0 0 0,-1-1 0 0 0,-1 0 0 0 0,1 0 0 0 0,-2 0 0 0 0,0-1 0 0 0,0 1 0 0 0,-1-1 0 0 0,3-14 0 0 0,1-13 40 0 0,4-72 0 0 0,-12 92-75 0 0,1 18 24 0 0,0 0 0 0 0,0 0 0 0 0,0 0 0 0 0,0 0 0 0 0,0 0 0 0 0,0 0 0 0 0,0 0 0 0 0,0 0 0 0 0,1 0 0 0 0,-1 0 0 0 0,0 0 0 0 0,0 0 0 0 0,0 0 0 0 0,0 0 0 0 0,0 0 1 0 0,0 0-1 0 0,0 0 0 0 0,0 0 0 0 0,0 0 0 0 0,0 0 0 0 0,1 0 0 0 0,-1 0 0 0 0,0 0 0 0 0,0 0 0 0 0,0 0 0 0 0,0 0 0 0 0,0 0 0 0 0,0 0 0 0 0,0 0 0 0 0,0 0 0 0 0,0 0 0 0 0,0 0 0 0 0,0 0 0 0 0,7 6 46 0 0,-1 0-72 0 0,2 0-1 0 0,-1-1 1 0 0,1 0 0 0 0,0 0 0 0 0,0 0 0 0 0,0-1 0 0 0,0 0 0 0 0,1-1-1 0 0,0 0 1 0 0,-1 0 0 0 0,1-1 0 0 0,15 2 0 0 0,-16-3 31 0 0,0 0 0 0 0,0-1 0 0 0,0 0 0 0 0,-1 0 0 0 0,1-1 0 0 0,0 0 1 0 0,0 0-1 0 0,-1 0 0 0 0,1-1 0 0 0,-1-1 0 0 0,1 1 0 0 0,-1-1 0 0 0,0 0 0 0 0,0-1 0 0 0,9-6 0 0 0,-14 9 16 0 0,0-1-1 0 0,0 0 1 0 0,1-1 0 0 0,-2 1-1 0 0,1 0 1 0 0,0-1-1 0 0,0 1 1 0 0,-1-1 0 0 0,1 1-1 0 0,-1-1 1 0 0,0 0-1 0 0,0 1 1 0 0,0-1 0 0 0,0 0-1 0 0,1-6 1 0 0,-1 3 50 0 0,-1-1 0 0 0,0 0 1 0 0,0 1-1 0 0,0-1 0 0 0,-1 0 1 0 0,-3-11-1 0 0,0 0-407 0 0,-2 1 0 0 0,0 1 0 0 0,-1-1 0 0 0,-14-22 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3681 0 0,'6'3'417'0'0,"-1"0"0"0"0,0 1 0 0 0,0 0 0 0 0,0-1 0 0 0,0 2 0 0 0,0-1 0 0 0,-1 0 0 0 0,0 1 0 0 0,0 0 0 0 0,0 0 1 0 0,-1 0-1 0 0,0 0 0 0 0,0 1 0 0 0,0-1 0 0 0,0 1 0 0 0,-1 0 0 0 0,0 0 0 0 0,0 0 0 0 0,-1 0 0 0 0,0 0 0 0 0,1 11 0 0 0,0 9 843 0 0,-2 1 1 0 0,-1-1-1 0 0,-8 49 0 0 0,6-47-1230 0 0,2-21-234 0 0,0 0 1 0 0,-1-1-1 0 0,0 1 1 0 0,0 0-1 0 0,0-1 1 0 0,-4 8-1 0 0,5-11-255 0 0,-1-1 0 0 0,1 0 0 0 0,-1 1 0 0 0,0-1 0 0 0,1 0 0 0 0,-1 0-1 0 0,0 0 1 0 0,0 0 0 0 0,0 0 0 0 0,-1-1 0 0 0,-1 3 0 0 0,-8 1-1780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24 10594 0 0,'-4'-10'944'0'0,"1"5"-751"0"0,2-4 3303 0 0,1 15-2880 0 0,1 1-1392 0 0,-1 4-280 0 0,0 4-64 0 0,-1 2 0 0 0,-2 3 927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5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 5065 0 0,'3'-3'291'0'0,"1"-1"0"0"0,0 1 0 0 0,0 0 0 0 0,0 0 0 0 0,0 0 0 0 0,0 0 0 0 0,1 1 0 0 0,-1-1 0 0 0,1 1 0 0 0,0 1 0 0 0,0-1 0 0 0,0 1 0 0 0,0-1 1 0 0,-1 1-1 0 0,2 1 0 0 0,-1-1 0 0 0,0 1 0 0 0,8 0 0 0 0,-1 0 457 0 0,1 0 0 0 0,-1 2 1 0 0,0-1-1 0 0,0 1 0 0 0,0 1 0 0 0,21 7 1 0 0,-25-7-569 0 0,-1 1 1 0 0,1 0-1 0 0,-1 0 1 0 0,0 0 0 0 0,-1 1-1 0 0,1 0 1 0 0,-1 0-1 0 0,0 0 1 0 0,0 1 0 0 0,0 0-1 0 0,-1 1 1 0 0,0-1-1 0 0,0 1 1 0 0,-1 0-1 0 0,0 0 1 0 0,0 0 0 0 0,0 1-1 0 0,-1-1 1 0 0,0 1-1 0 0,-1 0 1 0 0,1 0 0 0 0,-2 0-1 0 0,1 0 1 0 0,-1 0-1 0 0,0 11 1 0 0,-1-5-201 0 0,0 1-1 0 0,-2-1 1 0 0,0 1 0 0 0,0-1 0 0 0,-1 0-1 0 0,-1 0 1 0 0,0 0 0 0 0,-1-1 0 0 0,-1 1-1 0 0,0-1 1 0 0,0 0 0 0 0,-1-1 0 0 0,-15 19-1 0 0,14-19-14 0 0,4-5 20 0 0,-1-1 0 0 0,0 1 0 0 0,0-1 0 0 0,0 0 0 0 0,-1-1 0 0 0,0 1 0 0 0,0-1 0 0 0,0 0 0 0 0,-1 0 0 0 0,-8 4 0 0 0,29-39 31 0 0,58-80 367 0 0,23-41-158 0 0,3-19 1752 0 0,-106 186-1807 0 0,0 0 0 0 0,2 1 1 0 0,0 0-1 0 0,1 0 0 0 0,0 0 1 0 0,2 1-1 0 0,-3 25 0 0 0,6-33-211 0 0,0 1-1 0 0,0 0 0 0 0,1 0 0 0 0,1-1 1 0 0,0 1-1 0 0,0-1 0 0 0,1 0 1 0 0,0 1-1 0 0,1-1 0 0 0,0-1 1 0 0,1 1-1 0 0,-1 0 0 0 0,14 16 1 0 0,19 19-2209 0 0,-19-23-5393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17 5529 0 0,'25'-17'7777'0'0,"-25"18"-7559"0"0,11 19 6673 0 0,-7-1-7179 0 0,-1 4 854 0 0,-1 1 0 0 0,-2-1 0 0 0,0 1 0 0 0,-6 40-1 0 0,-25 95-3921 0 0,25-134 1602 0 0,2-8-4866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54 8290 0 0,'-2'-17'368'0'0,"1"6"80"0"0,0 3-360 0 0,-6-9 6505 0 0,2 20-6593 0 0,1 2-344 0 0,0 6-72 0 0,-2 2-8 0 0,1 5 320 0 0,3 2 104 0 0,5-1 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6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 12899 0 0,'14'2'1451'0'0,"1"0"0"0"0,-1 0 0 0 0,16-2 0 0 0,175-15 1949 0 0,63-3-5371 0 0,-242 17-3003 0 0,-3-1-1558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6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0,'14'7'8224'0'0,"-12"-5"-7776"0"0,14 24 1388 0 0,-10-4-1520 0 0,-1 0 0 0 0,-1 1 0 0 0,-1-1 0 0 0,-1 0 0 0 0,-1 1 0 0 0,-2 25 0 0 0,2 31-169 0 0,23 147 27 0 0,-19-195-149 0 0,2 0-1 0 0,2 0 0 0 0,0-1 0 0 0,2 0 1 0 0,17 33-1 0 0,-24-57-333 0 0,-1 0 1 0 0,1 0-1 0 0,0 0 1 0 0,1 0-1 0 0,7 8 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7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43 1376 0 0,'-1'-5'1541'0'0,"-1"1"0"0"0,0 0 0 0 0,0-1-1 0 0,0 1 1 0 0,0 0 0 0 0,-1 1 0 0 0,0-1-1 0 0,-4-5 1 0 0,8 11-1294 0 0,0 0 0 0 0,0 0 0 0 0,0 0-1 0 0,0 0 1 0 0,0 0 0 0 0,-1 1 0 0 0,1-1-1 0 0,-1 0 1 0 0,0 0 0 0 0,1 1 0 0 0,-1-1 0 0 0,0 0-1 0 0,-1 4 1 0 0,-3 40 4303 0 0,2-31-3913 0 0,-2 39-637 0 0,1 0 0 0 0,3 0 0 0 0,3 0 0 0 0,2 0 0 0 0,2 0 0 0 0,2-1 0 0 0,26 84 0 0 0,-29-121 9 0 0,1-1 0 0 0,0 0 0 0 0,1 0-1 0 0,19 26 1 0 0,-22-34-7 0 0,0-1-1 0 0,1 1 1 0 0,0-1 0 0 0,0-1-1 0 0,0 1 1 0 0,0-1 0 0 0,1 0-1 0 0,0 0 1 0 0,0-1 0 0 0,0 0-1 0 0,15 6 1 0 0,-21-10-12 0 0,1 1-1 0 0,0-1 0 0 0,-1 0 1 0 0,1 0-1 0 0,0 1 1 0 0,-1-1-1 0 0,1 0 0 0 0,0 0 1 0 0,-1-1-1 0 0,1 1 0 0 0,0 0 1 0 0,-1 0-1 0 0,1-1 1 0 0,0 1-1 0 0,-1-1 0 0 0,1 0 1 0 0,-1 1-1 0 0,1-1 1 0 0,-1 0-1 0 0,1 0 0 0 0,-1 0 1 0 0,0 0-1 0 0,1 0 1 0 0,-1 0-1 0 0,0 0 0 0 0,0 0 1 0 0,2-3-1 0 0,2-4 40 0 0,0 1-1 0 0,0-1 1 0 0,-1 0 0 0 0,4-12-1 0 0,8-13 94 0 0,-16 33-197 0 0,0-1 0 0 0,0 1 1 0 0,0 0-1 0 0,0-1 0 0 0,-1 1 0 0 0,1 0 0 0 0,0 0 0 0 0,0-1 0 0 0,0 1 1 0 0,0 0-1 0 0,0-1 0 0 0,-1 1 0 0 0,1 0 0 0 0,0 0 0 0 0,0-1 1 0 0,-1 1-1 0 0,1 0 0 0 0,0 0 0 0 0,0-1 0 0 0,-1 1 0 0 0,1 0 0 0 0,0 0 1 0 0,0 0-1 0 0,-1 0 0 0 0,1 0 0 0 0,0-1 0 0 0,-1 1 0 0 0,1 0 0 0 0,0 0 1 0 0,-1 0-1 0 0,1 0 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8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94 3249 0 0,'-2'-1'59'0'0,"1"0"0"0"0,0 0 0 0 0,0 0 0 0 0,-1 0 0 0 0,1 0 0 0 0,0 0 0 0 0,0 0 0 0 0,0-1 1 0 0,0 1-1 0 0,1 0 0 0 0,-1 0 0 0 0,0-1 0 0 0,0 1 0 0 0,1-1 0 0 0,-1 1 0 0 0,1-1 0 0 0,-1 1 0 0 0,1-1 0 0 0,0 1 1 0 0,-1-1-1 0 0,1 1 0 0 0,0-1 0 0 0,0-3 0 0 0,1 4 186 0 0,0-1 0 0 0,0 0 1 0 0,0 0-1 0 0,0 0 0 0 0,0 0 1 0 0,0 1-1 0 0,0-1 0 0 0,1 0 1 0 0,-1 1-1 0 0,1-1 0 0 0,-1 1 1 0 0,1 0-1 0 0,-1-1 0 0 0,1 1 0 0 0,3-1 1 0 0,4-3 592 0 0,0 0 0 0 0,1 1 0 0 0,-1 0 0 0 0,1 1 0 0 0,21-4 0 0 0,-18 5-439 0 0,1 0 0 0 0,0 2-1 0 0,0-1 1 0 0,0 2 0 0 0,0 0-1 0 0,0 0 1 0 0,-1 2 0 0 0,1-1 0 0 0,0 2-1 0 0,-1 0 1 0 0,0 0 0 0 0,0 2-1 0 0,0-1 1 0 0,-1 1 0 0 0,16 11-1 0 0,-18-10-291 0 0,1 1-1 0 0,-1 1 0 0 0,-1 0 0 0 0,0 0 0 0 0,0 1 1 0 0,0 0-1 0 0,-2 0 0 0 0,1 1 0 0 0,-1 0 0 0 0,-1 0 1 0 0,0 1-1 0 0,0 0 0 0 0,-1 0 0 0 0,-1 0 0 0 0,0 1 0 0 0,3 18 1 0 0,-6-25-98 0 0,0 0 0 0 0,-1 0 0 0 0,0 0 0 0 0,0 0 1 0 0,0-1-1 0 0,-1 1 0 0 0,0 0 0 0 0,0 0 0 0 0,0 0 1 0 0,-1-1-1 0 0,0 1 0 0 0,0-1 0 0 0,0 1 0 0 0,-1-1 1 0 0,0 0-1 0 0,0 0 0 0 0,0 0 0 0 0,-6 7 0 0 0,-1-1-396 0 0,-1 0-1 0 0,0-1 0 0 0,0 0 1 0 0,-1-1-1 0 0,-1 0 0 0 0,-13 7 0 0 0,0-1-6578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8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22 9674 0 0,'-1'0'162'0'0,"1"-1"1"0"0,-1 1-1 0 0,1 0 0 0 0,0 0 0 0 0,-1-1 163 0 0,0 0-163 0 0,1 1 0 0 0,0 0 0 0 0,0-1 0 0 0,-1 1 1 0 0,1-1-1 0 0,0 1 0 0 0,0-1 0 0 0,-1 1 1 0 0,1-1-1 0 0,0 1 0 0 0,0-1 0 0 0,0 1 0 0 0,0-1 1 0 0,0 1-1 0 0,0-1 0 0 0,-1 1 0 0 0,1-1 1 0 0,0 1-1 0 0,1-1 0 0 0,-1 1 0 0 0,0-1 0 0 0,0 1 1 0 0,0-1-1 0 0,0 0 0 0 0,16-6 2316 0 0,24 8-430 0 0,-25 3-1860 0 0,0 1 0 0 0,0 1 0 0 0,-1 0 0 0 0,1 1 0 0 0,-1 0 0 0 0,-1 1 0 0 0,0 1 0 0 0,0 0 0 0 0,0 1 0 0 0,14 15 0 0 0,-4-1-21 0 0,-1 0-1 0 0,0 2 0 0 0,33 54 1 0 0,-32-41-105 0 0,-3 1 0 0 0,-1 2 1 0 0,-2 0-1 0 0,-2 0 0 0 0,-2 2 1 0 0,-1-1-1 0 0,-3 2 0 0 0,-1-1 1 0 0,-3 1-1 0 0,-1 1 1 0 0,-3-1-1 0 0,-1 0 0 0 0,-12 86 1 0 0,3-76-154 0 0,-3 0 0 0 0,-2-1 0 0 0,-2-1 1 0 0,-3 0-1 0 0,-2-1 0 0 0,-2-1 0 0 0,-2-2 1 0 0,-3 0-1 0 0,-1-2 0 0 0,-70 85 0 0 0,56-84-413 0 0,0-1-115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49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0 151 14283 0 0,'2'-7'435'0'0,"-2"4"-386"0"0,0 1 1 0 0,0 0 0 0 0,0-1 0 0 0,1 1-1 0 0,-1 0 1 0 0,1-1 0 0 0,-1 1-1 0 0,1 0 1 0 0,0-1 0 0 0,0 1 0 0 0,0 0-1 0 0,0 0 1 0 0,1 0 0 0 0,-1 0-1 0 0,0 0 1 0 0,1 0 0 0 0,-1 1 0 0 0,1-1-1 0 0,0 0 1 0 0,0 1 0 0 0,3-3-1 0 0,0 1-51 0 0,0-1 0 0 0,0 0 0 0 0,0 1-1 0 0,-1-1 1 0 0,0-1 0 0 0,0 1 0 0 0,5-7 0 0 0,11-11 205 0 0,-15 17-107 0 0,-1 1-1 0 0,1 1 1 0 0,-1-1 0 0 0,1 0 0 0 0,0 1 0 0 0,0 0-1 0 0,1 1 1 0 0,8-4 0 0 0,-13 5-63 0 0,1 1 0 0 0,-1 0-1 0 0,0 0 1 0 0,1-1 0 0 0,-1 1 0 0 0,0 0 0 0 0,1 0-1 0 0,-1 1 1 0 0,0-1 0 0 0,1 0 0 0 0,-1 0 0 0 0,0 1-1 0 0,1-1 1 0 0,-1 1 0 0 0,0-1 0 0 0,0 1 0 0 0,2 0-1 0 0,-1 1 2 0 0,0-1 0 0 0,0 1 0 0 0,-1 0 0 0 0,1 0 1 0 0,-1 0-1 0 0,1 0 0 0 0,-1 0 0 0 0,0 0 0 0 0,1 0 0 0 0,-1 0 0 0 0,0 0 0 0 0,1 5 0 0 0,6 24 139 0 0,-1 1 1 0 0,-2 0-1 0 0,-1 0 1 0 0,0 63-1 0 0,-4-84-144 0 0,-36 756 374 0 0,15-504-339 0 0,9-106-34 0 0,-15 246 2 0 0,26-2-114 0 0,14-275-84 0 0,47 203 0 0 0,-29-182-4842 0 0,-21-99-973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50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9 618 14283 0 0,'-1'-4'238'0'0,"-1"-2"-61"0"0,1 0 0 0 0,0 0 0 0 0,0 1 0 0 0,0-1 0 0 0,0 0 0 0 0,1-8 0 0 0,0 12-202 0 0,1 0-1 0 0,-1 0 1 0 0,1 0 0 0 0,0 0-1 0 0,-1 0 1 0 0,1 0 0 0 0,0 0-1 0 0,0 1 1 0 0,0-1 0 0 0,0 0 0 0 0,1 0-1 0 0,-1 1 1 0 0,0-1 0 0 0,1 1-1 0 0,-1-1 1 0 0,1 1 0 0 0,0-1-1 0 0,-1 1 1 0 0,1 0 0 0 0,0 0 0 0 0,3-2-1 0 0,4-1-35 0 0,0 1 0 0 0,0-1 0 0 0,0 1 0 0 0,0 1-1 0 0,1 0 1 0 0,-1 0 0 0 0,1 1 0 0 0,0 0 0 0 0,18 0 0 0 0,9 4-99 0 0,49 9 0 0 0,-10-1-349 0 0,785 18-3263 0 0,2-64 5583 0 0,-450 14 150 0 0,-76 6-737 0 0,1003-49 543 0 0,-1-27-1805 0 0,-894 52 91 0 0,560-43 524 0 0,191-24 521 0 0,-153 11-1413 0 0,-903 84-346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1:5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9661 1 13363 0 0,'16'39'669'0'0,"13"30"55"0"0,-9-23-682 0 0,-2 2-1 0 0,-1 0 1 0 0,10 58 0 0 0,-6 53-46 0 0,0 251 0 0 0,-9-99 211 0 0,88 416 520 0 0,-14-160 100 0 0,-69-417-6 0 0,21 219 6 0 0,-29 2-491 0 0,-9-302-144 0 0,1-39 77 0 0,-2 1-1 0 0,-1-1 1 0 0,-11 58 0 0 0,12-86-195 0 0,0 0 0 0 0,0 0 0 0 0,0 0-1 0 0,0 0 1 0 0,0 0 0 0 0,-1 0 0 0 0,1-1 0 0 0,-1 1 0 0 0,1 0 0 0 0,-1-1 0 0 0,0 1 0 0 0,1-1-1 0 0,-1 0 1 0 0,0 0 0 0 0,0 1 0 0 0,0-1 0 0 0,0 0 0 0 0,0-1 0 0 0,0 1 0 0 0,-1 0-1 0 0,1-1 1 0 0,0 1 0 0 0,0-1 0 0 0,0 1 0 0 0,-4-1 0 0 0,-9 1 175 0 0,0-1 1 0 0,-27-2-1 0 0,26 1-272 0 0,0 0 52 0 0,-583-17-293 0 0,31 27 211 0 0,101-5-27 0 0,-185 5 104 0 0,-435 26 224 0 0,137-53-965 0 0,351-2 28 0 0,-1 36 358 0 0,-368 37 331 0 0,126-38-2532 0 0,641-13 2070 0 0,-289 35-601 0 0,367-24 2024 0 0,23-8-576 0 0,0-5 1 0 0,-139-17-1 0 0,-27-1-16 0 0,-63 9 915 0 0,-232-3 1312 0 0,403 7-3519 0 0,132 3 274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3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45 9218 0 0,'0'-1'143'0'0,"0"-1"0"0"0,0 1 0 0 0,0-1 0 0 0,0 1 0 0 0,0-1 0 0 0,0 1 0 0 0,0-1 0 0 0,-1 1-1 0 0,1-1 1 0 0,0 1 0 0 0,-1-1 0 0 0,1 1 0 0 0,-1-1 0 0 0,0 1 0 0 0,0-1 0 0 0,1 1 0 0 0,-1 0 0 0 0,0 0 0 0 0,0-1 0 0 0,0 1 0 0 0,0 0 0 0 0,0 0 0 0 0,-1 0 0 0 0,1 0 0 0 0,0 0 0 0 0,0 0-1 0 0,-1 1 1 0 0,1-1 0 0 0,-1 0 0 0 0,1 1 0 0 0,0-1 0 0 0,-1 0 0 0 0,1 1 0 0 0,-1 0 0 0 0,1-1 0 0 0,-3 1 0 0 0,-1-1 101 0 0,0 0 0 0 0,0 0 0 0 0,0 1 1 0 0,-1-1-1 0 0,1 1 0 0 0,0 1 0 0 0,-1-1 0 0 0,1 1 1 0 0,0 0-1 0 0,-7 1 0 0 0,-1 4-68 0 0,-1 1 0 0 0,1 0 0 0 0,0 0 0 0 0,0 2 0 0 0,1-1 0 0 0,0 1 0 0 0,1 1 1 0 0,0 0-1 0 0,1 1 0 0 0,0 0 0 0 0,0 1 0 0 0,1 0 0 0 0,1 0 0 0 0,-9 16 0 0 0,-1 6 83 0 0,1 1 0 0 0,1 1 1 0 0,2 1-1 0 0,-11 47 0 0 0,-2 24 154 0 0,-14 112 0 0 0,35-173-349 0 0,3 0 0 0 0,1 1 0 0 0,3-1 0 0 0,1 1 1 0 0,10 48-1 0 0,-8-74-22 0 0,2-1-1 0 0,0 0 1 0 0,2 0 0 0 0,0 0 0 0 0,1-1-1 0 0,18 29 1 0 0,7 1 135 0 0,42 49-1 0 0,-30-41-117 0 0,-43-54-104 0 0,33 47 125 0 0,-34-48-205 0 0,0 1-1 0 0,0-1 1 0 0,-1 1-1 0 0,1 0 1 0 0,-1-1-1 0 0,0 1 1 0 0,0 0-1 0 0,0 0 1 0 0,0 0-1 0 0,-1 0 1 0 0,0 0-1 0 0,0 8 1 0 0,0-12-34 0 0,0 1 1 0 0,0-1 0 0 0,0 1-1 0 0,0-1 1 0 0,-1 1 0 0 0,1 0 0 0 0,0-1-1 0 0,0 1 1 0 0,-1-1 0 0 0,1 1 0 0 0,0-1-1 0 0,-1 1 1 0 0,1-1 0 0 0,-1 1-1 0 0,1-1 1 0 0,0 0 0 0 0,-1 1 0 0 0,1-1-1 0 0,-1 1 1 0 0,1-1 0 0 0,-2 1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4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268 207 3169 0 0,'-106'7'1386'0'0,"-55"-11"8956"0"0,161 4-10295 0 0,13-7 1099 0 0,22-5-253 0 0,-33 11-736 0 0,182-70 2774 0 0,-3 1-1772 0 0,-141 57-1594 0 0,1 2 0 0 0,66-10 1 0 0,-74 18-752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4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76 7834 0 0,'20'-35'1509'0'0,"-19"33"-1260"0"0,0 1 1 0 0,-1-1-1 0 0,1 0 0 0 0,0 1 0 0 0,-1-1 0 0 0,1 0 0 0 0,-1 1 0 0 0,0-1 0 0 0,1 0 1 0 0,-1 0-1 0 0,0 1 0 0 0,0-1 0 0 0,0 0 0 0 0,-1 0 0 0 0,1 1 0 0 0,0-1 0 0 0,-1 0 0 0 0,1 1 1 0 0,-2-4-1 0 0,2 4-139 0 0,-1 1 0 0 0,0 0 0 0 0,0-1 1 0 0,1 1-1 0 0,-1 0 0 0 0,0-1 0 0 0,0 1 1 0 0,0 0-1 0 0,1 0 0 0 0,-1-1 0 0 0,0 1 1 0 0,0 0-1 0 0,0 0 0 0 0,0 0 0 0 0,0 0 1 0 0,1 0-1 0 0,-1 0 0 0 0,0 1 0 0 0,0-1 1 0 0,0 0-1 0 0,0 0 0 0 0,1 0 0 0 0,-1 1 1 0 0,0-1-1 0 0,0 1 0 0 0,1-1 0 0 0,-1 0 0 0 0,0 1 1 0 0,0-1-1 0 0,1 1 0 0 0,-1 0 0 0 0,1-1 1 0 0,-1 1-1 0 0,0-1 0 0 0,0 2 0 0 0,-22 22 1087 0 0,11-6-1000 0 0,1 1 1 0 0,1 0-1 0 0,0 1 1 0 0,2 0-1 0 0,0 0 1 0 0,-6 25 0 0 0,1 11 73 0 0,-7 63 1 0 0,14-72-84 0 0,2-1 0 0 0,1 0 1 0 0,3 1-1 0 0,10 83 1 0 0,-6-111-154 0 0,0-1 1 0 0,1 1 0 0 0,1-1-1 0 0,0 0 1 0 0,2 0 0 0 0,10 18-1 0 0,-11-24-6 0 0,1-1-1 0 0,0 0 1 0 0,0 0 0 0 0,1-1-1 0 0,1 0 1 0 0,0 0-1 0 0,0-1 1 0 0,1 0 0 0 0,17 10-1 0 0,-4-7 10 0 0,0 0 0 0 0,0-2-1 0 0,1-1 1 0 0,1-1 0 0 0,-1-1 0 0 0,1-1-1 0 0,0-1 1 0 0,1-2 0 0 0,-1-1-1 0 0,1 0 1 0 0,0-2 0 0 0,-1-1 0 0 0,48-9-1 0 0,-45 3-770 0 0,0-2 0 0 0,-1-1 0 0 0,40-20 0 0 0,-50 20-6682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9674 0 0,'0'0'440'0'0,"14"13"5172"0"0,-12-6-4642 0 0,1 1-1 0 0,-1 0 1 0 0,-1 0 0 0 0,2 13-1 0 0,-4 65 338 0 0,-1-36-914 0 0,0 16-262 0 0,1-36-599 0 0,0 0 0 0 0,2 0 0 0 0,8 51-1 0 0,-1-58-7315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57 14283 0 0,'-1'-2'632'0'0,"1"-3"136"0"0,3 1-616 0 0,-2 0-152 0 0,2 0 0 0 0,-2 2 0 0 0,2 1 0 0 0,0-2-136 0 0,4-2 24 0 0,0-2 8 0 0,1 1-464 0 0,-1 1-88 0 0,-1 2-16 0 0,-1 0-8 0 0,2 2 520 0 0,-1-1 160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5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9218 0 0,'2'0'187'0'0,"0"1"0"0"0,0 0-1 0 0,1-1 1 0 0,-1 1 0 0 0,0 0 0 0 0,0 0 0 0 0,0 0-1 0 0,0 0 1 0 0,0 1 0 0 0,-1-1 0 0 0,1 0 0 0 0,0 1-1 0 0,0 0 1 0 0,-1-1 0 0 0,1 1 0 0 0,-1 0 0 0 0,2 2-1 0 0,25 40 1919 0 0,-21-32-2043 0 0,-3-4-25 0 0,1 1 0 0 0,-2 0-1 0 0,1 1 1 0 0,-1-1 0 0 0,0 1 0 0 0,-1-1-1 0 0,0 1 1 0 0,1 15 0 0 0,-3-18-31 0 0,0 0 0 0 0,0 0 0 0 0,0 0 0 0 0,-1-1 0 0 0,0 1 1 0 0,0 0-1 0 0,0-1 0 0 0,-1 1 0 0 0,0 0 0 0 0,-1-1 0 0 0,1 0 0 0 0,-1 0 0 0 0,-5 8 0 0 0,8-14-6 0 0,0 0 0 0 0,0 0 0 0 0,0 0 0 0 0,0 0 0 0 0,0 0-1 0 0,0 1 1 0 0,0-1 0 0 0,0 0 0 0 0,0 0 0 0 0,0 0 0 0 0,0 0 0 0 0,0 0 0 0 0,0 0-1 0 0,0 0 1 0 0,0 1 0 0 0,0-1 0 0 0,0 0 0 0 0,0 0 0 0 0,0 0 0 0 0,0 0-1 0 0,0 0 1 0 0,0 0 0 0 0,0 0 0 0 0,0 0 0 0 0,0 0 0 0 0,-1 0 0 0 0,1 1 0 0 0,0-1-1 0 0,0 0 1 0 0,0 0 0 0 0,0 0 0 0 0,0 0 0 0 0,0 0 0 0 0,0 0 0 0 0,0 0-1 0 0,-1 0 1 0 0,1 0 0 0 0,0 0 0 0 0,0 0 0 0 0,0 0 0 0 0,0 0 0 0 0,0 0 0 0 0,0 0-1 0 0,0 0 1 0 0,-1 0 0 0 0,1 0 0 0 0,0 0 0 0 0,0 0 0 0 0,0 0 0 0 0,0 0-1 0 0,0 0 1 0 0,0 0 0 0 0,0 0 0 0 0,0 0 0 0 0,-1 0 0 0 0,1 0 0 0 0,0-1 0 0 0,0 1-1 0 0,0 0 1 0 0,0 0 0 0 0,0 0 0 0 0,0 0 0 0 0,0 0 0 0 0,0 0 0 0 0,0 0-1 0 0,0 0 1 0 0,0 0 0 0 0,-1 0 0 0 0,1-1 0 0 0,1-12-36 0 0,5-17-175 0 0,2 6-21 0 0,1 0 0 0 0,1 1 0 0 0,25-43 0 0 0,-29 56 386 0 0,1 0 1 0 0,-1 1-1 0 0,1 0 0 0 0,1 1 1 0 0,0 0-1 0 0,0 0 1 0 0,0 0-1 0 0,1 1 0 0 0,0 0 1 0 0,1 1-1 0 0,12-7 0 0 0,-20 13-26 0 0,0-1-1 0 0,0 0 0 0 0,0 0 0 0 0,0 1 1 0 0,0-1-1 0 0,1 1 0 0 0,-1 0 0 0 0,0 0 1 0 0,0 0-1 0 0,1 0 0 0 0,-1 0 0 0 0,0 0 1 0 0,0 0-1 0 0,1 1 0 0 0,-1-1 0 0 0,0 1 1 0 0,0 0-1 0 0,0-1 0 0 0,0 1 0 0 0,0 0 1 0 0,0 0-1 0 0,0 0 0 0 0,0 1 0 0 0,0-1 1 0 0,0 0-1 0 0,-1 1 0 0 0,1-1 0 0 0,-1 1 1 0 0,1 0-1 0 0,-1-1 0 0 0,1 1 0 0 0,0 2 1 0 0,6 8 152 0 0,-1 1 0 0 0,0-1 0 0 0,-1 1 0 0 0,5 17 0 0 0,6 9-221 0 0,7 1-1797 0 0,-10-20-5355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12443 0 0,'10'-8'9486'0'0,"-10"7"-9330"0"0,5 8-74 0 0,1 0 1 0 0,-1 0-1 0 0,0 1 1 0 0,-1-1-1 0 0,1 1 1 0 0,-2 0-1 0 0,1 0 1 0 0,4 16-1 0 0,15 78-76 0 0,-16-63 67 0 0,22 73 54 0 0,4 19-1891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91 5985 0 0,'5'-6'552'0'0,"0"0"-1"0"0,1 0 1 0 0,0 1-1 0 0,0-1 1 0 0,0 1 0 0 0,1 1-1 0 0,0-1 1 0 0,-1 1-1 0 0,2 0 1 0 0,-1 1-1 0 0,12-5 1 0 0,2 1 645 0 0,0 1 0 0 0,0 0 0 0 0,22-2 0 0 0,-35 7-945 0 0,0 0 0 0 0,0 1 0 0 0,0 0 0 0 0,0 0 0 0 0,0 1 0 0 0,0 0 0 0 0,-1 1 0 0 0,1-1 0 0 0,0 1 0 0 0,-1 1 0 0 0,14 5 0 0 0,-18-6-230 0 0,0-1-1 0 0,-1 1 1 0 0,1 0-1 0 0,-1-1 1 0 0,1 1-1 0 0,-1 0 1 0 0,0 1-1 0 0,1-1 1 0 0,-1 0-1 0 0,0 1 1 0 0,0-1-1 0 0,-1 1 1 0 0,1-1-1 0 0,-1 1 1 0 0,1 0-1 0 0,-1 0 1 0 0,0 0-1 0 0,0 0 1 0 0,0 0-1 0 0,0 0 1 0 0,-1 0-1 0 0,1 0 1 0 0,-1 0-1 0 0,0 0 1 0 0,1 0-1 0 0,-2 1 1 0 0,1-1-1 0 0,0 0 1 0 0,-1 0-1 0 0,1 0 1 0 0,-1 0-1 0 0,-1 3 1 0 0,-2 4-83 0 0,0 0 0 0 0,0-1 0 0 0,-1 1 0 0 0,-1-1 0 0 0,1 0-1 0 0,-2 0 1 0 0,1-1 0 0 0,-1 0 0 0 0,0 0 0 0 0,-1 0 0 0 0,0-1 0 0 0,0 0 0 0 0,-15 9 0 0 0,6-5-766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6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 4609 0 0,'-7'6'15636'0'0,"15"10"-15128"0"0,8 13-483 0 0,-9-7 175 0 0,-5-10-139 0 0,2 0-1 0 0,0 0 0 0 0,0 0 0 0 0,1-1 1 0 0,11 19-1 0 0,-14-28-64 0 0,-1 0 1 0 0,1 0-1 0 0,0 0 0 0 0,-1 0 1 0 0,1 0-1 0 0,0-1 0 0 0,0 1 1 0 0,0 0-1 0 0,1-1 0 0 0,-1 0 1 0 0,0 1-1 0 0,1-1 0 0 0,-1 0 1 0 0,0 0-1 0 0,1-1 0 0 0,-1 1 1 0 0,1 0-1 0 0,-1-1 0 0 0,1 1 1 0 0,0-1-1 0 0,-1 0 0 0 0,1 0 1 0 0,-1 0-1 0 0,1 0 0 0 0,0 0 1 0 0,-1-1-1 0 0,1 1 0 0 0,-1-1 1 0 0,1 0-1 0 0,-1 0 0 0 0,0 0 1 0 0,1 0-1 0 0,3-2 0 0 0,-1 0-29 0 0,-1 1 0 0 0,1-1 1 0 0,-1 0-1 0 0,0 0 0 0 0,0 0 0 0 0,-1 0 0 0 0,1-1 0 0 0,-1 1 0 0 0,1-1 0 0 0,-1 0 0 0 0,4-7 0 0 0,1-3-36 0 0,-2-1 1 0 0,8-20-1 0 0,-11 25 91 0 0,1 1 0 0 0,0-1 0 0 0,0 1 0 0 0,1 0 1 0 0,0 0-1 0 0,1 0 0 0 0,11-14 0 0 0,-17 23 3 0 0,0 0 0 0 0,1 0 1 0 0,-1-1-1 0 0,0 1 0 0 0,1 0 0 0 0,-1 0 0 0 0,1 0 0 0 0,-1-1 0 0 0,1 1 1 0 0,-1 0-1 0 0,0 0 0 0 0,1 0 0 0 0,-1 0 0 0 0,1 0 0 0 0,-1 0 0 0 0,1 0 0 0 0,-1 0 1 0 0,0 0-1 0 0,1 0 0 0 0,-1 0 0 0 0,1 0 0 0 0,-1 0 0 0 0,1 1 0 0 0,-1-1 1 0 0,0 0-1 0 0,1 0 0 0 0,-1 0 0 0 0,1 1 0 0 0,-1-1 0 0 0,0 0 0 0 0,1 0 1 0 0,-1 1-1 0 0,0-1 0 0 0,1 0 0 0 0,-1 1 0 0 0,0-1 0 0 0,1 0 0 0 0,-1 1 1 0 0,0-1-1 0 0,0 1 0 0 0,0-1 0 0 0,1 0 0 0 0,-1 1 0 0 0,0-1 0 0 0,0 1 1 0 0,0-1-1 0 0,0 0 0 0 0,0 1 0 0 0,0 0 0 0 0,12 33 499 0 0,-8-19-391 0 0,1-4-435 0 0,1-1 0 0 0,0-1 0 0 0,0 1 0 0 0,1-1 0 0 0,1 0-1 0 0,-1-1 1 0 0,18 16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7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33 13827 0 0,'-1'-1'419'0'0,"1"-1"1"0"0,-1 0-1 0 0,1 0 1 0 0,0 1-1 0 0,-1-1 1 0 0,1 0-1 0 0,0 0 1 0 0,0 1-1 0 0,0-1 1 0 0,1 0-1 0 0,-1 0 1 0 0,0 1-1 0 0,0-1 1 0 0,2-2-1 0 0,3 0 1266 0 0,3 17-1068 0 0,44 191 323 0 0,-30-109-904 0 0,4-1 0 0 0,40 93 0 0 0,-58-169-35 0 0,1 0 1 0 0,19 28-1 0 0,-25-41-52 0 0,0 0 0 0 0,1 0 0 0 0,0-1 0 0 0,0 0 0 0 0,0 0 0 0 0,0 0 0 0 0,0 0 0 0 0,1-1 0 0 0,-1 0 1 0 0,1 1-1 0 0,0-2 0 0 0,0 1 0 0 0,1-1 0 0 0,6 3 0 0 0,-10-4-144 0 0,1-1 0 0 0,-1 0 1 0 0,1 0-1 0 0,0 0 0 0 0,-1 0 1 0 0,1 0-1 0 0,-1 0 0 0 0,1-1 1 0 0,4 0-1 0 0,10-9-5833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7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5 162 4609 0 0,'-4'-2'1802'0'0,"4"2"-1720"0"0,0 0-1 0 0,0-1 1 0 0,0 1 0 0 0,0 0 0 0 0,0 0 0 0 0,0 0 0 0 0,0-1 0 0 0,0 1 0 0 0,0 0 0 0 0,0 0 0 0 0,0-1-1 0 0,0 1 1 0 0,0 0 0 0 0,0 0 0 0 0,0 0 0 0 0,0-1 0 0 0,0 1 0 0 0,0 0 0 0 0,0 0 0 0 0,0 0 0 0 0,0-1-1 0 0,1 0 329 0 0,-1 1-328 0 0,13-15 2910 0 0,23-12 393 0 0,-34 26-3151 0 0,101-62 2027 0 0,-42 28-6101 0 0,-41 23 2243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28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10138 0 0,'0'0'919'0'0,"26"9"3099"0"0,4-1-2604 0 0,-1 1 0 0 0,1 1 0 0 0,-2 2 0 0 0,31 17-1 0 0,-47-22-1341 0 0,1 1 0 0 0,-1 0 0 0 0,-1 1 0 0 0,1 1 0 0 0,-2 0 0 0 0,1 0 0 0 0,-1 1 0 0 0,-1 0 0 0 0,0 1 0 0 0,14 24 0 0 0,-9-6-55 0 0,-2 0 0 0 0,0 0 0 0 0,-3 1 0 0 0,0 1 1 0 0,-2-1-1 0 0,-1 1 0 0 0,-2 1 0 0 0,-1-1 0 0 0,-3 54 0 0 0,-4-17-11 0 0,-3 0 0 0 0,-3 0 0 0 0,-27 99-1 0 0,-38 38 179 0 0,37-111-133 0 0,24-50-563 0 0,12-35-64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1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7 107 2304 0 0,'-6'-33'2765'0'0,"5"-18"5965"0"0,1 29-5021 0 0,5 78 777 0 0,1 11-4434 0 0,-5 61 176 0 0,4 94-72 0 0,-1-182-187 0 0,1-1-1 0 0,2 0 0 0 0,19 61 0 0 0,0-13-3779 0 0,-22-70-2974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1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1 249 6449 0 0,'0'-1'71'0'0,"0"0"0"0"0,0 0 0 0 0,0 0 0 0 0,0 0 0 0 0,0 1 0 0 0,0-1 0 0 0,0 0 0 0 0,0 0-1 0 0,1 0 1 0 0,-1 0 0 0 0,0 0 0 0 0,1 1 0 0 0,-1-1 0 0 0,0 0 0 0 0,1 0 0 0 0,-1 1 0 0 0,1-1-1 0 0,-1 0 1 0 0,1 0 0 0 0,-1 1 0 0 0,1-1 0 0 0,0 1 0 0 0,-1-1 0 0 0,1 1 0 0 0,0-1 0 0 0,-1 1-1 0 0,1-1 1 0 0,0 1 0 0 0,0-1 0 0 0,1 1 0 0 0,29-21 1818 0 0,-28 19-1607 0 0,3-2 311 0 0,0 0 0 0 0,1 1 0 0 0,0-1-1 0 0,0 1 1 0 0,-1 1 0 0 0,2-1 0 0 0,-1 1-1 0 0,14-2 1 0 0,-17 4-429 0 0,0 0 0 0 0,0 0 0 0 0,0 1 0 0 0,0 0 0 0 0,0-1 0 0 0,-1 1 0 0 0,1 0 0 0 0,0 1 0 0 0,-1-1 0 0 0,1 1 0 0 0,-1-1-1 0 0,1 1 1 0 0,-1 0 0 0 0,0 1 0 0 0,0-1 0 0 0,0 0 0 0 0,0 1 0 0 0,5 5 0 0 0,31 38 883 0 0,-24-27-809 0 0,1-1 1 0 0,28 26-1 0 0,-40-40-188 0 0,1 0 0 0 0,-1-1-1 0 0,1 1 1 0 0,0-1 0 0 0,0-1 0 0 0,1 1 0 0 0,-1-1 0 0 0,1 1-1 0 0,-1-1 1 0 0,1-1 0 0 0,0 1 0 0 0,-1-1 0 0 0,1 0 0 0 0,0-1 0 0 0,9 1-1 0 0,-12-2 4 0 0,1 0-1 0 0,-1 0 1 0 0,1 0-1 0 0,-1 0 1 0 0,0 0-1 0 0,0-1 1 0 0,1 1-1 0 0,-1-1 1 0 0,0 0-1 0 0,0 0 1 0 0,-1 0-1 0 0,1-1 1 0 0,0 1-1 0 0,-1-1 1 0 0,1 1-1 0 0,-1-1 1 0 0,0 0-1 0 0,0 0 1 0 0,3-6-1 0 0,5-8 80 0 0,-2 0 0 0 0,10-27-1 0 0,-12 28-71 0 0,23-63 91 0 0,17-41-2184 0 0,-32 88-5670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150 54 5529 0 0,'7'-39'5801'0'0,"-7"39"-5633"0"0,0-1-1 0 0,0 0 0 0 0,0 1 0 0 0,0-1 0 0 0,0 0 1 0 0,0 0-1 0 0,0 1 0 0 0,-1-1 0 0 0,1 0 0 0 0,0 1 0 0 0,0-1 1 0 0,-1 0-1 0 0,1 1 0 0 0,0-1 0 0 0,-1 1 0 0 0,1-1 1 0 0,-1 0-1 0 0,1 1 0 0 0,0-1 0 0 0,-2 0 0 0 0,2 1-49 0 0,-1 0 0 0 0,0 0 0 0 0,0 0 0 0 0,0-1 0 0 0,0 1 0 0 0,1 0 0 0 0,-1 0 0 0 0,0 0-1 0 0,0 0 1 0 0,0 1 0 0 0,0-1 0 0 0,1 0 0 0 0,-1 0 0 0 0,0 0 0 0 0,0 1 0 0 0,0-1 0 0 0,1 0 0 0 0,-1 1-1 0 0,0-1 1 0 0,0 1 0 0 0,1-1 0 0 0,-2 1 0 0 0,-9 7 338 0 0,1 0 0 0 0,-1 0-1 0 0,1 1 1 0 0,1 0 0 0 0,-1 0 0 0 0,2 1-1 0 0,-14 20 1 0 0,16-22-422 0 0,2 0-1 0 0,-1 0 1 0 0,1 0 0 0 0,0 0-1 0 0,0 1 1 0 0,1 0 0 0 0,1-1-1 0 0,-1 1 1 0 0,1 0 0 0 0,1 1-1 0 0,0-1 1 0 0,0 10 0 0 0,1-15-43 0 0,0 0-1 0 0,1 1 1 0 0,0-1 0 0 0,0 0 0 0 0,0 0 0 0 0,0 0 0 0 0,1 0 0 0 0,-1 0 0 0 0,1 0 0 0 0,0 0 0 0 0,1 0-1 0 0,-1-1 1 0 0,0 1 0 0 0,1-1 0 0 0,0 1 0 0 0,0-1 0 0 0,0 0 0 0 0,0 0 0 0 0,1-1 0 0 0,5 5 0 0 0,5 1-219 0 0,1 0 0 0 0,1-1 1 0 0,-1-1-1 0 0,19 6 0 0 0,-20-8-52 0 0,-1 0 1 0 0,0 1-1 0 0,0 1 0 0 0,-1 0 0 0 0,14 9 0 0 0,-25-15 269 0 0,-1 1 1 0 0,1 0-1 0 0,0-1 0 0 0,0 1 1 0 0,-1 0-1 0 0,1 0 0 0 0,0-1 1 0 0,-1 1-1 0 0,1 0 1 0 0,-1 0-1 0 0,1 0 0 0 0,-1 0 1 0 0,1-1-1 0 0,-1 1 0 0 0,0 0 1 0 0,1 0-1 0 0,-1 0 0 0 0,0 0 1 0 0,0 0-1 0 0,0 0 1 0 0,1 0-1 0 0,-1 0 0 0 0,0 0 1 0 0,0 0-1 0 0,-1 0 0 0 0,1 0 1 0 0,0 2-1 0 0,-1 0 6 0 0,-1-1 0 0 0,1 1 0 0 0,0 0 0 0 0,-1-1 0 0 0,0 1 0 0 0,1-1 0 0 0,-1 0 0 0 0,0 0 0 0 0,-4 4 0 0 0,-6 4 55 0 0,-1 0 0 0 0,-23 13 0 0 0,33-21-47 0 0,-88 43-299 0 0,71-36-245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16588 0 0,'3'111'5753'0'0,"5"-37"-8798"0"0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 11522 0 0,'-3'-1'1937'0'0,"4"2"-1697"0"0,1 2-880 0 0,-1 4-168 0 0,0 4-41 0 0,-1 3-7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3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31 8290 0 0,'1'-1'147'0'0,"-1"0"1"0"0,0 0-1 0 0,0 1 1 0 0,1-1-1 0 0,-1 0 1 0 0,0 0-1 0 0,0 0 1 0 0,0 0-1 0 0,0 0 1 0 0,0 0-1 0 0,0 0 1 0 0,0 0-1 0 0,0 0 1 0 0,-1 1-1 0 0,1-1 1 0 0,0 0-1 0 0,-1 0 1 0 0,1 0-1 0 0,0 0 1 0 0,-1 0-1 0 0,1 1 1 0 0,-1-1-1 0 0,1 0 1 0 0,-1 0-1 0 0,1 1 1 0 0,-1-1-1 0 0,0 0 1 0 0,1 1-1 0 0,-1-1 1 0 0,0 1-1 0 0,0-1 1 0 0,1 1-1 0 0,-1-1 1 0 0,0 1-1 0 0,0-1 1 0 0,0 1-1 0 0,0 0 0 0 0,1 0 1 0 0,-1-1-1 0 0,-1 1 1 0 0,-1-1 35 0 0,1 1 1 0 0,0 0-1 0 0,-1-1 0 0 0,1 1 1 0 0,0 0-1 0 0,-1 0 0 0 0,1 0 1 0 0,-1 1-1 0 0,1-1 0 0 0,0 0 1 0 0,0 1-1 0 0,-1 0 0 0 0,1-1 1 0 0,0 1-1 0 0,-3 1 0 0 0,-7 8-2 0 0,0 0-1 0 0,1 1 0 0 0,0 0 0 0 0,1 1 0 0 0,0 0 0 0 0,0 0 0 0 0,1 1 0 0 0,1 0 1 0 0,1 1-1 0 0,0 0 0 0 0,0 0 0 0 0,-6 22 0 0 0,12-34-208 0 0,0 0 0 0 0,1 0 0 0 0,-1 1 0 0 0,1-1 0 0 0,-1 0-1 0 0,1 0 1 0 0,0 1 0 0 0,0-1 0 0 0,0 0 0 0 0,0 0 0 0 0,0 1 0 0 0,1-1 0 0 0,-1 0-1 0 0,1 0 1 0 0,-1 1 0 0 0,1-1 0 0 0,0 0 0 0 0,0 0 0 0 0,2 4 0 0 0,-2-5 1 0 0,1 0 0 0 0,-1 0 0 0 0,1 0 0 0 0,-1-1 0 0 0,0 1 0 0 0,1 0 0 0 0,0-1 0 0 0,-1 1 0 0 0,1-1 0 0 0,-1 1 0 0 0,1-1 0 0 0,0 0 0 0 0,-1 1 0 0 0,1-1-1 0 0,0 0 1 0 0,-1 0 0 0 0,1 0 0 0 0,0-1 0 0 0,-1 1 0 0 0,1 0 0 0 0,-1-1 0 0 0,1 1 0 0 0,0-1 0 0 0,-1 1 0 0 0,1-1 0 0 0,-1 0 0 0 0,3-1 0 0 0,12-6-355 0 0,0-2 0 0 0,0 0-1 0 0,-1-1 1 0 0,0-1 0 0 0,-1 0-1 0 0,0-1 1 0 0,14-18 0 0 0,-10 13 596 0 0,0 0 1 0 0,1 1 0 0 0,23-16 0 0 0,-40 31-168 0 0,7-4 314 0 0,1 0 1 0 0,-1 1-1 0 0,1 0 0 0 0,0 0 1 0 0,13-4-1 0 0,-21 9-292 0 0,0-1-1 0 0,0 1 1 0 0,0-1 0 0 0,0 1-1 0 0,0 0 1 0 0,0-1-1 0 0,0 1 1 0 0,0 0-1 0 0,0 1 1 0 0,0-1 0 0 0,0 0-1 0 0,0 1 1 0 0,0-1-1 0 0,0 1 1 0 0,0-1-1 0 0,0 1 1 0 0,-1 0 0 0 0,1 0-1 0 0,0 0 1 0 0,0 0-1 0 0,-1 0 1 0 0,1 0-1 0 0,0 0 1 0 0,-1 1 0 0 0,1-1-1 0 0,-1 1 1 0 0,0-1-1 0 0,1 1 1 0 0,-1-1-1 0 0,0 1 1 0 0,0 0-1 0 0,0-1 1 0 0,0 1 0 0 0,0 0-1 0 0,1 4 1 0 0,2 7 12 0 0,0 1-1 0 0,-1 0 1 0 0,-1 0 0 0 0,0 1 0 0 0,-1-1 0 0 0,0 0 0 0 0,-1 1-1 0 0,-3 23 1 0 0,0-18-345 0 0,0 0-1 0 0,-2 1 0 0 0,0-2 1 0 0,-1 1-1 0 0,-13 28 1 0 0,10-30-650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 10138 0 0,'6'7'500'0'0,"-1"-1"1"0"0,0 1-1 0 0,-1 1 0 0 0,1-1 0 0 0,-2 1 0 0 0,1 0 1 0 0,-1-1-1 0 0,3 10 0 0 0,14 68 151 0 0,-17-66-653 0 0,-4-15 7 0 0,2 1 0 0 0,-1 0 0 0 0,0-1 0 0 0,1 1 0 0 0,0-1 0 0 0,0 1 1 0 0,0-1-1 0 0,1 1 0 0 0,0-1 0 0 0,-1 0 0 0 0,1 0 0 0 0,4 6 0 0 0,-5-10-15 0 0,0 0 0 0 0,-1 0 0 0 0,1-1 0 0 0,0 1 0 0 0,-1 0 0 0 0,1 0 0 0 0,0-1 0 0 0,-1 1 0 0 0,1 0 0 0 0,0-1-1 0 0,-1 1 1 0 0,1-1 0 0 0,-1 1 0 0 0,1-1 0 0 0,-1 1 0 0 0,1-1 0 0 0,-1 1 0 0 0,1-1 0 0 0,-1 1 0 0 0,1-1 0 0 0,-1 0 0 0 0,0 1 0 0 0,1-1 0 0 0,-1 0-1 0 0,1-1 1 0 0,12-22-463 0 0,-12 21 400 0 0,21-39-993 0 0,-5 8 489 0 0,27-42-1 0 0,-38 67 823 0 0,1 0 0 0 0,0 0 1 0 0,1 1-1 0 0,0 0 0 0 0,0 0 0 0 0,1 1 0 0 0,0 0 0 0 0,18-11 0 0 0,-26 17-114 0 0,0 0-1 0 0,0 1 0 0 0,0-1 0 0 0,0 0 1 0 0,1 1-1 0 0,-1-1 0 0 0,0 1 0 0 0,0 0 1 0 0,1-1-1 0 0,-1 1 0 0 0,0 0 0 0 0,0 0 1 0 0,1 0-1 0 0,-1 0 0 0 0,0 0 0 0 0,1 0 1 0 0,-1 0-1 0 0,0 0 0 0 0,0 1 0 0 0,1-1 1 0 0,-1 0-1 0 0,0 1 0 0 0,0-1 0 0 0,0 1 1 0 0,3 1-1 0 0,-3-1 6 0 0,1 1 0 0 0,0 0 1 0 0,-1 0-1 0 0,1 0 0 0 0,-1 0 0 0 0,0 0 1 0 0,0 0-1 0 0,0 0 0 0 0,0 0 1 0 0,0 1-1 0 0,0-1 0 0 0,1 5 0 0 0,0 8 52 0 0,0 0 0 0 0,0 0-1 0 0,-2 22 1 0 0,0-31-199 0 0,-1 14-139 0 0,1-15-1 0 0,-1 0-1 0 0,1 0 1 0 0,0 0-1 0 0,0 1 1 0 0,0-1-1 0 0,1 0 1 0 0,0 0-1 0 0,0 0 0 0 0,0 0 1 0 0,3 7-1 0 0,-4-11 116 0 0,0-1 0 0 0,0 0-1 0 0,1 0 1 0 0,-1 1-1 0 0,0-1 1 0 0,0 0 0 0 0,0 0-1 0 0,1 1 1 0 0,-1-1 0 0 0,0 0-1 0 0,0 0 1 0 0,1 0-1 0 0,-1 0 1 0 0,0 1 0 0 0,0-1-1 0 0,1 0 1 0 0,-1 0 0 0 0,0 0-1 0 0,0 0 1 0 0,1 0-1 0 0,-1 0 1 0 0,0 0 0 0 0,1 0-1 0 0,-1 0 1 0 0,0 0 0 0 0,0 0-1 0 0,1 0 1 0 0,-1 0-1 0 0,0 0 1 0 0,1 0 0 0 0,-1 0-1 0 0,0 0 1 0 0,0 0 0 0 0,1 0-1 0 0,-1 0 1 0 0,0-1-1 0 0,1 1 1 0 0,11-11-762 0 0,5-15-57 0 0,-9 10 154 0 0,3-7-80 0 0,1-1 1 0 0,30-40-1 0 0,-39 59 910 0 0,1 1-1 0 0,0-1 1 0 0,0 1 0 0 0,0 0-1 0 0,0 0 1 0 0,1 0-1 0 0,0 0 1 0 0,0 1-1 0 0,0 0 1 0 0,0 0-1 0 0,0 0 1 0 0,0 1 0 0 0,1-1-1 0 0,-1 1 1 0 0,1 0-1 0 0,0 1 1 0 0,0 0-1 0 0,11-2 1 0 0,-15 3-5 0 0,0 1 0 0 0,-1-1-1 0 0,1 0 1 0 0,0 1 0 0 0,0-1 0 0 0,-1 1 0 0 0,1-1-1 0 0,0 1 1 0 0,-1 0 0 0 0,1 0 0 0 0,0 0 0 0 0,-1 0 0 0 0,1 0-1 0 0,-1 0 1 0 0,0 0 0 0 0,1 0 0 0 0,-1 1 0 0 0,0-1 0 0 0,0 0-1 0 0,0 1 1 0 0,1-1 0 0 0,-2 1 0 0 0,1 0 0 0 0,0-1 0 0 0,1 4-1 0 0,2 5 193 0 0,-1 1-1 0 0,0-1 1 0 0,3 17 0 0 0,2 8-2055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5985 0 0,'0'15'1119'0'0,"1"-1"1"0"0,0 1-1 0 0,1-1 0 0 0,1 1 0 0 0,0-1 0 0 0,1 0 0 0 0,8 18 0 0 0,-11-27-982 0 0,1-1-1 0 0,0 0 1 0 0,0-1 0 0 0,0 1-1 0 0,0 0 1 0 0,1-1 0 0 0,0 1-1 0 0,-1-1 1 0 0,1 0-1 0 0,0 1 1 0 0,1-1 0 0 0,-1-1-1 0 0,1 1 1 0 0,-1-1-1 0 0,1 1 1 0 0,0-1 0 0 0,0 0-1 0 0,0 0 1 0 0,0-1 0 0 0,0 1-1 0 0,0-1 1 0 0,0 0-1 0 0,0 0 1 0 0,1 0 0 0 0,-1 0-1 0 0,0-1 1 0 0,1 0-1 0 0,7 0 1 0 0,-10-1-65 0 0,1 1 1 0 0,0 0-1 0 0,0-1 1 0 0,0 1-1 0 0,-1-1 1 0 0,1 0-1 0 0,0 0 1 0 0,-1 0-1 0 0,1 0 1 0 0,-1-1-1 0 0,1 1 1 0 0,-1-1-1 0 0,0 1 0 0 0,1-1 1 0 0,-1 0-1 0 0,0 0 1 0 0,0 0-1 0 0,0 0 1 0 0,2-4-1 0 0,-2 3-45 0 0,0-1-1 0 0,-1 0 1 0 0,1 1-1 0 0,-1-1 1 0 0,0 0 0 0 0,0 0-1 0 0,0 0 1 0 0,-1 0-1 0 0,1 0 1 0 0,-1 0-1 0 0,0 0 1 0 0,-1-6-1 0 0,-1-2-18 0 0,0 0 1 0 0,-1 0-1 0 0,0 0 0 0 0,-1 0 0 0 0,0 1 0 0 0,-1-1 0 0 0,-12-20 0 0 0,13 26 36 0 0,0 0-1 0 0,0 0 1 0 0,-1 1 0 0 0,0-1-1 0 0,0 1 1 0 0,0 0 0 0 0,-8-5-1 0 0,10 8-190 0 0,0 0 0 0 0,0 0 0 0 0,0 1 0 0 0,0-1 0 0 0,0 1 0 0 0,-1 0 0 0 0,1 0 0 0 0,0 0 0 0 0,-1 0 0 0 0,1 1 0 0 0,-1-1 0 0 0,1 1 0 0 0,-1 0 0 0 0,1 0 0 0 0,-1 0 0 0 0,-5 1 0 0 0,-9 4-6595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9674 0 0,'4'25'5244'0'0,"9"15"-1681"0"0,-3-8-1292 0 0,-9-27-2194 0 0,21 69 1294 0 0,-2-26-3260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4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13827 0 0,'0'0'1224'0'0,"2"2"-976"0"0,-1-1-248 0 0,-1 0 0 0 0,1 1 0 0 0,1 0-96 0 0,-1 3 8 0 0,2 2 0 0 0,1 2 240 0 0,3 4 40 0 0,0-2 16 0 0,7 4-2944 0 0,-1-1-593 0 0,2 2-112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5 3225 0 0,'0'0'145'0'0,"-1"-1"0"0"0,0 1 0 0 0,0-1 1 0 0,1 1-1 0 0,-1-1 0 0 0,0 1 0 0 0,0-1 1 0 0,0 1-1 0 0,0 0 0 0 0,0 0 0 0 0,1-1 1 0 0,-1 1-1 0 0,0 0 0 0 0,0 0 0 0 0,0 0 1 0 0,0 0-1 0 0,0 0 0 0 0,0 0 0 0 0,0 0 1 0 0,0 0-1 0 0,1 1 0 0 0,-1-1 0 0 0,0 0 1 0 0,0 0-1 0 0,-1 1 0 0 0,-25 5 2051 0 0,13-2-1417 0 0,1 1 1 0 0,0 0 0 0 0,0 0 0 0 0,0 2 0 0 0,1-1-1 0 0,0 2 1 0 0,-14 11 0 0 0,21-16-610 0 0,1 0-1 0 0,0 0 1 0 0,0 0-1 0 0,1 1 1 0 0,-1 0 0 0 0,1 0-1 0 0,0 0 1 0 0,0 0-1 0 0,0 0 1 0 0,0 1 0 0 0,1-1-1 0 0,0 1 1 0 0,0 0-1 0 0,0 0 1 0 0,1 0 0 0 0,-1 0-1 0 0,1 0 1 0 0,0 0-1 0 0,0 0 1 0 0,1 0 0 0 0,0 0-1 0 0,0 0 1 0 0,1 6 0 0 0,-1-7-212 0 0,1-1 1 0 0,-1 0-1 0 0,1 1 1 0 0,0-1-1 0 0,0 0 1 0 0,1 0-1 0 0,-1 1 1 0 0,1-1-1 0 0,-1 0 1 0 0,1 0-1 0 0,0-1 1 0 0,0 1-1 0 0,0 0 1 0 0,1-1-1 0 0,-1 1 1 0 0,1-1-1 0 0,-1 0 1 0 0,1 0 0 0 0,0 0-1 0 0,0 0 1 0 0,0 0-1 0 0,0 0 1 0 0,0-1-1 0 0,0 0 1 0 0,5 2-1 0 0,-4-2-290 0 0,1-1 1 0 0,-1 1-1 0 0,1-1 0 0 0,-1 0 0 0 0,1 0 1 0 0,-1-1-1 0 0,1 1 0 0 0,-1-1 0 0 0,1 0 1 0 0,-1 0-1 0 0,0-1 0 0 0,1 1 0 0 0,-1-1 1 0 0,0 0-1 0 0,0 0 0 0 0,0 0 0 0 0,-1-1 1 0 0,8-5-1 0 0,6-7-2922 0 0,0-1-607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83 393 4289 0 0,'4'-84'328'0'0,"-5"65"170"0"0,-1 0 0 0 0,-1 0 1 0 0,-1 0-1 0 0,-7-18 0 0 0,3 4 1256 0 0,0 0 76 0 0,4 14 149 0 0,-1-1-1 0 0,0 1 1 0 0,-1 0 0 0 0,-17-33 0 0 0,23 52-1951 0 0,0 0 0 0 0,0 0 0 0 0,0 0 1 0 0,0 0-1 0 0,0 1 0 0 0,0-1 0 0 0,0 0 0 0 0,0 0 1 0 0,0 0-1 0 0,0 0 0 0 0,0 0 0 0 0,0 0 0 0 0,0 0 1 0 0,0 0-1 0 0,-1 0 0 0 0,1 0 0 0 0,0 1 0 0 0,0-1 1 0 0,0 0-1 0 0,0 0 0 0 0,0 0 0 0 0,0 0 0 0 0,0 0 1 0 0,0 0-1 0 0,0 0 0 0 0,0 0 0 0 0,0 0 1 0 0,0 0-1 0 0,-1 0 0 0 0,1 0 0 0 0,0 0 0 0 0,0 0 1 0 0,0 0-1 0 0,0 0 0 0 0,0 0 0 0 0,0 0 0 0 0,0 0 1 0 0,0 0-1 0 0,0 0 0 0 0,-1 0 0 0 0,1 0 0 0 0,0 0 1 0 0,0 0-1 0 0,0 0 0 0 0,0 0 0 0 0,0 0 0 0 0,0 0 1 0 0,0 0-1 0 0,0 0 0 0 0,0 0 0 0 0,-1 0 0 0 0,1 0 1 0 0,0 0-1 0 0,0 0 0 0 0,0 0 0 0 0,0 0 0 0 0,0-1 1 0 0,0 1-1 0 0,0 0 0 0 0,0 0 0 0 0,0 0 1 0 0,0 0-1 0 0,0 0 0 0 0,0 0 0 0 0,0 0 0 0 0,-2 14 608 0 0,2 18-291 0 0,3 9-264 0 0,2 0 0 0 0,2 0 1 0 0,2-1-1 0 0,1 0 0 0 0,2-1 1 0 0,2 0-1 0 0,2-1 0 0 0,28 51 1 0 0,-23-53-2013 0 0,0 1-6087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5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12443 0 0,'6'77'6525'0'0,"0"-7"-5270"0"0,-4-4-3613 0 0,-11 95 0 0 0,7-148 2326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6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366 39 6449 0 0,'-5'-5'305'0'0,"1"1"0"0"0,-1 1 0 0 0,-1-1 0 0 0,1 1 0 0 0,0 0-1 0 0,-1 0 1 0 0,1 1 0 0 0,-1-1 0 0 0,0 1 0 0 0,0 0 0 0 0,0 1-1 0 0,0 0 1 0 0,0 0 0 0 0,0 0 0 0 0,-1 0 0 0 0,1 1 0 0 0,0 0-1 0 0,0 0 1 0 0,-1 1 0 0 0,-5 1 0 0 0,4 0 6 0 0,0-1 1 0 0,1 2-1 0 0,-1-1 1 0 0,1 1-1 0 0,0 0 1 0 0,0 0-1 0 0,0 1 1 0 0,0 0-1 0 0,1 0 1 0 0,-1 0-1 0 0,1 1 1 0 0,0 0-1 0 0,0 1 1 0 0,1-1-1 0 0,-8 11 0 0 0,-1 6-54 0 0,1 2-1 0 0,0-1 0 0 0,2 2 0 0 0,1 0 0 0 0,1 0 0 0 0,1 0 0 0 0,-6 36 0 0 0,2 12-371 0 0,-3 102-1 0 0,12-113-719 0 0,2 0-1 0 0,9 80 1 0 0,-5-122 373 0 0,0 0 0 0 0,1 0 0 0 0,1-1 1 0 0,1 0-1 0 0,1 0 0 0 0,0 0 0 0 0,1-1 0 0 0,1 0 0 0 0,1 0 0 0 0,1-1 1 0 0,15 19-1 0 0,-20-29 409 0 0,-1-1 0 0 0,1 0-1 0 0,1-1 1 0 0,-1 1 0 0 0,1-1 0 0 0,0 0 0 0 0,0-1 0 0 0,0 0-1 0 0,1 0 1 0 0,-1 0 0 0 0,1-1 0 0 0,0 0 0 0 0,0-1 0 0 0,0 0 0 0 0,9 2-1 0 0,-6-3 253 0 0,0-1 0 0 0,1 0 0 0 0,-1 0 0 0 0,0-1 0 0 0,0-1 0 0 0,0 0 0 0 0,-1 0 0 0 0,1-1 0 0 0,0-1 0 0 0,13-5 0 0 0,-4-1 154 0 0,-1 0 1 0 0,0-1 0 0 0,-1-1 0 0 0,-1-1 0 0 0,1-1 0 0 0,-2 0-1 0 0,0-1 1 0 0,-1 0 0 0 0,-1-2 0 0 0,0 0 0 0 0,14-22 0 0 0,-13 12-49 0 0,-1-1 0 0 0,-2-1 0 0 0,0 0 0 0 0,-2-1 1 0 0,-1 0-1 0 0,-2 0 0 0 0,-1-1 0 0 0,4-47 0 0 0,-7 34 115 0 0,-2-1 0 0 0,-3 1 0 0 0,-1-1-1 0 0,-2 1 1 0 0,-14-61 0 0 0,12 79-373 0 0,-1-1 0 0 0,-17-36 1 0 0,20 52-41 0 0,0 1 1 0 0,-1 0-1 0 0,0 0 1 0 0,-1 0-1 0 0,0 1 1 0 0,0 0-1 0 0,-1 0 1 0 0,-13-10-1 0 0,18 17-82 0 0,0-1 0 0 0,0 1 0 0 0,0 0 1 0 0,-1 1-1 0 0,1-1 0 0 0,-1 1 0 0 0,1-1 0 0 0,-1 1 0 0 0,0 0 0 0 0,1 0 0 0 0,-1 0 0 0 0,-6 0 0 0 0,7 1-613 0 0,-1 1-1 0 0,1-1 0 0 0,-1 0 0 0 0,1 1 1 0 0,-1-1-1 0 0,1 1 0 0 0,0 0 1 0 0,-5 2-1 0 0,-15 9-5983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6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28 206 8290 0 0,'-3'-3'152'0'0,"0"0"0"0"0,1 0 1 0 0,-1 0-1 0 0,1 0 0 0 0,0 0 1 0 0,0-1-1 0 0,0 0 0 0 0,1 1 1 0 0,-1-1-1 0 0,1 0 0 0 0,0 0 1 0 0,0 1-1 0 0,0-1 0 0 0,0 0 1 0 0,1 0-1 0 0,-1-7 0 0 0,2 4 178 0 0,-1 0-1 0 0,2 0 0 0 0,-1 0 0 0 0,0 0 1 0 0,1 1-1 0 0,1-1 0 0 0,-1 0 1 0 0,7-11-1 0 0,-6 13-194 0 0,-1 1 0 0 0,1-1 1 0 0,0 1-1 0 0,0 0 0 0 0,1 0 0 0 0,-1 0 0 0 0,1 1 1 0 0,0-1-1 0 0,0 1 0 0 0,0 0 0 0 0,0 0 0 0 0,1 0 1 0 0,-1 0-1 0 0,1 1 0 0 0,0 0 0 0 0,0 0 0 0 0,0 0 1 0 0,-1 1-1 0 0,2-1 0 0 0,-1 1 0 0 0,0 0 0 0 0,0 1 1 0 0,0-1-1 0 0,0 1 0 0 0,1 0 0 0 0,-1 1 0 0 0,0-1 1 0 0,7 2-1 0 0,-10-1-97 0 0,0-1 0 0 0,0 1 1 0 0,0 0-1 0 0,-1 0 0 0 0,1 0 0 0 0,0 0 0 0 0,-1 0 1 0 0,1 0-1 0 0,-1 1 0 0 0,1-1 0 0 0,-1 0 1 0 0,0 1-1 0 0,1-1 0 0 0,-1 1 0 0 0,0 0 1 0 0,0-1-1 0 0,0 1 0 0 0,0 0 0 0 0,1 2 1 0 0,-1 0-4 0 0,0 0 1 0 0,0 0 0 0 0,-1 0 0 0 0,1 0 0 0 0,-1 0 0 0 0,0 0 0 0 0,0 1 0 0 0,-1 6 0 0 0,-1 4 71 0 0,-2 0-1 0 0,0 0 1 0 0,-10 26 0 0 0,-8 6 334 0 0,15-34-115 0 0,1 0 0 0 0,1 0 1 0 0,0 0-1 0 0,0 1 0 0 0,1 0 0 0 0,-3 21 0 0 0,7-34-308 0 0,0 0 0 0 0,0 1 0 0 0,0-1 0 0 0,0 0 0 0 0,0 0 0 0 0,0 0 0 0 0,0 0 1 0 0,0 0-1 0 0,1 0 0 0 0,-1 0 0 0 0,0 0 0 0 0,1 0 0 0 0,-1 0 0 0 0,1 0 0 0 0,-1 0 0 0 0,1 0 0 0 0,-1 0 0 0 0,1 0 0 0 0,0 0 0 0 0,0 0 0 0 0,-1-1 0 0 0,1 1 0 0 0,0 0 0 0 0,0 0 0 0 0,1 0 0 0 0,1 0-20 0 0,-1 0 0 0 0,1 0 0 0 0,-1 0 0 0 0,1-1 0 0 0,-1 1 0 0 0,1-1 0 0 0,-1 1 0 0 0,1-1 0 0 0,0 0 0 0 0,4 0 0 0 0,7-2-494 0 0,0-1-1 0 0,1 0 0 0 0,14-5 0 0 0,-22 6-27 0 0,56-17-4548 0 0,-44 15 4464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7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471 14 5065 0 0,'-31'0'2651'0'0,"-1"1"-1"0"0,1 1 1 0 0,0 2-1 0 0,-45 11 1 0 0,64-11-2364 0 0,1-1 0 0 0,0 2 0 0 0,-1 0 0 0 0,2 0 1 0 0,-1 1-1 0 0,1 0 0 0 0,-1 1 0 0 0,2 0 0 0 0,-1 1 0 0 0,1 0 0 0 0,0 0 0 0 0,1 1 1 0 0,0 0-1 0 0,-11 17 0 0 0,2 2-263 0 0,2 2 0 0 0,1 0 1 0 0,1 1-1 0 0,2 0 0 0 0,1 1 0 0 0,1 0 0 0 0,2 0 1 0 0,1 1-1 0 0,2 0 0 0 0,1 0 0 0 0,3 60 1 0 0,1-77-59 0 0,0 1 0 0 0,2-1 0 0 0,0 1 0 0 0,1-1 0 0 0,0 0 0 0 0,1-1 0 0 0,1 1 0 0 0,0-1 0 0 0,2 0 0 0 0,-1 0 0 0 0,2-1 0 0 0,0 0 0 0 0,0-1 0 0 0,2 0 0 0 0,-1 0 0 0 0,2-1 0 0 0,0 0 0 0 0,0-1 0 0 0,1-1 0 0 0,0 0 0 0 0,1 0 0 0 0,0-2 0 0 0,0 1 0 0 0,1-2 0 0 0,0 0 0 0 0,26 8 0 0 0,-20-9-139 0 0,0 0 0 0 0,1-2 0 0 0,-1 0 0 0 0,1-1 0 0 0,0-2 0 0 0,1 0 0 0 0,-1-1 0 0 0,0-1 0 0 0,0-1 0 0 0,41-10 0 0 0,-47 8 311 0 0,-1-1 1 0 0,1 0 0 0 0,-1-1-1 0 0,0-1 1 0 0,0-1-1 0 0,-1 0 1 0 0,0-1 0 0 0,0 0-1 0 0,-1-1 1 0 0,-1-1 0 0 0,1 0-1 0 0,-2 0 1 0 0,1-1-1 0 0,-2-1 1 0 0,12-16 0 0 0,-9 7-36 0 0,-1 0 0 0 0,-1-1 0 0 0,-1 0 0 0 0,-1-1 1 0 0,-1 0-1 0 0,-1-1 0 0 0,-1 1 0 0 0,-1-1 0 0 0,-1 0 0 0 0,-1-1 0 0 0,-2 1 1 0 0,0 0-1 0 0,-2-1 0 0 0,-5-34 0 0 0,2 36-106 0 0,0 1 0 0 0,-2-1 0 0 0,-1 1 0 0 0,-1 0 0 0 0,0 0 0 0 0,-2 1 0 0 0,-1 0 0 0 0,-1 1 0 0 0,0 0 0 0 0,-2 1 0 0 0,0 0 0 0 0,-1 1 0 0 0,-1 1 0 0 0,-1 0 0 0 0,-21-17 0 0 0,33 31-214 0 0,0 0 0 0 0,0 0 0 0 0,-1 0 0 0 0,1 1 0 0 0,-1 0-1 0 0,1 0 1 0 0,-1 0 0 0 0,0 1 0 0 0,0 0 0 0 0,0 0 0 0 0,-9-2 0 0 0,-9 3-7443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5 150 5985 0 0,'-2'-13'1139'0'0,"1"0"-1"0"0,0 0 1 0 0,1 0-1 0 0,0 0 1 0 0,1 0-1 0 0,1 0 1 0 0,0 0-1 0 0,5-18 0 0 0,-7 30-1045 0 0,0 1-1 0 0,0-1 0 0 0,1 0 0 0 0,-1 1 1 0 0,0-1-1 0 0,0 0 0 0 0,0 1 0 0 0,1-1 0 0 0,-1 1 1 0 0,0-1-1 0 0,1 0 0 0 0,-1 1 0 0 0,1-1 1 0 0,-1 1-1 0 0,0-1 0 0 0,1 1 0 0 0,-1-1 0 0 0,1 1 1 0 0,-1-1-1 0 0,1 1 0 0 0,0 0 0 0 0,-1-1 1 0 0,1 1-1 0 0,-1 0 0 0 0,1-1 0 0 0,0 1 1 0 0,-1 0-1 0 0,1 0 0 0 0,0 0 0 0 0,-1-1 0 0 0,1 1 1 0 0,0 0-1 0 0,0 0 0 0 0,0 1 15 0 0,1 0 0 0 0,-1-1 0 0 0,0 1 1 0 0,1 0-1 0 0,-1 0 0 0 0,0 0 0 0 0,0 0 0 0 0,0 0 0 0 0,0 1 0 0 0,0-1 1 0 0,0 0-1 0 0,0 0 0 0 0,1 3 0 0 0,21 45 999 0 0,5 47-1848 0 0,25 148 1 0 0,-53-242 566 0 0,1 2-368 0 0,0 0-1 0 0,0 1 0 0 0,-1-1 0 0 0,1 0 0 0 0,-1 0 1 0 0,0 1-1 0 0,0-1 0 0 0,-1 0 0 0 0,1 0 0 0 0,-1 1 0 0 0,-1 4 1 0 0,1-8 419 0 0,1-1 0 0 0,0 0 0 0 0,-1 0 0 0 0,1 0 0 0 0,-1 0 0 0 0,1 0 0 0 0,0 0 0 0 0,-1 0 0 0 0,1 0 0 0 0,-1 0 0 0 0,1 0 0 0 0,-1 0 0 0 0,1 0 0 0 0,0 0 0 0 0,-1 0 0 0 0,1 0 0 0 0,0-1 0 0 0,-1 1 0 0 0,1 0 0 0 0,-1 0 0 0 0,1 0 0 0 0,0 0 0 0 0,-1-1 0 0 0,1 1 0 0 0,0 0 0 0 0,-1-1 0 0 0,1 1 0 0 0,0 0 0 0 0,0 0 0 0 0,-1-1 0 0 0,1 1 0 0 0,0 0 0 0 0,0-1 0 0 0,0 1 0 0 0,-1-1 0 0 0,-6-8-416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10138 0 0,'1'-3'198'0'0,"1"0"0"0"0,-1 0 0 0 0,1 0-1 0 0,0 1 1 0 0,-1-1 0 0 0,1 0 0 0 0,1 1 0 0 0,-1 0-1 0 0,0-1 1 0 0,1 1 0 0 0,-1 0 0 0 0,1 0 0 0 0,-1 0 0 0 0,1 0-1 0 0,0 1 1 0 0,0-1 0 0 0,0 1 0 0 0,5-2 0 0 0,3-1 607 0 0,-1 0 0 0 0,0 1 1 0 0,1 0-1 0 0,16-1 1 0 0,-26 4-763 0 0,0-1-1 0 0,1 1 1 0 0,-1 0 0 0 0,1 0 0 0 0,-1 1-1 0 0,1-1 1 0 0,-1 0 0 0 0,1 0 0 0 0,-1 1-1 0 0,0-1 1 0 0,1 1 0 0 0,-1-1 0 0 0,0 1-1 0 0,1 0 1 0 0,-1-1 0 0 0,0 1 0 0 0,0 0-1 0 0,0 0 1 0 0,1 0 0 0 0,-1 0 0 0 0,0 0-1 0 0,0 0 1 0 0,0 0 0 0 0,-1 0 0 0 0,1 0-1 0 0,0 1 1 0 0,0-1 0 0 0,-1 0 0 0 0,1 0-1 0 0,0 1 1 0 0,-1-1 0 0 0,1 1 0 0 0,-1-1-1 0 0,0 0 1 0 0,1 1 0 0 0,-1-1 0 0 0,0 1-1 0 0,0-1 1 0 0,0 1 0 0 0,0-1 0 0 0,0 0-1 0 0,-1 2 1 0 0,1 9-29 0 0,-1 0-1 0 0,-1 0 1 0 0,-6 22-1 0 0,7-29 7 0 0,-41 123-524 0 0,29-94 441 0 0,1 0 0 0 0,2 1 0 0 0,-10 66 0 0 0,20-100 99 0 0,0-1 0 0 0,-1 0 0 0 0,1 1 0 0 0,0-1 0 0 0,0 1 0 0 0,0-1 0 0 0,0 0 0 0 0,0 1 0 0 0,0-1 0 0 0,0 1 0 0 0,1-1 0 0 0,-1 0 0 0 0,0 1-1 0 0,0-1 1 0 0,0 0 0 0 0,0 1 0 0 0,0-1 0 0 0,1 0 0 0 0,-1 1 0 0 0,0-1 0 0 0,0 0 0 0 0,0 1 0 0 0,1-1 0 0 0,-1 0 0 0 0,0 1 0 0 0,0-1 0 0 0,1 0 0 0 0,-1 0 0 0 0,0 0 0 0 0,1 1 0 0 0,-1-1 0 0 0,0 0 0 0 0,1 0 0 0 0,0 0 0 0 0,16-2 728 0 0,22-19-86 0 0,-33 17-548 0 0,33-16-200 0 0,51-21-1 0 0,-32 23-6378 0 0,-33 14-142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8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1 279 6449 0 0,'7'-3'424'0'0,"0"-1"-1"0"0,-1 1 1 0 0,1-1 0 0 0,-1 0-1 0 0,0-1 1 0 0,0 1-1 0 0,10-11 1 0 0,34-41 823 0 0,-50 56-1246 0 0,1-1 15 0 0,12-15 457 0 0,0-1-1 0 0,11-20 1 0 0,-21 33-311 0 0,-1 0 0 0 0,0 0 0 0 0,0 0 0 0 0,0 0-1 0 0,-1 0 1 0 0,1 0 0 0 0,-1 0 0 0 0,0-1 0 0 0,0 1 0 0 0,-1 0 0 0 0,1-1 0 0 0,-1 1 0 0 0,0-1-1 0 0,0 1 1 0 0,0 0 0 0 0,-1-1 0 0 0,0-4 0 0 0,0 8-108 0 0,1-1 1 0 0,-1 1-1 0 0,0-1 1 0 0,1 0-1 0 0,-1 1 0 0 0,0 0 1 0 0,0-1-1 0 0,0 1 0 0 0,0-1 1 0 0,0 1-1 0 0,-1 0 1 0 0,1 0-1 0 0,0 0 0 0 0,0 0 1 0 0,-1 0-1 0 0,1 0 1 0 0,-1 0-1 0 0,1 0 0 0 0,-1 0 1 0 0,1 1-1 0 0,-1-1 0 0 0,0 0 1 0 0,1 1-1 0 0,-1 0 1 0 0,0-1-1 0 0,1 1 0 0 0,-1 0 1 0 0,0 0-1 0 0,1 0 1 0 0,-1 0-1 0 0,0 0 0 0 0,1 0 1 0 0,-1 0-1 0 0,0 1 1 0 0,1-1-1 0 0,-1 1 0 0 0,0-1 1 0 0,1 1-1 0 0,-1 0 0 0 0,-2 1 1 0 0,-1 0 91 0 0,0 1 0 0 0,0 0-1 0 0,0 0 1 0 0,0 0 0 0 0,1 0 0 0 0,-1 1 0 0 0,1 0 0 0 0,0 0-1 0 0,0 0 1 0 0,-6 9 0 0 0,6-7-51 0 0,1 0 0 0 0,-1 1 0 0 0,2-1 0 0 0,-1 1-1 0 0,1-1 1 0 0,0 1 0 0 0,0 0 0 0 0,1 0 0 0 0,0 0 0 0 0,0-1 0 0 0,1 1-1 0 0,-1 0 1 0 0,2 0 0 0 0,-1 0 0 0 0,1 0 0 0 0,0 0 0 0 0,3 11 0 0 0,-1-10-138 0 0,0 0 0 0 0,0-1 1 0 0,1 1-1 0 0,0-1 1 0 0,1 0-1 0 0,-1 0 0 0 0,1 0 1 0 0,1 0-1 0 0,-1-1 0 0 0,1 0 1 0 0,0 0-1 0 0,1 0 1 0 0,-1-1-1 0 0,11 6 0 0 0,-2-1-889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39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9218 0 0,'-4'1'8555'0'0,"3"17"-5509"0"0,3 37-4013 0 0,-1-32 1831 0 0,-2 122-467 0 0,-1-70-327 0 0,14 133 0 0 0,-11-206-72 0 0,-1 0 1 0 0,0 1 0 0 0,1-1 0 0 0,-1 0 0 0 0,1 0 0 0 0,0 0 0 0 0,-1-1 0 0 0,1 1 0 0 0,0 0 0 0 0,0 0-1 0 0,1 0 1 0 0,0 2 0 0 0,-1-4 3 0 0,0 1 0 0 0,0-1 0 0 0,-1 1-1 0 0,1 0 1 0 0,0-1 0 0 0,0 1 0 0 0,0-1 0 0 0,0 0-1 0 0,0 1 1 0 0,0-1 0 0 0,0 0 0 0 0,-1 0 0 0 0,1 1-1 0 0,0-1 1 0 0,0 0 0 0 0,0 0 0 0 0,0 0 0 0 0,0 0-1 0 0,1 0 1 0 0,4-2 36 0 0,0 1-1 0 0,-1-1 0 0 0,1-1 0 0 0,-1 1 1 0 0,1-1-1 0 0,-1 0 0 0 0,5-3 1 0 0,52-30 101 0 0,43-26-3239 0 0,-79 43-3677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0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49 6913 0 0,'0'-8'2669'0'0,"-1"5"-2060"0"0,1 1-1 0 0,-1-1 1 0 0,1 1 0 0 0,0-1-1 0 0,0 0 1 0 0,0 1 0 0 0,0-1-1 0 0,1 1 1 0 0,-1-1 0 0 0,1 1-1 0 0,-1-1 1 0 0,1 1 0 0 0,0 0-1 0 0,1-3 1 0 0,-1 5-525 0 0,-1 0 0 0 0,1 0 0 0 0,-1 1 0 0 0,1-1 0 0 0,-1 0 0 0 0,1 1 0 0 0,-1-1 0 0 0,1 0-1 0 0,-1 1 1 0 0,1-1 0 0 0,-1 1 0 0 0,0-1 0 0 0,1 1 0 0 0,-1-1 0 0 0,0 1 0 0 0,1-1 0 0 0,-1 1 0 0 0,0-1 0 0 0,0 1 0 0 0,1-1 0 0 0,-1 1 0 0 0,0 0 0 0 0,0-1 0 0 0,0 1 0 0 0,0-1 0 0 0,0 1-1 0 0,0 1 1 0 0,4 19 231 0 0,-4-20-202 0 0,6 57 361 0 0,-4-28-427 0 0,1-1-1 0 0,10 38 0 0 0,-12-60-59 0 0,1 0 1 0 0,1 0-1 0 0,-1 0 0 0 0,1-1 1 0 0,0 1-1 0 0,1-1 0 0 0,0 0 0 0 0,0 0 1 0 0,0 0-1 0 0,0 0 0 0 0,1-1 1 0 0,0 0-1 0 0,0 0 0 0 0,10 7 1 0 0,-13-10-6 0 0,1 0 1 0 0,-1-1 0 0 0,1 1-1 0 0,0-1 1 0 0,0 0 0 0 0,-1 0-1 0 0,1 0 1 0 0,0 0 0 0 0,0 0-1 0 0,0-1 1 0 0,0 0 0 0 0,0 1-1 0 0,0-1 1 0 0,0 0 0 0 0,1 0 0 0 0,-1-1-1 0 0,0 1 1 0 0,0 0 0 0 0,3-2-1 0 0,-1 0-68 0 0,0 0 0 0 0,0-1 0 0 0,0 1-1 0 0,-1-1 1 0 0,1 0 0 0 0,-1 0 0 0 0,1-1 0 0 0,-1 1-1 0 0,0-1 1 0 0,3-4 0 0 0,5-6-178 0 0,-2 0 1 0 0,1-1-1 0 0,-2-1 0 0 0,0 1 1 0 0,10-27-1 0 0,-15 31 240 0 0,-1 2 195 0 0,1 0 1 0 0,-1 0 0 0 0,2 1-1 0 0,-1-1 1 0 0,1 1-1 0 0,0 0 1 0 0,1 0 0 0 0,9-10-1 0 0,-14 18-108 0 0,0-1 0 0 0,0 1 0 0 0,0 0 0 0 0,0 0 0 0 0,0-1 0 0 0,1 1 0 0 0,-1 0-1 0 0,0 0 1 0 0,0 0 0 0 0,0 0 0 0 0,0 0 0 0 0,0 0 0 0 0,0 0 0 0 0,0 1 0 0 0,0-1 0 0 0,1 0-1 0 0,-1 1 1 0 0,0-1 0 0 0,0 1 0 0 0,0-1 0 0 0,0 1 0 0 0,0-1 0 0 0,-1 1 0 0 0,1-1 0 0 0,0 1-1 0 0,0 0 1 0 0,0 0 0 0 0,0-1 0 0 0,-1 1 0 0 0,1 0 0 0 0,0 0 0 0 0,0 2 0 0 0,24 30 235 0 0,-23-30-333 0 0,12 20-535 0 0,2 0 1 0 0,29 33-1 0 0,-25-36-7029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1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50 8290 0 0,'6'-5'817'0'0,"0"0"0"0"0,0 0 0 0 0,1 0 1 0 0,-1 1-1 0 0,1 0 0 0 0,0 0 0 0 0,0 0 0 0 0,0 1 0 0 0,1 1 1 0 0,-1-1-1 0 0,13-2 0 0 0,-17 5-669 0 0,-1-1 1 0 0,1 1-1 0 0,-1 0 1 0 0,1 0-1 0 0,-1 0 0 0 0,0 1 1 0 0,1-1-1 0 0,-1 0 1 0 0,1 1-1 0 0,-1 0 1 0 0,0-1-1 0 0,1 1 0 0 0,-1 0 1 0 0,0 0-1 0 0,0 0 1 0 0,4 3-1 0 0,-4-2-98 0 0,0 0 1 0 0,0 1-1 0 0,0-1 1 0 0,0 0-1 0 0,-1 1 0 0 0,1 0 1 0 0,-1-1-1 0 0,0 1 0 0 0,1 0 1 0 0,-1-1-1 0 0,-1 1 1 0 0,1 0-1 0 0,0 0 0 0 0,-1 0 1 0 0,1 0-1 0 0,-1 0 1 0 0,0 4-1 0 0,0 5 20 0 0,-1 0 1 0 0,0 0 0 0 0,-1 0-1 0 0,-1 0 1 0 0,-3 13-1 0 0,2-12-68 0 0,1 0 0 0 0,0 0 0 0 0,-1 26 0 0 0,4-38-6 0 0,0 0 1 0 0,-1 0 0 0 0,1 0-1 0 0,1 0 1 0 0,-1 0-1 0 0,0 0 1 0 0,0 0 0 0 0,0 0-1 0 0,0 1 1 0 0,1-1-1 0 0,-1 0 1 0 0,0 0 0 0 0,1 0-1 0 0,-1 0 1 0 0,1 0-1 0 0,-1-1 1 0 0,1 1 0 0 0,0 0-1 0 0,-1 0 1 0 0,1 0-1 0 0,0 0 1 0 0,0-1 0 0 0,0 1-1 0 0,-1 0 1 0 0,1-1-1 0 0,0 1 1 0 0,0 0 0 0 0,0-1-1 0 0,0 1 1 0 0,0-1 0 0 0,0 0-1 0 0,0 1 1 0 0,0-1-1 0 0,0 0 1 0 0,2 1 0 0 0,4-1-47 0 0,-1 0 0 0 0,1-1 0 0 0,-1 1 0 0 0,1-1 0 0 0,8-3 0 0 0,-10 3 17 0 0,0 0-1 0 0,0 0 1 0 0,0 0-1 0 0,0 1 1 0 0,0-1-1 0 0,7 2 1 0 0,-7 0 33 0 0,-1 0-1 0 0,1 0 1 0 0,-1 1 0 0 0,0 0 0 0 0,1 0 0 0 0,-1 0 0 0 0,0 0 0 0 0,0 1 0 0 0,-1 0 0 0 0,1-1 0 0 0,0 2 0 0 0,-1-1 0 0 0,0 0 0 0 0,0 1 0 0 0,0-1 0 0 0,0 1 0 0 0,0 0-1 0 0,-1 0 1 0 0,1 0 0 0 0,-1 0 0 0 0,0 0 0 0 0,-1 0 0 0 0,1 1 0 0 0,-1-1 0 0 0,0 1 0 0 0,1 4 0 0 0,-1-1-200 0 0,0-1 1 0 0,-1 0 0 0 0,1 1-1 0 0,-2-1 1 0 0,1 0-1 0 0,-1 1 1 0 0,0-1-1 0 0,-1 0 1 0 0,1 1 0 0 0,-1-1-1 0 0,-1 0 1 0 0,0-1-1 0 0,0 1 1 0 0,0 0-1 0 0,-8 11 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431 184 9674 0 0,'-2'-9'201'0'0,"0"-9"731"0"0,-2 0 0 0 0,0 1-1 0 0,-1 0 1 0 0,-14-33 0 0 0,17 46-764 0 0,0 1 0 0 0,0-1 0 0 0,0 1 0 0 0,0 0 0 0 0,-1 0 0 0 0,1-1 0 0 0,-1 1-1 0 0,0 1 1 0 0,0-1 0 0 0,0 0 0 0 0,0 1 0 0 0,-1 0 0 0 0,1-1 0 0 0,0 1 0 0 0,-1 1 0 0 0,0-1 0 0 0,1 0 0 0 0,-1 1 0 0 0,0 0 0 0 0,0 0 0 0 0,0 0 0 0 0,0 0 0 0 0,0 1-1 0 0,0-1 1 0 0,0 1 0 0 0,0 0 0 0 0,0 0 0 0 0,-5 2 0 0 0,0-1 35 0 0,0 1 0 0 0,0 0 0 0 0,0 0 0 0 0,0 1 0 0 0,0 1 0 0 0,1-1-1 0 0,-1 2 1 0 0,1-1 0 0 0,0 1 0 0 0,0 0 0 0 0,-11 10 0 0 0,8-4-83 0 0,0 0 0 0 0,1 0 0 0 0,0 1-1 0 0,0 1 1 0 0,1-1 0 0 0,-9 20 0 0 0,1 5-95 0 0,1 0 1 0 0,2 1-1 0 0,2 1 1 0 0,-12 58-1 0 0,17-54-21 0 0,1 1 0 0 0,2-1 0 0 0,2 1 0 0 0,2 0 0 0 0,2 0 0 0 0,2-1 0 0 0,9 46 0 0 0,-6-58-106 0 0,0-1 0 0 0,2 0 0 0 0,1 0 0 0 0,2-1 0 0 0,0 0 0 0 0,2-1 0 0 0,1 0 0 0 0,2-2 0 0 0,0 0 0 0 0,34 38 0 0 0,-39-51-40 0 0,0-2-1 0 0,1 0 1 0 0,0 0-1 0 0,1-1 0 0 0,0-1 1 0 0,1 0-1 0 0,0-1 1 0 0,0-1-1 0 0,1 0 1 0 0,-1-1-1 0 0,28 7 1 0 0,-30-11 117 0 0,0 1 0 0 0,0-2 0 0 0,1 0 1 0 0,-1 0-1 0 0,0-1 0 0 0,0-1 1 0 0,1 0-1 0 0,-1-1 0 0 0,0-1 1 0 0,0 0-1 0 0,-1 0 0 0 0,1-1 1 0 0,-1-1-1 0 0,1 0 0 0 0,14-10 1 0 0,-4 0 265 0 0,-1-1 0 0 0,-1-1 1 0 0,0-1-1 0 0,-2-1 0 0 0,0-1 1 0 0,-1-1-1 0 0,-1 0 1 0 0,-1-1-1 0 0,-1-1 0 0 0,24-48 1 0 0,-6-1 10 0 0,-3-1 0 0 0,30-117 0 0 0,-59 189-250 0 0,17-63 174 0 0,-1-1 0 0 0,14-129-1 0 0,-31 183-179 0 0,0-1 0 0 0,0 1 0 0 0,-1-1 0 0 0,-1 1 0 0 0,0-1 0 0 0,0 1 0 0 0,-1 0 0 0 0,-1-1-1 0 0,0 2 1 0 0,0-1 0 0 0,-1 0 0 0 0,0 1 0 0 0,-10-14 0 0 0,4 10-385 0 0,-1 0-1 0 0,0 1 1 0 0,0 0 0 0 0,-1 1 0 0 0,-1 1-1 0 0,0 0 1 0 0,0 1 0 0 0,-18-9 0 0 0,0 0-6862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95 12899 0 0,'1'-7'770'0'0,"0"0"1"0"0,0 0 0 0 0,0 0-1 0 0,1 0 1 0 0,3-10-1 0 0,-4 14-471 0 0,0-1 0 0 0,1 1-1 0 0,-1 0 1 0 0,1-1 0 0 0,0 1 0 0 0,0 0-1 0 0,0 0 1 0 0,0 0 0 0 0,0 1 0 0 0,1-1-1 0 0,-1 1 1 0 0,6-4 0 0 0,-8 6-266 0 0,1-1-1 0 0,-1 1 1 0 0,1 0 0 0 0,-1 0 0 0 0,1 1 0 0 0,-1-1-1 0 0,1 0 1 0 0,-1 0 0 0 0,1 0 0 0 0,-1 0 0 0 0,1 0-1 0 0,-1 0 1 0 0,1 1 0 0 0,-1-1 0 0 0,1 0 0 0 0,-1 0-1 0 0,0 1 1 0 0,1-1 0 0 0,-1 0 0 0 0,1 1 0 0 0,-1-1-1 0 0,0 0 1 0 0,1 1 0 0 0,-1-1 0 0 0,0 1-1 0 0,1-1 1 0 0,-1 1 0 0 0,0-1 0 0 0,0 1 0 0 0,1-1-1 0 0,-1 1 1 0 0,0-1 0 0 0,0 1 0 0 0,0-1 0 0 0,0 1-1 0 0,0-1 1 0 0,0 1 0 0 0,0-1 0 0 0,0 1 0 0 0,6 25 171 0 0,-5-25-180 0 0,18 175 435 0 0,-16-123-493 0 0,2 0 0 0 0,3-1 0 0 0,24 86 0 0 0,-27-123 74 0 0,2 0-1 0 0,-1 0 1 0 0,2-1 0 0 0,13 20-1 0 0,-16-27-57 0 0,0 0 0 0 0,0 0-1 0 0,1-1 1 0 0,0 0-1 0 0,0 0 1 0 0,1-1 0 0 0,-1 1-1 0 0,1-1 1 0 0,0-1-1 0 0,9 5 1 0 0,-13-8-42 0 0,-1 0-1 0 0,1 0 1 0 0,-1 0 0 0 0,1-1-1 0 0,0 1 1 0 0,-1-1 0 0 0,1 0-1 0 0,0 0 1 0 0,0 0 0 0 0,-1 0-1 0 0,1 0 1 0 0,0 0 0 0 0,-1-1 0 0 0,1 1-1 0 0,0-1 1 0 0,-1 0 0 0 0,1 0-1 0 0,-1 0 1 0 0,1 0 0 0 0,-1 0-1 0 0,1 0 1 0 0,-1-1 0 0 0,0 1-1 0 0,0-1 1 0 0,1 0 0 0 0,-1 1-1 0 0,0-1 1 0 0,-1 0 0 0 0,1 0-1 0 0,0-1 1 0 0,-1 1 0 0 0,1 0-1 0 0,-1 0 1 0 0,3-5 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73 14283 0 0,'-11'-1'1548'0'0,"11"-3"-493"0"0,18-8-26 0 0,33-10-549 0 0,-22 14-2238 0 0,1 0 0 0 0,46-5 0 0 0,-45 9 1232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3.9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0 9674 0 0,'-7'2'492'0'0,"1"0"0"0"0,-1 1 0 0 0,1-1 0 0 0,0 1 0 0 0,0 0 0 0 0,0 1 0 0 0,0 0 0 0 0,1-1 1 0 0,-10 10-1 0 0,5-6-206 0 0,-2 3-56 0 0,0-1 1 0 0,0 1 0 0 0,1 1 0 0 0,0 0-1 0 0,1 1 1 0 0,-13 19 0 0 0,18-23-126 0 0,1 0 1 0 0,-1 0 0 0 0,2 0-1 0 0,-1 1 1 0 0,2 0 0 0 0,-1 0-1 0 0,1 0 1 0 0,0 0 0 0 0,1 0-1 0 0,0 0 1 0 0,0 0 0 0 0,1 11-1 0 0,0-16 22 0 0,0 1 1 0 0,1-1-1 0 0,-1 0 0 0 0,1 1 0 0 0,0-1 1 0 0,0 1-1 0 0,1-1 0 0 0,-1 0 0 0 0,1 0 0 0 0,2 5 1 0 0,-3-8-89 0 0,0 0 0 0 0,0 0 1 0 0,0 0-1 0 0,0 0 0 0 0,0 0 0 0 0,0 0 1 0 0,1 0-1 0 0,-1 0 0 0 0,0-1 1 0 0,1 1-1 0 0,-1 0 0 0 0,0-1 0 0 0,1 1 1 0 0,-1-1-1 0 0,0 1 0 0 0,1-1 1 0 0,-1 0-1 0 0,1 0 0 0 0,-1 0 0 0 0,1 1 1 0 0,-1-1-1 0 0,1-1 0 0 0,-1 1 1 0 0,1 0-1 0 0,-1 0 0 0 0,1 0 0 0 0,-1-1 1 0 0,1 1-1 0 0,-1-1 0 0 0,0 1 1 0 0,1-1-1 0 0,-1 0 0 0 0,2-1 0 0 0,8-4 46 0 0,0 0-1 0 0,-1-1 0 0 0,0 0 0 0 0,0-1 1 0 0,-1 0-1 0 0,16-17 0 0 0,44-62 60 0 0,-56 67-121 0 0,23-30 355 0 0,-33 47-326 0 0,0 0 0 0 0,0-1 0 0 0,1 1-1 0 0,-1 0 1 0 0,1 0 0 0 0,-1 1 0 0 0,1-1-1 0 0,0 1 1 0 0,0 0 0 0 0,7-3 0 0 0,-10 5-39 0 0,0 0 0 0 0,1 0 1 0 0,-1 0-1 0 0,0 0 1 0 0,0 0-1 0 0,1 0 0 0 0,-1 1 1 0 0,0-1-1 0 0,1 0 0 0 0,-1 1 1 0 0,0-1-1 0 0,0 1 1 0 0,0-1-1 0 0,1 1 0 0 0,-1 0 1 0 0,0-1-1 0 0,0 1 0 0 0,0 0 1 0 0,0 0-1 0 0,0 0 0 0 0,0 0 1 0 0,0 0-1 0 0,0 0 1 0 0,-1 0-1 0 0,1 0 0 0 0,0 0 1 0 0,0 2-1 0 0,21 42 102 0 0,-14-27-53 0 0,16 20-351 0 0,-4-17-6004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4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9674 0 0,'0'-1'115'0'0,"0"1"1"0"0,0 0-1 0 0,1-1 0 0 0,-1 1 1 0 0,0 0-1 0 0,1-1 0 0 0,-1 1 1 0 0,1 0-1 0 0,-1 0 0 0 0,0-1 1 0 0,1 1-1 0 0,-1 0 0 0 0,1 0 0 0 0,-1 0 1 0 0,0 0-1 0 0,1-1 0 0 0,-1 1 1 0 0,1 0-1 0 0,-1 0 0 0 0,1 0 1 0 0,-1 0-1 0 0,0 0 0 0 0,1 0 1 0 0,-1 0-1 0 0,1 0 0 0 0,-1 0 1 0 0,1 1-1 0 0,-1-1 0 0 0,1 0 0 0 0,-1 0 1 0 0,0 0-1 0 0,1 0 0 0 0,-1 1 1 0 0,1-1-1 0 0,-1 0 0 0 0,1 1 1 0 0,11 17 2050 0 0,0 26-88 0 0,-9 19-1328 0 0,-3-52-711 0 0,0 0-1 0 0,0 0 0 0 0,1 0 0 0 0,1 0 1 0 0,0 0-1 0 0,0 0 0 0 0,1 0 1 0 0,7 18-1 0 0,-9-29-35 0 0,-1 1 0 0 0,0-1 0 0 0,0 0 0 0 0,1 1 0 0 0,-1-1 0 0 0,0 0 0 0 0,0 0 0 0 0,1 0 0 0 0,-1 1 0 0 0,0-1 0 0 0,1 0 0 0 0,-1 0 0 0 0,0 0 0 0 0,1 0 0 0 0,-1 0-1 0 0,0 1 1 0 0,1-1 0 0 0,-1 0 0 0 0,1 0 0 0 0,-1 0 0 0 0,0 0 0 0 0,1 0 0 0 0,-1 0 0 0 0,0 0 0 0 0,1 0 0 0 0,-1 0 0 0 0,0-1 0 0 0,1 1 0 0 0,-1 0 0 0 0,0 0 0 0 0,1 0 0 0 0,-1 0 0 0 0,0 0 0 0 0,1-1 0 0 0,-1 1 0 0 0,0 0 0 0 0,1 0 0 0 0,-1 0 0 0 0,0-1 0 0 0,0 1 0 0 0,1 0-1 0 0,-1-1 1 0 0,0 1 0 0 0,0 0 0 0 0,1 0 0 0 0,-1-1 0 0 0,0 1 0 0 0,0 0 0 0 0,0-1 0 0 0,0 1 0 0 0,0-1 0 0 0,0 1 0 0 0,1 0 0 0 0,-1-1 0 0 0,12-23 273 0 0,-11 21-231 0 0,11-24 50 0 0,-7 13-165 0 0,1 1 0 0 0,0-1 0 0 0,15-21 0 0 0,-19 32 115 0 0,-1 1 1 0 0,1 0-1 0 0,-1 0 1 0 0,1 0-1 0 0,0 0 1 0 0,0 1-1 0 0,0-1 1 0 0,0 0-1 0 0,0 1 1 0 0,0-1-1 0 0,0 1 1 0 0,1 0-1 0 0,-1 0 1 0 0,0 0-1 0 0,1 0 1 0 0,-1 0-1 0 0,1 0 1 0 0,-1 0-1 0 0,1 1 1 0 0,0 0-1 0 0,-1-1 1 0 0,1 1-1 0 0,-1 0 1 0 0,1 0-1 0 0,0 0 0 0 0,-1 1 1 0 0,4 0-1 0 0,-2 1-14 0 0,0 0-1 0 0,0 1 0 0 0,0-1 1 0 0,0 1-1 0 0,-1 0 0 0 0,1 0 0 0 0,-1 0 1 0 0,0 0-1 0 0,0 1 0 0 0,0-1 1 0 0,0 1-1 0 0,0 0 0 0 0,3 8 0 0 0,8 8-2381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2:44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14747 0 0,'4'0'459'0'0,"-1"0"0"0"0,1 0 0 0 0,-1 1-1 0 0,1-1 1 0 0,-1 1 0 0 0,0 0 0 0 0,1 0 0 0 0,-1 0 0 0 0,0 1-1 0 0,0-1 1 0 0,0 1 0 0 0,0 0 0 0 0,0-1 0 0 0,3 4-1 0 0,-2-2-241 0 0,0 1 0 0 0,0 0 0 0 0,0 0 0 0 0,-1 1 0 0 0,0-1 0 0 0,0 1 0 0 0,0 0 0 0 0,2 5 0 0 0,3 10-310 0 0,-1 0 0 0 0,-1 0 1 0 0,6 37-1 0 0,-10-43 484 0 0,37 265-29 0 0,-16-102-373 0 0,-21-157 97 0 0,2 1 1 0 0,7 21-1 0 0,-9-36-108 0 0,0-1-1 0 0,0 0 1 0 0,0 0 0 0 0,0 0 0 0 0,1-1 0 0 0,0 1-1 0 0,0-1 1 0 0,0 1 0 0 0,1-1 0 0 0,0 0 0 0 0,-1 0-1 0 0,1 0 1 0 0,6 3 0 0 0,-10-7 25 0 0,1 0-1 0 0,0 0 1 0 0,0 0 0 0 0,-1 0 0 0 0,1 0-1 0 0,0-1 1 0 0,0 1 0 0 0,-1 0-1 0 0,1 0 1 0 0,0-1 0 0 0,0 1-1 0 0,-1 0 1 0 0,1-1 0 0 0,0 1-1 0 0,-1-1 1 0 0,1 1 0 0 0,-1-1 0 0 0,1 1-1 0 0,0-1 1 0 0,-1 1 0 0 0,1-1-1 0 0,-1 0 1 0 0,1 1 0 0 0,-1-1-1 0 0,0 0 1 0 0,1 1 0 0 0,-1-1-1 0 0,0 0 1 0 0,1 0 0 0 0,-1 1-1 0 0,0-1 1 0 0,0-1 0 0 0,15-35-25 0 0,-13 31 20 0 0,7-19-68 0 0,1 0-1 0 0,1 1 0 0 0,24-37 0 0 0,-31 53 54 0 0,1 1 1 0 0,1 0 0 0 0,-1 1-1 0 0,1-1 1 0 0,0 1 0 0 0,1 0-1 0 0,-1 1 1 0 0,1-1 0 0 0,0 1-1 0 0,1 1 1 0 0,-1-1-1 0 0,1 1 1 0 0,0 0 0 0 0,0 1-1 0 0,10-3 1 0 0,-15 6 16 0 0,0-1 0 0 0,0 1 0 0 0,0 0-1 0 0,0 0 1 0 0,1 1 0 0 0,-1-1 0 0 0,0 1 0 0 0,0-1 0 0 0,0 1 0 0 0,0 0 0 0 0,0 0-1 0 0,0 0 1 0 0,0 1 0 0 0,-1-1 0 0 0,1 1 0 0 0,0-1 0 0 0,-1 1 0 0 0,1 0-1 0 0,-1 0 1 0 0,0 0 0 0 0,1 0 0 0 0,1 4 0 0 0,8 7 2 0 0,-1 1 0 0 0,17 29 0 0 0,-11-17 8 0 0,-2-4-6 0 0,0-2 0 0 0,1 0 0 0 0,2 0 0 0 0,32 28 0 0 0,-30-33-141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3:10.8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3310 950 3681 0 0,'1'-1'50'0'0,"0"0"1"0"0,1-1 0 0 0,-1 1 0 0 0,0-1-1 0 0,0 1 1 0 0,0-1 0 0 0,0 0-1 0 0,-1 1 1 0 0,1-1 0 0 0,0 0-1 0 0,-1 0 1 0 0,1 0 0 0 0,-1 1-1 0 0,0-1 1 0 0,1 0 0 0 0,-1 0-1 0 0,0 0 1 0 0,0 0 0 0 0,0 1-1 0 0,0-1 1 0 0,-1 0 0 0 0,0-3-1 0 0,0 3-20 0 0,0 0-1 0 0,0 0 0 0 0,-1 0 0 0 0,1-1 0 0 0,-1 2 0 0 0,0-1 1 0 0,1 0-1 0 0,-1 0 0 0 0,0 0 0 0 0,0 1 0 0 0,0-1 0 0 0,0 1 1 0 0,0 0-1 0 0,-4-2 0 0 0,-7-3-48 0 0,-1 1 1 0 0,1 0 0 0 0,-1 1-1 0 0,-21-3 1 0 0,-112-17 1072 0 0,-1 8 1 0 0,-289 3 0 0 0,-295 75 400 0 0,-163 35-2890 0 0,868-94 1437 0 0,-56 6-732 0 0,0 4 0 0 0,1 3 1 0 0,1 4-1 0 0,-96 37 0 0 0,173-54 615 0 0,7-1 100 0 0,21-2 172 0 0,34-4 125 0 0,216-31-60 0 0,68-6-157 0 0,802-14 3213 0 0,-165 13-743 0 0,-462-3-2650 0 0,-169 13 34 0 0,-323 29 90 0 0,-4 1 154 0 0,0 1 1 0 0,27 1-1 0 0,-43 3 523 0 0,-11 3-370 0 0,-14 4-126 0 0,-35 8-297 0 0,-1-1 0 0 0,-1-4 0 0 0,0-1 0 0 0,-90 5 0 0 0,-235-12-994 0 0,-33-28-55 0 0,-113-3 852 0 0,-765 76-2895 0 0,1243-46 3006 0 0,-16 0-75 0 0,-388 14-572 0 0,440-18 861 0 0,3 0 13 0 0,1 0 0 0 0,-1 0-1 0 0,1-1 1 0 0,-1-1 0 0 0,1 0 0 0 0,-15-4-1 0 0,24 6 2 0 0,1 0 0 0 0,-1-1 0 0 0,1 1 0 0 0,-1 0 0 0 0,0 0 0 0 0,1-1 0 0 0,-1 1-1 0 0,1 0 1 0 0,-1-1 0 0 0,0 1 0 0 0,1 0 0 0 0,-1-1 0 0 0,1 1 0 0 0,-1-1 0 0 0,1 1-1 0 0,0-1 1 0 0,-1 1 0 0 0,1-1 0 0 0,-1 1 0 0 0,1-1 0 0 0,0 0 0 0 0,0 1 0 0 0,-1-1-1 0 0,1 1 1 0 0,0-1 0 0 0,0 0 0 0 0,-1-1 0 0 0,2 1 17 0 0,-1 0-1 0 0,0 0 1 0 0,1 0 0 0 0,-1 0 0 0 0,1 0-1 0 0,-1 0 1 0 0,1 0 0 0 0,-1 0 0 0 0,1 0-1 0 0,0 0 1 0 0,-1 0 0 0 0,1 1-1 0 0,0-1 1 0 0,1-1 0 0 0,38-23 817 0 0,-40 24-858 0 0,41-18 419 0 0,0 1-1 0 0,57-17 1 0 0,94-16-727 0 0,-109 31 99 0 0,572-119 294 0 0,9 35 1145 0 0,-521 82-989 0 0,314-39 397 0 0,324-55 107 0 0,1-79 1128 0 0,-742 183-1879 0 0,-20 7-156 0 0,0-1 1 0 0,-1 0-1 0 0,0-2 0 0 0,36-19 1 0 0,-55 27 117 0 0,1 0 1 0 0,-1 0-1 0 0,1-1 1 0 0,-1 1 0 0 0,1 0-1 0 0,-1 0 1 0 0,0 0-1 0 0,1 0 1 0 0,-1-1 0 0 0,1 1-1 0 0,-1 0 1 0 0,0 0-1 0 0,1-1 1 0 0,-1 1-1 0 0,0 0 1 0 0,1-1 0 0 0,-1 1-1 0 0,0 0 1 0 0,0-1-1 0 0,1 1 1 0 0,-1 0-1 0 0,0-1 1 0 0,0 1 0 0 0,0-1-1 0 0,0 1 1 0 0,1 0-1 0 0,-1-1 1 0 0,0 1 0 0 0,0-1-1 0 0,0 1 1 0 0,0-1-1 0 0,0 1 1 0 0,0 0-1 0 0,0-1 1 0 0,0 1 0 0 0,0-1-1 0 0,0 1 1 0 0,0-1-1 0 0,0 1 1 0 0,-1 0-1 0 0,1-1 1 0 0,0 1 0 0 0,0-1-1 0 0,0 1 1 0 0,-1 0-1 0 0,1-1 1 0 0,0 1 0 0 0,0-1-1 0 0,-1 1 1 0 0,1 0-1 0 0,0 0 1 0 0,0-1-1 0 0,-1 1 1 0 0,1 0 0 0 0,-1-1-1 0 0,1 1 1 0 0,0 0-1 0 0,-1 0 1 0 0,1 0-1 0 0,0-1 1 0 0,-1 1 0 0 0,1 0-1 0 0,-1 0 1 0 0,1 0-1 0 0,-1 0 1 0 0,1 0-1 0 0,-1 0 1 0 0,-34-8-984 0 0,33 8 965 0 0,-69-7-731 0 0,-108 2-1 0 0,-75 18-509 0 0,249-12 1291 0 0,-1394 158 1541 0 0,1019-107-1397 0 0,-745 141-2811 0 0,1007-166 2443 0 0,-5-2 433 0 0,1 6-1 0 0,-148 59 0 0 0,261-86-100 0 0,4-3-36 0 0,1 1-1 0 0,0-1 1 0 0,0 1-1 0 0,1 0 1 0 0,-1 0 0 0 0,0 0-1 0 0,1 1 1 0 0,-1-1-1 0 0,1 1 1 0 0,-1 0-1 0 0,1 0 1 0 0,-3 4 0 0 0,6-7-59 0 0,0 1 0 0 0,-1-1 0 0 0,1 1 0 0 0,0-1 1 0 0,0 1-1 0 0,0-1 0 0 0,0 1 0 0 0,0-1 0 0 0,0 1 1 0 0,0-1-1 0 0,0 1 0 0 0,0-1 0 0 0,0 1 0 0 0,0-1 1 0 0,0 1-1 0 0,0-1 0 0 0,1 1 0 0 0,-1-1 0 0 0,0 1 1 0 0,0-1-1 0 0,0 1 0 0 0,1-1 0 0 0,-1 1 1 0 0,0-1-1 0 0,1 0 0 0 0,-1 1 0 0 0,0-1 0 0 0,1 0 1 0 0,-1 1-1 0 0,0-1 0 0 0,1 0 0 0 0,-1 1 0 0 0,1-1 1 0 0,-1 0-1 0 0,1 0 0 0 0,-1 1 0 0 0,1-1 0 0 0,20 8 201 0 0,20-2-23 0 0,-1-1 0 0 0,1-1 0 0 0,0-3 0 0 0,44-4 0 0 0,-36 2-12 0 0,500-21 3095 0 0,-235 8-2004 0 0,1366-13 1073 0 0,-1449 26-2270 0 0,979 11-163 0 0,-1182-9 90 0 0,48 0-20 0 0,0 4 0 0 0,80 14 0 0 0,-154-18 9 0 0,1-1-1 0 0,-1 1 1 0 0,0-1-1 0 0,0 1 1 0 0,0 0-1 0 0,0 0 1 0 0,0-1-1 0 0,0 1 1 0 0,0 1-1 0 0,0-1 1 0 0,-1 0-1 0 0,1 0 1 0 0,3 4-1 0 0,-5-5 6 0 0,0 1 1 0 0,1-1-1 0 0,-1 0 0 0 0,0 1 1 0 0,0-1-1 0 0,0 1 0 0 0,1-1 1 0 0,-1 1-1 0 0,0-1 0 0 0,0 1 1 0 0,0-1-1 0 0,0 0 0 0 0,0 1 1 0 0,0-1-1 0 0,0 1 0 0 0,0-1 1 0 0,0 1-1 0 0,0-1 0 0 0,0 1 1 0 0,-1-1-1 0 0,1 0 0 0 0,0 1 1 0 0,0-1-1 0 0,-1 1 0 0 0,-13 12-165 0 0,-13-2-44 0 0,0-1 0 0 0,-1-1 0 0 0,0-1 0 0 0,0-1 0 0 0,-1-2 0 0 0,-32 2 0 0 0,26-2 50 0 0,-556 53-114 0 0,-6-29-39 0 0,-219 17-776 0 0,-303 108-2644 0 0,1030-136 3503 0 0,-454 100 126 0 0,393-77 2166 0 0,150-40-2037 0 0,11 3 331 0 0,17 0-334 0 0,65-2 280 0 0,146-14 0 0 0,-101 2 81 0 0,1254-9 1888 0 0,-23 113-5255 0 0,-1337-91 2805 0 0,13 0 895 0 0,-1 2 1 0 0,0 2-1 0 0,-1 2 1 0 0,62 21-1 0 0,-99-28-517 0 0,0 1 0 0 0,0 0 0 0 0,-1 0 0 0 0,1 0 0 0 0,-1 1-1 0 0,0 0 1 0 0,6 5 0 0 0,-10-8-168 0 0,-1-1-1 0 0,1 1 1 0 0,0 0 0 0 0,0 0-1 0 0,-1 0 1 0 0,1 0 0 0 0,-1 0-1 0 0,1 0 1 0 0,-1 0 0 0 0,1 0 0 0 0,-1 0-1 0 0,0 0 1 0 0,1 0 0 0 0,-1 0-1 0 0,0 1 1 0 0,0-1 0 0 0,0 0-1 0 0,0 0 1 0 0,0 0 0 0 0,0 0-1 0 0,0 0 1 0 0,0 1 0 0 0,0-1-1 0 0,0 0 1 0 0,-1 0 0 0 0,1 0-1 0 0,0 0 1 0 0,-1 0 0 0 0,1 0-1 0 0,-1 0 1 0 0,0 0 0 0 0,1 0-1 0 0,-1 0 1 0 0,0 0 0 0 0,1 0-1 0 0,-1 0 1 0 0,0-1 0 0 0,0 1-1 0 0,0 0 1 0 0,1-1 0 0 0,-1 1-1 0 0,0 0 1 0 0,0-1 0 0 0,0 1 0 0 0,0-1-1 0 0,0 1 1 0 0,-2-1 0 0 0,-12 8-76 0 0,0 0 0 0 0,-1-2 0 0 0,0 0 1 0 0,0-1-1 0 0,0 0 0 0 0,-1-1 1 0 0,-17 1-1 0 0,-123 6-479 0 0,127-9 449 0 0,-505-7-906 0 0,-2-31 274 0 0,205 12 268 0 0,-601-26-684 0 0,1 45-1846 0 0,57 31 516 0 0,850-26 2657 0 0,-21 2 4040 0 0,46-2-4214 0 0,23 7 274 0 0,24 2-1129 0 0,-1-2 0 0 0,1-2 0 0 0,90-2 0 0 0,143-27 551 0 0,-171 13 494 0 0,842-67 2208 0 0,3 53-192 0 0,-214 49-1724 0 0,-11 0-171 0 0,-236-36 1339 0 0,-337-2-835 0 0,174-38 0 0 0,-325 51-838 0 0,1 0-20 0 0,0 0 0 0 0,0-1 0 0 0,0 0 0 0 0,0 0 0 0 0,6-3 1 0 0,-51-5-923 0 0,-1014-78-3104 0 0,727 85 3833 0 0,-406 49-1 0 0,523-19-35 0 0,-9 5-55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8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539 90 6449 0 0,'0'-2'76'0'0,"1"0"0"0"0,-1 1 0 0 0,1-1-1 0 0,-1 0 1 0 0,0 1 0 0 0,1-1 0 0 0,-1 0-1 0 0,0 1 1 0 0,0-1 0 0 0,0 0 0 0 0,0 0-1 0 0,-1 1 1 0 0,1-1 0 0 0,0 0 0 0 0,-1 1-1 0 0,1-1 1 0 0,-1 0 0 0 0,1 1 0 0 0,-1-1-1 0 0,0 1 1 0 0,0-1 0 0 0,0 1 0 0 0,0-1-1 0 0,0 1 1 0 0,0 0 0 0 0,0-1 0 0 0,-2-1-1 0 0,1 2-65 0 0,0-1 0 0 0,1 1-1 0 0,-1-1 1 0 0,0 1 0 0 0,0 0-1 0 0,0-1 1 0 0,0 1-1 0 0,0 0 1 0 0,0 0 0 0 0,-1 1-1 0 0,1-1 1 0 0,0 0 0 0 0,0 1-1 0 0,-1-1 1 0 0,1 1 0 0 0,0 0-1 0 0,-1 0 1 0 0,1 0 0 0 0,-5 0-1 0 0,-2 3-113 0 0,1 0 1 0 0,-1 0-1 0 0,1 0 0 0 0,0 1 1 0 0,0 1-1 0 0,1-1 0 0 0,-13 11 0 0 0,-49 46-488 0 0,53-45 429 0 0,-18 17-21 0 0,-32 28 690 0 0,3 2-1 0 0,-55 74 0 0 0,113-131-440 0 0,1 1 0 0 0,-1-1 0 0 0,1 1 0 0 0,0 0-1 0 0,1 0 1 0 0,0 1 0 0 0,0-1 0 0 0,-2 11 0 0 0,4-15-88 0 0,1-1-1 0 0,0 1 0 0 0,0-1 1 0 0,0 0-1 0 0,0 1 0 0 0,0-1 1 0 0,1 1-1 0 0,-1-1 0 0 0,1 0 1 0 0,0 1-1 0 0,-1-1 1 0 0,1 0-1 0 0,0 0 0 0 0,0 1 1 0 0,1-1-1 0 0,-1 0 0 0 0,0 0 1 0 0,1 0-1 0 0,-1-1 0 0 0,1 1 1 0 0,0 0-1 0 0,-1 0 1 0 0,1-1-1 0 0,0 1 0 0 0,0-1 1 0 0,0 0-1 0 0,0 1 0 0 0,0-1 1 0 0,0 0-1 0 0,1 0 0 0 0,2 1 1 0 0,44 14-1281 0 0,-39-14 1024 0 0,-1 1-1 0 0,0 0 1 0 0,0 1 0 0 0,0-1-1 0 0,0 2 1 0 0,11 6 0 0 0,-18-8 267 0 0,1-1 1 0 0,-1 0 0 0 0,0 0-1 0 0,0 1 1 0 0,0-1 0 0 0,0 1 0 0 0,0-1-1 0 0,-1 1 1 0 0,1 0 0 0 0,-1 0-1 0 0,0 0 1 0 0,0 0 0 0 0,0 0-1 0 0,0 0 1 0 0,0 0 0 0 0,-1 0-1 0 0,0 0 1 0 0,1 0 0 0 0,-1 0-1 0 0,0 1 1 0 0,0-1 0 0 0,-1 0-1 0 0,1 0 1 0 0,-2 5 0 0 0,-2 11 216 0 0,-2 0 0 0 0,0 1 0 0 0,-1-2 0 0 0,-12 23-1 0 0,-15 41 646 0 0,31-73-792 0 0,1-1 0 0 0,0 1 0 0 0,0 0 1 0 0,1 0-1 0 0,0 0 0 0 0,1 0 0 0 0,0 14 1 0 0,1-20-27 0 0,-1 0 0 0 0,1 1 0 0 0,-1-1 1 0 0,1 0-1 0 0,0 0 0 0 0,0 0 1 0 0,0 0-1 0 0,1 0 0 0 0,-1 0 0 0 0,1 0 1 0 0,-1 0-1 0 0,1 0 0 0 0,0 0 1 0 0,0-1-1 0 0,1 1 0 0 0,-1-1 0 0 0,0 0 1 0 0,1 0-1 0 0,3 3 0 0 0,-1-2-7 0 0,0-1 0 0 0,0 0-1 0 0,0 0 1 0 0,0 0 0 0 0,0 0-1 0 0,0-1 1 0 0,1 0 0 0 0,-1 0-1 0 0,0-1 1 0 0,11 1 0 0 0,1-2 113 0 0,0-1 0 0 0,0 0 1 0 0,-1-1-1 0 0,1-1 1 0 0,-1-1-1 0 0,25-10 1 0 0,-31 11-8 0 0,0 0 0 0 0,0 0 0 0 0,1 1 0 0 0,-1 0 1 0 0,1 1-1 0 0,-1 1 0 0 0,1-1 0 0 0,13 1 0 0 0,-19 1-48 0 0,1 1 1 0 0,0 0-1 0 0,-1 0 1 0 0,0 0-1 0 0,1 1 1 0 0,-1 0-1 0 0,0 0 1 0 0,0 0-1 0 0,0 0 1 0 0,0 1-1 0 0,0 0 0 0 0,0 0 1 0 0,-1 0-1 0 0,1 1 1 0 0,-1 0-1 0 0,0 0 1 0 0,6 6-1 0 0,4 8 13 0 0,2-1 1 0 0,0 0-1 0 0,1-1 0 0 0,0-1 0 0 0,1-1 0 0 0,1 0 1 0 0,0-2-1 0 0,1 0 0 0 0,1-1 0 0 0,-1-1 1 0 0,2-1-1 0 0,-1-1 0 0 0,1-1 0 0 0,24 5 0 0 0,-30-9-64 0 0,1-1-1 0 0,-1-1 0 0 0,0-1 1 0 0,0 0-1 0 0,1-1 0 0 0,-1-1 1 0 0,0 0-1 0 0,24-7 0 0 0,-18 1 155 0 0,0 0-1 0 0,0-1 0 0 0,-1 0 0 0 0,0-2 0 0 0,27-19 0 0 0,-16 6 108 0 0,-1-1 0 0 0,-2-1-1 0 0,0-2 1 0 0,-2 0 0 0 0,-1-2-1 0 0,40-60 1 0 0,-50 65-288 0 0,-2 0 0 0 0,-1-1 0 0 0,-1-1 1 0 0,10-30-1 0 0,-17 40-19 0 0,0-1 1 0 0,-1 1-1 0 0,-1-1 0 0 0,0-1 1 0 0,-2 1-1 0 0,0 0 0 0 0,-3-31 1 0 0,0 38-46 0 0,0 0 0 0 0,0 0 0 0 0,-1 1 0 0 0,-1-1 0 0 0,0 1 0 0 0,0 0 1 0 0,-1 0-1 0 0,-1 0 0 0 0,1 1 0 0 0,-2 0 0 0 0,-7-10 0 0 0,-10-7 23 0 0,0 1 0 0 0,-34-26 0 0 0,33 29 162 0 0,0 0 0 0 0,-30-37 0 0 0,31 28 74 0 0,-1 2 0 0 0,-54-51 0 0 0,69 72-138 0 0,0 0 1 0 0,-1 1-1 0 0,0 0 0 0 0,-1 0 1 0 0,1 1-1 0 0,-1 1 1 0 0,0 0-1 0 0,-1 1 0 0 0,1 0 1 0 0,-1 1-1 0 0,0 0 1 0 0,-19-1-1 0 0,-274-20-570 0 0,272 23-998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9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87 271 2304 0 0,'1'-2'5'0'0,"42"-99"963"0"0,-38 88-489 0 0,-1 0 0 0 0,0-1 0 0 0,-1 0 0 0 0,-1 0 0 0 0,1-24 0 0 0,-2 36-372 0 0,-1 0 0 0 0,0 0 1 0 0,-1 0-1 0 0,1 0 0 0 0,0 0 1 0 0,0 0-1 0 0,-1 1 1 0 0,1-1-1 0 0,-1 0 0 0 0,0 0 1 0 0,0 0-1 0 0,0 0 0 0 0,1 0 1 0 0,-3-2-1 0 0,2 4-4 0 0,1-1-1 0 0,-1 0 1 0 0,0 1-1 0 0,0-1 1 0 0,0 1-1 0 0,1-1 0 0 0,-1 1 1 0 0,0-1-1 0 0,0 1 1 0 0,0 0-1 0 0,0-1 1 0 0,0 1-1 0 0,0 0 1 0 0,0 0-1 0 0,0-1 1 0 0,0 1-1 0 0,0 0 1 0 0,0 0-1 0 0,0 0 1 0 0,0 0-1 0 0,-1 1 1 0 0,-1 0 19 0 0,-1 0 0 0 0,1 0 0 0 0,-1 0-1 0 0,1 1 1 0 0,-1 0 0 0 0,1 0 0 0 0,0 0 0 0 0,0 0 0 0 0,0 0 0 0 0,0 0 0 0 0,0 1 0 0 0,1 0 0 0 0,-4 3 0 0 0,-4 6-199 0 0,0 1 1 0 0,1-1 0 0 0,0 1-1 0 0,1 1 1 0 0,1 0 0 0 0,-8 19-1 0 0,13-27 117 0 0,1 0-1 0 0,-1 0 1 0 0,1 0-1 0 0,0 0 1 0 0,0 1-1 0 0,1-1 1 0 0,0 0-1 0 0,0 0 1 0 0,1 1-1 0 0,-1-1 1 0 0,1 0-1 0 0,1 0 1 0 0,-1 0-1 0 0,1 0 1 0 0,0 0-1 0 0,0 0 1 0 0,1 0-1 0 0,5 8 1 0 0,1 0 51 0 0,1 0 1 0 0,1-1-1 0 0,0 0 1 0 0,1-1-1 0 0,0 0 1 0 0,1-1 0 0 0,0 0-1 0 0,1-1 1 0 0,0 0-1 0 0,0-1 1 0 0,1-1-1 0 0,1-1 1 0 0,-1 0 0 0 0,1 0-1 0 0,0-2 1 0 0,0 0-1 0 0,1-1 1 0 0,0-1-1 0 0,-1 0 1 0 0,1-1 0 0 0,0-1-1 0 0,0 0 1 0 0,0-2-1 0 0,0 0 1 0 0,0-1 0 0 0,30-6-1 0 0,-44 6 1 0 0,0 1-1 0 0,0-1 1 0 0,1 0 0 0 0,-1 0 0 0 0,0 0-1 0 0,0 0 1 0 0,-1 0 0 0 0,1 0-1 0 0,0-1 1 0 0,-1 1 0 0 0,0-1-1 0 0,1 0 1 0 0,-1 0 0 0 0,0 0 0 0 0,0 0-1 0 0,-1 0 1 0 0,1 0 0 0 0,-1-1-1 0 0,1 1 1 0 0,-1-1 0 0 0,0 1-1 0 0,1-8 1 0 0,1-7 359 0 0,0 0 0 0 0,1-37 0 0 0,-4 55-432 0 0,0-18 82 0 0,0 0 0 0 0,-1 1-1 0 0,-1-1 1 0 0,-1 1 0 0 0,0-1 0 0 0,-1 1 0 0 0,-9-21 0 0 0,9 27-346 0 0,-1 0-1 0 0,-1 0 1 0 0,0 1 0 0 0,-13-17 0 0 0,12 18-662 0 0,0 1-1 0 0,-1 1 1 0 0,0-1 0 0 0,0 1 0 0 0,-16-10-1 0 0,0 4-4280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09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3364 1 4609 0 0,'0'0'65'0'0,"0"1"0"0"0,0-1 1 0 0,1 1-1 0 0,-1-1 0 0 0,0 1 0 0 0,0 0 1 0 0,0-1-1 0 0,0 1 0 0 0,0 0 0 0 0,0-1 0 0 0,0 1 1 0 0,0-1-1 0 0,0 1 0 0 0,0 0 0 0 0,0-1 0 0 0,0 1 1 0 0,-1-1-1 0 0,1 1 0 0 0,0 0 0 0 0,0-1 1 0 0,0 1-1 0 0,-1-1 0 0 0,1 1 0 0 0,0-1 0 0 0,-1 1 1 0 0,1-1-1 0 0,-1 1 0 0 0,-18 12 734 0 0,-25 1-361 0 0,-156 22 913 0 0,-282 43 1706 0 0,326-62-2411 0 0,-444 73 995 0 0,594-89-1640 0 0,-523 131-174 0 0,39-2 121 0 0,187-54 5 0 0,251-66 262 0 0,0-3 0 0 0,0-2 0 0 0,-102-4-1 0 0,139-2 25 0 0,0-1 0 0 0,-1-1-1 0 0,1 0 1 0 0,0-1 0 0 0,0 0-1 0 0,1-1 1 0 0,-1-1 0 0 0,-20-11-1 0 0,25 11-1083 0 0,1 0-1 0 0,0-1 0 0 0,1 0 0 0 0,-11-11 1 0 0,7 5-4676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0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583 50 7370 0 0,'1'-1'167'0'0,"0"0"1"0"0,0 0 0 0 0,-1-1 0 0 0,1 1 0 0 0,-1 0 0 0 0,1 0 0 0 0,-1-1 0 0 0,1 1 0 0 0,-1 0-1 0 0,0-1 1 0 0,1 1 0 0 0,-1 0 0 0 0,0-1 0 0 0,0 1 0 0 0,0-1 0 0 0,0 1 0 0 0,0 0-1 0 0,-1-1 1 0 0,1 1 0 0 0,0 0 0 0 0,-1-1 0 0 0,1 1 0 0 0,-1 0 0 0 0,1 0 0 0 0,-1-1 0 0 0,1 1-1 0 0,-1 0 1 0 0,0 0 0 0 0,0 0 0 0 0,0 0 0 0 0,1 0 0 0 0,-1 0 0 0 0,0 0 0 0 0,0 0-1 0 0,0 0 1 0 0,-2-1 0 0 0,1 1-37 0 0,0 1 0 0 0,1-1-1 0 0,-1 1 1 0 0,0-1 0 0 0,0 1-1 0 0,0-1 1 0 0,0 1 0 0 0,0 0 0 0 0,-1 0-1 0 0,1 0 1 0 0,0 0 0 0 0,0 1-1 0 0,0-1 1 0 0,0 0 0 0 0,0 1 0 0 0,1-1-1 0 0,-1 1 1 0 0,0 0 0 0 0,0 0-1 0 0,0 0 1 0 0,0 0 0 0 0,1 0 0 0 0,-1 0-1 0 0,-1 1 1 0 0,-9 8-27 0 0,1 1 1 0 0,0 0-1 0 0,0 1 1 0 0,2 0-1 0 0,-1 0 1 0 0,-8 17-1 0 0,-42 86-28 0 0,44-82-8 0 0,-258 581-116 0 0,265-592-34 0 0,-23 51-791 0 0,30-68 798 0 0,-1-1 0 0 0,1 0 0 0 0,-1 0 0 0 0,0 0 0 0 0,0-1 0 0 0,0 1 0 0 0,0-1 0 0 0,-1 1 0 0 0,1-1 0 0 0,-1 0 0 0 0,0 0 0 0 0,0-1 0 0 0,-5 3 0 0 0,6-4-913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350 0 3225 0 0,'-19'11'-85'0'0,"-1"1"0"0"0,2 0-1 0 0,0 1 1 0 0,-33 32 0 0 0,31-27 692 0 0,-22 19 732 0 0,1 3-1 0 0,2 2 1 0 0,-37 50 0 0 0,71-83-84 0 0,7-6-347 0 0,16-11 135 0 0,24-21-165 0 0,28-33-144 0 0,-33 29-492 0 0,0 0 0 0 0,3 3 0 0 0,67-41 0 0 0,-102 68-80 0 0,0 1 0 0 0,0-1 0 0 0,0 2 0 0 0,1-1 0 0 0,-1 0 0 0 0,0 1 0 0 0,1 0 0 0 0,-1 0-1 0 0,1 1 1 0 0,-1-1 0 0 0,1 1 0 0 0,9 2 0 0 0,-12-2-56 0 0,0 1 0 0 0,0 0-1 0 0,0 0 1 0 0,0 0 0 0 0,1 0 0 0 0,-2 0-1 0 0,1 1 1 0 0,0 0 0 0 0,0-1 0 0 0,0 1-1 0 0,-1 0 1 0 0,1 0 0 0 0,-1 1 0 0 0,0-1-1 0 0,1 0 1 0 0,-1 1 0 0 0,0 0 0 0 0,0-1-1 0 0,-1 1 1 0 0,1 0 0 0 0,2 6 0 0 0,3 10-27 0 0,-2 1 0 0 0,0-1 1 0 0,-1 1-1 0 0,3 36 0 0 0,-6-38-855 0 0,1 0-1 0 0,1 0 1 0 0,1 0 0 0 0,0 0-1 0 0,1 0 1 0 0,10 20-1 0 0,-4-18-4465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2 6449 0 0,'0'-1'267'0'0,"0"1"-178"0"0,1 0 0 0 0,-1 0 0 0 0,0 0 0 0 0,0 0 0 0 0,1 0 0 0 0,-1-1 0 0 0,0 1 0 0 0,0 0 0 0 0,1 0 0 0 0,-1 0 0 0 0,0 0 0 0 0,0 0-1 0 0,1 0 1 0 0,-1 0 0 0 0,0 0 0 0 0,0 0 0 0 0,1 0 0 0 0,-1 0 0 0 0,0 0 0 0 0,0 0 0 0 0,1 0 0 0 0,-1 0 0 0 0,0 0 0 0 0,3 2 978 0 0,-3-1-978 0 0,0-1 0 0 0,0 0 0 0 0,0 0 0 0 0,0 1 0 0 0,-4 12 2097 0 0,-18 18-816 0 0,20-29-1306 0 0,-28 39 111 0 0,1 2-1 0 0,3 2 1 0 0,1 0 0 0 0,2 1 0 0 0,3 2-1 0 0,1 0 1 0 0,3 1 0 0 0,-12 54-1 0 0,23-75-171 0 0,2-12-265 0 0,-1 0 0 0 0,-10 30 0 0 0,14-46 156 0 0,-1 1-1 0 0,1 0 0 0 0,0-1 1 0 0,-1 1-1 0 0,1-1 0 0 0,0 1 0 0 0,-1-1 1 0 0,1 1-1 0 0,0-1 0 0 0,-1 1 1 0 0,1-1-1 0 0,-1 0 0 0 0,1 1 0 0 0,-1-1 1 0 0,1 0-1 0 0,-1 1 0 0 0,0-1 1 0 0,1 0-1 0 0,-1 1 0 0 0,1-1 0 0 0,-1 0 1 0 0,0 0-1 0 0,1 0 0 0 0,-1 0 1 0 0,1 0-1 0 0,-1 0 0 0 0,0 0 0 0 0,1 0 1 0 0,-1 0-1 0 0,0 0 0 0 0,1 0 1 0 0,-1 0-1 0 0,0 0 0 0 0,1 0 0 0 0,-1 0 1 0 0,1-1-1 0 0,-1 1 0 0 0,0 0 1 0 0,1 0-1 0 0,-1-1 0 0 0,1 1 0 0 0,-1 0 1 0 0,1-1-1 0 0,-1 1 0 0 0,1-1 0 0 0,-1 1 1 0 0,0-1-1 0 0,-4-4-781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1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0 215 744 0 0,'28'-71'950'0'0,"-20"47"-237"0"0,1 1 0 0 0,19-36 0 0 0,-26 57-398 0 0,0-1 0 0 0,1 1 0 0 0,-1-1 1 0 0,1 1-1 0 0,0 0 0 0 0,-1 0 0 0 0,1 0 1 0 0,0 0-1 0 0,0 1 0 0 0,1-1 0 0 0,-1 1 0 0 0,0-1 1 0 0,0 1-1 0 0,1 0 0 0 0,5 0 0 0 0,56-7 1564 0 0,-57 8-1458 0 0,-2-1-69 0 0,28 2 1451 0 0,-33-1-1749 0 0,-1 0-1 0 0,1 0 0 0 0,0 0 1 0 0,0 1-1 0 0,-1-1 1 0 0,1 0-1 0 0,0 1 0 0 0,-1-1 1 0 0,1 0-1 0 0,0 1 1 0 0,-1-1-1 0 0,1 1 0 0 0,-1-1 1 0 0,1 1-1 0 0,0-1 1 0 0,-1 1-1 0 0,1-1 0 0 0,-1 1 1 0 0,0 0-1 0 0,1-1 1 0 0,-1 1-1 0 0,1 0 1 0 0,-1-1-1 0 0,0 1 0 0 0,0 0 1 0 0,1 0-1 0 0,-1-1 1 0 0,0 1-1 0 0,0 0 0 0 0,0 0 1 0 0,0-1-1 0 0,0 1 1 0 0,0 0-1 0 0,0 0 0 0 0,0-1 1 0 0,0 1-1 0 0,0 1 1 0 0,-25 106 1404 0 0,15-72-501 0 0,-8 63 0 0 0,17-87-1472 0 0,0 1 0 0 0,1-1 0 0 0,0 0 0 0 0,1 1 0 0 0,1-1 1 0 0,0 0-1 0 0,0 0 0 0 0,1 0 0 0 0,6 14 0 0 0,-1-9-5323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2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0,'11'29'6426'0'0,"-4"-14"-5652"0"0,-1 0 0 0 0,-1 0-1 0 0,0 1 1 0 0,-1-1 0 0 0,-1 1-1 0 0,0 0 1 0 0,-1 0 0 0 0,-1 19-1 0 0,-2 15-1720 0 0,-10 64 0 0 0,4-44-3195 0 0,5-57 61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2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10 920 0 0,'-16'-9'17815'0'0,"17"18"-19372"0"0,0-2 494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6449 0 0,'2'0'337'0'0,"0"0"1"0"0,1 0-1 0 0,-1 0 0 0 0,0 0 0 0 0,1 0 0 0 0,-1 1 0 0 0,0-1 0 0 0,0 1 0 0 0,0 0 0 0 0,1-1 0 0 0,-1 1 0 0 0,0 0 0 0 0,0 0 0 0 0,0 0 0 0 0,0 1 0 0 0,0-1 0 0 0,-1 0 0 0 0,1 1 1 0 0,0 0-1 0 0,-1-1 0 0 0,1 1 0 0 0,-1 0 0 0 0,3 3 0 0 0,2 3 350 0 0,0-1 1 0 0,-1 1-1 0 0,0 0 0 0 0,6 15 1 0 0,-2 3-273 0 0,-7-19-506 0 0,0 0-1 0 0,1 0 0 0 0,-1 0 0 0 0,7 10 0 0 0,-5-22-124 0 0,0 0 0 0 0,-1-1 1 0 0,1 1-1 0 0,-1-1 0 0 0,4-10 0 0 0,-4 9 96 0 0,14-27-360 0 0,29-42-1 0 0,-39 66 322 0 0,-1 1 0 0 0,1 0 0 0 0,1 1 0 0 0,0 0 1 0 0,0 0-1 0 0,1 1 0 0 0,0 0 0 0 0,0 0 0 0 0,12-6 0 0 0,-20 12 212 0 0,1 0-1 0 0,0 0 1 0 0,-1 1-1 0 0,1-1 1 0 0,0 1-1 0 0,-1-1 1 0 0,1 1-1 0 0,0-1 1 0 0,0 1-1 0 0,-1 0 1 0 0,1 0-1 0 0,0 0 1 0 0,0 0-1 0 0,0 0 1 0 0,-1 0-1 0 0,1 1 1 0 0,0-1 0 0 0,0 1-1 0 0,-1-1 1 0 0,1 1-1 0 0,0 0 1 0 0,1 0-1 0 0,0 1 113 0 0,-1 0-1 0 0,1 1 1 0 0,0-1-1 0 0,-1 0 0 0 0,0 1 1 0 0,0 0-1 0 0,1-1 1 0 0,-2 1-1 0 0,1 0 1 0 0,3 6-1 0 0,1 5 151 0 0,-1 0-1 0 0,0 1 1 0 0,-1 0 0 0 0,2 15-1 0 0,5 36-1417 0 0,-8-46 20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4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 7370 0 0,'0'0'23'0'0,"0"0"0"0"0,0 0 0 0 0,0-1 0 0 0,-1 1 0 0 0,1 0 0 0 0,0 0 0 0 0,0 0 0 0 0,0 0 0 0 0,0 0 0 0 0,0-1 0 0 0,0 1 0 0 0,0 0 0 0 0,0 0 0 0 0,0 0 1 0 0,0 0-1 0 0,0-1 0 0 0,0 1 0 0 0,0 0 0 0 0,0 0 0 0 0,0 0 0 0 0,0-1 0 0 0,0 1 0 0 0,0 0 0 0 0,0 0 0 0 0,0 0 0 0 0,0 0 0 0 0,0-1 0 0 0,0 1 0 0 0,0 0 1 0 0,0 0-1 0 0,0 0 0 0 0,0 0 0 0 0,0-1 0 0 0,0 1 0 0 0,0 0 0 0 0,0 0 0 0 0,1 0 0 0 0,-1 0 0 0 0,0 0 0 0 0,0-1 0 0 0,0 1 0 0 0,0 0 0 0 0,0 0 0 0 0,1 0 0 0 0,-1 0 1 0 0,0 0-1 0 0,0 0 0 0 0,10 5 1556 0 0,11 17 1733 0 0,-15-8-2616 0 0,-1 0-1 0 0,0 1 1 0 0,-1-1-1 0 0,0 1 1 0 0,-2 0 0 0 0,0 0-1 0 0,0 0 1 0 0,-1 22-1 0 0,-1-13-1090 0 0,2-1 0 0 0,7 33 0 0 0,-2-15-4732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3 177 920 0 0,'-1'-5'185'0'0,"0"-1"1"0"0,1 1-1 0 0,0 0 0 0 0,0-1 0 0 0,0 0 1 0 0,0 1-1 0 0,1 0 0 0 0,0-1 1 0 0,0 1-1 0 0,1-1 0 0 0,-1 1 0 0 0,1 0 1 0 0,0 0-1 0 0,1 0 0 0 0,-1 0 0 0 0,1 0 1 0 0,0 1-1 0 0,0-1 0 0 0,1 1 0 0 0,-1 0 1 0 0,1 0-1 0 0,8-7 0 0 0,-4 4 542 0 0,2 0-1 0 0,-1 1 1 0 0,0 0 0 0 0,1 1-1 0 0,20-9 1 0 0,-27 13-505 0 0,1-1 1 0 0,0 1-1 0 0,-1 0 0 0 0,1 0 0 0 0,0 0 1 0 0,0 0-1 0 0,0 1 0 0 0,0-1 1 0 0,0 1-1 0 0,0 0 0 0 0,0 0 1 0 0,0 0-1 0 0,0 1 0 0 0,0 0 0 0 0,0 0 1 0 0,0 0-1 0 0,-1 0 0 0 0,1 0 1 0 0,6 4-1 0 0,-8-4-125 0 0,0 1 1 0 0,-1 0-1 0 0,0-1 0 0 0,1 1 1 0 0,-1 0-1 0 0,0 0 0 0 0,0 0 0 0 0,0 0 1 0 0,0 0-1 0 0,0 0 0 0 0,0 0 1 0 0,-1 0-1 0 0,1 0 0 0 0,-1 1 1 0 0,1-1-1 0 0,-1 0 0 0 0,0 0 1 0 0,0 0-1 0 0,0 1 0 0 0,0-1 1 0 0,0 0-1 0 0,0 0 0 0 0,-1 0 1 0 0,1 1-1 0 0,-1-1 0 0 0,0 0 0 0 0,-1 4 1 0 0,-3 7-110 0 0,-1 0-1 0 0,0 0 1 0 0,-8 13 0 0 0,10-20-51 0 0,-25 37-4721 0 0,16-25-303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3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7834 0 0,'1'4'844'0'0,"1"0"0"0"0,-1 0 0 0 0,0 0 0 0 0,0 0 1 0 0,0 0-1 0 0,0 6 0 0 0,3 34 1638 0 0,-1-6-1210 0 0,8 39 1 0 0,-9-68-1438 0 0,0 1-1 0 0,1-1 0 0 0,0 1 0 0 0,0-1 1 0 0,1 0-1 0 0,1 0 0 0 0,-1 0 0 0 0,1-1 1 0 0,8 10-1 0 0,-12-17-38 0 0,0 1 0 0 0,0-1 0 0 0,0 1 0 0 0,0-1 0 0 0,1 0 0 0 0,-1 0 0 0 0,0 1 0 0 0,1-1 0 0 0,-1 0 0 0 0,1 0 0 0 0,0 0 0 0 0,-1 0-1 0 0,1-1 1 0 0,0 1 0 0 0,-1 0 0 0 0,1-1 0 0 0,0 1 0 0 0,0-1 0 0 0,0 0 0 0 0,-1 1 0 0 0,1-1 0 0 0,3 0 0 0 0,-2-1 53 0 0,-1 0 0 0 0,0 0 0 0 0,0 0 0 0 0,0 0 0 0 0,0 0 0 0 0,0 0 1 0 0,0 0-1 0 0,-1-1 0 0 0,1 1 0 0 0,0-1 0 0 0,-1 1 0 0 0,1-1 0 0 0,-1 0 0 0 0,1 0 0 0 0,1-3 0 0 0,5-8-242 0 0,-1-1 0 0 0,-1 0-1 0 0,0 0 1 0 0,4-18 0 0 0,-9 29 292 0 0,16-59-326 0 0,-12 38 1304 0 0,2 1 0 0 0,0-1 1 0 0,20-26 5264 0 0,-27 50-6007 0 0,10 12 2372 0 0,11 32-1868 0 0,-12-23-157 0 0,25 32-1816 0 0,-5-22-2390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4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0,'11'22'7887'0'0,"4"30"-4638"0"0,-9-29-2290 0 0,30 109 515 0 0,-4-12-3539 0 0,-25-93-4565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4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2 112 7834 0 0,'0'0'147'0'0,"-1"-1"0"0"0,1 1 0 0 0,0-1 0 0 0,0 1 0 0 0,0-1 0 0 0,0 1 0 0 0,-1-1 0 0 0,1 1 0 0 0,0-1 0 0 0,0 0 1 0 0,0 1-1 0 0,0-1 0 0 0,0 1 0 0 0,0-1 0 0 0,1 1 0 0 0,-1-1 0 0 0,0 1 0 0 0,0-1 0 0 0,0 0 0 0 0,0 1 0 0 0,1-1 0 0 0,-1 1 1 0 0,0-1-1 0 0,1 1 0 0 0,-1 0 0 0 0,0-1 0 0 0,1 1 0 0 0,-1-1 0 0 0,0 1 0 0 0,1-1 0 0 0,-1 1 0 0 0,1 0 0 0 0,-1-1 0 0 0,1 1 0 0 0,-1 0 1 0 0,1 0-1 0 0,-1-1 0 0 0,1 1 0 0 0,-1 0 0 0 0,1 0 0 0 0,0 0 0 0 0,29-15 1952 0 0,-27 13-1709 0 0,106-40 960 0 0,-74 31-3891 0 0,43-8 0 0 0,-52 15 671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5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6913 0 0,'-14'5'6464'0'0,"14"-5"-6383"0"0,5 5 91 0 0,1 1 1 0 0,0-1-1 0 0,0 0 1 0 0,0-1-1 0 0,1 1 0 0 0,-1-1 1 0 0,11 4-1 0 0,59 22 837 0 0,-24-10-353 0 0,181 88 2122 0 0,50 21-2214 0 0,-225-104-2964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228 17 5529 0 0,'19'-17'7211'0'0,"-18"18"-7125"0"0,-1-1-1 0 0,1 0 1 0 0,-1 0-1 0 0,1 0 1 0 0,-1 1-1 0 0,1-1 1 0 0,-1 0-1 0 0,1 1 1 0 0,-1-1 0 0 0,0 0-1 0 0,1 1 1 0 0,-1-1-1 0 0,1 1 1 0 0,-1-1-1 0 0,0 1 1 0 0,1-1-1 0 0,-1 1 1 0 0,0-1-1 0 0,0 1 1 0 0,1-1-1 0 0,-1 1 1 0 0,0-1-1 0 0,0 1 1 0 0,0-1-1 0 0,0 1 1 0 0,0-1-1 0 0,0 1 1 0 0,1-1 0 0 0,-1 1-1 0 0,0 0 1 0 0,-1-1-1 0 0,1 1 1 0 0,0-1-1 0 0,0 1 1 0 0,0-1-1 0 0,0 1 1 0 0,1 12-79 0 0,1 0 0 0 0,1 0 0 0 0,0 0-1 0 0,1-1 1 0 0,0 1 0 0 0,11 19 0 0 0,2-1-35 0 0,24 32 1 0 0,9 15-46 0 0,-49-78 72 0 0,-1 1 0 0 0,1 0 0 0 0,-1-1 0 0 0,0 1 0 0 0,1 0 0 0 0,-1 0 0 0 0,0-1 1 0 0,0 1-1 0 0,0 0 0 0 0,1 0 0 0 0,-1 0 0 0 0,0-1 0 0 0,0 1 0 0 0,0 0 0 0 0,0 0 0 0 0,0 0 1 0 0,-1-1-1 0 0,1 1 0 0 0,0 0 0 0 0,0 0 0 0 0,0-1 0 0 0,-1 1 0 0 0,1 0 0 0 0,0 0 0 0 0,-1-1 1 0 0,1 1-1 0 0,-1 0 0 0 0,-1 1 12 0 0,1 0 0 0 0,-1-1 0 0 0,0 1 0 0 0,0-1 0 0 0,0 0 0 0 0,0 1 1 0 0,0-1-1 0 0,0 0 0 0 0,-4 1 0 0 0,-9 3 109 0 0,-1 0 0 0 0,-22 2 0 0 0,17-3-18 0 0,-160 44 138 0 0,105-23-5187 0 0,50-16-70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6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4 3225 0 0,'-12'-3'-280'0'0,"-15"3"8215"0"0,32 15-6926 0 0,12 12-44 0 0,1 0 1 0 0,1 0-1 0 0,2-2 0 0 0,32 32 0 0 0,106 76 460 0 0,-33-31-2294 0 0,-107-86-605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6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247 7 5065 0 0,'0'-1'150'0'0,"-1"1"-1"0"0,0-1 1 0 0,0 0-1 0 0,0 1 1 0 0,0-1 0 0 0,0 1-1 0 0,0-1 1 0 0,-1 1-1 0 0,1 0 1 0 0,0-1 0 0 0,0 1-1 0 0,0 0 1 0 0,0 0-1 0 0,0 0 1 0 0,0-1 0 0 0,-1 1-1 0 0,1 1 1 0 0,0-1-1 0 0,0 0 1 0 0,0 0-1 0 0,0 0 1 0 0,0 1 0 0 0,-1-1-1 0 0,1 0 1 0 0,0 1-1 0 0,0-1 1 0 0,-2 2 0 0 0,-32 13 2038 0 0,16-4-1325 0 0,0 0 0 0 0,0 1 0 0 0,2 2 0 0 0,-18 15-1 0 0,24-19-830 0 0,0 2-1 0 0,0 0 1 0 0,-13 20-1 0 0,15-16-3846 0 0,5-1-1363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7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17 5985 0 0,'-13'2'947'0'0,"0"1"0"0"0,0 0 0 0 0,0 1 0 0 0,-18 8 0 0 0,31-12-938 0 0,0 0 1 0 0,0 0-1 0 0,0 0 0 0 0,0 0 1 0 0,0 0-1 0 0,0 0 1 0 0,1 0-1 0 0,-1 0 1 0 0,0 0-1 0 0,0 0 1 0 0,0 0-1 0 0,0 0 0 0 0,0 0 1 0 0,0 0-1 0 0,0 0 1 0 0,0 0-1 0 0,0 1 1 0 0,0-1-1 0 0,0 0 1 0 0,0 0-1 0 0,0 0 0 0 0,0 0 1 0 0,1 0-1 0 0,-1 0 1 0 0,0 0-1 0 0,0 0 1 0 0,0 0-1 0 0,0 0 1 0 0,0 0-1 0 0,0 0 0 0 0,0 0 1 0 0,0 0-1 0 0,0 0 1 0 0,0 1-1 0 0,0-1 1 0 0,0 0-1 0 0,0 0 1 0 0,0 0-1 0 0,0 0 0 0 0,0 0 1 0 0,0 0-1 0 0,0 0 1 0 0,0 0-1 0 0,0 0 1 0 0,0 0-1 0 0,0 0 1 0 0,0 0-1 0 0,0 1 0 0 0,0-1 1 0 0,0 0-1 0 0,0 0 1 0 0,0 0-1 0 0,0 0 1 0 0,0 0-1 0 0,0 0 1 0 0,0 0-1 0 0,-1 0 0 0 0,1 0 1 0 0,0 0-1 0 0,0 0 1 0 0,0 0-1 0 0,0 0 1 0 0,0 0-1 0 0,0 0 1 0 0,0 1-1 0 0,12 1 379 0 0,12 0 148 0 0,176-21 2200 0 0,61-1-1802 0 0,455 26 973 0 0,-511-14-2595 0 0,-2 1-1730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7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19 920 0 0,'-19'-18'11171'0'0,"49"28"-10658"0"0,-1 2 0 0 0,0 1 0 0 0,0 1 0 0 0,-1 1 0 0 0,-1 2 0 0 0,-1 0 0 0 0,0 2 0 0 0,41 40 0 0 0,-66-58-512 0 0,0 0 0 0 0,0 0 0 0 0,1 0 0 0 0,-1 0 1 0 0,0 0-1 0 0,0 0 0 0 0,0 1 0 0 0,0-1 0 0 0,-1 0 0 0 0,1 1 1 0 0,0-1-1 0 0,-1 0 0 0 0,1 1 0 0 0,0-1 0 0 0,-1 1 1 0 0,0 0-1 0 0,1-1 0 0 0,-1 1 0 0 0,0-1 0 0 0,0 1 0 0 0,0-1 1 0 0,0 1-1 0 0,0 0 0 0 0,0-1 0 0 0,0 1 0 0 0,-1 2 1 0 0,-2 0 9 0 0,1-1 0 0 0,0 1 0 0 0,-1-1 0 0 0,0 1 1 0 0,0-1-1 0 0,0 0 0 0 0,0 0 0 0 0,0 0 0 0 0,-5 2 1 0 0,-126 109 2284 0 0,82-59-8265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8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74 9674 0 0,'-6'-38'2980'0'0,"3"32"-983"0"0,1 26-1214 0 0,3-2-722 0 0,1 0 1 0 0,0-1-1 0 0,1 0 0 0 0,1 1 0 0 0,7 17 1 0 0,35 81 235 0 0,-38-99-427 0 0,0 0-1 0 0,2-1 0 0 0,15 21 0 0 0,-23-33 105 0 0,1 0-1 0 0,0-1 1 0 0,0 1 0 0 0,0-1-1 0 0,0 0 1 0 0,0 0-1 0 0,1 0 1 0 0,-1 0 0 0 0,1-1-1 0 0,0 1 1 0 0,-1-1 0 0 0,1 0-1 0 0,1 0 1 0 0,-1-1-1 0 0,0 1 1 0 0,0-1 0 0 0,1 0-1 0 0,-1 0 1 0 0,8 1 0 0 0,-9-2 118 0 0,1-1 1 0 0,-1 0 0 0 0,0 0 0 0 0,0 0 0 0 0,0 0 0 0 0,1 0 0 0 0,-1-1 0 0 0,-1 1 0 0 0,1-1 0 0 0,0 0-1 0 0,0 0 1 0 0,-1 0 0 0 0,1 0 0 0 0,-1 0 0 0 0,1-1 0 0 0,-1 1 0 0 0,0-1 0 0 0,0 1 0 0 0,0-1-1 0 0,0 0 1 0 0,-1 0 0 0 0,1 0 0 0 0,-1 0 0 0 0,0 0 0 0 0,1 0 0 0 0,-1 0 0 0 0,-1 0 0 0 0,2-6 0 0 0,0-2 175 0 0,0 1 0 0 0,-1-1 1 0 0,-1 1-1 0 0,1-1 0 0 0,-2 1 1 0 0,1-1-1 0 0,-5-18 1 0 0,-1 1 130 0 0,-1 1 1 0 0,-2-1-1 0 0,-20-43 1 0 0,26 65-397 0 0,-1-1 1 0 0,1 1-1 0 0,-1-1 1 0 0,0 1-1 0 0,0 0 1 0 0,-1 0-1 0 0,0 1 1 0 0,0 0-1 0 0,0 0 1 0 0,-1 0-1 0 0,1 0 1 0 0,-1 1-1 0 0,0 0 1 0 0,-1 0-1 0 0,1 0 1 0 0,-1 1-1 0 0,1 0 1 0 0,-1 0-1 0 0,-12-2 1 0 0,15 4-286 0 0,0 1 0 0 0,0 0 1 0 0,0 0-1 0 0,1 0 0 0 0,-1 0 0 0 0,-7 2 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8754 0 0,'0'0'150'0'0,"1"-1"-1"0"0,0 1 1 0 0,0 0 0 0 0,0-1 0 0 0,-1 1 0 0 0,1 0-1 0 0,0 0 1 0 0,0 0 0 0 0,0-1 0 0 0,0 1-1 0 0,-1 0 1 0 0,1 0 0 0 0,0 0 0 0 0,0 0-1 0 0,0 0 1 0 0,0 1 0 0 0,-1-1 0 0 0,1 0 0 0 0,0 0-1 0 0,0 1 1 0 0,0-1 0 0 0,-1 0 0 0 0,1 1-1 0 0,0-1 1 0 0,0 0 0 0 0,-1 1 0 0 0,1-1-1 0 0,0 1 1 0 0,-1 0 0 0 0,1-1 0 0 0,0 1 0 0 0,-1-1-1 0 0,1 1 1 0 0,-1 0 0 0 0,1-1 0 0 0,-1 1-1 0 0,0 0 1 0 0,1 0 0 0 0,-1 0 0 0 0,0-1 0 0 0,1 1-1 0 0,-1 0 1 0 0,0 0 0 0 0,0 0 0 0 0,0-1-1 0 0,0 1 1 0 0,1 0 0 0 0,-1 0 0 0 0,-1 1-1 0 0,3 9 246 0 0,-2 0-1 0 0,1-1 0 0 0,-2 14 0 0 0,0-12-154 0 0,2-4-190 0 0,-1-1 0 0 0,1 1 1 0 0,0-1-1 0 0,1 1 1 0 0,0-1-1 0 0,0 0 0 0 0,0 0 1 0 0,7 13-1 0 0,-8-19-69 0 0,0 1-1 0 0,0 0 1 0 0,0 0 0 0 0,0 0-1 0 0,0-1 1 0 0,0 1-1 0 0,0-1 1 0 0,1 1 0 0 0,-1-1-1 0 0,1 1 1 0 0,-1-1-1 0 0,1 0 1 0 0,0 0-1 0 0,-1 0 1 0 0,1 0 0 0 0,0 0-1 0 0,0 0 1 0 0,0 0-1 0 0,0-1 1 0 0,0 1 0 0 0,0 0-1 0 0,-1-1 1 0 0,1 0-1 0 0,1 1 1 0 0,-1-1-1 0 0,0 0 1 0 0,0 0 0 0 0,0 0-1 0 0,0 0 1 0 0,0-1-1 0 0,0 1 1 0 0,0-1 0 0 0,0 1-1 0 0,0-1 1 0 0,-1 1-1 0 0,1-1 1 0 0,3-2-1 0 0,-3 2 26 0 0,0-1 0 0 0,0 0 0 0 0,1 0 0 0 0,-1 0-1 0 0,-1 0 1 0 0,1 0 0 0 0,0 0 0 0 0,-1 0-1 0 0,1-1 1 0 0,-1 1 0 0 0,1-1 0 0 0,-1 1-1 0 0,0-1 1 0 0,0 1 0 0 0,0-1 0 0 0,0-3-1 0 0,10-53 444 0 0,-7 33-126 0 0,-3 19-192 0 0,0-1 0 0 0,1 1 1 0 0,0 1-1 0 0,0-1 0 0 0,1 0 0 0 0,0 0 1 0 0,0 1-1 0 0,0 0 0 0 0,5-7 0 0 0,-8 14-103 0 0,1-1 0 0 0,0 1-1 0 0,-1-1 1 0 0,1 1 0 0 0,-1-1-1 0 0,1 1 1 0 0,-1-1 0 0 0,0 1-1 0 0,1 0 1 0 0,-1-1 0 0 0,0 1-1 0 0,1 0 1 0 0,-1-1 0 0 0,0 1-1 0 0,0 0 1 0 0,1-1 0 0 0,-1 1-1 0 0,0 0 1 0 0,0-1 0 0 0,0 1 0 0 0,0 0-1 0 0,0 0 1 0 0,0 0 0 0 0,4 22 243 0 0,-3-10-200 0 0,2 0 0 0 0,-1 0 0 0 0,2-1 0 0 0,0 1 0 0 0,10 22 0 0 0,-11-29-386 0 0,1 1-1 0 0,-1-1 1 0 0,2 0 0 0 0,-1 0 0 0 0,1 0 0 0 0,0 0-1 0 0,6 5 1 0 0,-1-4-957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83 8290 0 0,'-1'-23'-861'0'0,"1"-21"4453"0"0,-1 29 1065 0 0,1 47-1215 0 0,1 2-2875 0 0,2 1 1 0 0,1 0-1 0 0,11 41 1 0 0,36 102-480 0 0,-16-62-484 0 0,-12-37-1951 0 0,-11-42-4457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94 6913 0 0,'0'0'36'0'0,"0"0"0"0"0,-1 0-1 0 0,1 0 1 0 0,0 0-1 0 0,0 0 1 0 0,0 0 0 0 0,-1-1-1 0 0,1 1 1 0 0,0 0-1 0 0,0 0 1 0 0,0 0 0 0 0,0 0-1 0 0,-1-1 1 0 0,1 1-1 0 0,0 0 1 0 0,0 0 0 0 0,0 0-1 0 0,0-1 1 0 0,0 1-1 0 0,0 0 1 0 0,0 0 0 0 0,0 0-1 0 0,0-1 1 0 0,0 1-1 0 0,0 0 1 0 0,-1 0-1 0 0,1 0 1 0 0,0-1 0 0 0,1 1-1 0 0,-1 0 1 0 0,0 0-1 0 0,0-1 1 0 0,0 1 0 0 0,0 0-1 0 0,0 0 1 0 0,0 0-1 0 0,0-1 1 0 0,0 1 0 0 0,0 0-1 0 0,0-1 1 0 0,11-6 1083 0 0,25-6 484 0 0,-27 10-1094 0 0,94-30 833 0 0,3 8-6552 0 0,-76 21 3219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19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7858 0 0,'1'-8'3705'0'0,"-1"8"-3626"0"0,12 5 4041 0 0,12 15-1059 0 0,-20-15-2933 0 0,1 1 0 0 0,0 0 1 0 0,-1 0-1 0 0,0 0 0 0 0,-1 0 1 0 0,1 1-1 0 0,-1-1 0 0 0,-1 1 1 0 0,1 0-1 0 0,-1 0 0 0 0,0 0 1 0 0,-1 0-1 0 0,1 0 0 0 0,-2 1 1 0 0,1 6-1 0 0,-1 13-901 0 0,-1 0-1 0 0,-8 46 1 0 0,5-41-293 0 0,3-25 572 0 0,0-1-156 0 0,1-1-1 0 0,-1 1 1 0 0,0 0 0 0 0,-1-1 0 0 0,1 1 0 0 0,-1-1 0 0 0,-3 7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3681 0 0,'4'-4'376'0'0,"0"1"0"0"0,1-1 1 0 0,-1 1-1 0 0,1 0 0 0 0,0 1 1 0 0,0-1-1 0 0,0 1 0 0 0,0 0 1 0 0,0 0-1 0 0,0 0 0 0 0,1 1 1 0 0,-1 0-1 0 0,1 0 0 0 0,7-1 1 0 0,-3 1 425 0 0,0 1 1 0 0,1 0-1 0 0,-1 0 1 0 0,0 1-1 0 0,0 0 1 0 0,0 0-1 0 0,12 4 1 0 0,-20-4-681 0 0,0 0 0 0 0,0-1 0 0 0,0 1 0 0 0,0 0 0 0 0,0 0-1 0 0,0 0 1 0 0,-1 0 0 0 0,1 0 0 0 0,0 0 0 0 0,0 0 0 0 0,-1 1 0 0 0,1-1 0 0 0,-1 1 0 0 0,1-1 0 0 0,-1 1-1 0 0,0-1 1 0 0,0 1 0 0 0,1 0 0 0 0,-1 0 0 0 0,0 0 0 0 0,-1-1 0 0 0,2 4 0 0 0,-2-2-51 0 0,1 0 1 0 0,-1 0 0 0 0,0 0-1 0 0,0 0 1 0 0,-1 0-1 0 0,1-1 1 0 0,-1 1-1 0 0,1 0 1 0 0,-1 0-1 0 0,0 0 1 0 0,0 0 0 0 0,0-1-1 0 0,0 1 1 0 0,-2 2-1 0 0,-4 6-107 0 0,-1 1-1 0 0,0-2 0 0 0,0 1 0 0 0,-1-1 1 0 0,-17 14-1 0 0,-10 6-430 0 0,18-16-1003 0 0,0 1-3371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3681 0 0,'2'1'645'0'0,"0"0"1"0"0,0 0-1 0 0,0 1 1 0 0,-1-1-1 0 0,1 1 1 0 0,0 0-1 0 0,-1-1 1 0 0,0 1-1 0 0,1 0 0 0 0,-1 0 1 0 0,0 0-1 0 0,0 0 1 0 0,1 4-1 0 0,11 35 3600 0 0,0-2-2930 0 0,5-12-1163 0 0,-18-26-180 0 0,1 0 0 0 0,-1-1 0 0 0,1 1 0 0 0,-1 0 0 0 0,1 0 0 0 0,-1 0-1 0 0,1-1 1 0 0,0 1 0 0 0,-1 0 0 0 0,1-1 0 0 0,0 1 0 0 0,0 0 0 0 0,0-1 0 0 0,-1 1 0 0 0,1-1 0 0 0,0 0 0 0 0,0 1-1 0 0,0-1 1 0 0,0 0 0 0 0,0 1 0 0 0,0-1 0 0 0,0 0 0 0 0,0 0 0 0 0,0 0 0 0 0,0 0 0 0 0,0 0 0 0 0,0 0 0 0 0,0 0 0 0 0,1 0-1 0 0,0-4-79 0 0,1 1-1 0 0,-1-1 0 0 0,0 0 0 0 0,0 0 0 0 0,-1 0 0 0 0,1 0 0 0 0,-1-1 0 0 0,0 1 0 0 0,0 0 0 0 0,1-9 0 0 0,1-4 54 0 0,1 5 155 0 0,11-37 285 0 0,-14 47-307 0 0,-1 0 0 0 0,1 1 1 0 0,0-1-1 0 0,0 0 0 0 0,0 0 0 0 0,0 1 0 0 0,0-1 1 0 0,1 0-1 0 0,-1 1 0 0 0,0-1 0 0 0,1 1 0 0 0,-1 0 0 0 0,1-1 1 0 0,-1 1-1 0 0,1 0 0 0 0,0 0 0 0 0,-1 0 0 0 0,1 0 1 0 0,0 0-1 0 0,2 0 0 0 0,-4 1-13 0 0,1 0-1 0 0,0 0 1 0 0,-1 0 0 0 0,1 1 0 0 0,-1-1-1 0 0,1 0 1 0 0,-1 1 0 0 0,1-1 0 0 0,-1 0-1 0 0,1 1 1 0 0,-1-1 0 0 0,1 0 0 0 0,-1 1 0 0 0,1-1-1 0 0,-1 1 1 0 0,0-1 0 0 0,1 1 0 0 0,-1-1-1 0 0,0 1 1 0 0,1-1 0 0 0,-1 1 0 0 0,0-1-1 0 0,0 1 1 0 0,1 0 0 0 0,-1 0 0 0 0,8 21 601 0 0,-6-14-399 0 0,1-1-350 0 0,0-1 1 0 0,0 0 0 0 0,1 0-1 0 0,0 0 1 0 0,0-1 0 0 0,0 1 0 0 0,1-1-1 0 0,5 5 1 0 0,-7-7-398 0 0,1 0 0 0 0,-1-1 0 0 0,1 1 0 0 0,0-1 0 0 0,0 0 1 0 0,0 0-1 0 0,0 0 0 0 0,6 1 0 0 0,9 1-5511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35 7370 0 0,'-13'-20'330'0'0,"12"18"44"0"0,0 1-1 0 0,0 0 1 0 0,0 0-1 0 0,0 0 1 0 0,-1 0 0 0 0,1 0-1 0 0,0 0 1 0 0,-1 0-1 0 0,1 0 1 0 0,0 1 0 0 0,-1-1-1 0 0,1 1 1 0 0,-1-1 0 0 0,-2 0-1 0 0,3 1-136 0 0,0 0 0 0 0,0 0 0 0 0,0 0 0 0 0,1 0 0 0 0,-1 0 0 0 0,0 0 0 0 0,0 0 0 0 0,0 1 0 0 0,1-1 0 0 0,-1 0 0 0 0,0 0 0 0 0,0 1 0 0 0,1-1 0 0 0,-1 1-1 0 0,0-1 1 0 0,0 1 0 0 0,1-1 0 0 0,-1 1 0 0 0,1-1 0 0 0,-1 1 0 0 0,0 0 0 0 0,-1 1-83 0 0,1 1 0 0 0,0-1 0 0 0,0 0 0 0 0,0 0-1 0 0,0 1 1 0 0,0-1 0 0 0,0 0 0 0 0,0 1 0 0 0,1-1 0 0 0,-1 4 0 0 0,0 10 159 0 0,0-1-1 0 0,2 1 1 0 0,-1 0 0 0 0,2-1 0 0 0,0 1 0 0 0,1-1 0 0 0,9 29 0 0 0,5 2-213 0 0,25 53 0 0 0,30 25 109 0 0,-13-25-1120 0 0,-28-29-2479 0 0,-23-47-3516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20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94 144 6913 0 0,'-18'-7'290'0'0,"-32"-16"2144"0"0,48 21-1763 0 0,-1 1 1 0 0,1-1-1 0 0,-1 0 0 0 0,1 0 0 0 0,0 0 0 0 0,0-1 1 0 0,0 1-1 0 0,-3-5 0 0 0,4 6-554 0 0,1 0 0 0 0,0 1 0 0 0,-1-1 0 0 0,1 0 0 0 0,0 0 0 0 0,0 0 0 0 0,0 0 0 0 0,0 0 0 0 0,0 0 0 0 0,0 1 0 0 0,0-1 0 0 0,0 0 0 0 0,0 0 0 0 0,0 0 0 0 0,0 0 0 0 0,1 0 0 0 0,-1 0 0 0 0,0 1 0 0 0,1-1 0 0 0,-1 0 0 0 0,0 0 0 0 0,1 0 0 0 0,-1 1 0 0 0,1-1 0 0 0,-1 0 0 0 0,1 1 0 0 0,0-1 0 0 0,-1 0 0 0 0,1 1 0 0 0,-1-1 0 0 0,1 1 0 0 0,0-1 0 0 0,0 1 0 0 0,-1-1 1 0 0,1 1-1 0 0,0-1 0 0 0,0 1 0 0 0,1-1 0 0 0,36-13 693 0 0,-35 14-697 0 0,128-30 440 0 0,-74 20-4819 0 0,-43 8 2177 0 0,18-4-4512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64 241 2761 0 0,'-19'-51'2880'0'0,"3"-1"1"0"0,-12-71-1 0 0,28 108 2985 0 0,10 36-4113 0 0,10 37-1519 0 0,-7-10-42 0 0,-3 1-1 0 0,-2 0 1 0 0,-3 1-1 0 0,0 67 1 0 0,-3-56-661 0 0,2-1 0 0 0,16 78 0 0 0,-19-138 417 0 0,7 26-1176 0 0,-8-26 1034 0 0,0 1 0 0 0,0 0 0 0 0,1-1 0 0 0,-1 1 0 0 0,0 0 0 0 0,1-1 0 0 0,-1 1 0 0 0,1-1 0 0 0,-1 1 0 0 0,1-1 0 0 0,-1 1 0 0 0,1-1 0 0 0,-1 1 0 0 0,1-1 0 0 0,0 1 0 0 0,-1-1 0 0 0,1 0 0 0 0,1 1 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73 5065 0 0,'2'-3'188'0'0,"0"-1"0"0"0,0 1-1 0 0,0-1 1 0 0,1 1 0 0 0,-1 0 0 0 0,1 0-1 0 0,0 0 1 0 0,0 0 0 0 0,0 0 0 0 0,1 1 0 0 0,-1-1-1 0 0,1 1 1 0 0,4-2 0 0 0,1-1 533 0 0,1 0 1 0 0,0 1-1 0 0,19-7 1 0 0,-26 10-608 0 0,0 0 0 0 0,0 1 0 0 0,-1-1 0 0 0,1 0 0 0 0,0 1 0 0 0,0 0 0 0 0,0 0 0 0 0,0 0 0 0 0,0 0 0 0 0,-1 0 0 0 0,1 0 0 0 0,0 1 0 0 0,0-1 0 0 0,0 1 0 0 0,0 0 0 0 0,-1 0 0 0 0,1 0 0 0 0,0 0 0 0 0,-1 0 0 0 0,1 1 0 0 0,-1-1 0 0 0,1 1 0 0 0,-1 0 0 0 0,0-1 0 0 0,0 1 0 0 0,0 0 0 0 0,0 1 0 0 0,0-1 0 0 0,0 0 0 0 0,0 0 0 0 0,-1 1 0 0 0,1-1 0 0 0,-1 1 0 0 0,0-1 0 0 0,0 1 0 0 0,0 0 0 0 0,0-1 0 0 0,0 1 0 0 0,0 3 0 0 0,1 2-43 0 0,-1 0 1 0 0,0 0-1 0 0,-1 0 1 0 0,0 0-1 0 0,0 0 1 0 0,-1 0-1 0 0,1 0 1 0 0,-2 0-1 0 0,1-1 1 0 0,-1 1-1 0 0,-1 0 1 0 0,1-1-1 0 0,-5 10 1 0 0,-1-3 161 0 0,0-1 0 0 0,0 0 1 0 0,-2 0-1 0 0,1-1 0 0 0,-2 0 0 0 0,1 0 1 0 0,-2-1-1 0 0,-19 15 0 0 0,21-19-362 0 0,0-1 1 0 0,-1 0-1 0 0,1 0 0 0 0,-1-1 0 0 0,0 0 0 0 0,-13 3 0 0 0,14-6-951 0 0,0 0-1 0 0,0 0 1 0 0,-1-1-1 0 0,-13 1 1 0 0,46 6-5759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4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83 5529 0 0,'12'-2'960'0'0,"0"0"-1"0"0,-1-1 1 0 0,1 0 0 0 0,-1-1-1 0 0,0-1 1 0 0,11-5 0 0 0,11-4 772 0 0,-7 2-674 0 0,-21 9-695 0 0,0 0 0 0 0,0 0 1 0 0,0 1-1 0 0,0 0 1 0 0,1 0-1 0 0,-1 0 0 0 0,12-1 1 0 0,-11 1 685 0 0,3-3-3727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5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51 2761 0 0,'-31'-22'355'0'0,"29"20"-12"0"0,1 1 0 0 0,-1-1 0 0 0,1 1 0 0 0,-2-22 9273 0 0,19 41-7663 0 0,19 22-225 0 0,1-1 0 0 0,57 47 0 0 0,40 40-1774 0 0,-121-113-1623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5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37 262 3225 0 0,'2'-3'836'0'0,"0"0"0"0"0,1-1-1 0 0,-1 1 1 0 0,1 0 0 0 0,0 0 0 0 0,0 1 0 0 0,0-1 0 0 0,6-3 0 0 0,4-5 715 0 0,-5 1-759 0 0,0 1 1 0 0,0-1-1 0 0,-1-1 0 0 0,0 1 1 0 0,-1-1-1 0 0,0 0 1 0 0,4-13-1 0 0,-8 19-715 0 0,-1 1 0 0 0,1 0 0 0 0,-1-1-1 0 0,0 1 1 0 0,0-1 0 0 0,0 0 0 0 0,-1 1 0 0 0,0-1-1 0 0,0 0 1 0 0,0 1 0 0 0,0-1 0 0 0,-1 0 0 0 0,1 1-1 0 0,-1-1 1 0 0,-1 1 0 0 0,1-1 0 0 0,-1 1-1 0 0,1-1 1 0 0,-1 1 0 0 0,0 0 0 0 0,-1 0 0 0 0,-2-5-1 0 0,4 8-78 0 0,0 0 0 0 0,0-1 1 0 0,0 1-1 0 0,0 0 0 0 0,0 0 0 0 0,0 0 0 0 0,0 0 0 0 0,-1 0 0 0 0,1 0 0 0 0,0 1 0 0 0,-1-1 0 0 0,1 0 0 0 0,0 0 0 0 0,-1 1 0 0 0,1-1 0 0 0,-1 1 0 0 0,1 0 0 0 0,-1-1 0 0 0,1 1 0 0 0,-1 0 1 0 0,1 0-1 0 0,-1 0 0 0 0,1 0 0 0 0,-4 0 0 0 0,3 1 5 0 0,-1 0 1 0 0,1 0-1 0 0,-1 0 1 0 0,1 1-1 0 0,0-1 1 0 0,0 1-1 0 0,-1-1 1 0 0,1 1-1 0 0,0 0 1 0 0,0 0-1 0 0,0 0 1 0 0,-2 4-1 0 0,-4 6-12 0 0,0-1 0 0 0,1 2-1 0 0,1-1 1 0 0,-7 17 0 0 0,9-19-8 0 0,1 0-1 0 0,0 0 1 0 0,0 0-1 0 0,1 1 1 0 0,0-1-1 0 0,1 0 1 0 0,-1 17-1 0 0,2-24 16 0 0,1 0-1 0 0,-1-1 1 0 0,0 1 0 0 0,1 0-1 0 0,-1 0 1 0 0,1 0-1 0 0,0 0 1 0 0,0-1-1 0 0,0 1 1 0 0,1 0 0 0 0,-1-1-1 0 0,0 1 1 0 0,1-1-1 0 0,0 1 1 0 0,0-1-1 0 0,-1 0 1 0 0,1 0 0 0 0,1 1-1 0 0,-1-1 1 0 0,0-1-1 0 0,0 1 1 0 0,1 0-1 0 0,-1-1 1 0 0,1 1 0 0 0,-1-1-1 0 0,1 0 1 0 0,0 0-1 0 0,0 0 1 0 0,-1 0-1 0 0,1 0 1 0 0,4 0 0 0 0,4 1-214 0 0,-1-2 0 0 0,0 1 0 0 0,0-1 1 0 0,0-1-1 0 0,0 0 0 0 0,0 0 1 0 0,19-6-1 0 0,4-2-384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6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62 6625 0 0,'-30'-38'1478'0'0,"7"14"5163"0"0,29 37-2436 0 0,2 33-2118 0 0,0 107-509 0 0,-5-46-1539 0 0,1-50 0 0 0,3 0-1 0 0,2-1 1 0 0,19 67 0 0 0,-28-121-54 0 0,1 1 0 0 0,0 0 0 0 0,-1-1 0 0 0,2 1 0 0 0,-1-1 0 0 0,0 1 1 0 0,0-1-1 0 0,1 1 0 0 0,-1-1 0 0 0,1 0 0 0 0,0 0 0 0 0,-1 0 1 0 0,5 4-1 0 0,-5-6-2 0 0,1 0 0 0 0,-1 1 0 0 0,1-1 1 0 0,-1 0-1 0 0,1 0 0 0 0,-1 0 0 0 0,1 0 1 0 0,-1 0-1 0 0,1-1 0 0 0,-1 1 0 0 0,1 0 0 0 0,-1-1 1 0 0,1 1-1 0 0,-1-1 0 0 0,1 1 0 0 0,-1-1 0 0 0,0 0 1 0 0,1 0-1 0 0,-1 1 0 0 0,0-1 0 0 0,0 0 1 0 0,1 0-1 0 0,-1 0 0 0 0,0 0 0 0 0,2-3 0 0 0,42-38-366 0 0,-31 27-400 0 0,1 1 1 0 0,1 1-1 0 0,0 0 0 0 0,35-20 0 0 0,-26 20-5761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4:56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1 205 9674 0 0,'7'17'5445'0'0,"3"33"-3220"0"0,-6-35-1497 0 0,3 20 130 0 0,5 20 176 0 0,24 70 1 0 0,-30-108-972 0 0,1 0 0 0 0,1-1-1 0 0,0 0 1 0 0,1-1 0 0 0,1 0 0 0 0,0 0 0 0 0,1-1 0 0 0,18 18 0 0 0,-27-29-51 0 0,1-1-1 0 0,-1 1 1 0 0,1-1 0 0 0,0 0 0 0 0,-1 0 0 0 0,1 0 0 0 0,0 0 0 0 0,1-1 0 0 0,-1 1 0 0 0,0-1-1 0 0,0 1 1 0 0,1-1 0 0 0,-1 0 0 0 0,1-1 0 0 0,-1 1 0 0 0,1-1 0 0 0,-1 1 0 0 0,1-1 0 0 0,-1 0-1 0 0,4 0 1 0 0,-4-1 31 0 0,1 0-1 0 0,-1-1 0 0 0,0 1 1 0 0,0-1-1 0 0,1 1 0 0 0,-1-1 1 0 0,-1 0-1 0 0,1 0 0 0 0,0 0 1 0 0,0-1-1 0 0,-1 1 0 0 0,1 0 1 0 0,-1-1-1 0 0,0 0 0 0 0,0 0 1 0 0,0 1-1 0 0,0-1 0 0 0,0 0 1 0 0,2-7-1 0 0,2-5 129 0 0,0-1 1 0 0,0 0 0 0 0,-2 0-1 0 0,0-1 1 0 0,3-28 0 0 0,-2-89 391 0 0,-4 74-332 0 0,1 4-249 0 0,-1-8-881 0 0,16-109 1 0 0,-12 148-7241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0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6449 0 0,'4'13'5665'0'0,"3"66"-4632"0"0,-23 120 385 0 0,-1 15-314 0 0,16-169-996 0 0,2 0 1 0 0,12 79-1 0 0,8 2 476 0 0,5 198-1 0 0,-24-205 320 0 0,-17 157 0 0 0,-7 190-1121 0 0,16-204 25 0 0,0-70 191 0 0,-9 142-4 0 0,3 253-474 0 0,14-368 316 0 0,28 1009 1197 0 0,-22-1025-502 0 0,-13 390 1325 0 0,0-366-1202 0 0,2 47-315 0 0,44 362 0 0 0,3-182 20 0 0,-19-166-108 0 0,-20-254-265 0 0,-3-19-177 0 0,0 0 1 0 0,-1 0 0 0 0,-1 21-1 0 0,-1-31-1651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66 115 4145 0 0,'-9'-10'914'0'0,"1"0"0"0"0,0 0 1 0 0,1 0-1 0 0,0-1 0 0 0,1 0 1 0 0,0 0-1 0 0,0 0 0 0 0,-2-19 2698 0 0,15 34-2486 0 0,7 10-263 0 0,7 25-105 0 0,-2 1 0 0 0,28 77 0 0 0,-12-23-520 0 0,19 19-395 0 0,-11-42-3068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53 362 1840 0 0,'-25'-55'1065'0'0,"20"40"81"0"0,0 0 1 0 0,0 1 0 0 0,2-2 0 0 0,0 1-1 0 0,0 0 1 0 0,2-1 0 0 0,-1-19 0 0 0,2 35-1047 0 0,0-1 1 0 0,0 1 0 0 0,0-1 0 0 0,0 1-1 0 0,0 0 1 0 0,0-1 0 0 0,0 1 0 0 0,0-1-1 0 0,0 1 1 0 0,0-1 0 0 0,0 1 0 0 0,0 0 0 0 0,1-1-1 0 0,-1 1 1 0 0,0-1 0 0 0,0 1 0 0 0,0 0-1 0 0,0-1 1 0 0,1 1 0 0 0,-1 0 0 0 0,0-1-1 0 0,0 1 1 0 0,1 0 0 0 0,-1-1 0 0 0,0 1 0 0 0,1 0-1 0 0,-1 0 1 0 0,0-1 0 0 0,1 1 0 0 0,-1 0-1 0 0,1 0 1 0 0,11 6 1446 0 0,15 26-638 0 0,-23-25-545 0 0,26 28 133 0 0,1 0 1 0 0,1-2 0 0 0,45 36 0 0 0,-57-53-375 0 0,1-1 1 0 0,1-1-1 0 0,0-1 0 0 0,0 0 1 0 0,2-2-1 0 0,-1-1 0 0 0,37 10 1 0 0,-58-19-103 0 0,-1 0 1 0 0,1-1 0 0 0,0 1 0 0 0,0-1 0 0 0,-1 1 0 0 0,1-1 0 0 0,0 0 0 0 0,0 1 0 0 0,0-1 0 0 0,0 0 0 0 0,-1 0 0 0 0,1-1 0 0 0,0 1 0 0 0,0 0 0 0 0,0-1 0 0 0,-1 1 0 0 0,1-1 0 0 0,0 1 0 0 0,0-1 0 0 0,-1 0 0 0 0,1 0 0 0 0,0 1 0 0 0,-1-1 0 0 0,1 0-1 0 0,-1-1 1 0 0,0 1 0 0 0,1 0 0 0 0,-1 0 0 0 0,0-1 0 0 0,1 1 0 0 0,-1-1 0 0 0,0 1 0 0 0,0-1 0 0 0,0 1 0 0 0,-1-1 0 0 0,1 1 0 0 0,0-1 0 0 0,0 0 0 0 0,-1 0 0 0 0,1 1 0 0 0,-1-1 0 0 0,0 0 0 0 0,1 0 0 0 0,-1 0 0 0 0,0 0 0 0 0,0 1 0 0 0,0-3-1 0 0,-1-10 146 0 0,1-1 0 0 0,-2 1 0 0 0,0 0 0 0 0,-7-23 0 0 0,-76-276-1867 0 0,76 279-5946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1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110 460 3681 0 0,'29'-192'8017'0'0,"-27"167"-7090"0"0,-2 1-1 0 0,0-1 1 0 0,-2 1 0 0 0,0 0 0 0 0,-11-45-1 0 0,11 62-676 0 0,-1 1-1 0 0,1 0 1 0 0,-1 1-1 0 0,0-1 1 0 0,0 0-1 0 0,-1 1 0 0 0,1 0 1 0 0,-1 0-1 0 0,-7-7 1 0 0,10 10-212 0 0,0 1 1 0 0,0 0-1 0 0,-1 0 1 0 0,1 0-1 0 0,0 0 1 0 0,-1 0-1 0 0,1 0 1 0 0,0 1-1 0 0,-1-1 1 0 0,1 0-1 0 0,-1 1 1 0 0,1-1-1 0 0,-1 1 1 0 0,1-1-1 0 0,-1 1 0 0 0,1 0 1 0 0,-1 0-1 0 0,0 0 1 0 0,1 0-1 0 0,-1 0 1 0 0,1 0-1 0 0,-1 0 1 0 0,0 0-1 0 0,1 0 1 0 0,-1 1-1 0 0,1-1 1 0 0,-1 1-1 0 0,1-1 1 0 0,-1 1-1 0 0,1 0 1 0 0,-1 0-1 0 0,1-1 1 0 0,0 1-1 0 0,-1 0 1 0 0,1 0-1 0 0,0 0 1 0 0,0 0-1 0 0,0 1 1 0 0,0-1-1 0 0,0 0 0 0 0,0 0 1 0 0,0 1-1 0 0,-1 1 1 0 0,-2 3-97 0 0,1 0 1 0 0,0 1-1 0 0,0-1 1 0 0,1 1-1 0 0,0 0 1 0 0,0 0-1 0 0,0 0 1 0 0,1 0-1 0 0,0 0 1 0 0,0 0-1 0 0,1 0 0 0 0,0 0 1 0 0,1 13-1 0 0,0-14-67 0 0,-1 1-1 0 0,1 0 1 0 0,1-1-1 0 0,-1 1 0 0 0,1-1 1 0 0,0 0-1 0 0,1 0 0 0 0,-1 1 1 0 0,1-2-1 0 0,1 1 1 0 0,-1 0-1 0 0,1 0 0 0 0,0-1 1 0 0,8 9-1 0 0,-3-8-180 0 0,-1 0 0 0 0,1-1 1 0 0,0-1-1 0 0,1 0 0 0 0,-1 0 0 0 0,1 0 0 0 0,0-1 0 0 0,0-1 1 0 0,0 0-1 0 0,0 0 0 0 0,0-1 0 0 0,0 0 0 0 0,1-1 1 0 0,-1 0-1 0 0,18-2 0 0 0,0-3-4779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2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44 3225 0 0,'0'-1'119'0'0,"0"0"1"0"0,0 0 0 0 0,0 0 0 0 0,0 0-1 0 0,0 0 1 0 0,-1 0 0 0 0,1 0 0 0 0,0 0 0 0 0,-1 1-1 0 0,1-1 1 0 0,0 0 0 0 0,-1 0 0 0 0,1 0-1 0 0,-1 0 1 0 0,0 1 0 0 0,1-1 0 0 0,-1 0-1 0 0,0 1 1 0 0,1-1 0 0 0,-1 0 0 0 0,0 1-1 0 0,0-1 1 0 0,1 1 0 0 0,-1-1 0 0 0,0 1-1 0 0,0-1 1 0 0,0 1 0 0 0,0 0 0 0 0,0-1-1 0 0,0 1 1 0 0,0 0 0 0 0,1 0 0 0 0,-1 0 0 0 0,0 0-1 0 0,0 0 1 0 0,0 0 0 0 0,-2 0 0 0 0,1 0 183 0 0,0 0 1 0 0,0 0 0 0 0,-1 0-1 0 0,1 1 1 0 0,0-1 0 0 0,0 1 0 0 0,0-1-1 0 0,0 1 1 0 0,0 0 0 0 0,0 0-1 0 0,0 0 1 0 0,0 0 0 0 0,0 0 0 0 0,0 1-1 0 0,0-1 1 0 0,-1 2 0 0 0,-4 6 53 0 0,0 1 0 0 0,1 0 0 0 0,0 0 0 0 0,1 0-1 0 0,0 1 1 0 0,1-1 0 0 0,0 1 0 0 0,-4 17 0 0 0,4-11-185 0 0,1 0 0 0 0,0 1 0 0 0,2-1-1 0 0,0 35 1 0 0,2-44-93 0 0,0 1 0 0 0,1-1-1 0 0,0 0 1 0 0,6 16-1 0 0,-8-22-79 0 0,1 0-1 0 0,-1-1 0 0 0,1 1 0 0 0,0 0 0 0 0,-1-1 1 0 0,1 1-1 0 0,0-1 0 0 0,0 1 0 0 0,0-1 1 0 0,0 1-1 0 0,0-1 0 0 0,1 0 0 0 0,-1 1 0 0 0,0-1 1 0 0,1 0-1 0 0,-1 0 0 0 0,1 0 0 0 0,-1 0 0 0 0,1 0 1 0 0,-1 0-1 0 0,1 0 0 0 0,-1-1 0 0 0,1 1 0 0 0,0-1 1 0 0,0 1-1 0 0,-1-1 0 0 0,1 0 0 0 0,0 1 0 0 0,0-1 1 0 0,2 0-1 0 0,-2-1-67 0 0,0 0 0 0 0,0 0 1 0 0,0 0-1 0 0,0-1 1 0 0,0 1-1 0 0,0-1 0 0 0,0 1 1 0 0,0-1-1 0 0,-1 0 0 0 0,1 1 1 0 0,-1-1-1 0 0,1 0 0 0 0,-1 0 1 0 0,0 0-1 0 0,1 0 0 0 0,-1 0 1 0 0,0-1-1 0 0,0 1 1 0 0,-1 0-1 0 0,1 0 0 0 0,0-1 1 0 0,0-3-1 0 0,8-56-867 0 0,-9 60 911 0 0,0-76-375 0 0,-2 61 543 0 0,2-1 0 0 0,0 1 1 0 0,1-1-1 0 0,1 1 1 0 0,0-1-1 0 0,6-17 0 0 0,-8 34-79 0 0,0-1 0 0 0,0 1 0 0 0,1 0 0 0 0,-1 0 0 0 0,0-1 0 0 0,1 1 0 0 0,-1 0 0 0 0,1 0 0 0 0,0-1 0 0 0,-1 1 0 0 0,1 0 0 0 0,0 0 0 0 0,-1 0 0 0 0,1 0 0 0 0,0 0 0 0 0,0 0 0 0 0,0 0 0 0 0,0 0 0 0 0,0 0 0 0 0,0 1 0 0 0,0-1 0 0 0,0 0 0 0 0,1 1 0 0 0,-1-1 0 0 0,0 1 0 0 0,0-1 0 0 0,1 1 0 0 0,-1-1 0 0 0,0 1 0 0 0,0 0 0 0 0,1 0 0 0 0,-1 0 0 0 0,0-1-1 0 0,1 1 1 0 0,-1 1 0 0 0,0-1 0 0 0,1 0 0 0 0,-1 0 0 0 0,0 0 0 0 0,1 1 0 0 0,-1-1 0 0 0,0 0 0 0 0,0 1 0 0 0,1-1 0 0 0,-1 1 0 0 0,0 0 0 0 0,0-1 0 0 0,0 1 0 0 0,0 0 0 0 0,0 0 0 0 0,1 1 0 0 0,7 5 242 0 0,-1 0 0 0 0,0 1-1 0 0,-1 0 1 0 0,12 16 0 0 0,6 9-115 0 0,-3 1 0 0 0,-1 1-1 0 0,-1 1 1 0 0,-2 0 0 0 0,14 43 0 0 0,-25-61-157 0 0,-1 1 1 0 0,-1 0-1 0 0,-1 0 1 0 0,-1 1-1 0 0,0-1 1 0 0,-2 1-1 0 0,0 0 1 0 0,-1-1 0 0 0,-1 1-1 0 0,-1 0 1 0 0,0-1-1 0 0,-9 31 1 0 0,6-37-313 0 0,-1 0 1 0 0,0 0-1 0 0,-1 0 1 0 0,0-1 0 0 0,-12 16-1 0 0,4-8-6963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2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0 201 6913 0 0,'0'0'529'0'0,"1"-6"537"0"0,-1 0 1 0 0,1-1-1 0 0,0 1 1 0 0,1 0-1 0 0,0 0 1 0 0,0 0-1 0 0,0 0 1 0 0,3-5-1 0 0,29-47 2725 0 0,-19 34-4415 0 0,15-19-3253 0 0,-17 28-2171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3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0 190 7370 0 0,'27'-42'3604'0'0,"-16"29"-2992"0"0,1 1-1 0 0,25-20 1 0 0,-26 23-770 0 0,0 0 0 0 0,0 0 0 0 0,-1-1 0 0 0,17-23 0 0 0,-15 12 158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3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 69 6449 0 0,'-8'6'265'0'0,"1"0"0"0"0,0 0 0 0 0,0 0-1 0 0,1 1 1 0 0,0 0 0 0 0,0 0 0 0 0,1 1-1 0 0,0 0 1 0 0,0 0 0 0 0,-6 14-1 0 0,9-17-30 0 0,0 1 0 0 0,0 0 0 0 0,1 0 0 0 0,0 0 0 0 0,0 1 0 0 0,0-1 0 0 0,1 0 0 0 0,0 0 0 0 0,0 0 0 0 0,1 1 0 0 0,-1-1 0 0 0,1 0 0 0 0,1 0 0 0 0,-1 0 0 0 0,1 0 0 0 0,5 10 0 0 0,-1-4 7 0 0,0 0 0 0 0,2-1 0 0 0,-1 1 0 0 0,2-1 0 0 0,-1-1 0 0 0,1 0 0 0 0,1 0 0 0 0,0-1 0 0 0,17 13 0 0 0,-11-11-70 0 0,-1-1 1 0 0,2-1-1 0 0,0 0 0 0 0,0-1 0 0 0,0 0 0 0 0,25 6 1 0 0,-38-14-68 0 0,-1 1 0 0 0,1 0 1 0 0,0-1-1 0 0,-1 0 1 0 0,1 0-1 0 0,0 0 0 0 0,-1 0 1 0 0,1 0-1 0 0,-1-1 0 0 0,1 0 1 0 0,0 1-1 0 0,-1-1 1 0 0,1-1-1 0 0,-1 1 0 0 0,0 0 1 0 0,1-1-1 0 0,-1 0 0 0 0,0 0 1 0 0,0 0-1 0 0,0 0 1 0 0,0 0-1 0 0,-1-1 0 0 0,1 1 1 0 0,0-1-1 0 0,-1 1 0 0 0,0-1 1 0 0,0 0-1 0 0,0 0 1 0 0,0 0-1 0 0,0-1 0 0 0,0 1 1 0 0,1-5-1 0 0,1-2 149 0 0,0 0 0 0 0,0 0 0 0 0,-1-1 0 0 0,0 0 0 0 0,-1 0 0 0 0,0 0 0 0 0,-1 0 0 0 0,0 0 0 0 0,-1-17 0 0 0,-2 13-113 0 0,0 0-1 0 0,-1 0 0 0 0,-1 0 1 0 0,0 0-1 0 0,-1 0 1 0 0,0 1-1 0 0,-1 0 0 0 0,-1 0 1 0 0,0 0-1 0 0,-14-18 1 0 0,15 23-95 0 0,-1 1 1 0 0,0 0 0 0 0,0 1 0 0 0,-1-1-1 0 0,0 1 1 0 0,0 1 0 0 0,-1-1 0 0 0,0 2-1 0 0,0-1 1 0 0,0 1 0 0 0,0 0 0 0 0,-1 1-1 0 0,0 0 1 0 0,0 1 0 0 0,0 0 0 0 0,-11-2-1 0 0,0 3-793 0 0,1 0-1 0 0,-24 2 1 0 0,16 1-7517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5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8 5985 0 0,'-10'-5'851'0'0,"15"3"1199"0"0,21 4 634 0 0,-16 3-2087 0 0,0 1-1 0 0,0 0 0 0 0,-1 1 0 0 0,0 0 0 0 0,0 1 0 0 0,14 16 0 0 0,43 58 1386 0 0,-64-79-1939 0 0,54 72 1010 0 0,116 149-439 0 0,-133-174-4667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5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20 317 10594 0 0,'-5'-13'408'0'0,"1"-2"-1"0"0,1 1 1 0 0,0 0-1 0 0,1-1 0 0 0,1 1 1 0 0,0-1-1 0 0,1 1 1 0 0,0-1-1 0 0,1 0 0 0 0,1 1 1 0 0,0-1-1 0 0,1 1 1 0 0,1 0-1 0 0,0 0 1 0 0,1 0-1 0 0,0 0 0 0 0,11-17 1 0 0,-15 28-322 0 0,1 0 1 0 0,0 0 0 0 0,0 0-1 0 0,0 1 1 0 0,1-1 0 0 0,-1 1-1 0 0,1-1 1 0 0,-1 1-1 0 0,1 0 1 0 0,0 0 0 0 0,0 0-1 0 0,0 0 1 0 0,0 0-1 0 0,0 1 1 0 0,0 0 0 0 0,0-1-1 0 0,1 1 1 0 0,-1 0-1 0 0,0 0 1 0 0,1 1 0 0 0,-1-1-1 0 0,1 1 1 0 0,-1 0 0 0 0,0 0-1 0 0,1 0 1 0 0,-1 0-1 0 0,6 1 1 0 0,-5 1-62 0 0,1-1-1 0 0,-1 1 1 0 0,0 0 0 0 0,1 0 0 0 0,-1 0-1 0 0,0 0 1 0 0,0 1 0 0 0,0 0-1 0 0,-1 0 1 0 0,1 0 0 0 0,-1 0-1 0 0,1 1 1 0 0,-1-1 0 0 0,0 1 0 0 0,0 0-1 0 0,-1 0 1 0 0,1 0 0 0 0,-1 0-1 0 0,3 8 1 0 0,-1-1-64 0 0,0 1 0 0 0,-1 0 1 0 0,0 0-1 0 0,-1 0 0 0 0,-1 1 0 0 0,0-1 0 0 0,0 1 1 0 0,-1-1-1 0 0,-1 0 0 0 0,0 1 0 0 0,-1-1 0 0 0,-5 19 1 0 0,-2 2-902 0 0,-2 0 1 0 0,-2 0 0 0 0,-19 37 0 0 0,27-59-68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6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36 114 9674 0 0,'-1'0'152'0'0,"1"-1"0"0"0,-1 1 0 0 0,0-1 0 0 0,1 1-1 0 0,-1 0 1 0 0,0-1 0 0 0,0 1 0 0 0,0 0 0 0 0,1 0 0 0 0,-1 0 0 0 0,0 0 0 0 0,0 0 0 0 0,0 0-1 0 0,1 0 1 0 0,-1 0 0 0 0,0 0 0 0 0,0 0 0 0 0,0 0 0 0 0,1 0 0 0 0,-1 0 0 0 0,0 1 0 0 0,0-1-1 0 0,0 0 1 0 0,1 1 0 0 0,-1-1 0 0 0,0 0 0 0 0,-1 2 0 0 0,1-1 24 0 0,0 1-1 0 0,0-1 1 0 0,0 1 0 0 0,0-1-1 0 0,0 1 1 0 0,0 0 0 0 0,1-1 0 0 0,-1 1-1 0 0,1 0 1 0 0,-1 0 0 0 0,1-1-1 0 0,-1 3 1 0 0,0 8 188 0 0,0-1 1 0 0,1 1-1 0 0,1 12 0 0 0,-1-21-303 0 0,1 12 59 0 0,1 0-1 0 0,0 0 0 0 0,2 1 1 0 0,0-1-1 0 0,0-1 1 0 0,12 26-1 0 0,-13-34-117 0 0,-1-2 0 0 0,1 1 0 0 0,0 0 0 0 0,1-1 1 0 0,-1 1-1 0 0,1-1 0 0 0,0 0 0 0 0,0 0 0 0 0,8 6 0 0 0,-9-8-5 0 0,0-1 0 0 0,0 1 0 0 0,0-1 0 0 0,0 0 0 0 0,0 1 0 0 0,0-2 0 0 0,1 1 0 0 0,-1 0 0 0 0,0-1 0 0 0,0 1 0 0 0,1-1 0 0 0,-1 0 0 0 0,0 0 0 0 0,1 0 0 0 0,-1 0 0 0 0,0-1 0 0 0,7-1 0 0 0,-5 0 26 0 0,0 0 0 0 0,0-1 0 0 0,-1 1 0 0 0,1-1 0 0 0,0 0 1 0 0,-1-1-1 0 0,0 1 0 0 0,0-1 0 0 0,0 1 0 0 0,0-1 0 0 0,0-1 0 0 0,-1 1 0 0 0,0 0 0 0 0,4-6 0 0 0,5-11 316 0 0,17-38-1 0 0,-28 57-321 0 0,4-10 105 0 0,-1 0 0 0 0,0 0 1 0 0,0-1-1 0 0,-2 0 0 0 0,1 1 0 0 0,-2-1 0 0 0,0 0 0 0 0,0 0 0 0 0,-1 0 0 0 0,-3-18 1 0 0,3 27-172 0 0,0-1 0 0 0,-1 1 0 0 0,0 0 0 0 0,0-1 1 0 0,-1 1-1 0 0,1 0 0 0 0,-1 0 0 0 0,0 0 0 0 0,0 0 1 0 0,0 0-1 0 0,0 0 0 0 0,-1 1 0 0 0,1-1 0 0 0,-1 1 0 0 0,0 0 1 0 0,0 0-1 0 0,0 0 0 0 0,-1 0 0 0 0,1 0 0 0 0,-1 0 1 0 0,1 1-1 0 0,-1 0 0 0 0,0 0 0 0 0,0 0 0 0 0,0 0 1 0 0,0 1-1 0 0,0-1 0 0 0,-1 1 0 0 0,1 0 0 0 0,0 0 1 0 0,-1 1-1 0 0,1-1 0 0 0,-8 1 0 0 0,-24 6-3644 0 0,19 0-2148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6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 9474 0 0,'0'0'28'0'0,"-1"-1"1"0"0,1 1-1 0 0,-1 0 1 0 0,1 0-1 0 0,-1 0 1 0 0,1-1-1 0 0,-1 1 1 0 0,1 0-1 0 0,-1 0 1 0 0,1 0-1 0 0,-1 0 0 0 0,1 0 1 0 0,-1 0-1 0 0,1 0 1 0 0,-1 0-1 0 0,1 0 1 0 0,-1 0-1 0 0,1 1 1 0 0,-1-1-1 0 0,1 0 1 0 0,-1 0-1 0 0,1 0 0 0 0,-1 1 1 0 0,1-1-1 0 0,-1 0 1 0 0,1 0-1 0 0,0 1 1 0 0,-1-1-1 0 0,1 0 1 0 0,-1 1-1 0 0,1-1 1 0 0,0 1-1 0 0,-1-1 0 0 0,1 0 1 0 0,0 1-1 0 0,-1 0 1 0 0,-14 20 210 0 0,12-16 173 0 0,-9 12 414 0 0,1 1 0 0 0,-12 26 0 0 0,20-38-753 0 0,0 0-1 0 0,1 0 1 0 0,0-1 0 0 0,0 2 0 0 0,1-1-1 0 0,0 0 1 0 0,0 0 0 0 0,0 0 0 0 0,1 1-1 0 0,0-1 1 0 0,0 0 0 0 0,2 10 0 0 0,-1-13-44 0 0,0 0 1 0 0,0 0-1 0 0,1 0 1 0 0,0 0-1 0 0,-1-1 1 0 0,1 1-1 0 0,0 0 0 0 0,0-1 1 0 0,1 1-1 0 0,-1-1 1 0 0,0 0-1 0 0,1 0 1 0 0,-1 0-1 0 0,1 0 1 0 0,0 0-1 0 0,0-1 1 0 0,0 1-1 0 0,0-1 0 0 0,0 0 1 0 0,0 1-1 0 0,0-2 1 0 0,0 1-1 0 0,7 1 1 0 0,8 1 406 0 0,1 0 0 0 0,37-1 0 0 0,-37-1 173 0 0,-5-1-335 0 0,-6 0-95 0 0,1 0 0 0 0,-1 0 0 0 0,0 1 0 0 0,1 0 1 0 0,15 5-1 0 0,-23-5-145 0 0,1-1 0 0 0,-1 1 0 0 0,0 0 1 0 0,1 0-1 0 0,-1-1 0 0 0,0 1 0 0 0,1 0 1 0 0,-1 0-1 0 0,0 0 0 0 0,0 1 0 0 0,0-1 1 0 0,0 0-1 0 0,0 0 0 0 0,0 1 0 0 0,0-1 1 0 0,0 0-1 0 0,-1 1 0 0 0,1-1 0 0 0,0 1 1 0 0,-1-1-1 0 0,1 1 0 0 0,-1-1 0 0 0,0 1 1 0 0,1-1-1 0 0,-1 1 0 0 0,0 0 0 0 0,0-1 1 0 0,0 1-1 0 0,0-1 0 0 0,0 1 0 0 0,0 0 1 0 0,-1-1-1 0 0,1 1 0 0 0,-1-1 0 0 0,1 1 1 0 0,-1-1-1 0 0,0 3 0 0 0,-3 6 144 0 0,0-1-1 0 0,0 0 1 0 0,-1 0-1 0 0,0 0 1 0 0,0-1-1 0 0,-1 0 1 0 0,0 0 0 0 0,-1 0-1 0 0,0-1 1 0 0,-15 14-1 0 0,16-17-487 0 0,-1 1 0 0 0,1-1 0 0 0,-1 0 0 0 0,0 0 0 0 0,0 0 0 0 0,0-1 0 0 0,0-1 0 0 0,0 1 0 0 0,-9 1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85 6913 0 0,'-14'12'5664'0'0,"15"-12"-5484"0"0,-1 0 0 0 0,1 0 1 0 0,0 0-1 0 0,0-1 0 0 0,0 1 0 0 0,-1 0 1 0 0,1 0-1 0 0,0 0 0 0 0,0-1 0 0 0,-1 1 1 0 0,1 0-1 0 0,0-1 0 0 0,-1 1 1 0 0,1 0-1 0 0,0-1 0 0 0,-1 1 0 0 0,1-1 1 0 0,0 1-1 0 0,-1-1 0 0 0,1 0 1 0 0,-1 1-1 0 0,1-1 0 0 0,-1 0 0 0 0,1 0 1 0 0,44-41 470 0 0,-10 9-3927 0 0,-22 22-2101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6 200 10162 0 0,'-1'1'43'0'0,"1"0"-1"0"0,-1-1 1 0 0,1 1-1 0 0,-1 0 1 0 0,1-1-1 0 0,0 1 0 0 0,-1 0 1 0 0,1 0-1 0 0,0-1 1 0 0,-1 1-1 0 0,1 0 1 0 0,0 0-1 0 0,0 0 1 0 0,0-1-1 0 0,0 1 1 0 0,0 0-1 0 0,0 0 1 0 0,0 0-1 0 0,0 0 1 0 0,0-1-1 0 0,0 1 0 0 0,1 0 1 0 0,-1 0-1 0 0,1 1 1 0 0,0-2 64 0 0,0 0 0 0 0,-1 0 1 0 0,1 0-1 0 0,0 0 0 0 0,0-1 1 0 0,0 1-1 0 0,0 0 0 0 0,0 0 1 0 0,0-1-1 0 0,0 1 0 0 0,-1 0 1 0 0,1-1-1 0 0,0 1 0 0 0,0-1 0 0 0,-1 1 1 0 0,1-1-1 0 0,1 0 0 0 0,35-31 3319 0 0,53-74-786 0 0,-42 47-8629 0 0,-33 42 287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8290 0 0,'-17'3'6657'0'0,"36"3"-2105"0"0,-4-2-4467 0 0,270 76 3662 0 0,-232-69-4097 0 0,0-2 0 0 0,1-2-1 0 0,81-1 1 0 0,-78-11-2149 0 0,-20-2-3892 0 0,-18 2 745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07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300 4 4145 0 0,'-6'-1'347'0'0,"0"0"-1"0"0,0 0 1 0 0,-1 1 0 0 0,1-1-1 0 0,0 1 1 0 0,0 1 0 0 0,0-1-1 0 0,-1 1 1 0 0,1 0 0 0 0,0 0-1 0 0,0 1 1 0 0,0 0-1 0 0,1 0 1 0 0,-1 0 0 0 0,0 1-1 0 0,1 0 1 0 0,-1 0 0 0 0,1 0-1 0 0,0 1 1 0 0,0 0 0 0 0,0 0-1 0 0,1 0 1 0 0,-1 0 0 0 0,1 1-1 0 0,0 0 1 0 0,0 0 0 0 0,1 0-1 0 0,0 0 1 0 0,-1 0 0 0 0,2 1-1 0 0,-1-1 1 0 0,1 1 0 0 0,-4 10-1 0 0,-25 153 3536 0 0,6-24-2540 0 0,2-48-1037 0 0,-13 63 353 0 0,30-130-570 0 0,3 0-1 0 0,0 0 1 0 0,3 40 0 0 0,2-51-178 0 0,0-1 1 0 0,2 1 0 0 0,7 23-1 0 0,-2-11-288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91 392 1376 0 0,'-9'-33'1170'0'0,"-21"-63"598"0"0,26 86-1106 0 0,0 1 0 0 0,-1-1 0 0 0,0 1 0 0 0,-1 0 0 0 0,0 0 0 0 0,0 1 0 0 0,-9-10 0 0 0,23 53 3779 0 0,-3-11-4178 0 0,18 72 399 0 0,20 78 283 0 0,-33-143-681 0 0,1 1 1 0 0,2-1-1 0 0,21 37 0 0 0,-31-63-234 0 0,0 0 1 0 0,0-1-1 0 0,0 1 0 0 0,0-1 0 0 0,1 0 0 0 0,0 0 0 0 0,0 0 1 0 0,0-1-1 0 0,0 1 0 0 0,1-1 0 0 0,0 0 0 0 0,-1 0 0 0 0,11 4 1 0 0,-13-6-24 0 0,0-1 0 0 0,0 1 1 0 0,0-1-1 0 0,0 0 1 0 0,0 1-1 0 0,0-1 1 0 0,0 0-1 0 0,0 0 1 0 0,0 0-1 0 0,0-1 1 0 0,0 1-1 0 0,0 0 0 0 0,-1-1 1 0 0,1 0-1 0 0,0 1 1 0 0,3-2-1 0 0,-3 0 1 0 0,1 0-1 0 0,0 0 1 0 0,-1 0-1 0 0,0 0 1 0 0,0 0 0 0 0,1-1-1 0 0,-1 1 1 0 0,-1-1-1 0 0,1 1 1 0 0,0-1-1 0 0,-1 0 1 0 0,1 1 0 0 0,1-5-1 0 0,0-2-8 0 0,1-1 0 0 0,-2 1 0 0 0,1 0 0 0 0,-1-1 0 0 0,-1 0 0 0 0,1 1 1 0 0,-2-1-1 0 0,1 0 0 0 0,-2 0 0 0 0,-1-16 0 0 0,-3-3-102 0 0,-2 1 1 0 0,-12-35-1 0 0,11 40-67 0 0,0 0-1 0 0,2 0 1 0 0,1 0 0 0 0,-2-31 0 0 0,6 53 160 0 0,1 0 1 0 0,0 0 0 0 0,0-1 0 0 0,0 1 0 0 0,0 0 0 0 0,0 0 0 0 0,0 0 0 0 0,0 0-1 0 0,0 0 1 0 0,0 0 0 0 0,1 0 0 0 0,-1 0 0 0 0,0 0 0 0 0,1 0 0 0 0,-1 0 0 0 0,1 0-1 0 0,-1 0 1 0 0,1 0 0 0 0,0-1 0 0 0,0 1-6 0 0,0 1-1 0 0,-1 0 0 0 0,1 0 1 0 0,-1 1-1 0 0,1-1 1 0 0,0 0-1 0 0,-1 0 0 0 0,1 0 1 0 0,-1 0-1 0 0,1 0 1 0 0,-1 1-1 0 0,1-1 0 0 0,-1 0 1 0 0,1 0-1 0 0,-1 1 1 0 0,1-1-1 0 0,-1 1 0 0 0,1-1 1 0 0,-1 0-1 0 0,1 1 1 0 0,-1-1-1 0 0,0 1 0 0 0,1-1 1 0 0,0 1-1 0 0,24 38-437 0 0,-20-29 431 0 0,0 0 0 0 0,1 1 0 0 0,0-2 0 0 0,1 1 0 0 0,0-1 0 0 0,0 0 1 0 0,1-1-1 0 0,1 1 0 0 0,16 12 0 0 0,-19-17 79 0 0,-1-1 0 0 0,1 0 0 0 0,0 0 0 0 0,0-1 0 0 0,0 1 0 0 0,0-1 0 0 0,0-1 0 0 0,0 1-1 0 0,1-1 1 0 0,-1 0 0 0 0,1-1 0 0 0,-1 1 0 0 0,1-1 0 0 0,-1 0 0 0 0,1-1 0 0 0,-1 0 0 0 0,0 0 0 0 0,1 0 0 0 0,6-3 0 0 0,-2 0 115 0 0,0 0 1 0 0,-1 0-1 0 0,0-1 0 0 0,0-1 0 0 0,0 1 0 0 0,-1-2 1 0 0,0 1-1 0 0,0-1 0 0 0,0-1 0 0 0,-1 0 0 0 0,0 0 1 0 0,-1 0-1 0 0,0-1 0 0 0,0 0 0 0 0,-1-1 1 0 0,0 1-1 0 0,0-1 0 0 0,-1 0 0 0 0,5-17 0 0 0,-6 17-101 0 0,-1 0 0 0 0,-1 0 0 0 0,0 0 0 0 0,0 0 0 0 0,-1-1 0 0 0,0 1 0 0 0,-1-1 0 0 0,0 1 0 0 0,0 0 0 0 0,-1-1 0 0 0,-1 1 0 0 0,0 0 0 0 0,0-1 0 0 0,-1 1 0 0 0,0 0 0 0 0,-1 1-1 0 0,0-1 1 0 0,-1 1 0 0 0,0-1 0 0 0,0 1 0 0 0,-8-9 0 0 0,8 11-249 0 0,0 2-1 0 0,0-1 1 0 0,0 1-1 0 0,-1-1 1 0 0,0 2 0 0 0,-12-9-1 0 0,-9 3-6155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28 127 456 0 0,'-3'2'420'0'0,"1"-1"-1"0"0,1 1 1 0 0,-1 0-1 0 0,0 0 1 0 0,0 0-1 0 0,1 0 1 0 0,-1 1-1 0 0,1-1 1 0 0,-1 0-1 0 0,1 1 1 0 0,0-1-1 0 0,0 1 1 0 0,0-1-1 0 0,1 1 1 0 0,-1-1-1 0 0,1 1 1 0 0,-1 0-1 0 0,1 4 1 0 0,-3 56 1951 0 0,3-53-1621 0 0,0 2-150 0 0,0 0 0 0 0,1 0 0 0 0,1 0 1 0 0,0 0-1 0 0,1 0 0 0 0,0-1 0 0 0,9 23 1 0 0,-11-32-518 0 0,0 1 1 0 0,1 0 0 0 0,-1 0 0 0 0,1 0 0 0 0,0-1 0 0 0,0 1-1 0 0,0-1 1 0 0,0 0 0 0 0,0 1 0 0 0,0-1 0 0 0,1 0 0 0 0,-1 0 0 0 0,1 0-1 0 0,0-1 1 0 0,-1 1 0 0 0,1-1 0 0 0,0 1 0 0 0,0-1 0 0 0,0 0-1 0 0,0 0 1 0 0,0 0 0 0 0,0-1 0 0 0,0 1 0 0 0,0-1 0 0 0,1 1-1 0 0,-1-1 1 0 0,0 0 0 0 0,0-1 0 0 0,0 1 0 0 0,0 0 0 0 0,1-1 0 0 0,-1 1-1 0 0,0-1 1 0 0,4-2 0 0 0,0 0-8 0 0,-1 0 1 0 0,0 0-1 0 0,0-1 0 0 0,0 0 0 0 0,0 0 1 0 0,-1 0-1 0 0,0-1 0 0 0,1 1 0 0 0,-2-1 1 0 0,1-1-1 0 0,-1 1 0 0 0,1-1 0 0 0,-1 1 1 0 0,-1-1-1 0 0,1 0 0 0 0,4-12 0 0 0,0-2 102 0 0,-1 0 0 0 0,0 0-1 0 0,-2-1 1 0 0,4-25 0 0 0,-7 32-123 0 0,0 0 1 0 0,-1 0 0 0 0,-1 1 0 0 0,0-1-1 0 0,-1 0 1 0 0,-1 0 0 0 0,-4-19 0 0 0,6 30-73 0 0,-1 1 0 0 0,0-1 1 0 0,1 0-1 0 0,-2 0 0 0 0,1 0 0 0 0,0 1 1 0 0,0-1-1 0 0,-1 0 0 0 0,0 1 1 0 0,1 0-1 0 0,-1-1 0 0 0,0 1 0 0 0,0 0 1 0 0,0 0-1 0 0,0 0 0 0 0,-1 0 1 0 0,1 0-1 0 0,-1 0 0 0 0,1 1 0 0 0,-1-1 1 0 0,1 1-1 0 0,-1 0 0 0 0,0 0 1 0 0,0 0-1 0 0,0 0 0 0 0,1 0 0 0 0,-1 0 1 0 0,0 1-1 0 0,0 0 0 0 0,0-1 0 0 0,0 1 1 0 0,0 0-1 0 0,0 0 0 0 0,0 1 1 0 0,0-1-1 0 0,0 1 0 0 0,0-1 0 0 0,0 1 1 0 0,0 0-1 0 0,1 0 0 0 0,-4 2 1 0 0,0-1-292 0 0,0 0 0 0 0,0 1 0 0 0,0 0 1 0 0,0 1-1 0 0,0-1 0 0 0,1 1 0 0 0,0 0 1 0 0,0 0-1 0 0,0 1 0 0 0,0 0 0 0 0,-4 5 1 0 0,-4 8-6115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9674 0 0,'2'-1'111'0'0,"0"0"-1"0"0,1 0 1 0 0,-1 1 0 0 0,0-1-1 0 0,0 1 1 0 0,1 0 0 0 0,-1 0-1 0 0,0 0 1 0 0,0 0 0 0 0,1 0-1 0 0,-1 0 1 0 0,0 0 0 0 0,0 1-1 0 0,1-1 1 0 0,-1 1 0 0 0,0-1 0 0 0,0 1-1 0 0,0 0 1 0 0,3 2 0 0 0,-1-1 53 0 0,0 1 1 0 0,-1 0 0 0 0,1 0 0 0 0,0 0 0 0 0,-1 1 0 0 0,0-1 0 0 0,0 1 0 0 0,0 0 0 0 0,2 4 0 0 0,1 2 128 0 0,-1-1 0 0 0,0 2 0 0 0,-1-1 1 0 0,0 0-1 0 0,-1 1 0 0 0,0 0 0 0 0,3 16 0 0 0,-6 16 352 0 0,0-41-620 0 0,0 0 0 0 0,0 1-1 0 0,0-1 1 0 0,-1 0-1 0 0,1 1 1 0 0,-1-1 0 0 0,0 0-1 0 0,1 0 1 0 0,-1 0-1 0 0,0 1 1 0 0,0-1 0 0 0,-1 0-1 0 0,1 0 1 0 0,0 0-1 0 0,-3 2 1 0 0,3-4-2 0 0,1 0 1 0 0,-1 0-1 0 0,1 0 1 0 0,0 0-1 0 0,-1 0 0 0 0,1 0 1 0 0,-1 0-1 0 0,1 0 1 0 0,-1 0-1 0 0,1 0 0 0 0,-1 0 1 0 0,1 0-1 0 0,0-1 0 0 0,-1 1 1 0 0,1 0-1 0 0,-1 0 1 0 0,1-1-1 0 0,0 1 0 0 0,-1 0 1 0 0,1-1-1 0 0,0 1 1 0 0,-1 0-1 0 0,1-1 0 0 0,0 1 1 0 0,-1 0-1 0 0,1-1 1 0 0,0 1-1 0 0,0-1 0 0 0,0 1 1 0 0,-1 0-1 0 0,1-1 1 0 0,0 1-1 0 0,0-1 0 0 0,0 1 1 0 0,0-1-1 0 0,0 1 1 0 0,0-1-1 0 0,0 1 0 0 0,0 0 1 0 0,0-1-1 0 0,0 0 1 0 0,-6-27 643 0 0,5 24-538 0 0,-4-21 188 0 0,1 0 1 0 0,1 0-1 0 0,1 0 1 0 0,1 0-1 0 0,4-45 0 0 0,-2 68-317 0 0,-1 0-1 0 0,0-1 0 0 0,1 1 0 0 0,-1 0 0 0 0,1 0 0 0 0,0 0 0 0 0,-1-1 0 0 0,1 1 0 0 0,0 0 0 0 0,1 0 0 0 0,-1 0 1 0 0,0 0-1 0 0,0 0 0 0 0,1 1 0 0 0,-1-1 0 0 0,1 0 0 0 0,0 1 0 0 0,2-3 0 0 0,-2 3 7 0 0,0 0-1 0 0,0 1 1 0 0,0-1-1 0 0,0 0 1 0 0,0 1-1 0 0,0 0 1 0 0,0-1-1 0 0,0 1 1 0 0,0 0-1 0 0,0 0 1 0 0,0 0-1 0 0,0 0 1 0 0,0 0-1 0 0,0 1 1 0 0,0-1-1 0 0,3 2 1 0 0,3 1 33 0 0,0 1 1 0 0,0-1 0 0 0,0 2-1 0 0,-1-1 1 0 0,0 1 0 0 0,0 0-1 0 0,0 0 1 0 0,8 9 0 0 0,32 37 142 0 0,24 23-265 0 0,-63-67-437 0 0,1 1 0 0 0,0-2 0 0 0,1 1 0 0 0,-1-1 0 0 0,1-1 0 0 0,18 8 0 0 0,-14-10-3896 0 0,1-3-1231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3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17 14283 0 0,'-25'-16'1845'0'0,"24"16"-1817"0"0,1 0 1 0 0,-1 0 0 0 0,1 0-1 0 0,0 0 1 0 0,-1 0 0 0 0,1 0-1 0 0,0 0 1 0 0,-1 0-1 0 0,1 0 1 0 0,0 0 0 0 0,-1 0-1 0 0,1 0 1 0 0,-1 0 0 0 0,1 0-1 0 0,0 0 1 0 0,-1 0 0 0 0,1 1-1 0 0,0-1 1 0 0,-1 0 0 0 0,1 0-1 0 0,0 0 1 0 0,-1 1 0 0 0,1-1-1 0 0,0 0 1 0 0,0 0 0 0 0,-1 1-1 0 0,-1 17 1419 0 0,5-3-1161 0 0,1-1 1 0 0,1 1-1 0 0,0-1 0 0 0,1 0 1 0 0,1 0-1 0 0,14 21 1 0 0,1 6 52 0 0,70 161 721 0 0,13 28-1405 0 0,-19-87-5765 0 0,-76-129 4032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28 415 7370 0 0,'-2'-1'134'0'0,"0"0"0"0"0,0 0 1 0 0,0 0-1 0 0,1-1 0 0 0,-1 1 1 0 0,0 0-1 0 0,1-1 1 0 0,-1 1-1 0 0,1-1 0 0 0,0 0 1 0 0,0 1-1 0 0,-1-1 0 0 0,1 0 1 0 0,0 0-1 0 0,0 0 1 0 0,0 0-1 0 0,1 1 0 0 0,-1-1 1 0 0,0-1-1 0 0,1 1 0 0 0,-1-2 1 0 0,1-2 437 0 0,1 0-1 0 0,-1 0 1 0 0,1 0 0 0 0,0 1 0 0 0,1-1 0 0 0,2-7 0 0 0,-1 2-510 0 0,5-12 658 0 0,0-1 0 0 0,2 1 0 0 0,0 0 0 0 0,2 1 0 0 0,28-41 0 0 0,-29 49-939 0 0,0 0 0 0 0,1 0 0 0 0,0 2 0 0 0,1-1 0 0 0,0 1 0 0 0,1 1 0 0 0,1 1 0 0 0,0 0 0 0 0,19-10 0 0 0,-11 11-787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112 1 8754 0 0,'-3'1'165'0'0,"-1"-1"1"0"0,1 1-1 0 0,0 0 1 0 0,0 0-1 0 0,0 0 0 0 0,0 1 1 0 0,0-1-1 0 0,0 1 1 0 0,0 0-1 0 0,1-1 0 0 0,-1 1 1 0 0,1 0-1 0 0,-1 1 1 0 0,1-1-1 0 0,0 0 0 0 0,0 1 1 0 0,0-1-1 0 0,0 1 1 0 0,-2 3-1 0 0,-3 5 68 0 0,1-1 0 0 0,0 1 1 0 0,-7 20-1 0 0,7-15-10 0 0,1 0 0 0 0,1 1 1 0 0,1 0-1 0 0,0 0 0 0 0,1 0 0 0 0,1 0 1 0 0,0 0-1 0 0,1 0 0 0 0,3 17 1 0 0,-2-23-80 0 0,1-1 0 0 0,0 0 0 0 0,1 0 1 0 0,0 0-1 0 0,1 0 0 0 0,-1-1 0 0 0,2 1 1 0 0,-1-1-1 0 0,2 0 0 0 0,-1 0 0 0 0,1-1 1 0 0,0 0-1 0 0,1 0 0 0 0,0 0 0 0 0,0-1 1 0 0,9 7-1 0 0,32 23-341 0 0,-27-21-2673 0 0,-15-11 1064 0 0,15 10-3703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4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3 354 8754 0 0,'-1'-1'176'0'0,"1"0"0"0"0,-1-1 0 0 0,1 1 0 0 0,0-1-1 0 0,-1 1 1 0 0,1-1 0 0 0,0 1 0 0 0,0-1 0 0 0,0 1 0 0 0,0-1 0 0 0,0 1 0 0 0,1-1 0 0 0,-1 1 0 0 0,0-1-1 0 0,1 1 1 0 0,-1-1 0 0 0,2-1 0 0 0,10-31 1171 0 0,-10 29-1243 0 0,8-17 250 0 0,0 1 0 0 0,2 1 0 0 0,0-1 0 0 0,17-19 0 0 0,65-71-1968 0 0,-70 84 334 0 0,-2 2-3245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2745 0 0,'6'7'532'0'0,"-1"1"0"0"0,0 0-1 0 0,-1 0 1 0 0,0 0 0 0 0,0 1 0 0 0,-1-1 0 0 0,0 1 0 0 0,2 9 0 0 0,9 22 1778 0 0,7 8-427 0 0,35 91 2716 0 0,-27-42-8938 0 0,-25-76-797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72 168 10594 0 0,'-9'-10'506'0'0,"1"0"0"0"0,1-1 0 0 0,0 1 0 0 0,1-2 0 0 0,0 1 0 0 0,0-1 0 0 0,1 0 0 0 0,1 0 0 0 0,0 0 0 0 0,1-1 0 0 0,-3-16 0 0 0,6 29-478 0 0,0-1 1 0 0,0 1-1 0 0,0 0 0 0 0,-1-1 0 0 0,1 1 0 0 0,0-1 0 0 0,0 1 1 0 0,0-1-1 0 0,0 1 0 0 0,0-1 0 0 0,0 1 0 0 0,0-1 0 0 0,0 1 1 0 0,0 0-1 0 0,0-1 0 0 0,1 1 0 0 0,-1-1 0 0 0,0 1 1 0 0,0-1-1 0 0,0 1 0 0 0,0 0 0 0 0,1-1 0 0 0,-1 1 0 0 0,0-1 1 0 0,1 1-1 0 0,-1 0 0 0 0,0-1 0 0 0,0 1 0 0 0,1 0 0 0 0,-1 0 1 0 0,1-1-1 0 0,-1 1 0 0 0,12 8-576 0 0,10 22-985 0 0,23 46-4157 0 0,-30-51 3611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5985 0 0,'3'-3'316'0'0,"0"1"0"0"0,0 1 0 0 0,0-1 0 0 0,0 0 0 0 0,0 1 0 0 0,1 0 0 0 0,-1 0 0 0 0,0 0 0 0 0,1 0 0 0 0,-1 0 0 0 0,1 1 0 0 0,-1-1 0 0 0,1 1 0 0 0,-1 0 0 0 0,1 0 0 0 0,-1 0 0 0 0,1 1 0 0 0,-1-1 0 0 0,1 1 0 0 0,-1 0 0 0 0,6 2 0 0 0,5 1 713 0 0,-1 1 1 0 0,1 0-1 0 0,24 14 0 0 0,-12-2-308 0 0,-1 0 0 0 0,-1 2 0 0 0,37 35 0 0 0,-74-61-104 0 0,8 4-429 0 0,-1 0 0 0 0,1 0-1 0 0,-1 0 1 0 0,-7-8 0 0 0,4 2-69 0 0,2 0-1 0 0,-1-1 1 0 0,1 0 0 0 0,-9-18-1 0 0,-4-22-6216 0 0,13 18-769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5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80 340 5065 0 0,'-6'31'151'0'0,"-5"18"10066"0"0,17-124-7229 0 0,-2 31-2561 0 0,-1 0 0 0 0,-2 0 0 0 0,-3 1 0 0 0,-1-1 0 0 0,-9-46 0 0 0,12 88-410 0 0,-1 0-1 0 0,0-1 0 0 0,1 1 1 0 0,-1 0-1 0 0,0-1 0 0 0,0 1 1 0 0,0 0-1 0 0,-1 0 1 0 0,1 0-1 0 0,0 0 0 0 0,-1 0 1 0 0,0 0-1 0 0,1 0 0 0 0,-3-1 1 0 0,3 2-8 0 0,1 1 0 0 0,0 0 1 0 0,-1 0-1 0 0,1 0 0 0 0,-1-1 0 0 0,1 1 1 0 0,-1 0-1 0 0,1 0 0 0 0,0 0 1 0 0,-1 0-1 0 0,1 0 0 0 0,-1 0 0 0 0,1 0 1 0 0,-1 0-1 0 0,1 0 0 0 0,-1 0 0 0 0,1 0 1 0 0,0 0-1 0 0,-1 0 0 0 0,1 1 1 0 0,-1-1-1 0 0,1 0 0 0 0,0 0 0 0 0,-1 0 1 0 0,1 0-1 0 0,-1 1 0 0 0,0 0 1 0 0,0 0 7 0 0,0 0 1 0 0,0 1 0 0 0,0-1-1 0 0,0 1 1 0 0,0-1 0 0 0,0 1-1 0 0,0-1 1 0 0,1 1 0 0 0,-1 0-1 0 0,0-1 1 0 0,0 3 0 0 0,-4 18 33 0 0,1 0 0 0 0,1 0 0 0 0,0 1 0 0 0,2-1 1 0 0,1 1-1 0 0,0-1 0 0 0,2 1 0 0 0,0-1 1 0 0,8 30-1 0 0,-9-47-45 0 0,0 0 1 0 0,1-1-1 0 0,0 1 1 0 0,0-1-1 0 0,0 0 1 0 0,0 1-1 0 0,0-1 1 0 0,1 0-1 0 0,0 0 1 0 0,0 0-1 0 0,0-1 1 0 0,0 1-1 0 0,0-1 1 0 0,1 0-1 0 0,0 1 1 0 0,0-2-1 0 0,0 1 0 0 0,0 0 1 0 0,0-1-1 0 0,0 0 1 0 0,7 3-1 0 0,-4-3-2 0 0,0-1 0 0 0,0 0-1 0 0,-1 0 1 0 0,1 0 0 0 0,0-1-1 0 0,0 0 1 0 0,0 0 0 0 0,0-1-1 0 0,0 0 1 0 0,0 0 0 0 0,-1-1-1 0 0,1 0 1 0 0,0 0 0 0 0,7-4-1 0 0,11-5-839 0 0,-1-1 0 0 0,40-27 0 0 0,-21 8-6359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 13827 0 0,'-4'-1'120'0'0,"1"1"0"0"0,0 0 1 0 0,0 0-1 0 0,-1 0 0 0 0,1 1 0 0 0,0-1 0 0 0,0 1 1 0 0,0-1-1 0 0,0 1 0 0 0,-1 0 0 0 0,1 0 1 0 0,0 1-1 0 0,1-1 0 0 0,-1 1 0 0 0,0-1 0 0 0,0 1 1 0 0,1 0-1 0 0,-1 0 0 0 0,1 0 0 0 0,-1 0 0 0 0,-3 5 1 0 0,0-1 90 0 0,0 1 0 0 0,1 0 0 0 0,-1 1 0 0 0,1-1 0 0 0,1 1 0 0 0,-7 13 0 0 0,7-7-45 0 0,-1 0 0 0 0,2 1 0 0 0,0-1 0 0 0,1 1 0 0 0,0 0 0 0 0,1 0 0 0 0,0 0 1 0 0,4 25-1 0 0,0-10 235 0 0,2 1 1 0 0,1-1 0 0 0,13 35 0 0 0,-14-51-318 0 0,0 0 0 0 0,2 0 0 0 0,-1-1 0 0 0,2 0 0 0 0,0-1 0 0 0,0 1 0 0 0,21 21 0 0 0,2-3-776 0 0,48 36-1 0 0,-66-56 181 0 0,4 5-4363 0 0,-3 2-1554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5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15 410 8290 0 0,'-2'-6'106'0'0,"-1"0"0"0"0,1 0 0 0 0,0 0 1 0 0,1 0-1 0 0,-1-1 0 0 0,1 1 0 0 0,1 0 0 0 0,-1-1 0 0 0,1 1 1 0 0,0 0-1 0 0,0-1 0 0 0,1 1 0 0 0,0-1 0 0 0,0 1 1 0 0,3-9-1 0 0,5-7 305 0 0,1 1 0 0 0,1 0 0 0 0,1 0 0 0 0,0 1-1 0 0,2 1 1 0 0,0 0 0 0 0,1 1 0 0 0,1 1 0 0 0,1 0 0 0 0,1 1 0 0 0,0 1 0 0 0,0 0 0 0 0,2 2 0 0 0,22-13 0 0 0,-35 23-524 0 0,0 0 0 0 0,0 0 0 0 0,0 0 0 0 0,0 1 0 0 0,1 0 0 0 0,-1 0 0 0 0,1 1 0 0 0,-1 0 0 0 0,1 1 0 0 0,-1-1-1 0 0,1 1 1 0 0,0 1 0 0 0,-1 0 0 0 0,1 0 0 0 0,-1 0 0 0 0,1 1 0 0 0,-1 0 0 0 0,0 0 0 0 0,0 1 0 0 0,10 4 0 0 0,1 3 627 0 0,-1 0 1 0 0,0 0-1 0 0,-1 2 0 0 0,0 0 0 0 0,0 0 0 0 0,22 26 0 0 0,-34-33-336 0 0,1 1-1 0 0,-1-1 1 0 0,-1 1-1 0 0,1-1 1 0 0,-1 1-1 0 0,5 12 1 0 0,3 20-2397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7.7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18 14283 0 0,'-3'-3'1272'0'0,"2"0"-1016"0"0,0 2-56 0 0,-1-2-120 0 0,1 0 0 0 0,-2 2 48 0 0,2-2 1 0 0,-1 4 143 0 0,15 20-2921 0 0,-5-12 1673 0 0,6 2 760 0 0,-4-2 216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7 329 10138 0 0,'0'-1'117'0'0,"-1"0"-1"0"0,0 1 0 0 0,1-1 1 0 0,-1 0-1 0 0,1 1 0 0 0,-1-1 1 0 0,1 0-1 0 0,-1 1 1 0 0,1-1-1 0 0,0 0 0 0 0,-1 0 1 0 0,1 0-1 0 0,0 1 0 0 0,0-1 1 0 0,0 0-1 0 0,-1 0 1 0 0,1 0-1 0 0,0 0 0 0 0,0 0 1 0 0,0 1-1 0 0,0-1 1 0 0,1 0-1 0 0,-1 0 0 0 0,0 0 1 0 0,0 0-1 0 0,0 1 0 0 0,1-1 1 0 0,-1 0-1 0 0,0 0 1 0 0,1 0-1 0 0,-1 1 0 0 0,0-1 1 0 0,1 0-1 0 0,-1 1 0 0 0,1-1 1 0 0,0 0-1 0 0,-1 1 1 0 0,1-1-1 0 0,-1 0 0 0 0,1 1 1 0 0,0-1-1 0 0,0 1 1 0 0,-1 0-1 0 0,1-1 0 0 0,0 1 1 0 0,0-1-1 0 0,-1 1 0 0 0,1 0 1 0 0,2-1-1 0 0,0-1 177 0 0,1 1 0 0 0,-1 0-1 0 0,1-1 1 0 0,0 1 0 0 0,0 0 0 0 0,0 0-1 0 0,0 1 1 0 0,-1-1 0 0 0,1 1 0 0 0,7 0-1 0 0,-3 3-117 0 0,0-1 0 0 0,-1 1 0 0 0,1 1 0 0 0,-1-1-1 0 0,1 1 1 0 0,-1 1 0 0 0,0-1 0 0 0,-1 1-1 0 0,1 0 1 0 0,-1 1 0 0 0,0 0 0 0 0,6 6-1 0 0,-6-5-88 0 0,1 0 0 0 0,0-1 0 0 0,0 0-1 0 0,1 0 1 0 0,-1-1 0 0 0,1 0-1 0 0,1 0 1 0 0,10 4 0 0 0,-19-9-84 0 0,0 1-1 0 0,1-1 1 0 0,-1 0 0 0 0,0 0 0 0 0,1 0 0 0 0,-1 0-1 0 0,0 0 1 0 0,0 0 0 0 0,1 0 0 0 0,-1 0 0 0 0,0 0-1 0 0,0 0 1 0 0,1 0 0 0 0,-1 0 0 0 0,0 0 0 0 0,1 0-1 0 0,-1 0 1 0 0,0 0 0 0 0,0 0 0 0 0,1 0 0 0 0,-1 0-1 0 0,0 0 1 0 0,0-1 0 0 0,1 1 0 0 0,-1 0 0 0 0,0 0 0 0 0,0 0-1 0 0,0 0 1 0 0,1-1 0 0 0,-1 1 0 0 0,0 0 0 0 0,0 0-1 0 0,0 0 1 0 0,1-1 0 0 0,-1 1 0 0 0,0 0 0 0 0,0-1-1 0 0,0-13 88 0 0,-10-22 99 0 0,8 30-142 0 0,-10-35 128 0 0,-11-72 0 0 0,21 94-545 0 0,0 0 1 0 0,1 0-1 0 0,1-1 0 0 0,1 1 0 0 0,1 0 0 0 0,4-23 0 0 0,3 11-6974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85 268 3681 0 0,'1'0'100'0'0,"-1"0"1"0"0,1 1 0 0 0,0-1-1 0 0,-1 0 1 0 0,1 0-1 0 0,-1 0 1 0 0,1 0 0 0 0,-1 0-1 0 0,1 0 1 0 0,-1 0-1 0 0,1 0 1 0 0,-1 0 0 0 0,1 0-1 0 0,0-1 1 0 0,-1 1-1 0 0,1 0 1 0 0,-1 0 0 0 0,1 0-1 0 0,-1-1 1 0 0,1 1-1 0 0,-1 0 1 0 0,0-1-1 0 0,1 1 1 0 0,-1 0 0 0 0,1-1-1 0 0,-1 1 1 0 0,1 0-1 0 0,-1-1 1 0 0,0 1 0 0 0,1-1-1 0 0,-1 1 1 0 0,0-1-1 0 0,0 1 1 0 0,1-1 0 0 0,-1 1-1 0 0,0-1 1 0 0,0 1-1 0 0,0-1 1 0 0,0 1 0 0 0,0-1-1 0 0,1 0 1 0 0,9-25 1954 0 0,-7 16-1813 0 0,-1 0 0 0 0,0 0-1 0 0,-1-1 1 0 0,0 1 0 0 0,0 0 0 0 0,-1-1 0 0 0,-1 1 0 0 0,0-1 0 0 0,-3-16 0 0 0,2 20-260 0 0,1 0 0 0 0,-1 0 1 0 0,0 1-1 0 0,-1-1 0 0 0,0 0 0 0 0,0 1 1 0 0,0 0-1 0 0,0 0 0 0 0,-1 0 0 0 0,0 0 1 0 0,-1 0-1 0 0,1 1 0 0 0,-1 0 0 0 0,0 0 1 0 0,-7-5-1 0 0,11 9 23 0 0,0 0 1 0 0,0 1-1 0 0,0-1 1 0 0,0 0-1 0 0,0 0 1 0 0,0 1-1 0 0,0-1 1 0 0,0 1-1 0 0,-1-1 1 0 0,1 1-1 0 0,0 0 1 0 0,0-1-1 0 0,-1 1 1 0 0,1 0-1 0 0,0 0 0 0 0,-1 0 1 0 0,1 0-1 0 0,0 0 1 0 0,0 0-1 0 0,-1 0 1 0 0,1 0-1 0 0,0 1 1 0 0,-1-1-1 0 0,1 0 1 0 0,0 1-1 0 0,0-1 1 0 0,-2 1-1 0 0,2 1 46 0 0,-1 0-1 0 0,1-1 0 0 0,-1 1 1 0 0,1 0-1 0 0,-1 0 1 0 0,1 0-1 0 0,0 0 1 0 0,0 0-1 0 0,0 0 0 0 0,0 0 1 0 0,1 0-1 0 0,-1 0 1 0 0,0 0-1 0 0,1 3 1 0 0,-2 4 115 0 0,1 1 0 0 0,0-1 0 0 0,0 1 1 0 0,2-1-1 0 0,-1 1 0 0 0,3 13 1 0 0,-1-14-89 0 0,1-1 0 0 0,0 0-1 0 0,0 0 1 0 0,1 0 0 0 0,0 0 0 0 0,0 0 0 0 0,1-1 0 0 0,0 1 0 0 0,1-1 0 0 0,-1-1 0 0 0,1 1 0 0 0,0-1 0 0 0,1 0 0 0 0,0 0 0 0 0,0-1 0 0 0,0 0 0 0 0,0 0-1 0 0,1 0 1 0 0,0-1 0 0 0,0-1 0 0 0,0 1 0 0 0,17 4 0 0 0,3-2-5710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8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1 6521 0 0,'-3'4'322'0'0,"0"0"0"0"0,1 0 0 0 0,-1 0 0 0 0,1 0 0 0 0,0 1 0 0 0,0-1-1 0 0,0 1 1 0 0,1-1 0 0 0,0 1 0 0 0,-2 9 0 0 0,-3 51 4022 0 0,5-59-4112 0 0,1 2 210 0 0,-1-1 1 0 0,1 1 0 0 0,1 0-1 0 0,-1-1 1 0 0,2 1 0 0 0,-1 0-1 0 0,1-1 1 0 0,0 0 0 0 0,0 1-1 0 0,6 11 1 0 0,-5-14-245 0 0,0-1 0 0 0,0 1 0 0 0,0-1 1 0 0,1 0-1 0 0,0 0 0 0 0,0 0 0 0 0,0 0 0 0 0,0-1 0 0 0,1 0 0 0 0,-1 0 0 0 0,1 0 0 0 0,0 0 1 0 0,0-1-1 0 0,0 1 0 0 0,8 1 0 0 0,22 7 490 0 0,-22-8-544 0 0,0 1-1 0 0,-1 0 1 0 0,1 1 0 0 0,-1 1 0 0 0,19 10 0 0 0,-29-14-148 0 0,1 0 1 0 0,-1-1-1 0 0,0 2 1 0 0,1-1 0 0 0,-1 0-1 0 0,0 0 1 0 0,0 1-1 0 0,-1-1 1 0 0,1 1 0 0 0,0-1-1 0 0,-1 1 1 0 0,0 0-1 0 0,1 0 1 0 0,-1 0-1 0 0,0 0 1 0 0,-1 0 0 0 0,1 0-1 0 0,0 0 1 0 0,-1 0-1 0 0,0 0 1 0 0,1 0-1 0 0,-1 0 1 0 0,0 0 0 0 0,-1 0-1 0 0,1 0 1 0 0,-1 0-1 0 0,1 0 1 0 0,-1 0 0 0 0,-2 5-1 0 0,0 2 59 0 0,-1-1 1 0 0,-1 1-1 0 0,1-1 0 0 0,-2 0 1 0 0,1-1-1 0 0,-1 1 0 0 0,-8 8 1 0 0,-19 19-1235 0 0,-2-4-4952 0 0,10-10-1285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5:39.4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1249 13827 0 0,'-10'9'1064'0'0,"-6"6"79"0"0,14-12-338 0 0,9-9 369 0 0,379-258 1491 0 0,-61 62-1668 0 0,71-41-281 0 0,53-7-1320 0 0,-175 77-2599 0 0,-123 72-771 0 0,-93 65-1506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45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2785 46 1376 0 0,'8'-8'888'0'0,"1"0"1"0"0,0 1-1 0 0,1 0 0 0 0,17-9 0 0 0,-29 17-496 0 0,-32 16 4861 0 0,17-8-4606 0 0,1 1 1 0 0,-25 19-1 0 0,15-5-458 0 0,1 1-1 0 0,1 1 0 0 0,1 1 1 0 0,1 2-1 0 0,1 0 1 0 0,-27 52-1 0 0,-116 234 204 0 0,124-221-230 0 0,-57 126 135 0 0,73-178-233 0 0,-2-1 0 0 0,-2 0 1 0 0,-52 56-1 0 0,4-4 116 0 0,-72 133 198 0 0,65-92-227 0 0,-24 46-148 0 0,-26 37-22 0 0,33-79 8 0 0,40-60 20 0 0,5 2 0 0 0,-62 117 0 0 0,-75 146-58 0 0,97-184 34 0 0,-105 215 1100 0 0,150-276-908 0 0,-20 51 152 0 0,45-90-94 0 0,-3-1 0 0 0,-65 100 0 0 0,44-84-214 0 0,4 2 1 0 0,-44 101-1 0 0,77-151 291 0 0,-2 0 0 0 0,0-1 0 0 0,-2 0 0 0 0,-1-2 0 0 0,0 0-1 0 0,-2 0 1 0 0,-39 35 0 0 0,27-36-47 0 0,-16 14-88 0 0,44-33-289 0 0,0 0 1 0 0,0 1-1 0 0,1-1 0 0 0,-1 0 1 0 0,0 1-1 0 0,1-1 0 0 0,0 1 0 0 0,0 0 1 0 0,0 0-1 0 0,-2 8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2.0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13 1376 0 0,'0'0'94'0'0,"0"-1"0"0"0,0 1-1 0 0,0 0 1 0 0,0-1 0 0 0,1 1-1 0 0,-1-1 1 0 0,0 1 0 0 0,0 0-1 0 0,0-1 1 0 0,0 1 0 0 0,0-1-1 0 0,-1 1 1 0 0,1 0 0 0 0,0-1 0 0 0,0 1-1 0 0,0-1 1 0 0,0 1 0 0 0,0 0-1 0 0,0-1 1 0 0,-1 1 0 0 0,1 0-1 0 0,0-1 1 0 0,0 1 0 0 0,-1 0-1 0 0,1-1 1 0 0,0 1 0 0 0,0 0-1 0 0,-1 0 1 0 0,1-1 0 0 0,0 1-1 0 0,-1 0 1 0 0,1 0 0 0 0,0-1 0 0 0,-1 1-1 0 0,1 0 1 0 0,-1 0 0 0 0,1 0-1 0 0,0 0 1 0 0,-2 0 0 0 0,-17 10 1139 0 0,17-8-1112 0 0,-1 0 0 0 0,1 1 0 0 0,0 0 0 0 0,0 0 0 0 0,0 0 0 0 0,0 0 0 0 0,0 0 0 0 0,1 0 0 0 0,-1 0 0 0 0,1 0 0 0 0,0 0 0 0 0,0 1 0 0 0,0-1 0 0 0,-1 5 0 0 0,-4 56 984 0 0,5-40-324 0 0,-2 40 325 0 0,3-40-820 0 0,-1 1 0 0 0,-2-1 1 0 0,-5 26-1 0 0,-3-6 67 0 0,-5 13 707 0 0,4 2 1 0 0,-6 60-1 0 0,18-108-958 0 0,0-1 1 0 0,1 0-1 0 0,1 0 0 0 0,0 0 0 0 0,5 16 0 0 0,-4-14 2 0 0,0 0 0 0 0,0 1 0 0 0,0 13 0 0 0,0 68 149 0 0,8 117 470 0 0,-2-109-505 0 0,-10 200 1 0 0,-1-251-204 0 0,3-10 607 0 0,2 0 1 0 0,13 63-1 0 0,-8-53-361 0 0,0-2-268 0 0,-3-26-3 0 0,-1 1 0 0 0,-1-1 1 0 0,-1 1-1 0 0,-3 44 0 0 0,-32 111 17 0 0,20-119-6 0 0,7-20-29 0 0,2 0-1 0 0,1 0 0 0 0,3 1 0 0 0,4 48 0 0 0,-4-89 29 0 0,0 44-111 0 0,-2 0 0 0 0,-14 82 1 0 0,8-75-24 0 0,-3 83 0 0 0,9-60 134 0 0,4 76 0 0 0,-2-128 34 0 0,0 0 1 0 0,-7 44-1 0 0,4-48-7 0 0,1-1 1 0 0,0 1-1 0 0,1 0 0 0 0,1-1 1 0 0,5 36-1 0 0,-4-50-26 0 0,14 65 25 0 0,10 113 0 0 0,-24-167 19 0 0,2 1 0 0 0,-1-1 0 0 0,8 20 0 0 0,-6-24-2 0 0,-1 1 0 0 0,0 0 0 0 0,-1 0 0 0 0,0 0 0 0 0,-1 0-1 0 0,0 20 1 0 0,-2-6 147 0 0,4 43 1 0 0,-1-51-73 0 0,-1-1 1 0 0,-1 0 0 0 0,0 0-1 0 0,-1 1 1 0 0,-1-1 0 0 0,-6 27-1 0 0,6-32-13 0 0,0-1-1 0 0,1 1 0 0 0,0-1 1 0 0,0 1-1 0 0,1-1 0 0 0,2 18 0 0 0,-1 35 252 0 0,-5-46-356 0 0,0-1 0 0 0,0 1 0 0 0,-2-1 0 0 0,0 0 0 0 0,-9 19 0 0 0,15-35-1 0 0,0 0 0 0 0,0 0 0 0 0,0 0 0 0 0,0 0 0 0 0,0 0 0 0 0,-1 0 0 0 0,1 0 0 0 0,0 0 1 0 0,0 0-1 0 0,0 0 0 0 0,0 1 0 0 0,0-1 0 0 0,0 0 0 0 0,0 0 0 0 0,0 0 0 0 0,0 0 0 0 0,0 0 0 0 0,0 0 0 0 0,0 0 0 0 0,-1 0 1 0 0,1 0-1 0 0,0 0 0 0 0,0 0 0 0 0,0 0 0 0 0,0 0 0 0 0,0 0 0 0 0,0 0 0 0 0,0 0 0 0 0,0 0 0 0 0,0 0 0 0 0,0 0 0 0 0,-1 0 1 0 0,1 0-1 0 0,0 0 0 0 0,0 0 0 0 0,0 0 0 0 0,0 0 0 0 0,0 0 0 0 0,0 0 0 0 0,0 0 0 0 0,0 0 0 0 0,0 0 0 0 0,0 0 0 0 0,-1 0 0 0 0,1-1 1 0 0,0 1-1 0 0,0 0 0 0 0,0 0 0 0 0,0 0 0 0 0,0 0 0 0 0,0 0 0 0 0,0 0 0 0 0,0 0 0 0 0,0 0 0 0 0,0 0 0 0 0,0 0 0 0 0,0-1 1 0 0,-2-3-267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38 5529 0 0,'-4'-4'934'0'0,"0"-1"-1"0"0,0 0 1 0 0,0 0-1 0 0,1 0 1 0 0,-4-8-1 0 0,2 50 1996 0 0,2-24-2558 0 0,1 6-215 0 0,1 0 0 0 0,0 0 0 0 0,1 0 0 0 0,1 0 0 0 0,1 0 0 0 0,1 0 0 0 0,0 0 0 0 0,8 22 0 0 0,-8-31-154 0 0,0-1 1 0 0,1 1 0 0 0,0-1 0 0 0,0-1-1 0 0,1 1 1 0 0,0 0 0 0 0,1-1 0 0 0,0 0 0 0 0,0 0-1 0 0,0-1 1 0 0,1 0 0 0 0,1 0 0 0 0,-1-1-1 0 0,1 1 1 0 0,0-2 0 0 0,0 1 0 0 0,15 7-1 0 0,-21-12 37 0 0,1 0 0 0 0,0 0 0 0 0,-1 0 0 0 0,1 0 0 0 0,0 0-1 0 0,-1-1 1 0 0,1 1 0 0 0,0-1 0 0 0,0 0 0 0 0,-1 0 0 0 0,1 0 0 0 0,0 0-1 0 0,0 0 1 0 0,0-1 0 0 0,-1 1 0 0 0,1-1 0 0 0,0 1 0 0 0,-1-1-1 0 0,1 0 1 0 0,0 0 0 0 0,3-2 0 0 0,-3 0 18 0 0,0 0 0 0 0,1 0-1 0 0,-1 0 1 0 0,0-1 0 0 0,0 1 0 0 0,-1 0 0 0 0,1-1 0 0 0,-1 0-1 0 0,1 0 1 0 0,-1 0 0 0 0,-1 0 0 0 0,3-5 0 0 0,1-7-69 0 0,-1 1 1 0 0,0-1-1 0 0,-2 0 0 0 0,1 0 1 0 0,-2-1-1 0 0,0-22 1 0 0,-5 13-116 0 0,3 20 95 0 0,0 0 0 0 0,1 0 0 0 0,-1 0-1 0 0,1 0 1 0 0,0 0 0 0 0,1-7 0 0 0,21 45 32 0 0,-18-25 44 0 0,0-1 1 0 0,0 0-1 0 0,1 0 1 0 0,0 0 0 0 0,0 0-1 0 0,0-1 1 0 0,1 0 0 0 0,-1 0-1 0 0,9 5 1 0 0,-10-8-19 0 0,-1 0 1 0 0,1 0-1 0 0,0-1 1 0 0,0 1-1 0 0,0-1 1 0 0,-1 0-1 0 0,1 0 1 0 0,0 0-1 0 0,1-1 1 0 0,-1 0-1 0 0,0 1 1 0 0,0-1-1 0 0,0-1 1 0 0,0 1-1 0 0,0-1 1 0 0,0 1-1 0 0,0-1 1 0 0,0 0-1 0 0,4-2 1 0 0,-6 2 25 0 0,0 1 0 0 0,0-1 0 0 0,0 0 0 0 0,0 0 0 0 0,0 0 0 0 0,0 0 0 0 0,0 0 0 0 0,0-1 0 0 0,-1 1 0 0 0,1 0 0 0 0,0-1 0 0 0,-1 1 0 0 0,1-1 0 0 0,-1 0 0 0 0,1 0 0 0 0,-1 1 0 0 0,0-1 0 0 0,0 0 0 0 0,0 0 0 0 0,0 0 0 0 0,0 0 0 0 0,0 0 0 0 0,-1-1 0 0 0,1 1 0 0 0,-1 0 0 0 0,1 0-1 0 0,-1 0 1 0 0,0 0 0 0 0,0-1 0 0 0,0-2 0 0 0,-1-6-163 0 0,-1 0 0 0 0,-1 0 1 0 0,0 0-1 0 0,0 1 0 0 0,-6-13 0 0 0,-8-31-4113 0 0,16 39-1268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5121 0 0,'0'11'909'0'0,"0"0"0"0"0,1-1 0 0 0,0 1 0 0 0,1-1 0 0 0,4 14 0 0 0,-6-22-825 0 0,1 0 0 0 0,-1 0 0 0 0,1 0 1 0 0,0 0-1 0 0,-1-1 0 0 0,1 1 0 0 0,0 0 0 0 0,0-1 0 0 0,0 1 1 0 0,1-1-1 0 0,-1 1 0 0 0,0-1 0 0 0,0 1 0 0 0,1-1 0 0 0,-1 0 1 0 0,1 1-1 0 0,-1-1 0 0 0,1 0 0 0 0,0 0 0 0 0,-1 0 1 0 0,1-1-1 0 0,0 1 0 0 0,0 0 0 0 0,0-1 0 0 0,-1 1 0 0 0,1-1 1 0 0,0 1-1 0 0,0-1 0 0 0,0 0 0 0 0,0 0 0 0 0,0 0 0 0 0,0 0 1 0 0,0 0-1 0 0,0 0 0 0 0,0 0 0 0 0,-1-1 0 0 0,1 1 0 0 0,3-2 1 0 0,-3 1-87 0 0,1 0 1 0 0,0 0 0 0 0,0 0 0 0 0,-1-1-1 0 0,1 1 1 0 0,0-1 0 0 0,-1 1 0 0 0,0-1-1 0 0,1 0 1 0 0,-1 0 0 0 0,0 0 0 0 0,0 0-1 0 0,0-1 1 0 0,0 1 0 0 0,0-1 0 0 0,-1 1-1 0 0,1-1 1 0 0,-1 1 0 0 0,0-1 0 0 0,1 0-1 0 0,-1 0 1 0 0,0 0 0 0 0,-1 1 0 0 0,1-1-1 0 0,0 0 1 0 0,-1 0 0 0 0,0 0 0 0 0,0 0-1 0 0,0 0 1 0 0,0 0 0 0 0,0 0 0 0 0,0 0-1 0 0,-1 0 1 0 0,-1-5 0 0 0,1 3-17 0 0,0 0-1 0 0,-1 1 1 0 0,1-1 0 0 0,-1 0 0 0 0,0 1 0 0 0,0-1 0 0 0,-1 1-1 0 0,0 0 1 0 0,1 0 0 0 0,-1 0 0 0 0,0 0 0 0 0,-1 0 0 0 0,1 1-1 0 0,-1-1 1 0 0,0 1 0 0 0,0 0 0 0 0,0 0 0 0 0,0 0 0 0 0,0 1-1 0 0,-7-4 1 0 0,10 6-19 0 0,0 0-1 0 0,0 0 1 0 0,0 0-1 0 0,0 0 1 0 0,0 0-1 0 0,0 0 1 0 0,1 1-1 0 0,-1-1 1 0 0,0 0-1 0 0,0 0 1 0 0,0 1 0 0 0,0-1-1 0 0,1 0 1 0 0,-1 1-1 0 0,0-1 1 0 0,0 1-1 0 0,1-1 1 0 0,-1 1-1 0 0,0-1 1 0 0,1 1-1 0 0,-1 0 1 0 0,0-1-1 0 0,1 1 1 0 0,-1 0-1 0 0,1-1 1 0 0,-1 1-1 0 0,1 0 1 0 0,-1 0-1 0 0,1-1 1 0 0,0 1-1 0 0,0 0 1 0 0,-1 0 0 0 0,1 0-1 0 0,0 0 1 0 0,0 0-1 0 0,0-1 1 0 0,0 1-1 0 0,0 0 1 0 0,0 2-1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0 113 7834 0 0,'1'-1'440'0'0,"0"1"0"0"0,0 0 0 0 0,0 0 0 0 0,1 0 0 0 0,-1-1 0 0 0,0 1 0 0 0,0 0 0 0 0,0 1 0 0 0,0-1 0 0 0,0 0 0 0 0,0 0 0 0 0,0 0 0 0 0,1 1 0 0 0,-1-1 0 0 0,0 0 1 0 0,1 1 439 0 0,0 1-440 0 0,27 19 2219 0 0,-19-12-2397 0 0,0 1 1 0 0,-1 0 0 0 0,9 13-1 0 0,-31-42-587 0 0,-4-5 1088 0 0,-18-36 0 0 0,31 49-2317 0 0,-1 1 0 0 0,1-1 0 0 0,-4-21 0 0 0,4 11-4845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4.9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10594 0 0,'0'1'22'0'0,"-1"-1"1"0"0,1 1-1 0 0,0-1 0 0 0,0 1 0 0 0,0-1 0 0 0,0 1 0 0 0,0 0 0 0 0,-1-1 1 0 0,1 1-1 0 0,0-1 0 0 0,1 1 0 0 0,-1-1 0 0 0,0 1 0 0 0,0 0 0 0 0,0-1 1 0 0,0 1-1 0 0,0-1 0 0 0,0 1 0 0 0,1-1 0 0 0,-1 1 0 0 0,0-1 0 0 0,1 1 1 0 0,-1-1-1 0 0,0 1 0 0 0,1-1 0 0 0,-1 1 0 0 0,0-1 0 0 0,1 1 0 0 0,-1-1 0 0 0,1 1 1 0 0,19 29 1664 0 0,-13-19-979 0 0,53 93 2157 0 0,33 50-1017 0 0,-76-132-3434 0 0,0-1 1 0 0,27 27-1 0 0,-27-32-4260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5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 2 3225 0 0,'-2'-1'177'0'0,"1"1"1"0"0,0 0 0 0 0,0 0-1 0 0,0 0 1 0 0,-1 0 0 0 0,1 0 0 0 0,0 0-1 0 0,0 0 1 0 0,0 0 0 0 0,-1 1-1 0 0,1-1 1 0 0,0 0 0 0 0,0 1-1 0 0,0-1 1 0 0,0 1 0 0 0,0-1 0 0 0,0 1-1 0 0,0-1 1 0 0,0 1 0 0 0,0 0-1 0 0,0 0 1 0 0,0-1 0 0 0,0 1-1 0 0,0 0 1 0 0,0 0 0 0 0,1 0 0 0 0,-1 0-1 0 0,0 0 1 0 0,1 0 0 0 0,-2 2-1 0 0,-25 40 2692 0 0,23-35-2300 0 0,-12 18 959 0 0,-14 35 1 0 0,26-50-1333 0 0,0-1 0 0 0,0 1 1 0 0,1-1-1 0 0,1 1 0 0 0,0 0 1 0 0,-2 20-1 0 0,4-30-180 0 0,0 1 1 0 0,0 0-1 0 0,0-1 0 0 0,0 1 0 0 0,0 0 1 0 0,1 0-1 0 0,-1-1 0 0 0,0 1 0 0 0,1 0 0 0 0,-1-1 1 0 0,1 1-1 0 0,0 0 0 0 0,-1-1 0 0 0,1 1 1 0 0,0-1-1 0 0,0 1 0 0 0,0-1 0 0 0,0 0 1 0 0,0 1-1 0 0,1-1 0 0 0,-1 0 0 0 0,0 0 0 0 0,0 0 1 0 0,3 2-1 0 0,-2-2 39 0 0,1-1 0 0 0,0 1 0 0 0,-1 0 0 0 0,1-1 0 0 0,0 1 0 0 0,0-1 0 0 0,-1 0 0 0 0,1 0 0 0 0,0 0 0 0 0,0 0 0 0 0,0 0 0 0 0,-1-1 0 0 0,5 0 0 0 0,7-3 162 0 0,0-1-1 0 0,0-1 0 0 0,-1 1 1 0 0,17-12-1 0 0,8-7-1156 0 0,-18 11-80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6:55.5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1 5985 0 0,'-4'0'168'0'0,"1"1"0"0"0,-1 0 0 0 0,1 0 1 0 0,-1 1-1 0 0,1-1 0 0 0,0 1 0 0 0,0-1 0 0 0,-1 1 0 0 0,1 0 0 0 0,0 1 0 0 0,0-1 0 0 0,1 0 0 0 0,-1 1 0 0 0,0-1 0 0 0,1 1 0 0 0,0 0 0 0 0,0 0 0 0 0,-4 6 0 0 0,-4 6 1025 0 0,1 0 0 0 0,-10 26-1 0 0,14-31-886 0 0,1-1 0 0 0,1 1 0 0 0,0 0 0 0 0,1 0-1 0 0,-1 0 1 0 0,2 0 0 0 0,0 1 0 0 0,-1 13 0 0 0,3-20-228 0 0,-1-1 0 0 0,0 1 1 0 0,1 0-1 0 0,0 0 0 0 0,0-1 0 0 0,0 1 0 0 0,0-1 0 0 0,1 1 1 0 0,-1-1-1 0 0,1 1 0 0 0,0-1 0 0 0,0 0 0 0 0,0 0 0 0 0,1 0 1 0 0,-1 0-1 0 0,0 0 0 0 0,1-1 0 0 0,0 1 0 0 0,0-1 1 0 0,0 1-1 0 0,0-1 0 0 0,0 0 0 0 0,0 0 0 0 0,1-1 0 0 0,-1 1 1 0 0,5 1-1 0 0,47 13-16 0 0,-43-14-46 0 0,0 1 0 0 0,0 1 0 0 0,-1 0 0 0 0,0 0 0 0 0,18 11 0 0 0,-27-14-12 0 0,-1 0-1 0 0,0 0 0 0 0,0 0 1 0 0,0 1-1 0 0,0-1 0 0 0,0 1 1 0 0,0-1-1 0 0,0 1 0 0 0,0-1 1 0 0,0 1-1 0 0,-1-1 0 0 0,1 1 1 0 0,-1 0-1 0 0,1-1 0 0 0,-1 1 0 0 0,0 0 1 0 0,1-1-1 0 0,-1 1 0 0 0,0 0 1 0 0,0 0-1 0 0,0-1 0 0 0,-1 1 1 0 0,1 0-1 0 0,0 0 0 0 0,-1-1 1 0 0,1 1-1 0 0,-1 0 0 0 0,1-1 1 0 0,-1 1-1 0 0,0-1 0 0 0,0 1 1 0 0,1-1-1 0 0,-1 1 0 0 0,-1 1 0 0 0,-5 8-249 0 0,0 0-1 0 0,-1-1 0 0 0,-11 13 0 0 0,17-20-32 0 0,-16 16-5683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4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87 4609 0 0,'0'-1'102'0'0,"-1"0"1"0"0,1 1-1 0 0,-1-1 0 0 0,1 1 0 0 0,-1-1 1 0 0,0 1-1 0 0,1-1 0 0 0,-1 1 0 0 0,0-1 1 0 0,0 1-1 0 0,1 0 0 0 0,-1-1 0 0 0,0 1 1 0 0,0 0-1 0 0,1 0 0 0 0,-1-1 0 0 0,0 1 1 0 0,0 0-1 0 0,0 0 0 0 0,0 0 0 0 0,1 0 1 0 0,-1 0-1 0 0,0 0 0 0 0,0 0 0 0 0,0 0 1 0 0,-1 1-1 0 0,-24 2 2718 0 0,24-2-2547 0 0,0 0 0 0 0,0 0-1 0 0,0 0 1 0 0,1 0 0 0 0,-1 0-1 0 0,0 0 1 0 0,0 1 0 0 0,1-1 0 0 0,-1 1-1 0 0,1-1 1 0 0,-1 1 0 0 0,1-1-1 0 0,0 1 1 0 0,-1 0 0 0 0,1 0-1 0 0,0 0 1 0 0,-1 3 0 0 0,0 0 38 0 0,1-1 1 0 0,0 1-1 0 0,0 0 0 0 0,0-1 1 0 0,1 1-1 0 0,-1 0 0 0 0,1 9 1 0 0,1-4-74 0 0,0 0 1 0 0,1 0-1 0 0,0-1 1 0 0,1 1-1 0 0,0 0 1 0 0,0-1-1 0 0,6 12 1 0 0,-6-16-213 0 0,0-1 0 0 0,1 1 0 0 0,-1-1 0 0 0,1 0 0 0 0,0 0 0 0 0,0 0 0 0 0,0-1 0 0 0,1 0 0 0 0,-1 1 1 0 0,1-1-1 0 0,0-1 0 0 0,-1 1 0 0 0,1-1 0 0 0,1 0 0 0 0,-1 0 0 0 0,0 0 0 0 0,0-1 0 0 0,1 0 1 0 0,-1 0-1 0 0,1 0 0 0 0,7 0 0 0 0,-5-1-160 0 0,0 0 1 0 0,0 0-1 0 0,0-1 0 0 0,0 0 1 0 0,0 0-1 0 0,0-1 1 0 0,0 0-1 0 0,0 0 0 0 0,-1-1 1 0 0,1 0-1 0 0,-1 0 1 0 0,0-1-1 0 0,0 0 0 0 0,8-5 1 0 0,-14 7 70 0 0,1 1-1 0 0,-1-1 1 0 0,1 0 0 0 0,-1 1-1 0 0,0-1 1 0 0,0 0 0 0 0,1 0 0 0 0,-1 0-1 0 0,0 0 1 0 0,-1 0 0 0 0,1 0 0 0 0,0 0-1 0 0,-1 0 1 0 0,1 0 0 0 0,-1 0-1 0 0,1 0 1 0 0,-1-1 0 0 0,0-3 0 0 0,-7-46 101 0 0,5 46-40 0 0,1-1 0 0 0,0 1-1 0 0,0 0 1 0 0,0-1-1 0 0,1 1 1 0 0,0 0-1 0 0,2-13 1 0 0,-2 18-6 0 0,0 1 0 0 0,0-1 0 0 0,0 1 0 0 0,1-1 0 0 0,-1 1 0 0 0,0-1 0 0 0,0 1 0 0 0,1-1 0 0 0,-1 1 0 0 0,0 0 0 0 0,1-1 0 0 0,-1 1 0 0 0,1-1 0 0 0,-1 1 0 0 0,0 0 0 0 0,1 0 0 0 0,-1-1 0 0 0,1 1 0 0 0,-1 0-1 0 0,1 0 1 0 0,-1-1 0 0 0,1 1 0 0 0,-1 0 0 0 0,1 0 0 0 0,-1 0 0 0 0,1 0 0 0 0,-1 0 0 0 0,1 0 0 0 0,0 0 0 0 0,-1 0 0 0 0,1 0 0 0 0,-1 0 0 0 0,1 0 0 0 0,-1 0 0 0 0,1 0 0 0 0,-1 0 0 0 0,1 0 0 0 0,-1 1 0 0 0,1-1 0 0 0,-1 0 0 0 0,1 0 0 0 0,-1 1 0 0 0,1-1 0 0 0,-1 0 0 0 0,0 1 0 0 0,1-1 0 0 0,-1 0 0 0 0,1 1 0 0 0,-1-1 0 0 0,1 1 0 0 0,26 23 84 0 0,-22-18 97 0 0,-2-4-16 0 0,1 1 0 0 0,-1-1 0 0 0,1 1 0 0 0,0-1 0 0 0,0 0 0 0 0,0-1-1 0 0,0 1 1 0 0,0-1 0 0 0,0 1 0 0 0,0-1 0 0 0,0-1 0 0 0,0 1 0 0 0,8 0 0 0 0,-9-1-91 0 0,0 0-1 0 0,0 0 1 0 0,0 0 0 0 0,0-1-1 0 0,0 1 1 0 0,0-1 0 0 0,-1 1-1 0 0,1-1 1 0 0,0 0 0 0 0,-1 0 0 0 0,1 0-1 0 0,0-1 1 0 0,-1 1 0 0 0,1-1-1 0 0,-1 1 1 0 0,0-1 0 0 0,1 0-1 0 0,-1 0 1 0 0,0 0 0 0 0,0 0-1 0 0,2-3 1 0 0,-4 2-85 0 0,0 0 0 0 0,0 1 0 0 0,0-1 0 0 0,0 0 0 0 0,0 0 1 0 0,-1 1-1 0 0,1-1 0 0 0,-1 0 0 0 0,0 1 0 0 0,1-1 0 0 0,-1 1 0 0 0,-1-1 0 0 0,1 1 0 0 0,0-1 0 0 0,-1 1 0 0 0,-2-4 1 0 0,-5-13-1339 0 0,7 12 732 0 0,1 0 1 0 0,0 1-1 0 0,0-1 0 0 0,1 0 0 0 0,0 1 0 0 0,0-11 0 0 0,2 1 577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6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9218 0 0,'1'3'332'0'0,"1"0"1"0"0,0 1-1 0 0,0-1 1 0 0,0 0-1 0 0,0 0 1 0 0,0 0-1 0 0,1 0 1 0 0,4 4-1 0 0,3 4 293 0 0,4 9 590 0 0,-1 0 0 0 0,-1 1 0 0 0,0 1 0 0 0,9 25 0 0 0,-13-25-1538 0 0,-1 0 1 0 0,6 30 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1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26 10138 0 0,'-2'-3'592'0'0,"0"1"-1"0"0,0-1 1 0 0,0 1 0 0 0,0 0-1 0 0,-1 0 1 0 0,1 0 0 0 0,-1 0-1 0 0,1 0 1 0 0,-6-2 0 0 0,8 4-563 0 0,0 0 0 0 0,0 0 1 0 0,0 0-1 0 0,-1 0 1 0 0,1-1-1 0 0,0 1 0 0 0,0 0 1 0 0,-1 0-1 0 0,1 0 1 0 0,0 0-1 0 0,0 0 0 0 0,-1 0 1 0 0,1 0-1 0 0,0 0 0 0 0,0 0 1 0 0,-1 0-1 0 0,1 0 1 0 0,0 0-1 0 0,0 0 0 0 0,-1 0 1 0 0,1 0-1 0 0,0 0 1 0 0,0 0-1 0 0,0 0 0 0 0,-1 0 1 0 0,1 0-1 0 0,0 1 1 0 0,0-1-1 0 0,-1 0 0 0 0,1 0 1 0 0,0 0-1 0 0,0 0 0 0 0,0 0 1 0 0,0 1-1 0 0,-1-1 1 0 0,1 0-1 0 0,0 1 0 0 0,6 17-1695 0 0,9 11-3365 0 0,-8-19 3207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0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8290 0 0,'0'7'3612'0'0,"8"26"-716"0"0,11 38 267 0 0,30 68 0 0 0,-1-41-3947 0 0,-32-71-1694 0 0,31 39 1 0 0,-42-59 1562 0 0,-3-4 384 0 0,1 0 1 0 0,-1 0-1 0 0,0 0 0 0 0,1 0 1 0 0,0-1-1 0 0,0 1 1 0 0,5 3-1 0 0,-2-4 364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4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0 293 5065 0 0,'76'-64'2892'0'0,"-56"49"-2904"0"0,-1-1 1 0 0,0-1-1 0 0,27-33 1 0 0,-10-2-2244 0 0,-25 35 2098 0 0,1-1 1 0 0,24-26-1 0 0,-35 44 281 0 0,-1 0-1 0 0,0 0 1 0 0,1 0-1 0 0,-1 0 0 0 0,1 0 1 0 0,-1 0-1 0 0,1 1 1 0 0,-1-1-1 0 0,1 0 0 0 0,-1 0 1 0 0,0 0-1 0 0,1 0 0 0 0,-1 0 1 0 0,1 1-1 0 0,-1-1 1 0 0,0 0-1 0 0,1 0 0 0 0,-1 1 1 0 0,0-1-1 0 0,1 0 1 0 0,-1 1-1 0 0,0-1 0 0 0,1 0 1 0 0,-1 1-1 0 0,0-1 1 0 0,0 0-1 0 0,1 1 0 0 0,-1-1 1 0 0,0 1-1 0 0,0-1 0 0 0,0 0 1 0 0,1 1-1 0 0,-1-1 1 0 0,0 1-1 0 0,0-1 0 0 0,0 1 1 0 0,0-1-1 0 0,0 0 1 0 0,0 2-1 0 0,8 24 1326 0 0,-7-23-1104 0 0,16 70 1552 0 0,-13-52-1625 0 0,1 0 0 0 0,0 0 1 0 0,17 39-1 0 0,-21-59-300 0 0,-1 1-1 0 0,1-1 1 0 0,0 0 0 0 0,-1 1-1 0 0,1-1 1 0 0,0 0 0 0 0,0 1 0 0 0,0-1-1 0 0,0 0 1 0 0,0 0 0 0 0,0 0-1 0 0,0 0 1 0 0,0 0 0 0 0,0 0 0 0 0,1 0-1 0 0,-1 0 1 0 0,0-1 0 0 0,1 1-1 0 0,-1 0 1 0 0,2 0 0 0 0,-2-2-35 0 0,0 1 1 0 0,0 0 0 0 0,0-1-1 0 0,0 1 1 0 0,0-1 0 0 0,-1 1-1 0 0,1-1 1 0 0,0 1 0 0 0,0-1-1 0 0,0 0 1 0 0,-1 1-1 0 0,1-1 1 0 0,0 0 0 0 0,-1 0-1 0 0,1 0 1 0 0,-1 1 0 0 0,1-1-1 0 0,-1 0 1 0 0,1 0 0 0 0,-1 0-1 0 0,0 0 1 0 0,1 0 0 0 0,-1 0-1 0 0,0 0 1 0 0,0 0-1 0 0,1 0 1 0 0,-1 0 0 0 0,0 0-1 0 0,0 0 1 0 0,0-1 0 0 0,4-26-227 0 0,2 0 1 0 0,12-36 0 0 0,-15 56 390 0 0,0 1 0 0 0,1-1 0 0 0,-1 0 0 0 0,1 1 0 0 0,1 0 0 0 0,-1 0 1 0 0,1 0-1 0 0,1 1 0 0 0,-1-1 0 0 0,1 1 0 0 0,0 0 0 0 0,11-7 0 0 0,-16 12 20 0 0,0 0-1 0 0,0 0 0 0 0,0 1 1 0 0,0-1-1 0 0,0 1 1 0 0,0-1-1 0 0,0 1 0 0 0,0-1 1 0 0,0 1-1 0 0,0 0 0 0 0,1-1 1 0 0,-1 1-1 0 0,0 0 0 0 0,0 0 1 0 0,0 0-1 0 0,0 0 1 0 0,1 0-1 0 0,-1 0 0 0 0,0 0 1 0 0,0 0-1 0 0,0 1 0 0 0,0-1 1 0 0,0 0-1 0 0,1 1 0 0 0,-1-1 1 0 0,0 0-1 0 0,0 1 1 0 0,0 0-1 0 0,0-1 0 0 0,0 1 1 0 0,0 0-1 0 0,0-1 0 0 0,0 1 1 0 0,-1 0-1 0 0,1 0 0 0 0,0 0 1 0 0,1 1-1 0 0,2 5 369 0 0,0 0 0 0 0,-1 0 0 0 0,0 0 0 0 0,0 0 0 0 0,2 8 0 0 0,6 14-72 0 0,-1-13-738 0 0,2-1-259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2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0 6449 0 0,'-5'1'359'0'0,"-1"0"-1"0"0,1 1 1 0 0,0-1-1 0 0,0 1 1 0 0,0 0-1 0 0,0 0 1 0 0,0 1-1 0 0,0-1 1 0 0,0 1-1 0 0,1 0 1 0 0,-1 0-1 0 0,1 1 1 0 0,0-1-1 0 0,0 1 1 0 0,0 0-1 0 0,1 0 1 0 0,-1 0-1 0 0,1 1 1 0 0,-5 9-1 0 0,5-10-184 0 0,1 1 0 0 0,0 0 0 0 0,0 1 0 0 0,0-1 0 0 0,1 0 0 0 0,0 0 0 0 0,0 1-1 0 0,0-1 1 0 0,1 0 0 0 0,-1 1 0 0 0,1-1 0 0 0,1 1 0 0 0,-1-1 0 0 0,1 1 0 0 0,0-1-1 0 0,0 0 1 0 0,0 1 0 0 0,1-1 0 0 0,4 10 0 0 0,0-5-108 0 0,0 1 1 0 0,1-1-1 0 0,0 0 1 0 0,0-1-1 0 0,1 0 1 0 0,1 0-1 0 0,-1-1 1 0 0,2 1-1 0 0,-1-2 1 0 0,20 13-1 0 0,-23-17-30 0 0,-1 0 0 0 0,1 0-1 0 0,-1 0 1 0 0,1-1-1 0 0,0 0 1 0 0,0 0 0 0 0,0-1-1 0 0,0 1 1 0 0,0-1-1 0 0,0 0 1 0 0,0-1-1 0 0,1 0 1 0 0,-1 0 0 0 0,0 0-1 0 0,0-1 1 0 0,0 0-1 0 0,0 0 1 0 0,0 0 0 0 0,0-1-1 0 0,0 0 1 0 0,0 0-1 0 0,0 0 1 0 0,6-4 0 0 0,-10 4 9 0 0,0 1 0 0 0,1-1 0 0 0,-1 1 1 0 0,0-1-1 0 0,0 0 0 0 0,0 0 0 0 0,0 0 1 0 0,0 0-1 0 0,0-1 0 0 0,0 1 0 0 0,-1 0 1 0 0,1-1-1 0 0,-1 1 0 0 0,0-1 0 0 0,0 1 0 0 0,0-1 1 0 0,1-5-1 0 0,-1-19-800 0 0,-6-2-4293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51 6449 0 0,'-1'0'130'0'0,"0"1"-1"0"0,1-1 0 0 0,-1 0 0 0 0,1 0 0 0 0,-1 0 1 0 0,0 1-1 0 0,1-1 0 0 0,-1 0 0 0 0,1 0 0 0 0,-1 1 1 0 0,1-1-1 0 0,-1 1 0 0 0,1-1 0 0 0,-1 0 1 0 0,1 1-1 0 0,-1-1 0 0 0,1 1 0 0 0,0-1 0 0 0,-1 1 1 0 0,1-1-1 0 0,0 1 0 0 0,-1 0 0 0 0,1-1 0 0 0,0 1 1 0 0,0-1-1 0 0,-1 1 0 0 0,1 0 0 0 0,0-1 1 0 0,0 1-1 0 0,0-1 0 0 0,0 1 0 0 0,0 0 0 0 0,0-1 1 0 0,0 1-1 0 0,0 0 0 0 0,0-1 0 0 0,0 1 0 0 0,1 1 1 0 0,6 23 2317 0 0,-4-21-2288 0 0,0 0 0 0 0,1-1 0 0 0,0 1 0 0 0,0-1 0 0 0,0 0 0 0 0,0 0 0 0 0,0-1 0 0 0,1 1 0 0 0,-1-1 0 0 0,1 0 0 0 0,0 0 0 0 0,-1 0 0 0 0,1 0 0 0 0,0-1 0 0 0,0 0 0 0 0,0 0 0 0 0,0-1 0 0 0,0 1 0 0 0,8-1 0 0 0,-10 0-86 0 0,1 0-1 0 0,-1 0 1 0 0,1 0-1 0 0,-1 0 1 0 0,0-1-1 0 0,1 0 1 0 0,-1 1-1 0 0,0-1 1 0 0,1 0-1 0 0,-1-1 1 0 0,0 1-1 0 0,0-1 1 0 0,0 1-1 0 0,0-1 1 0 0,0 0-1 0 0,0 0 1 0 0,0 0-1 0 0,-1 0 0 0 0,1-1 1 0 0,-1 1-1 0 0,1-1 1 0 0,-1 1-1 0 0,0-1 1 0 0,0 0-1 0 0,0 0 1 0 0,-1 0-1 0 0,1 0 1 0 0,-1 0-1 0 0,2-5 1 0 0,-3 6-60 0 0,1-1 0 0 0,-1 1 0 0 0,0-1 0 0 0,0 1 0 0 0,0-1 0 0 0,0 1 0 0 0,-1-1 0 0 0,1 1 0 0 0,-1-1 0 0 0,1 1 0 0 0,-1-1 1 0 0,0 1-1 0 0,0 0 0 0 0,0-1 0 0 0,0 1 0 0 0,0 0 0 0 0,-1 0 0 0 0,1 0 0 0 0,-1 0 0 0 0,1 0 0 0 0,-1 0 0 0 0,0 0 0 0 0,0 0 0 0 0,0 1 0 0 0,0-1 0 0 0,0 1 0 0 0,0-1 1 0 0,-4-1-1 0 0,1 0-61 0 0,0 1 0 0 0,0-1 1 0 0,-1 1-1 0 0,1 0 0 0 0,-1 0 0 0 0,1 1 1 0 0,-1 0-1 0 0,0 0 0 0 0,1 0 1 0 0,-1 0-1 0 0,-8 1 0 0 0,-18 5-5482 0 0,18-2-307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4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 6449 0 0,'1'-4'174'0'0,"-1"0"0"0"0,1 1-1 0 0,0-1 1 0 0,0 1-1 0 0,0-1 1 0 0,0 1 0 0 0,0 0-1 0 0,1-1 1 0 0,0 1-1 0 0,2-3 1 0 0,-4 5-70 0 0,1 1 0 0 0,-1-1-1 0 0,1 1 1 0 0,-1-1 0 0 0,1 1 0 0 0,-1-1 0 0 0,1 1 0 0 0,0-1 0 0 0,-1 1-1 0 0,1-1 1 0 0,0 1 0 0 0,0 0 0 0 0,-1-1 0 0 0,1 1 0 0 0,0 0-1 0 0,0 0 1 0 0,-1 0 0 0 0,1 0 0 0 0,0 0 0 0 0,1 0 0 0 0,-1 0 76 0 0,1 0 0 0 0,-1 1 0 0 0,0-1 0 0 0,1 1 0 0 0,-1-1 0 0 0,0 1 0 0 0,1-1 0 0 0,-1 1 0 0 0,0 0 0 0 0,0 0 0 0 0,0 0 0 0 0,0 0 0 0 0,1 0 0 0 0,-1 0 0 0 0,0 1 0 0 0,12 13 620 0 0,-2 1-1 0 0,0 0 1 0 0,-1 0-1 0 0,11 25 0 0 0,-11-21-78 0 0,0-1 0 0 0,1-1 0 0 0,18 24-1 0 0,-2-12-2801 0 0,53 44-1 0 0,-63-59-3909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3.8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21 418 8754 0 0,'-16'0'666'0'0,"11"-6"-183"0"0,18-18 119 0 0,-11 21-555 0 0,79-110 355 0 0,57-90 278 0 0,-129 185-431 0 0,-6 12-53 0 0,0 0 0 0 0,-1 1 0 0 0,2-1 0 0 0,-1 1 0 0 0,1 0 0 0 0,-1 0 0 0 0,8-7 0 0 0,-8 28 4414 0 0,2 20-3334 0 0,-4-19-1122 0 0,1 0 1 0 0,0 0-1 0 0,1 0 0 0 0,1 0 0 0 0,7 18 0 0 0,-9-29-161 0 0,0 0 1 0 0,1 0 0 0 0,-1-1 0 0 0,1 1 0 0 0,1-1 0 0 0,-1 0 0 0 0,1 0 0 0 0,0 0 0 0 0,0 0 0 0 0,0-1 0 0 0,0 1 0 0 0,1-1 0 0 0,0 0 0 0 0,0-1 0 0 0,0 1-1 0 0,0-1 1 0 0,11 5 0 0 0,-15-8-43 0 0,0 1-1 0 0,0-1 1 0 0,0 0-1 0 0,1 1 0 0 0,-1-1 1 0 0,0 0-1 0 0,0 0 1 0 0,1 0-1 0 0,-1 0 0 0 0,0 0 1 0 0,1 0-1 0 0,-1 0 1 0 0,0 0-1 0 0,0-1 0 0 0,1 1 1 0 0,-1 0-1 0 0,0-1 1 0 0,0 1-1 0 0,0-1 0 0 0,0 1 1 0 0,1-1-1 0 0,0 0 1 0 0,0-1-40 0 0,0 0 0 0 0,-1 0 0 0 0,1 0 0 0 0,0 0 0 0 0,-1 0 0 0 0,1 0 1 0 0,-1-1-1 0 0,0 1 0 0 0,1 0 0 0 0,0-4 0 0 0,2-7-220 0 0,0-1 0 0 0,-1 1-1 0 0,1-20 1 0 0,-2 20 192 0 0,0-1 20 0 0,-2 7 151 0 0,1 1-1 0 0,0 0 1 0 0,0 0-1 0 0,0 0 1 0 0,1 0-1 0 0,-1 0 1 0 0,1 1-1 0 0,1-1 1 0 0,-1 0-1 0 0,1 1 1 0 0,6-9-1 0 0,-8 14 4 0 0,-1-1-1 0 0,1 1 1 0 0,-1 0 0 0 0,1 0-1 0 0,0-1 1 0 0,-1 1 0 0 0,1 0-1 0 0,0 0 1 0 0,-1 0 0 0 0,1 0-1 0 0,0 0 1 0 0,0 0 0 0 0,-1 0-1 0 0,1 0 1 0 0,0 0 0 0 0,-1 0-1 0 0,1 0 1 0 0,0 0 0 0 0,-1 1-1 0 0,1-1 1 0 0,0 0 0 0 0,-1 0 0 0 0,1 1-1 0 0,0-1 1 0 0,-1 0 0 0 0,1 1-1 0 0,-1-1 1 0 0,1 1 0 0 0,-1-1-1 0 0,1 1 1 0 0,-1-1 0 0 0,1 1-1 0 0,0 0 1 0 0,19 23 1042 0 0,-16-19-794 0 0,6 7-78 0 0,0 0 0 0 0,1-1-1 0 0,1 0 1 0 0,-1-1 0 0 0,2 0-1 0 0,20 12 1 0 0,21 2-6480 0 0,-25-14-579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13363 0 0,'29'41'6793'0'0,"12"34"-4852"0"0,-22-37-1994 0 0,2-1 1 0 0,1-1-1 0 0,2-1 1 0 0,52 59-1 0 0,-72-91-387 0 0,9 10-359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1 230 3769 0 0,'3'-13'314'0'0,"1"1"0"0"0,1 0-1 0 0,12-22 1 0 0,-7 16 1124 0 0,2 0 1 0 0,0 1-1 0 0,1 1 0 0 0,1 0 0 0 0,0 1 0 0 0,30-24 0 0 0,-40 36-1074 0 0,0 1 0 0 0,0 0 0 0 0,0-1 0 0 0,0 2 0 0 0,0-1-1 0 0,0 0 1 0 0,0 1 0 0 0,0 0 0 0 0,1 0 0 0 0,4-1 0 0 0,-8 2-284 0 0,0 0 0 0 0,0 0-1 0 0,0 0 1 0 0,0 0 0 0 0,0 0 0 0 0,0 0 0 0 0,0 1 0 0 0,0-1 0 0 0,0 0-1 0 0,0 0 1 0 0,0 1 0 0 0,0-1 0 0 0,0 1 0 0 0,0-1 0 0 0,-1 0 0 0 0,1 1 0 0 0,0 0-1 0 0,0-1 1 0 0,0 1 0 0 0,0 0 0 0 0,0 0-42 0 0,-1 1 0 0 0,1-1 0 0 0,-1 0 0 0 0,1 0-1 0 0,-1 1 1 0 0,0-1 0 0 0,1 0 0 0 0,-1 0 0 0 0,0 1 0 0 0,0-1 0 0 0,0 0 0 0 0,0 1-1 0 0,0-1 1 0 0,0 0 0 0 0,-1 1 0 0 0,1-1 0 0 0,0 0 0 0 0,-1 1 0 0 0,0 1 0 0 0,-6 15 133 0 0,0-1 1 0 0,-2 1-1 0 0,0-1 1 0 0,0-1 0 0 0,-18 23-1 0 0,2-4-2364 0 0,4 0-3505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4.9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86 6913 0 0,'-3'-17'2147'0'0,"-4"31"554"0"0,-4 32 581 0 0,10-39-3194 0 0,1-1 1 0 0,0 1-1 0 0,0-1 0 0 0,0 1 0 0 0,1 0 0 0 0,0-1 1 0 0,0 1-1 0 0,1-1 0 0 0,0 0 0 0 0,0 1 0 0 0,0-1 1 0 0,1 0-1 0 0,0 0 0 0 0,0-1 0 0 0,1 1 0 0 0,-1-1 0 0 0,1 1 1 0 0,8 7-1 0 0,-9-10-90 0 0,0 0 0 0 0,0 0 0 0 0,0-1 0 0 0,1 0 0 0 0,-1 1-1 0 0,1-1 1 0 0,-1 0 0 0 0,1 0 0 0 0,0-1 0 0 0,-1 1 0 0 0,1-1 0 0 0,0 0 0 0 0,0 0 0 0 0,0 0 0 0 0,0-1 0 0 0,1 1 0 0 0,-1-1 0 0 0,0 0 0 0 0,0 0 0 0 0,0 0 0 0 0,0-1 0 0 0,0 0-1 0 0,0 1 1 0 0,0-1 0 0 0,0-1 0 0 0,0 1 0 0 0,0 0 0 0 0,0-1 0 0 0,-1 0 0 0 0,1 0 0 0 0,3-2 0 0 0,-2-1 124 0 0,1 1 0 0 0,-1-1 0 0 0,0 0 0 0 0,-1 0 0 0 0,1-1 0 0 0,-1 1 0 0 0,0-1 0 0 0,0 0 0 0 0,0 0 0 0 0,-1 0 0 0 0,0-1 0 0 0,-1 1 0 0 0,1-1 0 0 0,-1 0 0 0 0,0 1 0 0 0,-1-1 0 0 0,0 0 0 0 0,0 0 0 0 0,0 0 0 0 0,-1 0 0 0 0,0 0 0 0 0,0 0 0 0 0,-1 0 0 0 0,0 0 0 0 0,-3-13 0 0 0,2 15-83 0 0,1 0 0 0 0,-1-1 0 0 0,0 1-1 0 0,0 0 1 0 0,0 0 0 0 0,-1 0 0 0 0,0 1 0 0 0,0-1 0 0 0,0 0 0 0 0,-1 1-1 0 0,1 0 1 0 0,-1 0 0 0 0,0 0 0 0 0,-6-4 0 0 0,6 5-89 0 0,-1 1 1 0 0,1 0-1 0 0,0 0 1 0 0,-1 0-1 0 0,1 0 0 0 0,0 1 1 0 0,-1 0-1 0 0,0 0 1 0 0,1 0-1 0 0,-1 1 0 0 0,0-1 1 0 0,1 1-1 0 0,-1 0 1 0 0,0 1-1 0 0,0-1 1 0 0,1 1-1 0 0,-1 0 0 0 0,1 0 1 0 0,-6 2-1 0 0,-8 3-1693 0 0,2 2-4688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5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21 1376 0 0,'2'-3'-327'0'0,"4"-15"3485"0"0,-13 26-1484 0 0,-26 40 1183 0 0,31-46-2736 0 0,1 1 0 0 0,-1-1 1 0 0,1 1-1 0 0,0 0 0 0 0,0-1 1 0 0,0 1-1 0 0,0 0 1 0 0,0 0-1 0 0,0 0 0 0 0,1 0 1 0 0,-1 0-1 0 0,1 0 0 0 0,0 0 1 0 0,0 0-1 0 0,0 0 1 0 0,1 5-1 0 0,0-6-82 0 0,0-1-1 0 0,-1 0 1 0 0,1 0 0 0 0,0 0-1 0 0,0 0 1 0 0,0 0 0 0 0,0-1-1 0 0,0 1 1 0 0,0 0 0 0 0,0 0-1 0 0,0-1 1 0 0,0 1 0 0 0,0 0-1 0 0,0-1 1 0 0,0 1 0 0 0,1-1-1 0 0,-1 1 1 0 0,0-1 0 0 0,0 0-1 0 0,1 0 1 0 0,1 1 0 0 0,35 0 411 0 0,-13 0-84 0 0,-19 0-303 0 0,0 0-1 0 0,0 1 1 0 0,0-1-1 0 0,-1 1 1 0 0,1 0 0 0 0,0 1-1 0 0,-1-1 1 0 0,1 1-1 0 0,-1 0 1 0 0,9 8-1 0 0,-12-10-41 0 0,0 1 0 0 0,-1 0-1 0 0,1 0 1 0 0,-1 1-1 0 0,1-1 1 0 0,-1 0-1 0 0,0 0 1 0 0,0 1-1 0 0,0-1 1 0 0,0 1-1 0 0,0-1 1 0 0,0 1-1 0 0,-1-1 1 0 0,1 1-1 0 0,-1-1 1 0 0,1 1-1 0 0,-1 0 1 0 0,0-1-1 0 0,0 1 1 0 0,-1-1-1 0 0,1 1 1 0 0,0 0-1 0 0,-1-1 1 0 0,0 1-1 0 0,1-1 1 0 0,-1 1-1 0 0,-2 3 1 0 0,-2 5-601 0 0,-1 1 0 0 0,0-1 0 0 0,-1 0 0 0 0,0-1 1 0 0,-1 0-1 0 0,0 0 0 0 0,0 0 0 0 0,-1-1 0 0 0,0 0 0 0 0,-19 13 0 0 0,9-8-1211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6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200 225 2761 0 0,'0'-2'170'0'0,"-1"-1"0"0"0,1 1 1 0 0,0 0-1 0 0,-1 0 1 0 0,1 0-1 0 0,-1 0 1 0 0,0 0-1 0 0,0 0 1 0 0,0 0-1 0 0,0 0 1 0 0,0 0-1 0 0,0 0 0 0 0,0 0 1 0 0,-1 0-1 0 0,1 1 1 0 0,-1-1-1 0 0,1 0 1 0 0,-1 1-1 0 0,0-1 1 0 0,1 1-1 0 0,-1 0 1 0 0,0 0-1 0 0,0 0 0 0 0,0 0 1 0 0,0 0-1 0 0,-4-2 1 0 0,3 2-8 0 0,1 1 1 0 0,-1-1-1 0 0,0 0 0 0 0,1 1 1 0 0,-1-1-1 0 0,0 1 1 0 0,0 0-1 0 0,0 0 0 0 0,1 0 1 0 0,-1 0-1 0 0,0 1 1 0 0,0-1-1 0 0,0 1 0 0 0,1-1 1 0 0,-1 1-1 0 0,0 0 1 0 0,1 0-1 0 0,-1 1 1 0 0,1-1-1 0 0,-5 3 0 0 0,0 3 180 0 0,-1 1-1 0 0,1 0 1 0 0,1 0-1 0 0,0 0 1 0 0,0 1-1 0 0,0 0 1 0 0,1 0-1 0 0,1 1 1 0 0,-1 0 0 0 0,-4 18-1 0 0,-1 8 837 0 0,-10 61 0 0 0,19-90-1135 0 0,0-1 0 0 0,1 1 1 0 0,0 0-1 0 0,0-1 0 0 0,1 13 1 0 0,0-18-44 0 0,-1 0 0 0 0,0 0-1 0 0,0 0 1 0 0,0 0 0 0 0,1 0 0 0 0,-1-1 0 0 0,1 1 0 0 0,-1 0 0 0 0,0 0 0 0 0,1 0 0 0 0,0-1-1 0 0,-1 1 1 0 0,1 0 0 0 0,-1 0 0 0 0,1-1 0 0 0,0 1 0 0 0,-1-1 0 0 0,1 1 0 0 0,0-1 0 0 0,1 1 0 0 0,-1 0-9 0 0,0-1 0 0 0,0 0 1 0 0,1 0-1 0 0,-1 0 0 0 0,0 0 1 0 0,1 0-1 0 0,-1 0 0 0 0,0 0 1 0 0,0-1-1 0 0,1 1 0 0 0,-1 0 1 0 0,0-1-1 0 0,0 1 1 0 0,0-1-1 0 0,1 1 0 0 0,-1-1 1 0 0,0 0-1 0 0,0 1 0 0 0,1-2 1 0 0,5-3-5 0 0,-1 0 1 0 0,0 0-1 0 0,0-1 0 0 0,-1 0 1 0 0,1 0-1 0 0,-1 0 1 0 0,0-1-1 0 0,-1 0 0 0 0,0 1 1 0 0,0-2-1 0 0,0 1 1 0 0,-1 0-1 0 0,0-1 1 0 0,3-14-1 0 0,-1 1 164 0 0,-1-1-1 0 0,-1 0 1 0 0,-1 0-1 0 0,-1-25 1 0 0,0 35 622 0 0,2 11 60 0 0,5 17 566 0 0,2 3-1097 0 0,-7-15-268 0 0,0-1 0 0 0,0 1 0 0 0,1-1 0 0 0,0 0 0 0 0,-1 0 0 0 0,1 0 0 0 0,0 0 0 0 0,1-1 0 0 0,-1 0-1 0 0,0 1 1 0 0,8 1 0 0 0,53 11-355 0 0,-46-12 94 0 0,-17-3 219 0 0,-1 1 0 0 0,1-1-1 0 0,0 0 1 0 0,-1 0 0 0 0,1 0 0 0 0,-1 0-1 0 0,1-1 1 0 0,0 1 0 0 0,-1 0-1 0 0,1-1 1 0 0,-1 1 0 0 0,1-1-1 0 0,-1 1 1 0 0,1-1 0 0 0,-1 0-1 0 0,0 0 1 0 0,1 0 0 0 0,-1 1-1 0 0,0-1 1 0 0,0 0 0 0 0,1-1-1 0 0,-1 1 1 0 0,0 0 0 0 0,0 0-1 0 0,0 0 1 0 0,0-1 0 0 0,0 1-1 0 0,-1 0 1 0 0,1-1 0 0 0,0 1 0 0 0,-1-1-1 0 0,1-2 1 0 0,3-6 16 0 0,-1-1 1 0 0,-1 0 0 0 0,3-20-1 0 0,0 2-103 0 0,-2 15 57 0 0,2 0 0 0 0,0 0 0 0 0,10-20 0 0 0,-13 31 32 0 0,-1 0 0 0 0,1-1 0 0 0,0 1 0 0 0,0 0 0 0 0,0 0 0 0 0,0 0 0 0 0,1 1 0 0 0,-1-1 0 0 0,1 0 1 0 0,0 1-1 0 0,-1 0 0 0 0,1-1 0 0 0,0 1 0 0 0,0 0 0 0 0,1 1 0 0 0,-1-1 0 0 0,0 1 0 0 0,1-1 0 0 0,5-1 0 0 0,-8 4 24 0 0,1-1-1 0 0,0 0 1 0 0,0 0-1 0 0,-1 1 1 0 0,1-1-1 0 0,0 1 1 0 0,-1-1-1 0 0,1 1 1 0 0,0 0-1 0 0,-1 0 1 0 0,1 0-1 0 0,-1 0 0 0 0,1 0 1 0 0,-1 0-1 0 0,0 0 1 0 0,1 0-1 0 0,-1 1 1 0 0,0-1-1 0 0,0 0 1 0 0,0 1-1 0 0,1 1 1 0 0,23 39 632 0 0,-15-24-496 0 0,-10-18-153 0 0,0 1 0 0 0,1-1 0 0 0,-1 1 1 0 0,0-1-1 0 0,0 0 0 0 0,0 1 1 0 0,1-1-1 0 0,-1 0 0 0 0,0 1 1 0 0,1-1-1 0 0,-1 0 0 0 0,0 1 0 0 0,1-1 1 0 0,-1 0-1 0 0,0 0 0 0 0,1 1 1 0 0,-1-1-1 0 0,0 0 0 0 0,1 0 0 0 0,-1 0 1 0 0,1 0-1 0 0,-1 0 0 0 0,0 1 1 0 0,1-1-1 0 0,-1 0 0 0 0,1 0 1 0 0,-1 0-1 0 0,1 0 0 0 0,0 0 0 0 0,9-11 20 0 0,6-32-33 0 0,-8 22 28 0 0,-4 12 27 0 0,0 0 0 0 0,1 0 1 0 0,0 1-1 0 0,0 0 1 0 0,1 0-1 0 0,-1 1 0 0 0,2-1 1 0 0,-1 1-1 0 0,15-12 1 0 0,-20 19-44 0 0,0 0 0 0 0,-1-1 0 0 0,1 1 1 0 0,0 0-1 0 0,0 0 0 0 0,-1-1 0 0 0,1 1 1 0 0,0 0-1 0 0,0 0 0 0 0,-1 0 0 0 0,1 0 0 0 0,0 0 1 0 0,0 0-1 0 0,-1 0 0 0 0,1 0 0 0 0,0 1 1 0 0,0-1-1 0 0,-1 0 0 0 0,1 0 0 0 0,0 1 1 0 0,0-1-1 0 0,-1 0 0 0 0,1 1 0 0 0,0-1 0 0 0,-1 0 1 0 0,1 1-1 0 0,-1-1 0 0 0,1 1 0 0 0,0-1 1 0 0,-1 1-1 0 0,1 0 0 0 0,-1-1 0 0 0,1 2 1 0 0,17 26-337 0 0,-11-15-1093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6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275 360 456 0 0,'0'-1'392'0'0,"-1"0"1"0"0,0 0-1 0 0,-2-3 1177 0 0,2 3-1176 0 0,0 1-1 0 0,0-1 0 0 0,0 0 1 0 0,0 1-1 0 0,0-1 0 0 0,0 0 1 0 0,0 1-1 0 0,-1-1 0 0 0,1 1 1 0 0,0 0-1 0 0,0-1 0 0 0,0 1 1 0 0,-1 0-1 0 0,-1 0 0 0 0,1 0 41 0 0,-1 0-1 0 0,1 1 0 0 0,0-1 0 0 0,0 1 1 0 0,-1-1-1 0 0,1 1 0 0 0,0 0 1 0 0,0 0-1 0 0,0 0 0 0 0,-4 3 1 0 0,0 0 120 0 0,0 0 0 0 0,1 1 0 0 0,-1 0 1 0 0,1 1-1 0 0,0-1 0 0 0,-6 10 1 0 0,1-1-334 0 0,2 1 0 0 0,-1 1 0 0 0,2-1 0 0 0,0 1 0 0 0,1 1 0 0 0,0-1 0 0 0,2 1 0 0 0,0 0 0 0 0,-3 28 0 0 0,7-43-255 0 0,-1 0 0 0 0,1 0 0 0 0,0 0 0 0 0,0 0 0 0 0,0 0 0 0 0,0 0 0 0 0,0 0 0 0 0,1 0 0 0 0,-1 0 0 0 0,0 0 0 0 0,1 0 0 0 0,0 0 0 0 0,-1 0 0 0 0,1-1 0 0 0,0 1 0 0 0,0 0 0 0 0,0 0 0 0 0,0-1 0 0 0,1 1 0 0 0,-1-1 0 0 0,0 1 0 0 0,0-1 0 0 0,1 1 0 0 0,-1-1 0 0 0,1 0 0 0 0,0 0 0 0 0,-1 1 0 0 0,1-1 0 0 0,0 0 0 0 0,0-1 0 0 0,-1 1 0 0 0,1 0 0 0 0,0 0 0 0 0,0-1 0 0 0,3 1 0 0 0,-2-1-35 0 0,1 0 0 0 0,-1 0 0 0 0,0 0 0 0 0,0-1 0 0 0,0 1 0 0 0,0-1 0 0 0,0 0 0 0 0,0 0-1 0 0,0 0 1 0 0,0 0 0 0 0,0-1 0 0 0,0 1 0 0 0,0-1 0 0 0,-1 0 0 0 0,1 1 0 0 0,-1-1 0 0 0,1 0 0 0 0,-1-1 0 0 0,0 1-1 0 0,0 0 1 0 0,4-5 0 0 0,2-6-295 0 0,-1 0-1 0 0,-1 0 0 0 0,0-1 1 0 0,0 1-1 0 0,-1-1 1 0 0,-1 0-1 0 0,-1-1 0 0 0,0 1 1 0 0,0-1-1 0 0,-2 1 1 0 0,0-1-1 0 0,0 0 0 0 0,-1 0 1 0 0,-3-16-1 0 0,-1-1 234 0 0,-2 0-1 0 0,-1 0 0 0 0,-1 1 1 0 0,-2 0-1 0 0,-18-40 0 0 0,20 52 382 0 0,-1 1 0 0 0,-1 1 0 0 0,-1-1 1 0 0,-13-16-1 0 0,20 29 64 0 0,0 0 0 0 0,-1 0 0 0 0,0 1 1 0 0,0 0-1 0 0,0-1 0 0 0,0 2 1 0 0,-9-5-1 0 0,11 6-16 0 0,0 1 0 0 0,0 0 0 0 0,0 0 0 0 0,0 0 1 0 0,0 0-1 0 0,0 0 0 0 0,0 1 0 0 0,-1-1 0 0 0,1 1 0 0 0,0 0 0 0 0,0 0 1 0 0,-1 0-1 0 0,1 1 0 0 0,0-1 0 0 0,-6 2 0 0 0,8-1-141 0 0,-1-1-1 0 0,0 1 0 0 0,0 0 1 0 0,0 0-1 0 0,0 0 1 0 0,1 0-1 0 0,-1 0 1 0 0,0 0-1 0 0,1 0 1 0 0,-1 1-1 0 0,1-1 0 0 0,-1 0 1 0 0,1 1-1 0 0,0-1 1 0 0,0 1-1 0 0,0 0 1 0 0,0-1-1 0 0,0 1 0 0 0,-2 3 1 0 0,2-1-58 0 0,0 0 0 0 0,0 0 0 0 0,0 1 0 0 0,1-1 0 0 0,-1 0 0 0 0,1 1 0 0 0,0-1 0 0 0,1 8 0 0 0,1 2-67 0 0,1-1-1 0 0,0 1 1 0 0,1-1 0 0 0,10 22 0 0 0,-2-10 11 0 0,1-1 0 0 0,1-1 0 0 0,31 39 0 0 0,62 58 35 0 0,-73-84-82 0 0,24 25-59 0 0,11 11-655 0 0,-26-21-5303 0 0,-11-10-1256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1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54 215 9674 0 0,'-43'-7'1979'0'0,"43"7"-1905"0"0,-1 0 1 0 0,1-1 0 0 0,-1 1-1 0 0,1 0 1 0 0,-1 0-1 0 0,0-1 1 0 0,1 1-1 0 0,-1 0 1 0 0,1 0 0 0 0,-1-1-1 0 0,1 1 1 0 0,-1-1-1 0 0,1 1 1 0 0,0 0-1 0 0,-1-1 1 0 0,1 1 0 0 0,-1-1-1 0 0,1 1 1 0 0,0-1-1 0 0,-1 1 1 0 0,1-1-1 0 0,0 1 1 0 0,0-2 0 0 0,0 1 28 0 0,0 1 0 0 0,1-1 0 0 0,-1 0 1 0 0,1 0-1 0 0,-1 0 0 0 0,1 1 0 0 0,-1-1 1 0 0,1 0-1 0 0,0 1 0 0 0,-1-1 0 0 0,1 0 1 0 0,0 1-1 0 0,-1-1 0 0 0,1 1 0 0 0,0-1 1 0 0,0 1-1 0 0,0-1 0 0 0,0 1 0 0 0,-1 0 1 0 0,1-1-1 0 0,1 1 0 0 0,1-1 15 0 0,0 0 1 0 0,0 0-1 0 0,0 1 1 0 0,0-1-1 0 0,0 1 1 0 0,-1-1-1 0 0,1 1 0 0 0,0 0 1 0 0,0 1-1 0 0,0-1 1 0 0,0 0-1 0 0,0 1 1 0 0,0-1-1 0 0,0 1 0 0 0,0 0 1 0 0,0 0-1 0 0,-1 0 1 0 0,1 1-1 0 0,0-1 1 0 0,-1 0-1 0 0,5 4 0 0 0,6 5 388 0 0,-1 0 0 0 0,23 23 0 0 0,-12-10 153 0 0,-19-19-613 0 0,0-1 0 0 0,1 0 1 0 0,-1 0-1 0 0,1 0 0 0 0,-1 0 0 0 0,1 0 0 0 0,0-1 0 0 0,0 0 0 0 0,6 2 0 0 0,-9-4-43 0 0,-1 0 1 0 0,0 1-1 0 0,0-1 1 0 0,0 0-1 0 0,0 0 1 0 0,1 0-1 0 0,-1 0 1 0 0,0-1-1 0 0,0 1 1 0 0,0 0-1 0 0,0 0 1 0 0,0-1-1 0 0,1 1 0 0 0,-1-1 1 0 0,0 1-1 0 0,0-1 1 0 0,0 1-1 0 0,1-2 1 0 0,0 1 5 0 0,-1-1-1 0 0,0 0 1 0 0,0 1 0 0 0,1-1 0 0 0,-1 0 0 0 0,0 1 0 0 0,-1-1-1 0 0,1 0 1 0 0,0 0 0 0 0,0 0 0 0 0,-1 0 0 0 0,1 0 0 0 0,-1 0-1 0 0,1-3 1 0 0,1-17 277 0 0,-2-1 1 0 0,-1-27-1 0 0,0 35-202 0 0,0 0 0 0 0,1 0 0 0 0,0 1 1 0 0,1-1-1 0 0,1 0 0 0 0,1 1 0 0 0,7-27 1 0 0,-9 40-84 0 0,-1-1 0 0 0,1 1 0 0 0,0-1 0 0 0,0 1 0 0 0,0-1 0 0 0,0 1 0 0 0,0-1 0 0 0,0 1 0 0 0,0 0 1 0 0,0 0-1 0 0,1-1 0 0 0,-1 1 0 0 0,0 0 0 0 0,1 0 0 0 0,-1 0 0 0 0,1 1 0 0 0,-1-1 0 0 0,1 0 0 0 0,0 0 1 0 0,-1 1-1 0 0,1-1 0 0 0,0 1 0 0 0,-1 0 0 0 0,1-1 0 0 0,0 1 0 0 0,-1 0 0 0 0,1 0 0 0 0,0 0 1 0 0,0 0-1 0 0,-1 0 0 0 0,1 0 0 0 0,0 1 0 0 0,-1-1 0 0 0,1 1 0 0 0,0-1 0 0 0,1 2 0 0 0,9 2 6 0 0,0 1 0 0 0,0 1-1 0 0,-1 0 1 0 0,12 8-1 0 0,-3-2-2 0 0,2 0-1474 0 0,0 1-3343 0 0,-5-3-2275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81 238 5065 0 0,'9'-14'1021'0'0,"-1"1"0"0"0,0-1 0 0 0,-1-1-1 0 0,0 1 1 0 0,6-22 0 0 0,-11 30-781 0 0,0 1 0 0 0,-1-1 0 0 0,0 0-1 0 0,0 0 1 0 0,0 0 0 0 0,0 0 0 0 0,-1 0 0 0 0,0 0 0 0 0,-1 0-1 0 0,1 0 1 0 0,-1 0 0 0 0,0 0 0 0 0,0 0 0 0 0,-1 1 0 0 0,0-1 0 0 0,0 0-1 0 0,-4-7 1 0 0,5 12-185 0 0,1 0 0 0 0,-1-1 0 0 0,0 1-1 0 0,0 0 1 0 0,0 0 0 0 0,0 0 0 0 0,0 0 0 0 0,0 0-1 0 0,0 0 1 0 0,0 0 0 0 0,0 0 0 0 0,0 0 0 0 0,0 1-1 0 0,-1-1 1 0 0,1 0 0 0 0,0 1 0 0 0,-1-1 0 0 0,1 1-1 0 0,-1-1 1 0 0,1 1 0 0 0,0 0 0 0 0,-1 0 0 0 0,-1-1-1 0 0,0 2 21 0 0,1-1-1 0 0,0 1 0 0 0,0-1 0 0 0,0 1 1 0 0,0 0-1 0 0,0 0 0 0 0,0 0 1 0 0,0 0-1 0 0,0 0 0 0 0,0 1 0 0 0,1-1 1 0 0,-1 0-1 0 0,-2 4 0 0 0,-3 1 90 0 0,1 1 1 0 0,1 0-1 0 0,0 1 0 0 0,0-1 1 0 0,0 1-1 0 0,-4 11 0 0 0,4-8-85 0 0,1 0 1 0 0,0 0-1 0 0,1 1 1 0 0,1-1-1 0 0,-1 1 0 0 0,2-1 1 0 0,0 1-1 0 0,0 15 0 0 0,1-23-87 0 0,0 0 0 0 0,1 0-1 0 0,0-1 1 0 0,0 1 0 0 0,0 0-1 0 0,0-1 1 0 0,0 1 0 0 0,1 0-1 0 0,-1-1 1 0 0,1 0 0 0 0,0 1-1 0 0,0-1 1 0 0,0 0 0 0 0,1 0-1 0 0,-1 0 1 0 0,1-1 0 0 0,-1 1-1 0 0,1 0 1 0 0,0-1 0 0 0,0 0-1 0 0,0 1 1 0 0,1-1 0 0 0,-1-1-1 0 0,0 1 1 0 0,1 0 0 0 0,-1-1-1 0 0,1 0 1 0 0,0 0 0 0 0,5 2-1 0 0,-3-2-281 0 0,1 0 1 0 0,-1 0-1 0 0,1-1 0 0 0,-1 0 0 0 0,0 0 1 0 0,1 0-1 0 0,-1-1 0 0 0,1 0 0 0 0,-1 0 1 0 0,12-4-1 0 0,6-4-5669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07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8 11602 0 0,'0'0'27'0'0,"0"-1"0"0"0,0 1 0 0 0,0 0 0 0 0,0-1 0 0 0,-1 1 0 0 0,1 0 0 0 0,0-1 0 0 0,0 1 0 0 0,0 0-1 0 0,-1-1 1 0 0,1 1 0 0 0,0 0 0 0 0,0-1 0 0 0,-1 1 0 0 0,1 0 0 0 0,0 0 0 0 0,0-1 0 0 0,-1 1 0 0 0,1 0-1 0 0,0 0 1 0 0,-1-1 0 0 0,1 1 0 0 0,-1 0 0 0 0,1 0 0 0 0,0 0 0 0 0,-1 0 0 0 0,1 0 0 0 0,0 0 0 0 0,-1 0-1 0 0,1 0 1 0 0,-1 0 0 0 0,1 0 0 0 0,0 0 0 0 0,-1 0 0 0 0,1 0 0 0 0,-1 0 0 0 0,1 0 0 0 0,0 0-1 0 0,-1 0 1 0 0,1 0 0 0 0,0 0 0 0 0,-1 1 0 0 0,1-1 0 0 0,0 0 0 0 0,-1 0 0 0 0,1 0 0 0 0,-1 1 0 0 0,-19 8 596 0 0,19-8-498 0 0,-9 5 274 0 0,0 1 1 0 0,1 1 0 0 0,0 0-1 0 0,0 0 1 0 0,0 1 0 0 0,1 0-1 0 0,0 0 1 0 0,1 1 0 0 0,0 0 0 0 0,-9 19-1 0 0,11-20-375 0 0,1 0 1 0 0,0 0-1 0 0,0 0 0 0 0,1 0 0 0 0,0 0 0 0 0,1 1 1 0 0,0-1-1 0 0,1 1 0 0 0,0-1 0 0 0,0 1 0 0 0,1 0 1 0 0,0 0-1 0 0,1-1 0 0 0,1 11 0 0 0,-2-19-63 0 0,0-1-1 0 0,0 1 1 0 0,0 0-1 0 0,0-1 1 0 0,1 1 0 0 0,-1 0-1 0 0,0-1 1 0 0,0 1-1 0 0,0 0 1 0 0,0-1-1 0 0,1 1 1 0 0,-1-1-1 0 0,0 1 1 0 0,1 0-1 0 0,-1-1 1 0 0,1 1 0 0 0,-1-1-1 0 0,0 1 1 0 0,1-1-1 0 0,-1 1 1 0 0,1-1-1 0 0,-1 1 1 0 0,1-1-1 0 0,0 0 1 0 0,-1 1 0 0 0,1-1-1 0 0,-1 0 1 0 0,1 1-1 0 0,0-1 1 0 0,0 0-1 0 0,1 0-64 0 0,-1-1 0 0 0,0 1 0 0 0,0-1 0 0 0,0 0 0 0 0,0 1 0 0 0,0-1 0 0 0,0 0 0 0 0,0 0 1 0 0,0 0-1 0 0,-1 0 0 0 0,1 0 0 0 0,0 1 0 0 0,0-2 0 0 0,-1 1 0 0 0,1-1 0 0 0,23-50-2070 0 0,-23 49 2205 0 0,10-26-443 0 0,-1 1 528 0 0,17-31 1 0 0,-24 53 167 0 0,0 0 0 0 0,0 1 0 0 0,1-1 1 0 0,-1 1-1 0 0,2 0 0 0 0,-1 0 0 0 0,0 0 1 0 0,1 1-1 0 0,0-1 0 0 0,0 1 0 0 0,8-5 1 0 0,-11 8-133 0 0,0 0 1 0 0,0 0 0 0 0,1 0 0 0 0,-1 0 0 0 0,1 1 0 0 0,-1-1 0 0 0,1 1 0 0 0,-1-1 0 0 0,1 1 0 0 0,-1 0 0 0 0,1 0 0 0 0,-1 0 0 0 0,1 0 0 0 0,0 0-1 0 0,-1 1 1 0 0,1-1 0 0 0,-1 1 0 0 0,4 1 0 0 0,-2 0-7 0 0,0 0 0 0 0,0 0 0 0 0,0 1-1 0 0,0-1 1 0 0,0 1 0 0 0,-1 0 0 0 0,1 0 0 0 0,-1 1-1 0 0,5 5 1 0 0,0 2 33 0 0,0 1-1 0 0,0 1 1 0 0,-1-1-1 0 0,-1 1 1 0 0,8 22-1 0 0,-4-5-107 0 0,-2-1 1 0 0,-2 1-1 0 0,0 1 1 0 0,-2-1-1 0 0,0 56 0 0 0,-5-62-46 0 0,0-1 0 0 0,-2 1-1 0 0,0 0 1 0 0,-2-1 0 0 0,0 1 0 0 0,-2-1-1 0 0,0-1 1 0 0,-11 23 0 0 0,14-37-106 0 0,0 0 1 0 0,-1 0-1 0 0,1 0 0 0 0,-2 0 1 0 0,1 0-1 0 0,-1-1 1 0 0,0 0-1 0 0,0 0 1 0 0,-1-1-1 0 0,0 0 0 0 0,0 0 1 0 0,-1-1-1 0 0,-10 7 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530 23 8754 0 0,'-5'-3'477'0'0,"0"0"1"0"0,0 0 0 0 0,0 1-1 0 0,0-1 1 0 0,-1 1-1 0 0,1 1 1 0 0,-1-1-1 0 0,1 1 1 0 0,-1 0-1 0 0,1 0 1 0 0,-1 1 0 0 0,-8-1-1 0 0,5 2-131 0 0,0 0 0 0 0,0 1 0 0 0,1-1 1 0 0,-1 2-1 0 0,1-1 0 0 0,0 1 0 0 0,-12 6 0 0 0,2 0-87 0 0,1 2 0 0 0,1 0 0 0 0,0 0 0 0 0,0 2 0 0 0,1 0 0 0 0,-19 22 0 0 0,11-9-86 0 0,2 2 0 0 0,0 0-1 0 0,2 1 1 0 0,1 0 0 0 0,2 2 0 0 0,1 0 0 0 0,1 1-1 0 0,2 0 1 0 0,1 1 0 0 0,-9 45 0 0 0,0 33 11 0 0,5 1 0 0 0,5 0 0 0 0,5 1 0 0 0,5 0 0 0 0,5-1 0 0 0,23 139 0 0 0,16-43-427 0 0,-7-40-26 0 0,-36-162-111 0 0,1 1-1 0 0,-2-1 1 0 0,1 1 0 0 0,-1 0 0 0 0,0-1 0 0 0,0 1-1 0 0,-1-1 1 0 0,1 1 0 0 0,-2-1 0 0 0,-2 13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1 452 3225 0 0,'1'-11'506'0'0,"2"-1"0"0"0,-1 1 0 0 0,1-1 1 0 0,1 1-1 0 0,0 0 0 0 0,1 0 0 0 0,0 1 0 0 0,0-1 1 0 0,1 1-1 0 0,1 0 0 0 0,14-17 0 0 0,-11 16 135 0 0,0 1 0 0 0,1 0-1 0 0,0 1 1 0 0,1 0 0 0 0,22-12-1 0 0,70-30 2021 0 0,-37 19-1549 0 0,140-63 109 0 0,-164 78-2420 0 0,58-12 0 0 0,-53 18 207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8.7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36 10138 0 0,'0'-3'261'0'0,"0"1"0"0"0,-1-1 0 0 0,1 0-1 0 0,-1 1 1 0 0,1-1 0 0 0,-1 1 0 0 0,0-1-1 0 0,0 1 1 0 0,0-1 0 0 0,0 1 0 0 0,-3-3 0 0 0,4 4-178 0 0,0 1 1 0 0,-1 0 0 0 0,1 0 0 0 0,0 0 0 0 0,-1-1 0 0 0,1 1-1 0 0,0 0 1 0 0,-1 0 0 0 0,1 0 0 0 0,0 0 0 0 0,-1-1 0 0 0,1 1-1 0 0,0 0 1 0 0,-1 0 0 0 0,1 0 0 0 0,-1 0 0 0 0,1 0 0 0 0,0 0 0 0 0,-1 0-1 0 0,1 0 1 0 0,-1 0 0 0 0,1 0 0 0 0,0 0 0 0 0,-1 1 0 0 0,1-1-1 0 0,0 0 1 0 0,-1 0 0 0 0,0 0 0 0 0,-13 16 1333 0 0,-6 16-1114 0 0,1 0 0 0 0,2 1 1 0 0,2 1-1 0 0,1 0 0 0 0,1 1 1 0 0,3 1-1 0 0,0 0 0 0 0,-5 47 1 0 0,13-65-180 0 0,2 1 0 0 0,0-1 1 0 0,1 0-1 0 0,1 0 0 0 0,0 1 1 0 0,2-1-1 0 0,0-1 0 0 0,7 19 1 0 0,-8-27-330 0 0,0 0-1 0 0,1 1 1 0 0,0-2 0 0 0,1 1-1 0 0,0 0 1 0 0,0-1 0 0 0,1 0-1 0 0,0 0 1 0 0,0-1 0 0 0,1 1-1 0 0,0-1 1 0 0,0-1 0 0 0,1 0-1 0 0,0 0 1 0 0,0 0 0 0 0,13 6-1 0 0,-2-5-6186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 11058 0 0,'1'-1'143'0'0,"-1"-1"-1"0"0,1 0 0 0 0,0 1 1 0 0,0-1-1 0 0,0 1 0 0 0,0-1 1 0 0,0 1-1 0 0,0 0 0 0 0,0-1 1 0 0,1 1-1 0 0,-1 0 0 0 0,0 0 1 0 0,1 0-1 0 0,-1 0 0 0 0,1 0 1 0 0,-1 0-1 0 0,1 0 0 0 0,2-1 1 0 0,31-13 2057 0 0,-32 15-2077 0 0,0-1-1 0 0,0 1 1 0 0,0 0-1 0 0,0 0 0 0 0,-1 0 1 0 0,1 0-1 0 0,0 0 1 0 0,0 0-1 0 0,0 1 0 0 0,0-1 1 0 0,-1 1-1 0 0,1 0 0 0 0,0 0 1 0 0,-1 0-1 0 0,1 0 1 0 0,0 1-1 0 0,-1-1 0 0 0,1 1 1 0 0,-1-1-1 0 0,0 1 1 0 0,0 0-1 0 0,0 0 0 0 0,0 0 1 0 0,0 0-1 0 0,0 0 1 0 0,0 1-1 0 0,0-1 0 0 0,-1 0 1 0 0,1 1-1 0 0,-1-1 1 0 0,0 1-1 0 0,0 0 0 0 0,0-1 1 0 0,1 5-1 0 0,2 5 14 0 0,-1-1 0 0 0,-1 1 1 0 0,1 0-1 0 0,-2-1 0 0 0,0 1 0 0 0,0 0 0 0 0,-2 13 1 0 0,-2 1-18 0 0,-1-1 0 0 0,-1 1 1 0 0,-2-1-1 0 0,-17 44 1 0 0,-4 2-2738 0 0,19-51 1018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3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3169 0 0,'33'-45'145'0'0,"0"2"1644"0"0,-29 36-574 0 0,0 0 0 0 0,0 0 0 0 0,0 0 0 0 0,-1-10 4403 0 0,-10 32-1237 0 0,2 16-3890 0 0,1 1 0 0 0,1 62 0 0 0,3-75-319 0 0,2-1 0 0 0,0 1-1 0 0,1-1 1 0 0,1 0 0 0 0,0 0-1 0 0,14 32 1 0 0,-16-46-285 0 0,0 0 0 0 0,0 0 1 0 0,0 0-1 0 0,1 0 0 0 0,0 0 1 0 0,0 0-1 0 0,3 3 0 0 0,-5-6-24 0 0,1 0 0 0 0,-1 0-1 0 0,0 0 1 0 0,1 0 0 0 0,-1 0-1 0 0,1 0 1 0 0,-1-1 0 0 0,1 1 0 0 0,0 0-1 0 0,-1-1 1 0 0,1 1 0 0 0,-1-1-1 0 0,1 0 1 0 0,0 1 0 0 0,0-1-1 0 0,-1 0 1 0 0,1 0 0 0 0,0 0 0 0 0,-1 0-1 0 0,1 0 1 0 0,0-1 0 0 0,1 0-1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19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46 456 0 0,'-1'-8'-1133'0'0,"6"-30"14626"0"0,-4 38-13315 0 0,15 8 1774 0 0,3 8-981 0 0,0 1 1 0 0,-1 1 0 0 0,-2 1-1 0 0,0 0 1 0 0,0 1 0 0 0,17 31-1 0 0,-24-34-878 0 0,-1 0 0 0 0,0 1 0 0 0,-1-1 0 0 0,-1 2-1 0 0,0-1 1 0 0,-2 0 0 0 0,0 1 0 0 0,-1 0 0 0 0,-1 0 0 0 0,-1 0 0 0 0,-2 34-1 0 0,-3-10-555 0 0,-3 0 0 0 0,-1 0-1 0 0,-2 0 1 0 0,-17 43-1 0 0,13-46-6925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1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11522 0 0,'12'-2'6138'0'0,"22"-3"-6617"0"0,-26 4-600 0 0,0-1 0 0 0,-1 1 0 0 0,1 0 0 0 0,0 1-1 0 0,0 0 1 0 0,0 0 0 0 0,0 1 0 0 0,0 0 0 0 0,-1 0 0 0 0,1 1 0 0 0,8 2 0 0 0,-6 1 920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0 456 0 0,'-9'23'711'0'0,"8"-20"284"0"0,0-1-1 0 0,0 1 1 0 0,1 0-1 0 0,0 0 1 0 0,-1 0 0 0 0,1-1-1 0 0,0 1 1 0 0,0 0-1 0 0,1 4 1 0 0,-1-6-638 0 0,1 0 0 0 0,-1 1 0 0 0,0-1 0 0 0,1 0 0 0 0,0 1 0 0 0,-1-1 0 0 0,1 0 0 0 0,0 0 1 0 0,-1 0-1 0 0,1 0 0 0 0,0 0 0 0 0,0 1 0 0 0,0-1 0 0 0,0-1 0 0 0,0 1 0 0 0,0 0 0 0 0,0 0 0 0 0,1 0 0 0 0,0 0 0 0 0,25 6-4632 0 0,-2-7 135 0 0,-12-3 1999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0.6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36 5529 0 0,'21'-33'524'0'0,"-19"30"-566"0"0,-15 20 268 0 0,-2 2 2160 0 0,1 1 0 0 0,1 0 0 0 0,1 1 0 0 0,-17 42 0 0 0,7 9-839 0 0,-70 405 1224 0 0,82-365-2892 0 0,1 3-2573 0 0,-6-41-3812 0 0,3-38 1752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88 7834 0 0,'-37'18'2536'0'0,"0"2"1"0"0,2 1-1 0 0,-59 45 1 0 0,93-66-2499 0 0,1 0 0 0 0,0 1 0 0 0,0-1 0 0 0,0 0 0 0 0,-1 0 0 0 0,1 0 0 0 0,0 0 0 0 0,0 0 0 0 0,0 0 0 0 0,0 0 1 0 0,-1 0-1 0 0,1 0 0 0 0,0 1 0 0 0,0-1 0 0 0,0 0 0 0 0,0 0 0 0 0,-1 0 0 0 0,1 0 0 0 0,0 1 0 0 0,0-1 0 0 0,0 0 0 0 0,0 0 0 0 0,0 0 0 0 0,0 1 0 0 0,0-1 0 0 0,0 0 0 0 0,0 0 1 0 0,0 0-1 0 0,-1 1 0 0 0,1-1 0 0 0,0 0 0 0 0,0 0 0 0 0,0 0 0 0 0,0 1 0 0 0,0-1 0 0 0,1 0 0 0 0,-1 0 0 0 0,0 0 0 0 0,0 1 0 0 0,0-1 0 0 0,0 0 0 0 0,0 0 0 0 0,0 0 0 0 0,0 1 1 0 0,0-1-1 0 0,1 0 0 0 0,11 2 902 0 0,20-5-318 0 0,-31 3-604 0 0,461-38 1170 0 0,-291 33-1078 0 0,823-45 160 0 0,-358-47-462 0 0,-438 71-849 0 0,-113 23-5232 0 0,-46 2-368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5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14283 0 0,'0'-1'101'0'0,"1"1"1"0"0,-1 0-1 0 0,0 0 0 0 0,0-1 1 0 0,0 1-1 0 0,1 0 0 0 0,-1 0 1 0 0,0 0-1 0 0,1-1 0 0 0,-1 1 0 0 0,0 0 1 0 0,0 0-1 0 0,1 0 0 0 0,-1 0 1 0 0,0 0-1 0 0,1-1 0 0 0,-1 1 1 0 0,0 0-1 0 0,1 0 0 0 0,-1 0 1 0 0,0 0-1 0 0,1 0 0 0 0,-1 0 0 0 0,0 0 1 0 0,1 0-1 0 0,-1 0 0 0 0,0 0 1 0 0,1 0-1 0 0,-1 0 0 0 0,0 1 1 0 0,0-1-1 0 0,1 0 0 0 0,-1 0 1 0 0,0 0-1 0 0,1 0 0 0 0,-1 0 0 0 0,0 1 1 0 0,1-1-1 0 0,6 15 1320 0 0,0 20-509 0 0,2 352 542 0 0,-3-54-518 0 0,5-157-4666 0 0,-10-147-3310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1.9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73 6913 0 0,'-9'3'313'0'0,"5"-3"1"0"0,0 1 0 0 0,0 0 0 0 0,0 0-1 0 0,0 0 1 0 0,0 0 0 0 0,0 1 0 0 0,0 0 0 0 0,1 0 0 0 0,-1 0-1 0 0,-3 3 1 0 0,8-4-9 0 0,1-1 0 0 0,-1 0 0 0 0,1 1 0 0 0,0-1 0 0 0,0 0 0 0 0,-1 0 0 0 0,1 0 0 0 0,0 0 0 0 0,-1 0 0 0 0,1 0 0 0 0,0 0 0 0 0,-1-1 1 0 0,4 0-1 0 0,255-49 5057 0 0,-52 14-7420 0 0,-177 29-4537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2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0 9218 0 0,'-2'3'355'0'0,"-1"-1"0"0"0,1 0 0 0 0,0 1 0 0 0,0-1 0 0 0,1 1 0 0 0,-1-1 0 0 0,0 1 0 0 0,1 0 0 0 0,0 0 0 0 0,-1 0 0 0 0,1 0 0 0 0,0 0 0 0 0,1 0 0 0 0,-1 0-1 0 0,0 0 1 0 0,1 0 0 0 0,0 0 0 0 0,0 0 0 0 0,0 1 0 0 0,0 3 0 0 0,1 13 538 0 0,1 0 0 0 0,5 22 0 0 0,-3-20-113 0 0,6 49 67 0 0,28 142-2561 0 0,-29-176-5227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0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64 236 8754 0 0,'-3'2'1456'0'0,"2"-1"-1274"0"0,1-1 0 0 0,0 1 0 0 0,0-1 0 0 0,-1 1 0 0 0,1-1 0 0 0,0 1 0 0 0,0-1 0 0 0,0 1 1 0 0,-1-1-1 0 0,1 1 0 0 0,0-1 0 0 0,0 1 0 0 0,0-1 0 0 0,0 1 0 0 0,0-1 0 0 0,0 1 0 0 0,0-1 0 0 0,0 1 0 0 0,0-1 0 0 0,0 1 0 0 0,1-1 0 0 0,-1 1 0 0 0,0-1 0 0 0,0 1 0 0 0,1 0 0 0 0,17 9 2247 0 0,26-3-802 0 0,-43-7-1537 0 0,20 2 489 0 0,-1-2 0 0 0,1 0 0 0 0,-1-2 0 0 0,40-7 0 0 0,-43 5-609 0 0,0-1-1 0 0,-1-1 0 0 0,1-1 0 0 0,-1 0 1 0 0,-1-1-1 0 0,0 0 0 0 0,0-2 0 0 0,0 1 0 0 0,-1-2 1 0 0,13-12-1 0 0,-21 17 279 0 0,3-1-1021 0 0,-1-1 1 0 0,0 0 0 0 0,0 0-1 0 0,-1-1 1 0 0,10-15-1 0 0,-16 22 621 0 0,0 0-1 0 0,0 0 1 0 0,0 0-1 0 0,0 0 1 0 0,-1 0-1 0 0,1 0 1 0 0,-1 0-1 0 0,1 0 1 0 0,-1 0-1 0 0,0 0 1 0 0,0 0-1 0 0,0 0 1 0 0,0 0-1 0 0,0 0 1 0 0,0 0-1 0 0,0 0 0 0 0,-1 0 1 0 0,1-1-1 0 0,-1 1 1 0 0,0 0-1 0 0,0 1 1 0 0,1-1-1 0 0,-1 0 1 0 0,0 0-1 0 0,-1 0 1 0 0,1 0-1 0 0,0 1 1 0 0,0-1-1 0 0,-1 1 1 0 0,1-1-1 0 0,-1 1 1 0 0,1-1-1 0 0,-1 1 1 0 0,0 0-1 0 0,0 0 1 0 0,1 0-1 0 0,-4-1 1 0 0,0-2 210 0 0,0 1 1 0 0,0 1-1 0 0,-1-1 1 0 0,0 1-1 0 0,1 0 1 0 0,-1 0-1 0 0,0 1 1 0 0,0-1 0 0 0,0 1-1 0 0,0 1 1 0 0,0-1-1 0 0,0 1 1 0 0,-10 1-1 0 0,6 0-14 0 0,-1 1 1 0 0,1 1-1 0 0,0 0 0 0 0,0 0 0 0 0,0 1 0 0 0,1 0 1 0 0,-12 7-1 0 0,-9 8 228 0 0,0 1 0 0 0,2 2 0 0 0,-39 38 0 0 0,65-58-225 0 0,-15 15 463 0 0,1 0 0 0 0,0 2-1 0 0,1-1 1 0 0,1 2-1 0 0,1 0 1 0 0,1 0 0 0 0,1 1-1 0 0,-11 30 1 0 0,18-42-269 0 0,1 1 1 0 0,1 0-1 0 0,0 0 1 0 0,0 0-1 0 0,0 1 1 0 0,2-1-1 0 0,-1 0 1 0 0,1 1-1 0 0,2 15 1 0 0,0-19-146 0 0,-1 0 0 0 0,1-1 0 0 0,0 1 0 0 0,1-1 0 0 0,0 1 0 0 0,0-1 0 0 0,0 0 0 0 0,1 0 0 0 0,0 0 0 0 0,0-1 0 0 0,0 1 0 0 0,1-1 0 0 0,-1 0 0 0 0,1 0 0 0 0,9 6 0 0 0,-3-3-47 0 0,1-1 1 0 0,1 0-1 0 0,-1-1 0 0 0,1-1 1 0 0,0 0-1 0 0,0 0 1 0 0,1-1-1 0 0,-1-1 0 0 0,1 0 1 0 0,0-1-1 0 0,0-1 0 0 0,0 0 1 0 0,27-2-1 0 0,-11-1-166 0 0,1-1 0 0 0,-1-2 0 0 0,0-1 0 0 0,-1-2 0 0 0,39-15 0 0 0,0-8-1629 0 0,-25 5-3658 0 0,-5 3-1127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3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33 5529 0 0,'-26'16'479'0'0,"10"-9"1126"0"0,3-8 3634 0 0,13 1-5134 0 0,0-1 0 0 0,0 1 0 0 0,0 0 0 0 0,0-1 0 0 0,0 1 0 0 0,0-1 0 0 0,0 1-1 0 0,0-1 1 0 0,0 1 0 0 0,0 0 0 0 0,0-1 0 0 0,1 1 0 0 0,-1-1 0 0 0,0 1 0 0 0,0 0 0 0 0,1-1 0 0 0,-1 1 0 0 0,0 0 0 0 0,0-1 0 0 0,1 1 0 0 0,-1 0-1 0 0,0-1 1 0 0,1 1 0 0 0,-1 0 0 0 0,0 0 0 0 0,1-1 0 0 0,-1 1 0 0 0,0 0 0 0 0,1 0 0 0 0,-1 0 0 0 0,1-1 0 0 0,0 1 0 0 0,14-10 382 0 0,0 4-164 0 0,0 1 0 0 0,0 0 1 0 0,0 1-1 0 0,0 1 0 0 0,1 1 0 0 0,-1 0 0 0 0,1 0 0 0 0,-1 2 0 0 0,17 1 0 0 0,39-4-2281 0 0,-47 1-4571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3.9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68 3209 0 0,'-11'-4'-152'0'0,"-32"-22"15246"0"0,44 26-15012 0 0,10-3 1428 0 0,10 1-722 0 0,-19 3-744 0 0,1-1 0 0 0,0 1 0 0 0,0 0 0 0 0,-1 0 1 0 0,1 0-1 0 0,0 0 0 0 0,-1 0 0 0 0,1 0 0 0 0,-1 1 0 0 0,1-1 0 0 0,-1 1 0 0 0,0 0 0 0 0,0 0 0 0 0,0 0 1 0 0,0 0-1 0 0,0 0 0 0 0,2 3 0 0 0,-1 0-65 0 0,0 0 0 0 0,0 0 1 0 0,-1 0-1 0 0,0 0 0 0 0,0 1 1 0 0,0-1-1 0 0,-1 1 0 0 0,1 6 1 0 0,0 8-371 0 0,0 1 0 0 0,-2-1 1 0 0,-4 35-1 0 0,-7 22-805 0 0,5-49 899 0 0,-2 56 0 0 0,9-94-36 0 0,1 0 0 0 0,0 0-1 0 0,0 0 1 0 0,4-11 0 0 0,4-14-488 0 0,20-150-797 0 0,-17 60 3922 0 0,-12 112-588 0 0,-2 19 618 0 0,1 23-495 0 0,2-3-1632 0 0,2-1-1 0 0,0 0 0 0 0,2-1 1 0 0,1 1-1 0 0,10 23 1 0 0,-15-41-419 0 0,1 0 1 0 0,1-1-1 0 0,-1 1 1 0 0,1-1-1 0 0,0 1 1 0 0,1-1-1 0 0,-1-1 1 0 0,1 1-1 0 0,0-1 1 0 0,1 1-1 0 0,-1-1 1 0 0,1-1-1 0 0,0 1 1 0 0,1-1-1 0 0,-1 0 1 0 0,1-1-1 0 0,-1 1 1 0 0,1-1-1 0 0,0-1 1 0 0,0 1-1 0 0,11 2 1 0 0,3-2-6591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4.5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106 243 2304 0 0,'-9'3'528'0'0,"0"0"0"0"0,0 0 0 0 0,0 0 0 0 0,-8 6 0 0 0,8-5 365 0 0,1 0-1 0 0,-1 0 1 0 0,1-1 0 0 0,-11 3-1 0 0,65-21 3272 0 0,6-2-3091 0 0,50-1 175 0 0,1 5 0 0 0,125 0 1 0 0,-63 5-239 0 0,20-4 441 0 0,346-70 1 0 0,-357 39-1019 0 0,-36 7-1567 0 0,-45 15-4621 0 0,-59 14-1057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5.3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169 156 6913 0 0,'-83'36'2040'0'0,"-3"-9"5761"0"0,95-31-7549 0 0,0-1-1 0 0,-1 0 1 0 0,0 0-1 0 0,15-13 0 0 0,-3 3-202 0 0,151-105 232 0 0,-124 73 3196 0 0,-47 50-3452 0 0,-1 0 1 0 0,1-1-1 0 0,0 1 1 0 0,0-1-1 0 0,-1 1 0 0 0,2 0 1 0 0,-1-1-1 0 0,0 1 1 0 0,1 0-1 0 0,-1-1 1 0 0,1 1-1 0 0,1 3 0 0 0,11 40-412 0 0,-6-31-361 0 0,0 1 1 0 0,1-1-1 0 0,1 0 1 0 0,0-1 0 0 0,1 0-1 0 0,22 24 1 0 0,-14-19-5364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5.7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 3225 0 0,'-9'-10'784'0'0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6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128 202 2304 0 0,'-13'6'292'0'0,"1"1"0"0"0,1 0 0 0 0,-1 0-1 0 0,1 1 1 0 0,1 0 0 0 0,-1 1-1 0 0,1 0 1 0 0,1 1 0 0 0,0 0-1 0 0,-9 12 1 0 0,17-16 1316 0 0,11-11-504 0 0,11-11 113 0 0,36-43 912 0 0,74-68 1183 0 0,-115 113-2806 0 0,-6 6-76 0 0,0-1-1 0 0,0 1 1 0 0,-1-1 0 0 0,0-1 0 0 0,-1 0-1 0 0,0 0 1 0 0,9-16 0 0 0,-20 34-121 0 0,1-1 0 0 0,0 1 0 0 0,0 0 1 0 0,0 0-1 0 0,1 0 0 0 0,0 0 0 0 0,1 15 1 0 0,5 71-318 0 0,-1-41 128 0 0,3 68-243 0 0,3 100-8 0 0,-11-170-2101 0 0,-1-1-1 0 0,-13 69 1 0 0,12-105 1277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7:26.8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76 108 1840 0 0,'-27'13'173'0'0,"-22"9"8528"0"0,113-42-1724 0 0,-1 3-3800 0 0,130-25-2264 0 0,-168 37-367 0 0,143-39-1111 0 0,-125 30-88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2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1350 348 3545 0 0,'0'-2'0'0'0,"3"-44"1296"0"0,15-89 1 0 0,-5 60-507 0 0,-10 52 745 0 0,13-44 0 0 0,-25 92 4823 0 0,-14 24-4153 0 0,-12 28-2247 0 0,5 12 78 0 0,4 1 0 0 0,-26 175 0 0 0,14-58 588 0 0,9-68-272 0 0,-40 169 537 0 0,47-228-745 0 0,-59 138 0 0 0,64-181-129 0 0,-134 307 515 0 0,134-295-492 0 0,-12 51 1 0 0,6-17 8 0 0,-106 263 833 0 0,102-273-843 0 0,3 2 0 0 0,3 0-1 0 0,-13 85 1 0 0,-28 106-36 0 0,-7-51 83 0 0,-30 97 64 0 0,66-167-148 0 0,-3 5 0 0 0,12-70 65 0 0,-63 217 470 0 0,77-248-417 0 0,2 1-1 0 0,-4 76 1 0 0,9-73-87 0 0,0-19-67 0 0,-2-1-1 0 0,-1 1 1 0 0,-2-1 0 0 0,-1 0-1 0 0,-1-1 1 0 0,-20 43-1 0 0,27-72-460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3.9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90 4145 0 0,'-5'-3'626'0'0,"0"-1"-1"0"0,0 1 1 0 0,1-1-1 0 0,-1 0 1 0 0,1 0 0 0 0,0 0-1 0 0,-6-8 1 0 0,9 10-242 0 0,-1 0 1 0 0,1 1-1 0 0,0-1 0 0 0,-1 0 1 0 0,1 0-1 0 0,0 0 1 0 0,0 0-1 0 0,0-1 0 0 0,0 1 1 0 0,1 0-1 0 0,-1 0 0 0 0,1 0 1 0 0,-1-1-1 0 0,1 1 1 0 0,0 0-1 0 0,0-1 0 0 0,-1 1 1 0 0,2 0-1 0 0,-1 0 0 0 0,0-1 1 0 0,0 1-1 0 0,2-3 1 0 0,2 18 4240 0 0,21 40-4145 0 0,-20-47-455 0 0,0-1 1 0 0,0 1 0 0 0,0-1 0 0 0,1 0 0 0 0,0-1 0 0 0,0 1 0 0 0,1-1 0 0 0,12 6 0 0 0,62 23-15 0 0,-41-18 1 0 0,83 35 14 0 0,238 62 1 0 0,-321-103-201 0 0,3 1-1333 0 0,78 8-1 0 0,-98-16-5817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28 3225 0 0,'-35'-13'546'0'0,"-16"-2"14570"0"0,76 36-14103 0 0,18 4-515 0 0,98 60 45 0 0,-120-71-542 0 0,0 2 1 0 0,-1 1-1 0 0,0 1 1 0 0,20 23-1 0 0,-39-39-1 0 0,1 0-1 0 0,0 0 0 0 0,0 1 0 0 0,-1-1 0 0 0,0 1 0 0 0,1-1 0 0 0,-1 1 0 0 0,0-1 0 0 0,0 1 0 0 0,0 0 0 0 0,0-1 0 0 0,-1 1 0 0 0,1 0 0 0 0,-1 0 0 0 0,0 0 0 0 0,0-1 0 0 0,0 1 0 0 0,0 0 0 0 0,-1 5 1 0 0,0-3 16 0 0,-1 0 1 0 0,0-1 0 0 0,0 1 0 0 0,0-1 0 0 0,0 1 0 0 0,-1-1-1 0 0,0 0 1 0 0,0 0 0 0 0,0 0 0 0 0,-6 5 0 0 0,-4 3 70 0 0,-2 0-1 0 0,0 0 1 0 0,0-2 0 0 0,-1 0 0 0 0,-17 8-1 0 0,3-4 256 0 0,-47 14-1 0 0,38-15-1979 0 0,1 2-3715 0 0,20-7-1244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14747 0 0,'8'10'260'0'0,"-1"0"-1"0"0,0 0 1 0 0,-1 1-1 0 0,0 0 1 0 0,-1 0-1 0 0,6 16 1 0 0,5 9 0 0 0,25 38-226 0 0,10 23-104 0 0,-51-94 100 0 0,-2-7-211 0 0,-3-15-617 0 0,8-12-503 0 0,2-1-1 0 0,1 1 1 0 0,13-41-1 0 0,16-34 1353 0 0,-33 100 118 0 0,1 0 1 0 0,-1 1 0 0 0,1-1 0 0 0,0 1 0 0 0,0 0 0 0 0,0 0-1 0 0,1 0 1 0 0,0 0 0 0 0,0 1 0 0 0,7-7 0 0 0,-9 9-56 0 0,0 1 0 0 0,-1 0 1 0 0,1 0-1 0 0,0 0 0 0 0,0 0 1 0 0,0 0-1 0 0,0 0 0 0 0,0 1 1 0 0,1-1-1 0 0,-1 0 0 0 0,0 1 1 0 0,0 0-1 0 0,0 0 0 0 0,0-1 1 0 0,1 1-1 0 0,-1 1 0 0 0,0-1 1 0 0,0 0-1 0 0,0 0 0 0 0,1 1 1 0 0,-1-1-1 0 0,0 1 0 0 0,0 0 1 0 0,0 0-1 0 0,0 0 0 0 0,0 0 1 0 0,0 0-1 0 0,0 0 0 0 0,-1 0 1 0 0,1 1-1 0 0,0-1 0 0 0,1 2 1 0 0,4 5 70 0 0,0-1 0 0 0,0 1 0 0 0,-1 0 0 0 0,-1 1 0 0 0,1 0 0 0 0,-1 0 0 0 0,-1 0 0 0 0,0 0 0 0 0,0 1 0 0 0,-1-1 0 0 0,0 1 0 0 0,2 11 0 0 0,-3-10 3 0 0,1 0-1 0 0,1 0 0 0 0,-1-1 1 0 0,2 1-1 0 0,-1-1 1 0 0,1 0-1 0 0,1 0 1 0 0,0-1-1 0 0,13 17 0 0 0,-18-25-184 0 0,-1 0 0 0 0,1 0 0 0 0,0-1 0 0 0,-1 1 0 0 0,1 0 0 0 0,0 0 0 0 0,0-1 0 0 0,0 1 0 0 0,0 0 0 0 0,-1-1 0 0 0,1 1-1 0 0,0-1 1 0 0,0 1 0 0 0,0-1 0 0 0,0 1 0 0 0,0-1 0 0 0,0 0 0 0 0,1 1 0 0 0,-1-1 0 0 0,0 0 0 0 0,0 0 0 0 0,0 0 0 0 0,0 0 0 0 0,0 0-1 0 0,0 0 1 0 0,0 0 0 0 0,0 0 0 0 0,0 0 0 0 0,0-1 0 0 0,1 1 0 0 0,-1 0 0 0 0,0-1 0 0 0,0 1 0 0 0,0-1 0 0 0,0 1 0 0 0,-1-1 0 0 0,1 0 0 0 0,0 1-1 0 0,0-1 1 0 0,0 0 0 0 0,0 1 0 0 0,-1-1 0 0 0,1 0 0 0 0,0 0 0 0 0,-1 0 0 0 0,1 0 0 0 0,0 0 0 0 0,-1 0 0 0 0,1 0 0 0 0,0-2 0 0 0,4-7 46 0 0,-1-1 0 0 0,0 0 0 0 0,-1 0 0 0 0,3-13 1 0 0,-1 4 8 0 0,-3 13-46 0 0,30-78 280 0 0,-29 78-270 0 0,0 0 0 0 0,1 0 0 0 0,0 1-1 0 0,0 0 1 0 0,0 0 0 0 0,1 0 0 0 0,0 0 0 0 0,0 1 0 0 0,10-9 0 0 0,-13 13-14 0 0,0 0 0 0 0,0-1 0 0 0,0 1 0 0 0,0 0 0 0 0,-1 0 0 0 0,2 0 0 0 0,-1 1 1 0 0,0-1-1 0 0,0 0 0 0 0,0 1 0 0 0,0 0 0 0 0,0-1 0 0 0,0 1 0 0 0,1 0 1 0 0,-1 0-1 0 0,0 0 0 0 0,0 0 0 0 0,0 0 0 0 0,1 1 0 0 0,-1-1 0 0 0,2 1 0 0 0,0 1 25 0 0,-1 0 0 0 0,0 0 0 0 0,0 0 0 0 0,0 0-1 0 0,0 0 1 0 0,0 0 0 0 0,-1 1 0 0 0,1-1-1 0 0,-1 1 1 0 0,0 0 0 0 0,4 5 0 0 0,2 5 62 0 0,-1 0 0 0 0,-1 0 1 0 0,0 1-1 0 0,-1 0 1 0 0,4 17-1 0 0,-2-5-1491 0 0,2-1 0 0 0,16 33 0 0 0,-19-43 1359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0 114 5065 0 0,'3'-2'1369'0'0,"-2"1"-1198"0"0,-1 1 0 0 0,0 0 0 0 0,1 0 0 0 0,-1-1 0 0 0,1 1 0 0 0,-1 0 1 0 0,1 0-1 0 0,-1 0 0 0 0,1 0 0 0 0,-1 0 0 0 0,0-1 0 0 0,1 1 0 0 0,-1 0 0 0 0,1 0 0 0 0,-1 0 0 0 0,1 0 1 0 0,-1 1-1 0 0,1-1 0 0 0,-1 0 0 0 0,1 0 0 0 0,5 4 2395 0 0,-6-4-2395 0 0,0 1 1 0 0,1 0-1 0 0,23 25 4389 0 0,-13-13-3923 0 0,-8-10-615 0 0,0-1 0 0 0,0 0 1 0 0,1 0-1 0 0,-1 0 0 0 0,1-1 1 0 0,-1 1-1 0 0,1-1 0 0 0,0 1 0 0 0,0-1 1 0 0,7 1-1 0 0,-10-2-15 0 0,0 0-1 0 0,0 0 1 0 0,0 0 0 0 0,0 0-1 0 0,0 0 1 0 0,0 0-1 0 0,0 0 1 0 0,0 0 0 0 0,0 0-1 0 0,0 0 1 0 0,0 0-1 0 0,0-1 1 0 0,-1 1 0 0 0,1-1-1 0 0,0 1 1 0 0,0 0 0 0 0,0-1-1 0 0,0 1 1 0 0,0-1-1 0 0,-1 0 1 0 0,1 1 0 0 0,0-1-1 0 0,0 0 1 0 0,-1 1 0 0 0,1-1-1 0 0,0 0 1 0 0,-1 0-1 0 0,1 1 1 0 0,-1-1 0 0 0,1 0-1 0 0,-1 0 1 0 0,0 0-1 0 0,1 0 1 0 0,-1 0 0 0 0,0 0-1 0 0,0 0 1 0 0,1 0 0 0 0,-1 0-1 0 0,0 0 1 0 0,0 0-1 0 0,0 0 1 0 0,0 0 0 0 0,0 0-1 0 0,0 0 1 0 0,-1 0 0 0 0,1 1-1 0 0,0-1 1 0 0,-1-1-1 0 0,-1-9 218 0 0,0 1-1 0 0,-1 0 1 0 0,0 0-1 0 0,-1 0 0 0 0,0 1 1 0 0,-6-11-1 0 0,7 15-203 0 0,0-1 0 0 0,0 1 0 0 0,-1 0 0 0 0,0 0 0 0 0,0 0 0 0 0,-1 0 1 0 0,1 0-1 0 0,-1 1 0 0 0,0 0 0 0 0,0 0 0 0 0,-7-3 0 0 0,11 6-156 0 0,0 0 1 0 0,-1 1 0 0 0,1-1 0 0 0,0 1-1 0 0,-1-1 1 0 0,1 1 0 0 0,0 0-1 0 0,-1 0 1 0 0,1 0 0 0 0,-1-1-1 0 0,1 1 1 0 0,0 0 0 0 0,-1 1 0 0 0,1-1-1 0 0,-1 0 1 0 0,1 0 0 0 0,0 1-1 0 0,-1-1 1 0 0,1 0 0 0 0,0 1-1 0 0,-3 1 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5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1 294 4145 0 0,'31'0'4105'0'0,"33"4"0"0"0,-51-2-3443 0 0,-1 1-1 0 0,0-1 1 0 0,0 2 0 0 0,0 0-1 0 0,19 9 1 0 0,-35-16-519 0 0,1 1-1 0 0,-1-1 1 0 0,1 0 0 0 0,0 0-1 0 0,0 0 1 0 0,0 0 0 0 0,1 0-1 0 0,-1-1 1 0 0,1 1 0 0 0,0-1-1 0 0,-1 0 1 0 0,2 0 0 0 0,-1 0-1 0 0,0 0 1 0 0,1 0 0 0 0,0 0-1 0 0,0 0 1 0 0,0 0 0 0 0,0 0-1 0 0,1-1 1 0 0,0 1 0 0 0,-1 0 0 0 0,2 0-1 0 0,-1-6 1 0 0,1-4 326 0 0,1 1-1 0 0,0-1 1 0 0,0 0 0 0 0,1 1 0 0 0,1 0-1 0 0,7-19 1 0 0,-4 17-966 0 0,0 1 0 0 0,1 0 1 0 0,0 0-1 0 0,1 0 0 0 0,12-13 0 0 0,-4 10-6828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6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51 280 5529 0 0,'-15'2'4100'0'0,"31"-15"2792"0"0,1 1-7227 0 0,-7 3 557 0 0,0-1 0 0 0,-1 0 0 0 0,0-1 0 0 0,-1 0 0 0 0,0 0 0 0 0,0 0 0 0 0,-1-1-1 0 0,6-14 1 0 0,-11 22-222 0 0,0-1-1 0 0,0 1 0 0 0,-1-1 0 0 0,1 1 0 0 0,-1-1 0 0 0,0 0 0 0 0,0 0 0 0 0,-1 1 1 0 0,1-1-1 0 0,-1 0 0 0 0,0 0 0 0 0,0 0 0 0 0,-1 0 0 0 0,1 1 0 0 0,-1-1 0 0 0,0 0 1 0 0,0 0-1 0 0,-1 1 0 0 0,0-1 0 0 0,1 1 0 0 0,-2-1 0 0 0,1 1 0 0 0,0 0 0 0 0,-1 0 1 0 0,0 0-1 0 0,-4-5 0 0 0,5 7 2 0 0,1 1 1 0 0,-1-1 0 0 0,0 1-1 0 0,0-1 1 0 0,0 1-1 0 0,0 0 1 0 0,0 0 0 0 0,0-1-1 0 0,0 1 1 0 0,0 1-1 0 0,0-1 1 0 0,-1 0-1 0 0,1 1 1 0 0,0-1 0 0 0,-1 1-1 0 0,1-1 1 0 0,0 1-1 0 0,-1 0 1 0 0,1 0-1 0 0,-1 0 1 0 0,1 1 0 0 0,0-1-1 0 0,-5 1 1 0 0,3 1 19 0 0,0 0 1 0 0,0 0-1 0 0,0 0 1 0 0,0 0-1 0 0,0 0 0 0 0,1 1 1 0 0,-1 0-1 0 0,1 0 1 0 0,-1 0-1 0 0,1 0 1 0 0,0 0-1 0 0,-3 5 1 0 0,2-3 6 0 0,1 0 0 0 0,0 0 1 0 0,0 0-1 0 0,0 1 0 0 0,0-1 1 0 0,1 1-1 0 0,0-1 0 0 0,1 1 1 0 0,-3 8-1 0 0,4-11-25 0 0,-1 0 0 0 0,1 0-1 0 0,0 0 1 0 0,0 0 0 0 0,0 0 0 0 0,0 0-1 0 0,1 0 1 0 0,-1 0 0 0 0,1-1-1 0 0,0 1 1 0 0,0 0 0 0 0,0 0 0 0 0,0 0-1 0 0,0-1 1 0 0,0 1 0 0 0,1-1 0 0 0,-1 1-1 0 0,4 3 1 0 0,-1-2-2 0 0,0 0 1 0 0,1-1-1 0 0,-1 0 0 0 0,1 0 1 0 0,-1 0-1 0 0,1 0 0 0 0,0-1 1 0 0,0 0-1 0 0,0 0 0 0 0,8 2 1 0 0,55 7-358 0 0,-32-8-71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6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0 5985 0 0,'-13'7'8842'0'0,"12"-6"-8322"0"0,-12 19 2879 0 0,-6 29-3913 0 0,13-33 1486 0 0,1-2-799 0 0,-25 71 203 0 0,29-78-374 0 0,-1 0 0 0 0,1 0-1 0 0,0 0 1 0 0,0 0 0 0 0,1 0 0 0 0,-1 0-1 0 0,2 0 1 0 0,-1 0 0 0 0,1 0-1 0 0,2 8 1 0 0,-2-13-27 0 0,-1 0 0 0 0,1 0 0 0 0,0 0-1 0 0,0 0 1 0 0,0 0 0 0 0,0 0 0 0 0,0 0 0 0 0,0-1-1 0 0,0 1 1 0 0,1 0 0 0 0,-1-1 0 0 0,1 1 0 0 0,-1-1-1 0 0,1 0 1 0 0,0 1 0 0 0,-1-1 0 0 0,1 0 0 0 0,0 0-1 0 0,0 0 1 0 0,0 0 0 0 0,0 0 0 0 0,0 0-1 0 0,0-1 1 0 0,0 1 0 0 0,0-1 0 0 0,0 1 0 0 0,4-1-1 0 0,4 0-305 0 0,0 0 0 0 0,0-1 0 0 0,1-1 0 0 0,17-4-1 0 0,-21 4 37 0 0,0 0 0 0 0,1 0 0 0 0,-1 1 0 0 0,0 0 0 0 0,0 1 0 0 0,1-1 0 0 0,-1 2 0 0 0,8 0 0 0 0,-15-1 275 0 0,1 0 0 0 0,0 0-1 0 0,-1 0 1 0 0,1 0 0 0 0,-1 1-1 0 0,1-1 1 0 0,0 0 0 0 0,-1 0-1 0 0,1 1 1 0 0,-1-1 0 0 0,1 0 0 0 0,-1 1-1 0 0,1-1 1 0 0,-1 1 0 0 0,1-1-1 0 0,-1 1 1 0 0,1-1 0 0 0,-1 1-1 0 0,0-1 1 0 0,1 1 0 0 0,-1-1 0 0 0,0 1-1 0 0,1 0 1 0 0,-1-1 0 0 0,0 1-1 0 0,0-1 1 0 0,1 1 0 0 0,-1 0-1 0 0,0-1 1 0 0,0 1 0 0 0,0 0 0 0 0,0 1 0 0 0,-1 0 1 0 0,1 0-1 0 0,-1 0 1 0 0,1 0 0 0 0,-1 0-1 0 0,0 0 1 0 0,1 0 0 0 0,-1-1-1 0 0,0 1 1 0 0,-2 2 0 0 0,-2 3-63 0 0,-1 0 1 0 0,1-1-1 0 0,-1 0 1 0 0,-7 6 0 0 0,-1-1-434 0 0,-1-1-141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7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0 303 1376 0 0,'26'-22'1992'0'0,"-1"-2"-1"0"0,28-32 1 0 0,-44 45-1408 0 0,0-1 0 0 0,0 0 0 0 0,-1-1 0 0 0,-1 0 0 0 0,0 0 0 0 0,-1 0 0 0 0,8-25 0 0 0,-13 33-188 0 0,-1 0 0 0 0,0 0 1 0 0,0 0-1 0 0,0 0 1 0 0,0 0-1 0 0,-1 0 1 0 0,-1-8-1 0 0,1 12-227 0 0,1-1-1 0 0,-1 1 1 0 0,1 0 0 0 0,-1-1 0 0 0,1 1-1 0 0,-1 0 1 0 0,0 0 0 0 0,1-1-1 0 0,-1 1 1 0 0,0 0 0 0 0,0 0 0 0 0,0 0-1 0 0,-2-2 1 0 0,3 3-83 0 0,-1 0-1 0 0,0 0 1 0 0,1-1 0 0 0,-1 1 0 0 0,0 0-1 0 0,1 0 1 0 0,-1 0 0 0 0,0 0-1 0 0,0-1 1 0 0,1 1 0 0 0,-1 0 0 0 0,0 1-1 0 0,0-1 1 0 0,1 0 0 0 0,-1 0-1 0 0,0 0 1 0 0,0 0 0 0 0,1 0 0 0 0,-1 1-1 0 0,0-1 1 0 0,1 0 0 0 0,-1 1-1 0 0,0-1 1 0 0,1 0 0 0 0,-1 1-1 0 0,1-1 1 0 0,-1 1 0 0 0,0 0 0 0 0,-1 1-34 0 0,1 0 0 0 0,-1 0 1 0 0,1 0-1 0 0,-1 0 1 0 0,1 0-1 0 0,0 0 1 0 0,0 0-1 0 0,0 1 0 0 0,0-1 1 0 0,0 0-1 0 0,0 1 1 0 0,1-1-1 0 0,-1 1 1 0 0,1-1-1 0 0,0 1 0 0 0,-1-1 1 0 0,1 1-1 0 0,0-1 1 0 0,1 1-1 0 0,-1-1 1 0 0,1 5-1 0 0,0-2-61 0 0,0 0-1 0 0,0 0 1 0 0,0-1 0 0 0,1 1-1 0 0,0 0 1 0 0,0 0 0 0 0,0-1-1 0 0,0 1 1 0 0,6 7 0 0 0,-5-8-70 0 0,1-1 1 0 0,-1 1-1 0 0,1-1 1 0 0,0 1-1 0 0,0-1 0 0 0,1-1 1 0 0,-1 1-1 0 0,1 0 1 0 0,-1-1-1 0 0,1 0 1 0 0,0 0-1 0 0,-1 0 1 0 0,1-1-1 0 0,0 0 0 0 0,0 0 1 0 0,1 0-1 0 0,-1 0 1 0 0,0-1-1 0 0,0 0 1 0 0,0 0-1 0 0,0 0 0 0 0,0-1 1 0 0,7-1-1 0 0,-6 1 8 0 0,0-1-1 0 0,0 0 0 0 0,-1 0 0 0 0,1-1 1 0 0,0 0-1 0 0,-1 0 0 0 0,0 0 0 0 0,1 0 1 0 0,-1-1-1 0 0,-1 0 0 0 0,1 0 0 0 0,-1 0 1 0 0,1-1-1 0 0,-1 0 0 0 0,0 1 0 0 0,-1-2 1 0 0,1 1-1 0 0,4-10 0 0 0,-4 6 163 0 0,0 0 252 0 0,0 1 0 0 0,0 0 0 0 0,0 0 0 0 0,1 1 0 0 0,0-1 0 0 0,8-7-1 0 0,-12 14-266 0 0,0 0 1 0 0,0 0-1 0 0,1 0 0 0 0,-1 0 0 0 0,0 0 0 0 0,1 0 0 0 0,-1 1 0 0 0,0-1 0 0 0,1 0 0 0 0,-1 1 0 0 0,1-1 0 0 0,-1 1 0 0 0,1 0 0 0 0,0-1 0 0 0,-1 1 0 0 0,4 0 0 0 0,-3 0-44 0 0,0 1 0 0 0,1-1 0 0 0,-1 1 0 0 0,0 0 0 0 0,0 0 0 0 0,1 0 0 0 0,-1 0 0 0 0,0 0 0 0 0,0 0 0 0 0,0 1 0 0 0,0-1 0 0 0,-1 0 0 0 0,1 1 0 0 0,3 3 0 0 0,11 13 83 0 0,-1 1 0 0 0,0 1 0 0 0,-1 0 1 0 0,14 30-1 0 0,-19-34-122 0 0,-3-9-376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7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6 920 0 0,'0'0'67'0'0,"0"-1"-42"0"0,0 0 35 0 0,-1 1 25 0 0,1 0 0 0 0,0 0 0 0 0,0-1 0 0 0,0 1 0 0 0,0 0 0 0 0,-1 0 0 0 0,1-1 0 0 0,0 1 0 0 0,0 0 0 0 0,-1 0 0 0 0,1 0 0 0 0,0-1 0 0 0,0 1 0 0 0,-1 0 0 0 0,1 0 0 0 0,0 0 0 0 0,0 0-1 0 0,-1 0 1 0 0,1 0 0 0 0,0 0 0 0 0,-1 0 0 0 0,1 0 0 0 0,0-1 0 0 0,-1 1 0 0 0,1 0 0 0 0,0 0 0 0 0,0 1 0 0 0,-1-1 0 0 0,1 0 0 0 0,0 0 0 0 0,-1 0 0 0 0,1 0 0 0 0,-1 0 0 0 0,0 0-67 0 0,-1 1-20 0 0,0-1 1 0 0,0 1-1 0 0,0-1 1 0 0,1 1-1 0 0,-1 0 1 0 0,0-1-1 0 0,0 1 1 0 0,0 0-1 0 0,1 0 1 0 0,-1 1-1 0 0,0-1 1 0 0,1 0-1 0 0,-1 0 0 0 0,1 1 1 0 0,0-1-1 0 0,-3 4 1 0 0,2-2 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2 144 4145 0 0,'-1'-1'111'0'0,"1"1"0"0"0,0-1 0 0 0,0 1 0 0 0,0-1 0 0 0,0 1-1 0 0,-1-1 1 0 0,1 1 0 0 0,0-1 0 0 0,0 1 0 0 0,0-1 0 0 0,0 1 0 0 0,0-1 0 0 0,0 0 0 0 0,0 1 0 0 0,0-1 0 0 0,1 1 0 0 0,-1-1 0 0 0,0 1 0 0 0,0-1-1 0 0,0 1 1 0 0,0-1 0 0 0,1 1 0 0 0,-1-1 0 0 0,0 1 0 0 0,1-1 0 0 0,-1 1 0 0 0,1-1 0 0 0,8-18 1232 0 0,-2 10-888 0 0,-1 1 1 0 0,1-1 0 0 0,1 1-1 0 0,0 1 1 0 0,0-1-1 0 0,0 1 1 0 0,1 1 0 0 0,0 0-1 0 0,0 0 1 0 0,1 1-1 0 0,-1 0 1 0 0,1 0 0 0 0,0 1-1 0 0,1 0 1 0 0,-1 1-1 0 0,1 0 1 0 0,-1 1-1 0 0,1 0 1 0 0,0 1 0 0 0,20 0-1 0 0,-28 1-350 0 0,-1 1 1 0 0,1-1-1 0 0,0 1 0 0 0,-1 0 0 0 0,1 0 0 0 0,-1 0 0 0 0,0 0 0 0 0,1 0 1 0 0,-1 0-1 0 0,0 1 0 0 0,1-1 0 0 0,-1 1 0 0 0,0 0 0 0 0,0-1 1 0 0,0 1-1 0 0,-1 0 0 0 0,1 0 0 0 0,0 0 0 0 0,-1 0 0 0 0,1 1 1 0 0,-1-1-1 0 0,0 0 0 0 0,0 1 0 0 0,0-1 0 0 0,0 1 0 0 0,0-1 0 0 0,1 4 1 0 0,1 9-35 0 0,-1-1 0 0 0,0 1 1 0 0,0 29-1 0 0,1 6-2415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54 2304 0 0,'12'-14'-53'0'0,"9"-25"10930"0"0,-42 58-8967 0 0,17-15-1795 0 0,1 0 0 0 0,-1 1 0 0 0,1-1-1 0 0,0 1 1 0 0,0 0 0 0 0,1 0 0 0 0,-1 0 0 0 0,1 1 0 0 0,-2 6 0 0 0,4-10-87 0 0,0 0 0 0 0,0 0 0 0 0,0-1-1 0 0,0 1 1 0 0,0 0 0 0 0,0 0 0 0 0,0 0 0 0 0,1-1 0 0 0,-1 1 0 0 0,1 0 0 0 0,0-1 0 0 0,-1 1 0 0 0,1 0-1 0 0,0-1 1 0 0,0 1 0 0 0,0-1 0 0 0,0 1 0 0 0,0-1 0 0 0,0 1 0 0 0,0-1 0 0 0,1 0 0 0 0,-1 0 0 0 0,0 0 0 0 0,1 1-1 0 0,-1-1 1 0 0,1-1 0 0 0,-1 1 0 0 0,1 0 0 0 0,0 0 0 0 0,-1 0 0 0 0,1-1 0 0 0,3 1 0 0 0,16 7 37 0 0,1-2 1 0 0,1-1 0 0 0,30 4 0 0 0,-27-5 38 0 0,50 13 1 0 0,-74-16-100 0 0,0-1 0 0 0,0 1 0 0 0,0 0 0 0 0,0-1 1 0 0,0 1-1 0 0,0 0 0 0 0,0 0 0 0 0,0 1 0 0 0,0-1 0 0 0,-1 0 0 0 0,1 1 1 0 0,0-1-1 0 0,-1 1 0 0 0,1-1 0 0 0,-1 1 0 0 0,0 0 0 0 0,1-1 0 0 0,-1 1 1 0 0,0 0-1 0 0,2 3 0 0 0,-3-2-2 0 0,0-1 1 0 0,0 0 0 0 0,1 0-1 0 0,-2 1 1 0 0,1-1-1 0 0,0 0 1 0 0,0 1-1 0 0,-1-1 1 0 0,1 0-1 0 0,-1 0 1 0 0,1 1-1 0 0,-1-1 1 0 0,0 0-1 0 0,0 0 1 0 0,0 0 0 0 0,-2 2-1 0 0,-4 6-271 0 0,0 0-1 0 0,-1 0 1 0 0,-1-1 0 0 0,1-1-1 0 0,-20 16 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7834 0 0,'5'-7'693'0'0,"24"-19"5378"0"0,-29 26-5898 0 0,0 1-1 0 0,1-1 1 0 0,-1 0 0 0 0,1 1 0 0 0,-1-1 0 0 0,0 1 0 0 0,1 0-1 0 0,-1-1 1 0 0,0 1 0 0 0,0-1 0 0 0,1 1 0 0 0,-1-1 0 0 0,0 1-1 0 0,0 0 1 0 0,0-1 0 0 0,0 1 0 0 0,0-1 0 0 0,0 1 0 0 0,0 0 0 0 0,0-1-1 0 0,0 1 1 0 0,0 0 0 0 0,0-1 0 0 0,0 1 0 0 0,0-1 0 0 0,0 1-1 0 0,-1-1 1 0 0,1 2 0 0 0,-6 23 794 0 0,6-23-752 0 0,-6 20-91 0 0,-11 52 918 0 0,11-23-8493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42 2304 0 0,'-4'-10'201'0'0,"0"3"-201"0"0,-6 3 3728 0 0,3-1-2391 0 0,1-1-209 0 0,-2 0-40 0 0,2 2 0 0 0,1 4-7 0 0,1 2-1746 0 0,2 0-343 0 0,1 5-72 0 0,4 0-8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8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10 7202 0 0,'0'0'25'0'0,"0"0"0"0"0,0-1 0 0 0,0 1 0 0 0,0 0 0 0 0,0-1 0 0 0,0 1 0 0 0,0 0 0 0 0,0-1 0 0 0,0 1 0 0 0,0 0 0 0 0,0 0 0 0 0,0-1 0 0 0,0 1 0 0 0,0 0 0 0 0,0-1 0 0 0,0 1 0 0 0,0 0 0 0 0,0-1 0 0 0,0 1 0 0 0,0 0 0 0 0,-1 0 0 0 0,1-1 0 0 0,0 1 0 0 0,0 0 1 0 0,0 0-1 0 0,0-1 0 0 0,-1 1 0 0 0,1 0 0 0 0,0 0 0 0 0,0-1 0 0 0,-1 1 0 0 0,1 0 0 0 0,0 0 0 0 0,0 0 0 0 0,-1 0 0 0 0,1 0 0 0 0,0-1 0 0 0,-1 1 0 0 0,1 0 0 0 0,-12 9 3032 0 0,-9 19 906 0 0,17-17-3642 0 0,0-1 0 0 0,0 1-1 0 0,2 0 1 0 0,-1 0-1 0 0,1 0 1 0 0,1 0 0 0 0,-1 0-1 0 0,2 13 1 0 0,8 94 227 0 0,-5-91-468 0 0,1 14-255 0 0,3 0-1 0 0,22 78 1 0 0,4-37-5916 0 0,-22-59 860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0 132 1840 0 0,'9'-6'1047'0'0,"0"-1"0"0"0,0 2-1 0 0,1-1 1 0 0,0 1 0 0 0,0 1-1 0 0,0 0 1 0 0,1 0 0 0 0,14-3-1 0 0,12-5 19 0 0,-21 6-386 0 0,29-11 286 0 0,0 1 0 0 0,84-16 0 0 0,-127 32-926 0 0,-1-1-1 0 0,0 1 0 0 0,1 0 0 0 0,-1 0 1 0 0,1 0-1 0 0,-1 0 0 0 0,0 0 0 0 0,1 0 1 0 0,-1 1-1 0 0,1-1 0 0 0,-1 0 0 0 0,0 1 0 0 0,1-1 1 0 0,-1 0-1 0 0,0 1 0 0 0,1 0 0 0 0,-1-1 1 0 0,0 1-1 0 0,0 0 0 0 0,0 0 0 0 0,0 0 1 0 0,1 0-1 0 0,-1 0 0 0 0,-1 0 0 0 0,1 0 1 0 0,0 0-1 0 0,0 0 0 0 0,0 0 0 0 0,0 0 0 0 0,-1 0 1 0 0,1 1-1 0 0,0-1 0 0 0,-1 0 0 0 0,0 1 1 0 0,1 1-1 0 0,1 6 496 0 0,-1 0 0 0 0,0 0-1 0 0,0 0 1 0 0,-2 17 0 0 0,0 7-81 0 0,5-9-504 0 0,10 37 0 0 0,-9-42-1974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 6913 0 0,'-2'-9'609'0'0,"1"3"-481"0"0,2 2-128 0 0,1 0 0 0 0,-1 2 376 0 0,-1 1 48 0 0,1 1 16 0 0,1-2 0 0 0,1 2 376 0 0,-1-1 80 0 0,1 1 9 0 0,1 1 7 0 0,-1 4-1168 0 0,0 2-240 0 0,0 0-49 0 0,-1 1 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39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9674 0 0,'2'-2'313'0'0,"1"1"0"0"0,-1 0 0 0 0,1-1 0 0 0,-1 1 0 0 0,1 0 1 0 0,0 0-1 0 0,-1 0 0 0 0,1 1 0 0 0,0-1 0 0 0,0 1 0 0 0,-1-1 0 0 0,1 1 0 0 0,0 0 0 0 0,0 0 0 0 0,0 0 0 0 0,-1 1 0 0 0,1-1 0 0 0,0 0 1 0 0,0 1-1 0 0,-1 0 0 0 0,1 0 0 0 0,0 0 0 0 0,-1 0 0 0 0,1 0 0 0 0,-1 0 0 0 0,1 1 0 0 0,-1-1 0 0 0,0 1 0 0 0,1 0 0 0 0,2 3 0 0 0,2 4-46 0 0,-1 0-1 0 0,0 0 0 0 0,-1 1 0 0 0,0 0 0 0 0,-1 0 0 0 0,5 16 0 0 0,9 16-255 0 0,-3-160 1837 0 0,3 32-2754 0 0,-11 58-28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0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61 257 5065 0 0,'4'-2'554'0'0,"0"0"0"0"0,-1 0 0 0 0,0 0 0 0 0,1-1 0 0 0,-1 1 0 0 0,0-1 0 0 0,0 0 0 0 0,0 0 0 0 0,-1 0 0 0 0,1 0 0 0 0,-1 0 1 0 0,2-4-1 0 0,24-44 1717 0 0,-24 39-2111 0 0,0 1-1 0 0,0-1 1 0 0,-1 0 0 0 0,3-24 0 0 0,-6 32-109 0 0,1 0 1 0 0,-1 1 0 0 0,0-1-1 0 0,0 0 1 0 0,0 0 0 0 0,0 0-1 0 0,-1 0 1 0 0,1 1 0 0 0,-1-1 0 0 0,0 0-1 0 0,0 0 1 0 0,-1 1 0 0 0,1-1-1 0 0,-1 1 1 0 0,0-1 0 0 0,0 1-1 0 0,0 0 1 0 0,0 0 0 0 0,-5-5 0 0 0,6 7-12 0 0,-1 0 1 0 0,0 0 0 0 0,0 0 0 0 0,1 1-1 0 0,-1-1 1 0 0,0 0 0 0 0,0 1 0 0 0,0 0-1 0 0,0-1 1 0 0,0 1 0 0 0,0 0 0 0 0,0 0-1 0 0,0 0 1 0 0,0 0 0 0 0,0 0 0 0 0,0 1-1 0 0,0-1 1 0 0,0 1 0 0 0,1-1 0 0 0,-1 1-1 0 0,0 0 1 0 0,0-1 0 0 0,0 1 0 0 0,1 0-1 0 0,-1 0 1 0 0,0 0 0 0 0,1 1 0 0 0,-1-1-1 0 0,-2 3 1 0 0,-3 1 101 0 0,0 2-1 0 0,1-1 1 0 0,0 0 0 0 0,0 1-1 0 0,-6 10 1 0 0,8-13-111 0 0,1 1 1 0 0,0 0-1 0 0,1 1 1 0 0,-1-1-1 0 0,1 0 0 0 0,0 1 1 0 0,0-1-1 0 0,0 1 0 0 0,1 0 1 0 0,0 0-1 0 0,0-1 1 0 0,1 1-1 0 0,0 0 0 0 0,0 0 1 0 0,0 0-1 0 0,0 0 1 0 0,1 0-1 0 0,2 6 0 0 0,-1-6 13 0 0,0 0 0 0 0,1 0 0 0 0,0 0 0 0 0,0-1 0 0 0,1 1 0 0 0,-1-1 0 0 0,1 0 0 0 0,0 0 0 0 0,1-1 0 0 0,-1 1-1 0 0,1-1 1 0 0,0 0 0 0 0,0 0 0 0 0,0 0 0 0 0,0-1 0 0 0,11 5 0 0 0,6 3 216 0 0,1-2 1 0 0,0-1-1 0 0,1 0 1 0 0,35 6-1 0 0,99 5-2297 0 0,-130-18 901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1154 7834 0 0,'7'0'252'0'0,"-1"0"1"0"0,1 0 0 0 0,0-1 0 0 0,0 0 0 0 0,-1 0 0 0 0,1-1-1 0 0,12-4 1 0 0,5-1 213 0 0,206-59 1605 0 0,-76 19-1781 0 0,432-122 518 0 0,115-26-298 0 0,-436 123-393 0 0,581-137 2353 0 0,-272 72-727 0 0,-379 90-1326 0 0,204-57 207 0 0,-343 88-622 0 0,-29 9-8 0 0,0-1 0 0 0,0-1-1 0 0,-1-2 1 0 0,36-19 0 0 0,-58 25-426 0 0,-12 2-895 0 0,-1 3 443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5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11058 0 0,'4'1'4561'0'0,"-3"-1"-4428"0"0,0 0 1 0 0,-1 0 0 0 0,1 1 0 0 0,0-1 0 0 0,-1 1 0 0 0,1-1 0 0 0,0 1-1 0 0,-1-1 1 0 0,1 1 0 0 0,0-1 0 0 0,-1 1 0 0 0,1 0 0 0 0,-1-1-1 0 0,1 1 1 0 0,-1 0 0 0 0,0-1 0 0 0,2 3 0 0 0,9 28 1230 0 0,-2 0 1 0 0,10 51-1 0 0,-1-4-1116 0 0,36 145-812 0 0,-37-127-4129 0 0,-14-72-1681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1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17 203 4609 0 0,'-1'0'44'0'0,"1"0"0"0"0,-1 0 0 0 0,0-1 0 0 0,0 1 1 0 0,1 0-1 0 0,-1 0 0 0 0,0 0 0 0 0,1 0 0 0 0,-1 1 0 0 0,0-1 0 0 0,0 0 0 0 0,1 0 0 0 0,-1 0 1 0 0,0 0-1 0 0,1 1 0 0 0,-1-1 0 0 0,0 0 0 0 0,1 1 0 0 0,-1-1 0 0 0,1 0 0 0 0,-1 1 0 0 0,1-1 1 0 0,-2 2-1 0 0,11 8 2271 0 0,27 7 1654 0 0,-15-12-2354 0 0,0-2 0 0 0,1 0 0 0 0,0-2 0 0 0,27 0 0 0 0,-28-2-1238 0 0,0-1 0 0 0,0 0 1 0 0,-1-2-1 0 0,1 0 1 0 0,-1-2-1 0 0,0 0 1 0 0,37-17-1 0 0,-51 19-310 0 0,0 0 0 0 0,0 0 0 0 0,0-1 0 0 0,0 0 0 0 0,-1 0 0 0 0,0 0 0 0 0,0-1-1 0 0,-1 0 1 0 0,1 0 0 0 0,5-10 0 0 0,3-9-261 0 0,15-39-1 0 0,-9 19-2001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2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0,'0'0'1103'0'0,"13"26"2214"0"0,-2-1-2598 0 0,-1 2 1 0 0,-1 0 0 0 0,-2 0-1 0 0,5 30 1 0 0,9 115 26 0 0,-15-103-2442 0 0,16 75 0 0 0,-16-118-5452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11 263 1840 0 0,'-1'-1'75'0'0,"0"0"-1"0"0,0 0 0 0 0,0 0 1 0 0,0 0-1 0 0,0 0 1 0 0,0 0-1 0 0,1-1 0 0 0,-1 1 1 0 0,1 0-1 0 0,-1-1 0 0 0,1 1 1 0 0,-1 0-1 0 0,1-1 0 0 0,0 1 1 0 0,0 0-1 0 0,-1-1 1 0 0,1 1-1 0 0,0-1 0 0 0,0 1 1 0 0,0 0-1 0 0,1-1 0 0 0,-1 1 1 0 0,0-1-1 0 0,1 1 0 0 0,-1 0 1 0 0,0-1-1 0 0,1 1 0 0 0,-1 0 1 0 0,1-1-1 0 0,0 1 1 0 0,0 0-1 0 0,-1 0 0 0 0,1 0 1 0 0,0 0-1 0 0,0 0 0 0 0,2-2 1 0 0,5-7 705 0 0,1 1 0 0 0,0 0 1 0 0,12-10-1 0 0,-8 8-453 0 0,7-6 140 0 0,1 0 0 0 0,1 2 0 0 0,1 0 0 0 0,0 2 0 0 0,0 0 0 0 0,1 1-1 0 0,1 2 1 0 0,0 0 0 0 0,1 2 0 0 0,38-8 0 0 0,-38 12-769 0 0,1 0-1 0 0,30 1 1 0 0,-31 3-1175 0 0,-1 2 0 0 0,34 5 0 0 0,38-2-2896 0 0,-134 13 10543 0 0,24-13-5321 0 0,0 0 0 0 0,0 0-1 0 0,1 2 1 0 0,0-1 0 0 0,0 2-1 0 0,-13 10 1 0 0,22-16-842 0 0,1 0 0 0 0,-1 0 1 0 0,0 0-1 0 0,1 1 0 0 0,-1-1 0 0 0,1 1 1 0 0,0 0-1 0 0,0-1 0 0 0,0 1 0 0 0,0 0 0 0 0,0 0 1 0 0,1 1-1 0 0,-1-1 0 0 0,1 0 0 0 0,0 0 1 0 0,0 1-1 0 0,0-1 0 0 0,1 1 0 0 0,-1-1 0 0 0,1 1 1 0 0,-1-1-1 0 0,1 1 0 0 0,0-1 0 0 0,1 1 1 0 0,-1-1-1 0 0,1 1 0 0 0,-1-1 0 0 0,1 0 0 0 0,2 7 1 0 0,-2-9-28 0 0,-1 0 0 0 0,0 0 0 0 0,1 0 0 0 0,-1 0 0 0 0,1 0 1 0 0,0 1-1 0 0,-1-1 0 0 0,1 0 0 0 0,0 0 0 0 0,0 0 0 0 0,0-1 0 0 0,-1 1 1 0 0,1 0-1 0 0,0 0 0 0 0,0 0 0 0 0,0-1 0 0 0,1 1 0 0 0,-1 0 0 0 0,0-1 1 0 0,0 1-1 0 0,0-1 0 0 0,0 1 0 0 0,0-1 0 0 0,1 0 0 0 0,-1 1 0 0 0,2-1 1 0 0,-1 0-4 0 0,0-1-1 0 0,0 1 1 0 0,0-1 0 0 0,0 0 0 0 0,0 1 0 0 0,0-1 0 0 0,0 0 0 0 0,-1 0 0 0 0,1 0 0 0 0,0-1-1 0 0,0 1 1 0 0,-1 0 0 0 0,1-1 0 0 0,1-1 0 0 0,4-4 148 0 0,-1 0 0 0 0,0-1 0 0 0,0 0 0 0 0,-1 0-1 0 0,8-15 1 0 0,-6-7 517 0 0,-6 26-386 0 0,0-1 0 0 0,0 1 0 0 0,0-1-1 0 0,0 1 1 0 0,1 0 0 0 0,3-8 0 0 0,-4 12-204 0 0,0 0 0 0 0,-1 0 0 0 0,1-1 0 0 0,0 1 0 0 0,-1 0 0 0 0,1 0 0 0 0,0 0 0 0 0,-1 0 0 0 0,1 0 0 0 0,0 0-1 0 0,-1 1 1 0 0,1-1 0 0 0,0 0 0 0 0,-1 0 0 0 0,1 0 0 0 0,0 1 0 0 0,-1-1 0 0 0,1 0 0 0 0,0 0 0 0 0,-1 1 0 0 0,1-1 0 0 0,-1 1 0 0 0,1-1 0 0 0,-1 1 0 0 0,1-1 0 0 0,-1 1 0 0 0,1-1 0 0 0,-1 1 0 0 0,0-1 0 0 0,1 1 0 0 0,-1-1 0 0 0,1 1 0 0 0,-1 0 0 0 0,0-1 0 0 0,1 2 0 0 0,17 24 528 0 0,-18-24-503 0 0,7 8 133 0 0,-1-1-1 0 0,1 1 0 0 0,1-1 1 0 0,0 0-1 0 0,14 12 0 0 0,16 3-1262 0 0,-33-22 92 0 0,1 0 0 0 0,-1 0 0 0 0,1-1 0 0 0,-1 0 0 0 0,12 1 0 0 0,5-1-5518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47 8754 0 0,'-1'-1'497'0'0,"-14"-24"-735"0"0,15 5 6729 0 0,1 20-6334 0 0,-1 0 20 0 0,1 0 1 0 0,0 0 0 0 0,0 1 0 0 0,-1-1 0 0 0,1 0-1 0 0,0 1 1 0 0,-1-1 0 0 0,1 1 0 0 0,0-1 0 0 0,-1 0 0 0 0,1 1-1 0 0,-1 0 1 0 0,1-1 0 0 0,-1 1 0 0 0,1-1 0 0 0,-1 1-1 0 0,1 0 1 0 0,-1-1 0 0 0,0 1 0 0 0,1 0 0 0 0,-1-1-1 0 0,0 2 1 0 0,11 20 816 0 0,-9-17-603 0 0,17 44 231 0 0,-3 1 0 0 0,-1 0 0 0 0,11 76 0 0 0,6 23-1948 0 0,-26-126 250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156 6 6449 0 0,'-2'-1'185'0'0,"0"1"0"0"0,1-1 0 0 0,-1 0 0 0 0,0 0 0 0 0,1 1 0 0 0,-1-1 0 0 0,0 1 0 0 0,0 0 0 0 0,0-1 0 0 0,0 1 0 0 0,1 0 0 0 0,-1 0 0 0 0,0 0 0 0 0,0 1 0 0 0,0-1 0 0 0,0 0 0 0 0,0 1 0 0 0,1-1 0 0 0,-1 1 0 0 0,0-1 0 0 0,0 1 0 0 0,-2 1 0 0 0,-44 23 3394 0 0,42-22-3163 0 0,-1 1 189 0 0,1 0-1 0 0,0 0 1 0 0,0 0 0 0 0,0 1-1 0 0,0 0 1 0 0,-7 9-1 0 0,12-12-500 0 0,0-1 0 0 0,0 0 0 0 0,1 0 0 0 0,-1 0 0 0 0,0 0 0 0 0,1 0 0 0 0,-1 0 0 0 0,1 1-1 0 0,-1-1 1 0 0,1 0 0 0 0,0 0 0 0 0,0 1 0 0 0,-1-1 0 0 0,1 0 0 0 0,0 1 0 0 0,0-1 0 0 0,0 0-1 0 0,1 2 1 0 0,-1-1-74 0 0,1-1 0 0 0,0 1 0 0 0,0-1-1 0 0,0 1 1 0 0,0-1 0 0 0,0 0 0 0 0,0 1 0 0 0,0-1-1 0 0,0 0 1 0 0,0 0 0 0 0,0 0 0 0 0,1 0 0 0 0,-1 0-1 0 0,1 0 1 0 0,-1 0 0 0 0,1 0 0 0 0,-1 0-1 0 0,3 0 1 0 0,4 2-217 0 0,1 0-1 0 0,-1 0 1 0 0,1-1-1 0 0,0 0 1 0 0,-1-1-1 0 0,1 0 1 0 0,0 0-1 0 0,0-1 1 0 0,0 0-1 0 0,0-1 1 0 0,10-1-1 0 0,-3-1-709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3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95 8290 0 0,'4'0'364'0'0,"0"0"0"0"0,1 0 1 0 0,-1-1-1 0 0,0 1 0 0 0,0-1 0 0 0,-1 0 1 0 0,1 0-1 0 0,0-1 0 0 0,0 1 0 0 0,0-1 1 0 0,3-2-1 0 0,-4 3-17 0 0,0-1 0 0 0,0 1 0 0 0,-1-1 0 0 0,1 0 0 0 0,0 1 0 0 0,-1-1 0 0 0,0 0 0 0 0,1-1 0 0 0,-1 1 0 0 0,0 0 0 0 0,0-1 0 0 0,0 1 0 0 0,0-1 0 0 0,2-5 0 0 0,-4 7-265 0 0,1-1-1 0 0,-1 1 0 0 0,0-1 0 0 0,0 1 0 0 0,0-1 0 0 0,-1 1 0 0 0,1-1 0 0 0,0 1 0 0 0,0-1 0 0 0,-1 1 0 0 0,1-1 0 0 0,-1 1 0 0 0,1-1 1 0 0,-1 1-1 0 0,0 0 0 0 0,0-1 0 0 0,1 1 0 0 0,-1 0 0 0 0,0 0 0 0 0,0-1 0 0 0,0 1 0 0 0,0 0 0 0 0,-1 0 0 0 0,1 0 0 0 0,0 0 1 0 0,0 0-1 0 0,-1 1 0 0 0,1-1 0 0 0,0 0 0 0 0,-1 1 0 0 0,1-1 0 0 0,-1 1 0 0 0,1-1 0 0 0,-4 0 0 0 0,2 0-108 0 0,-1 0-1 0 0,0 0 1 0 0,1 0-1 0 0,-1 1 1 0 0,0-1-1 0 0,0 1 1 0 0,0 0-1 0 0,1 0 1 0 0,-1 1-1 0 0,0-1 1 0 0,0 1-1 0 0,-7 1 1 0 0,4 2 142 0 0,0 1-1 0 0,0-1 1 0 0,0 1-1 0 0,1 0 1 0 0,-1 1-1 0 0,1 0 1 0 0,0 0-1 0 0,1 0 1 0 0,-8 11-1 0 0,11-14-98 0 0,0-1 0 0 0,0 1-1 0 0,0-1 1 0 0,1 1 0 0 0,-1 0-1 0 0,1 0 1 0 0,0 0 0 0 0,0 0 0 0 0,0 0-1 0 0,0 0 1 0 0,0 0 0 0 0,1 0 0 0 0,-1 1-1 0 0,1-1 1 0 0,0 0 0 0 0,0 0 0 0 0,0 0-1 0 0,0 1 1 0 0,1-1 0 0 0,-1 0 0 0 0,1 0-1 0 0,0 0 1 0 0,0 0 0 0 0,0 0-1 0 0,0 0 1 0 0,0 0 0 0 0,4 4 0 0 0,-3-4-15 0 0,1 0 1 0 0,0-1-1 0 0,1 0 1 0 0,-1 1-1 0 0,0-1 0 0 0,1 0 1 0 0,-1-1-1 0 0,1 1 1 0 0,-1 0-1 0 0,1-1 1 0 0,0 0-1 0 0,0 0 1 0 0,0 0-1 0 0,0-1 1 0 0,7 1-1 0 0,8 0-185 0 0,35-2-1 0 0,2-5-1856 0 0,-30 1-5006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4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74 4321 0 0,'-8'-10'691'0'0,"0"1"-1"0"0,-1 1 1 0 0,0 0 0 0 0,-19-13-1 0 0,26 19-341 0 0,-1 0 0 0 0,0 0 0 0 0,-1 0 0 0 0,1 1 0 0 0,0-1 0 0 0,0 1 0 0 0,-1 0 0 0 0,1-1 0 0 0,-1 2 0 0 0,1-1 0 0 0,-1 0 0 0 0,1 1 0 0 0,-1-1 0 0 0,1 1 0 0 0,-1 0 0 0 0,0 0 0 0 0,1 1 0 0 0,-1-1 0 0 0,1 1 0 0 0,-7 1 0 0 0,7 0-140 0 0,-1 1-1 0 0,1-1 1 0 0,0 0-1 0 0,0 1 0 0 0,0 0 1 0 0,1-1-1 0 0,-1 1 1 0 0,1 0-1 0 0,-1 1 1 0 0,1-1-1 0 0,0 0 0 0 0,0 1 1 0 0,0-1-1 0 0,1 1 1 0 0,-1-1-1 0 0,1 1 1 0 0,0 0-1 0 0,-1 5 0 0 0,1-5-123 0 0,0 1 0 0 0,0-1 0 0 0,1 1 0 0 0,0-1 0 0 0,-1 1 0 0 0,2-1 0 0 0,-1 1 0 0 0,0-1 0 0 0,1 1 0 0 0,0-1 0 0 0,0 0 0 0 0,0 1 0 0 0,1-1 0 0 0,-1 0 0 0 0,4 7 0 0 0,0-5-41 0 0,0 1 0 0 0,0-1 0 0 0,1-1 0 0 0,0 1 0 0 0,0-1 0 0 0,0 0 0 0 0,1 0 0 0 0,13 7 0 0 0,4 0 210 0 0,34 12 0 0 0,19 10 381 0 0,-76-34-620 0 0,1 1 1 0 0,-1 0-1 0 0,0 0 0 0 0,1-1 1 0 0,-1 1-1 0 0,0 0 0 0 0,1 0 1 0 0,-1 0-1 0 0,0 1 0 0 0,0-1 1 0 0,0 0-1 0 0,0 0 1 0 0,0 1-1 0 0,0-1 0 0 0,0 0 1 0 0,-1 1-1 0 0,1-1 0 0 0,0 1 1 0 0,-1-1-1 0 0,1 1 0 0 0,-1-1 1 0 0,0 1-1 0 0,1 1 0 0 0,-1 0-3 0 0,-1-1 0 0 0,1 0-1 0 0,-1 0 1 0 0,1 1-1 0 0,-1-1 1 0 0,0 0 0 0 0,0 0-1 0 0,0 0 1 0 0,0 0 0 0 0,0 0-1 0 0,-1 0 1 0 0,1 0-1 0 0,0 0 1 0 0,-3 2 0 0 0,-7 6-101 0 0,0 0 1 0 0,-1-1-1 0 0,-24 16 1 0 0,30-22-14 0 0,-53 32-2127 0 0,30-20-4940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4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88 8290 0 0,'1'-2'379'0'0,"1"0"1"0"0,0 0 0 0 0,0 0-1 0 0,0 0 1 0 0,0 0-1 0 0,0 1 1 0 0,0-1-1 0 0,0 1 1 0 0,1 0 0 0 0,-1 0-1 0 0,0-1 1 0 0,1 1-1 0 0,-1 1 1 0 0,1-1-1 0 0,0 0 1 0 0,-1 1 0 0 0,5-1-1 0 0,-5 2-165 0 0,1-1 1 0 0,-1 1-1 0 0,1 0 0 0 0,-1 0 0 0 0,1 1 1 0 0,-1-1-1 0 0,1 0 0 0 0,-1 1 0 0 0,0-1 1 0 0,0 1-1 0 0,0 0 0 0 0,0 0 0 0 0,0 0 1 0 0,0 0-1 0 0,-1 0 0 0 0,1 0 0 0 0,1 4 1 0 0,75 115 885 0 0,-78-120-1156 0 0,1-1 0 0 0,-1 1 0 0 0,1 0 0 0 0,0-1 0 0 0,-1 1 0 0 0,1 0 0 0 0,0-1-1 0 0,-1 1 1 0 0,1-1 0 0 0,0 1 0 0 0,0-1 0 0 0,0 1 0 0 0,0-1 0 0 0,0 1 0 0 0,-1-1 0 0 0,1 0 0 0 0,0 0 0 0 0,0 0 0 0 0,0 1 0 0 0,0-1 0 0 0,0 0 0 0 0,0 0-1 0 0,0 0 1 0 0,0 0 0 0 0,0 0 0 0 0,0-1 0 0 0,0 1 0 0 0,0 0 0 0 0,-1 0 0 0 0,1-1 0 0 0,0 1 0 0 0,0 0 0 0 0,0-1 0 0 0,0 1 0 0 0,0-1 0 0 0,-1 1 0 0 0,1-1 0 0 0,0 1-1 0 0,0-1 1 0 0,-1 0 0 0 0,1 1 0 0 0,0-1 0 0 0,-1 0 0 0 0,1 1 0 0 0,0-3 0 0 0,6-5-433 0 0,-1-1 0 0 0,0 1 0 0 0,6-16 1 0 0,-3 8-150 0 0,71-116-823 0 0,-80 131 1552 0 0,1-1 0 0 0,0 1 1 0 0,0 0-1 0 0,0 0 1 0 0,0 0-1 0 0,0 0 0 0 0,0 0 1 0 0,0 0-1 0 0,0 0 1 0 0,0 1-1 0 0,0-1 0 0 0,0 0 1 0 0,1 0-1 0 0,-1 1 1 0 0,0-1-1 0 0,1 1 0 0 0,-1-1 1 0 0,0 1-1 0 0,1 0 1 0 0,-1 0-1 0 0,0-1 0 0 0,1 1 1 0 0,-1 0-1 0 0,1 0 1 0 0,-1 0-1 0 0,0 0 0 0 0,1 0 1 0 0,-1 1-1 0 0,0-1 1 0 0,1 0-1 0 0,-1 1 0 0 0,0-1 1 0 0,1 1-1 0 0,-1-1 1 0 0,0 1-1 0 0,0 0 0 0 0,1-1 1 0 0,-1 1-1 0 0,0 0 1 0 0,0 0-1 0 0,0 0 0 0 0,0 0 1 0 0,0 0-1 0 0,1 2 1 0 0,3 3 45 0 0,0-1 1 0 0,0 1 0 0 0,-1 0 0 0 0,0 1 0 0 0,0-1 0 0 0,5 14 0 0 0,-2 1 163 0 0,-5-14-413 0 0,0 0-1 0 0,1-1 1 0 0,-1 1 0 0 0,1-1-1 0 0,0 0 1 0 0,1 0 0 0 0,4 6-1 0 0,-7-11 77 0 0,0 0 0 0 0,0 0 0 0 0,0 0-1 0 0,0 0 1 0 0,0 0 0 0 0,0 0 0 0 0,0-1 0 0 0,0 1-1 0 0,1 0 1 0 0,-1-1 0 0 0,0 1 0 0 0,1-1-1 0 0,-1 1 1 0 0,0-1 0 0 0,1 0 0 0 0,1 1 0 0 0,0-1 22 0 0,-1-1 1 0 0,1 1-1 0 0,-1-1 1 0 0,1 1-1 0 0,-1-1 1 0 0,1 0-1 0 0,-1 1 1 0 0,0-1-1 0 0,1-1 1 0 0,-1 1 0 0 0,0 0-1 0 0,3-2 1 0 0,5-5 198 0 0,0-1-1 0 0,0 0 1 0 0,-1 0 0 0 0,0-1 0 0 0,15-20 0 0 0,17-19 1286 0 0,-39 47-1381 0 0,0 0 0 0 0,0 0 0 0 0,0 0 0 0 0,0 1 0 0 0,0-1 0 0 0,1 1 0 0 0,-1-1 0 0 0,1 1 0 0 0,-1 0-1 0 0,1 0 1 0 0,-1 0 0 0 0,1 0 0 0 0,-1 1 0 0 0,1-1 0 0 0,3 0 0 0 0,-1 1-447 0 0,0 1 0 0 0,0-1-1 0 0,0 1 1 0 0,-1 0 0 0 0,1 0 0 0 0,0 0-1 0 0,7 3 1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84 9218 0 0,'1'-17'543'0'0,"1"-14"187"0"0,-7 16 3311 0 0,4 15-3952 0 0,1 0-1 0 0,-1 0 0 0 0,0 0 0 0 0,1 0 0 0 0,-1 0 1 0 0,1 0-1 0 0,-1 0 0 0 0,0 0 0 0 0,1 0 0 0 0,-1 0 1 0 0,1 1-1 0 0,-1-1 0 0 0,1 0 0 0 0,-1 0 0 0 0,1 1 1 0 0,-1-1-1 0 0,1 0 0 0 0,-1 1 0 0 0,1-1 0 0 0,-1 0 1 0 0,1 1-1 0 0,-1-1 0 0 0,1 1 0 0 0,0-1 0 0 0,-1 1 1 0 0,1-1-1 0 0,0 1 0 0 0,-1-1 0 0 0,1 1 0 0 0,0-1 1 0 0,0 1-1 0 0,0-1 0 0 0,-1 1 0 0 0,1 0 0 0 0,0 0 1 0 0,-10 23 659 0 0,8-19-720 0 0,0 1 0 0 0,1-1 1 0 0,0 1-1 0 0,0-1 0 0 0,1 1 0 0 0,-1 0 0 0 0,1 0 1 0 0,0-1-1 0 0,1 1 0 0 0,-1 0 0 0 0,1-1 0 0 0,1 1 0 0 0,-1-1 1 0 0,1 1-1 0 0,-1-1 0 0 0,2 1 0 0 0,3 6 0 0 0,-4-9-20 0 0,0 1-1 0 0,0-1 1 0 0,0 0-1 0 0,0 0 1 0 0,1-1-1 0 0,0 1 1 0 0,-1 0-1 0 0,1-1 1 0 0,0 1-1 0 0,0-1 0 0 0,1 0 1 0 0,-1 0-1 0 0,0 0 1 0 0,1-1-1 0 0,-1 1 1 0 0,1-1-1 0 0,-1 0 1 0 0,1 0-1 0 0,0 0 0 0 0,0 0 1 0 0,-1-1-1 0 0,1 1 1 0 0,0-1-1 0 0,0 0 1 0 0,-1 0-1 0 0,1-1 1 0 0,5 0-1 0 0,-4-1 129 0 0,1 1 0 0 0,-1-1 0 0 0,0-1 0 0 0,0 1 0 0 0,0-1 0 0 0,0 0 0 0 0,0 0 0 0 0,0 0 0 0 0,-1-1 0 0 0,0 1 0 0 0,1-1 0 0 0,-1 0 0 0 0,-1-1 0 0 0,1 1 0 0 0,-1-1 0 0 0,0 1 0 0 0,6-11 0 0 0,-6 9-103 0 0,0 0 0 0 0,0-1 0 0 0,0 1 0 0 0,-1-1 0 0 0,0 1-1 0 0,0-1 1 0 0,0 0 0 0 0,-1 0 0 0 0,0 0 0 0 0,-1 0 0 0 0,1 1 0 0 0,-1-1 0 0 0,-1 0 0 0 0,-1-9 0 0 0,2 14-71 0 0,0 1 0 0 0,-1-1 1 0 0,1 1-1 0 0,-1-1 0 0 0,1 1 0 0 0,-1 0 0 0 0,0-1 0 0 0,0 1 1 0 0,0 0-1 0 0,1-1 0 0 0,-1 1 0 0 0,-1 0 0 0 0,1 0 1 0 0,0 0-1 0 0,0 0 0 0 0,0 0 0 0 0,0 0 0 0 0,-1 0 0 0 0,1 0 1 0 0,0 1-1 0 0,-1-1 0 0 0,1 0 0 0 0,-1 1 0 0 0,-1-1 1 0 0,-6 0-1376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0 205 2304 0 0,'10'-5'814'0'0,"-1"0"-1"0"0,1 2 0 0 0,0-1 0 0 0,1 1 0 0 0,-1 0 0 0 0,12-1 0 0 0,4-1 662 0 0,-15 2-666 0 0,57-11 2396 0 0,-62 13-2833 0 0,0 0-1 0 0,0 1 0 0 0,1 0 1 0 0,-1 0-1 0 0,0 1 1 0 0,0-1-1 0 0,1 1 0 0 0,8 3 1 0 0,-15-4-288 0 0,1 0 0 0 0,-1 1 0 0 0,1-1 1 0 0,-1 0-1 0 0,0 0 0 0 0,1 0 1 0 0,-1 1-1 0 0,0-1 0 0 0,1 0 0 0 0,-1 1 1 0 0,0-1-1 0 0,1 0 0 0 0,-1 1 0 0 0,0-1 1 0 0,0 0-1 0 0,1 1 0 0 0,-1-1 1 0 0,0 1-1 0 0,0-1 0 0 0,0 0 0 0 0,1 1 1 0 0,-1-1-1 0 0,0 1 0 0 0,0-1 1 0 0,0 1-1 0 0,0-1 0 0 0,0 0 0 0 0,0 1 1 0 0,0-1-1 0 0,0 1 0 0 0,0-1 0 0 0,0 1 1 0 0,0-1-1 0 0,0 1 0 0 0,-1 0 1 0 0,-11 17 2057 0 0,12-18-2107 0 0,-1 1 1 0 0,0 0-1 0 0,1 0 0 0 0,-1-1 0 0 0,0 1 1 0 0,0 0-1 0 0,0-1 0 0 0,1 1 0 0 0,-1-1 0 0 0,0 1 1 0 0,0-1-1 0 0,0 1 0 0 0,0-1 0 0 0,0 0 0 0 0,0 1 1 0 0,0-1-1 0 0,0 0 0 0 0,0 0 0 0 0,0 0 1 0 0,0 0-1 0 0,0 0 0 0 0,0 0 0 0 0,0 0 0 0 0,0 0 1 0 0,0 0-1 0 0,0 0 0 0 0,0-1 0 0 0,0 1 1 0 0,0 0-1 0 0,0-1 0 0 0,0 1 0 0 0,0-1 0 0 0,0 1 1 0 0,0-1-1 0 0,1 1 0 0 0,-1-1 0 0 0,0 0 0 0 0,0 1 1 0 0,1-1-1 0 0,-1 0 0 0 0,0 0 0 0 0,1 1 1 0 0,-1-1-1 0 0,0-1 0 0 0,-1-3 47 0 0,0 0 0 0 0,1 0 0 0 0,0 0 0 0 0,0 0 0 0 0,0 0 0 0 0,1 0 0 0 0,0-1 0 0 0,0 1 0 0 0,0 0 0 0 0,0 0 0 0 0,1 0 0 0 0,0 0 0 0 0,0 0 0 0 0,0 0 0 0 0,3-5 0 0 0,13-35-1230 0 0,2 8-5328 0 0,-5 17-959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5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66 5817 0 0,'0'-4'156'0'0,"0"-1"0"0"0,0 1 1 0 0,-1 0-1 0 0,1 0 0 0 0,-1-1 0 0 0,0 1 0 0 0,0 0 0 0 0,0 0 0 0 0,-1 0 0 0 0,-1-5 1 0 0,2 8-43 0 0,1 0 1 0 0,-1 0 0 0 0,0 0 0 0 0,1 0 0 0 0,-1 1 0 0 0,1-1-1 0 0,-1 0 1 0 0,0 0 0 0 0,0 0 0 0 0,0 1 0 0 0,1-1 0 0 0,-1 1-1 0 0,0-1 1 0 0,0 0 0 0 0,0 1 0 0 0,0 0 0 0 0,0-1 0 0 0,0 1-1 0 0,0 0 1 0 0,0-1 0 0 0,0 1 0 0 0,0 0 0 0 0,0 0 0 0 0,0 0-1 0 0,0 0 1 0 0,0 0 0 0 0,0 0 0 0 0,0 0 0 0 0,0 0 0 0 0,-1 0 0 0 0,1 0-1 0 0,0 1 1 0 0,0-1 0 0 0,0 0 0 0 0,0 1 0 0 0,0-1 0 0 0,1 1-1 0 0,-1-1 1 0 0,0 1 0 0 0,0-1 0 0 0,0 1 0 0 0,0 0 0 0 0,0-1-1 0 0,1 1 1 0 0,-1 0 0 0 0,0 0 0 0 0,0 1 0 0 0,0-1-18 0 0,0 0 0 0 0,-1 0 0 0 0,1-1 1 0 0,0 1-1 0 0,1 0 0 0 0,-1 0 0 0 0,0 0 1 0 0,0 1-1 0 0,0-1 0 0 0,1 0 0 0 0,-1 0 0 0 0,0 0 1 0 0,1 1-1 0 0,-1-1 0 0 0,1 0 0 0 0,0 0 1 0 0,-1 1-1 0 0,1-1 0 0 0,0 0 0 0 0,0 1 0 0 0,0 1 1 0 0,0-2 10 0 0,0 1 0 0 0,1-1-1 0 0,-1 0 1 0 0,1 0 0 0 0,0 0 0 0 0,-1 0 0 0 0,1 0 0 0 0,0 0 0 0 0,0 0 0 0 0,-1 0 0 0 0,1 0 0 0 0,0 0 0 0 0,0 0 0 0 0,0 0 0 0 0,0-1 0 0 0,0 1 0 0 0,1 0 0 0 0,0 0 0 0 0,3 1 189 0 0,1 1 1 0 0,-1-2 0 0 0,1 1 0 0 0,-1 0 0 0 0,1-1 0 0 0,0 0 0 0 0,-1 0 0 0 0,10-1 0 0 0,11-1 196 0 0,-1-2 1 0 0,1-1 0 0 0,29-9 0 0 0,29-16-2669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6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0 128 8290 0 0,'0'-1'294'0'0,"1"0"-1"0"0,0-1 1 0 0,-1 1 0 0 0,1 0 0 0 0,0 0-1 0 0,0-1 1 0 0,-1 1 0 0 0,1 0 0 0 0,0 0 0 0 0,0 0-1 0 0,0 0 1 0 0,0 0 0 0 0,1 0 0 0 0,-1 1 0 0 0,0-1-1 0 0,0 0 1 0 0,0 0 0 0 0,1 1 0 0 0,-1-1-1 0 0,0 1 1 0 0,1-1 0 0 0,-1 1 0 0 0,3-1 0 0 0,-2 1-69 0 0,0 1 0 0 0,0-1 1 0 0,0 1-1 0 0,0-1 0 0 0,0 1 1 0 0,0-1-1 0 0,0 1 1 0 0,0 0-1 0 0,0 0 0 0 0,0 0 1 0 0,-1 0-1 0 0,1 0 1 0 0,0 1-1 0 0,1 1 0 0 0,7 7 158 0 0,0 0 0 0 0,-1 0-1 0 0,14 23 1 0 0,-21-30-324 0 0,13 16 51 0 0,-10-13-61 0 0,-1-1 1 0 0,1 1-1 0 0,-1 1 1 0 0,0-1-1 0 0,0 0 0 0 0,-1 1 1 0 0,1 0-1 0 0,-2 0 1 0 0,1 0-1 0 0,2 11 0 0 0,-7-81 1801 0 0,1 26-1928 0 0,0 1 0 0 0,9-66-1 0 0,-7 99-270 0 0,-1-1-1 0 0,1 0 0 0 0,0 1 0 0 0,0-1 0 0 0,0 0 0 0 0,1 1 0 0 0,-1-1 0 0 0,1 1 0 0 0,0 0 0 0 0,0-1 0 0 0,0 1 0 0 0,3-4 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6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1 267 6449 0 0,'2'-1'229'0'0,"1"-1"-1"0"0,-1 1 0 0 0,1-1 0 0 0,-1 1 0 0 0,0-1 1 0 0,0 0-1 0 0,0 0 0 0 0,0 0 0 0 0,0 0 0 0 0,-1 0 1 0 0,1-1-1 0 0,0 1 0 0 0,1-5 0 0 0,1 1 49 0 0,55-84 2217 0 0,-53 79-2377 0 0,-1 0-1 0 0,1-1 1 0 0,-2 1-1 0 0,0-1 1 0 0,0 0-1 0 0,3-20 1 0 0,-6 30-57 0 0,-1 0 0 0 0,0 0 0 0 0,0 0 0 0 0,0 0 0 0 0,0 1 0 0 0,0-1 0 0 0,0 0 0 0 0,0 0 1 0 0,-1 0-1 0 0,1 1 0 0 0,-1-1 0 0 0,1 0 0 0 0,-1 0 0 0 0,0 1 0 0 0,0-1 0 0 0,1 1 0 0 0,-1-1 0 0 0,-2-2 0 0 0,3 4-4 0 0,-1 0 0 0 0,1-1 0 0 0,-1 1-1 0 0,1 0 1 0 0,0 0 0 0 0,-1-1 0 0 0,1 1 0 0 0,-1 0-1 0 0,1 0 1 0 0,-1 0 0 0 0,1 0 0 0 0,-1 0-1 0 0,1 0 1 0 0,-1 0 0 0 0,1 0 0 0 0,0 0 0 0 0,-1 0-1 0 0,1 0 1 0 0,-1 0 0 0 0,1 0 0 0 0,-1 0-1 0 0,1 0 1 0 0,-1 0 0 0 0,1 0 0 0 0,-1 1 0 0 0,-15 15 1213 0 0,14-12-1243 0 0,-1 0 1 0 0,1 0-1 0 0,0 0 1 0 0,0 0 0 0 0,0 1-1 0 0,0-1 1 0 0,1 1-1 0 0,-1-1 1 0 0,1 1 0 0 0,1 0-1 0 0,-1-1 1 0 0,1 1-1 0 0,-1 0 1 0 0,1-1 0 0 0,1 1-1 0 0,-1 0 1 0 0,1 0-1 0 0,-1-1 1 0 0,1 1 0 0 0,1-1-1 0 0,-1 1 1 0 0,1-1-1 0 0,-1 1 1 0 0,1-1 0 0 0,0 0-1 0 0,1 0 1 0 0,-1 0-1 0 0,1 0 1 0 0,0 0 0 0 0,0 0-1 0 0,0-1 1 0 0,0 0-1 0 0,1 1 1 0 0,0-1 0 0 0,-1-1-1 0 0,8 5 1 0 0,5 2-726 0 0,1-2-210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28 6449 0 0,'-2'-3'226'0'0,"0"1"0"0"0,0 0-1 0 0,-1 0 1 0 0,0-1-1 0 0,1 2 1 0 0,-1-1 0 0 0,0 0-1 0 0,0 0 1 0 0,0 1 0 0 0,0 0-1 0 0,0-1 1 0 0,0 1-1 0 0,0 0 1 0 0,0 1 0 0 0,-1-1-1 0 0,1 0 1 0 0,0 1 0 0 0,-1 0-1 0 0,1 0 1 0 0,0 0-1 0 0,0 0 1 0 0,-1 0 0 0 0,1 1-1 0 0,0 0 1 0 0,-1-1-1 0 0,1 1 1 0 0,0 0 0 0 0,0 1-1 0 0,0-1 1 0 0,0 0 0 0 0,0 1-1 0 0,0 0 1 0 0,0 0-1 0 0,1 0 1 0 0,-1 0 0 0 0,1 0-1 0 0,-1 0 1 0 0,1 1-1 0 0,0-1 1 0 0,-3 5 0 0 0,3-4-136 0 0,0 0-1 0 0,1 0 1 0 0,-1-1 0 0 0,1 2 0 0 0,0-1 0 0 0,0 0 0 0 0,0 0 0 0 0,0 0-1 0 0,1 0 1 0 0,-1 1 0 0 0,1-1 0 0 0,0 0 0 0 0,0 1 0 0 0,0-1-1 0 0,0 0 1 0 0,0 0 0 0 0,2 6 0 0 0,0-2 3 0 0,0 0-1 0 0,0-1 1 0 0,1 1 0 0 0,0 0 0 0 0,1-1-1 0 0,-1 1 1 0 0,1-1 0 0 0,0 0-1 0 0,1 0 1 0 0,6 6 0 0 0,5 3 195 0 0,0 0 0 0 0,21 13 1 0 0,-22-17-215 0 0,-14-10-71 0 0,0-1 1 0 0,0 1-1 0 0,0 0 0 0 0,-1 0 1 0 0,1 0-1 0 0,0-1 0 0 0,0 1 1 0 0,-1 0-1 0 0,1 0 0 0 0,0 0 1 0 0,-1 0-1 0 0,1 0 0 0 0,-1 1 0 0 0,0-1 1 0 0,1 0-1 0 0,-1 0 0 0 0,0 0 1 0 0,1 0-1 0 0,-1 0 0 0 0,0 0 1 0 0,0 1-1 0 0,0-1 0 0 0,0 0 1 0 0,0 0-1 0 0,0 0 0 0 0,-1 2 0 0 0,0 0 8 0 0,0 1 0 0 0,-1-1-1 0 0,1 0 1 0 0,-1 0 0 0 0,1 1 0 0 0,-1-1-1 0 0,0 0 1 0 0,-5 4 0 0 0,-4 5-181 0 0,0-1 1 0 0,-1-1 0 0 0,-13 10 0 0 0,12-11-1351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7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58 2761 0 0,'1'-15'11167'0'0,"-4"19"-10160"0"0,-1-1-819 0 0,1 1 0 0 0,-1 0 0 0 0,1 0 0 0 0,0 0 0 0 0,0 0 0 0 0,1 0 0 0 0,-1 1 0 0 0,1-1 0 0 0,0 1 0 0 0,0 0 0 0 0,0-1 0 0 0,-1 10 0 0 0,3-10-159 0 0,0-1 1 0 0,0 1 0 0 0,0-1-1 0 0,0 1 1 0 0,1-1 0 0 0,-1 0 0 0 0,1 1-1 0 0,0-1 1 0 0,0 0 0 0 0,0 1-1 0 0,1-1 1 0 0,-1 0 0 0 0,1 0-1 0 0,0 0 1 0 0,-1 0 0 0 0,1 0-1 0 0,1-1 1 0 0,-1 1 0 0 0,0-1-1 0 0,1 1 1 0 0,3 3 0 0 0,1-1 155 0 0,0 0-1 0 0,0 0 1 0 0,1-1 0 0 0,-1 0 0 0 0,1 0-1 0 0,0-1 1 0 0,0 0 0 0 0,0 0 0 0 0,12 2-1 0 0,-17-4-112 0 0,1 0-1 0 0,-1-1 0 0 0,0 1 1 0 0,1-1-1 0 0,-1 0 0 0 0,1 0 1 0 0,-1 0-1 0 0,0 0 0 0 0,1-1 0 0 0,-1 1 1 0 0,1-1-1 0 0,-1 0 0 0 0,0 0 1 0 0,0 0-1 0 0,1 0 0 0 0,-1-1 1 0 0,0 1-1 0 0,0-1 0 0 0,0 0 1 0 0,-1 0-1 0 0,1 0 0 0 0,0 0 0 0 0,-1 0 1 0 0,1 0-1 0 0,-1-1 0 0 0,3-3 1 0 0,-4 4-66 0 0,0-1 1 0 0,0 1 0 0 0,-1-1-1 0 0,1 1 1 0 0,-1-1 0 0 0,1 1-1 0 0,-1-1 1 0 0,0 1 0 0 0,0-1-1 0 0,0 1 1 0 0,0-1 0 0 0,0 1-1 0 0,-1-1 1 0 0,1 1 0 0 0,-1-1-1 0 0,0 1 1 0 0,0-1 0 0 0,0 1 0 0 0,0 0-1 0 0,0-1 1 0 0,0 1 0 0 0,-1 0-1 0 0,1 0 1 0 0,-3-3 0 0 0,-5-8-41 0 0,-2 0 0 0 0,-17-18 0 0 0,19 23-19 0 0,-56-59-4016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2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3225 0 0,'-1'10'14912'0'0,"3"23"-14325"0"0,-2-11 234 0 0,-1-8-503 0 0,1 0 0 0 0,1 0 0 0 0,0-1 0 0 0,5 28 0 0 0,-5-38-298 0 0,0 0 0 0 0,0 0 1 0 0,0 0-1 0 0,1 0 1 0 0,-1 0-1 0 0,1 0 0 0 0,0-1 1 0 0,-1 1-1 0 0,1 0 0 0 0,0-1 1 0 0,1 0-1 0 0,-1 1 1 0 0,0-1-1 0 0,1 0 0 0 0,-1 0 1 0 0,1 0-1 0 0,0 0 0 0 0,-1-1 1 0 0,1 1-1 0 0,0-1 0 0 0,0 1 1 0 0,0-1-1 0 0,0 0 1 0 0,0 0-1 0 0,1-1 0 0 0,4 2 1 0 0,-3-2-4 0 0,0 1 0 0 0,1-1 0 0 0,-1 0 1 0 0,0 0-1 0 0,0 0 0 0 0,1-1 1 0 0,-1 1-1 0 0,0-1 0 0 0,0-1 0 0 0,0 1 1 0 0,0-1-1 0 0,7-3 0 0 0,-10 4-14 0 0,0 0 0 0 0,0-1 0 0 0,0 1 0 0 0,0-1 0 0 0,0 0-1 0 0,0 0 1 0 0,-1 0 0 0 0,1 0 0 0 0,-1 0 0 0 0,1 0 0 0 0,-1 0-1 0 0,0 0 1 0 0,1-1 0 0 0,-1 1 0 0 0,-1 0 0 0 0,1-1 0 0 0,0 1-1 0 0,0-1 1 0 0,-1 1 0 0 0,1-1 0 0 0,-1 1 0 0 0,0-1 0 0 0,0 1-1 0 0,0-1 1 0 0,0 0 0 0 0,0 1 0 0 0,-1-3 0 0 0,-10-51-850 0 0,7 39 590 0 0,1-1 1 0 0,-2-33-1 0 0,6 56 530 0 0,1 0-1 0 0,0 0 0 0 0,0 0 1 0 0,0 0-1 0 0,0 0 0 0 0,6 8 1 0 0,2 8-138 0 0,-4-5-108 0 0,17 36-52 0 0,-22-50 36 0 0,0 0 0 0 0,0-1 1 0 0,1 1-1 0 0,-1 0 0 0 0,0 0 0 0 0,1-1 1 0 0,-1 1-1 0 0,1-1 0 0 0,-1 1 0 0 0,1-1 1 0 0,0 0-1 0 0,-1 0 0 0 0,1 0 0 0 0,0 0 1 0 0,0 0-1 0 0,0 0 0 0 0,0 0 0 0 0,0 0 1 0 0,0-1-1 0 0,0 1 0 0 0,4 0 0 0 0,-5-1-4 0 0,0-1-1 0 0,0 1 1 0 0,0 0-1 0 0,0-1 0 0 0,1 1 1 0 0,-1-1-1 0 0,0 1 1 0 0,0-1-1 0 0,0 0 0 0 0,0 1 1 0 0,0-1-1 0 0,0 0 0 0 0,-1 0 1 0 0,1 0-1 0 0,0 1 1 0 0,0-1-1 0 0,0 0 0 0 0,-1 0 1 0 0,1 0-1 0 0,-1 0 0 0 0,1 0 1 0 0,-1-1-1 0 0,1 1 1 0 0,-1 0-1 0 0,1 0 0 0 0,-1 0 1 0 0,0 0-1 0 0,1-3 0 0 0,4-40 207 0 0,-4 33-189 0 0,1-7-164 0 0,-2 8-475 0 0,1 0-1 0 0,0 1 1 0 0,0-1-1 0 0,1 1 1 0 0,1 0-1 0 0,-1-1 1 0 0,1 1-1 0 0,1 0 1 0 0,4-8-1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0,'7'0'860'0'0,"0"1"0"0"0,1 0 0 0 0,-1 0-1 0 0,0 0 1 0 0,0 1 0 0 0,0 0-1 0 0,0 1 1 0 0,10 4 0 0 0,-8-2-276 0 0,-1 0 0 0 0,0 0 1 0 0,0 1-1 0 0,0 0 0 0 0,-1 0 0 0 0,8 9 1 0 0,-8-7-428 0 0,0 0 1 0 0,-1 0 0 0 0,0 1-1 0 0,0 0 1 0 0,-1 0 0 0 0,0 1 0 0 0,-1-1-1 0 0,0 1 1 0 0,0 0 0 0 0,-1 0-1 0 0,0 0 1 0 0,-1 0 0 0 0,1 13-1 0 0,-5-4 36 0 0,2-19-173 0 0,0 0 0 0 0,-1 0 1 0 0,1 0-1 0 0,0 0 0 0 0,0 0 0 0 0,-1 0 1 0 0,1 0-1 0 0,0 0 0 0 0,0 0 0 0 0,-1 0 1 0 0,1 0-1 0 0,0 0 0 0 0,-1 0 0 0 0,1 0 0 0 0,0 0 1 0 0,0 0-1 0 0,0 0 0 0 0,-1-1 0 0 0,1 1 1 0 0,0 0-1 0 0,0 0 0 0 0,-1 0 0 0 0,1 0 0 0 0,0-1 1 0 0,0 1-1 0 0,0 0 0 0 0,0 0 0 0 0,-1 0 1 0 0,1-1-1 0 0,0 1 0 0 0,0 0 0 0 0,0 0 0 0 0,0-1 1 0 0,0 1-1 0 0,0 0 0 0 0,-3-4 94 0 0,1 0 0 0 0,0 0 0 0 0,1 0 0 0 0,-1 0 0 0 0,1 0 0 0 0,-2-8 1 0 0,0-15-514 0 0,2 1 1 0 0,3-38 0 0 0,0 38-663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8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1608 0 0,'-1'3'64'0'0,"-1"-1"32"0"0,-1 0 937 0 0,2 0-665 0 0,-2 0-168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49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115 359 3225 0 0,'0'-2'270'0'0,"0"0"1"0"0,-1 1 0 0 0,1-1-1 0 0,-1 0 1 0 0,1 1-1 0 0,-1-1 1 0 0,1 0 0 0 0,-1 1-1 0 0,0-1 1 0 0,0 1 0 0 0,0-1-1 0 0,0 1 1 0 0,0-1-1 0 0,0 1 1 0 0,0 0 0 0 0,0-1-1 0 0,0 1 1 0 0,-1 0 0 0 0,1 0-1 0 0,-1 0 1 0 0,1 0-1 0 0,-1 0 1 0 0,1 0 0 0 0,-1 1-1 0 0,1-1 1 0 0,-1 0 0 0 0,0 1-1 0 0,-2-1 1 0 0,2 0 28 0 0,0 1-1 0 0,0-1 1 0 0,0 1 0 0 0,0 0 0 0 0,0 0 0 0 0,0 0 0 0 0,0 0 0 0 0,0 0-1 0 0,0 0 1 0 0,0 0 0 0 0,0 1 0 0 0,0-1 0 0 0,0 1 0 0 0,0-1-1 0 0,0 1 1 0 0,0 0 0 0 0,0 0 0 0 0,0 0 0 0 0,0 0 0 0 0,1 0 0 0 0,-1 0-1 0 0,0 1 1 0 0,1-1 0 0 0,-3 2 0 0 0,1 2-212 0 0,-1-1-1 0 0,1 1 1 0 0,0 0-1 0 0,0 0 1 0 0,0 0 0 0 0,1 1-1 0 0,0-1 1 0 0,0 0 0 0 0,0 1-1 0 0,1 0 1 0 0,0-1-1 0 0,0 1 1 0 0,0 0 0 0 0,1-1-1 0 0,0 1 1 0 0,0 0 0 0 0,0 0-1 0 0,0 0 1 0 0,1-1-1 0 0,0 1 1 0 0,1 0 0 0 0,-1-1-1 0 0,1 1 1 0 0,0-1 0 0 0,0 0-1 0 0,5 7 1 0 0,-4-6-105 0 0,1 0 1 0 0,1 0 0 0 0,-1-1-1 0 0,1 0 1 0 0,0 0 0 0 0,1 0-1 0 0,-1 0 1 0 0,1-1-1 0 0,-1 0 1 0 0,1 0 0 0 0,1-1-1 0 0,-1 1 1 0 0,0-1-1 0 0,1-1 1 0 0,0 1 0 0 0,0-1-1 0 0,-1 0 1 0 0,1-1 0 0 0,0 1-1 0 0,0-2 1 0 0,8 1-1 0 0,-6-1-458 0 0,0 0-1 0 0,-1-1 0 0 0,1 0 1 0 0,0-1-1 0 0,-1 0 0 0 0,1 0 1 0 0,-1-1-1 0 0,0 0 0 0 0,0 0 1 0 0,0-1-1 0 0,0 0 0 0 0,-1 0 1 0 0,1-1-1 0 0,-1 0 0 0 0,0 0 1 0 0,-1-1-1 0 0,1 0 0 0 0,-1 0 1 0 0,0-1-1 0 0,-1 1 0 0 0,6-10 1 0 0,-5 7 110 0 0,0 0 0 0 0,-1-1 0 0 0,0 1 0 0 0,-1-1 0 0 0,0 0 0 0 0,-1-1 0 0 0,3-13 0 0 0,-4 14 679 0 0,-1 0 0 0 0,0 1 0 0 0,0-1 0 0 0,-1 0 0 0 0,0 0-1 0 0,-1 1 1 0 0,0-1 0 0 0,-4-13 0 0 0,5 21-55 0 0,-1-1-1 0 0,1 1 1 0 0,-1-1-1 0 0,0 1 1 0 0,0-1 0 0 0,0 1-1 0 0,0-1 1 0 0,0 1-1 0 0,-1 0 1 0 0,1 0-1 0 0,-1 0 1 0 0,1-1 0 0 0,-1 2-1 0 0,0-1 1 0 0,1 0-1 0 0,-1 0 1 0 0,0 0 0 0 0,0 1-1 0 0,-1-1 1 0 0,-2-1-1 0 0,3 3-121 0 0,-1 0-1 0 0,1-1 1 0 0,-1 1-1 0 0,1 0 0 0 0,-1 1 1 0 0,0-1-1 0 0,1 0 1 0 0,-1 1-1 0 0,1-1 0 0 0,0 1 1 0 0,-1 0-1 0 0,1 0 1 0 0,0 0-1 0 0,-1 0 1 0 0,1 0-1 0 0,0 0 0 0 0,0 1 1 0 0,0-1-1 0 0,0 1 1 0 0,0 0-1 0 0,-2 2 1 0 0,-2 0-76 0 0,0 2 0 0 0,1-1 0 0 0,-1 1 0 0 0,1 0 1 0 0,1 0-1 0 0,-1 0 0 0 0,1 0 0 0 0,0 1 1 0 0,0 0-1 0 0,1 0 0 0 0,-3 8 0 0 0,5-12-65 0 0,0 0 1 0 0,1 0-1 0 0,-1 0 0 0 0,1 0 0 0 0,0-1 0 0 0,0 1 1 0 0,0 0-1 0 0,0 0 0 0 0,0 0 0 0 0,1 0 0 0 0,-1 0 1 0 0,1 0-1 0 0,0-1 0 0 0,0 1 0 0 0,0 0 0 0 0,0-1 1 0 0,0 1-1 0 0,1 0 0 0 0,-1-1 0 0 0,1 1 0 0 0,-1-1 1 0 0,1 0-1 0 0,0 0 0 0 0,0 0 0 0 0,0 1 0 0 0,0-2 1 0 0,1 1-1 0 0,-1 0 0 0 0,0 0 0 0 0,1-1 0 0 0,-1 1 0 0 0,5 1 1 0 0,-1-1 75 0 0,0 0 1 0 0,0 0-1 0 0,1 0 0 0 0,-1-1 1 0 0,0 1-1 0 0,1-2 1 0 0,-1 1-1 0 0,1-1 1 0 0,0 0-1 0 0,-1 0 0 0 0,1 0 1 0 0,-1-1-1 0 0,1 0 1 0 0,-1-1-1 0 0,0 1 1 0 0,1-1-1 0 0,-1-1 0 0 0,0 1 1 0 0,0-1-1 0 0,0 0 1 0 0,-1 0-1 0 0,9-6 1 0 0,-4 2-259 0 0,1-1 1 0 0,-1 0-1 0 0,-1 0 1 0 0,1-1-1 0 0,-2 0 1 0 0,1-1-1 0 0,-1 0 1 0 0,-1 0 0 0 0,1-1-1 0 0,9-20 1 0 0,-14 22-115 0 0,1-2 1 0 0,-2 1 0 0 0,1 0-1 0 0,-2 0 1 0 0,1-1 0 0 0,-1 1-1 0 0,-1-16 1 0 0,-9-78-387 0 0,6 73 717 0 0,3 28 20 0 0,-1-1 0 0 0,0 0 0 0 0,0 1 0 0 0,0-1 0 0 0,0 1 0 0 0,0-1 0 0 0,-1 1 0 0 0,1 0 0 0 0,-1 0 0 0 0,-2-4 0 0 0,3 6-7 0 0,1 1-1 0 0,-1-1 1 0 0,1 1 0 0 0,-1-1 0 0 0,1 1 0 0 0,-1-1 0 0 0,1 1 0 0 0,-1 0 0 0 0,1-1 0 0 0,-1 1 0 0 0,0 0 0 0 0,1-1 0 0 0,-1 1-1 0 0,0 0 1 0 0,1 0 0 0 0,-1-1 0 0 0,0 1 0 0 0,1 0 0 0 0,-1 0 0 0 0,0 0 0 0 0,1 0 0 0 0,-2 0 0 0 0,1 1 45 0 0,-1-1-1 0 0,1 1 1 0 0,0-1 0 0 0,0 1 0 0 0,0 0 0 0 0,-1-1 0 0 0,1 1 0 0 0,0 0-1 0 0,0 0 1 0 0,0 0 0 0 0,0 0 0 0 0,0 0 0 0 0,1 0 0 0 0,-1 0 0 0 0,0 0-1 0 0,-1 2 1 0 0,1-1-1 0 0,0 1 1 0 0,0-1-1 0 0,0 1 0 0 0,0-1 0 0 0,0 1 1 0 0,0 0-1 0 0,1 0 0 0 0,0-1 0 0 0,-1 1 0 0 0,1 0 1 0 0,0 0-1 0 0,0-1 0 0 0,0 1 0 0 0,1 0 1 0 0,-1-1-1 0 0,1 1 0 0 0,-1 0 0 0 0,1 0 0 0 0,0-1 1 0 0,0 1-1 0 0,0-1 0 0 0,0 1 0 0 0,1-1 1 0 0,-1 0-1 0 0,1 1 0 0 0,3 3 0 0 0,5 7 59 0 0,1 0 1 0 0,1 0-1 0 0,17 13 0 0 0,-10-9 139 0 0,-9-8-220 0 0,-1 1 1 0 0,1 0-1 0 0,-2 1 0 0 0,1 0 1 0 0,12 22-1 0 0,-19-28-71 0 0,0 0 0 0 0,0-1 1 0 0,0 1-1 0 0,-1 1 0 0 0,1-1 1 0 0,-1 0-1 0 0,-1 0 0 0 0,1 0 1 0 0,-1 0-1 0 0,0 1 0 0 0,0-1 1 0 0,0 0-1 0 0,-1 0 0 0 0,1 1 1 0 0,-1-1-1 0 0,-1 0 0 0 0,1 0 1 0 0,-4 7-1 0 0,-3 5-115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12899 0 0,'26'-9'4809'0'0,"40"-27"-2816"0"0,-3-7-7267 0 0,-46 29 3514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0,'14'2'16282'0'0,"-10"6"-16104"0"0,0 0-1 0 0,0 0 1 0 0,-1 0 0 0 0,0 1 0 0 0,0 0-1 0 0,-1-1 1 0 0,0 1 0 0 0,1 17 0 0 0,-3-20-707 0 0,0 0 0 0 0,0 0 0 0 0,-1-1 0 0 0,1 1 0 0 0,-1 0 0 0 0,-1 0 0 0 0,1-1 0 0 0,-1 1 0 0 0,-3 9 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7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0 221 3681 0 0,'15'-22'230'0'0,"4"-6"1745"0"0,17-33 0 0 0,-32 52-1009 0 0,0 1 0 0 0,0-1-1 0 0,-1 0 1 0 0,0 0 0 0 0,-1 0 0 0 0,0 0-1 0 0,0 0 1 0 0,0-16 0 0 0,-5 12 2087 0 0,-4 15-971 0 0,-5 22-992 0 0,9-14-1013 0 0,1 0 0 0 0,0 0 0 0 0,1 0 1 0 0,0 1-1 0 0,0-1 0 0 0,1 1 0 0 0,1-1 0 0 0,0 0 0 0 0,0 1 0 0 0,1-1 0 0 0,0 0 0 0 0,1 0 0 0 0,0 0 1 0 0,1 0-1 0 0,0-1 0 0 0,0 1 0 0 0,1-1 0 0 0,0 0 0 0 0,1 0 0 0 0,0-1 0 0 0,10 12 0 0 0,-8-12-323 0 0,0 0-1 0 0,0 0 0 0 0,1-1 1 0 0,0 0-1 0 0,0-1 0 0 0,1 0 0 0 0,0 0 1 0 0,0-1-1 0 0,0-1 0 0 0,1 1 1 0 0,-1-2-1 0 0,19 5 0 0 0,3-3-7441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0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8 10138 0 0,'0'0'124'0'0,"0"-1"1"0"0,-1 1-1 0 0,1-1 0 0 0,0 1 0 0 0,-1-1 0 0 0,1 1 0 0 0,0-1 1 0 0,-1 1-1 0 0,1 0 0 0 0,-1-1 0 0 0,1 1 0 0 0,-1 0 1 0 0,1-1-1 0 0,-1 1 0 0 0,1 0 0 0 0,-1-1 0 0 0,1 1 0 0 0,-1 0 1 0 0,1 0-1 0 0,-1 0 0 0 0,0 0 0 0 0,1 0 0 0 0,-1 0 1 0 0,1-1-1 0 0,-1 1 0 0 0,0 0 0 0 0,1 1 0 0 0,-1-1 0 0 0,1 0 1 0 0,-1 0-1 0 0,1 0 0 0 0,-1 0 0 0 0,0 0 0 0 0,1 0 1 0 0,-1 1-1 0 0,1-1 0 0 0,-1 0 0 0 0,1 1 0 0 0,-1-1 1 0 0,1 0-1 0 0,-1 1 0 0 0,1-1 0 0 0,0 0 0 0 0,-1 1 0 0 0,1-1 1 0 0,-1 1-1 0 0,1-1 0 0 0,-1 1 0 0 0,-18 24 1705 0 0,10-7-1492 0 0,1 0 1 0 0,1 1 0 0 0,0 0-1 0 0,2 0 1 0 0,0 0-1 0 0,1 1 1 0 0,-2 22-1 0 0,2 12-76 0 0,4 76 0 0 0,4-56-78 0 0,3-1 0 0 0,17 79 0 0 0,-16-117-138 0 0,1-1-1 0 0,2 0 1 0 0,1 0-1 0 0,2-1 1 0 0,1-1 0 0 0,27 44-1 0 0,-30-59 4 0 0,0 0 0 0 0,2 0-1 0 0,20 19 1 0 0,-27-30-248 0 0,-1 0 0 0 0,1-1 0 0 0,1 0 0 0 0,12 7 0 0 0,-17-11-198 0 0,1 1 0 0 0,0 0 0 0 0,0-1 0 0 0,0 0 1 0 0,1 0-1 0 0,-1 0 0 0 0,0 0 0 0 0,0-1 0 0 0,0 0 0 0 0,7 0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1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54 157 8754 0 0,'-5'0'172'0'0,"1"1"0"0"0,0-1 0 0 0,-1 0 0 0 0,1 0 0 0 0,-1 0 0 0 0,1 0 0 0 0,-8-3 0 0 0,11 3-121 0 0,0 0 0 0 0,1 0 1 0 0,-1-1-1 0 0,1 1 0 0 0,-1 0 1 0 0,1-1-1 0 0,-1 1 0 0 0,1 0 1 0 0,-1-1-1 0 0,1 1 0 0 0,-1 0 1 0 0,1-1-1 0 0,0 1 0 0 0,-1-1 1 0 0,1 1-1 0 0,0-1 0 0 0,-1 1 1 0 0,1-1-1 0 0,0 1 0 0 0,0-1 1 0 0,-1 1-1 0 0,1-1 1 0 0,0 0-1 0 0,0 0 0 0 0,0-1 42 0 0,0 0-1 0 0,0 1 1 0 0,1-1-1 0 0,-1 0 1 0 0,0 1-1 0 0,1-1 1 0 0,-1 1-1 0 0,1-1 1 0 0,0 1-1 0 0,0-1 1 0 0,0 1-1 0 0,-1-1 1 0 0,3-1-1 0 0,3-4 180 0 0,1 0 0 0 0,-1 0 0 0 0,1 1 0 0 0,1 0-1 0 0,-1 0 1 0 0,1 0 0 0 0,0 1 0 0 0,0 1 0 0 0,1-1 0 0 0,-1 1 0 0 0,1 1-1 0 0,0-1 1 0 0,16-2 0 0 0,13-3 884 0 0,76-6 0 0 0,-104 14-1066 0 0,170-14-1336 0 0,-143 11-5118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1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20 7370 0 0,'-1'-1'128'0'0,"1"0"1"0"0,0-1 0 0 0,-1 1-1 0 0,0 0 1 0 0,1 0 0 0 0,-1 0-1 0 0,0 0 1 0 0,1 0 0 0 0,-1 1-1 0 0,0-1 1 0 0,0 0 0 0 0,0 0-1 0 0,0 0 1 0 0,0 1 0 0 0,0-1-1 0 0,0 0 1 0 0,0 1 0 0 0,0-1-1 0 0,0 1 1 0 0,0-1 0 0 0,0 1-1 0 0,0-1 1 0 0,0 1 0 0 0,-1 0-1 0 0,1 0 1 0 0,0 0 0 0 0,0 0-1 0 0,0 0 1 0 0,-1 0 0 0 0,1 0-1 0 0,0 0 1 0 0,0 0 0 0 0,0 0-1 0 0,-1 0 1 0 0,1 1 0 0 0,0-1-1 0 0,0 1 1 0 0,0-1 0 0 0,0 1-1 0 0,0-1 1 0 0,0 1 0 0 0,0 0-1 0 0,0-1 1 0 0,0 1 0 0 0,0 0-1 0 0,0 0 1 0 0,-1 1 0 0 0,-5 4 244 0 0,0 0 0 0 0,1 0 0 0 0,0 1 0 0 0,0 0 0 0 0,0 0 0 0 0,1 1 0 0 0,0-1 0 0 0,0 1 0 0 0,1 0 0 0 0,0 1 0 0 0,-4 10 0 0 0,-3 14 41 0 0,-11 52-1 0 0,19-75-377 0 0,0 6 52 0 0,-1 1 0 0 0,0 25 0 0 0,3-39-91 0 0,1 1 1 0 0,0-1 0 0 0,0 0 0 0 0,0 0 0 0 0,1 0 0 0 0,-1 1-1 0 0,1-1 1 0 0,-1 0 0 0 0,1 0 0 0 0,0 0 0 0 0,1 0-1 0 0,-1 0 1 0 0,0 0 0 0 0,1 0 0 0 0,-1-1 0 0 0,1 1-1 0 0,0 0 1 0 0,0-1 0 0 0,0 1 0 0 0,3 1 0 0 0,-3-3-52 0 0,-1 0 0 0 0,1-1 1 0 0,-1 1-1 0 0,1 0 1 0 0,0-1-1 0 0,-1 0 0 0 0,1 0 1 0 0,0 1-1 0 0,-1-1 0 0 0,1 0 1 0 0,0 0-1 0 0,-1 0 1 0 0,1-1-1 0 0,0 1 0 0 0,-1 0 1 0 0,1 0-1 0 0,-1-1 0 0 0,1 0 1 0 0,0 1-1 0 0,-1-1 1 0 0,1 0-1 0 0,-1 1 0 0 0,1-1 1 0 0,-1 0-1 0 0,0 0 0 0 0,1 0 1 0 0,-1 0-1 0 0,0 0 1 0 0,0-1-1 0 0,2-1 0 0 0,7-7-332 0 0,-1 0-1 0 0,13-19 1 0 0,-15 20 415 0 0,24-38 414 0 0,48-93-1 0 0,-66 114-113 0 0,-11 23-241 0 0,-1 0 1 0 0,1 0-1 0 0,-1 1 0 0 0,1-1 1 0 0,0 0-1 0 0,0 0 1 0 0,0 1-1 0 0,0 0 0 0 0,1-1 1 0 0,-1 1-1 0 0,1 0 1 0 0,-1 0-1 0 0,5-2 0 0 0,-6 3-46 0 0,-1 1 0 0 0,1 0 0 0 0,0 0 0 0 0,0 0 0 0 0,0-1 0 0 0,0 1 0 0 0,0 0 0 0 0,-1 0 0 0 0,1 0 0 0 0,0 1 0 0 0,0-1 0 0 0,0 0 0 0 0,0 0 0 0 0,0 0 0 0 0,-1 1 0 0 0,1-1 0 0 0,0 0 0 0 0,0 1 0 0 0,1 0 0 0 0,0 0 17 0 0,0 1 0 0 0,0 0 0 0 0,0 0 1 0 0,0 0-1 0 0,0 0 0 0 0,0 0 0 0 0,-1 0 0 0 0,3 5 1 0 0,8 15 324 0 0,-2 0 1 0 0,11 33 0 0 0,-16-40-353 0 0,0 1-1 0 0,1-1 1 0 0,1 0-1 0 0,0-1 1 0 0,1 1 0 0 0,1-1-1 0 0,0-1 1 0 0,12 13 0 0 0,-20-25-45 0 0,-1 0 0 0 0,1-1 1 0 0,-1 1-1 0 0,1-1 1 0 0,-1 1-1 0 0,1-1 0 0 0,0 1 1 0 0,-1-1-1 0 0,1 1 1 0 0,0-1-1 0 0,-1 0 1 0 0,1 1-1 0 0,0-1 0 0 0,0 0 1 0 0,-1 1-1 0 0,1-1 1 0 0,0 0-1 0 0,0 0 0 0 0,-1 0 1 0 0,1 0-1 0 0,0 0 1 0 0,0 0-1 0 0,0 0 0 0 0,-1 0 1 0 0,1 0-1 0 0,0 0 1 0 0,1-1-1 0 0,-1 0-22 0 0,1 0 0 0 0,-1 0 0 0 0,0 0 0 0 0,1 0 0 0 0,-1 0 0 0 0,0 0 0 0 0,0-1 0 0 0,0 1 0 0 0,0 0 0 0 0,0-1 0 0 0,0 1 0 0 0,1-3 0 0 0,2-7-136 0 0,0 0 1 0 0,0 0-1 0 0,1-12 1 0 0,-3 17 143 0 0,6-36-184 0 0,-2 14 149 0 0,13-41 1 0 0,-16 62 73 0 0,-1 0 0 0 0,1 0 1 0 0,1 1-1 0 0,-1 0 1 0 0,1-1-1 0 0,0 1 1 0 0,0 1-1 0 0,1-1 1 0 0,0 0-1 0 0,0 1 0 0 0,6-5 1 0 0,-9 9-1 0 0,-1-1 0 0 0,1 1 0 0 0,0 0 0 0 0,-1 0 0 0 0,1 0 0 0 0,0 0 0 0 0,0 0 0 0 0,0 0 0 0 0,-1 1 0 0 0,1-1 0 0 0,0 1 0 0 0,0-1 0 0 0,0 1 0 0 0,0 0 0 0 0,0-1 0 0 0,0 1 0 0 0,0 0 0 0 0,0 1 0 0 0,0-1 0 0 0,0 0 0 0 0,0 0 0 0 0,0 1 0 0 0,0-1 0 0 0,0 1 0 0 0,0 0 0 0 0,0-1 0 0 0,0 1 0 0 0,-1 0 0 0 0,1 0 0 0 0,0 0 0 0 0,-1 1 0 0 0,1-1 0 0 0,0 0 0 0 0,-1 1 0 0 0,0-1 0 0 0,1 0 0 0 0,-1 1 0 0 0,0 0 0 0 0,0-1 0 0 0,2 4 0 0 0,5 9 222 0 0,-1-1 1 0 0,0 1-1 0 0,-1 1 0 0 0,6 20 1 0 0,-4-12-96 0 0,-3-9-72 0 0,-3-8-73 0 0,0 0 1 0 0,0 0-1 0 0,1 0 0 0 0,-1 0 1 0 0,6 6-1 0 0,-8-11 1 0 0,1 0 0 0 0,-1-1 0 0 0,1 1 0 0 0,-1 0 0 0 0,1-1 0 0 0,0 1 0 0 0,-1-1 0 0 0,1 1 0 0 0,0-1 0 0 0,-1 1 0 0 0,1-1 0 0 0,0 0 0 0 0,0 1 0 0 0,-1-1 0 0 0,1 0 0 0 0,0 0 0 0 0,0 0 0 0 0,0 1 0 0 0,-1-1 0 0 0,1 0 0 0 0,0 0 0 0 0,0 0 0 0 0,0 0 0 0 0,0 0 0 0 0,-1 0 0 0 0,1-1 0 0 0,0 1 0 0 0,0 0 0 0 0,0 0 0 0 0,-1-1 0 0 0,1 1 0 0 0,0 0 0 0 0,0-1 0 0 0,-1 1 0 0 0,1 0-1 0 0,0-1 1 0 0,0 1 0 0 0,-1-1 0 0 0,1 0 0 0 0,-1 1 0 0 0,1-1 0 0 0,-1 1 0 0 0,1-1 0 0 0,-1 0 0 0 0,1 1 0 0 0,0-3 0 0 0,27-37-64 0 0,3-5 65 0 0,-28 42 18 0 0,-1 0 1 0 0,1 1 0 0 0,-1-1 0 0 0,1 1 0 0 0,0-1-1 0 0,0 1 1 0 0,0 0 0 0 0,1 0 0 0 0,-1 0 0 0 0,0 1-1 0 0,5-2 1 0 0,-7 2 1 0 0,1 1 0 0 0,-1 0 0 0 0,1 0 0 0 0,-1 0 0 0 0,1 0 0 0 0,0 0 0 0 0,-1 0 1 0 0,1 1-1 0 0,-1-1 0 0 0,1 0 0 0 0,-1 1 0 0 0,1-1 0 0 0,-1 1 0 0 0,1 0 0 0 0,-1-1 0 0 0,0 1 0 0 0,1 0 0 0 0,-1 0 0 0 0,0 0 0 0 0,1 0 0 0 0,-1 0 0 0 0,0 0 0 0 0,0 0 0 0 0,0 1 0 0 0,0-1 0 0 0,0 0 0 0 0,0 1 0 0 0,0 1 0 0 0,5 7-182 0 0,0 0-1 0 0,8 21 0 0 0,-7-13-1113 0 0,3 1-5985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59 6449 0 0,'-3'-6'184'0'0,"2"2"757"0"0,0 0 0 0 0,-1 0 0 0 0,1 0 0 0 0,-1 0 0 0 0,0 0 0 0 0,0 0 0 0 0,-1 1 0 0 0,1-1 0 0 0,-1 1 1 0 0,0 0-1 0 0,0 0 0 0 0,-5-6 0 0 0,9 40 1016 0 0,100 368-1182 0 0,-95-376-751 0 0,2 3-45 0 0,0 1 0 0 0,2-1-1 0 0,0 0 1 0 0,23 37 0 0 0,-29-113-1208 0 0,-4 35 1152 0 0,-1-5 92 0 0,1-1-1 0 0,1 0 0 0 0,0 0 0 0 0,2 0 1 0 0,1 1-1 0 0,9-33 0 0 0,-13 52-6 0 0,1 0 1 0 0,-1 0-1 0 0,0-1 1 0 0,1 1-1 0 0,-1 0 1 0 0,1 0-1 0 0,-1 0 0 0 0,1 0 1 0 0,0 0-1 0 0,-1 0 1 0 0,1 0-1 0 0,0 1 1 0 0,0-1-1 0 0,-1 0 0 0 0,1 0 1 0 0,0 0-1 0 0,0 1 1 0 0,0-1-1 0 0,0 1 1 0 0,0-1-1 0 0,0 0 1 0 0,0 1-1 0 0,0 0 0 0 0,0-1 1 0 0,0 1-1 0 0,1 0 1 0 0,-1-1-1 0 0,0 1 1 0 0,0 0-1 0 0,0 0 0 0 0,0 0 1 0 0,1 0-1 0 0,-1 0 1 0 0,0 0-1 0 0,0 0 1 0 0,0 1-1 0 0,0-1 0 0 0,0 0 1 0 0,0 1-1 0 0,1-1 1 0 0,-1 0-1 0 0,0 1 1 0 0,0-1-1 0 0,0 1 0 0 0,0 0 1 0 0,0-1-1 0 0,1 2 1 0 0,7 6 48 0 0,-1-1 0 0 0,0 1 1 0 0,0 0-1 0 0,8 12 0 0 0,0-1-303 0 0,12 7-846 0 0,-14-14 8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12 5985 0 0,'-8'-11'6067'0'0,"7"11"-5871"0"0,1 0-1 0 0,-1 0 1 0 0,1 0 0 0 0,-1 0-1 0 0,-14 10 3565 0 0,-8 24-604 0 0,9-4-2700 0 0,1 0 0 0 0,2 1 0 0 0,1 1 0 0 0,1 0 0 0 0,-5 45 0 0 0,7-15-299 0 0,0 119 0 0 0,8-153-98 0 0,2 0 0 0 0,0 0 0 0 0,2-1 0 0 0,1 1 1 0 0,1-1-1 0 0,1-1 0 0 0,12 28 0 0 0,-14-41-56 0 0,0 0-1 0 0,1 0 0 0 0,1-1 1 0 0,-1 0-1 0 0,2 0 1 0 0,0-1-1 0 0,0 0 0 0 0,1 0 1 0 0,0-1-1 0 0,1-1 1 0 0,0 0-1 0 0,1 0 0 0 0,0-1 1 0 0,0 0-1 0 0,19 8 1 0 0,-25-14-223 0 0,0 0 0 0 0,0 0 0 0 0,0-1 0 0 0,0 1 0 0 0,0-1 0 0 0,1-1 0 0 0,-1 1 0 0 0,0-1 0 0 0,1 0 0 0 0,-1 0 0 0 0,0-1 0 0 0,8-1 0 0 0,15-8-7265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3.8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5529 0 0,'6'-3'317'0'0,"-1"1"0"0"0,1-1-1 0 0,0 1 1 0 0,0 1 0 0 0,-1-1 0 0 0,1 1-1 0 0,0 0 1 0 0,0 1 0 0 0,1-1 0 0 0,-1 1-1 0 0,0 0 1 0 0,0 1 0 0 0,0 0 0 0 0,0 0 0 0 0,0 0-1 0 0,0 0 1 0 0,0 1 0 0 0,-1 0 0 0 0,1 0-1 0 0,-1 1 1 0 0,1 0 0 0 0,-1-1 0 0 0,0 2-1 0 0,0-1 1 0 0,0 1 0 0 0,0 0 0 0 0,0 0-1 0 0,3 4 1 0 0,-1 0-67 0 0,0 0 0 0 0,0 0 0 0 0,-1 0 0 0 0,-1 0 0 0 0,1 1-1 0 0,-1 0 1 0 0,-1 0 0 0 0,0 1 0 0 0,0-1 0 0 0,0 1 0 0 0,-2 0 0 0 0,1 0 0 0 0,-1 0 0 0 0,0 0-1 0 0,0 20 1 0 0,-3-18-196 0 0,0 0-1 0 0,-1 0 1 0 0,0 0-1 0 0,-6 19 1 0 0,6-25-84 0 0,0-1 0 0 0,0 1 0 0 0,0-1 0 0 0,-1 0-1 0 0,0 0 1 0 0,0 0 0 0 0,0 0 0 0 0,-1 0 0 0 0,0-1 0 0 0,0 1 0 0 0,-6 5 0 0 0,9-10 8 0 0,1 0-1 0 0,0 0 1 0 0,0 0-1 0 0,0 0 1 0 0,0 1-1 0 0,0-1 1 0 0,0 0 0 0 0,0 0-1 0 0,-1 0 1 0 0,1 0-1 0 0,0 0 1 0 0,0 0-1 0 0,0 0 1 0 0,0 0-1 0 0,0 0 1 0 0,0 0 0 0 0,-1 0-1 0 0,1 0 1 0 0,0 0-1 0 0,0 0 1 0 0,0 0-1 0 0,0 0 1 0 0,-1 0 0 0 0,1 0-1 0 0,0 0 1 0 0,0 0-1 0 0,0 0 1 0 0,0 0-1 0 0,0 0 1 0 0,-1 0 0 0 0,1 0-1 0 0,0 0 1 0 0,0 0-1 0 0,0 0 1 0 0,0 0-1 0 0,0 0 1 0 0,-1 0-1 0 0,1 0 1 0 0,0 0 0 0 0,0 0-1 0 0,0-1 1 0 0,0 1-1 0 0,0 0 1 0 0,0 0-1 0 0,0 0 1 0 0,0 0 0 0 0,0 0-1 0 0,-1 0 1 0 0,1-1-1 0 0,0 1 1 0 0,0 0-1 0 0,0 0 1 0 0,0 0-1 0 0,0 0 1 0 0,0-1 0 0 0,0-13-1141 0 0,6-19-680 0 0,-6 31 1736 0 0,60-202-6518 0 0,-18 72 8174 0 0,-45 143 625 0 0,1-1-1 0 0,0 1 1 0 0,0 15-1 0 0,6 35 1869 0 0,-2-49-4213 0 0,0 0-1 0 0,1 0 0 0 0,1-1 1 0 0,0 1-1 0 0,0-1 0 0 0,1 0 1 0 0,1 0-1 0 0,0 0 0 0 0,0-1 1 0 0,1 0-1 0 0,0 0 0 0 0,1-1 1 0 0,14 14-1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 8290 0 0,'-7'-9'9877'0'0,"26"32"-3714"0"0,-9-10-8034 0 0,18 27 2191 0 0,-1 2-1 0 0,42 88 0 0 0,-61-110-246 0 0,-1 1-1 0 0,0 0 0 0 0,-1 0 1 0 0,-2 1-1 0 0,0-1 1 0 0,-1 1-1 0 0,-2 0 0 0 0,0 0 1 0 0,-2 27-1 0 0,-4-10-572 0 0,-2 0-1 0 0,-2 0 1 0 0,-1-1 0 0 0,-18 42-1 0 0,19-54-7295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72 11979 0 0,'0'0'1082'0'0,"22"-10"1284"0"0,32-10 666 0 0,39-16-3367 0 0,-80 31 335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4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10138 0 0,'1'0'896'0'0,"0"0"-712"0"0,2 0-184 0 0,0 0 0 0 0,1-2 537 0 0,0 2 71 0 0,3 0 8 0 0,3-1 8 0 0,4 1-160 0 0,1-1-32 0 0,1 1-8 0 0,0 0 0 0 0,1 1-1344 0 0,1-2-264 0 0,2-2-64 0 0,1 0-1 0 0,2-1 969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5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93 211 9218 0 0,'-11'4'1075'0'0,"6"-4"-495"0"0,1 1-1 0 0,0 0 0 0 0,0 0 1 0 0,0 0-1 0 0,1 1 1 0 0,-1-1-1 0 0,0 1 0 0 0,0 0 1 0 0,1 0-1 0 0,-5 4 0 0 0,8-6-482 0 0,1 1 0 0 0,-1-1 0 0 0,1 1 0 0 0,-1-1 0 0 0,1 1 0 0 0,-1-1-1 0 0,1 0 1 0 0,-1 1 0 0 0,1-1 0 0 0,0 0 0 0 0,-1 1 0 0 0,1-1 0 0 0,-1 0 0 0 0,1 0 0 0 0,0 1 0 0 0,-1-1-1 0 0,1 0 1 0 0,0 0 0 0 0,0 0 0 0 0,-1 0 0 0 0,1 0 0 0 0,0 0 0 0 0,0 0 0 0 0,19 2 787 0 0,-6-1-449 0 0,30 1 562 0 0,1-1-1 0 0,83-10 1 0 0,-113 7-1068 0 0,-1-1 0 0 0,-1-1 1 0 0,1 0-1 0 0,0-1 0 0 0,18-10 0 0 0,-24 11-76 0 0,-1-1 0 0 0,0 0 0 0 0,0 0 1 0 0,0 0-1 0 0,-1-1 0 0 0,0 0 0 0 0,0 0 0 0 0,0 0 0 0 0,-1-1 0 0 0,6-9 1 0 0,-10 14 61 0 0,1-1 0 0 0,-1 0 0 0 0,0 1 0 0 0,0-1 0 0 0,0 0 0 0 0,0 0 0 0 0,0 0 0 0 0,0 0 0 0 0,-1 0 0 0 0,0 0 0 0 0,1 0 0 0 0,-1 0 0 0 0,-1 0 0 0 0,1 0 0 0 0,0 0 0 0 0,-1 0 0 0 0,1 0 0 0 0,-1 0 0 0 0,0 1 0 0 0,0-1 1 0 0,0 0-1 0 0,0 0 0 0 0,0 1 0 0 0,-1-1 0 0 0,1 0 0 0 0,-1 1 0 0 0,0-1 0 0 0,0 1 0 0 0,0 0 0 0 0,0 0 0 0 0,0 0 0 0 0,0 0 0 0 0,-1 0 0 0 0,1 0 0 0 0,-4-2 0 0 0,0 0 16 0 0,-1-1 0 0 0,0 1 0 0 0,0 1-1 0 0,0-1 1 0 0,-1 1 0 0 0,1 0 0 0 0,-1 1-1 0 0,0 0 1 0 0,0 0 0 0 0,0 0 0 0 0,0 1 0 0 0,-9 0-1 0 0,0 3 285 0 0,0 0-1 0 0,1 1 0 0 0,-1 0 0 0 0,1 2 1 0 0,0 0-1 0 0,0 1 0 0 0,0 0 1 0 0,1 1-1 0 0,0 1 0 0 0,0 0 0 0 0,1 1 1 0 0,0 1-1 0 0,0 0 0 0 0,2 1 0 0 0,-1 1 1 0 0,1 0-1 0 0,1 0 0 0 0,0 1 0 0 0,0 1 1 0 0,2-1-1 0 0,0 2 0 0 0,0-1 1 0 0,-8 23-1 0 0,13-27-183 0 0,1 1 0 0 0,0 0 0 0 0,1 1 0 0 0,0-1 0 0 0,1 0 0 0 0,1 1 0 0 0,-1-1 0 0 0,2 1 0 0 0,0-1 0 0 0,0 0 0 0 0,1 1 0 0 0,0-1 0 0 0,1 0 0 0 0,0 0 0 0 0,1 0 0 0 0,0-1 0 0 0,1 1 0 0 0,0-1 0 0 0,0 0 1 0 0,1 0-1 0 0,10 11 0 0 0,-9-13-1 0 0,-1 0 0 0 0,1-1 0 0 0,1 0 0 0 0,-1 0 0 0 0,1-1-1 0 0,0 0 1 0 0,1 0 0 0 0,-1-1 0 0 0,1 0 0 0 0,0-1 0 0 0,1 1 0 0 0,-1-2 0 0 0,1 1 0 0 0,-1-2 0 0 0,1 1 0 0 0,0-1 0 0 0,0-1 0 0 0,0 0 0 0 0,0 0 0 0 0,0-1 0 0 0,1 0 0 0 0,-1-1 0 0 0,0 0 0 0 0,12-3 0 0 0,1-3-241 0 0,-1 0-1 0 0,0-2 1 0 0,0-1 0 0 0,-1-1-1 0 0,0 0 1 0 0,-1-2-1 0 0,22-17 1 0 0,-7 4-7756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5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5529 0 0,'15'0'1551'0'0,"0"0"0"0"0,0 1 0 0 0,0 0 0 0 0,-1 1 0 0 0,1 1 0 0 0,19 6 0 0 0,-29-7-1423 0 0,-1 0 0 0 0,0 0 1 0 0,0 0-1 0 0,0 1 0 0 0,0-1 1 0 0,0 1-1 0 0,-1 0 1 0 0,1 0-1 0 0,-1 1 0 0 0,1-1 1 0 0,-1 1-1 0 0,-1-1 0 0 0,1 1 1 0 0,0 0-1 0 0,-1 0 1 0 0,0 0-1 0 0,0 0 0 0 0,0 1 1 0 0,0-1-1 0 0,-1 1 0 0 0,1-1 1 0 0,-1 1-1 0 0,0-1 0 0 0,0 7 1 0 0,0 12-187 0 0,0 1-1 0 0,-2-1 1 0 0,-1 0 0 0 0,-1 1 0 0 0,0-1-1 0 0,-2-1 1 0 0,-1 1 0 0 0,-1 0 0 0 0,0-1 0 0 0,-2-1-1 0 0,-13 26 1 0 0,12-30-2822 0 0,26-49-4250 0 0,-4 9 4918 0 0,10-31 1 0 0,-11 19 646 0 0,7-37 0 0 0,0-38 3667 0 0,-4 3 17003 0 0,-15 140-17472 0 0,1 45-2185 0 0,10 39 768 0 0,-8-103-323 0 0,1 0 0 0 0,0-1 0 0 0,1 0 0 0 0,1 0 0 0 0,0 0 0 0 0,11 19 0 0 0,0-8-504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6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5065 0 0,'-10'8'4622'0'0,"10"-8"-4350"0"0,0 1 0 0 0,-1 0 0 0 0,1-1 0 0 0,0 1-1 0 0,-1 0 1 0 0,1-1 0 0 0,0 1 0 0 0,0 0 0 0 0,0 0 0 0 0,0-1 0 0 0,0 2 0 0 0,0-1-16 0 0,1 0 1 0 0,0-1 0 0 0,0 1 0 0 0,0-1 0 0 0,0 1 0 0 0,-1-1 0 0 0,1 1 0 0 0,0-1 0 0 0,0 1 0 0 0,0-1 0 0 0,0 0 0 0 0,0 1 0 0 0,0-1 0 0 0,0 0 0 0 0,0 0 0 0 0,2 0 0 0 0,45 0 2799 0 0,61-20-2604 0 0,-102 19-1056 0 0,11-3-6647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6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135 350 3225 0 0,'85'-39'10435'0'0,"3"-1"-4041"0"0,-69 30-6037 0 0,0-1 0 0 0,26-20 0 0 0,-23 14-294 0 0,4-2-106 0 0,30-31 0 0 0,-51 45 17 0 0,0 0-1 0 0,-1 0 0 0 0,1 0 0 0 0,-1 0 1 0 0,-1-1-1 0 0,1 0 0 0 0,-1 0 1 0 0,0 0-1 0 0,0 0 0 0 0,0 0 1 0 0,-1-1-1 0 0,2-9 0 0 0,-3 14 25 0 0,-1 1 0 0 0,0-1 0 0 0,0 1 0 0 0,0-1 0 0 0,0 0 0 0 0,0 1 1 0 0,0-1-1 0 0,-1 1 0 0 0,1-1 0 0 0,0 1 0 0 0,-1-1 0 0 0,1 1 0 0 0,-1-1 0 0 0,0 1 0 0 0,1-1 0 0 0,-1 1 0 0 0,0 0 0 0 0,0-1 0 0 0,0 1 0 0 0,0 0 0 0 0,-2-2 0 0 0,1 1 20 0 0,-1 0 0 0 0,1 1 0 0 0,-1-1 0 0 0,1 1 0 0 0,-1 0-1 0 0,0 0 1 0 0,0 0 0 0 0,1 0 0 0 0,-1 1 0 0 0,0-1-1 0 0,-3 0 1 0 0,-5 1 67 0 0,1 0 0 0 0,-1 0 0 0 0,0 1 0 0 0,1 0 1 0 0,-17 4-1 0 0,5 2 8 0 0,1 0-1 0 0,0 2 1 0 0,0 1 0 0 0,0 0 0 0 0,2 2 0 0 0,-1 0 0 0 0,1 1 0 0 0,-30 27 0 0 0,15-8-90 0 0,2 1 0 0 0,1 2 0 0 0,-36 52 0 0 0,62-80-25 0 0,0 1 1 0 0,0-1 0 0 0,0 1-1 0 0,1 1 1 0 0,0-1-1 0 0,1 1 1 0 0,-4 12 0 0 0,7-18 25 0 0,-1-1 1 0 0,1 1 0 0 0,0 0-1 0 0,0-1 1 0 0,0 1 0 0 0,0-1 0 0 0,0 1-1 0 0,1-1 1 0 0,-1 1 0 0 0,1 0-1 0 0,0-1 1 0 0,0 1 0 0 0,-1-1-1 0 0,2 0 1 0 0,-1 1 0 0 0,0-1 0 0 0,0 0-1 0 0,1 0 1 0 0,-1 0 0 0 0,1 0-1 0 0,0 0 1 0 0,-1 0 0 0 0,1 0-1 0 0,0 0 1 0 0,0-1 0 0 0,0 1 0 0 0,0-1-1 0 0,1 1 1 0 0,-1-1 0 0 0,4 2-1 0 0,8 3 47 0 0,1-1 0 0 0,0-1 0 0 0,-1 0 0 0 0,1 0 0 0 0,0-2-1 0 0,1 0 1 0 0,-1 0 0 0 0,0-2 0 0 0,22-1 0 0 0,4-2-24 0 0,0-2 1 0 0,51-14-1 0 0,-57 10-77 0 0,-1-2 0 0 0,0-1 0 0 0,50-25 0 0 0,-62 25-1486 0 0,28-21 0 0 0,-32 19-5591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8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244 824 5065 0 0,'-29'10'10636'0'0,"26"-9"-10005"0"0,-1-1-1 0 0,1 1 1 0 0,-1 0-1 0 0,1 1 1 0 0,-1-1 0 0 0,1 1-1 0 0,-5 2 1 0 0,-12 9-372 0 0,-1-2 0 0 0,0 0 1 0 0,-31 10-1 0 0,-17 9-19 0 0,253-104-210 0 0,-67 31-174 0 0,57-24 7 0 0,2 7 0 0 0,256-50 0 0 0,-95 47 624 0 0,381-83 1113 0 0,-38-49-748 0 0,-602 168-780 0 0,-20 8-120 0 0,-2-2 0 0 0,67-35 0 0 0,-94 35 144 0 0,-28 20-215 0 0,0 1-1 0 0,0-1 0 0 0,0 0 1 0 0,0 0-1 0 0,0 0 0 0 0,0 0 1 0 0,0 0-1 0 0,-1 0 0 0 0,1 0 1 0 0,0 0-1 0 0,-1 0 0 0 0,1 0 1 0 0,-1 0-1 0 0,1 0 0 0 0,-1 0 1 0 0,0 0-1 0 0,1-1 0 0 0,-1 1 1 0 0,0 0-1 0 0,0 0 0 0 0,0 0 1 0 0,0-1-1 0 0,0 1 0 0 0,0 0 1 0 0,0-2-1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36 216 2304 0 0,'-5'5'-1411'0'0,"-9"6"1609"0"0,-1 10 5817 0 0,14-20-5751 0 0,1-1 0 0 0,0 1 0 0 0,0-1 0 0 0,-1 1 1 0 0,1 0-1 0 0,0-1 0 0 0,0 1 0 0 0,0 0 1 0 0,0-1-1 0 0,0 1 0 0 0,0 0 0 0 0,0-1 0 0 0,0 1 1 0 0,1 0-1 0 0,-1-1 0 0 0,0 1 0 0 0,0 0 0 0 0,0-1 1 0 0,1 1-1 0 0,-1 0 0 0 0,2 0 42 0 0,-1 1 1 0 0,0-1-1 0 0,0 0 1 0 0,0 0-1 0 0,1 0 0 0 0,-1 0 1 0 0,0-1-1 0 0,1 1 1 0 0,-1 0-1 0 0,1 0 0 0 0,-1-1 1 0 0,1 1-1 0 0,2 0 1 0 0,7 1 86 0 0,1 0 1 0 0,-1 0 0 0 0,1-1 0 0 0,0-1-1 0 0,-1 0 1 0 0,1 0 0 0 0,0-1 0 0 0,-1-1 0 0 0,1 0-1 0 0,-1 0 1 0 0,1-2 0 0 0,-1 1 0 0 0,13-6-1 0 0,-1-2-361 0 0,0 0 0 0 0,-1-1-1 0 0,0-1 1 0 0,-1-2 0 0 0,20-16-1 0 0,-32 23-74 0 0,5-3-191 0 0,0-2 0 0 0,16-17 1 0 0,-27 27 87 0 0,-1 0 1 0 0,1 0 0 0 0,-1-1-1 0 0,0 1 1 0 0,0 0 0 0 0,0-1 0 0 0,0 1-1 0 0,-1-1 1 0 0,1 0 0 0 0,-1 0 0 0 0,0 0-1 0 0,0 1 1 0 0,0-1 0 0 0,-1 0 0 0 0,1 0-1 0 0,-1-8 1 0 0,0 10 5 0 0,0 1 0 0 0,-1-1-1 0 0,1 0 1 0 0,-1 1 0 0 0,1-1-1 0 0,-1 1 1 0 0,0-1 0 0 0,1 0-1 0 0,-1 1 1 0 0,0 0 0 0 0,0-1 0 0 0,0 1-1 0 0,0-1 1 0 0,0 1 0 0 0,-1 0-1 0 0,1 0 1 0 0,0 0 0 0 0,0 0-1 0 0,-1 0 1 0 0,-2-2 0 0 0,1 2-60 0 0,0-1 0 0 0,-1 1-1 0 0,1 0 1 0 0,-1 0 0 0 0,0 0 0 0 0,1 1 0 0 0,-1-1 0 0 0,0 1 0 0 0,-4 0 0 0 0,-5 1 11 0 0,-1 0 0 0 0,1 1 1 0 0,0 0-1 0 0,-15 6 1 0 0,7-2 664 0 0,1 0 0 0 0,0 2 1 0 0,0 0-1 0 0,1 2 0 0 0,1 0 0 0 0,-1 1 1 0 0,1 0-1 0 0,-18 17 0 0 0,28-21-235 0 0,1 1-1 0 0,-1 0 1 0 0,1 0-1 0 0,1 1 0 0 0,0-1 1 0 0,0 2-1 0 0,0-1 1 0 0,1 1-1 0 0,1-1 0 0 0,-1 1 1 0 0,2 0-1 0 0,-1 1 0 0 0,2-1 1 0 0,-1 1-1 0 0,1-1 1 0 0,1 1-1 0 0,-1 21 0 0 0,2-10-94 0 0,1 1-1 0 0,1 0 0 0 0,1-1 1 0 0,1 0-1 0 0,1 0 0 0 0,1 0 0 0 0,14 34 1 0 0,-15-45-105 0 0,0-1 1 0 0,0 0-1 0 0,1-1 0 0 0,0 1 1 0 0,1-1-1 0 0,0 0 0 0 0,1-1 1 0 0,0 0-1 0 0,0 0 1 0 0,0-1-1 0 0,1 0 0 0 0,0 0 1 0 0,1-1-1 0 0,0 0 0 0 0,-1-1 1 0 0,22 9-1 0 0,-19-10-47 0 0,-1-1-1 0 0,0 0 1 0 0,1-1-1 0 0,-1 0 1 0 0,1-1-1 0 0,0 0 1 0 0,-1-1-1 0 0,1 0 1 0 0,0-1-1 0 0,-1 0 1 0 0,1-1-1 0 0,0 0 1 0 0,-1-1-1 0 0,19-7 0 0 0,-13 3-236 0 0,-1-1 0 0 0,0-1 0 0 0,0-1-1 0 0,-1 0 1 0 0,-1-1 0 0 0,1-1 0 0 0,-2 0-1 0 0,22-25 1 0 0,33-42-3182 0 0,-34 38-3346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1 206 920 0 0,'3'-3'475'0'0,"1"1"1"0"0,0-1-1 0 0,0 1 0 0 0,0 0 0 0 0,1 0 1 0 0,-1 0-1 0 0,1 0 0 0 0,-1 1 1 0 0,1 0-1 0 0,4-1 0 0 0,48-5 4845 0 0,-51 7-4737 0 0,1 0 0 0 0,-1 0 0 0 0,1 0 0 0 0,-1 1 0 0 0,0 0 0 0 0,0 0 0 0 0,1 1 0 0 0,-1 0 0 0 0,0 0 0 0 0,0 0 0 0 0,5 4 0 0 0,-6-3-252 0 0,0 0 0 0 0,0 1 0 0 0,0-1 0 0 0,-1 1 0 0 0,1 0 0 0 0,-1 0 1 0 0,0 1-1 0 0,0-1 0 0 0,-1 1 0 0 0,5 8 0 0 0,-4-6-237 0 0,0 1 0 0 0,-1 0 0 0 0,0 0 0 0 0,-1 0 0 0 0,0 0 0 0 0,0 0 0 0 0,0 1 0 0 0,-1-1 0 0 0,-1 0 0 0 0,1 1 0 0 0,-2-1 0 0 0,1 1 0 0 0,-1-1 0 0 0,0 1 0 0 0,0-1 0 0 0,-6 15 0 0 0,-17 26-178 0 0,19-39-120 0 0,8-14-188 0 0,39-63-2408 0 0,-4-2 0 0 0,-3-2 0 0 0,38-106 0 0 0,-73 176 2773 0 0,13-41-1032 0 0,-15 15 6757 0 0,-4 34-3655 0 0,-3 10-224 0 0,7-10-1636 0 0,-1 0-1 0 0,2 1 1 0 0,-1-1 0 0 0,1 1 0 0 0,0-1 0 0 0,1 1 0 0 0,0-1 0 0 0,0 1 0 0 0,0-1 0 0 0,1 1 0 0 0,0-1 0 0 0,1 0 0 0 0,-1 1-1 0 0,1-1 1 0 0,1 0 0 0 0,0 0 0 0 0,4 10 0 0 0,-1-7-401 0 0,0 0 0 0 0,0 0 0 0 0,1 0 1 0 0,10 10-1 0 0,-6-9-1736 0 0,0-1 0 0 0,23 18 1 0 0,-9-12-5197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8:59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42 15667 0 0,'-9'6'623'0'0,"-5"4"381"0"0,16-7-110 0 0,10 0 618 0 0,7-2-835 0 0,1-1 0 0 0,-1-1 0 0 0,1 0 1 0 0,26-6-1 0 0,-22 1-1120 0 0,0-1 0 0 0,0 0 1 0 0,25-14-1 0 0,-18 7-7197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16131 0 0,'0'2'185'0'0,"-1"0"0"0"0,0 0-1 0 0,1 1 1 0 0,0-1-1 0 0,-1 0 1 0 0,1 1-1 0 0,0-1 1 0 0,0 0-1 0 0,1 1 1 0 0,-1-1 0 0 0,0 0-1 0 0,1 0 1 0 0,-1 1-1 0 0,1-1 1 0 0,0 0-1 0 0,0 0 1 0 0,0 0-1 0 0,1 3 1 0 0,29 45 2804 0 0,-11-18-2560 0 0,-3 6-9 0 0,-1 2 0 0 0,-3 0 0 0 0,16 78 0 0 0,11 34-813 0 0,-29-121-41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107 268 9218 0 0,'0'0'54'0'0,"0"0"0"0"0,0 0 0 0 0,-1 0 0 0 0,1 0 0 0 0,0 0 0 0 0,0 0 0 0 0,-1 0 0 0 0,1 0 0 0 0,0 1 0 0 0,0-1 0 0 0,-1 0 0 0 0,1 0 0 0 0,0 0 0 0 0,0 0 0 0 0,0 1 0 0 0,-1-1 0 0 0,1 0 0 0 0,0 0 0 0 0,0 0 0 0 0,0 1 0 0 0,0-1 0 0 0,0 0 0 0 0,-1 0 0 0 0,1 1 0 0 0,0-1-1 0 0,0 0 1 0 0,0 0 0 0 0,0 1 0 0 0,0-1 0 0 0,0 0 0 0 0,0 1 0 0 0,0-1 0 0 0,0 0 0 0 0,0 0 0 0 0,0 1 0 0 0,0-1 0 0 0,0 0 0 0 0,0 0 0 0 0,0 1 0 0 0,0-1 0 0 0,0 0 0 0 0,1 1 0 0 0,-1-1 0 0 0,0 0 0 0 0,0 0 0 0 0,0 0 0 0 0,0 1 0 0 0,0-1 0 0 0,1 0 0 0 0,-1 0 0 0 0,0 1 0 0 0,0-1 0 0 0,0 0 0 0 0,1 0 0 0 0,21-1 3295 0 0,28-12 1039 0 0,-24 2-3336 0 0,-1-1 0 0 0,30-18 0 0 0,-32 15-1014 0 0,0-1-1 0 0,-1 0 1 0 0,-1-2 0 0 0,29-31 0 0 0,-48 47-38 0 0,0 0 0 0 0,0 0 1 0 0,-1 0-1 0 0,1 0 0 0 0,-1 0 0 0 0,1-1 1 0 0,-1 1-1 0 0,0 0 0 0 0,0-1 0 0 0,0 1 1 0 0,0 0-1 0 0,-1-1 0 0 0,1 1 0 0 0,-1-1 1 0 0,1 1-1 0 0,-1-1 0 0 0,0 0 0 0 0,0 1 1 0 0,0-1-1 0 0,0 1 0 0 0,0-1 0 0 0,-1 1 1 0 0,-1-6-1 0 0,1 6-3 0 0,0-1 0 0 0,-1 1-1 0 0,1 0 1 0 0,-1 0 0 0 0,0 0 0 0 0,0 0 0 0 0,0 0 0 0 0,0 0-1 0 0,0 0 1 0 0,0 0 0 0 0,0 1 0 0 0,0-1 0 0 0,-1 1 0 0 0,1 0 0 0 0,-1 0-1 0 0,1 0 1 0 0,-1 0 0 0 0,1 0 0 0 0,-1 0 0 0 0,0 1 0 0 0,1-1-1 0 0,-5 0 1 0 0,-7 1-28 0 0,1-1-1 0 0,-1 2 1 0 0,1 0-1 0 0,0 0 1 0 0,0 1-1 0 0,-21 7 1 0 0,-75 29-154 0 0,96-33 184 0 0,1 1 0 0 0,-1 0 0 0 0,1 1 1 0 0,1 1-1 0 0,-1 0 0 0 0,1 0 0 0 0,1 1 0 0 0,0 0 1 0 0,-17 20-1 0 0,23-24 2 0 0,1-1 1 0 0,0 1-1 0 0,0 0 1 0 0,0 0-1 0 0,1 0 1 0 0,-1 1-1 0 0,1-1 1 0 0,0 0-1 0 0,1 1 1 0 0,0-1-1 0 0,-1 1 1 0 0,2 0-1 0 0,-1 0 1 0 0,1-1-1 0 0,0 1 1 0 0,0 0-1 0 0,0 0 1 0 0,1-1-1 0 0,0 1 1 0 0,0 0-1 0 0,0-1 0 0 0,1 1 1 0 0,0-1-1 0 0,0 1 1 0 0,0-1-1 0 0,4 6 1 0 0,1 1 66 0 0,0 0 1 0 0,1 0-1 0 0,0-1 0 0 0,1 0 1 0 0,0 0-1 0 0,1-1 1 0 0,0 0-1 0 0,0-1 0 0 0,1 0 1 0 0,1 0-1 0 0,13 6 1 0 0,-18-10-49 0 0,1-2 0 0 0,0 1 0 0 0,1-2 0 0 0,-1 1-1 0 0,1-1 1 0 0,-1 0 0 0 0,1 0 0 0 0,0-1 0 0 0,-1 0 0 0 0,1-1 0 0 0,0 0 0 0 0,0-1 0 0 0,-1 1 0 0 0,1-2 0 0 0,0 1 0 0 0,-1-1 0 0 0,1 0 0 0 0,15-7 0 0 0,-4 0-204 0 0,0-1 0 0 0,-1-1 0 0 0,0 0 0 0 0,-1-1 0 0 0,33-29 0 0 0,-22 12-160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0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0 156 13827 0 0,'53'-12'2798'0'0,"-1"-3"0"0"0,78-33 0 0 0,-109 39-3142 0 0,-1-1 1 0 0,0-1 0 0 0,-1-1 0 0 0,22-17-1 0 0,-27 19 324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1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9218 0 0,'0'1'237'0'0,"0"0"0"0"0,0 0 1 0 0,0 0-1 0 0,0 0 0 0 0,0 0 0 0 0,0 0 1 0 0,1 0-1 0 0,-1 0 0 0 0,0 0 0 0 0,0 0 1 0 0,1 0-1 0 0,-1-1 0 0 0,1 1 0 0 0,-1 0 1 0 0,1 0-1 0 0,-1 0 0 0 0,1-1 0 0 0,0 1 1 0 0,-1 0-1 0 0,1-1 0 0 0,0 1 0 0 0,-1 0 0 0 0,2 0 1 0 0,22 21 2364 0 0,-22-20-2144 0 0,65 56 3250 0 0,35 26-3206 0 0,-69-62-1597 0 0,-16-13-36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39:01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1 15203 0 0,'-2'30'4995'0'0,"-5"-1"-4396"0"0,-2 0 1 0 0,-1-1 0 0 0,-1 0 0 0 0,-2-1 0 0 0,-15 26-1 0 0,1-1-385 0 0,-58 129-275 0 0,59-122-339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1140 0 1376 0 0,'5'6'7642'0'0,"-42"1"-5170"0"0,-44 12 0 0 0,-27 5-1111 0 0,-455 43 2309 0 0,520-65-3200 0 0,0 3 0 0 0,-51 11 0 0 0,73-11-612 0 0,0 1 0 0 0,0 1 0 0 0,1 1 0 0 0,0 1 0 0 0,0 0 0 0 0,-23 16 0 0 0,43-24 51 0 0,-1-1 0 0 0,0 0 0 0 0,1 1 0 0 0,-1-1-1 0 0,0 1 1 0 0,1-1 0 0 0,-1 1 0 0 0,1-1-1 0 0,-1 1 1 0 0,1 0 0 0 0,-1-1 0 0 0,1 1-1 0 0,-1 0 1 0 0,1-1 0 0 0,-1 1 0 0 0,1 0 0 0 0,0-1-1 0 0,0 1 1 0 0,-1 1 0 0 0,1-2-83 0 0,1 1 0 0 0,-1-1-1 0 0,0 1 1 0 0,0-1 0 0 0,1 1 0 0 0,-1-1 0 0 0,0 1 0 0 0,1-1 0 0 0,0 2-523 0 0,0-2 523 0 0,-1 0 0 0 0,1 0 0 0 0,-1 1-1 0 0,1-1 1 0 0,-1 0 0 0 0,1 0 0 0 0,-1 1 0 0 0,1-1 0 0 0,-1 0 0 0 0,1 0-1 0 0,-1 0 1 0 0,1 0 0 0 0,-1 0 0 0 0,1 0 0 0 0,0 0 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09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0 4145 0 0,'-23'1'1510'0'0,"0"1"1"0"0,-29 12 3026 0 0,92 0-3101 0 0,-34-12-1337 0 0,0 1 1 0 0,-1 0 0 0 0,1 0-1 0 0,0 0 1 0 0,-1 1 0 0 0,1-1-1 0 0,-1 2 1 0 0,0-1 0 0 0,-1 0-1 0 0,1 1 1 0 0,-1 0 0 0 0,0 0-1 0 0,0 0 1 0 0,0 1 0 0 0,-1-1-1 0 0,0 1 1 0 0,5 9 0 0 0,-7-11 4 0 0,1 0 0 0 0,-1 0-1 0 0,0 0 1 0 0,0 0 0 0 0,0 0 0 0 0,0 0 0 0 0,0 0 0 0 0,-1 0 0 0 0,0 1 0 0 0,0-1 0 0 0,0 0 0 0 0,-1 0 0 0 0,1 0 0 0 0,-1 0 0 0 0,0 0-1 0 0,0 0 1 0 0,0 0 0 0 0,-1 0 0 0 0,1 0 0 0 0,-1 0 0 0 0,0 0 0 0 0,0-1 0 0 0,0 1 0 0 0,-1-1 0 0 0,1 0 0 0 0,-1 0 0 0 0,0 1 0 0 0,-3 1 0 0 0,-11 8-347 0 0,-1-1 1 0 0,-35 18 0 0 0,47-27-196 0 0,-20 11-5590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0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0,'5'13'7613'0'0,"7"11"-5157"0"0,15 34-1421 0 0,-13-3-389 0 0,-1 0 1 0 0,6 77-1 0 0,-10-66-1089 0 0,-8-27-1178 0 0,-1-37 1101 0 0,-1 0 0 0 0,1-1 0 0 0,-1 1-1 0 0,1 0 1 0 0,-1-1 0 0 0,0 1-1 0 0,1 0 1 0 0,-1-1 0 0 0,0 1 0 0 0,0-1-1 0 0,0 1 1 0 0,-1 0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3225 0 0,'2'-7'132'0'0,"1"1"0"0"0,-1 0 1 0 0,1 0-1 0 0,0 0 0 0 0,0 1 0 0 0,0-1 1 0 0,1 1-1 0 0,0-1 0 0 0,0 1 1 0 0,9-7-1 0 0,-4 2 687 0 0,1 2 0 0 0,0 0 0 0 0,1 0 0 0 0,16-9 0 0 0,-23 14-560 0 0,1 1 0 0 0,0 0 0 0 0,0 0 0 0 0,0 1 0 0 0,1 0 0 0 0,-1 0 0 0 0,0 0 0 0 0,0 0 0 0 0,1 1 0 0 0,-1 0 0 0 0,0 0 0 0 0,1 0 0 0 0,-1 1 0 0 0,8 1 0 0 0,-10-1-171 0 0,0-1 0 0 0,-1 1-1 0 0,1 0 1 0 0,0 0 0 0 0,0 1-1 0 0,-1-1 1 0 0,1 1 0 0 0,-1-1-1 0 0,0 1 1 0 0,1 0 0 0 0,-1 0-1 0 0,0 0 1 0 0,0 0 0 0 0,0 0-1 0 0,0 0 1 0 0,-1 0 0 0 0,1 1-1 0 0,0-1 1 0 0,-1 1 0 0 0,0-1-1 0 0,1 1 1 0 0,-1 0 0 0 0,0-1 0 0 0,-1 1-1 0 0,1 0 1 0 0,0 0 0 0 0,0 5-1 0 0,-1 0-2 0 0,0 0 1 0 0,0 0-1 0 0,-1 0 0 0 0,0 0 0 0 0,0 0 1 0 0,0 0-1 0 0,-1 0 0 0 0,-1-1 0 0 0,-3 11 0 0 0,-4 1-466 0 0,0 0 0 0 0,-15 22 0 0 0,15-25-392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9674 0 0,'4'2'183'0'0,"-1"0"0"0"0,0 0 0 0 0,0 1 0 0 0,0-1 0 0 0,0 1 0 0 0,0 0-1 0 0,-1 0 1 0 0,1 0 0 0 0,-1 0 0 0 0,0 0 0 0 0,0 1 0 0 0,0-1 0 0 0,0 1 0 0 0,-1-1 0 0 0,1 1 0 0 0,-1-1 0 0 0,0 1 0 0 0,0 0-1 0 0,1 6 1 0 0,0 9 128 0 0,0-1 0 0 0,-3 37-1 0 0,1-28-2613 0 0,-3-40 819 0 0,1 2 1473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6913 0 0,'-4'0'305'0'0,"1"0"63"0"0,2 0-296 0 0,1 1-72 0 0,0 1 0 0 0,1 0-288 0 0,1 2-81 0 0,1 3-15 0 0,-1 5 0 0 0,3 0-56 0 0,-1 2-8 0 0,3-1-8 0 0,-2 1 0 0 0,2 0 352 0 0,2-2 104 0 0,-1 1 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6913 0 0,'4'0'203'0'0,"-1"0"0"0"0,0 1-1 0 0,1-1 1 0 0,-1 0-1 0 0,0 1 1 0 0,0 0-1 0 0,1 0 1 0 0,-1 0-1 0 0,0 0 1 0 0,0 0-1 0 0,0 0 1 0 0,0 1-1 0 0,0 0 1 0 0,-1-1-1 0 0,1 1 1 0 0,0 0 0 0 0,-1 1-1 0 0,1-1 1 0 0,3 4-1 0 0,7 9 1960 0 0,23 28 0 0 0,-36-42-2088 0 0,40 57 1434 0 0,-1 0-2932 0 0,-9-22-4415 0 0,-23-29 3810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1.8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4 4609 0 0,'-1'-1'187'0'0,"0"1"1"0"0,1 0-1 0 0,-1-1 1 0 0,0 1-1 0 0,0 0 1 0 0,0-1-1 0 0,0 1 1 0 0,1 0-1 0 0,-1 0 0 0 0,0 0 1 0 0,0 0-1 0 0,0 0 1 0 0,0 0-1 0 0,0 0 1 0 0,1 0-1 0 0,-1 0 1 0 0,0 0-1 0 0,0 0 1 0 0,0 1-1 0 0,0-1 0 0 0,0 0 1 0 0,1 1-1 0 0,-2 0 1 0 0,-20 17 2519 0 0,-12 30-95 0 0,31-44-2368 0 0,-13 24 346 0 0,0 0-1 0 0,-18 49 1 0 0,29-64-1172 0 0,1 0 0 0 0,0 1 0 0 0,1-1 0 0 0,0 1 0 0 0,1 0 0 0 0,1-1 0 0 0,0 1 0 0 0,2 23 0 0 0,2-23 137 0 0,2-5 314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48 241 10594 0 0,'2'0'77'0'0,"0"-1"-1"0"0,-1 1 0 0 0,1-1 0 0 0,-1 0 1 0 0,1 1-1 0 0,-1-1 0 0 0,1 0 1 0 0,-1 0-1 0 0,1 0 0 0 0,-1 0 1 0 0,0-1-1 0 0,0 1 0 0 0,0 0 0 0 0,1 0 1 0 0,-1-1-1 0 0,0 1 0 0 0,-1-1 1 0 0,1 1-1 0 0,0-1 0 0 0,0 1 0 0 0,0-3 1 0 0,13-36 1453 0 0,-12 26-1450 0 0,0 0 0 0 0,-1 0 0 0 0,-1 0-1 0 0,-1-17 1 0 0,1 25-86 0 0,-1 1 0 0 0,1-1 0 0 0,-2 1 0 0 0,1-1 0 0 0,-1 1 0 0 0,1 0 0 0 0,-1-1 0 0 0,-1 1 0 0 0,1 0 0 0 0,-1 0 0 0 0,0 1 0 0 0,0-1 0 0 0,-6-6 0 0 0,9 10 6 0 0,-1 0 1 0 0,0 1 0 0 0,0-1-1 0 0,0 0 1 0 0,1 1 0 0 0,-1-1 0 0 0,0 0-1 0 0,0 1 1 0 0,0 0 0 0 0,0-1-1 0 0,0 1 1 0 0,0-1 0 0 0,0 1-1 0 0,0 0 1 0 0,0 0 0 0 0,0 0 0 0 0,0 0-1 0 0,0-1 1 0 0,-1 1 0 0 0,1 1-1 0 0,0-1 1 0 0,0 0 0 0 0,0 0-1 0 0,0 0 1 0 0,0 0 0 0 0,0 1 0 0 0,0-1-1 0 0,0 1 1 0 0,0-1 0 0 0,0 0-1 0 0,0 1 1 0 0,0 0 0 0 0,0-1-1 0 0,1 1 1 0 0,-1 0 0 0 0,0-1 0 0 0,0 1-1 0 0,1 0 1 0 0,-1 0 0 0 0,0-1-1 0 0,1 1 1 0 0,-2 2 0 0 0,0 0-17 0 0,-1 1 1 0 0,1-1 0 0 0,0 1 0 0 0,0 0-1 0 0,0 0 1 0 0,0 0 0 0 0,1 0 0 0 0,0 0-1 0 0,-2 6 1 0 0,3-7-5 0 0,-1 1 0 0 0,1-1 1 0 0,0 1-1 0 0,0-1 0 0 0,0 1 0 0 0,0-1 0 0 0,0 1 0 0 0,1-1 1 0 0,0 0-1 0 0,0 1 0 0 0,0-1 0 0 0,0 1 0 0 0,0-1 0 0 0,0 0 1 0 0,1 0-1 0 0,0 0 0 0 0,0 0 0 0 0,0 0 0 0 0,0 0 1 0 0,0 0-1 0 0,0-1 0 0 0,1 1 0 0 0,4 3 0 0 0,-2-3-5 0 0,-1-1-1 0 0,0 0 0 0 0,0 0 1 0 0,1 0-1 0 0,-1-1 0 0 0,1 0 1 0 0,0 0-1 0 0,-1 0 0 0 0,1 0 1 0 0,0-1-1 0 0,0 0 0 0 0,-1 1 1 0 0,1-2-1 0 0,0 1 0 0 0,0-1 1 0 0,-1 1-1 0 0,7-3 0 0 0,30-11-1495 0 0,-19 6-2677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2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10250 0 0,'-7'16'632'0'0,"0"1"0"0"0,2-1 0 0 0,0 1 0 0 0,1 0 1 0 0,0 1-1 0 0,2-1 0 0 0,0 1 0 0 0,1 27 0 0 0,3 17 470 0 0,12 67-1 0 0,-7-77-623 0 0,20 132-747 0 0,-19-143-6247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6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61 5369 0 0,'-1'1'575'0'0,"1"-1"-504"0"0,0 0 1 0 0,0 0 0 0 0,0 1 0 0 0,0-1 0 0 0,-1 0 0 0 0,1 0-1 0 0,0 0 1 0 0,0 1 0 0 0,0-1 0 0 0,0 0 0 0 0,2 4 1723 0 0,-1-4-1723 0 0,-1 0 0 0 0,0 0-1 0 0,0 0 1 0 0,0 0 0 0 0,0 1 0 0 0,1-1 0 0 0,-1 0 0 0 0,0 0-1 0 0,0 0 1 0 0,0 0 0 0 0,1 0 0 0 0,-1 0 0 0 0,0 0-1 0 0,0 0 1 0 0,0 0 0 0 0,1 0 0 0 0,-1 0 0 0 0,27 2 1838 0 0,45-6-967 0 0,-54 3-102 0 0,25 1 238 0 0,62 7-1 0 0,-75-3-1174 0 0,1-2 1 0 0,-1 0-1 0 0,1-3 1 0 0,51-6-1 0 0,36-20 518 0 0,-62 13-102 0 0,80-10 0 0 0,-44 17 233 0 0,112 7 1 0 0,232 2 2090 0 0,-418-1-2488 0 0,0 1 0 0 0,0 1-1 0 0,0 0 1 0 0,0 2 0 0 0,-1 0 0 0 0,1 0-1 0 0,-1 2 1 0 0,17 9 0 0 0,-30-15-170 0 0,0 1 0 0 0,1-1 0 0 0,0 0 0 0 0,-1 0 0 0 0,1-1 0 0 0,-1 1 0 0 0,1-1 0 0 0,0 0 0 0 0,-1 0 0 0 0,1 0 1 0 0,0-1-1 0 0,-1 0 0 0 0,1 0 0 0 0,-1 0 0 0 0,1 0 0 0 0,-1-1 0 0 0,8-3 0 0 0,21-16-3381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0:19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 2705 0 0,'-6'-1'314'0'0,"0"0"1"0"0,-1 0-1 0 0,1 1 1 0 0,0 0 0 0 0,0 0-1 0 0,0 0 1 0 0,-1 1 0 0 0,1 0-1 0 0,0 0 1 0 0,0 1-1 0 0,-11 3 1 0 0,75 5 4833 0 0,117 21-559 0 0,-73-12-3998 0 0,-54-9-501 0 0,1-1 1 0 0,0-2-1 0 0,0-3 0 0 0,90-3 1 0 0,-19-17 374 0 0,70-4 686 0 0,298 24-57 0 0,-399-6-648 0 0,156-23 1 0 0,-63 3 479 0 0,23 18-6 0 0,-176-5-2496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0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220 280 2761 0 0,'-1'-14'813'0'0,"0"1"1"0"0,0-1 0 0 0,-1 0 0 0 0,-1 1 0 0 0,-9-26 0 0 0,11 35-484 0 0,0 0 0 0 0,-1-1-1 0 0,0 1 1 0 0,0 0 0 0 0,0 0 0 0 0,-1 0 0 0 0,1 0 0 0 0,-1 1-1 0 0,0-1 1 0 0,0 1 0 0 0,0-1 0 0 0,0 1 0 0 0,0 0 0 0 0,-1 1 0 0 0,0-1-1 0 0,1 0 1 0 0,-1 1 0 0 0,0 0 0 0 0,0 0 0 0 0,-1 0 0 0 0,-5-2 0 0 0,7 4-147 0 0,0-1 1 0 0,0 1 0 0 0,-1 0-1 0 0,1-1 1 0 0,0 1 0 0 0,0 1-1 0 0,0-1 1 0 0,0 0 0 0 0,-1 1-1 0 0,1 0 1 0 0,0 0 0 0 0,0 0-1 0 0,0 0 1 0 0,0 0 0 0 0,1 0-1 0 0,-1 1 1 0 0,-4 2 0 0 0,3 0-50 0 0,0-1-1 0 0,1 1 1 0 0,-1 0 0 0 0,1-1 0 0 0,0 2-1 0 0,0-1 1 0 0,0 0 0 0 0,0 1 0 0 0,-3 8 0 0 0,0 6-54 0 0,0-1 0 0 0,1 1 1 0 0,1 0-1 0 0,-3 30 1 0 0,4-23-48 0 0,2 0-1 0 0,0 0 1 0 0,1 0-1 0 0,2 0 1 0 0,0 0 0 0 0,12 46-1 0 0,-11-63-21 0 0,0 1 0 0 0,0-1 0 0 0,1-1 0 0 0,1 1 0 0 0,-1-1 0 0 0,1 1 0 0 0,1-1-1 0 0,-1-1 1 0 0,10 11 0 0 0,-9-13 13 0 0,-1-1-1 0 0,1 1 1 0 0,0-1-1 0 0,0 0 0 0 0,0 0 1 0 0,1-1-1 0 0,-1 1 1 0 0,1-1-1 0 0,0-1 1 0 0,0 0-1 0 0,0 0 1 0 0,0 0-1 0 0,13 1 0 0 0,-10-2 42 0 0,1-1-1 0 0,-1 1 0 0 0,1-2 0 0 0,0 0 1 0 0,-1 0-1 0 0,1-1 0 0 0,-1 0 0 0 0,0-1 1 0 0,0 0-1 0 0,0-1 0 0 0,0 0 0 0 0,0 0 1 0 0,-1-1-1 0 0,0 0 0 0 0,0-1 0 0 0,0 0 1 0 0,-1 0-1 0 0,1-1 0 0 0,-2 0 0 0 0,9-9 1 0 0,-8 6-15 0 0,1 0 1 0 0,-2-1 0 0 0,1 0-1 0 0,-2-1 1 0 0,1 1 0 0 0,-1-1 0 0 0,-1 0-1 0 0,0-1 1 0 0,-1 1 0 0 0,-1-1-1 0 0,1 0 1 0 0,-2 0 0 0 0,0 0-1 0 0,-1-1 1 0 0,0-21 0 0 0,-3 5 53 0 0,-1 0 0 0 0,-1 0 1 0 0,-2 0-1 0 0,-10-31 0 0 0,11 45-85 0 0,-1 1-1 0 0,0-1 0 0 0,-1 2 0 0 0,0-1 1 0 0,-1 1-1 0 0,-1 0 0 0 0,-1 0 0 0 0,1 1 1 0 0,-15-14-1 0 0,0 11-314 0 0,6 13-6007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1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2 126 11979 0 0,'0'-1'154'0'0,"-1"0"0"0"0,1 0 0 0 0,0 1 0 0 0,0-1 0 0 0,0 0 0 0 0,0 0 0 0 0,0 0 0 0 0,0 0 0 0 0,0 1 0 0 0,0-1 0 0 0,0 0 0 0 0,0 0 0 0 0,0 0 0 0 0,0 0 0 0 0,0 0 0 0 0,1 1 0 0 0,-1-1 0 0 0,0 0 0 0 0,1 0 0 0 0,-1 1 0 0 0,1-1 0 0 0,-1 0 0 0 0,2-1 0 0 0,13-20 1180 0 0,-13 19-891 0 0,4-5-44 0 0,1 1 1 0 0,-1 0 0 0 0,1 0 0 0 0,0 0 0 0 0,1 1-1 0 0,0 0 1 0 0,12-7 0 0 0,-15 10-327 0 0,0 1-1 0 0,-1 0 1 0 0,1-1-1 0 0,0 2 1 0 0,0-1-1 0 0,0 1 1 0 0,0-1 0 0 0,1 1-1 0 0,-1 1 1 0 0,0-1-1 0 0,0 1 1 0 0,1 0 0 0 0,-1 0-1 0 0,0 1 1 0 0,8 1-1 0 0,-11-2-62 0 0,0 1 0 0 0,0 0-1 0 0,-1 0 1 0 0,1 0 0 0 0,0 0 0 0 0,-1 0-1 0 0,1 1 1 0 0,-1-1 0 0 0,1 0 0 0 0,-1 1-1 0 0,0-1 1 0 0,1 1 0 0 0,-1-1-1 0 0,0 1 1 0 0,0 0 0 0 0,0-1 0 0 0,0 1-1 0 0,-1 0 1 0 0,1 0 0 0 0,0 0-1 0 0,-1-1 1 0 0,1 1 0 0 0,-1 0 0 0 0,0 0-1 0 0,1 0 1 0 0,-1 0 0 0 0,0 0 0 0 0,0 0-1 0 0,0 0 1 0 0,-1 0 0 0 0,1 2-1 0 0,-2 10 75 0 0,0-1-1 0 0,0 1 1 0 0,-6 16-1 0 0,5-21-70 0 0,-55 149 65 0 0,37-108-37 0 0,-17 62 0 0 0,38-111-26 0 0,-1 0 0 0 0,1 1 0 0 0,-1-1 1 0 0,1 0-1 0 0,0 0 0 0 0,-1 1 0 0 0,1-1 0 0 0,0 0 0 0 0,0 1 1 0 0,0-1-1 0 0,0 1 0 0 0,0-1 0 0 0,0 0 0 0 0,0 1 1 0 0,0-1-1 0 0,1 0 0 0 0,-1 1 0 0 0,1-1 0 0 0,-1 0 0 0 0,1 0 1 0 0,-1 1-1 0 0,1-1 0 0 0,-1 0 0 0 0,3 2 0 0 0,-1-2 18 0 0,-1-1 0 0 0,1 1 0 0 0,0-1 1 0 0,-1 0-1 0 0,1 0 0 0 0,0 0 0 0 0,0 0 0 0 0,0 0 0 0 0,-1 0 0 0 0,1 0 0 0 0,0 0 0 0 0,0-1 0 0 0,-1 1 0 0 0,1-1 0 0 0,0 1 0 0 0,-1-1 0 0 0,1 0 0 0 0,-1 0 0 0 0,3-1 0 0 0,29-15 239 0 0,-1-2-1 0 0,43-33 1 0 0,-49 32-680 0 0,0 2 0 0 0,1 1 0 0 0,0 2 1 0 0,35-15-1 0 0,-43 24-5096 0 0,-2 3-1787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0 113 9674 0 0,'23'-28'5423'0'0,"17"-2"-1411"0"0,-38 28-3869 0 0,0 1 0 0 0,0 0 1 0 0,0-1-1 0 0,1 1 0 0 0,-1 0 1 0 0,0 0-1 0 0,1 1 0 0 0,-1-1 1 0 0,1 0-1 0 0,-1 1 0 0 0,1-1 1 0 0,-1 1-1 0 0,1 0 0 0 0,-1 0 1 0 0,1 0-1 0 0,-1 0 0 0 0,4 1 1 0 0,-4 0-101 0 0,-1 0 1 0 0,1 0 0 0 0,-1 0 0 0 0,1 1-1 0 0,-1-1 1 0 0,1 0 0 0 0,-1 1 0 0 0,0-1-1 0 0,0 1 1 0 0,0-1 0 0 0,0 1-1 0 0,0 0 1 0 0,0-1 0 0 0,0 1 0 0 0,-1 0-1 0 0,1 0 1 0 0,0-1 0 0 0,-1 1 0 0 0,0 0-1 0 0,1 0 1 0 0,-1 3 0 0 0,2 48 141 0 0,-2-37-80 0 0,0 2-46 0 0,1 0 1 0 0,1 0-1 0 0,1-1 1 0 0,0 1-1 0 0,11 32 1 0 0,-12-46-55 0 0,-1 0 0 0 0,1 0 0 0 0,0 0-1 0 0,0 0 1 0 0,0 0 0 0 0,1-1 0 0 0,-1 1 0 0 0,1-1 0 0 0,0 1 0 0 0,0-1 0 0 0,0 0 0 0 0,1 0 0 0 0,-1-1 0 0 0,1 1-1 0 0,-1-1 1 0 0,1 0 0 0 0,0 0 0 0 0,0 0 0 0 0,0 0 0 0 0,0 0 0 0 0,0-1 0 0 0,0 0 0 0 0,1 0 0 0 0,-1 0-1 0 0,0 0 1 0 0,1-1 0 0 0,-1 0 0 0 0,0 0 0 0 0,8-1 0 0 0,-2 0-1 0 0,1-1 1 0 0,-1-1-1 0 0,0 0 0 0 0,0 0 1 0 0,-1-1-1 0 0,1 0 0 0 0,-1-1 1 0 0,1 0-1 0 0,-2 0 0 0 0,1-1 0 0 0,0-1 1 0 0,-1 1-1 0 0,0-1 0 0 0,6-8 1 0 0,15-16-891 0 0,-2-1 1 0 0,25-39-1 0 0,-44 60 312 0 0,1-3-950 0 0,0 1 1 0 0,14-29-1 0 0,-21 35 389 0 0,1 1-1 0 0,-1-1 1 0 0,0 0-1 0 0,-1 0 1 0 0,2-10-1 0 0,-3 1-2742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2.1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67 744 0 0,'-4'-12'9'0'0,"4"9"-4"0"0,-1 0 0 0 0,0 0 0 0 0,0 0 0 0 0,0 0 0 0 0,0 0 0 0 0,0 1 0 0 0,-1-1 0 0 0,-2-3 0 0 0,3 4 612 0 0,-1 0 1 0 0,1 0-1 0 0,-1 0 1 0 0,1 0 0 0 0,-1 0-1 0 0,0 1 1 0 0,0-1 0 0 0,0 1-1 0 0,0-1 1 0 0,0 1 0 0 0,0 0-1 0 0,0-1 1 0 0,0 1 0 0 0,0 0-1 0 0,-4 0 1 0 0,5 1-377 0 0,0-1 0 0 0,0 1 0 0 0,0 1 0 0 0,0-1 0 0 0,0 0 0 0 0,0 0 0 0 0,0 0 0 0 0,0 0 0 0 0,0 1 0 0 0,0-1 0 0 0,1 0 0 0 0,-1 1 0 0 0,0-1 0 0 0,0 1 0 0 0,0-1 0 0 0,1 1 0 0 0,-1-1 0 0 0,0 1 0 0 0,0 0 0 0 0,1-1 0 0 0,-1 1 0 0 0,0 0 0 0 0,1 0 0 0 0,-1-1 0 0 0,1 1 0 0 0,-1 0 0 0 0,1 0 0 0 0,-1 0 1 0 0,1 0-1 0 0,0-1 0 0 0,0 1 0 0 0,-1 0 0 0 0,1 0 0 0 0,0 0 0 0 0,0 0 0 0 0,0 0 0 0 0,0 0 0 0 0,0 0 0 0 0,0 0 0 0 0,0 1 0 0 0,-10 230 2846 0 0,6-64-2800 0 0,-1 71-395 0 0,16-138-6860 0 0,-4-62-282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3.1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1 226 1376 0 0,'39'-20'-176'0'0,"-1"-1"0"0"0,-1-2 0 0 0,-1-2 0 0 0,47-41 0 0 0,-54 32 1447 0 0,-30-1 8922 0 0,0 35-9912 0 0,0-1 1 0 0,-1 1-34 0 0,0 0 1 0 0,0-1 0 0 0,0 1 0 0 0,0 0-1 0 0,0 0 1 0 0,0 0 0 0 0,0 0-1 0 0,0 1 1 0 0,0-1 0 0 0,0 0 0 0 0,0 1-1 0 0,1 0 1 0 0,-1-1 0 0 0,0 1 0 0 0,0 0-1 0 0,0 0 1 0 0,1 0 0 0 0,-1 0-1 0 0,1 0 1 0 0,-1 0 0 0 0,1 0 0 0 0,-1 1-1 0 0,-1 1 1 0 0,-32 34 1151 0 0,15-10-1110 0 0,1 1 0 0 0,1 1 0 0 0,-27 60 0 0 0,39-75-297 0 0,0 0-1 0 0,2 1 1 0 0,0-1-1 0 0,1 1 1 0 0,0 0-1 0 0,1 0 1 0 0,1 0-1 0 0,0 0 0 0 0,1 0 1 0 0,0 0-1 0 0,4 20 1 0 0,1-15 2 0 0,0 0 1 0 0,1 0-1 0 0,0 0 1 0 0,2-1-1 0 0,14 26 1 0 0,-19-38 28 0 0,1 0 1 0 0,1-1-1 0 0,-1 0 0 0 0,1 1 0 0 0,0-1 1 0 0,0-1-1 0 0,0 1 0 0 0,1-1 1 0 0,0 0-1 0 0,0-1 0 0 0,0 1 1 0 0,1-1-1 0 0,0 0 0 0 0,0-1 1 0 0,0 1-1 0 0,0-1 0 0 0,14 3 1 0 0,-16-5 10 0 0,0-1 1 0 0,1 0-1 0 0,-1 0 1 0 0,0-1 0 0 0,1 1-1 0 0,-1-1 1 0 0,0 0 0 0 0,0-1-1 0 0,0 1 1 0 0,0-1-1 0 0,0 0 1 0 0,0 0 0 0 0,0-1-1 0 0,0 0 1 0 0,-1 1-1 0 0,1-1 1 0 0,-1-1 0 0 0,0 1-1 0 0,0-1 1 0 0,0 0 0 0 0,-1 1-1 0 0,1-2 1 0 0,-1 1-1 0 0,0 0 1 0 0,0-1 0 0 0,4-9-1 0 0,-3 8-2 0 0,-1 0 0 0 0,0 0-1 0 0,0 0 1 0 0,0-1 0 0 0,-1 1-1 0 0,0-1 1 0 0,0 0 0 0 0,-1 0 0 0 0,0 0-1 0 0,0 0 1 0 0,-1 0 0 0 0,0 0-1 0 0,0 0 1 0 0,0 0 0 0 0,-1 1-1 0 0,0-1 1 0 0,-1 0 0 0 0,1 0 0 0 0,-1 0-1 0 0,-4-7 1 0 0,4 10-16 0 0,0-1-1 0 0,0 1 1 0 0,-1 0 0 0 0,0 1-1 0 0,0-1 1 0 0,0 0 0 0 0,0 1 0 0 0,-1 0-1 0 0,1 0 1 0 0,-1 0 0 0 0,0 0-1 0 0,0 0 1 0 0,0 1 0 0 0,0 0-1 0 0,-1 0 1 0 0,1 0 0 0 0,0 0 0 0 0,-1 0-1 0 0,1 1 1 0 0,-1 0 0 0 0,0 0-1 0 0,1 0 1 0 0,-10 1 0 0 0,7 0-34 0 0,-1 1 0 0 0,1 0-1 0 0,0 1 1 0 0,0 0 0 0 0,0 0 0 0 0,0 0 0 0 0,0 1 0 0 0,0 0 0 0 0,1 1 0 0 0,-1-1-1 0 0,1 1 1 0 0,0 0 0 0 0,0 1 0 0 0,-9 9 0 0 0,0 1-610 0 0,2 1-1 0 0,0 0 1 0 0,1 1 0 0 0,0 1 0 0 0,-17 35-1 0 0,12-16-6474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4.4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197 470 9674 0 0,'-4'-3'315'0'0,"0"1"0"0"0,0-1 0 0 0,0-1 0 0 0,0 1 1 0 0,0-1-1 0 0,0 1 0 0 0,1-1 0 0 0,0 0 0 0 0,0 0 0 0 0,0-1 0 0 0,0 1 0 0 0,1-1 0 0 0,0 1 1 0 0,-3-9-1 0 0,2 5-112 0 0,0 1 1 0 0,1-1-1 0 0,0 0 1 0 0,1 0 0 0 0,0 0-1 0 0,0-1 1 0 0,1 1-1 0 0,0-13 1 0 0,3 7-79 0 0,1-1 0 0 0,0 0-1 0 0,0 1 1 0 0,2 0 0 0 0,0 0 0 0 0,0 0 0 0 0,1 1 0 0 0,1 0 0 0 0,0 0 0 0 0,1 1 0 0 0,19-21 0 0 0,-15 18-102 0 0,1 1 1 0 0,1 1-1 0 0,1 0 1 0 0,-1 1-1 0 0,2 0 1 0 0,0 1 0 0 0,0 1-1 0 0,28-11 1 0 0,-37 18-10 0 0,0 0 0 0 0,0 1 0 0 0,0 0 0 0 0,0 0 1 0 0,0 1-1 0 0,0 0 0 0 0,1 0 0 0 0,-1 1 0 0 0,12 1 0 0 0,-17 0-19 0 0,0-1 0 0 0,0 1 0 0 0,0-1-1 0 0,-1 1 1 0 0,1 0 0 0 0,0 1 0 0 0,0-1 0 0 0,-1 0-1 0 0,1 1 1 0 0,-1-1 0 0 0,1 1 0 0 0,-1 0 0 0 0,0 0-1 0 0,1 0 1 0 0,-1 0 0 0 0,0 0 0 0 0,0 0 0 0 0,0 1-1 0 0,-1-1 1 0 0,1 1 0 0 0,-1-1 0 0 0,1 1 0 0 0,-1 0-1 0 0,0-1 1 0 0,0 1 0 0 0,0 0 0 0 0,0 0 0 0 0,-1 0-1 0 0,1 3 1 0 0,1 8-124 0 0,-1 0-1 0 0,-1 0 1 0 0,0-1 0 0 0,-1 1-1 0 0,0 0 1 0 0,-1 0 0 0 0,-7 23-1 0 0,-37 95-1068 0 0,23-74 633 0 0,-27 103 618 0 0,44-138 91 0 0,1 1 0 0 0,2 0 0 0 0,0 0 0 0 0,2 46-1 0 0,1-66-142 0 0,1 0-1 0 0,-1 0 1 0 0,1 0-1 0 0,-1 0 0 0 0,1 0 1 0 0,0 0-1 0 0,1 0 0 0 0,-1-1 1 0 0,1 1-1 0 0,0-1 0 0 0,0 1 1 0 0,0-1-1 0 0,0 1 1 0 0,0-1-1 0 0,1 0 0 0 0,-1 0 1 0 0,1 0-1 0 0,0 0 0 0 0,0-1 1 0 0,0 1-1 0 0,0-1 0 0 0,4 2 1 0 0,-3-2 29 0 0,1 0-1 0 0,-1-1 1 0 0,0 1 0 0 0,1-1 0 0 0,-1 0 0 0 0,1-1-1 0 0,-1 1 1 0 0,1-1 0 0 0,-1 0 0 0 0,1 0-1 0 0,0 0 1 0 0,-1-1 0 0 0,1 1 0 0 0,-1-1 0 0 0,1 0-1 0 0,-1-1 1 0 0,0 1 0 0 0,1-1 0 0 0,3-2 0 0 0,2-1 170 0 0,-1 0 1 0 0,0-1-1 0 0,0 0 1 0 0,0-1-1 0 0,-1 0 1 0 0,0 0-1 0 0,-1-1 1 0 0,1 0-1 0 0,-1 0 1 0 0,-1 0-1 0 0,0-1 1 0 0,0 0-1 0 0,0-1 1 0 0,-1 1-1 0 0,-1-1 1 0 0,0 0-1 0 0,0 0 1 0 0,-1 0-1 0 0,0-1 1 0 0,1-11-1 0 0,-2 14-89 0 0,-1-1-1 0 0,0 0 1 0 0,-1 1 0 0 0,0-1-1 0 0,0 1 1 0 0,-1-1-1 0 0,0 0 1 0 0,-1 1 0 0 0,1-1-1 0 0,-2 1 1 0 0,1 0 0 0 0,-1 0-1 0 0,0 0 1 0 0,-1 0-1 0 0,0 0 1 0 0,0 1 0 0 0,-1-1-1 0 0,0 1 1 0 0,0 0 0 0 0,-1 1-1 0 0,0-1 1 0 0,0 1-1 0 0,0 0 1 0 0,-1 1 0 0 0,-9-7-1 0 0,-2 2-29 0 0,-1 0 0 0 0,0 1-1 0 0,-1 0 1 0 0,0 2 0 0 0,-25-6-1 0 0,-110-17 27 0 0,107 22-100 0 0,-140-24-2229 0 0,133 23-5681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7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143 302 9674 0 0,'-143'18'10690'0'0,"215"-17"-10457"0"0,0-4-1 0 0,127-19 0 0 0,-76 6-120 0 0,395-43 433 0 0,-59 20-21 0 0,-266 25-315 0 0,351-38 409 0 0,-474 44-545 0 0,128-18 269 0 0,-163 19-290 0 0,0-2 1 0 0,0-1-1 0 0,50-22 0 0 0,-84 32-52 0 0,1-1-26 0 0,-1 1 0 0 0,1-1 1 0 0,0 0-1 0 0,0 0 0 0 0,0 0 1 0 0,-1 0-1 0 0,1 0 0 0 0,0 0 0 0 0,-1 0 1 0 0,1-1-1 0 0,-1 1 0 0 0,0 0 1 0 0,1-1-1 0 0,-1 1 0 0 0,0-1 0 0 0,1-2 1 0 0,-3 3-466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7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1 145 456 0 0,'2'-47'1257'0'0,"2"-4"3719"0"0,-2 5 9406 0 0,14 124-13433 0 0,73 439 223 0 0,-85-480-1189 0 0,10 91-218 0 0,33 133 0 0 0,-46-259 77 0 0,-1 1 1 0 0,1-1-1 0 0,0 1 0 0 0,-1 0 1 0 0,1-1-1 0 0,-1 1 1 0 0,0 0-1 0 0,0 0 0 0 0,0-1 1 0 0,0 1-1 0 0,-1 0 0 0 0,1-1 1 0 0,-1 1-1 0 0,1 0 1 0 0,-2 2-1 0 0,-2-1-1045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8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156 142 5985 0 0,'-1'-1'103'0'0,"1"0"1"0"0,0 0-1 0 0,-1 0 0 0 0,1 0 0 0 0,-1 0 1 0 0,1 1-1 0 0,-1-1 0 0 0,1 0 0 0 0,-1 0 0 0 0,1 0 1 0 0,-1 1-1 0 0,0-1 0 0 0,1 1 0 0 0,-1-1 1 0 0,0 0-1 0 0,0 1 0 0 0,0-1 0 0 0,1 1 0 0 0,-1-1 1 0 0,0 1-1 0 0,0 0 0 0 0,0-1 0 0 0,-1 1 0 0 0,1 0 15 0 0,0 1 0 0 0,-1-1 0 0 0,1 1 0 0 0,0-1 0 0 0,0 1 0 0 0,0 0 0 0 0,-1-1 0 0 0,1 1 0 0 0,0 0 0 0 0,0 0 0 0 0,0 0-1 0 0,0 0 1 0 0,0 0 0 0 0,1 0 0 0 0,-1 0 0 0 0,0 0 0 0 0,-1 3 0 0 0,-13 23 245 0 0,0 2 0 0 0,2-1-1 0 0,1 2 1 0 0,-9 38 0 0 0,11-40-57 0 0,4-8-32 0 0,-17 58 500 0 0,22-72-570 0 0,0-1 1 0 0,0 1-1 0 0,0-1 0 0 0,1 1 1 0 0,0-1-1 0 0,0 1 0 0 0,1 0 0 0 0,0-1 1 0 0,-1 0-1 0 0,2 1 0 0 0,2 8 1 0 0,-4-13-164 0 0,0-1 0 0 0,0 1 0 0 0,1 0 0 0 0,-1-1 0 0 0,0 0 0 0 0,0 1 0 0 0,1-1 1 0 0,-1 1-1 0 0,0-1 0 0 0,1 1 0 0 0,-1-1 0 0 0,0 1 0 0 0,1-1 0 0 0,-1 0 0 0 0,1 1 0 0 0,-1-1 0 0 0,1 0 1 0 0,-1 0-1 0 0,0 1 0 0 0,1-1 0 0 0,-1 0 0 0 0,1 0 0 0 0,-1 1 0 0 0,1-1 0 0 0,0 0 0 0 0,-1 0 0 0 0,1 0 1 0 0,-1 0-1 0 0,1 0 0 0 0,-1 0 0 0 0,1 0 0 0 0,-1 0 0 0 0,2 0 0 0 0,15-13 603 0 0,10-26-143 0 0,-10 1-235 0 0,-2 0-1 0 0,19-68 1 0 0,-25 72-52 0 0,1 1 0 0 0,1 0 0 0 0,2 1 0 0 0,31-54 0 0 0,-39 79-93 0 0,0 0 0 0 0,1 0 0 0 0,-1 1 0 0 0,2 0 0 0 0,-1 0 1 0 0,0 0-1 0 0,1 1 0 0 0,0 0 0 0 0,1 0 0 0 0,-1 1 0 0 0,1 0 0 0 0,8-4 1 0 0,-12 7-68 0 0,0 0 0 0 0,0-1 0 0 0,0 1 1 0 0,0 0-1 0 0,0 1 0 0 0,0-1 0 0 0,0 1 1 0 0,0 0-1 0 0,0 0 0 0 0,0 0 0 0 0,0 0 1 0 0,-1 1-1 0 0,1 0 0 0 0,0-1 0 0 0,0 1 1 0 0,0 1-1 0 0,0-1 0 0 0,0 1 0 0 0,-1-1 1 0 0,1 1-1 0 0,-1 0 0 0 0,1 0 0 0 0,-1 1 1 0 0,0-1-1 0 0,0 1 0 0 0,0-1 0 0 0,3 5 1 0 0,73 94 463 0 0,-50-60-1515 0 0,54 56-1 0 0,-56-70-6974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8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17 5985 0 0,'-13'-6'78'0'0,"10"4"603"0"0,0 1 1 0 0,1-1 0 0 0,-1 1-1 0 0,0 0 1 0 0,0 0 0 0 0,0 0-1 0 0,0 1 1 0 0,-1-1 0 0 0,-2 0-1 0 0,4 2-514 0 0,1-1-1 0 0,0 1 1 0 0,-1-1-1 0 0,1 1 1 0 0,0-1-1 0 0,-1 1 1 0 0,1 0-1 0 0,0-1 1 0 0,0 1-1 0 0,0 0 1 0 0,-1 0 0 0 0,1 0-1 0 0,0 0 1 0 0,0 0-1 0 0,1 0 1 0 0,-1 0-1 0 0,0 1 1 0 0,0-1-1 0 0,0 0 1 0 0,1 0-1 0 0,-1 1 1 0 0,1-1-1 0 0,-1 0 1 0 0,0 3-1 0 0,-4 10 313 0 0,1 0-1 0 0,1 0 0 0 0,0 0 0 0 0,1 0 0 0 0,-1 22 1 0 0,4 76 39 0 0,0-95-385 0 0,0 7-66 0 0,1-1 0 0 0,1 1 0 0 0,1-1 0 0 0,8 27 0 0 0,-9-43-58 0 0,-1 0-1 0 0,1 1 1 0 0,1-1 0 0 0,-1-1 0 0 0,1 1-1 0 0,0 0 1 0 0,8 8 0 0 0,-9-12-5 0 0,-1-1 1 0 0,1 1-1 0 0,0 0 1 0 0,0-1-1 0 0,0 0 0 0 0,1 0 1 0 0,-1 0-1 0 0,1 0 1 0 0,-1 0-1 0 0,1-1 1 0 0,-1 1-1 0 0,1-1 1 0 0,0 0-1 0 0,0 0 1 0 0,6 0-1 0 0,-5-1 17 0 0,1 0 0 0 0,-1-1 0 0 0,0 0 0 0 0,1 0 0 0 0,-1 0 0 0 0,0-1 0 0 0,0 1 0 0 0,0-1 0 0 0,0 0 0 0 0,0-1 0 0 0,-1 1-1 0 0,1-1 1 0 0,-1 0 0 0 0,1 0 0 0 0,-1-1 0 0 0,0 1 0 0 0,0-1 0 0 0,-1 0 0 0 0,5-6 0 0 0,2-2 62 0 0,0-1 0 0 0,-1 0 0 0 0,-1 0 0 0 0,0-1 1 0 0,8-20-1 0 0,-10 16-20 0 0,-1 1 0 0 0,0-1 0 0 0,-1 0 0 0 0,-1 0-1 0 0,0-1 1 0 0,-1-32 0 0 0,-2 39-77 0 0,0-1 0 0 0,-1 1-1 0 0,-1 0 1 0 0,0 0 0 0 0,-1-1-1 0 0,0 1 1 0 0,-1 1 0 0 0,0-1-1 0 0,-1 0 1 0 0,-12-21-1 0 0,16 31-69 0 0,0 0-1 0 0,-1 0 1 0 0,1 0 0 0 0,-1 0-1 0 0,1 0 1 0 0,-1 0-1 0 0,0 1 1 0 0,0-1-1 0 0,0 0 1 0 0,0 1-1 0 0,0-1 1 0 0,0 1-1 0 0,0 0 1 0 0,0 0-1 0 0,-1 0 1 0 0,1 0 0 0 0,0 0-1 0 0,-1 0 1 0 0,1 1-1 0 0,-5-1 1 0 0,-5 3-1090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6449 0 0,'1'0'207'0'0,"0"0"1"0"0,0 0-1 0 0,0 0 0 0 0,0 0 0 0 0,0 0 0 0 0,0 1 0 0 0,0-1 0 0 0,1 1 0 0 0,-1-1 1 0 0,0 0-1 0 0,0 1 0 0 0,0 0 0 0 0,0-1 0 0 0,-1 1 0 0 0,1 0 0 0 0,0-1 0 0 0,0 1 0 0 0,0 0 1 0 0,0 0-1 0 0,-1 0 0 0 0,1 0 0 0 0,0-1 0 0 0,-1 1 0 0 0,1 0 0 0 0,-1 0 0 0 0,1 1 1 0 0,0 0-1 0 0,15 32 3309 0 0,-3 16-1961 0 0,-12-42-1300 0 0,1 0 0 0 0,0 1 0 0 0,0-1 0 0 0,0 0 0 0 0,1-1 0 0 0,0 1 0 0 0,0 0 0 0 0,1-1 0 0 0,0 0 0 0 0,1 1 0 0 0,7 8 0 0 0,-11-15-263 0 0,-1 0 0 0 0,1-1 0 0 0,0 1 0 0 0,-1-1 0 0 0,1 1 0 0 0,0-1 0 0 0,0 0 0 0 0,-1 1 0 0 0,1-1 0 0 0,0 0-1 0 0,0 1 1 0 0,0-1 0 0 0,-1 0 0 0 0,1 0 0 0 0,0 0 0 0 0,0 0 0 0 0,0 0 0 0 0,0 0 0 0 0,-1 0 0 0 0,1 0 0 0 0,0 0 0 0 0,0 0-1 0 0,0 0 1 0 0,-1-1 0 0 0,3 1 0 0 0,-1-1-40 0 0,0-1 0 0 0,-1 1 0 0 0,1 0 0 0 0,0-1 0 0 0,0 1 0 0 0,-1-1 0 0 0,1 1 0 0 0,-1-1 0 0 0,3-3 0 0 0,21-44-821 0 0,-25 49 861 0 0,15-41-653 0 0,-11 27 593 0 0,2-1-1 0 0,-1 1 1 0 0,2 0-1 0 0,0 0 1 0 0,0 0 0 0 0,14-17-1 0 0,-20 30 120 0 0,0 0-1 0 0,0 0 1 0 0,-1 0-1 0 0,1 1 1 0 0,0-1 0 0 0,0 0-1 0 0,0 0 1 0 0,0 1-1 0 0,0-1 1 0 0,0 0-1 0 0,0 1 1 0 0,0-1 0 0 0,0 1-1 0 0,0 0 1 0 0,0-1-1 0 0,0 1 1 0 0,1 0-1 0 0,-1 0 1 0 0,0-1 0 0 0,0 1-1 0 0,0 0 1 0 0,0 0-1 0 0,1 0 1 0 0,-1 1 0 0 0,0-1-1 0 0,0 0 1 0 0,0 0-1 0 0,0 1 1 0 0,0-1-1 0 0,1 0 1 0 0,-1 1 0 0 0,0-1-1 0 0,0 1 1 0 0,0-1-1 0 0,0 1 1 0 0,0 0-1 0 0,0 0 1 0 0,-1-1 0 0 0,1 1-1 0 0,0 0 1 0 0,0 0-1 0 0,0 0 1 0 0,-1 0-1 0 0,1 0 1 0 0,0 0 0 0 0,-1 0-1 0 0,1 0 1 0 0,0 2-1 0 0,4 6 350 0 0,0 1 0 0 0,0 0-1 0 0,6 20 1 0 0,-9-26-409 0 0,5 18-326 0 0,1 0 1 0 0,0-1 0 0 0,2 0 0 0 0,15 24 0 0 0,-9-25-6885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6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 6913 0 0,'0'-10'4500'0'0,"16"31"-142"0"0,0 25-2291 0 0,-1 0-1 0 0,11 62 1 0 0,15 50-1148 0 0,-4-64-717 0 0,9 27-1701 0 0,-39-95 142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3 208 3681 0 0,'-1'-2'300'0'0,"1"0"1"0"0,-1-1-1 0 0,1 1 1 0 0,-1-1 0 0 0,1 1-1 0 0,0-1 1 0 0,0 0-1 0 0,1 1 1 0 0,-1-1-1 0 0,0 1 1 0 0,1-1-1 0 0,-1 1 1 0 0,1 0 0 0 0,0-1-1 0 0,0 1 1 0 0,0-1-1 0 0,0 1 1 0 0,0 0-1 0 0,3-4 1 0 0,2-4 767 0 0,0 1-1 0 0,1-1 1 0 0,9-9 0 0 0,-6 8-379 0 0,1 1-1 0 0,1 0 1 0 0,-1 0-1 0 0,2 1 1 0 0,24-13-1 0 0,-25 16-701 0 0,0 1 1 0 0,0 0-1 0 0,1 1 0 0 0,-1 0 0 0 0,1 1 0 0 0,26-4 0 0 0,-8 6-307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09.9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0,'5'4'338'0'0,"0"0"0"0"0,0 1 0 0 0,-1-1-1 0 0,0 1 1 0 0,0 0 0 0 0,0 1 0 0 0,0-1 0 0 0,-1 1 0 0 0,0-1 0 0 0,0 1-1 0 0,0 0 1 0 0,2 9 0 0 0,2 10 900 0 0,8 43-1 0 0,-14-63-1087 0 0,6 45 470 0 0,-3 1 0 0 0,-1 0-1 0 0,-3-1 1 0 0,-6 52-1 0 0,4-88-956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2 253 5529 0 0,'-1'-15'518'0'0,"0"-1"-1"0"0,1 1 0 0 0,1 0 1 0 0,0 0-1 0 0,1 0 1 0 0,5-24-1 0 0,-5 32-71 0 0,1 0 0 0 0,-1 0 0 0 0,2 0 0 0 0,-1 0 0 0 0,0 0 0 0 0,1 1 0 0 0,0-1 0 0 0,1 1 0 0 0,0 0 0 0 0,0 0 0 0 0,0 1 0 0 0,0-1 0 0 0,1 1 0 0 0,0 0 0 0 0,7-4 0 0 0,-7 6-144 0 0,-1 0 0 0 0,1 1 0 0 0,0-1-1 0 0,0 1 1 0 0,0 1 0 0 0,0-1 0 0 0,0 1-1 0 0,0 0 1 0 0,1 0 0 0 0,-1 1-1 0 0,0 0 1 0 0,9 1 0 0 0,-12-1-245 0 0,-1 0 1 0 0,0 0 0 0 0,0 1-1 0 0,0-1 1 0 0,0 1-1 0 0,0-1 1 0 0,0 1 0 0 0,0 0-1 0 0,0 0 1 0 0,0 0 0 0 0,0 0-1 0 0,0 0 1 0 0,-1 0-1 0 0,1 0 1 0 0,0 1 0 0 0,-1-1-1 0 0,1 1 1 0 0,-1-1-1 0 0,0 1 1 0 0,1 0 0 0 0,-1-1-1 0 0,0 1 1 0 0,0 0-1 0 0,0 0 1 0 0,0 0 0 0 0,0 0-1 0 0,0 0 1 0 0,-1 0-1 0 0,1 0 1 0 0,-1 0 0 0 0,1 0-1 0 0,-1 0 1 0 0,0 0-1 0 0,0 0 1 0 0,0 1 0 0 0,0-1-1 0 0,0 0 1 0 0,0 0 0 0 0,-1 3-1 0 0,-2 5-16 0 0,1 0 0 0 0,-1-1 1 0 0,-1 0-1 0 0,0 1 0 0 0,0-2 0 0 0,0 1 0 0 0,-1 0 0 0 0,-1-1 0 0 0,-9 12 1 0 0,-2 0-203 0 0,-1-1 0 0 0,-26 24 0 0 0,28-30-357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14 1376 0 0,'-3'3'349'0'0,"2"0"0"0"0,-1 0-1 0 0,0 1 1 0 0,1-1 0 0 0,-1 0 0 0 0,1 1-1 0 0,0-1 1 0 0,0 1 0 0 0,0-1-1 0 0,1 1 1 0 0,-1-1 0 0 0,1 1-1 0 0,0 0 1 0 0,0-1 0 0 0,1 8 0 0 0,9 57 5286 0 0,-10-67-5522 0 0,4 15 1093 0 0,0-1 0 0 0,1 0 0 0 0,7 16 0 0 0,-10-27-1013 0 0,-1 0 1 0 0,1 0 0 0 0,0 0 0 0 0,1 0-1 0 0,-1-1 1 0 0,1 1 0 0 0,-1-1-1 0 0,1 1 1 0 0,0-1 0 0 0,1 0 0 0 0,-1 0-1 0 0,0 0 1 0 0,1-1 0 0 0,0 1-1 0 0,7 3 1 0 0,-10-6-207 0 0,1 0 1 0 0,0 0-1 0 0,0 1 0 0 0,0-2 0 0 0,0 1 1 0 0,0 0-1 0 0,0 0 0 0 0,0 0 0 0 0,-1-1 1 0 0,1 1-1 0 0,0-1 0 0 0,0 0 0 0 0,0 0 1 0 0,-1 1-1 0 0,1-1 0 0 0,0 0 0 0 0,-1 0 1 0 0,1 0-1 0 0,-1-1 0 0 0,1 1 0 0 0,-1 0 1 0 0,0-1-1 0 0,1 1 0 0 0,-1 0 1 0 0,0-1-1 0 0,0 0 0 0 0,0 1 0 0 0,0-1 1 0 0,0 0-1 0 0,-1 1 0 0 0,2-3 0 0 0,4-9-257 0 0,0 0-1 0 0,7-26 1 0 0,-12 34 237 0 0,5-15-110 0 0,22-62 167 0 0,-26 75 163 0 0,1 1 1 0 0,0-1 0 0 0,1 1 0 0 0,-1 0 0 0 0,1 1 0 0 0,1-1 0 0 0,-1 1 0 0 0,1-1 0 0 0,8-6 0 0 0,-12 11-148 0 0,0 0 0 0 0,1 0 0 0 0,-1 0 0 0 0,0 0 0 0 0,1 0 0 0 0,-1 0 0 0 0,1 1 0 0 0,-1-1 0 0 0,0 1 0 0 0,1-1 0 0 0,0 1 0 0 0,-1 0 0 0 0,1-1 0 0 0,-1 1 0 0 0,1 0 0 0 0,-1 0 0 0 0,1 0 0 0 0,0 0 0 0 0,-1 0 0 0 0,1 0 0 0 0,-1 1 0 0 0,1-1 0 0 0,-1 0 0 0 0,1 1 0 0 0,-1-1 0 0 0,1 1 0 0 0,-1 0 0 0 0,1 0 0 0 0,-1-1-1 0 0,0 1 1 0 0,1 0 0 0 0,-1 0 0 0 0,0 0 0 0 0,0 0 0 0 0,1 0 0 0 0,-1 1 0 0 0,0-1 0 0 0,0 0 0 0 0,1 3 0 0 0,4 6-35 0 0,0 0-1 0 0,0 1 0 0 0,-1 0 1 0 0,6 17-1 0 0,0-1-151 0 0,7 3-1884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37 14283 0 0,'-6'-12'554'0'0,"-9"-12"2058"0"0,14 28-2185 0 0,1 1 1 0 0,0 0-1 0 0,0 0 1 0 0,0-1-1 0 0,1 1 0 0 0,-1 0 1 0 0,1-1-1 0 0,0 1 0 0 0,2 6 1 0 0,1 3 138 0 0,17 93 252 0 0,53 153 0 0 0,-50-197-2026 0 0,54 104 1 0 0,-64-141-6524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0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3 249 5529 0 0,'0'0'101'0'0,"0"0"0"0"0,0 0 0 0 0,-1-1 1 0 0,1 1-1 0 0,0 0 0 0 0,0-1 0 0 0,-1 1 0 0 0,1 0 0 0 0,0 0 0 0 0,0-1 0 0 0,0 1 0 0 0,0 0 0 0 0,0-1 0 0 0,-1 1 0 0 0,1-1 1 0 0,0 1-1 0 0,0 0 0 0 0,0-1 0 0 0,0 1 0 0 0,0 0 0 0 0,0-1 0 0 0,0 1 0 0 0,0 0 0 0 0,0-1 0 0 0,0 1 0 0 0,0-1 0 0 0,1 1 1 0 0,-1 0-1 0 0,0-1 0 0 0,0 1 0 0 0,0 0 0 0 0,0-1 0 0 0,0 1 0 0 0,1-1 0 0 0,13-14 3414 0 0,22-10 771 0 0,60-24 105 0 0,56-10-2597 0 0,11-4-1427 0 0,-109 38-286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3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54 4145 0 0,'-6'-24'2510'0'0,"6"21"-2096"0"0,-1 1 1 0 0,1-1-1 0 0,-1 0 0 0 0,1 1 1 0 0,-1-1-1 0 0,-10-10 5103 0 0,7 35-4292 0 0,1 53 52 0 0,9 122 0 0 0,0-71-915 0 0,19 369-1090 0 0,-25-481-1920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4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64 456 0 0,'-1'-6'190'0'0,"0"0"1"0"0,-1 1-1 0 0,0-1 0 0 0,0 1 1 0 0,0-1-1 0 0,-1 1 0 0 0,-4-7 1 0 0,6 11-59 0 0,1 0 0 0 0,-1 0 0 0 0,0 0-1 0 0,1 1 1 0 0,-1-1 0 0 0,0 0 0 0 0,0 0 0 0 0,0 1 0 0 0,0-1 0 0 0,0 1 0 0 0,0-1 0 0 0,0 1-1 0 0,0-1 1 0 0,0 1 0 0 0,0 0 0 0 0,0 0 0 0 0,0-1 0 0 0,-2 1 0 0 0,1 0 36 0 0,1 0-1 0 0,-1 1 1 0 0,0-1 0 0 0,0 1 0 0 0,1-1 0 0 0,-1 1-1 0 0,0 0 1 0 0,1-1 0 0 0,-1 1 0 0 0,1 0 0 0 0,-1 0-1 0 0,1 0 1 0 0,0 0 0 0 0,-1 1 0 0 0,-1 0 0 0 0,-10 13 794 0 0,0-1 1 0 0,0 1 0 0 0,1 1 0 0 0,1 1 0 0 0,-10 20 0 0 0,-40 91 941 0 0,58-122-1830 0 0,1-1-40 0 0,-1 1 1 0 0,1-1 0 0 0,0 1 0 0 0,0 0 0 0 0,0-1-1 0 0,1 1 1 0 0,0 0 0 0 0,0 0 0 0 0,0 0-1 0 0,1 8 1 0 0,0-14-28 0 0,0 0 0 0 0,0 1 0 0 0,0-1-1 0 0,0 0 1 0 0,0 0 0 0 0,0 0 0 0 0,0 0-1 0 0,0 0 1 0 0,0 0 0 0 0,0 1 0 0 0,1-1-1 0 0,-1 0 1 0 0,0 0 0 0 0,0 0 0 0 0,0 0-1 0 0,0 0 1 0 0,0 0 0 0 0,0 0 0 0 0,0 1 0 0 0,0-1-1 0 0,0 0 1 0 0,0 0 0 0 0,1 0 0 0 0,-1 0-1 0 0,0 0 1 0 0,0 0 0 0 0,0 0 0 0 0,0 0-1 0 0,0 0 1 0 0,0 0 0 0 0,1 0 0 0 0,-1 0-1 0 0,0 0 1 0 0,0 0 0 0 0,0 0 0 0 0,0 0-1 0 0,0 0 1 0 0,1 0 0 0 0,-1 0 0 0 0,0 0 0 0 0,0 0-1 0 0,0 0 1 0 0,0 0 0 0 0,0 0 0 0 0,0 0-1 0 0,1 0 1 0 0,-1 0 0 0 0,0 0 0 0 0,0 0-1 0 0,0 0 1 0 0,9-8 171 0 0,5-9-29 0 0,3-12 309 0 0,27-59-1 0 0,-35 66-274 0 0,1 1 0 0 0,0 0-1 0 0,2 1 1 0 0,0 1 0 0 0,1 0 0 0 0,19-21-1 0 0,-29 37-66 0 0,0 0-1 0 0,1 0 1 0 0,0 0-1 0 0,0 0 0 0 0,-1 1 1 0 0,2-1-1 0 0,-1 1 1 0 0,0 0-1 0 0,0 1 1 0 0,1-1-1 0 0,-1 0 1 0 0,1 1-1 0 0,-1 0 1 0 0,1 0-1 0 0,-1 1 0 0 0,1-1 1 0 0,0 1-1 0 0,-1 0 1 0 0,1 0-1 0 0,0 1 1 0 0,-1-1-1 0 0,1 1 1 0 0,0 0-1 0 0,-1 0 1 0 0,1 1-1 0 0,-1-1 0 0 0,7 5 1 0 0,-1-2 0 0 0,-1 2 1 0 0,0-1 0 0 0,-1 1-1 0 0,0 0 1 0 0,0 1-1 0 0,0 0 1 0 0,-1 0 0 0 0,1 1-1 0 0,-2 0 1 0 0,1 0-1 0 0,6 13 1 0 0,30 64 415 0 0,-11-17-1584 0 0,-6-25-4632 0 0,-13-25-1459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7.7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0,'0'0'707'0'0,"4"32"5469"0"0,-1 0-5144 0 0,8 108 94 0 0,-10-46-8596 0 0,-2-75 2802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7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27 181 8290 0 0,'-5'-19'1575'0'0,"-1"-1"-62"0"0,2 0 0 0 0,0 1-1 0 0,0-1 1 0 0,2-1 0 0 0,0-32-1 0 0,5 44-971 0 0,2 10-316 0 0,6 13-2198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10594 0 0,'17'33'1678'0'0,"-6"-9"-1312"0"0,-1-1-1 0 0,-2 1 1 0 0,0 0-1 0 0,-2 1 1 0 0,5 30-1 0 0,16 58 684 0 0,-27-112-1046 0 0,0-1-1 0 0,0 0 1 0 0,0 1-1 0 0,0-1 1 0 0,0 1 0 0 0,0-1-1 0 0,1 0 1 0 0,-1 1-1 0 0,0-1 1 0 0,0 1 0 0 0,0-1-1 0 0,0 0 1 0 0,1 1-1 0 0,-1-1 1 0 0,0 0 0 0 0,0 1-1 0 0,1-1 1 0 0,-1 0 0 0 0,0 0-1 0 0,0 1 1 0 0,1-1-1 0 0,-1 0 1 0 0,0 0 0 0 0,1 1-1 0 0,-1-1 1 0 0,0 0-1 0 0,1 0 1 0 0,-1 0 0 0 0,1 0-1 0 0,-1 1 1 0 0,0-1-1 0 0,1 0 1 0 0,-1 0 0 0 0,1 0-1 0 0,0 0 1 0 0,9-12-322 0 0,8-29-614 0 0,-17 36 827 0 0,18-59-1200 0 0,-14 42 878 0 0,15-38-1 0 0,-17 54 749 0 0,0 0 0 0 0,0 0 0 0 0,0 0 0 0 0,1 0 0 0 0,-1 1 0 0 0,1 0-1 0 0,1 0 1 0 0,-1 0 0 0 0,1 0 0 0 0,8-6 0 0 0,-12 10-185 0 0,1 1 0 0 0,-1-1 0 0 0,1 0 0 0 0,0 1 1 0 0,-1-1-1 0 0,1 1 0 0 0,-1-1 0 0 0,1 1 0 0 0,0 0 0 0 0,-1 0 0 0 0,1 0 0 0 0,0 0 0 0 0,0 0 0 0 0,-1 0 1 0 0,1 0-1 0 0,0 0 0 0 0,-1 1 0 0 0,1-1 0 0 0,-1 1 0 0 0,1-1 0 0 0,0 1 0 0 0,-1 0 0 0 0,1 0 0 0 0,-1-1 1 0 0,0 1-1 0 0,1 0 0 0 0,-1 0 0 0 0,0 0 0 0 0,1 1 0 0 0,-1-1 0 0 0,0 0 0 0 0,0 0 0 0 0,0 1 1 0 0,1 1-1 0 0,3 3-90 0 0,0 1 1 0 0,-1-1-1 0 0,0 0 1 0 0,0 1 0 0 0,-1 0-1 0 0,4 10 1 0 0,4 30-2025 0 0,-7-29-4749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6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1 8754 0 0,'-21'5'9315'0'0,"22"0"-8521"0"0,67 206 2746 0 0,-26-65-3932 0 0,-14-52-1701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8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1 312 5985 0 0,'0'-20'574'0'0,"2"-1"1"0"0,0 1-1 0 0,2-1 0 0 0,0 1 0 0 0,1 0 0 0 0,1 0 1 0 0,1 1-1 0 0,9-20 0 0 0,-10 27-20 0 0,0 0 0 0 0,1 0 1 0 0,1 1-1 0 0,0-1 0 0 0,14-15 0 0 0,-19 24-350 0 0,-1 1 0 0 0,1-1 0 0 0,0 1 0 0 0,0 0 0 0 0,0 0 0 0 0,0 0 0 0 0,0 0 0 0 0,1 1 0 0 0,-1-1 0 0 0,0 1 0 0 0,6-2 0 0 0,-7 3-81 0 0,0-1 0 0 0,1 1 0 0 0,-1 0 0 0 0,0 1 0 0 0,0-1 0 0 0,0 0 0 0 0,0 0 0 0 0,0 1 0 0 0,0-1 0 0 0,0 1 0 0 0,-1 0 0 0 0,1-1 0 0 0,0 1 0 0 0,0 0 0 0 0,0 0 0 0 0,0 0 0 0 0,-1 1 0 0 0,1-1 0 0 0,-1 0 0 0 0,1 1 0 0 0,-1-1 0 0 0,2 3 0 0 0,0-1-72 0 0,-1 1 1 0 0,1 0-1 0 0,-1 0 0 0 0,0 0 1 0 0,-1 0-1 0 0,1 0 1 0 0,-1 1-1 0 0,1-1 0 0 0,-1 0 1 0 0,-1 1-1 0 0,1-1 0 0 0,-1 1 1 0 0,1-1-1 0 0,-1 1 1 0 0,0-1-1 0 0,-1 1 0 0 0,1-1 1 0 0,-1 0-1 0 0,0 1 0 0 0,-2 5 1 0 0,-3 11-334 0 0,-1 1 0 0 0,-17 33 1 0 0,20-47 115 0 0,-17 34-4214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2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6449 0 0,'1'0'169'0'0,"0"0"-1"0"0,1 0 1 0 0,-1 0 0 0 0,0 0-1 0 0,0 0 1 0 0,1 1-1 0 0,-1-1 1 0 0,0 1-1 0 0,0-1 1 0 0,0 1-1 0 0,0-1 1 0 0,1 1-1 0 0,-1-1 1 0 0,0 1 0 0 0,0 0-1 0 0,0 0 1 0 0,0-1-1 0 0,0 1 1 0 0,-1 0-1 0 0,1 0 1 0 0,0 0-1 0 0,0 0 1 0 0,-1 0-1 0 0,1 0 1 0 0,0 0 0 0 0,-1 1-1 0 0,1-1 1 0 0,0 2-1 0 0,16 42 3656 0 0,-14-36-2860 0 0,22 114 1931 0 0,-25-123-2904 0 0,0 0-1 0 0,0 1 1 0 0,0-1-1 0 0,0 0 1 0 0,0 0 0 0 0,0 1-1 0 0,0-1 1 0 0,0 0-1 0 0,0 1 1 0 0,0-1 0 0 0,0 0-1 0 0,0 0 1 0 0,1 1-1 0 0,-1-1 1 0 0,0 0 0 0 0,0 0-1 0 0,0 1 1 0 0,0-1-1 0 0,1 0 1 0 0,-1 0 0 0 0,0 1-1 0 0,0-1 1 0 0,0 0-1 0 0,1 0 1 0 0,-1 0 0 0 0,0 1-1 0 0,0-1 1 0 0,1 0-1 0 0,-1 0 1 0 0,0 0 0 0 0,1 0-1 0 0,-1 0 1 0 0,0 0-1 0 0,0 0 1 0 0,1 0 0 0 0,-1 0-1 0 0,0 0 1 0 0,1 0-1 0 0,-1 0 1 0 0,0 0 0 0 0,0 0-1 0 0,1 0 1 0 0,0 0-1 0 0,10-12-924 0 0,4-21-656 0 0,-6-6 125 0 0,4-10 709 0 0,-12 47 795 0 0,0-1 1 0 0,0 1-1 0 0,1-1 1 0 0,-1 1-1 0 0,0-1 0 0 0,1 1 1 0 0,0 0-1 0 0,0 0 1 0 0,-1 0-1 0 0,1 0 1 0 0,0 0-1 0 0,0 0 1 0 0,1 1-1 0 0,3-4 0 0 0,-4 5 27 0 0,0 0 0 0 0,-1-1 0 0 0,1 1 0 0 0,0 0 0 0 0,-1 0 0 0 0,1 0 0 0 0,0 0 0 0 0,-1 0-1 0 0,1 0 1 0 0,-1 0 0 0 0,1 1 0 0 0,0-1 0 0 0,-1 0 0 0 0,1 1 0 0 0,-1 0 0 0 0,1-1 0 0 0,0 1-1 0 0,-1 0 1 0 0,0 0 0 0 0,1 0 0 0 0,-1 0 0 0 0,2 1 0 0 0,33 31 2018 0 0,-25-22-1772 0 0,-2-4-1539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57 13827 0 0,'-2'-11'617'0'0,"1"7"-103"0"0,0 1 1 0 0,1-1 0 0 0,-1 0 0 0 0,0 1 0 0 0,1-1 0 0 0,0 1 0 0 0,0-1-1 0 0,0 0 1 0 0,1 1 0 0 0,0-7 0 0 0,12 33 1935 0 0,-2 14-2222 0 0,0 0 0 0 0,4 42 0 0 0,3 8-128 0 0,56 170-2028 0 0,-65-233 383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1:19.6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39 193 10138 0 0,'-2'-1'176'0'0,"0"1"1"0"0,0-1-1 0 0,0 1 0 0 0,0-1 0 0 0,0 1 1 0 0,0-1-1 0 0,0 0 0 0 0,0 0 0 0 0,0 0 1 0 0,1 0-1 0 0,-1-1 0 0 0,0 1 0 0 0,1 0 1 0 0,-1-1-1 0 0,1 1 0 0 0,-1-1 0 0 0,1 1 1 0 0,0-1-1 0 0,0 0 0 0 0,-1 0 0 0 0,0-3 1 0 0,2 3 81 0 0,-1 0 1 0 0,1-1-1 0 0,1 1 1 0 0,-1-1-1 0 0,0 1 1 0 0,0 0-1 0 0,1-1 1 0 0,0 1-1 0 0,-1 0 1 0 0,1 0-1 0 0,0-1 1 0 0,0 1-1 0 0,0 0 1 0 0,0 0-1 0 0,1 0 0 0 0,-1 0 1 0 0,0 0-1 0 0,1 0 1 0 0,3-3-1 0 0,3-4 207 0 0,2 0 0 0 0,-1 1 0 0 0,1 0 0 0 0,0 1 0 0 0,1 0 0 0 0,-1 0 0 0 0,24-10 0 0 0,-10 8-994 0 0,0 0 0 0 0,49-11 0 0 0,-39 13-7106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29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286 201 2761 0 0,'-5'-31'503'0'0,"-9"-43"2657"0"0,12 68-2800 0 0,0 1-1 0 0,0-1 0 0 0,0 1 1 0 0,-1-1-1 0 0,0 1 1 0 0,0 0-1 0 0,0 0 1 0 0,-1 0-1 0 0,1 0 1 0 0,-5-4-1 0 0,7 8-243 0 0,0 0-1 0 0,-1 0 0 0 0,1 1 1 0 0,0-1-1 0 0,0 0 1 0 0,-1 0-1 0 0,1 0 1 0 0,0 1-1 0 0,-1-1 0 0 0,1 1 1 0 0,-1-1-1 0 0,1 1 1 0 0,-1 0-1 0 0,1-1 1 0 0,-1 1-1 0 0,1 0 0 0 0,-1 0 1 0 0,1 0-1 0 0,-1 0 1 0 0,1 0-1 0 0,-3 1 1 0 0,0 0 7 0 0,1 0 0 0 0,0 1 0 0 0,-1-1 0 0 0,1 1 0 0 0,0 0 1 0 0,0 0-1 0 0,0 0 0 0 0,0 0 0 0 0,-2 3 0 0 0,-5 4 89 0 0,1 1 1 0 0,0 1-1 0 0,-13 21 0 0 0,8-9-139 0 0,2 1 0 0 0,1 0 0 0 0,1 0 0 0 0,1 1 0 0 0,-7 33 0 0 0,-17 133 282 0 0,28-148-316 0 0,2 0 0 0 0,2 1 0 0 0,4 48-1 0 0,-1-70-34 0 0,1 0 0 0 0,1-1-1 0 0,1 0 1 0 0,1 0 0 0 0,1 0-1 0 0,1-1 1 0 0,0 0 0 0 0,14 23-1 0 0,-15-34-2 0 0,0 1 1 0 0,0-1-1 0 0,1 0 0 0 0,1-1 0 0 0,-1 1 0 0 0,2-2 0 0 0,-1 1 0 0 0,1-1 0 0 0,0-1 0 0 0,0 0 0 0 0,0 0 0 0 0,1-1 1 0 0,0-1-1 0 0,0 1 0 0 0,1-2 0 0 0,-1 0 0 0 0,1 0 0 0 0,-1-1 0 0 0,17 1 0 0 0,-12-1 35 0 0,-1-2 0 0 0,0 0 0 0 0,0 0 0 0 0,1-1 0 0 0,-1-1 1 0 0,0-1-1 0 0,0 0 0 0 0,-1-1 0 0 0,1-1 0 0 0,-1 0 0 0 0,0-1 0 0 0,0 0 0 0 0,0-1 0 0 0,21-15 0 0 0,-20 10 126 0 0,0-1-1 0 0,0-1 1 0 0,-2 0 0 0 0,1-1-1 0 0,-2 0 1 0 0,0-1-1 0 0,-1 0 1 0 0,-1-1 0 0 0,0 0-1 0 0,-1-1 1 0 0,-1 0-1 0 0,7-21 1 0 0,-9 15 68 0 0,0 0-1 0 0,-1 0 1 0 0,-2-1 0 0 0,0 0 0 0 0,-2 1-1 0 0,0-1 1 0 0,-2 0 0 0 0,-1 1 0 0 0,-6-32-1 0 0,-2 8 53 0 0,-1 1-1 0 0,-28-71 1 0 0,28 92-218 0 0,0 1 1 0 0,-2 0-1 0 0,-1 1 1 0 0,-1 0-1 0 0,-34-41 0 0 0,44 59-127 0 0,0 1-1 0 0,-1-1 1 0 0,0 1-1 0 0,0 0 1 0 0,0 0-1 0 0,0 0 1 0 0,-1 1-1 0 0,0 0 1 0 0,0 1-1 0 0,0-1 1 0 0,0 1-1 0 0,-1 1 1 0 0,1-1-1 0 0,-1 1 1 0 0,0 1-1 0 0,1-1 1 0 0,-1 1-1 0 0,-9 0 1 0 0,9 2-320 0 0,-1 0 0 0 0,1 0 0 0 0,0 1 0 0 0,-1 0 0 0 0,1 0 0 0 0,0 1 1 0 0,0 0-1 0 0,0 0 0 0 0,1 1 0 0 0,-13 8 0 0 0,-17 14-5864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29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453 117 7834 0 0,'-9'-11'559'0'0,"-1"1"1"0"0,1 0-1 0 0,-1 0 0 0 0,-1 1 1 0 0,0 1-1 0 0,0 0 1 0 0,-1 0-1 0 0,0 1 1 0 0,0 1-1 0 0,0 0 1 0 0,-1 0-1 0 0,0 1 1 0 0,-24-5-1 0 0,31 9-431 0 0,1 0 0 0 0,-1 1 0 0 0,0 0 0 0 0,0 0 1 0 0,0 0-1 0 0,1 1 0 0 0,-1-1 0 0 0,0 2 0 0 0,0-1 0 0 0,1 1 0 0 0,-1-1 0 0 0,1 1 0 0 0,-1 1 0 0 0,1-1 0 0 0,0 1 1 0 0,0 0-1 0 0,0 0 0 0 0,1 1 0 0 0,-1-1 0 0 0,1 1 0 0 0,-1 0 0 0 0,1 0 0 0 0,0 1 0 0 0,1-1 0 0 0,-1 1 1 0 0,-4 8-1 0 0,-6 11-86 0 0,1 0 0 0 0,1 1 1 0 0,2 1-1 0 0,-10 33 0 0 0,20-58-43 0 0,-18 53-153 0 0,-16 93 1 0 0,31-125 126 0 0,0 1 1 0 0,1-1-1 0 0,1 1 0 0 0,2-1 1 0 0,0 1-1 0 0,1-1 0 0 0,6 27 1 0 0,-5-40 6 0 0,-1-1 1 0 0,1 1 0 0 0,0-1 0 0 0,1 0-1 0 0,0 0 1 0 0,0 0 0 0 0,1 0 0 0 0,0-1-1 0 0,0 0 1 0 0,1 0 0 0 0,0 0 0 0 0,0-1-1 0 0,1 0 1 0 0,-1 0 0 0 0,1 0-1 0 0,0-1 1 0 0,1 0 0 0 0,0-1 0 0 0,10 6-1 0 0,-5-5-138 0 0,0-1 0 0 0,1 0 0 0 0,0 0 0 0 0,0-2 0 0 0,0 1-1 0 0,0-2 1 0 0,0 0 0 0 0,1-1 0 0 0,-1 0 0 0 0,0-1 0 0 0,19-3 0 0 0,-3-2 4 0 0,-1-1 0 0 0,-1-1 0 0 0,1-1 0 0 0,-1-1 0 0 0,-1-2 0 0 0,0-1 0 0 0,0-1 1 0 0,25-18-1 0 0,-38 21 212 0 0,0 0 1 0 0,0-1-1 0 0,-1 0 1 0 0,-1-1-1 0 0,0 0 1 0 0,14-21 0 0 0,-19 23 68 0 0,-1 1 1 0 0,0-1 0 0 0,-1-1 0 0 0,0 1 0 0 0,-1-1 0 0 0,0 0 0 0 0,-1 0 0 0 0,0 0 0 0 0,-1 0 0 0 0,1-13 0 0 0,-3 9 87 0 0,-1-1 1 0 0,0 1 0 0 0,-1 0-1 0 0,-1 0 1 0 0,0 0 0 0 0,-1 0 0 0 0,-1 0-1 0 0,-1 1 1 0 0,0-1 0 0 0,-9-15-1 0 0,3 10 8 0 0,0 1-1 0 0,-1 0 1 0 0,0 1-1 0 0,-2 1 1 0 0,-1 0-1 0 0,-25-23 1 0 0,31 33-214 0 0,-1-1 1 0 0,0 2-1 0 0,0 0 1 0 0,-1 0-1 0 0,0 1 1 0 0,0 0-1 0 0,-1 1 1 0 0,1 1-1 0 0,-1 0 1 0 0,0 0-1 0 0,0 1 1 0 0,-1 1-1 0 0,1 0 0 0 0,-1 1 1 0 0,1 1-1 0 0,0 0 1 0 0,-1 1-1 0 0,1 0 1 0 0,-22 5-1 0 0,22-3-287 0 0,1 1-1 0 0,0 0 1 0 0,0 1 0 0 0,0 0-1 0 0,0 1 1 0 0,1 0-1 0 0,0 1 1 0 0,0 0-1 0 0,1 1 1 0 0,0 0-1 0 0,0 1 1 0 0,1 0-1 0 0,-9 11 1 0 0,-13 21-6033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0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362 219 14283 0 0,'-10'-10'506'0'0,"0"0"0"0"0,0 0 0 0 0,-1 1 0 0 0,0 0 1 0 0,-1 1-1 0 0,0 1 0 0 0,0 0 0 0 0,-1 0 0 0 0,-23-8 0 0 0,31 13-421 0 0,-1 0-1 0 0,1 1 1 0 0,-1 0 0 0 0,1 0-1 0 0,-1 0 1 0 0,1 1 0 0 0,-1 0 0 0 0,0 0-1 0 0,1 0 1 0 0,-1 0 0 0 0,1 1-1 0 0,-1 0 1 0 0,1 1 0 0 0,-1-1-1 0 0,1 1 1 0 0,0 0 0 0 0,0 0-1 0 0,0 0 1 0 0,0 1 0 0 0,0 0-1 0 0,0 0 1 0 0,0 0 0 0 0,1 1 0 0 0,0-1-1 0 0,0 1 1 0 0,0 0 0 0 0,-4 6-1 0 0,-2 3-48 0 0,1 1 1 0 0,1 0-1 0 0,0 1 0 0 0,1 0 0 0 0,1 0 0 0 0,0 1 0 0 0,1 0 1 0 0,0 0-1 0 0,2 0 0 0 0,0 0 0 0 0,-1 19 0 0 0,1 11-76 0 0,2 1 0 0 0,8 77 0 0 0,-4-95 36 0 0,1 0-1 0 0,1-1 1 0 0,2 1 0 0 0,1-1 0 0 0,16 39-1 0 0,-21-58 14 0 0,1 0 0 0 0,1-1 0 0 0,0 1 0 0 0,0-1 0 0 0,1 0 0 0 0,0 0 0 0 0,0-1 0 0 0,0 0-1 0 0,1 0 1 0 0,1 0 0 0 0,-1-1 0 0 0,1 0 0 0 0,0-1 0 0 0,0 0 0 0 0,0 0 0 0 0,1 0 0 0 0,0-1-1 0 0,0-1 1 0 0,0 1 0 0 0,10 1 0 0 0,1-1-150 0 0,-1-2-1 0 0,0 0 1 0 0,1-2-1 0 0,-1 0 1 0 0,1-1-1 0 0,-1-1 1 0 0,0 0-1 0 0,0-2 1 0 0,0 0-1 0 0,27-11 1 0 0,-24 8 26 0 0,-1-2 1 0 0,-1-1-1 0 0,0-1 1 0 0,0 0 0 0 0,-1-2-1 0 0,0 0 1 0 0,-1-1 0 0 0,26-26-1 0 0,-30 24 136 0 0,-2 0 0 0 0,0 0-1 0 0,0-1 1 0 0,-2 0 0 0 0,0-1 0 0 0,-1 0-1 0 0,-1-1 1 0 0,0 0 0 0 0,-2 0 0 0 0,0-1-1 0 0,-1 1 1 0 0,-1-1 0 0 0,-1-1 0 0 0,-1 1-1 0 0,-1 0 1 0 0,0 0 0 0 0,-2-1 0 0 0,-3-22-1 0 0,1 18 12 0 0,-1 1 0 0 0,-1 0 0 0 0,-2 0 0 0 0,0 0 0 0 0,-1 1 0 0 0,-2 0-1 0 0,0 1 1 0 0,-2 0 0 0 0,0 0 0 0 0,-1 1 0 0 0,-1 1 0 0 0,-1 1 0 0 0,-1 0 0 0 0,-29-28-1 0 0,40 43-74 0 0,0-1-1 0 0,-1 1 0 0 0,1 0 0 0 0,-1 0 1 0 0,0 0-1 0 0,0 1 0 0 0,0 0 1 0 0,0 0-1 0 0,-1 1 0 0 0,1 0 0 0 0,-1 0 1 0 0,0 0-1 0 0,1 1 0 0 0,-1 0 1 0 0,0 0-1 0 0,0 1 0 0 0,0 0 0 0 0,1 0 1 0 0,-1 0-1 0 0,0 1 0 0 0,0 0 1 0 0,-7 2-1 0 0,-27 13-1079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0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0 6449 0 0,'-7'4'101'0'0,"1"1"-1"0"0,-1 0 0 0 0,1 0 1 0 0,1 0-1 0 0,-1 1 0 0 0,1 0 1 0 0,-1 0-1 0 0,2 0 0 0 0,-6 8 0 0 0,-1 5 428 0 0,-16 42-1 0 0,12-24 123 0 0,2 0 0 0 0,1 1 0 0 0,3 0 0 0 0,0 1 0 0 0,-4 64 0 0 0,12-80-287 0 0,1 1 0 0 0,1-1 1 0 0,1 1-1 0 0,1-1 0 0 0,1 0 1 0 0,1 0-1 0 0,1 0 0 0 0,1 0 1 0 0,1-1-1 0 0,21 40 1 0 0,-20-46-239 0 0,1 1 0 0 0,0-2 1 0 0,2 1-1 0 0,0-2 0 0 0,0 0 1 0 0,1 0-1 0 0,1-1 0 0 0,0 0 1 0 0,1-2-1 0 0,21 14 0 0 0,-28-21-107 0 0,-1 0 0 0 0,1 0 0 0 0,-1-1-1 0 0,1 1 1 0 0,0-2 0 0 0,1 1 0 0 0,-1-1 0 0 0,0-1-1 0 0,1 0 1 0 0,-1 0 0 0 0,1 0 0 0 0,-1-1 0 0 0,1 0 0 0 0,-1-1-1 0 0,1 0 1 0 0,-1 0 0 0 0,0-1 0 0 0,0 0 0 0 0,1 0-1 0 0,-1-1 1 0 0,0 0 0 0 0,-1-1 0 0 0,1 0 0 0 0,-1 0-1 0 0,9-6 1 0 0,-10 5 74 0 0,1 0 0 0 0,-1 0 0 0 0,0-1 0 0 0,0 0 0 0 0,0-1 0 0 0,-1 1 1 0 0,0-1-1 0 0,0 0 0 0 0,-1 0 0 0 0,0 0 0 0 0,5-13 0 0 0,-4 7 69 0 0,-1 0 0 0 0,-1 0 0 0 0,0-1 1 0 0,0 1-1 0 0,-1-1 0 0 0,-1-22 0 0 0,-1 12 17 0 0,-2 0 0 0 0,-1 0 0 0 0,-1 0 0 0 0,-1 0-1 0 0,-1 0 1 0 0,-1 1 0 0 0,-17-39 0 0 0,11 37-127 0 0,-1 0 0 0 0,-1 1 0 0 0,-1 0 1 0 0,-1 2-1 0 0,-1 0 0 0 0,-1 0 0 0 0,-2 2 0 0 0,1 1 1 0 0,-33-24-1 0 0,49 40-48 0 0,0 1 1 0 0,-1-1-1 0 0,1 0 1 0 0,-1 1 0 0 0,1 0-1 0 0,-1 0 1 0 0,0 1-1 0 0,1-1 1 0 0,-1 1-1 0 0,0 0 1 0 0,0 1-1 0 0,0-1 1 0 0,0 1 0 0 0,0 0-1 0 0,0 0 1 0 0,0 0-1 0 0,-9 2 1 0 0,8 0-57 0 0,-1 0 0 0 0,1 1 0 0 0,-1 0 0 0 0,1 0 0 0 0,0 0 0 0 0,0 1 0 0 0,0 0-1 0 0,1 0 1 0 0,-1 0 0 0 0,1 1 0 0 0,0 0 0 0 0,-5 6 0 0 0,-3 4-798 0 0,1 1-1 0 0,-13 21 0 0 0,1 6-6145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1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438 238 2304 0 0,'-38'-51'446'0'0,"23"29"548"0"0,0 1-1 0 0,-2 1 0 0 0,-1 0 1 0 0,0 1-1 0 0,-1 1 0 0 0,-37-28 0 0 0,52 44-829 0 0,-1-1 0 0 0,1 1-1 0 0,0-1 1 0 0,-1 1 0 0 0,0 1-1 0 0,1-1 1 0 0,-1 0 0 0 0,0 1-1 0 0,0 0 1 0 0,0 0 0 0 0,1 1-1 0 0,-1 0 1 0 0,0-1-1 0 0,0 2 1 0 0,0-1 0 0 0,0 0-1 0 0,0 1 1 0 0,0 0 0 0 0,0 0-1 0 0,0 0 1 0 0,1 1 0 0 0,-1 0-1 0 0,1 0 1 0 0,-1 0 0 0 0,1 0-1 0 0,0 1 1 0 0,-1 0 0 0 0,1-1-1 0 0,1 2 1 0 0,-1-1-1 0 0,0 0 1 0 0,1 1 0 0 0,-5 5-1 0 0,-1 3 159 0 0,0 1-1 0 0,0-1 1 0 0,1 2-1 0 0,1-1 1 0 0,1 1 0 0 0,-1 0-1 0 0,2 1 1 0 0,0-1-1 0 0,-4 25 1 0 0,4 3-127 0 0,1-1 1 0 0,3 0-1 0 0,1 1 0 0 0,2-1 1 0 0,2 0-1 0 0,2 1 1 0 0,1-2-1 0 0,17 51 1 0 0,-19-73-183 0 0,1 0 0 0 0,1 0 0 0 0,1 0 0 0 0,1-1 0 0 0,0 0 0 0 0,1 0 0 0 0,15 17 0 0 0,-19-26-29 0 0,0-1 1 0 0,0-1-1 0 0,1 1 0 0 0,0-1 0 0 0,1 0 0 0 0,0-1 0 0 0,-1 0 0 0 0,2 0 0 0 0,-1-1 0 0 0,0 0 1 0 0,1 0-1 0 0,0-1 0 0 0,0 0 0 0 0,0-1 0 0 0,0 1 0 0 0,17 0 0 0 0,-8-2-73 0 0,-1-1-1 0 0,0 0 1 0 0,0-2-1 0 0,0 0 0 0 0,0-1 1 0 0,-1-1-1 0 0,1 0 1 0 0,-1-1-1 0 0,1-1 1 0 0,-2 0-1 0 0,1-1 1 0 0,-1-1-1 0 0,0-1 0 0 0,0 0 1 0 0,-1-1-1 0 0,-1 0 1 0 0,16-15-1 0 0,-18 14 142 0 0,-1 0 0 0 0,0 0 0 0 0,-1 0 0 0 0,0-2 0 0 0,-1 1 0 0 0,-1-1 1 0 0,0 0-1 0 0,0 0 0 0 0,-1-1 0 0 0,-1 0 0 0 0,0 0 0 0 0,-1 0 0 0 0,-1-1 0 0 0,0 0 0 0 0,-1 1 0 0 0,0-1 0 0 0,-1 0 0 0 0,-1 0 0 0 0,-1 0 0 0 0,-2-15 1 0 0,1 12 35 0 0,-2 0 1 0 0,0 1 0 0 0,-1-1-1 0 0,-1 1 1 0 0,-1 0 0 0 0,0 0-1 0 0,-1 1 1 0 0,-1 0 0 0 0,0 0-1 0 0,-1 1 1 0 0,-1 0 0 0 0,0 1-1 0 0,-1 0 1 0 0,-1 1 0 0 0,0 1-1 0 0,-1-1 1 0 0,0 2 0 0 0,-1 0 0 0 0,0 1-1 0 0,0 1 1 0 0,-1 0 0 0 0,-1 1-1 0 0,-24-9 1 0 0,17 8-174 0 0,0 1 1 0 0,-38-6-1 0 0,52 12-162 0 0,1 1-1 0 0,-1 0 0 0 0,0 0 0 0 0,1 2 1 0 0,-1-1-1 0 0,0 1 0 0 0,1 0 0 0 0,-1 1 0 0 0,-16 5 1 0 0,-8 8-6601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1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240 114 12899 0 0,'-6'-2'211'0'0,"0"0"-1"0"0,1 1 1 0 0,-1 0 0 0 0,0 0 0 0 0,0 1 0 0 0,0-1 0 0 0,0 1 0 0 0,1 1-1 0 0,-1-1 1 0 0,0 1 0 0 0,0 0 0 0 0,0 0 0 0 0,0 0 0 0 0,1 1 0 0 0,-1 0-1 0 0,1 0 1 0 0,-1 1 0 0 0,1 0 0 0 0,0 0 0 0 0,0 0 0 0 0,0 0 0 0 0,0 1-1 0 0,1-1 1 0 0,0 1 0 0 0,-1 0 0 0 0,1 1 0 0 0,-6 8 0 0 0,0-1-90 0 0,1 1 0 0 0,0 1 0 0 0,1-1 0 0 0,0 1 0 0 0,2 0 0 0 0,-1 1-1 0 0,2 0 1 0 0,0 0 0 0 0,0 0 0 0 0,2 1 0 0 0,0-1 0 0 0,0 1 0 0 0,2 0 0 0 0,0 0 0 0 0,1 0 0 0 0,1 18 0 0 0,1-17-144 0 0,1 0 0 0 0,0 0 0 0 0,1-1-1 0 0,0 1 1 0 0,2-1 0 0 0,0 0 0 0 0,0 0 0 0 0,2-1-1 0 0,0 0 1 0 0,0 0 0 0 0,2-1 0 0 0,0 0-1 0 0,0 0 1 0 0,24 22 0 0 0,-27-31-22 0 0,-1 1-1 0 0,1-2 1 0 0,0 1-1 0 0,1-1 1 0 0,-1 0-1 0 0,1 0 1 0 0,0-1 0 0 0,-1 0-1 0 0,2 0 1 0 0,-1-1-1 0 0,0 0 1 0 0,0-1-1 0 0,1 0 1 0 0,-1 0 0 0 0,0-1-1 0 0,1 0 1 0 0,-1 0-1 0 0,1-1 1 0 0,-1 0-1 0 0,0 0 1 0 0,1-1 0 0 0,-1 0-1 0 0,14-6 1 0 0,-7 2-18 0 0,0-1 1 0 0,-1 0 0 0 0,1-1-1 0 0,-2 0 1 0 0,1-1-1 0 0,-1-1 1 0 0,0 0 0 0 0,-1-1-1 0 0,0-1 1 0 0,-1 1-1 0 0,14-20 1 0 0,-13 13 184 0 0,-2 0 0 0 0,0 0 0 0 0,0-1-1 0 0,-2 0 1 0 0,-1-1 0 0 0,0 0 0 0 0,-1 0 0 0 0,-1-1 0 0 0,-1 1-1 0 0,-1-1 1 0 0,-1 0 0 0 0,-1-29 0 0 0,-1 35-32 0 0,-1-1 1 0 0,0 1-1 0 0,-1 0 1 0 0,-1-1-1 0 0,-1 1 1 0 0,0 0-1 0 0,-1 0 1 0 0,-1 1-1 0 0,0 0 1 0 0,0 0-1 0 0,-2 0 1 0 0,0 1-1 0 0,0 0 1 0 0,-1 0-1 0 0,-1 1 1 0 0,0 0-1 0 0,-17-15 1 0 0,21 23-83 0 0,0-1 0 0 0,0 1 0 0 0,0 1 0 0 0,0-1 0 0 0,-1 1 1 0 0,1 0-1 0 0,-1 1 0 0 0,0-1 0 0 0,0 1 0 0 0,0 1 0 0 0,0-1 0 0 0,0 1 1 0 0,0 0-1 0 0,0 1 0 0 0,-1 0 0 0 0,-12 1 0 0 0,11 0-244 0 0,-1 1 0 0 0,1 0-1 0 0,0 1 1 0 0,-1 0 0 0 0,1 0 0 0 0,0 1-1 0 0,1 0 1 0 0,-1 0 0 0 0,1 1 0 0 0,-1 0 0 0 0,2 1-1 0 0,-9 6 1 0 0,-14 18-6665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2.4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331 35 14283 0 0,'-5'-4'274'0'0,"-1"0"0"0"0,1 0 0 0 0,-1 1 0 0 0,0 0 0 0 0,0 0 0 0 0,0 0 0 0 0,-1 1 0 0 0,1 0 0 0 0,-1 0 0 0 0,1 1 0 0 0,-1 0 0 0 0,1 0 0 0 0,-1 0 0 0 0,0 1 0 0 0,1 0 0 0 0,-11 1 0 0 0,9 1-97 0 0,1 0 1 0 0,0 0-1 0 0,0 0 0 0 0,-1 1 1 0 0,2 0-1 0 0,-1 0 0 0 0,0 1 0 0 0,1 0 1 0 0,-1 0-1 0 0,1 1 0 0 0,0-1 1 0 0,0 1-1 0 0,1 1 0 0 0,-8 8 1 0 0,0 3-140 0 0,1 1-1 0 0,1 0 1 0 0,0 1 0 0 0,1 0 0 0 0,1 1 0 0 0,1 0 0 0 0,0 0 0 0 0,2 1 0 0 0,1 0 0 0 0,0 0 0 0 0,1 1 0 0 0,-1 37 0 0 0,4-20 15 0 0,1-1 1 0 0,3 1-1 0 0,0-1 1 0 0,3 1 0 0 0,1-1-1 0 0,16 48 1 0 0,-19-74-54 0 0,0 1 0 0 0,1-1 0 0 0,1 0 0 0 0,0-1 0 0 0,1 1 0 0 0,0-1 0 0 0,0 0 0 0 0,14 14 0 0 0,-15-19 0 0 0,0-1 0 0 0,1 1 0 0 0,-1-1 0 0 0,1 0 0 0 0,0 0 0 0 0,1-1 0 0 0,-1 0 0 0 0,1-1 0 0 0,0 1 0 0 0,0-1 0 0 0,0-1 0 0 0,0 0 0 0 0,1 0 0 0 0,8 1 0 0 0,5-1-36 0 0,0-2 1 0 0,-1 0-1 0 0,1-1 1 0 0,0-2-1 0 0,-1 0 1 0 0,1-1-1 0 0,35-12 1 0 0,-39 10-7 0 0,0 0 0 0 0,-1-1 0 0 0,0-2 0 0 0,-1 1 0 0 0,0-2 0 0 0,0 0 0 0 0,-1-1 0 0 0,0 0 0 0 0,17-19 0 0 0,-25 23-57 0 0,-1-1 1 0 0,0 0 0 0 0,0-1-1 0 0,0 1 1 0 0,-1-1 0 0 0,-1 0-1 0 0,0 0 1 0 0,0-1 0 0 0,0 1 0 0 0,-1-1-1 0 0,-1 0 1 0 0,0 1 0 0 0,2-16-1 0 0,-4 10-24 0 0,0 1 1 0 0,-1-1-1 0 0,0 0 0 0 0,-1 0 0 0 0,-1 1 0 0 0,0-1 1 0 0,-1 1-1 0 0,-8-19 0 0 0,-2 1 49 0 0,-2 1 0 0 0,-1 0 0 0 0,-1 2 0 0 0,-2 0 1 0 0,-1 1-1 0 0,-1 1 0 0 0,-27-25 0 0 0,28 30 194 0 0,-1 2-1 0 0,-26-18 1 0 0,39 32-339 0 0,0 0 1 0 0,0 1 0 0 0,-17-7-1 0 0,20 10-387 0 0,0 0 0 0 0,0 0 0 0 0,0 1 0 0 0,-1 0 0 0 0,1 0 1 0 0,0 0-1 0 0,-9 1 0 0 0,-14 4-5122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2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250 2 12899 0 0,'-35'-1'943'0'0,"20"0"-265"0"0,-1 1 0 0 0,1 0 0 0 0,-1 2-1 0 0,-23 3 1 0 0,34-3-567 0 0,1-1 1 0 0,-1 1-1 0 0,0 0 0 0 0,1 0 0 0 0,-1 1 0 0 0,1-1 0 0 0,-1 1 0 0 0,1 0 0 0 0,0 0 0 0 0,0 0 0 0 0,0 1 0 0 0,1-1 0 0 0,-1 1 0 0 0,1 0 0 0 0,0 0 0 0 0,0 0 0 0 0,0 1 0 0 0,-2 4 0 0 0,-2 7 6 0 0,1 0 0 0 0,1 0 0 0 0,0 1 0 0 0,1 0 0 0 0,0-1 0 0 0,2 2 0 0 0,0-1-1 0 0,1 0 1 0 0,1 28 0 0 0,2-17-74 0 0,1-1-1 0 0,1 1 0 0 0,1-1 1 0 0,1 1-1 0 0,13 30 0 0 0,-15-47-18 0 0,0-1 0 0 0,1 0 0 0 0,0 0 0 0 0,1 0 0 0 0,0-1 0 0 0,0 0 0 0 0,1 0 0 0 0,1 0 0 0 0,-1-1-1 0 0,1 0 1 0 0,1-1 0 0 0,11 9 0 0 0,-14-12 2 0 0,1 0 0 0 0,0-1-1 0 0,0 1 1 0 0,0-1 0 0 0,0-1 0 0 0,1 1 0 0 0,-1-2-1 0 0,1 1 1 0 0,0-1 0 0 0,-1 0 0 0 0,1 0-1 0 0,0-1 1 0 0,-1 0 0 0 0,1 0 0 0 0,0-1-1 0 0,0 0 1 0 0,-1 0 0 0 0,11-4 0 0 0,-5 1-4 0 0,-1-1 1 0 0,0 0 0 0 0,-1-1 0 0 0,1 0-1 0 0,-1 0 1 0 0,0-2 0 0 0,-1 1 0 0 0,1-1-1 0 0,-2-1 1 0 0,1 0 0 0 0,-1 0 0 0 0,-1-1-1 0 0,1 0 1 0 0,-2 0 0 0 0,1-1 0 0 0,-2 0-1 0 0,1-1 1 0 0,-2 1 0 0 0,1-1 0 0 0,-2 0-1 0 0,1 0 1 0 0,-2-1 0 0 0,0 0 0 0 0,0 1-1 0 0,-1-1 1 0 0,0 0 0 0 0,-2 0 0 0 0,1 0-1 0 0,-1 0 1 0 0,-1 0 0 0 0,-1 0 0 0 0,-3-16-1 0 0,2 17-6 0 0,0 0 0 0 0,-1 0 0 0 0,-1 0-1 0 0,0 0 1 0 0,0 1 0 0 0,-1 0 0 0 0,-1 0-1 0 0,0 0 1 0 0,0 1 0 0 0,-1 0 0 0 0,-1 0-1 0 0,1 1 1 0 0,-2 0 0 0 0,1 1-1 0 0,-1 0 1 0 0,0 1 0 0 0,-1-1 0 0 0,1 2-1 0 0,-1 0 1 0 0,-1 0 0 0 0,1 1 0 0 0,-1 0-1 0 0,0 1 1 0 0,-23-5 0 0 0,-27-3-1473 0 0,-1 3-3326 0 0,26 5-2284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534 216 2304 0 0,'29'-76'1662'0'0,"-23"56"23"0"0,-1-1 1 0 0,0 1-1 0 0,3-39 1 0 0,-8 59-1573 0 0,1-1-1 0 0,-1 0 1 0 0,0 1 0 0 0,0-1 0 0 0,0 0 0 0 0,0 1 0 0 0,0-1 0 0 0,0 0 0 0 0,0 0 0 0 0,0 1-1 0 0,0-1 1 0 0,0 0 0 0 0,0 1 0 0 0,-1-1 0 0 0,1 0 0 0 0,0 1 0 0 0,0-1 0 0 0,-1 0 0 0 0,1 1-1 0 0,0-1 1 0 0,-1 0 0 0 0,1 1 0 0 0,-1-1 0 0 0,1 1 0 0 0,-1-1 0 0 0,1 1 0 0 0,-1-1 0 0 0,1 1-1 0 0,-2-1 1 0 0,1 1 2 0 0,0 0 0 0 0,0 0 1 0 0,0 0-1 0 0,0 1 0 0 0,0-1 0 0 0,0 0 0 0 0,0 1 0 0 0,0-1 0 0 0,0 1 0 0 0,0-1 0 0 0,0 1 0 0 0,0-1 1 0 0,0 1-1 0 0,0 0 0 0 0,0 0 0 0 0,0 0 0 0 0,-33 37 1502 0 0,-113 216-103 0 0,83-134-1172 0 0,-129 263-421 0 0,166-316 4 0 0,2 1-1 0 0,4 1 0 0 0,-25 138 1 0 0,40-135-3479 0 0,6-55-2209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4145 0 0,'-2'-4'-217'0'0,"-15"-28"2078"0"0,16 30-1481 0 0,1 1 0 0 0,-1-1 0 0 0,1 1 0 0 0,-1-1 0 0 0,1 1 0 0 0,0-1 0 0 0,0 0 0 0 0,-1 1 0 0 0,1-1 0 0 0,0 1 0 0 0,1-1-1 0 0,-1 0 1 0 0,0 1 0 0 0,0-1 0 0 0,1 1 0 0 0,-1-1 0 0 0,1 1 0 0 0,-1-1 0 0 0,2-1 0 0 0,-2 3-276 0 0,1 0-1 0 0,-1 0 1 0 0,1 0-1 0 0,-1 0 1 0 0,1 0 0 0 0,-1 0-1 0 0,1 1 1 0 0,-1-1-1 0 0,0 0 1 0 0,1 0-1 0 0,-1 1 1 0 0,1-1-1 0 0,-1 0 1 0 0,0 0 0 0 0,1 1-1 0 0,-1-1 1 0 0,0 1-1 0 0,1-1 1 0 0,-1 0-1 0 0,0 1 1 0 0,0-1-1 0 0,1 1 1 0 0,-1-1 0 0 0,0 0-1 0 0,0 1 1 0 0,0-1-1 0 0,0 1 1 0 0,1-1-1 0 0,-1 1 1 0 0,0 0-1 0 0,8 17 809 0 0,15 56 1005 0 0,12 35-1002 0 0,-31-100-877 0 0,1 1 0 0 0,0 0 0 0 0,0-1 0 0 0,1 0 0 0 0,0 0 0 0 0,1 0 0 0 0,0-1 0 0 0,9 8 0 0 0,-14-14-37 0 0,-1 0 0 0 0,2-1 0 0 0,-1 1 0 0 0,0-1 0 0 0,0 0-1 0 0,0 1 1 0 0,1-1 0 0 0,-1 0 0 0 0,1 0 0 0 0,-1 0 0 0 0,1-1-1 0 0,-1 1 1 0 0,1-1 0 0 0,-1 1 0 0 0,1-1 0 0 0,-1 0 0 0 0,1 0-1 0 0,4-1 1 0 0,-2 0-210 0 0,0 0 1 0 0,0 0-1 0 0,0-1 0 0 0,0 0 0 0 0,0 0 1 0 0,-1-1-1 0 0,1 1 0 0 0,6-6 0 0 0,14-10-6553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4.9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106 111 7370 0 0,'-86'-91'7413'0'0,"66"72"-3881"0"0,42 29-1283 0 0,-18-5-2186 0 0,-1 0 0 0 0,0 0-1 0 0,0 0 1 0 0,0 0-1 0 0,-1 1 1 0 0,0-1 0 0 0,0 1-1 0 0,2 8 1 0 0,7 51 296 0 0,-10-56-289 0 0,8 75 305 0 0,-6-45-323 0 0,2-1-1 0 0,1-1 0 0 0,1 1 0 0 0,16 43 1 0 0,-12-62-35 0 0,-10-19-19 0 0,-1 1 1 0 0,0-1-1 0 0,0 0 1 0 0,1 0-1 0 0,-1 0 0 0 0,0 0 1 0 0,1 0-1 0 0,-1 0 0 0 0,0 1 1 0 0,0-1-1 0 0,1 0 0 0 0,-1 0 1 0 0,0 0-1 0 0,1 0 0 0 0,-1 0 1 0 0,0 0-1 0 0,1 0 0 0 0,-1 0 1 0 0,0 0-1 0 0,0 0 1 0 0,1-1-1 0 0,-1 1 0 0 0,0 0 1 0 0,1 0-1 0 0,-1 0 0 0 0,0 0 1 0 0,0 0-1 0 0,1 0 0 0 0,-1-1 1 0 0,0 1-1 0 0,0 0 0 0 0,1 0 1 0 0,-1 0-1 0 0,0-1 0 0 0,3-3-30 0 0,-1 0 0 0 0,1 0 0 0 0,-1 0 0 0 0,0 0 0 0 0,-1-1 0 0 0,3-4 0 0 0,-1 0-22 0 0,19-69-369 0 0,-18 60 424 0 0,1-1 0 0 0,0 2 0 0 0,1-1 0 0 0,1 0 0 0 0,10-17 0 0 0,-16 35 9 0 0,-1 0-1 0 0,0 0 1 0 0,0-1 0 0 0,0 1 0 0 0,0 0 0 0 0,1-1 0 0 0,-1 1 0 0 0,0 0 0 0 0,0 0 0 0 0,0 0 0 0 0,1-1 0 0 0,-1 1 0 0 0,0 0 0 0 0,0 0 0 0 0,1 0 0 0 0,-1-1 0 0 0,0 1 0 0 0,1 0 0 0 0,-1 0-1 0 0,0 0 1 0 0,1 0 0 0 0,-1 0 0 0 0,0 0 0 0 0,1 0 0 0 0,-1 0 0 0 0,0 0 0 0 0,1 0 0 0 0,-1 0 0 0 0,0 0 0 0 0,1 0 0 0 0,-1 0 0 0 0,0 0 0 0 0,0 0 0 0 0,1 0 0 0 0,-1 0 0 0 0,1 0-1 0 0,10 12 248 0 0,7 21 65 0 0,-17-30-272 0 0,9 19-10 0 0,-5-9-881 0 0,1 0-1 0 0,1-1 0 0 0,0 0 1 0 0,13 18-1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1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0,'3'6'631'0'0,"0"-1"-1"0"0,-1 1 1 0 0,0 0-1 0 0,0 0 1 0 0,0 0-1 0 0,-1 0 1 0 0,1 0-1 0 0,-2 0 0 0 0,1 8 1 0 0,1-4 26 0 0,3 23 487 0 0,10 36 0 0 0,-11-54-2814 0 0,2 0 0 0 0,8 18 0 0 0,-7-18-185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13 11058 0 0,'-4'-6'488'0'0,"2"2"105"0"0,0 1-473 0 0,1 3-120 0 0,2 0 0 0 0,1 0 288 0 0,-1 2 32 0 0,2-1 0 0 0,2 2 8 0 0,4 1-1000 0 0,3 3-192 0 0,2 1-49 0 0,4 1-7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22 5065 0 0,'-1'-2'183'0'0,"-1"0"0"0"0,0 0 0 0 0,1 1 0 0 0,-1-1 0 0 0,0 0-1 0 0,0 1 1 0 0,0 0 0 0 0,-1-1 0 0 0,1 1 0 0 0,0 0 0 0 0,0 0 0 0 0,-1 0 0 0 0,1 1 0 0 0,0-1 0 0 0,-1 0 0 0 0,1 1-1 0 0,-1 0 1 0 0,1-1 0 0 0,-1 1 0 0 0,1 0 0 0 0,-1 0 0 0 0,1 0 0 0 0,-1 1 0 0 0,1-1 0 0 0,0 1 0 0 0,-1-1-1 0 0,1 1 1 0 0,0 0 0 0 0,-1 0 0 0 0,1 0 0 0 0,-3 1 0 0 0,-3 2 287 0 0,0 0 1 0 0,1 0-1 0 0,-1 1 1 0 0,1-1-1 0 0,0 2 1 0 0,0-1-1 0 0,-11 13 1 0 0,10-8-376 0 0,0-1 0 0 0,1 1 0 0 0,1 0 0 0 0,0 1 0 0 0,0-1 0 0 0,1 1 1 0 0,0 1-1 0 0,1-1 0 0 0,0 0 0 0 0,1 1 0 0 0,1 0 0 0 0,-1 0 0 0 0,2 0 0 0 0,0 0 0 0 0,0 18 0 0 0,1-28-187 0 0,0 0 0 0 0,1 0 0 0 0,-1-1 0 0 0,0 1 0 0 0,1 0 0 0 0,0 0 0 0 0,-1 0 0 0 0,1 0 0 0 0,0 0 0 0 0,0-1 0 0 0,0 1 0 0 0,0 0 0 0 0,0-1 0 0 0,0 1 0 0 0,0 0 0 0 0,1-1 0 0 0,-1 0 0 0 0,0 1 0 0 0,1-1 0 0 0,-1 0 0 0 0,1 0 0 0 0,0 0 0 0 0,-1 0 0 0 0,1 0 0 0 0,0 0 0 0 0,0 0 0 0 0,0 0 0 0 0,-1-1 0 0 0,1 1 0 0 0,0-1 0 0 0,0 1 0 0 0,0-1 0 0 0,0 0 0 0 0,0 0 0 0 0,0 0 0 0 0,0 0 0 0 0,0 0 0 0 0,0 0 0 0 0,0-1 0 0 0,0 1 0 0 0,0-1 0 0 0,0 1 0 0 0,-1-1 0 0 0,1 1 0 0 0,0-1 0 0 0,0 0 0 0 0,0 0 0 0 0,-1 0 0 0 0,1 0-1 0 0,-1-1 1 0 0,1 1 0 0 0,2-3 0 0 0,10-8-1272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93 269 456 0 0,'-61'-190'7316'0'0,"30"112"-1121"0"0,31 77-6104 0 0,30 92 6168 0 0,-15-34-7586 0 0,-3-2-3460 0 0,-6-18-1310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0 262 6913 0 0,'20'-13'1375'0'0,"-2"0"-1"0"0,0-2 0 0 0,22-21 1 0 0,-32 28-1036 0 0,0-1 0 0 0,-1 0 1 0 0,0 0-1 0 0,0 0 0 0 0,-1-1 1 0 0,0 0-1 0 0,-1 0 0 0 0,7-17 1 0 0,-11 24-340 0 0,0-1 1 0 0,-1 1 0 0 0,1-1-1 0 0,-1 1 1 0 0,1 0-1 0 0,-1-1 1 0 0,0 1 0 0 0,-1-1-1 0 0,1 1 1 0 0,0-1 0 0 0,-1 1-1 0 0,0 0 1 0 0,0-1 0 0 0,0 1-1 0 0,0 0 1 0 0,0 0-1 0 0,-3-5 1 0 0,2 6-397 0 0,1 0 0 0 0,0 0 0 0 0,-1 1 0 0 0,0-1 1 0 0,1 0-1 0 0,-1 1 0 0 0,0 0 0 0 0,0-1 0 0 0,0 1 0 0 0,-3-2 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6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258 54 2761 0 0,'0'-2'342'0'0,"-1"-1"0"0"0,1 1 0 0 0,-1-1 0 0 0,0 1 0 0 0,1 0 0 0 0,-1 0 1 0 0,0-1-1 0 0,0 1 0 0 0,0 0 0 0 0,-1 0 0 0 0,1 0 0 0 0,0 0 0 0 0,-1 0 1 0 0,1 0-1 0 0,-1 0 0 0 0,0 1 0 0 0,0-1 0 0 0,0 1 0 0 0,0-1 1 0 0,0 1-1 0 0,0-1 0 0 0,0 1 0 0 0,0 0 0 0 0,0 0 0 0 0,0 0 0 0 0,-1 0 1 0 0,1 1-1 0 0,0-1 0 0 0,-1 1 0 0 0,1-1 0 0 0,-1 1 0 0 0,-2 0 0 0 0,-1-1-35 0 0,1 0-1 0 0,-1 1 0 0 0,1 0 1 0 0,-1 0-1 0 0,1 0 0 0 0,-1 1 1 0 0,1 0-1 0 0,-1 0 0 0 0,1 0 1 0 0,-1 1-1 0 0,1 0 0 0 0,0 0 1 0 0,-8 4-1 0 0,4 1-214 0 0,1 1 0 0 0,-1 0 0 0 0,1 0 0 0 0,1 1 1 0 0,-1 0-1 0 0,2 0 0 0 0,-1 1 0 0 0,-9 20 0 0 0,8-15-123 0 0,2 0 1 0 0,0 1-1 0 0,0 0 1 0 0,2 1-1 0 0,-4 24 0 0 0,7-37 31 0 0,1 0-1 0 0,-1 0 1 0 0,1-1-1 0 0,0 1 0 0 0,1 0 1 0 0,-1 0-1 0 0,1 0 1 0 0,-1-1-1 0 0,1 1 1 0 0,0 0-1 0 0,0-1 0 0 0,1 1 1 0 0,-1-1-1 0 0,1 1 1 0 0,0-1-1 0 0,0 1 0 0 0,0-1 1 0 0,0 0-1 0 0,4 3 1 0 0,-4-4-111 0 0,0 0 0 0 0,0-1 1 0 0,1 1-1 0 0,-1-1 0 0 0,1 1 1 0 0,-1-1-1 0 0,1 0 0 0 0,-1 0 0 0 0,1 0 1 0 0,0-1-1 0 0,-1 1 0 0 0,1 0 1 0 0,0-1-1 0 0,-1 0 0 0 0,1 0 1 0 0,0 0-1 0 0,0 0 0 0 0,0 0 0 0 0,-1 0 1 0 0,1-1-1 0 0,0 1 0 0 0,-1-1 1 0 0,1 0-1 0 0,0 0 0 0 0,-1 0 0 0 0,1 0 1 0 0,2-2-1 0 0,14-7-5689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6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120 105 10138 0 0,'-8'-17'163'0'0,"-20"-36"1563"0"0,26 50-1394 0 0,1 0 0 0 0,-1 1 0 0 0,0-1 0 0 0,0 1 0 0 0,0 0 0 0 0,0 0-1 0 0,-1-1 1 0 0,1 1 0 0 0,-1 1 0 0 0,1-1 0 0 0,-1 0 0 0 0,1 1 0 0 0,-1-1 0 0 0,0 1 0 0 0,-4-2 0 0 0,5 3-234 0 0,1 0 0 0 0,-1 0 0 0 0,1 0 0 0 0,-1 0-1 0 0,1 0 1 0 0,-1 0 0 0 0,1 1 0 0 0,-1-1 0 0 0,1 0 0 0 0,-1 1-1 0 0,1-1 1 0 0,0 1 0 0 0,-1 0 0 0 0,1-1 0 0 0,0 1-1 0 0,-1 0 1 0 0,1 0 0 0 0,0 0 0 0 0,0 0 0 0 0,0 0 0 0 0,0 0-1 0 0,0 0 1 0 0,0 0 0 0 0,0 0 0 0 0,0 1 0 0 0,0-1-1 0 0,1 0 1 0 0,-1 1 0 0 0,0-1 0 0 0,1 0 0 0 0,-1 1 0 0 0,1-1-1 0 0,-1 1 1 0 0,1-1 0 0 0,0 1 0 0 0,0-1 0 0 0,0 3 0 0 0,-2 3 5 0 0,2-1 1 0 0,-1 1 0 0 0,1 0 0 0 0,0 0 0 0 0,0-1-1 0 0,1 1 1 0 0,1 8 0 0 0,10 19 44 0 0,0 0 0 0 0,27 48 0 0 0,5 15-85 0 0,-31-64-1049 0 0,0 0-4147 0 0,-1 1-1851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7.0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98 3225 0 0,'3'0'154'0'0,"0"0"0"0"0,-1-1 0 0 0,1 1 0 0 0,-1-1 0 0 0,1 0 0 0 0,0 0 0 0 0,-1 0 0 0 0,1 0 0 0 0,-1 0 0 0 0,0 0 0 0 0,1-1 0 0 0,-1 1 0 0 0,0-1 0 0 0,0 1 0 0 0,0-1 0 0 0,0 0-1 0 0,0 0 1 0 0,0 0 0 0 0,-1 0 0 0 0,1 0 0 0 0,-1-1 0 0 0,1 1 0 0 0,-1 0 0 0 0,0-1 0 0 0,0 1 0 0 0,0-1 0 0 0,0 1 0 0 0,0-1 0 0 0,0 0 0 0 0,-1 1 0 0 0,1-1 0 0 0,-1 0 0 0 0,0 1 0 0 0,0-1 0 0 0,0 0 0 0 0,0 1 0 0 0,-1-1 0 0 0,1 0 0 0 0,-1 1 0 0 0,1-1 0 0 0,-1 0 0 0 0,0 1 0 0 0,0-1 0 0 0,-2-2 0 0 0,3 4-104 0 0,0 1-1 0 0,0-1 1 0 0,0 1-1 0 0,0 0 0 0 0,-1-1 1 0 0,1 1-1 0 0,0 0 1 0 0,0-1-1 0 0,-1 1 1 0 0,1 0-1 0 0,0 0 1 0 0,0-1-1 0 0,-1 1 1 0 0,1 0-1 0 0,0 0 0 0 0,-1-1 1 0 0,1 1-1 0 0,0 0 1 0 0,-1 0-1 0 0,1 0 1 0 0,-1 0-1 0 0,1 0 1 0 0,0-1-1 0 0,-1 1 1 0 0,1 0-1 0 0,0 0 0 0 0,-1 0 1 0 0,1 0-1 0 0,-1 0 1 0 0,1 0-1 0 0,0 0 1 0 0,-1 0-1 0 0,1 0 1 0 0,-1 0-1 0 0,1 1 0 0 0,0-1 1 0 0,-1 0-1 0 0,0 0 1 0 0,-9 16 1331 0 0,1 23 180 0 0,9-35-1542 0 0,0 0 0 0 0,1 0 1 0 0,-1 0-1 0 0,1 0 1 0 0,0-1-1 0 0,0 1 0 0 0,1 0 1 0 0,-1-1-1 0 0,1 1 1 0 0,0-1-1 0 0,0 0 0 0 0,0 1 1 0 0,0-1-1 0 0,1 0 1 0 0,-1 0-1 0 0,1 0 1 0 0,-1-1-1 0 0,5 4 0 0 0,-5-5-84 0 0,0 1-1 0 0,0-1 1 0 0,0-1-1 0 0,1 1 0 0 0,-1 0 1 0 0,0 0-1 0 0,0-1 1 0 0,0 1-1 0 0,0-1 1 0 0,1 0-1 0 0,-1 0 0 0 0,0 0 1 0 0,1 0-1 0 0,-1 0 1 0 0,0 0-1 0 0,0 0 1 0 0,1-1-1 0 0,-1 1 0 0 0,0-1 1 0 0,0 0-1 0 0,0 1 1 0 0,0-1-1 0 0,0 0 1 0 0,0 0-1 0 0,0-1 0 0 0,0 1 1 0 0,0 0-1 0 0,0-1 1 0 0,-1 1-1 0 0,1-1 1 0 0,0 1-1 0 0,1-3 0 0 0,22-33-917 0 0,-22 31 1208 0 0,0 1 1 0 0,0 0 0 0 0,0 0-1 0 0,1 1 1 0 0,0-1 0 0 0,0 1-1 0 0,7-7 1 0 0,0 37 3822 0 0,-5-11-3378 0 0,-5-11-656 0 0,1-1 0 0 0,0 0-1 0 0,0 0 1 0 0,0 0 0 0 0,0-1-1 0 0,0 1 1 0 0,1 0-1 0 0,-1-1 1 0 0,1 0 0 0 0,0 1-1 0 0,0-1 1 0 0,0 0 0 0 0,0-1-1 0 0,0 1 1 0 0,0 0 0 0 0,5 1-1 0 0,-6-3-40 0 0,1 1 1 0 0,0-1-1 0 0,-1 0 0 0 0,1 0 1 0 0,-1 0-1 0 0,1 0 0 0 0,-1 0 0 0 0,1-1 1 0 0,-1 1-1 0 0,1-1 0 0 0,-1 1 1 0 0,1-1-1 0 0,-1 0 0 0 0,0 0 0 0 0,1 0 1 0 0,-1-1-1 0 0,0 1 0 0 0,0 0 0 0 0,0-1 1 0 0,0 0-1 0 0,0 1 0 0 0,4-5 1 0 0,14-19-158 0 0,-16 20 286 0 0,0 0 0 0 0,0 0 1 0 0,1 0-1 0 0,0 1 0 0 0,-1-1 1 0 0,8-4-1 0 0,-11 9-49 0 0,1-1 0 0 0,0 0 1 0 0,-1 0-1 0 0,1 1 0 0 0,0-1 0 0 0,0 1 1 0 0,-1-1-1 0 0,1 1 0 0 0,0 0 0 0 0,0 0 1 0 0,0 0-1 0 0,0 0 0 0 0,0 0 0 0 0,-1 0 0 0 0,1 0 1 0 0,0 0-1 0 0,0 1 0 0 0,0-1 0 0 0,-1 1 1 0 0,1 0-1 0 0,0-1 0 0 0,0 1 0 0 0,-1 0 1 0 0,1 0-1 0 0,-1 0 0 0 0,3 1 0 0 0,36 29-1153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8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59 11522 0 0,'-5'-24'3342'0'0,"-1"-8"1238"0"0,5 30-3726 0 0,2 4-216 0 0,3 17-212 0 0,10 54 276 0 0,-6-24-572 0 0,3 0 1 0 0,23 64-1 0 0,5-22-969 0 0,-7-33-2573 0 0,-17-35-3302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8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168 59 6449 0 0,'-2'-7'579'0'0,"1"2"379"0"0,0 0 1 0 0,-1-1 0 0 0,1 1 0 0 0,-1 0-1 0 0,-1-1 1 0 0,-2-4 0 0 0,4 9-840 0 0,0 0 0 0 0,1 0 0 0 0,-1 1 0 0 0,0-1 0 0 0,1 0 0 0 0,-1 1 0 0 0,0-1 0 0 0,0 1 0 0 0,1-1 0 0 0,-1 1 0 0 0,0-1 0 0 0,0 1 0 0 0,0 0 0 0 0,0-1 0 0 0,0 1 0 0 0,0 0 0 0 0,0 0 0 0 0,0-1 0 0 0,0 1 0 0 0,0 0 0 0 0,0 0 0 0 0,0 0 0 0 0,0 0 0 0 0,0 0 0 0 0,1 1 0 0 0,-1-1 0 0 0,0 0 0 0 0,0 0 0 0 0,0 1 0 0 0,0-1 0 0 0,0 0 0 0 0,0 1 0 0 0,0-1 0 0 0,0 1 0 0 0,1-1 0 0 0,-1 1 0 0 0,0 0 0 0 0,0-1 0 0 0,1 1 0 0 0,-1 0 0 0 0,0-1 0 0 0,1 1 0 0 0,-2 1 0 0 0,-4 5 157 0 0,0-1 0 0 0,0 1-1 0 0,0 1 1 0 0,1-1 0 0 0,0 1 0 0 0,-7 15 0 0 0,-20 56-100 0 0,26-62-77 0 0,1-6-114 0 0,-1 4 10 0 0,1 0 0 0 0,-5 22 0 0 0,10-34-10 0 0,-1 0-1 0 0,1 0 0 0 0,-1 0 0 0 0,1 0 1 0 0,0 0-1 0 0,0 0 0 0 0,0 0 0 0 0,0 1 1 0 0,1-1-1 0 0,-1 0 0 0 0,1 0 1 0 0,0 0-1 0 0,0 0 0 0 0,0 0 0 0 0,0 0 1 0 0,0-1-1 0 0,1 1 0 0 0,2 4 0 0 0,-2-6-30 0 0,-1 0-1 0 0,0 0 0 0 0,1-1 0 0 0,-1 1 0 0 0,0 0 0 0 0,1-1 0 0 0,-1 1 1 0 0,1-1-1 0 0,-1 1 0 0 0,1-1 0 0 0,-1 0 0 0 0,1 0 0 0 0,-1 0 0 0 0,1 0 1 0 0,0 0-1 0 0,-1 0 0 0 0,1 0 0 0 0,-1 0 0 0 0,1 0 0 0 0,-1-1 0 0 0,1 1 1 0 0,-1-1-1 0 0,1 1 0 0 0,-1-1 0 0 0,0 0 0 0 0,1 1 0 0 0,-1-1 0 0 0,0 0 1 0 0,1 0-1 0 0,-1 0 0 0 0,2-2 0 0 0,37-32-1203 0 0,-27 19 1119 0 0,-1 0 0 0 0,0-1 0 0 0,-1-1 1 0 0,-1 0-1 0 0,-1 0 0 0 0,-1-1 0 0 0,7-20 1 0 0,4-10 847 0 0,-19 49-662 0 0,0 0 0 0 0,1-1 0 0 0,-1 1-1 0 0,0 0 1 0 0,0-1 0 0 0,0 1-1 0 0,0 0 1 0 0,0 0 0 0 0,1-1-1 0 0,-1 1 1 0 0,0 0 0 0 0,0 0 0 0 0,0-1-1 0 0,1 1 1 0 0,-1 0 0 0 0,0 0-1 0 0,0-1 1 0 0,1 1 0 0 0,-1 0-1 0 0,0 0 1 0 0,1 0 0 0 0,-1 0 0 0 0,0-1-1 0 0,1 1 1 0 0,-1 0 0 0 0,0 0-1 0 0,0 0 1 0 0,1 0 0 0 0,-1 0-1 0 0,0 0 1 0 0,1 0 0 0 0,-1 0 0 0 0,0 0-1 0 0,1 0 1 0 0,-1 0 0 0 0,0 0-1 0 0,1 0 1 0 0,0 1 0 0 0,12 10 915 0 0,6 22-662 0 0,-12-21-361 0 0,1 5-794 0 0,1 0-1 0 0,17 24 1 0 0,-11-23-5893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1 113 6913 0 0,'0'-3'462'0'0,"1"1"0"0"0,0-1 0 0 0,0 0 0 0 0,0 0-1 0 0,1 1 1 0 0,-1-1 0 0 0,1 1 0 0 0,-1-1-1 0 0,1 1 1 0 0,0 0 0 0 0,0-1 0 0 0,0 1-1 0 0,0 0 1 0 0,1 0 0 0 0,-1 0 0 0 0,4-2-1 0 0,-5 4-245 0 0,0 0-1 0 0,0-1 1 0 0,0 1-1 0 0,0 0 1 0 0,-1 0-1 0 0,1 0 1 0 0,0 0-1 0 0,0 0 1 0 0,0 0-1 0 0,0 0 1 0 0,0 0-1 0 0,0 0 1 0 0,0 0-1 0 0,0 0 0 0 0,0 1 1 0 0,0-1-1 0 0,0 0 1 0 0,0 1-1 0 0,1 0 1 0 0,0 0-73 0 0,0 1 0 0 0,0 0-1 0 0,-1-1 1 0 0,1 1 0 0 0,0 0 0 0 0,-1 0 0 0 0,1 0 0 0 0,-1 0 0 0 0,1 0 0 0 0,1 3-1 0 0,8 17 52 0 0,1 1 324 0 0,20 32 1 0 0,-28-50-461 0 0,1 1-1 0 0,-1-1 1 0 0,1 0-1 0 0,0 0 1 0 0,0 0 0 0 0,0 0-1 0 0,0-1 1 0 0,1 0 0 0 0,0 0-1 0 0,9 4 1 0 0,-14-7-55 0 0,1-1 0 0 0,-1 1 0 0 0,0-1 0 0 0,1 1 1 0 0,-1-1-1 0 0,1 1 0 0 0,0-1 0 0 0,-1 0 0 0 0,1 0 1 0 0,-1 0-1 0 0,1 0 0 0 0,-1 0 0 0 0,1 0 0 0 0,0 0 0 0 0,-1 0 1 0 0,1-1-1 0 0,-1 1 0 0 0,1-1 0 0 0,-1 1 0 0 0,1-1 0 0 0,2-1 1 0 0,-3 1 8 0 0,1-1 0 0 0,0 0 0 0 0,0 0 0 0 0,0 0 0 0 0,-1 1 1 0 0,1-2-1 0 0,-1 1 0 0 0,0 0 0 0 0,1 0 0 0 0,-1 0 0 0 0,0-1 1 0 0,1-2-1 0 0,1-9 57 0 0,1 1 0 0 0,-2-1 0 0 0,2-27 0 0 0,-4 32-61 0 0,1-36 15 0 0,-2 32-13 0 0,1-1 1 0 0,1 1-1 0 0,1-13 0 0 0,-1 25-10 0 0,-1 0 0 0 0,0 0 0 0 0,0 0 0 0 0,0 1 0 0 0,0-1 0 0 0,1 0 0 0 0,-1 0 0 0 0,0 1 0 0 0,0-1 0 0 0,1 0 0 0 0,-1 1 0 0 0,1-1 0 0 0,-1 0 0 0 0,1 1 0 0 0,-1-1 0 0 0,1 0 0 0 0,-1 1 0 0 0,1-1 0 0 0,0 1 0 0 0,-1-1 0 0 0,1 1 0 0 0,0-1 0 0 0,-1 1 0 0 0,1 0 0 0 0,0-1 0 0 0,-1 1 0 0 0,1 0 0 0 0,0-1 0 0 0,1 1 0 0 0,0 0 0 0 0,0 0 0 0 0,1 0 0 0 0,-1 1 0 0 0,0-1 0 0 0,0 1 0 0 0,0-1 0 0 0,0 1 0 0 0,0 0 0 0 0,-1 0 0 0 0,1 0 0 0 0,3 1 0 0 0,4 4 0 0 0,0 0 0 0 0,-1 1 0 0 0,11 11 0 0 0,18 17-8 0 0,-17-17-12 0 0,-2 0 0 0 0,0 2 1 0 0,18 24-1 0 0,-31-37 12 0 0,-1 1 0 0 0,1-1 0 0 0,-2 1 0 0 0,1 0-1 0 0,-1 0 1 0 0,0 0 0 0 0,-1 0 0 0 0,0 1 0 0 0,0-1 0 0 0,-1 1 0 0 0,0-1 0 0 0,0 1 0 0 0,-1 16 0 0 0,-2-13-131 0 0,0 0 0 0 0,0 0 0 0 0,-1-1 0 0 0,0 1 0 0 0,-1-1 0 0 0,-7 14 0 0 0,-9 13-5722 0 0,3-10-1044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43 167 5065 0 0,'16'7'2519'0'0,"-13"-6"-1576"0"0,0 1 0 0 0,1-1-1 0 0,-1 0 1 0 0,0 1 0 0 0,1-2-1 0 0,-1 1 1 0 0,7 1 0 0 0,-9-3-873 0 0,0 1 1 0 0,0 0 0 0 0,0 0 0 0 0,0-1 0 0 0,0 1 0 0 0,0-1 0 0 0,-1 1 0 0 0,1-1 0 0 0,0 1 0 0 0,0-1 0 0 0,0 1 0 0 0,-1-1 0 0 0,1 0-1 0 0,0 1 1 0 0,-1-1 0 0 0,1 0 0 0 0,0 1 0 0 0,-1-1 0 0 0,1 0 0 0 0,-1 0 0 0 0,1 0 0 0 0,-1 0 0 0 0,0 0 0 0 0,1 0 0 0 0,-1 0-1 0 0,0 1 1 0 0,1-1 0 0 0,-1 0 0 0 0,0 0 0 0 0,0 0 0 0 0,0 0 0 0 0,0 0 0 0 0,0 0 0 0 0,0-2 0 0 0,0-10 348 0 0,1 0-1 0 0,-2 0 1 0 0,-3-26 0 0 0,3 33-286 0 0,0 0 0 0 0,-1 0-1 0 0,1 0 1 0 0,-1 1 0 0 0,0-1 0 0 0,-1 1 0 0 0,1-1-1 0 0,-1 1 1 0 0,0 0 0 0 0,-1 0 0 0 0,-4-5-1 0 0,8 9-133 0 0,-1 0 0 0 0,1 1 0 0 0,-1-1 0 0 0,1 1 0 0 0,-1-1 0 0 0,0 1 0 0 0,1-1 0 0 0,-1 1 0 0 0,0-1 0 0 0,1 1-1 0 0,-1 0 1 0 0,0 0 0 0 0,0-1 0 0 0,1 1 0 0 0,-1 0 0 0 0,0 0 0 0 0,0 0 0 0 0,0 0 0 0 0,1 0 0 0 0,-1 0-1 0 0,0 0 1 0 0,0 0 0 0 0,0 0 0 0 0,1 0 0 0 0,-1 0 0 0 0,0 0 0 0 0,0 0 0 0 0,-1 1 0 0 0,0 1-7 0 0,0-1 1 0 0,0 0-1 0 0,0 1 1 0 0,0 0 0 0 0,1-1-1 0 0,-1 1 1 0 0,1 0-1 0 0,-1 0 1 0 0,-2 4-1 0 0,-2 4-42 0 0,1 1 0 0 0,-8 21 0 0 0,11-28 8 0 0,1 0-1 0 0,-1 0 0 0 0,1 0 1 0 0,0 0-1 0 0,0 0 0 0 0,1 0 1 0 0,-1 0-1 0 0,1 1 0 0 0,0-1 1 0 0,0 0-1 0 0,1 0 0 0 0,-1 1 1 0 0,1-1-1 0 0,0 0 0 0 0,0 0 1 0 0,0 0-1 0 0,0 0 0 0 0,1 0 1 0 0,0 0-1 0 0,0 0 0 0 0,3 4 1 0 0,-2-4 9 0 0,1 0 1 0 0,0 0 0 0 0,0-1-1 0 0,0 0 1 0 0,0 1 0 0 0,0-2-1 0 0,1 1 1 0 0,0 0 0 0 0,-1-1-1 0 0,1 0 1 0 0,0 0 0 0 0,0 0-1 0 0,0-1 1 0 0,0 0 0 0 0,0 0-1 0 0,11 1 1 0 0,30 0-386 0 0,0-2 0 0 0,0-3-1 0 0,62-10 1 0 0,-55 6-1410 0 0,-25 3-3873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39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3225 0 0,'9'-27'17821'0'0,"3"25"-16813"0"0,-7 1-2670 0 0,2 1 1833 0 0,-1 0 0 0 0,0 0 1 0 0,0 0-1 0 0,0 1 0 0 0,0 0 0 0 0,0 0 0 0 0,0 1 0 0 0,0-1 0 0 0,0 1 0 0 0,10 5 0 0 0,-15-6-156 0 0,1 0-1 0 0,-1-1 1 0 0,1 1 0 0 0,-1 0-1 0 0,1 0 1 0 0,-1 0-1 0 0,0 0 1 0 0,1 0 0 0 0,-1 0-1 0 0,0 0 1 0 0,0 0 0 0 0,0 1-1 0 0,0-1 1 0 0,0 0 0 0 0,0 1-1 0 0,0-1 1 0 0,0 1 0 0 0,-1-1-1 0 0,1 1 1 0 0,-1-1-1 0 0,1 1 1 0 0,-1-1 0 0 0,1 1-1 0 0,-1 0 1 0 0,0-1 0 0 0,0 1-1 0 0,0 0 1 0 0,0-1 0 0 0,0 1-1 0 0,0 0 1 0 0,0-1 0 0 0,0 1-1 0 0,-1-1 1 0 0,1 1-1 0 0,-1 0 1 0 0,1-1 0 0 0,-1 1-1 0 0,0-1 1 0 0,1 1 0 0 0,-1-1-1 0 0,0 0 1 0 0,0 1 0 0 0,0-1-1 0 0,-2 2 1 0 0,3-2 7 0 0,-1-1-1 0 0,1 1 1 0 0,0 0 0 0 0,-1-1 0 0 0,1 1-1 0 0,-1-1 1 0 0,1 1 0 0 0,-1-1 0 0 0,1 1-1 0 0,-1-1 1 0 0,1 1 0 0 0,-1-1 0 0 0,0 1-1 0 0,1-1 1 0 0,-1 0 0 0 0,0 1 0 0 0,1-1 0 0 0,-1 0-1 0 0,0 0 1 0 0,0 0 0 0 0,1 1 0 0 0,-1-1-1 0 0,0 0 1 0 0,1 0 0 0 0,-1 0 0 0 0,0 0-1 0 0,-1 0 1 0 0,1-1 1 0 0,0 0-1 0 0,0 1 1 0 0,0-1 0 0 0,0 0-1 0 0,0 0 1 0 0,0 1-1 0 0,0-1 1 0 0,0 0 0 0 0,0 0-1 0 0,0 0 1 0 0,1 0-1 0 0,-1 0 1 0 0,0 0 0 0 0,0-2-1 0 0,-2-3 14 0 0,1 0 0 0 0,0 1 0 0 0,0-1-1 0 0,1 0 1 0 0,-2-10 0 0 0,2 5-106 0 0,2 1 1 0 0,-1-1-1 0 0,2 1 1 0 0,-1-1-1 0 0,2 1 1 0 0,-1 0-1 0 0,1 0 1 0 0,6-13-1 0 0,11-18-6462 0 0,-4 18-756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1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2 138 8290 0 0,'-2'0'1388'0'0,"15"-3"2285"0"0,7-6-2424 0 0,-13 6-1118 0 0,92-39 1955 0 0,-69 27-1701 0 0,1 1 1 0 0,1 2-1 0 0,0 1 0 0 0,0 1 1 0 0,50-7-1 0 0,-72 16-739 0 0,10 2 1950 0 0,-19 0-1475 0 0,-1-1 0 0 0,1 1 0 0 0,0 0-1 0 0,0 1 1 0 0,-1-1 0 0 0,1 0 0 0 0,-1 0 0 0 0,1 0 0 0 0,-1 0 0 0 0,1 0 0 0 0,-1 1 0 0 0,0-1 0 0 0,1 0-1 0 0,-1 0 1 0 0,0 1 0 0 0,0 1 0 0 0,17 85 171 0 0,51 160 1 0 0,54 81-323 0 0,-47-136 138 0 0,13 3-31 0 0,-37-90-67 0 0,-50-105-3 0 0,9 24 39 0 0,-10-24-46 0 0,0-1-1 0 0,1 1 1 0 0,-1 0-1 0 0,0-1 0 0 0,1 1 1 0 0,-1 0-1 0 0,0 0 1 0 0,0-1-1 0 0,0 1 1 0 0,1 0-1 0 0,-1 0 1 0 0,0-1-1 0 0,0 1 0 0 0,0 0 1 0 0,0 0-1 0 0,0 0 1 0 0,-1-1-1 0 0,1 1 1 0 0,0 0-1 0 0,0 0 1 0 0,0-1-1 0 0,-1 1 1 0 0,1 0-1 0 0,0-1 0 0 0,-1 1 1 0 0,0 1-1 0 0,-12-8-1022 0 0,5 1-11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1.9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96 139 2304 0 0,'-26'-11'-239'0'0,"-15"-7"2767"0"0,38 17-2015 0 0,1 0 1 0 0,-1 0-1 0 0,1-1 1 0 0,0 1-1 0 0,-1-1 1 0 0,1 0-1 0 0,0 0 1 0 0,0 0-1 0 0,0 0 0 0 0,1 0 1 0 0,-3-3-1 0 0,4 4-350 0 0,-1 0 0 0 0,1 1 0 0 0,0-1-1 0 0,0 0 1 0 0,1 0 0 0 0,-1 0 0 0 0,0 1 0 0 0,0-1-1 0 0,0 0 1 0 0,0 0 0 0 0,1 1 0 0 0,-1-1-1 0 0,0 0 1 0 0,1 1 0 0 0,-1-1 0 0 0,1 0 0 0 0,-1 1-1 0 0,0-1 1 0 0,1 0 0 0 0,-1 1 0 0 0,1-1 0 0 0,0 1-1 0 0,-1-1 1 0 0,1 1 0 0 0,-1-1 0 0 0,1 1-1 0 0,0-1 1 0 0,0 1 0 0 0,-1 0 0 0 0,1 0 0 0 0,0-1-1 0 0,-1 1 1 0 0,1 0 0 0 0,0 0 0 0 0,0 0 0 0 0,1-1-1 0 0,29-7 2217 0 0,8 3-1036 0 0,0 1 1 0 0,46 3-1 0 0,-55 2-1212 0 0,-1-1 0 0 0,1-2 1 0 0,-1-1-1 0 0,0-1 0 0 0,40-11 0 0 0,-42 3-166 0 0,-12-1-2772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2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3225 0 0,'16'-2'12180'0'0,"9"23"-10834"0"0,1-2 1 0 0,0 0-1 0 0,51 26 1 0 0,-19-17-2435 0 0,-1-8-3558 0 0,-34-13-1817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4 9218 0 0,'-1'-1'179'0'0,"0"1"-1"0"0,-1-1 1 0 0,1 1-1 0 0,0-1 1 0 0,-1 1 0 0 0,1 0-1 0 0,0 0 1 0 0,-1 0 0 0 0,1 0-1 0 0,0 0 1 0 0,-1 0-1 0 0,1 0 1 0 0,0 0 0 0 0,-1 0-1 0 0,1 1 1 0 0,0-1 0 0 0,-1 1-1 0 0,1-1 1 0 0,0 1-1 0 0,-2 0 1 0 0,-1 2 166 0 0,0-1-1 0 0,0 1 1 0 0,1 0-1 0 0,-1 0 1 0 0,1 0-1 0 0,-4 5 1 0 0,-5 7 506 0 0,1 1 0 0 0,-10 19 0 0 0,19-32-713 0 0,-18 31 631 0 0,2 1-1 0 0,-16 45 1 0 0,18-27-2864 0 0,6 0-4128 0 0,7-24 1869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33 3681 0 0,'-6'-32'12030'0'0,"-1"44"-8917"0"0,5-1-3037 0 0,0-1 1 0 0,1 0-1 0 0,0 1 0 0 0,1-1 0 0 0,0 1 1 0 0,0-1-1 0 0,1 0 0 0 0,1 1 0 0 0,0-1 0 0 0,0 0 1 0 0,1 0-1 0 0,6 16 0 0 0,-5-15-15 0 0,1-1-1 0 0,0 1 1 0 0,0-1-1 0 0,1 0 0 0 0,1-1 1 0 0,-1 1-1 0 0,2-1 1 0 0,-1-1-1 0 0,1 1 1 0 0,0-1-1 0 0,13 9 0 0 0,-17-15-138 0 0,0 1-1 0 0,0-1 0 0 0,0 0 0 0 0,1 0 0 0 0,-1 0 0 0 0,1 0 1 0 0,0-1-1 0 0,-1 0 0 0 0,1 0 0 0 0,0 0 0 0 0,0-1 0 0 0,-1 1 1 0 0,1-1-1 0 0,0 0 0 0 0,0-1 0 0 0,0 1 0 0 0,-1-1 0 0 0,1 0 1 0 0,0 0-1 0 0,0-1 0 0 0,-1 1 0 0 0,1-1 0 0 0,-1 0 1 0 0,0 0-1 0 0,1 0 0 0 0,-1-1 0 0 0,0 0 0 0 0,0 1 0 0 0,4-5 1 0 0,-4 3-12 0 0,-1 1 0 0 0,1-1 0 0 0,0 0 0 0 0,-1 0 0 0 0,0 0 0 0 0,0-1 0 0 0,-1 1 0 0 0,1-1 1 0 0,-1 0-1 0 0,0 1 0 0 0,0-1 0 0 0,0 0 0 0 0,-1 0 0 0 0,1 0 0 0 0,-1-1 0 0 0,-1 1 1 0 0,1 0-1 0 0,-1 0 0 0 0,0 0 0 0 0,0-1 0 0 0,0 1 0 0 0,-1 0 0 0 0,1 0 0 0 0,-2 0 0 0 0,1 0 1 0 0,-4-10-1 0 0,-38-74 2305 0 0,92 112 641 0 0,-9-9-2451 0 0,-37-13-370 0 0,-1 0-1 0 0,1-1 1 0 0,0 1-1 0 0,0-1 0 0 0,-1 1 1 0 0,1-1-1 0 0,0 0 1 0 0,-1 0-1 0 0,1-1 1 0 0,0 1-1 0 0,0 0 0 0 0,-1-1 1 0 0,4 0-1 0 0,-6-1-24 0 0,0-1-1 0 0,-1 1 0 0 0,1 0 1 0 0,-1 1-1 0 0,1-1 1 0 0,-1 0-1 0 0,1 0 0 0 0,-1 0 1 0 0,0 0-1 0 0,0 0 1 0 0,0 1-1 0 0,0-1 0 0 0,0 0 1 0 0,-1 1-1 0 0,-1-3 1 0 0,-7-12-1429 0 0,9 9-604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3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43 456 0 0,'35'-42'18796'0'0,"-35"51"-15726"0"0,-6 32-2564 0 0,4-27-473 0 0,-3 6-307 0 0,2 0-1 0 0,1 0 0 0 0,-1 27 0 0 0,4-33-723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4 7834 0 0,'-20'-3'8746'0'0,"26"26"-11427"0"0,1-14 1625 0 0,1-1 816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9218 0 0,'10'-45'992'0'0,"0"41"3175"0"0,-6 22 516 0 0,-3 1-4095 0 0,16 209 3026 0 0,-11-190-4390 0 0,1 1-1 0 0,2-1 1 0 0,26 69-1 0 0,-29-90-835 0 0,-43-1-12663 0 0,18-21 14079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4.7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11 364 3569 0 0,'-1'0'12'0'0,"0"-1"-1"0"0,0 0 1 0 0,0 0 0 0 0,0 0 0 0 0,1 0 0 0 0,-1 0 0 0 0,0 0-1 0 0,1 0 1 0 0,-1-1 0 0 0,1 1 0 0 0,-1 0 0 0 0,1 0 0 0 0,-1 0-1 0 0,1 0 1 0 0,0-1 0 0 0,0 1 0 0 0,-1 0 0 0 0,1 0 0 0 0,0-1-1 0 0,0 1 1 0 0,1 0 0 0 0,-1-3 0 0 0,1 1 138 0 0,1 0 0 0 0,0 0 0 0 0,-1 0 0 0 0,1 0 0 0 0,0 1 0 0 0,0-1 0 0 0,1 0-1 0 0,2-2 1 0 0,24-22 2946 0 0,59-42 0 0 0,18-15-793 0 0,-96 74-2182 0 0,0 0 0 0 0,0-1 0 0 0,-1 0 0 0 0,0-1-1 0 0,-1 0 1 0 0,13-26 0 0 0,-19 19 786 0 0,-4 14 657 0 0,-3 11 414 0 0,2 5-1588 0 0,-1-1-1 0 0,2 1 1 0 0,-1 0 0 0 0,2 0 0 0 0,-1 0-1 0 0,2 0 1 0 0,0 18 0 0 0,1-6-371 0 0,1 1 1 0 0,9 34 0 0 0,-6-36 11 0 0,14 37 0 0 0,-17-53-94 0 0,0-1-1 0 0,1 0 1 0 0,0 1 0 0 0,0-1-1 0 0,0 0 1 0 0,0-1-1 0 0,1 1 1 0 0,0-1 0 0 0,0 1-1 0 0,0-1 1 0 0,0 0 0 0 0,6 3-1 0 0,-8-6 55 0 0,-1-1 1 0 0,0 1-1 0 0,1-1 0 0 0,-1 0 0 0 0,0 1 0 0 0,1-1 1 0 0,-1 0-1 0 0,1 0 0 0 0,-1 0 0 0 0,0 0 0 0 0,1 0 1 0 0,-1 0-1 0 0,0-1 0 0 0,1 1 0 0 0,-1 0 0 0 0,1-1 1 0 0,-1 1-1 0 0,0-1 0 0 0,0 0 0 0 0,1 1 0 0 0,-1-1 1 0 0,0 0-1 0 0,0 0 0 0 0,0 1 0 0 0,0-1 0 0 0,0 0 1 0 0,2-2-1 0 0,29-35 341 0 0,-24 29-171 0 0,0-2 59 0 0,0 2 1 0 0,1 0-1 0 0,0 0 1 0 0,20-15-1 0 0,-27 22-210 0 0,0 1 0 0 0,-1 0 1 0 0,1 0-1 0 0,0-1 0 0 0,0 1 0 0 0,0 0 1 0 0,0 1-1 0 0,0-1 0 0 0,0 0 0 0 0,0 0 1 0 0,0 1-1 0 0,0 0 0 0 0,0-1 0 0 0,1 1 0 0 0,-1 0 1 0 0,0 0-1 0 0,0 0 0 0 0,0 0 0 0 0,0 0 1 0 0,1 1-1 0 0,-1-1 0 0 0,0 0 0 0 0,0 1 1 0 0,0 0-1 0 0,0 0 0 0 0,0-1 0 0 0,0 1 1 0 0,0 0-1 0 0,0 1 0 0 0,-1-1 0 0 0,1 0 1 0 0,0 0-1 0 0,0 1 0 0 0,-1-1 0 0 0,1 1 0 0 0,-1-1 1 0 0,3 5-1 0 0,11 18 58 0 0,19 40 0 0 0,2 4-1954 0 0,-19-41-5774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2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5 8290 0 0,'0'-1'124'0'0,"0"1"1"0"0,-1 0-1 0 0,1-1 0 0 0,-1 1 1 0 0,0 0-1 0 0,1-1 1 0 0,-1 1-1 0 0,1 0 0 0 0,-1 0 1 0 0,1-1-1 0 0,-1 1 1 0 0,0 0-1 0 0,1 0 0 0 0,-1 0 1 0 0,0 0-1 0 0,1 0 1 0 0,-1 0-1 0 0,1 0 0 0 0,-1 0 1 0 0,0 0-1 0 0,1 0 1 0 0,-1 0-1 0 0,0 0 1 0 0,1 1-1 0 0,-1-1 0 0 0,0 1 1 0 0,-19 13 2032 0 0,-8 22 401 0 0,23-25-2254 0 0,0 1 0 0 0,1 0 0 0 0,0 0 0 0 0,1 1 0 0 0,1-1 0 0 0,0 1 0 0 0,0-1 0 0 0,1 1 0 0 0,1 0 0 0 0,0-1 0 0 0,0 1 0 0 0,2 0 0 0 0,0-1 1 0 0,0 1-1 0 0,1-1 0 0 0,5 15 0 0 0,4 7 34 0 0,2 0 0 0 0,1 0-1 0 0,2-1 1 0 0,27 40 0 0 0,-6-18-509 0 0,23 38 257 0 0,-55-81-1804 0 0,0 1-1 0 0,0 0 0 0 0,4 16 0 0 0,-4-7-5277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21 218 920 0 0,'-15'-26'-215'0'0,"14"24"686"0"0,0-1 1 0 0,0 0-1 0 0,1 1 1 0 0,-1-1-1 0 0,0 0 1 0 0,1 1-1 0 0,0-1 1 0 0,0 0-1 0 0,0 1 1 0 0,0-1-1 0 0,0-3 1 0 0,2 2 239 0 0,-1 0 1 0 0,1 0-1 0 0,-1 0 1 0 0,1 0-1 0 0,0 0 1 0 0,0 0-1 0 0,1 1 1 0 0,-1-1-1 0 0,1 1 1 0 0,0-1-1 0 0,0 1 1 0 0,0 0-1 0 0,5-4 0 0 0,5-2-148 0 0,-1 0-1 0 0,1 0 1 0 0,0 2-1 0 0,1 0 1 0 0,0 0-1 0 0,0 1 0 0 0,1 1 1 0 0,15-4-1 0 0,123-21-1988 0 0,-125 26-5730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5.7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0 237 2761 0 0,'29'-4'9354'0'0,"-24"1"-8696"0"0,0 1 1 0 0,0-1 0 0 0,-1 0 0 0 0,1 0 0 0 0,-1 0-1 0 0,1-1 1 0 0,-1 0 0 0 0,0 1 0 0 0,4-6 0 0 0,-3 2-399 0 0,0 0 0 0 0,0 0 0 0 0,0 0 0 0 0,-1-1 0 0 0,7-15 0 0 0,-9 18-266 0 0,0 1 0 0 0,-1-1 0 0 0,1 0 0 0 0,-1 1 0 0 0,0-1 0 0 0,0 0-1 0 0,0 0 1 0 0,-1 0 0 0 0,0 0 0 0 0,0 0 0 0 0,0 0 0 0 0,0 0 0 0 0,-1 1 0 0 0,0-1 0 0 0,0 0 0 0 0,0 0 0 0 0,-1 0 0 0 0,1 1-1 0 0,-1-1 1 0 0,0 1 0 0 0,-1-1 0 0 0,1 1 0 0 0,-1 0 0 0 0,-4-5 0 0 0,6 7 29 0 0,-1 1 1 0 0,1 0-1 0 0,-1-1 0 0 0,0 1 1 0 0,0 0-1 0 0,1 0 0 0 0,-1 0 0 0 0,0 0 1 0 0,0 0-1 0 0,0 1 0 0 0,0-1 1 0 0,0 1-1 0 0,0-1 0 0 0,0 1 1 0 0,0 0-1 0 0,0-1 0 0 0,0 1 1 0 0,0 0-1 0 0,-1 1 0 0 0,1-1 1 0 0,0 0-1 0 0,0 0 0 0 0,0 1 0 0 0,0-1 1 0 0,0 1-1 0 0,0 0 0 0 0,0 0 1 0 0,1 0-1 0 0,-1 0 0 0 0,0 0 1 0 0,0 0-1 0 0,0 0 0 0 0,1 0 1 0 0,-1 1-1 0 0,1-1 0 0 0,-1 1 1 0 0,1-1-1 0 0,0 1 0 0 0,-2 2 0 0 0,0-2-21 0 0,1 1-1 0 0,0-1 0 0 0,0 1 0 0 0,1 0 1 0 0,-1 0-1 0 0,0 0 0 0 0,1 0 0 0 0,0 0 0 0 0,0 0 1 0 0,0 0-1 0 0,0 0 0 0 0,0 0 0 0 0,1 1 1 0 0,-1-1-1 0 0,1 0 0 0 0,0 1 0 0 0,0-1 0 0 0,0 0 1 0 0,0 0-1 0 0,1 1 0 0 0,-1-1 0 0 0,1 0 1 0 0,0 0-1 0 0,0 1 0 0 0,1 2 0 0 0,3 2-126 0 0,1-1 1 0 0,0 0-1 0 0,0 0 0 0 0,1-1 0 0 0,-1 1 0 0 0,1-1 0 0 0,0-1 1 0 0,1 0-1 0 0,0 0 0 0 0,0 0 0 0 0,10 4 0 0 0,1 0-1074 0 0,1-2-1 0 0,0 0 1 0 0,37 7-1 0 0,-21-8-4321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0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154 139 2304 0 0,'20'-10'41'0'0,"-14"8"-14"0"0,-1-1-1 0 0,1 0 0 0 0,0 0 0 0 0,-1-1 0 0 0,1 0 0 0 0,7-6 1 0 0,-10 6 563 0 0,0 1-1 0 0,0-1 1 0 0,0 0 0 0 0,-1 0 0 0 0,1 0 0 0 0,-1 0 0 0 0,0 0 0 0 0,0 0 0 0 0,0-1 0 0 0,0 1 0 0 0,-1-1 0 0 0,2-9 0 0 0,-3 13-303 0 0,0 0-1 0 0,0-1 1 0 0,0 1-1 0 0,0-1 1 0 0,0 1-1 0 0,-1 0 1 0 0,1-1-1 0 0,0 1 1 0 0,-1-1-1 0 0,1 1 1 0 0,-1 0-1 0 0,1 0 1 0 0,-1-1-1 0 0,1 1 1 0 0,-1 0 0 0 0,0 0-1 0 0,0 0 1 0 0,-1-2-1 0 0,0 1-119 0 0,0 1-1 0 0,0 0 1 0 0,0 0 0 0 0,0 0 0 0 0,0 0-1 0 0,0 0 1 0 0,0 1 0 0 0,0-1-1 0 0,0 1 1 0 0,0-1 0 0 0,0 1-1 0 0,-1 0 1 0 0,1-1 0 0 0,0 1 0 0 0,0 1-1 0 0,-3-1 1 0 0,-4 1 102 0 0,0 1 0 0 0,0 0 0 0 0,0 0 0 0 0,0 1 0 0 0,1 0 1 0 0,-1 1-1 0 0,1 0 0 0 0,0 0 0 0 0,0 1 0 0 0,0 0 0 0 0,1 0 0 0 0,-1 0 0 0 0,-11 13 0 0 0,11-11-281 0 0,1 1 0 0 0,0 0 0 0 0,0 1 0 0 0,0-1 0 0 0,1 1 0 0 0,1 1 0 0 0,-1-1-1 0 0,2 1 1 0 0,-1 0 0 0 0,1 0 0 0 0,-4 15 0 0 0,8-23-58 0 0,-1 0 0 0 0,1 0 0 0 0,-1 0 0 0 0,1 0 1 0 0,0 0-1 0 0,0 0 0 0 0,0 0 0 0 0,0 0 0 0 0,0 0 0 0 0,0 0 0 0 0,1 0 0 0 0,-1 0 0 0 0,1 0 1 0 0,-1 0-1 0 0,1 0 0 0 0,0 0 0 0 0,-1 0 0 0 0,1-1 0 0 0,0 1 0 0 0,0 0 0 0 0,0-1 0 0 0,1 1 1 0 0,-1 0-1 0 0,0-1 0 0 0,1 1 0 0 0,-1-1 0 0 0,2 2 0 0 0,-1-3-63 0 0,0 1 1 0 0,0 0-1 0 0,0-1 0 0 0,0 1 0 0 0,0-1 1 0 0,0 0-1 0 0,0 0 0 0 0,0 0 0 0 0,0 0 1 0 0,1 0-1 0 0,-1 0 0 0 0,0 0 0 0 0,0-1 1 0 0,0 1-1 0 0,0-1 0 0 0,0 1 0 0 0,-1-1 1 0 0,1 0-1 0 0,0 0 0 0 0,0 0 0 0 0,0 0 1 0 0,-1 0-1 0 0,1 0 0 0 0,0-1 0 0 0,-1 1 1 0 0,3-2-1 0 0,12-13-500 0 0,-1 0 0 0 0,18-24-1 0 0,-23 27 888 0 0,1-1 1 0 0,0 1-1 0 0,1 1 0 0 0,0 0 0 0 0,16-10 0 0 0,-27 21-109 0 0,0 0 1 0 0,1 0-1 0 0,-1 0 0 0 0,1 0 1 0 0,-1 1-1 0 0,1-1 0 0 0,-1 1 0 0 0,1-1 1 0 0,-1 1-1 0 0,1 0 0 0 0,-1-1 1 0 0,1 1-1 0 0,0 0 0 0 0,-1 0 1 0 0,1 0-1 0 0,-1 0 0 0 0,1 1 0 0 0,0-1 1 0 0,-1 0-1 0 0,1 1 0 0 0,-1-1 1 0 0,1 1-1 0 0,-1-1 0 0 0,1 1 0 0 0,-1-1 1 0 0,0 1-1 0 0,1 0 0 0 0,-1 0 1 0 0,0 0-1 0 0,3 2 0 0 0,2 4 130 0 0,1 0-1 0 0,-1 0 1 0 0,-1 0-1 0 0,8 13 1 0 0,6 8-456 0 0,-13-22-595 0 0,0 1 1 0 0,0-1-1 0 0,1-1 0 0 0,10 8 1 0 0,0-3-5863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1 6913 0 0,'-2'0'467'0'0,"0"-1"0"0"0,-1 1 0 0 0,1 0 0 0 0,0 0 0 0 0,-1 0 1 0 0,1 1-1 0 0,-1-1 0 0 0,1 1 0 0 0,0-1 0 0 0,-1 1 0 0 0,1 0 0 0 0,0 0 0 0 0,0 0 0 0 0,0 0 0 0 0,0 0 0 0 0,-1 0 0 0 0,2 1 0 0 0,-1-1 0 0 0,0 1 0 0 0,0-1 0 0 0,-3 4 0 0 0,1-1 87 0 0,0 1 0 0 0,0-1 0 0 0,0 1 1 0 0,0 0-1 0 0,1 0 0 0 0,0 0 1 0 0,-4 9-1 0 0,3-3-385 0 0,2 1 1 0 0,-1 0-1 0 0,1 0 0 0 0,1 0 1 0 0,0 0-1 0 0,1 0 1 0 0,0 0-1 0 0,1 0 0 0 0,3 19 1 0 0,4 10 18 0 0,18 54 0 0 0,-5-32-124 0 0,-8-27-844 0 0,-2 0-1 0 0,9 53 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6.8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9 107 9674 0 0,'-8'1'4464'0'0,"37"-9"-1464"0"0,131-47 941 0 0,-118 44-5615 0 0,82-12 1 0 0,-98 19 613 0 0,-17 2 831 0 0,0 0 0 0 0,-1 1 0 0 0,1 0 0 0 0,0 1 0 0 0,14 1 0 0 0,-21 1 521 0 0,0 1-1 0 0,0 0 1 0 0,0 1 0 0 0,0-1-1 0 0,-1 0 1 0 0,1 0 0 0 0,-1 1-1 0 0,0-1 1 0 0,0 1 0 0 0,0-1-1 0 0,-1 1 1 0 0,1 5 0 0 0,2 5 169 0 0,14 45 599 0 0,11 33 206 0 0,-28-91-1261 0 0,1 1 1 0 0,0 0 0 0 0,-1-1 0 0 0,1 1-1 0 0,0-1 1 0 0,0 1 0 0 0,-1-1 0 0 0,1 1-1 0 0,1-1 1 0 0,-1 1 0 0 0,0-1 0 0 0,0 0-1 0 0,0 0 1 0 0,1 0 0 0 0,-1 0 0 0 0,0 0-1 0 0,1 0 1 0 0,-1 0 0 0 0,1 0 0 0 0,-1 0 0 0 0,1 0-1 0 0,0-1 1 0 0,-1 1 0 0 0,4 0 0 0 0,-2-1-5 0 0,0-1 0 0 0,0 1 1 0 0,-1 0-1 0 0,1-1 1 0 0,0 0-1 0 0,0 0 1 0 0,-1 0-1 0 0,1 0 1 0 0,-1 0-1 0 0,1 0 0 0 0,-1-1 1 0 0,1 1-1 0 0,3-4 1 0 0,6-5-17 0 0,-1-1-1 0 0,0 0 1 0 0,0-1 0 0 0,10-15 0 0 0,-14 18 38 0 0,-5 7-11 0 0,0-1 0 0 0,1 1 0 0 0,-1-1 0 0 0,0 1 0 0 0,0-1 0 0 0,-1 0 0 0 0,1 0 0 0 0,0 0 0 0 0,-1 0-1 0 0,0 0 1 0 0,0 0 0 0 0,0 0 0 0 0,0-1 0 0 0,0 1 0 0 0,-1 0 0 0 0,1-1 0 0 0,-1 1 0 0 0,0 0 0 0 0,-1-7 0 0 0,1 9-9 0 0,0 1-1 0 0,0 0 1 0 0,0 0-1 0 0,0 0 1 0 0,0-1-1 0 0,0 1 0 0 0,0 0 1 0 0,0 0-1 0 0,0-1 1 0 0,0 1-1 0 0,0 0 1 0 0,0 0-1 0 0,0 0 0 0 0,0-1 1 0 0,0 1-1 0 0,0 0 1 0 0,0 0-1 0 0,0-1 1 0 0,0 1-1 0 0,0 0 1 0 0,0 0-1 0 0,0 0 0 0 0,0-1 1 0 0,0 1-1 0 0,0 0 1 0 0,1 0-1 0 0,-1 0 1 0 0,0-1-1 0 0,0 1 0 0 0,0 0 1 0 0,0 0-1 0 0,1 0 1 0 0,-1 0-1 0 0,0 0 1 0 0,0-1-1 0 0,0 1 0 0 0,0 0 1 0 0,1 0-1 0 0,-1 0 1 0 0,0 0-1 0 0,0 0 1 0 0,1 0-1 0 0,-1 0 1 0 0,15 1 167 0 0,12 10 58 0 0,3 18-326 0 0,-24-22-25 0 0,1 0 0 0 0,0-1 0 0 0,14 11 0 0 0,-5-8-551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3681 0 0,'0'-4'9556'0'0,"5"5"-8475"0"0,3 0-644 0 0,0 1 1 0 0,0 0-1 0 0,0 0 1 0 0,0 1-1 0 0,0 0 1 0 0,0 0-1 0 0,-1 1 1 0 0,1 0-1 0 0,-1 0 1 0 0,0 1 0 0 0,8 7-1 0 0,7 8 742 0 0,37 44 1 0 0,-9-10-626 0 0,-48-100 695 0 0,0 16-1158 0 0,1 0-1 0 0,1 1 1 0 0,10-32-1 0 0,-8 40-999 0 0,1 0 0 0 0,15-30 0 0 0,-11 29-6805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0 297 2761 0 0,'1'1'20'0'0,"-1"-1"0"0"0,0 0 0 0 0,1 1 0 0 0,-1-1 0 0 0,0 0 0 0 0,1 1 0 0 0,-1-1 0 0 0,0 0 0 0 0,1 0 0 0 0,-1 1 0 0 0,1-1 0 0 0,-1 0 0 0 0,1 0 0 0 0,-1 0 0 0 0,1 0 0 0 0,-1 1 0 0 0,1-1 0 0 0,-1 0 0 0 0,1 0 0 0 0,-1 0 0 0 0,1 0 0 0 0,-1 0 0 0 0,1 0 0 0 0,-1 0 0 0 0,1 0 0 0 0,-1 0 0 0 0,1-1 0 0 0,-1 1 1 0 0,0 0-1 0 0,1 0 0 0 0,-1 0 0 0 0,1-1 0 0 0,20-13 1477 0 0,12-23 1096 0 0,-26 25-1828 0 0,1 0-1 0 0,-2-1 0 0 0,1 0 1 0 0,-2 0-1 0 0,0 0 0 0 0,5-22 1 0 0,11-86 3182 0 0,-20 121-3915 0 0,-1-1-1 0 0,0 1 0 0 0,0 0 1 0 0,0-1-1 0 0,1 1 1 0 0,-1-1-1 0 0,0 1 0 0 0,0-1 1 0 0,0 1-1 0 0,0-1 1 0 0,0 1-1 0 0,0-1 0 0 0,0 1 1 0 0,0-1-1 0 0,0 1 1 0 0,0-1-1 0 0,0 1 0 0 0,0-1 1 0 0,0 1-1 0 0,-1 0 1 0 0,1-1-1 0 0,0 1 0 0 0,0-1 1 0 0,0 1-1 0 0,-1-1 1 0 0,1 1-1 0 0,0 0 0 0 0,0-1 1 0 0,-1 1-1 0 0,1 0 1 0 0,0-1-1 0 0,-1 1 1 0 0,1 0-1 0 0,-1-1 0 0 0,1 1 1 0 0,0 0-1 0 0,-1 0 1 0 0,1-1-1 0 0,-1 1 0 0 0,-18 11 832 0 0,-17 29 30 0 0,32-34-915 0 0,0 1 1 0 0,0 0-1 0 0,1-1 1 0 0,-1 1 0 0 0,1 0-1 0 0,1 1 1 0 0,-1-1-1 0 0,1 0 1 0 0,1 1 0 0 0,-1-1-1 0 0,1 1 1 0 0,0 7-1 0 0,2-10-200 0 0,-1 0-1 0 0,0-1 0 0 0,1 1 1 0 0,0-1-1 0 0,0 0 0 0 0,0 1 0 0 0,1-1 1 0 0,-1 0-1 0 0,1 1 0 0 0,0-1 0 0 0,0 0 1 0 0,1 0-1 0 0,-1-1 0 0 0,1 1 0 0 0,0 0 1 0 0,0-1-1 0 0,0 0 0 0 0,0 1 0 0 0,1-1 1 0 0,-1-1-1 0 0,7 5 0 0 0,8 4-1057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2:47.8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2 7858 0 0,'-18'-1'664'0'0,"1"1"0"0"0,-1 0 0 0 0,0 2 0 0 0,0 0 0 0 0,1 0 1 0 0,-1 2-1 0 0,1 0 0 0 0,-18 7 0 0 0,34-11-604 0 0,1 0-1 0 0,-1 0 1 0 0,1 1 0 0 0,-1-1-1 0 0,1 0 1 0 0,-1 0 0 0 0,1 0 0 0 0,-1 1-1 0 0,1-1 1 0 0,0 0 0 0 0,-1 0-1 0 0,1 1 1 0 0,-1-1 0 0 0,1 0-1 0 0,0 1 1 0 0,-1-1 0 0 0,1 1 0 0 0,0-1-1 0 0,-1 0 1 0 0,1 1 0 0 0,0-1-1 0 0,0 1 1 0 0,-1-1 0 0 0,1 1-1 0 0,0-1 1 0 0,0 1 0 0 0,0-1 0 0 0,0 1-1 0 0,0-1 1 0 0,0 1 0 0 0,0-1-1 0 0,0 1 1 0 0,11 14 1231 0 0,33 10 164 0 0,-38-22-1177 0 0,37 21 598 0 0,-1 2-1 0 0,0 2 1 0 0,37 33-1 0 0,-75-58-835 0 0,-1 1-1 0 0,1-1 0 0 0,-1 0 0 0 0,0 1 1 0 0,0 0-1 0 0,0 0 0 0 0,0 0 0 0 0,-1 0 1 0 0,1 0-1 0 0,-1 0 0 0 0,2 8 0 0 0,-3-10-27 0 0,-1 0-1 0 0,0 0 0 0 0,0 0 1 0 0,1 0-1 0 0,-1 0 1 0 0,-1 1-1 0 0,1-1 0 0 0,0 0 1 0 0,0 0-1 0 0,-1 0 0 0 0,0 0 1 0 0,1 0-1 0 0,-1 0 1 0 0,0 0-1 0 0,0-1 0 0 0,0 1 1 0 0,0 0-1 0 0,0 0 0 0 0,0-1 1 0 0,0 1-1 0 0,-1 0 1 0 0,1-1-1 0 0,0 1 0 0 0,-1-1 1 0 0,0 0-1 0 0,1 1 0 0 0,-1-1 1 0 0,0 0-1 0 0,-2 1 1 0 0,-13 7-1515 0 0,-1-2-6215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10.559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1019 217 10594 0 0,'-3'-2'45'0'0,"-1"0"-1"0"0,1 0 0 0 0,0 1 1 0 0,-1-1-1 0 0,1 1 0 0 0,-1-1 0 0 0,0 1 1 0 0,1 0-1 0 0,-1 1 0 0 0,0-1 1 0 0,1 0-1 0 0,-1 1 0 0 0,0 0 1 0 0,0 0-1 0 0,0 0 0 0 0,1 1 1 0 0,-1-1-1 0 0,0 1 0 0 0,0 0 1 0 0,1 0-1 0 0,-1 0 0 0 0,-5 3 1 0 0,-10 3-182 0 0,2 0 0 0 0,-1 1 0 0 0,-20 14 0 0 0,-18 14 306 0 0,1 3 1 0 0,2 2-1 0 0,1 3 0 0 0,3 2 0 0 0,2 1 0 0 0,2 3 0 0 0,2 2 0 0 0,2 2 1 0 0,3 1-1 0 0,-62 120 0 0 0,57-83 418 0 0,5 2 0 0 0,4 1 1 0 0,-34 151-1 0 0,43-117-458 0 0,5 2-1 0 0,-2 164 1 0 0,16-140 27 0 0,3 396 278 0 0,8-484-379 0 0,3 0 0 0 0,3 0-1 0 0,3-1 1 0 0,2-1 0 0 0,4 0 0 0 0,29 67 0 0 0,-6-38 50 0 0,4-2 1 0 0,4-2-1 0 0,4-2 1 0 0,132 158 0 0 0,-118-175 103 0 0,3-4 1 0 0,124 91 0 0 0,-145-123-94 0 0,2-3 1 0 0,0-1-1 0 0,2-3 0 0 0,112 40 1 0 0,-66-36 22 0 0,2-5 1 0 0,109 14-1 0 0,-149-32-54 0 0,1-3-1 0 0,0-3 0 0 0,0-2 0 0 0,0-4 1 0 0,0-2-1 0 0,0-3 0 0 0,-1-2 1 0 0,0-4-1 0 0,68-23 0 0 0,-96 24 79 0 0,0-2-1 0 0,-1 0 1 0 0,0-3-1 0 0,50-34 0 0 0,-63 36-142 0 0,0 0 0 0 0,-2-1 0 0 0,0-2 0 0 0,-1 1 0 0 0,-1-2-1 0 0,-1-1 1 0 0,22-34 0 0 0,0-15 83 0 0,56-142-1 0 0,5-85 230 0 0,-26 73-215 0 0,-33 106-117 0 0,26-133 0 0 0,-53 182 0 0 0,-3 0 0 0 0,-3-1 0 0 0,-2-104 0 0 0,-73-545 637 0 0,53 598-592 0 0,5 46 34 0 0,-4 0-1 0 0,-4 1 1 0 0,-2 1-1 0 0,-4 0 1 0 0,-3 2-1 0 0,-60-115 1 0 0,66 148-72 0 0,-218-378 114 0 0,198 355-105 0 0,-3 2 0 0 0,-2 1 0 0 0,-2 3 0 0 0,-84-74 0 0 0,100 104-5 0 0,-2 0-1 0 0,0 2 1 0 0,-2 2 0 0 0,0 1-1 0 0,-1 2 1 0 0,-1 1 0 0 0,-1 2-1 0 0,0 2 1 0 0,-1 2 0 0 0,-1 1-1 0 0,1 2 1 0 0,-1 2 0 0 0,0 2-1 0 0,-1 1 1 0 0,1 2 0 0 0,-1 2-1 0 0,1 2 1 0 0,-65 13 0 0 0,89-13-337 0 0,0 2 1 0 0,1 0 0 0 0,0 0-1 0 0,0 2 1 0 0,0 0 0 0 0,1 1 0 0 0,0 0-1 0 0,0 1 1 0 0,-16 15 0 0 0,2 0-1290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19.601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1406 28 2761 0 0,'-2'-3'235'0'0,"-1"1"0"0"0,0-1 0 0 0,0 1 1 0 0,0 0-1 0 0,0 0 0 0 0,0 0 1 0 0,0 1-1 0 0,0-1 0 0 0,-1 0 0 0 0,1 1 1 0 0,-1 0-1 0 0,1 0 0 0 0,-1 0 0 0 0,1 1 1 0 0,-1-1-1 0 0,1 1 0 0 0,-7-1 1 0 0,0 1 82 0 0,0 0 1 0 0,0 0-1 0 0,1 1 1 0 0,-1 0 0 0 0,-15 4-1 0 0,-13 10 662 0 0,1 1-1 0 0,1 1 1 0 0,-52 35-1 0 0,58-34-620 0 0,-32 22-101 0 0,2 2 0 0 0,1 3 0 0 0,3 2-1 0 0,1 3 1 0 0,-64 77 0 0 0,-12 7-289 0 0,81-86 15 0 0,-80 101-1 0 0,92-96 23 0 0,2 2-1 0 0,-44 93 1 0 0,62-108 4 0 0,2 2-1 0 0,2 0 0 0 0,1 1 1 0 0,-11 75-1 0 0,17-44 471 0 0,3 0 1 0 0,7 77-1 0 0,0-23 304 0 0,-3-95-101 0 0,-8 60 1 0 0,5-79-472 0 0,0 0 1 0 0,0 0 0 0 0,-2 0 0 0 0,0-1 0 0 0,0 0-1 0 0,-13 23 1 0 0,13-29-97 0 0,3-5-78 0 0,0 1-1 0 0,0-1 1 0 0,0 1-1 0 0,0 0 1 0 0,1-1-1 0 0,-1 1 1 0 0,1 0-1 0 0,0 0 1 0 0,-2 5-1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0.689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4 3225 0 0,'4'-4'10458'0'0,"35"59"-8773"0"0,-19-28-946 0 0,-1 0 0 0 0,-1 2 0 0 0,15 34 0 0 0,-11-12-249 0 0,-4-5-279 0 0,2-2 1 0 0,1-1-1 0 0,3 0 0 0 0,45 63 1 0 0,322 339 303 0 0,-346-402-403 0 0,92 71 0 0 0,61 21 128 0 0,-122-87-130 0 0,1-3 1 0 0,143 60-1 0 0,-184-92-1 0 0,0-1 0 0 0,0-2 0 0 0,1-1 0 0 0,1-2 0 0 0,-1-1 0 0 0,1-2 0 0 0,0-2 0 0 0,0-2 0 0 0,39-4 0 0 0,-15-3-57 0 0,59-15 0 0 0,-45-2-6988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1.734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 20 4145 0 0,'9'-3'371'0'0,"1"0"0"0"0,0 0 1 0 0,-1 2-1 0 0,1-1 0 0 0,0 1 1 0 0,14 0-1 0 0,2 0 192 0 0,18-3-255 0 0,1 3 0 0 0,0 2-1 0 0,-1 2 1 0 0,1 1 0 0 0,-1 3 0 0 0,0 1 0 0 0,-1 3-1 0 0,0 1 1 0 0,0 2 0 0 0,-2 2 0 0 0,0 2 0 0 0,0 1 0 0 0,-2 3-1 0 0,-1 1 1 0 0,41 32 0 0 0,62 55 713 0 0,-5 6 0 0 0,-5 6 0 0 0,224 274-1 0 0,-333-367-954 0 0,-2 0-1 0 0,-1 2 1 0 0,-1 0-1 0 0,-2 1 1 0 0,14 38-1 0 0,-13-20 55 0 0,-2 1 1 0 0,15 95-1 0 0,11 177 1414 0 0,-35-235-689 0 0,-7 149-1 0 0,-4-190-585 0 0,-2-1 0 0 0,-2 0-1 0 0,-2-1 1 0 0,-32 83 0 0 0,10-52-308 0 0,-80 135 1 0 0,104-196-710 0 0,3-1-233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2.720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1307 4 4145 0 0,'0'-4'8241'0'0,"0"21"-6424"0"0,-1 29-1200 0 0,-6-1 167 0 0,-2 0-1 0 0,-25 76 0 0 0,-46 80 427 0 0,23-66-854 0 0,-79 157 85 0 0,105-237-381 0 0,-38 68 780 0 0,-157 211-1 0 0,48-98-101 0 0,17-20-78 0 0,147-201-613 0 0,0 1 1 0 0,-1-2-1 0 0,0 1 0 0 0,-1-2 0 0 0,-31 20 0 0 0,16-15 41 0 0,-2-1 0 0 0,-47 18 0 0 0,27-12-2078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7.7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2314 493 17508 0 0,'-11'-97'-1594'0'0,"9"65"1313"0"0,-2 1 0 0 0,-1 0-1 0 0,-9-32 1 0 0,10 53 309 0 0,0-1-1 0 0,0 1 1 0 0,-1 0-1 0 0,0 1 1 0 0,0-1-1 0 0,-1 1 0 0 0,-1 0 1 0 0,1 1-1 0 0,-2-1 1 0 0,1 1-1 0 0,-1 1 0 0 0,-16-13 1 0 0,5 7 214 0 0,0 0-1 0 0,-2 1 1 0 0,1 2-1 0 0,-2 0 1 0 0,1 1 0 0 0,-1 1-1 0 0,-29-6 1 0 0,17 7-81 0 0,-1 1 0 0 0,-1 2 0 0 0,1 1 0 0 0,-40 3 0 0 0,-25 9-102 0 0,0 4-1 0 0,-130 34 0 0 0,229-47-57 0 0,-222 59 61 0 0,177-43 165 0 0,0 1 1 0 0,-74 42-1 0 0,68-30-152 0 0,2 2 0 0 0,1 3 0 0 0,2 1 0 0 0,1 3 0 0 0,2 1 0 0 0,1 3 0 0 0,-56 71 0 0 0,42-32 64 0 0,4 2 0 0 0,-62 132 1 0 0,-48 194 98 0 0,141-339-236 0 0,3 1-1 0 0,3 1 1 0 0,3 0-1 0 0,3 1 1 0 0,3 0-1 0 0,4 1 0 0 0,2-1 1 0 0,4 1-1 0 0,4-1 1 0 0,28 137-1 0 0,19-14 175 0 0,9-2 0 0 0,136 292 0 0 0,-174-433-130 0 0,2 0-1 0 0,3-2 0 0 0,62 82 1 0 0,-73-110-47 0 0,1-1 1 0 0,0-2-1 0 0,2 0 1 0 0,0-1-1 0 0,1-1 1 0 0,1-1-1 0 0,1-1 0 0 0,0-1 1 0 0,42 18-1 0 0,-29-20 118 0 0,0-1-1 0 0,1-2 1 0 0,0-1-1 0 0,0-2 1 0 0,1-2-1 0 0,0-2 1 0 0,0-2-1 0 0,0-1 1 0 0,56-7-1 0 0,-22-4 71 0 0,-1-3-1 0 0,-1-3 0 0 0,-1-3 1 0 0,81-35-1 0 0,-91 28-130 0 0,-2-2 0 0 0,0-2 0 0 0,-3-3 0 0 0,0-3 0 0 0,-3-1 0 0 0,-1-3 0 0 0,65-67 0 0 0,4-14 12 0 0,165-213 1 0 0,-249 285-69 0 0,-3-1 1 0 0,-2-2 0 0 0,-3-1 0 0 0,-2-1 0 0 0,-2-2 0 0 0,-3 0 0 0 0,29-118 0 0 0,-35 85 54 0 0,-4-1 1 0 0,-4 0-1 0 0,-4-1 1 0 0,-12-146-1 0 0,-1 157-26 0 0,-3 0-1 0 0,-4 1 1 0 0,-3 1-1 0 0,-4 1 1 0 0,-45-107-1 0 0,53 151-116 0 0,-2 0 1 0 0,-1 1-1 0 0,-1 1 0 0 0,-2 0 1 0 0,-1 2-1 0 0,-2 1 0 0 0,-1 0 1 0 0,0 2-1 0 0,-3 1 0 0 0,0 1 1 0 0,-42-28-1 0 0,16 18-181 0 0,-73-35 1 0 0,101 57-498 0 0,-2 2 1 0 0,1 1 0 0 0,-1 1-1 0 0,-1 2 1 0 0,-31-5 0 0 0,2 7-5817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8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98 10594 0 0,'3'-5'35'0'0,"1"-1"0"0"0,0 1 0 0 0,0 0 0 0 0,0 1 0 0 0,6-6 0 0 0,-6 7-126 0 0,-1 0 0 0 0,1 0-1 0 0,-1-1 1 0 0,0 1 0 0 0,0-1 0 0 0,-1 1 0 0 0,1-1 0 0 0,-1 0 0 0 0,0 0 0 0 0,3-8 0 0 0,-4 11 110 0 0,-1 1 0 0 0,-1-1 0 0 0,1 0 0 0 0,0 1 0 0 0,0-1 0 0 0,0 1 0 0 0,0-1 0 0 0,0 0-1 0 0,0 1 1 0 0,-1-1 0 0 0,1 1 0 0 0,0-1 0 0 0,0 1 0 0 0,-1-1 0 0 0,1 1 0 0 0,0-1 0 0 0,-1 1 0 0 0,1-1 0 0 0,-1 1 0 0 0,1-1 0 0 0,-1 1 0 0 0,1 0 0 0 0,-1-1-1 0 0,1 1 1 0 0,-1 0 0 0 0,1-1 0 0 0,-1 1 0 0 0,1 0 0 0 0,-1 0 0 0 0,1-1 0 0 0,-1 1 0 0 0,0 0 0 0 0,1 0 0 0 0,-1 0 0 0 0,1 0 0 0 0,-1 0 0 0 0,0 0 0 0 0,1 0-1 0 0,-1 0 1 0 0,0 0 0 0 0,-32 1 366 0 0,24 0-483 0 0,-3-2 575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8.7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3 6449 0 0,'-3'0'577'0'0,"1"1"-465"0"0,1-1-112 0 0,0 0 0 0 0,-8 2-2977 0 0,2-2 2433 0 0,0 0 40 0 0,-1-2 16 0 0,1 2-1 0 0,1 0 393 0 0,-1-1 96 0 0,3 0 0 0 0,0-1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29.5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4614 1264 6913 0 0,'8'6'466'0'0,"-1"0"-1"0"0,0-1 0 0 0,1 0 1 0 0,0-1-1 0 0,11 5 0 0 0,-9-4 204 0 0,0 0-1 0 0,0 1 0 0 0,11 9 1 0 0,-19-14-592 0 0,-1 0 1 0 0,1 0 0 0 0,-1 0 0 0 0,1 1 0 0 0,-1-1 0 0 0,1 0 0 0 0,-1 1-1 0 0,0-1 1 0 0,0 1 0 0 0,1 0 0 0 0,-1-1 0 0 0,0 1 0 0 0,-1 0-1 0 0,1 0 1 0 0,0 0 0 0 0,0-1 0 0 0,-1 1 0 0 0,1 0 0 0 0,-1 0 0 0 0,0 0-1 0 0,1 0 1 0 0,-1 4 0 0 0,-1-4 10 0 0,0 1-1 0 0,0-1 1 0 0,-1 0 0 0 0,1 0-1 0 0,-1 0 1 0 0,1 1-1 0 0,-1-2 1 0 0,1 1 0 0 0,-1 0-1 0 0,0 0 1 0 0,0 0-1 0 0,0-1 1 0 0,0 1 0 0 0,0-1-1 0 0,-1 0 1 0 0,1 1-1 0 0,-3 0 1 0 0,-13 6 37 0 0,1 0 0 0 0,-1-1 1 0 0,0-2-1 0 0,-1 1 0 0 0,-21 2 0 0 0,-99 8 934 0 0,56-8-787 0 0,1-1-266 0 0,1-4 1 0 0,-1-3-1 0 0,0-3 0 0 0,-118-21 1 0 0,-314-100 57 0 0,345 75 174 0 0,39 14 222 0 0,1-6-1 0 0,-133-62 0 0 0,95 21 300 0 0,-253-115-315 0 0,-181-33-475 0 0,427 166 183 0 0,-200-103-1 0 0,280 119-221 0 0,-2 3 0 0 0,-105-31-1 0 0,87 34 254 0 0,-124-65 0 0 0,216 97 36 0 0,3 2-201 0 0,0 1 1 0 0,-1 1 0 0 0,-32-6-1 0 0,51 12-12 0 0,0 0-1 0 0,0 0 1 0 0,0 1-1 0 0,1-1 0 0 0,-1 1 1 0 0,0-1-1 0 0,0 1 1 0 0,0-1-1 0 0,0 1 0 0 0,1-1 1 0 0,-1 1-1 0 0,0 0 1 0 0,1-1-1 0 0,-1 1 1 0 0,0 0-1 0 0,1 0 0 0 0,-1-1 1 0 0,1 1-1 0 0,-1 0 1 0 0,1 0-1 0 0,0 0 1 0 0,-1 0-1 0 0,1 0 0 0 0,0 0 1 0 0,0-1-1 0 0,-1 1 1 0 0,1 0-1 0 0,0 0 0 0 0,0 0 1 0 0,0 0-1 0 0,0 0 1 0 0,0 0-1 0 0,1 2 1 0 0,-2 34-1750 0 0,3-19-4065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0.5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188 84 4145 0 0,'-15'-26'785'0'0,"13"23"-249"0"0,1-1 0 0 0,-1 0-1 0 0,0 1 1 0 0,0-1 0 0 0,-1 1-1 0 0,1 0 1 0 0,-1 0-1 0 0,-5-5 1 0 0,7 8-432 0 0,0-1-1 0 0,-1 1 1 0 0,1-1-1 0 0,0 1 1 0 0,-1-1-1 0 0,1 1 1 0 0,-1 0-1 0 0,1 0 1 0 0,0 0-1 0 0,-1 0 1 0 0,1 0-1 0 0,-1 0 1 0 0,1 0-1 0 0,-1 0 1 0 0,1 1-1 0 0,-1-1 1 0 0,1 1-1 0 0,0-1 1 0 0,-1 1-1 0 0,1-1 1 0 0,0 1-1 0 0,0 0 1 0 0,-1-1-1 0 0,1 1 1 0 0,0 0 0 0 0,0 0-1 0 0,0 0 1 0 0,0 0-1 0 0,0 0 1 0 0,-1 1-1 0 0,-11 11-73 0 0,1 1 1 0 0,0 0-1 0 0,1 0 0 0 0,1 1 0 0 0,0 0 1 0 0,1 1-1 0 0,1 0 0 0 0,1 1 1 0 0,-8 21-1 0 0,15-37 9 0 0,0-1 0 0 0,0 1 0 0 0,0-1 0 0 0,0 1-1 0 0,0-1 1 0 0,0 0 0 0 0,1 1 0 0 0,-1-1 0 0 0,0 1 0 0 0,0-1 0 0 0,0 1 0 0 0,1-1 0 0 0,-1 0 0 0 0,0 1 0 0 0,0-1 0 0 0,1 0 0 0 0,-1 1 0 0 0,0-1-1 0 0,1 0 1 0 0,-1 1 0 0 0,0-1 0 0 0,1 0 0 0 0,-1 0 0 0 0,0 1 0 0 0,1-1 0 0 0,-1 0 0 0 0,1 0 0 0 0,-1 0 0 0 0,0 0 0 0 0,1 1 0 0 0,-1-1 0 0 0,1 0-1 0 0,-1 0 1 0 0,1 0 0 0 0,-1 0 0 0 0,1 0 0 0 0,-1 0 0 0 0,0 0 0 0 0,1 0 0 0 0,32 2 902 0 0,-1 1-725 0 0,-29-2-101 0 0,-1 1 0 0 0,1-1 0 0 0,0 1 0 0 0,0 0 0 0 0,0-1 0 0 0,-1 1 0 0 0,1 1 0 0 0,-1-1 0 0 0,0 0 0 0 0,1 0 0 0 0,-1 1 1 0 0,0-1-1 0 0,0 1 0 0 0,2 5 0 0 0,-2-5 34 0 0,-1 0 0 0 0,1 0 1 0 0,0 0-1 0 0,0-1 0 0 0,1 1 1 0 0,-1-1-1 0 0,0 1 0 0 0,1-1 1 0 0,-1 0-1 0 0,1 0 1 0 0,0 0-1 0 0,0 0 0 0 0,0-1 1 0 0,0 1-1 0 0,4 1 0 0 0,51 8 631 0 0,-48-11-724 0 0,0 2-1 0 0,0 0 1 0 0,0 0-1 0 0,0 0 1 0 0,-1 2 0 0 0,1-1-1 0 0,12 7 1 0 0,-13-5-398 0 0,-1 1 1 0 0,0 0 0 0 0,-1 0 0 0 0,9 8 0 0 0,-28-33-4535 0 0,11 17 4770 0 0,0-1 0 0 0,0 1-1 0 0,-1-1 1 0 0,1 1 0 0 0,-1-1 0 0 0,1 1 0 0 0,-1 0 0 0 0,0 0-1 0 0,0 0 1 0 0,0 0 0 0 0,0 0 0 0 0,-4-3 0 0 0,-31-14-3840 0 0,15 7 3252 0 0,-1-1 0 0 0,-28-21 0 0 0,43 27 1020 0 0,1 0-1 0 0,-1 0 1 0 0,1 0 0 0 0,1-1-1 0 0,0 0 1 0 0,0 0 0 0 0,0-1-1 0 0,1 1 1 0 0,-6-17 0 0 0,6 15-223 0 0,2 4 164 0 0,0 0-1 0 0,1 0 1 0 0,-1 0-1 0 0,1-1 1 0 0,0 1-1 0 0,1-1 1 0 0,-1 0-1 0 0,2 1 1 0 0,-1-1-1 0 0,1-12 1 0 0,0 19-197 0 0,0 0 1 0 0,0-1-1 0 0,0 1 1 0 0,0 0-1 0 0,0 0 1 0 0,0-1-1 0 0,1 1 1 0 0,-1 0-1 0 0,0-1 1 0 0,0 1-1 0 0,0 0 1 0 0,0 0-1 0 0,1-1 0 0 0,-1 1 1 0 0,0 0-1 0 0,0 0 1 0 0,1 0-1 0 0,-1-1 1 0 0,0 1-1 0 0,0 0 1 0 0,1 0-1 0 0,-1 0 1 0 0,0 0-1 0 0,1 0 1 0 0,-1-1-1 0 0,0 1 1 0 0,1 0-1 0 0,-1 0 1 0 0,0 0-1 0 0,1 0 0 0 0,-1 0 1 0 0,0 0-1 0 0,1 0 1 0 0,-1 0-1 0 0,1 0 1 0 0,16 6 734 0 0,12 12-757 0 0,9 15 289 0 0,-1 0 0 0 0,59 71 1 0 0,-38-40-235 0 0,-56-61-109 0 0,20 22 20 0 0,-21-24-18 0 0,0 0-1 0 0,0 0 0 0 0,-1 0 0 0 0,1 0 0 0 0,0 0 0 0 0,0 0 1 0 0,-1 1-1 0 0,1-1 0 0 0,-1 0 0 0 0,1 0 0 0 0,-1 0 0 0 0,0 1 1 0 0,1-1-1 0 0,-1 0 0 0 0,0 0 0 0 0,0 1 0 0 0,0-1 1 0 0,0 0-1 0 0,0 3 0 0 0,-1-4 1 0 0,0 1 0 0 0,0-1 0 0 0,1 1 0 0 0,-1-1 0 0 0,0 0 0 0 0,0 1 0 0 0,0-1 0 0 0,0 0 0 0 0,0 0 0 0 0,0 0 0 0 0,0 0 0 0 0,0 1 0 0 0,0-1 0 0 0,1 0 0 0 0,-1 0 0 0 0,0-1 0 0 0,0 1 0 0 0,0 0 0 0 0,0 0 0 0 0,0 0 0 0 0,0-1 1 0 0,0 1-1 0 0,0 0 0 0 0,1-1 0 0 0,-1 1 0 0 0,0-1 0 0 0,0 1 0 0 0,0-1 0 0 0,-26-14-472 0 0,15 6 388 0 0,2-1 0 0 0,-1 0 0 0 0,1-1 0 0 0,1 0 0 0 0,0 0 0 0 0,0-1 0 0 0,1-1 0 0 0,-10-20 0 0 0,10 19 10 0 0,0 0-1 0 0,0 0 1 0 0,-2 1 0 0 0,0 0 0 0 0,0 1 0 0 0,-1 0 0 0 0,-12-11-1 0 0,14 16 71 0 0,-5-6-84 0 0,14 12 86 0 0,1 0 0 0 0,-1 0 1 0 0,1 0-1 0 0,-1 0 1 0 0,1 1-1 0 0,-1-1 0 0 0,1 0 1 0 0,0 0-1 0 0,-1 1 1 0 0,1-1-1 0 0,0 1 0 0 0,0-1 1 0 0,-1 0-1 0 0,1 1 1 0 0,0-1-1 0 0,0 1 0 0 0,0 0 1 0 0,0-1-1 0 0,0 1 1 0 0,0 0-1 0 0,1-1 0 0 0,26-13 15 0 0,0 2 1 0 0,0 1-1 0 0,1 1 0 0 0,1 1 0 0 0,46-7 0 0 0,-75 16 91 0 0,1 0-1 0 0,0 0 1 0 0,-1 0-1 0 0,1 0 1 0 0,0 0-1 0 0,-1 0 1 0 0,1 1-1 0 0,0-1 1 0 0,-1 1-1 0 0,1-1 1 0 0,-1 1-1 0 0,1 0 1 0 0,-1-1 0 0 0,1 1-1 0 0,-1 0 1 0 0,1 0-1 0 0,-1 0 1 0 0,0 0-1 0 0,1 0 1 0 0,-1 0-1 0 0,0 1 1 0 0,0-1-1 0 0,0 0 1 0 0,0 1-1 0 0,0-1 1 0 0,0 1 0 0 0,-1-1-1 0 0,1 1 1 0 0,0-1-1 0 0,-1 1 1 0 0,1-1-1 0 0,-1 1 1 0 0,1 0-1 0 0,-1 2 1 0 0,2 9-293 0 0,0 0 1 0 0,-1 0-1 0 0,-1 22 0 0 0,0-11-1008 0 0,0-11 643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1.8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340 1 9218 0 0,'-6'0'14'0'0,"0"-1"0"0"0,0 1 0 0 0,0 0 1 0 0,0 1-1 0 0,0 0 0 0 0,0 0 0 0 0,0 0 0 0 0,0 0 0 0 0,1 1 0 0 0,-1 0 1 0 0,0 0-1 0 0,1 1 0 0 0,-11 6 0 0 0,-5 0 208 0 0,4-1 3 0 0,0 0 0 0 0,0 1 1 0 0,1 1-1 0 0,0 1 0 0 0,0 0 0 0 0,-22 21 0 0 0,30-24-45 0 0,0 1 0 0 0,1 0 0 0 0,0 0 0 0 0,1 0 0 0 0,0 1 0 0 0,0 0 1 0 0,1 0-1 0 0,0 1 0 0 0,1-1 0 0 0,0 1 0 0 0,1 0 0 0 0,-3 16 0 0 0,-3 57 127 0 0,3 0 1 0 0,11 151-1 0 0,0-73-133 0 0,20 334-472 0 0,-15-408 205 0 0,5 0-1 0 0,4-2 1 0 0,47 137-1 0 0,33 12-561 0 0,179 313-1 0 0,-208-424 427 0 0,6-3-1 0 0,170 208 1 0 0,-215-296 115 0 0,2-2 1 0 0,0-1-1 0 0,2-1 1 0 0,2-2-1 0 0,0-1 1 0 0,1-3-1 0 0,2 0 0 0 0,0-3 1 0 0,75 27-1 0 0,-62-31 570 0 0,-1-1-1 0 0,2-3 1 0 0,0-2-1 0 0,0-3 1 0 0,1-2-1 0 0,0-2 1 0 0,93-8-1 0 0,-117 1-279 0 0,-1 0 0 0 0,1-3 0 0 0,-1 0 0 0 0,-1-2-1 0 0,1-1 1 0 0,-2-1 0 0 0,1-2 0 0 0,-2 0 0 0 0,1-2-1 0 0,-2-1 1 0 0,0-2 0 0 0,-1 0 0 0 0,-1-1 0 0 0,-1-2 0 0 0,-1 0-1 0 0,0-2 1 0 0,-2 0 0 0 0,-1-1 0 0 0,-1-1 0 0 0,0-1-1 0 0,-2-1 1 0 0,18-40 0 0 0,-11 11-109 0 0,-2 0 1 0 0,-2-1-1 0 0,-3-1 1 0 0,11-72-1 0 0,-17 51 6 0 0,-3-1 0 0 0,-5-136 0 0 0,-13 88 26 0 0,-5 1 0 0 0,-6 0 0 0 0,-70-226 0 0 0,58 251 69 0 0,-4 1-1 0 0,-5 3 0 0 0,-3 1 1 0 0,-104-156-1 0 0,102 185 6 0 0,-3 2 0 0 0,-3 2 0 0 0,-2 3 0 0 0,-3 3 0 0 0,-3 1 1 0 0,-115-80-1 0 0,167 131-174 0 0,-296-186-231 0 0,262 168-235 0 0,-1 2 0 0 0,-1 2 0 0 0,-1 2 0 0 0,-1 2 1 0 0,-55-10-1 0 0,92 23 100 0 0,0 1 1 0 0,0 0 0 0 0,-1 1 0 0 0,1 0-1 0 0,0 0 1 0 0,-1 2 0 0 0,1-1 0 0 0,-1 1 0 0 0,1 1-1 0 0,0 0 1 0 0,0 1 0 0 0,-19 7 0 0 0,0 9-1025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3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7827 360 9218 0 0,'2'0'97'0'0,"1"1"1"0"0,-1 0-1 0 0,0-1 1 0 0,0 1-1 0 0,0 0 1 0 0,0 1-1 0 0,1-1 1 0 0,-1 0-1 0 0,-1 1 1 0 0,1-1-1 0 0,0 1 1 0 0,0-1-1 0 0,2 4 1 0 0,21 24-251 0 0,-19-20 83 0 0,0 0 0 0 0,-1 1 0 0 0,0 0-1 0 0,0 0 1 0 0,-1 0 0 0 0,-1 1 0 0 0,0-1-1 0 0,0 1 1 0 0,-1 0 0 0 0,0 0 0 0 0,-1 0-1 0 0,0 0 1 0 0,-1 0 0 0 0,0 0 0 0 0,-2 14-1 0 0,-4 18-233 0 0,-2 0-1 0 0,-19 62 1 0 0,25-97 297 0 0,-34 109 668 0 0,-4-2 1 0 0,-91 180-1 0 0,112-262-666 0 0,-2-1 0 0 0,-1-1 0 0 0,-2 0 0 0 0,0-2 0 0 0,-3-1 0 0 0,0-1-1 0 0,-1-1 1 0 0,-2-2 0 0 0,0 0 0 0 0,-36 19 0 0 0,-6-1 47 0 0,-2-3 1 0 0,-2-4-1 0 0,-123 41 1 0 0,60-34 636 0 0,0-6 0 0 0,-3-6 1 0 0,-229 18-1 0 0,182-39-456 0 0,1-7-1 0 0,-243-29 0 0 0,-186-85-373 0 0,9-50 2226 0 0,540 143-1856 0 0,-403-141 464 0 0,9-28-678 0 0,311 124-2 0 0,-642-328 815 0 0,494 233-784 0 0,-432-227-848 0 0,619 328 289 0 0,-260-120-369 0 0,359 173 626 0 0,-24-11-5 0 0,-1 2 1 0 0,-1 1-1 0 0,0 2 0 0 0,-63-9 1 0 0,48 13-2137 0 0,34 3 2579 0 0,1 1-1 0 0,-1 1 1 0 0,1 1-1 0 0,-1 1 1 0 0,0 0-1 0 0,0 2 1 0 0,-30 6-1 0 0,19 0 238 0 0,-39 11-556 0 0,27-1 3227 0 0,50-16-1971 0 0,3 1-4448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3.4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107 222 3425 0 0,'-14'-13'428'0'0,"6"5"172"0"0,-1 0 0 0 0,1-1 0 0 0,1 0 0 0 0,-1 0 0 0 0,2 0 1 0 0,-1-1-1 0 0,1 0 0 0 0,-9-18 2629 0 0,15 28-3144 0 0,0 0 0 0 0,-1 0 0 0 0,1 0-1 0 0,0 0 1 0 0,0 0 0 0 0,0 0 0 0 0,-1 0 0 0 0,1 0 0 0 0,0 0-1 0 0,-1 0 340 0 0,1 0-339 0 0,-8 11 1188 0 0,0 20-371 0 0,9-26-715 0 0,1 0-1 0 0,-1-1 1 0 0,0 1-1 0 0,1-1 1 0 0,0 1-1 0 0,0-1 1 0 0,1 0-1 0 0,-1 0 1 0 0,1 0-1 0 0,0 0 1 0 0,0 0-1 0 0,0-1 1 0 0,0 1 0 0 0,0-1-1 0 0,1 0 1 0 0,0 0-1 0 0,0 0 1 0 0,0 0-1 0 0,0-1 1 0 0,5 3-1 0 0,-9-11-102 0 0,0 0 0 0 0,0 0 0 0 0,0 0 0 0 0,1 1 1 0 0,0-1-1 0 0,3-9 0 0 0,-3 12-107 0 0,19-125 1192 0 0,-17 103-875 0 0,-3 24-288 0 0,0-1 0 0 0,0 1 1 0 0,0 0-1 0 0,0-1 0 0 0,1 1 1 0 0,-1 0-1 0 0,0 0 0 0 0,1-1 1 0 0,-1 1-1 0 0,1 0 0 0 0,-1 0 1 0 0,1-1-1 0 0,0 1 0 0 0,0 0 1 0 0,0 0-1 0 0,-1 0 1 0 0,3-2-1 0 0,-2 3 0 0 0,0 0 0 0 0,-1-1 1 0 0,1 1-1 0 0,0 0 0 0 0,0 0 1 0 0,-1 0-1 0 0,1 0 0 0 0,0 0 0 0 0,0 0 1 0 0,-1 0-1 0 0,1 0 0 0 0,0 0 1 0 0,0 0-1 0 0,-1 0 0 0 0,1 0 1 0 0,0 0-1 0 0,-1 1 0 0 0,1-1 0 0 0,0 0 1 0 0,-1 0-1 0 0,1 1 0 0 0,1 0 1 0 0,1 1 7 0 0,0 0 1 0 0,0 1 0 0 0,-1-1 0 0 0,1 1-1 0 0,0 0 1 0 0,-1-1 0 0 0,0 1 0 0 0,0 0-1 0 0,0 0 1 0 0,0 1 0 0 0,2 4 0 0 0,20 77-427 0 0,-11-34-1640 0 0,-2-16-4934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4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1763 197 9218 0 0,'-9'-14'544'0'0,"-12"-19"-29"0"0,-31-40-1 0 0,46 66-444 0 0,-1-1 0 0 0,1 1 0 0 0,-1 1 1 0 0,-1-1-1 0 0,1 1 0 0 0,-1 0 0 0 0,0 1 0 0 0,0 0 0 0 0,-1 0 0 0 0,-16-6 0 0 0,19 10-36 0 0,-1-1-1 0 0,0 2 0 0 0,0-1 1 0 0,1 1-1 0 0,-1 0 0 0 0,0 1 0 0 0,0 0 1 0 0,0 0-1 0 0,1 0 0 0 0,-1 1 0 0 0,1-1 1 0 0,-1 2-1 0 0,1-1 0 0 0,-7 4 1 0 0,-15 8-615 0 0,-44 30 1 0 0,60-37 336 0 0,-79 57-1253 0 0,-148 131 0 0 0,-58 102 1837 0 0,195-191-69 0 0,-108 120-151 0 0,172-179-225 0 0,1 2-1 0 0,2 1 0 0 0,-29 58 0 0 0,29-34 524 0 0,3 0 1 0 0,-36 126-1 0 0,-13 165 1170 0 0,66-273-1104 0 0,4 1-1 0 0,2 182 1 0 0,12-217-500 0 0,2 0 0 0 0,3 0-1 0 0,3 0 1 0 0,2-2 0 0 0,38 105 0 0 0,-43-141-89 0 0,1 0 0 0 0,1 0 0 0 0,1-1 0 0 0,1-1-1 0 0,1 0 1 0 0,0 0 0 0 0,1-1 0 0 0,1-1 0 0 0,1-1 0 0 0,0 0 0 0 0,35 25 0 0 0,-34-30 397 0 0,0 0 1 0 0,1-1 0 0 0,0-1-1 0 0,0-1 1 0 0,0 0-1 0 0,1-2 1 0 0,1 0 0 0 0,26 3-1 0 0,-19-5 241 0 0,1-1 0 0 0,0-2 0 0 0,0-1-1 0 0,0-1 1 0 0,-1-1 0 0 0,37-9 0 0 0,-26 2-13 0 0,0-2 0 0 0,-2-2 0 0 0,1-1 0 0 0,33-20-1 0 0,-12 1-107 0 0,-2-3 0 0 0,-1-2 0 0 0,-2-3 0 0 0,94-96 0 0 0,-68 50-761 0 0,-3-3 1 0 0,-4-4-1 0 0,-5-3 0 0 0,-4-2 1 0 0,77-168-1 0 0,-85 143 294 0 0,-7-2 1 0 0,-4-2-1 0 0,-7-2 0 0 0,33-212 0 0 0,-60 269 130 0 0,-3 0 0 0 0,-3 0 1 0 0,-4 0-1 0 0,-10-84 0 0 0,5 117 75 0 0,-2 1-1 0 0,-2 0 0 0 0,-1 0 0 0 0,-2 1 0 0 0,-2 1 1 0 0,-2 0-1 0 0,-1 0 0 0 0,-2 2 0 0 0,-26-38 0 0 0,35 60-126 0 0,0 0-1 0 0,-21-20 1 0 0,26 29-256 0 0,0 0 0 0 0,-1 1 0 0 0,0 0 0 0 0,1 0 0 0 0,-1 0 0 0 0,-1 0 0 0 0,1 1 0 0 0,-1 0 0 0 0,-8-2 0 0 0,-11 0-6685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5.7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7917 3640 15203 0 0,'4'2'126'0'0,"-1"0"0"0"0,0 1 1 0 0,0 0-1 0 0,0 0 0 0 0,-1 0 0 0 0,1 0 0 0 0,-1 0 0 0 0,1 0 0 0 0,-1 1 0 0 0,0-1 0 0 0,0 1 0 0 0,0 0 1 0 0,-1 0-1 0 0,3 6 0 0 0,11 57-508 0 0,-12-38 179 0 0,-1-1-1 0 0,-1 1 1 0 0,-1-1-1 0 0,-9 57 1 0 0,-36 110-1235 0 0,25-133 773 0 0,-3 0 1 0 0,-2-2 0 0 0,-3 0 0 0 0,-3-2-1 0 0,-2-2 1 0 0,-3-1 0 0 0,-2-1 0 0 0,-2-2-1 0 0,-3-2 1 0 0,-80 73 0 0 0,46-53 1736 0 0,-2-4 1 0 0,-4-3-1 0 0,-2-4 0 0 0,-3-3 1 0 0,-2-5-1 0 0,-123 51 1 0 0,103-61-1136 0 0,-1-6 0 0 0,-2-4 0 0 0,-2-5 0 0 0,0-6 0 0 0,-1-4 0 0 0,-159 0 0 0 0,135-16 193 0 0,1-7 0 0 0,0-6-1 0 0,1-6 1 0 0,0-6 0 0 0,-135-44-1 0 0,147 27 144 0 0,3-6-1 0 0,2-4 1 0 0,-142-85-1 0 0,-315-245 2724 0 0,63-56-1829 0 0,451 374-1162 0 0,2-4 0 0 0,3-2 1 0 0,3-2-1 0 0,-71-123 0 0 0,-147-338 358 0 0,235 452-108 0 0,-229-434 1156 0 0,135 268-765 0 0,-243-547-252 0 0,57 112-764 0 0,118 310 730 0 0,175 333-460 0 0,-2 1 0 0 0,-1 1 0 0 0,-2 1 0 0 0,-55-50 0 0 0,29 39-260 0 0,-1 2-1 0 0,-78-46 0 0 0,96 68 344 0 0,-1 2-1 0 0,-1 1 1 0 0,-1 2 0 0 0,0 2-1 0 0,-1 2 1 0 0,-1 2-1 0 0,0 2 1 0 0,-1 2-1 0 0,0 2 1 0 0,0 2-1 0 0,0 2 1 0 0,-62 4 0 0 0,77 3-221 0 0,30-4 255 0 0,-1-1-1 0 0,1 0 0 0 0,0 0 0 0 0,0 0 0 0 0,-1 1 1 0 0,1-1-1 0 0,0 0 0 0 0,0 1 0 0 0,0-1 0 0 0,0 1 0 0 0,-1-1 1 0 0,1 1-1 0 0,0 0 0 0 0,0 0 0 0 0,0-1 0 0 0,0 1 1 0 0,0 0-1 0 0,1 0 0 0 0,-1 0 0 0 0,-1 1 0 0 0,7 6-727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6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37 6161 0 0,'8'-13'395'0'0,"-7"11"-246"0"0,0 0-1 0 0,0 0 1 0 0,0 0 0 0 0,0 0-1 0 0,0 0 1 0 0,0 0 0 0 0,0 0 0 0 0,-1 0-1 0 0,2-4 1 0 0,-24 24 1970 0 0,-229 289 322 0 0,244-298-2066 0 0,1 0 1 0 0,0 0-1 0 0,0 1 1 0 0,1 0-1 0 0,1 0 1 0 0,0 0-1 0 0,-3 12 0 0 0,6-18-291 0 0,0-1 0 0 0,0 1 0 0 0,1-1 0 0 0,0 1 0 0 0,0 0 0 0 0,0-1 0 0 0,0 1 0 0 0,0 0 0 0 0,1-1 0 0 0,-1 1 0 0 0,1-1 0 0 0,0 1 0 0 0,0-1 0 0 0,0 1 0 0 0,1-1 0 0 0,-1 0 0 0 0,1 1 0 0 0,0-1 0 0 0,0 0 0 0 0,0 0 0 0 0,0 0 0 0 0,0-1 0 0 0,1 1 0 0 0,-1 0 0 0 0,5 2 0 0 0,5 4 180 0 0,0-1 0 0 0,1-1-1 0 0,-1 0 1 0 0,2 0-1 0 0,-1-1 1 0 0,23 6 0 0 0,90 18 597 0 0,-82-21-1064 0 0,-34-7 184 0 0,13 2-1979 0 0,1 1 0 0 0,-1 1 1 0 0,-1 1-1 0 0,1 1 1 0 0,-1 1-1 0 0,0 1 1 0 0,25 15-1 0 0,-19-5 1785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7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1931 548 11058 0 0,'-56'-84'1721'0'0,"37"54"-1740"0"0,0 0 0 0 0,-27-28 1 0 0,16 25-112 0 0,-1 2 1 0 0,-2 1 0 0 0,0 2 0 0 0,-2 1-1 0 0,-2 1 1 0 0,0 2 0 0 0,-1 2 0 0 0,-1 2-1 0 0,-1 1 1 0 0,-1 2 0 0 0,-1 2 0 0 0,-45-11-1 0 0,48 17 401 0 0,-2 2-1 0 0,1 2 1 0 0,-1 1-1 0 0,0 2 1 0 0,1 2-1 0 0,-1 1 1 0 0,0 3-1 0 0,1 1 1 0 0,-1 2-1 0 0,-72 23 1 0 0,62-14-207 0 0,1 2 1 0 0,1 3 0 0 0,0 1 0 0 0,2 3 0 0 0,1 2 0 0 0,1 1-1 0 0,1 3 1 0 0,2 1 0 0 0,-51 52 0 0 0,69-57-212 0 0,1 0 1 0 0,2 2-1 0 0,1 1 0 0 0,1 0 1 0 0,2 1-1 0 0,-27 67 0 0 0,29-58 411 0 0,3 1 0 0 0,1 0-1 0 0,2 1 1 0 0,1 0-1 0 0,-2 65 1 0 0,10-56 43 0 0,3-1 0 0 0,2 0 0 0 0,2 0 0 0 0,2-1 1 0 0,2 0-1 0 0,2 0 0 0 0,25 57 0 0 0,-3-24-49 0 0,3-1-1 0 0,4-3 1 0 0,64 90-1 0 0,-39-76 35 0 0,5-4-1 0 0,3-3 1 0 0,4-4-1 0 0,3-3 1 0 0,164 119 0 0 0,-199-164-231 0 0,1-2 0 0 0,1-2 1 0 0,2-3-1 0 0,1-1 0 0 0,1-3 1 0 0,59 16-1 0 0,-70-27-7 0 0,0-1-1 0 0,0-3 1 0 0,1-1-1 0 0,0-3 1 0 0,0-1-1 0 0,0-2 1 0 0,0-2-1 0 0,73-12 1 0 0,-22-8 233 0 0,-2-4 0 0 0,-1-3 1 0 0,-1-5-1 0 0,-2-4 1 0 0,144-83-1 0 0,-188 93-215 0 0,-1-3 0 0 0,-1-1 0 0 0,-1-1 0 0 0,-3-3 0 0 0,65-75 0 0 0,-64 63 24 0 0,-3-2 0 0 0,-2-2-1 0 0,-2 0 1 0 0,42-98 0 0 0,-61 116-60 0 0,-1 0 0 0 0,-1 0 0 0 0,-3-1 0 0 0,0-1 0 0 0,-2 1 1 0 0,-2-1-1 0 0,-2 0 0 0 0,-2-53 0 0 0,-2 61-58 0 0,-1 0 0 0 0,-2 0 0 0 0,-1 0 0 0 0,-1 0 1 0 0,-1 1-1 0 0,-1 0 0 0 0,-2 1 0 0 0,0 0 0 0 0,-2 1 0 0 0,-1 0 0 0 0,-21-29 0 0 0,-7 4-444 0 0,-2 1 0 0 0,-2 3 0 0 0,-1 2 0 0 0,-3 1 0 0 0,-2 3-1 0 0,-83-49 1 0 0,90 63-1553 0 0,-2 3-4850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3:38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5232 2354 17972 0 0,'0'0'1878'0'0,"9"16"-3440"0"0,-9-15 1639 0 0,-1 1-51 0 0,0-1-1 0 0,-1 1 0 0 0,1-1 1 0 0,0 0-1 0 0,-1 1 0 0 0,1-1 1 0 0,0 0-1 0 0,-1 0 1 0 0,0 0-1 0 0,-2 2 0 0 0,4-3 0 0 0,-18 12-496 0 0,-1-1-1 0 0,0 0 0 0 0,-39 14 0 0 0,0 1-951 0 0,8-3 1491 0 0,-1-2 0 0 0,-1-2 0 0 0,-1-2 0 0 0,0-3 0 0 0,-1-2 0 0 0,0-2 0 0 0,-1-3 0 0 0,-81 1 0 0 0,73-9-387 0 0,-1-3 0 0 0,1-3 0 0 0,0-2 0 0 0,1-3 0 0 0,0-3 0 0 0,1-3 0 0 0,-64-27 0 0 0,-100-55-280 0 0,-48-20 459 0 0,-148-54 935 0 0,352 141-915 0 0,1-4 0 0 0,2-3 0 0 0,1-3 0 0 0,3-2 0 0 0,-86-81 0 0 0,-127-119 766 0 0,-93-86 383 0 0,287 252-514 0 0,4-4-1 0 0,-72-99 1 0 0,8 8 212 0 0,111 142-509 0 0,-2 2 1 0 0,-1 1-1 0 0,-40-27 0 0 0,-179-98 818 0 0,193 124-1363 0 0,-1 2-1 0 0,-92-28 1 0 0,130 50 215 0 0,0 1 0 0 0,0 2 0 0 0,-1 0 1 0 0,1 1-1 0 0,-39 1 0 0 0,-110 22-54 0 0,165-20 152 0 0,-9 0 12 0 0,0 0 1 0 0,1-1-1 0 0,-1 0 0 0 0,-19-4 0 0 0,21 2 138 0 0,0 1 0 0 0,1 0 0 0 0,-1 0-1 0 0,0 2 1 0 0,0 0 0 0 0,-17 3-1 0 0,-108 24-1459 0 0,114-10 2763 0 0,13-8-1977 0 0,54-111-14922 0 0,-15 42 16172 0 0,-23 44 610 0 0,-1 0 1 0 0,0 0-1 0 0,-1 0 0 0 0,-1-1 0 0 0,0 1 0 0 0,-1-19 1 0 0,0 33-1255 0 0,-1 0 0 0 0,0-1 0 0 0,0 1 0 0 0,0 0 1 0 0,0-1-1 0 0,0 1 0 0 0,0 0 0 0 0,-1-1 1 0 0,1 1-1 0 0,0 0 0 0 0,-1-1 0 0 0,1 1 0 0 0,-1 0 1 0 0,1 0-1 0 0,-1-1 0 0 0,0 1 0 0 0,1 0 1 0 0,-1 0-1 0 0,0 0 0 0 0,0 0 0 0 0,0 0 0 0 0,0 0 1 0 0,0 0-1 0 0,0 0 0 0 0,0 0 0 0 0,0 0 1 0 0,0 1-1 0 0,0-1 0 0 0,0 0 0 0 0,-1 1 0 0 0,1-1 1 0 0,0 1-1 0 0,0 0 0 0 0,-2-1 0 0 0,1 1 29 0 0,0 0 0 0 0,0 0 0 0 0,1 1 0 0 0,-1-1 0 0 0,0 1-1 0 0,0-1 1 0 0,0 1 0 0 0,1-1 0 0 0,-1 1 0 0 0,0 0 0 0 0,1 0 0 0 0,-1 0-1 0 0,1 0 1 0 0,-1 0 0 0 0,1 0 0 0 0,0 0 0 0 0,-1 1 0 0 0,1-1-1 0 0,0 1 1 0 0,0-1 0 0 0,0 0 0 0 0,0 1 0 0 0,0 0 0 0 0,-2 2 0 0 0,-5 18 268 0 0,1-1 1 0 0,0 1 0 0 0,2 0 0 0 0,0 1-1 0 0,-1 22 1 0 0,-4 17-320 0 0,7-49-26 0 0,1-1-1 0 0,0 0 1 0 0,1 0-1 0 0,0 1 1 0 0,1-1 0 0 0,0 1-1 0 0,4 16 1 0 0,-3-25 50 0 0,0 0 0 0 0,0 0 0 0 0,1 0-1 0 0,-1 0 1 0 0,1 0 0 0 0,0 0 0 0 0,0-1 0 0 0,0 1 0 0 0,1-1 0 0 0,-1 1 0 0 0,1-1 0 0 0,0 0 0 0 0,0 0-1 0 0,0 0 1 0 0,0 0 0 0 0,1-1 0 0 0,-1 1 0 0 0,1-1 0 0 0,0 0 0 0 0,-1 0 0 0 0,1 0 0 0 0,0-1 0 0 0,0 1 0 0 0,8 1-1 0 0,3 0 202 0 0,-1-1-1 0 0,1 0 0 0 0,0-1 0 0 0,0 0 0 0 0,23-2 1 0 0,74-16-2357 0 0,-76 11-2024 0 0,-16 3-2838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18.6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403 211 3881 0 0,'47'-84'396'0'0,"-47"84"-297"0"0,0 0-1 0 0,0-1 1 0 0,1 1 0 0 0,-1 0 0 0 0,0 0-1 0 0,0-1 1 0 0,0 1 0 0 0,0 0 0 0 0,1-1-1 0 0,-1 1 1 0 0,0 0 0 0 0,0-1 0 0 0,0 1-1 0 0,0 0 1 0 0,0-1 0 0 0,0 1 0 0 0,0-1-1 0 0,0 1 1 0 0,0 0 0 0 0,0-1 0 0 0,0 1-1 0 0,0 0 1 0 0,0-1 0 0 0,-1 1 0 0 0,1 0-1 0 0,0-1 1 0 0,0 1 0 0 0,0 0 0 0 0,0 0-1 0 0,0-1 1 0 0,-1 1 0 0 0,1 0 0 0 0,0-1-1 0 0,0 1 1 0 0,-1 0 0 0 0,1 0 0 0 0,0-1-1 0 0,0 1 1 0 0,-1 0 0 0 0,-18-5 2228 0 0,-22 8-1061 0 0,25 2-1061 0 0,1 1 0 0 0,-1 0 0 0 0,1 1 0 0 0,0 0 0 0 0,1 1 0 0 0,0 1 0 0 0,-15 12 0 0 0,-87 81 661 0 0,77-65-397 0 0,34-33-391 0 0,2-2-45 0 0,0 1 0 0 0,0 0 0 0 0,0 0 1 0 0,0-1-1 0 0,0 2 0 0 0,1-1 0 0 0,-1 0 0 0 0,1 1 1 0 0,0-1-1 0 0,-3 6 0 0 0,8-10-40 0 0,-1 0-1 0 0,1 0 1 0 0,0 0-1 0 0,-1 0 1 0 0,0 0-1 0 0,1-1 1 0 0,-1 1 0 0 0,2-3-1 0 0,31-26-117 0 0,61-70 0 0 0,-3 2-33 0 0,37-24 1366 0 0,-218 191 742 0 0,-120 162-1879 0 0,153-166-56 0 0,36-45 30 0 0,14-15-35 0 0,0-1 0 0 0,1 1 1 0 0,-1 0-1 0 0,1 0 0 0 0,0 1 1 0 0,-6 10-1 0 0,14-17-12 0 0,-1 1 0 0 0,0-1 0 0 0,0 0 0 0 0,0 0 1 0 0,0 0-1 0 0,0 0 0 0 0,0 0 0 0 0,-1-1 0 0 0,5-2 0 0 0,31-21-99 0 0,-2-3-1 0 0,55-52 1 0 0,-18 14 16 0 0,197-141 85 0 0,-381 331 904 0 0,-233 216-216 0 0,331-328-699 0 0,-21 21 35 0 0,26-24-59 0 0,16-13-78 0 0,187-156-2488 0 0,-140 113 2455 0 0,168-163 252 0 0,-585 582 2222 0 0,187-183-2328 0 0,174-188-5 0 0,0-1 0 0 0,1 0 0 0 0,-1 1 1 0 0,1-1-1 0 0,-1 0 0 0 0,1 1 0 0 0,0-1 0 0 0,-1 1 0 0 0,1-1 1 0 0,-1 1-1 0 0,1-1 0 0 0,0 1 0 0 0,-1-1 0 0 0,1 1 0 0 0,0-1 1 0 0,-1 1-1 0 0,1-1 0 0 0,0 1 0 0 0,0 0 0 0 0,0-1 0 0 0,0 1 0 0 0,-1-1 1 0 0,1 1-1 0 0,0 0 0 0 0,0-1 0 0 0,0 1 0 0 0,0-1 0 0 0,1 2 0 0 0,16-10-318 0 0,24-21-285 0 0,82-72-62 0 0,69-51-389 0 0,-84 60 1052 0 0,-49 39 17 0 0,-44 44 84 0 0,-15 18 325 0 0,-16 22 306 0 0,-10 9-170 0 0,-1 0 1 0 0,-42 46 0 0 0,-73 64-389 0 0,89-96-92 0 0,53-54-75 0 0,-18 17 18 0 0,1 1-1 0 0,1 1 0 0 0,1 0 0 0 0,-23 39 0 0 0,38-58-16 0 0,0-1 0 0 0,0 1 0 0 0,0 0-1 0 0,0 0 1 0 0,0 0 0 0 0,0 0 0 0 0,0 0 0 0 0,0 0 0 0 0,0 0 0 0 0,0 0 0 0 0,1 0 0 0 0,-1 0 0 0 0,0 0 0 0 0,0 0 0 0 0,0 0-1 0 0,0 0 1 0 0,0 0 0 0 0,0 0 0 0 0,0 0 0 0 0,0 0 0 0 0,0 0 0 0 0,0 1 0 0 0,1-1 0 0 0,-1 0 0 0 0,0 0 0 0 0,0 0 0 0 0,0 0-1 0 0,0 0 1 0 0,0 0 0 0 0,0 0 0 0 0,0 0 0 0 0,0 0 0 0 0,0 0 0 0 0,0 0 0 0 0,0 0 0 0 0,0 0 0 0 0,0 0 0 0 0,0 1 0 0 0,0-1 0 0 0,0 0-1 0 0,0 0 1 0 0,1 0 0 0 0,-1 0 0 0 0,0 0 0 0 0,0 0 0 0 0,0 0 0 0 0,0 0 0 0 0,0 0 0 0 0,0 0 0 0 0,0 1 0 0 0,0-1 0 0 0,-1 0-1 0 0,1 0 1 0 0,0 0 0 0 0,0 0 0 0 0,0 0 0 0 0,0 0 0 0 0,0 0 0 0 0,0 0 0 0 0,0 0 0 0 0,0 0 0 0 0,0 1 0 0 0,0-1 0 0 0,0 0-1 0 0,0 0 1 0 0,0 0 0 0 0,11-6-86 0 0,13-10-239 0 0,25-24-81 0 0,312-277-507 0 0,-345 301 1002 0 0,1 0 0 0 0,26-18 0 0 0,-59 47 433 0 0,1 1 0 0 0,0 0 0 0 0,1 1 0 0 0,-19 27 0 0 0,1-2-355 0 0,-97 95-63 0 0,76-83-65 0 0,-68 88 0 0 0,111-121-77 0 0,23-25-55 0 0,25-24-124 0 0,102-114-92 0 0,-85 83 147 0 0,69-58-1 0 0,-114 113 179 0 0,-7 7 29 0 0,-12 20 95 0 0,-21 29 111 0 0,-124 141 61 0 0,101-131-189 0 0,-70 105-1 0 0,114-145-109 0 0,11-10-8 0 0,0-9-8 0 0,-1-1 1 0 0,1 1 0 0 0,0-1-1 0 0,0 0 1 0 0,-1 0 0 0 0,1 0 0 0 0,0 0-1 0 0,0 0 1 0 0,-1 0 0 0 0,1 0-1 0 0,0 0 1 0 0,-1-1 0 0 0,1 1 0 0 0,0-1-1 0 0,-1 1 1 0 0,1-1 0 0 0,3-2-1 0 0,24-10-129 0 0,0-1-1 0 0,-1-1 1 0 0,-1-2-1 0 0,0-1 0 0 0,27-24 1 0 0,-2-4-71 0 0,61-69 0 0 0,-96 97 205 0 0,-8 9 61 0 0,0 0 0 0 0,-1-1-1 0 0,0 0 1 0 0,0 0 0 0 0,-1-1 0 0 0,-1 0 0 0 0,6-12-1 0 0,-37 47 2123 0 0,-2 12-2168 0 0,1 1 0 0 0,2 1-1 0 0,1 2 1 0 0,3 0 0 0 0,-31 82 0 0 0,51-121-24 0 0,-1 0 1 0 0,1 0-1 0 0,-1 0 1 0 0,1 0 0 0 0,0 0-1 0 0,0 0 1 0 0,0 0-1 0 0,-1 0 1 0 0,1 0-1 0 0,0 0 1 0 0,0 0-1 0 0,0 0 1 0 0,0 0-1 0 0,0 0 1 0 0,1 0 0 0 0,-1 0-1 0 0,0 0 1 0 0,0 0-1 0 0,1 0 1 0 0,-1 0-1 0 0,1 0 1 0 0,-1 0-1 0 0,1 0 1 0 0,-1 0-1 0 0,1-1 1 0 0,-1 1-1 0 0,2 1 1 0 0,-1-1-16 0 0,1-1-1 0 0,-1 1 1 0 0,1-1 0 0 0,-1 1-1 0 0,1-1 1 0 0,-1 1 0 0 0,1-1-1 0 0,-1 0 1 0 0,1 0 0 0 0,0 1-1 0 0,-1-1 1 0 0,1-1 0 0 0,-1 1-1 0 0,1 0 1 0 0,2-1 0 0 0,2 0-48 0 0,1-1 1 0 0,0 1 0 0 0,-1-2 0 0 0,1 1-1 0 0,-1-1 1 0 0,0 0 0 0 0,7-4 0 0 0,23-25 16 0 0,41-49 0 0 0,-93 107 236 0 0,0-2 1 0 0,-2 0 0 0 0,-22 22 0 0 0,-21 29-2445 0 0,48-55-4893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19.9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218 210 2304 0 0,'9'-25'1172'0'0,"22"-46"0"0"0,-21 51 22 0 0,-1 0 0 0 0,0-1 1 0 0,6-27-1 0 0,-15 48-1163 0 0,0-1 0 0 0,0 1 0 0 0,0 0 0 0 0,1 0 0 0 0,-1 0 0 0 0,0 0 1 0 0,0 0-1 0 0,0 0 0 0 0,0 0 0 0 0,0-1 0 0 0,0 1 0 0 0,0 0 0 0 0,0 0 0 0 0,0 0 1 0 0,0 0-1 0 0,0 0 0 0 0,0 0 0 0 0,0-1 0 0 0,0 1 0 0 0,0 0 0 0 0,0 0 0 0 0,0 0 1 0 0,0 0-1 0 0,0 0 0 0 0,0 0 0 0 0,-1 0 0 0 0,1-1 0 0 0,0 1 0 0 0,0 0 0 0 0,0 0 1 0 0,0 0-1 0 0,0 0 0 0 0,0 0 0 0 0,0 0 0 0 0,0 0 0 0 0,0 0 0 0 0,0 0 0 0 0,-1 0 1 0 0,1-1-1 0 0,0 1 0 0 0,0 0 0 0 0,0 0 0 0 0,0 0 0 0 0,0 0 0 0 0,0 0 0 0 0,0 0 1 0 0,-1 0-1 0 0,1 0 0 0 0,0 0 0 0 0,0 0 0 0 0,0 0 0 0 0,0 0 0 0 0,0 0 0 0 0,0 0 1 0 0,-1 0-1 0 0,-9 5 906 0 0,-9 10 81 0 0,-9 18-207 0 0,0 0 1 0 0,-34 59-1 0 0,-38 82-255 0 0,79-135-454 0 0,14-27-85 0 0,3-6-10 0 0,1-1 1 0 0,0 1-1 0 0,0 0 1 0 0,1 0-1 0 0,0 0 1 0 0,0 0-1 0 0,-1 7 0 0 0,3-13-7 0 0,0 0-1 0 0,-1 0 0 0 0,1 0 0 0 0,0 0 0 0 0,0 1 1 0 0,0-1-1 0 0,0 0 0 0 0,0 0 0 0 0,0 0 0 0 0,0 0 1 0 0,0 0-1 0 0,0 1 0 0 0,0-1 0 0 0,0 0 0 0 0,1 0 0 0 0,-1 0 1 0 0,0 0-1 0 0,0 0 0 0 0,0 0 0 0 0,0 0 0 0 0,0 1 1 0 0,0-1-1 0 0,0 0 0 0 0,0 0 0 0 0,0 0 0 0 0,0 0 1 0 0,0 0-1 0 0,0 0 0 0 0,1 0 0 0 0,-1 0 0 0 0,0 1 1 0 0,0-1-1 0 0,0 0 0 0 0,0 0 0 0 0,0 0 0 0 0,0 0 0 0 0,0 0 1 0 0,1 0-1 0 0,-1 0 0 0 0,0 0 0 0 0,0 0 0 0 0,0 0 1 0 0,0 0-1 0 0,0 0 0 0 0,0 0 0 0 0,1 0 0 0 0,-1 0 1 0 0,0 0-1 0 0,0 0 0 0 0,0 0 0 0 0,0 0 0 0 0,0 0 0 0 0,0 0 1 0 0,1 0-1 0 0,-1 0 0 0 0,0-1 0 0 0,12-5-111 0 0,8-11-146 0 0,27-32 128 0 0,-3-2 0 0 0,38-56-1 0 0,-39 48 136 0 0,73-77 0 0 0,-233 270 3177 0 0,-43 87-2670 0 0,125-170-105 0 0,32-47-383 0 0,1-2-11 0 0,0 1 0 0 0,0-1 0 0 0,0 0 0 0 0,0 1 0 0 0,1-1 0 0 0,-1 1 0 0 0,1 0 0 0 0,0-1 0 0 0,0 1 0 0 0,0 0 0 0 0,0 0 0 0 0,-1 4 0 0 0,5-7-68 0 0,-1-1 1 0 0,1 0-1 0 0,-1-1 0 0 0,0 1 0 0 0,1 0 1 0 0,-1-1-1 0 0,0 1 0 0 0,0-1 0 0 0,0 0 0 0 0,0 1 1 0 0,3-5-1 0 0,-4 5 7 0 0,139-154-1225 0 0,-98 105 756 0 0,2 1 0 0 0,51-43 0 0 0,-116 114 821 0 0,1 1-1 0 0,-27 39 1 0 0,-61 94 1023 0 0,72-103-1151 0 0,-12 14-59 0 0,20-30 174 0 0,-42 76 0 0 0,69-112-278 0 0,1 0 0 0 0,-1 0 0 0 0,1 0-1 0 0,-1 0 1 0 0,1 0 0 0 0,-1 0 0 0 0,1 0-1 0 0,0 0 1 0 0,0 0 0 0 0,-1 0 0 0 0,1 0 0 0 0,0 0-1 0 0,0 0 1 0 0,0 0 0 0 0,0 0 0 0 0,0 0-1 0 0,0 2 1 0 0,1-3-11 0 0,-1 0 0 0 0,0 1 0 0 0,1-1 0 0 0,-1 0 0 0 0,1 0 0 0 0,-1 0 1 0 0,0 1-1 0 0,1-1 0 0 0,-1 0 0 0 0,1 0 0 0 0,-1 0 0 0 0,0 0 0 0 0,1 0 0 0 0,-1 0 0 0 0,1 0 0 0 0,-1 0 0 0 0,1 0 0 0 0,-1 0 0 0 0,0 0 0 0 0,1 0 0 0 0,-1 0 0 0 0,1 0 0 0 0,-1 0 0 0 0,0 0 0 0 0,1-1 0 0 0,-1 1 0 0 0,1 0 0 0 0,34-21-380 0 0,120-127-1299 0 0,7-4 1109 0 0,-109 108 557 0 0,91-81 264 0 0,-160 143 319 0 0,0 1 0 0 0,-17 29 0 0 0,-10 12 172 0 0,-48 45-579 0 0,-22 26-128 0 0,94-106 84 0 0,1 1 1 0 0,1 0 0 0 0,-18 41 0 0 0,34-66-112 0 0,0 0 0 0 0,1 0 0 0 0,-1 0 0 0 0,1 0 0 0 0,-1 0 0 0 0,1 0 0 0 0,-1 1 0 0 0,1-1 0 0 0,-1 0 0 0 0,1 0 0 0 0,0 0 0 0 0,0 1 0 0 0,0-1 0 0 0,0 0 1 0 0,0 0-1 0 0,0 1 0 0 0,0-1 0 0 0,0 0 0 0 0,1 3 0 0 0,0-4-16 0 0,-1 0-1 0 0,1 0 1 0 0,0 0 0 0 0,0 0 0 0 0,-1 0 0 0 0,1 0 0 0 0,0 0 0 0 0,0 0 0 0 0,0 0 0 0 0,-1 0 0 0 0,1 0-1 0 0,0 0 1 0 0,0-1 0 0 0,-1 1 0 0 0,1 0 0 0 0,0-1 0 0 0,-1 1 0 0 0,1 0 0 0 0,0-1 0 0 0,-1 1-1 0 0,2-2 1 0 0,42-33-722 0 0,-44 35 726 0 0,30-27-383 0 0,151-142-998 0 0,-131 118 1152 0 0,63-83-1 0 0,-93 99 523 0 0,-19 29 502 0 0,-12 24 78 0 0,-59 87 96 0 0,-127 148 0 0 0,189-245-953 0 0,5-4 42 0 0,-1 0 0 0 0,1 0-1 0 0,0 0 1 0 0,0 0 0 0 0,0 1 0 0 0,0-1-1 0 0,1 1 1 0 0,-4 9 0 0 0,6-14-53 0 0,0 1 0 0 0,0-1 0 0 0,1 0 0 0 0,-1 0 0 0 0,0 0 0 0 0,0 1 0 0 0,0-1 0 0 0,1 0 0 0 0,-1 0 1 0 0,0 0-1 0 0,0 0 0 0 0,1 0 0 0 0,-1 1 0 0 0,0-1 0 0 0,1 0 0 0 0,-1 0 0 0 0,0 0 0 0 0,0 0 0 0 0,1 0 0 0 0,-1 0 1 0 0,0 0-1 0 0,1 0 0 0 0,-1 0 0 0 0,0 0 0 0 0,1 0 0 0 0,-1 0 0 0 0,0 0 0 0 0,0 0 0 0 0,1-1 0 0 0,-1 1 0 0 0,0 0 1 0 0,0 0-1 0 0,1 0 0 0 0,-1 0 0 0 0,0 0 0 0 0,0-1 0 0 0,1 1 0 0 0,-1 0 0 0 0,0 0 0 0 0,1-1 0 0 0,13-6 31 0 0,25-17-292 0 0,-1-2 1 0 0,52-46 0 0 0,60-71-512 0 0,-112 101 575 0 0,-168 191-3844 0 0,87-102 1869 0 0,17-18-3056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1.3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391 112 1840 0 0,'-3'-1'1462'0'0,"-8"4"-426"0"0,-11 8 519 0 0,-8 12 3 0 0,1 1 0 0 0,1 1 0 0 0,-33 38 1 0 0,-67 94 760 0 0,57-66-1225 0 0,63-81-581 0 0,19-21-525 0 0,19-25-453 0 0,64-86-1053 0 0,170-174 0 0 0,-249 281 1360 0 0,10-8 1516 0 0,-25 23-1313 0 0,-15 17 1045 0 0,-131 136 1484 0 0,-36 40-2541 0 0,261-261-1117 0 0,220-213-2974 0 0,-292 274 3874 0 0,-5 4 170 0 0,0 1 1 0 0,0 0-1 0 0,0 0 1 0 0,0 0-1 0 0,0 0 0 0 0,0 0 1 0 0,1 1-1 0 0,-1-1 0 0 0,4-1 1 0 0,-22 33 1235 0 0,-225 328 2893 0 0,226-339-3888 0 0,0 1 0 0 0,1 0 1 0 0,1 0-1 0 0,1 2 0 0 0,1-1 0 0 0,-13 40 1 0 0,23-61-233 0 0,1 0 1 0 0,0 0 0 0 0,0 1 0 0 0,0-1-1 0 0,-1 0 1 0 0,1 1 0 0 0,0-1-1 0 0,0 0 1 0 0,0 1 0 0 0,0-1 0 0 0,0 0-1 0 0,0 1 1 0 0,-1-1 0 0 0,1 0 0 0 0,0 1-1 0 0,0-1 1 0 0,0 0 0 0 0,0 1-1 0 0,0-1 1 0 0,0 0 0 0 0,0 1 0 0 0,1-1-1 0 0,-1 0 1 0 0,0 1 0 0 0,0-1-1 0 0,0 0 1 0 0,0 1 0 0 0,0-1 0 0 0,0 0-1 0 0,1 0 1 0 0,-1 1 0 0 0,0-1 0 0 0,0 0-1 0 0,0 1 1 0 0,1-1 0 0 0,-1 0-1 0 0,0 0 1 0 0,0 0 0 0 0,1 1 0 0 0,-1-1-1 0 0,0 0 1 0 0,1 0 0 0 0,-1 0-1 0 0,0 0 1 0 0,1 1 0 0 0,17-11-482 0 0,16-22-598 0 0,69-74-164 0 0,-43 46 1659 0 0,96-125 0 0 0,-152 180-347 0 0,-3 2-31 0 0,1 1 0 0 0,-1-1 1 0 0,1 1-1 0 0,0-1 0 0 0,0 1 0 0 0,0 0 1 0 0,0-1-1 0 0,0 1 0 0 0,0 0 1 0 0,0 1-1 0 0,1-1 0 0 0,-1 0 0 0 0,5-2 1 0 0,-13 23 451 0 0,-11 21 18 0 0,-2-1-1 0 0,-48 71 1 0 0,-64 64 76 0 0,-29 46 185 0 0,153-202-542 0 0,7-18-218 0 0,0 1-1 0 0,1-1 1 0 0,-1 0-1 0 0,0 0 1 0 0,1 0-1 0 0,-1 0 1 0 0,0 0 0 0 0,1 0-1 0 0,-1 1 1 0 0,0-1-1 0 0,1 0 1 0 0,-1 0-1 0 0,0 0 1 0 0,1 0 0 0 0,-1 0-1 0 0,1 0 1 0 0,-1 0-1 0 0,0-1 1 0 0,1 1-1 0 0,-1 0 1 0 0,0 0-1 0 0,1 0 1 0 0,-1 0 0 0 0,0 0-1 0 0,1-1 1 0 0,-1 1-1 0 0,0 0 1 0 0,1 0-1 0 0,-1-1 1 0 0,33-20-335 0 0,22-30-764 0 0,-2-2 0 0 0,75-99 0 0 0,-79 91 1109 0 0,-4-2 0 0 0,69-122-1 0 0,-110 175 180 0 0,-6 8-26 0 0,-12 12 108 0 0,-16 21 181 0 0,-320 467 1581 0 0,338-480-1962 0 0,5-8-4 0 0,-1 1 0 0 0,2 0 1 0 0,-1 1-1 0 0,2 0 0 0 0,-1 0 1 0 0,2 0-1 0 0,-4 13 0 0 0,8-25-67 0 0,-1 1 1 0 0,1-1-1 0 0,0 1 0 0 0,0-1 0 0 0,0 1 1 0 0,0-1-1 0 0,-1 1 0 0 0,1-1 0 0 0,0 1 1 0 0,0-1-1 0 0,0 1 0 0 0,0-1 0 0 0,0 1 1 0 0,0-1-1 0 0,1 1 0 0 0,-1-1 0 0 0,0 0 1 0 0,0 1-1 0 0,0-1 0 0 0,0 1 0 0 0,0-1 1 0 0,1 1-1 0 0,-1-1 0 0 0,0 1 0 0 0,0-1 1 0 0,1 0-1 0 0,-1 1 0 0 0,0-1 0 0 0,1 0 1 0 0,-1 1-1 0 0,0-1 0 0 0,1 0 0 0 0,-1 1 0 0 0,1-1 1 0 0,-1 0-1 0 0,1 0 0 0 0,-1 1 0 0 0,1-1 1 0 0,1 0-3 0 0,0 0 1 0 0,0 0 0 0 0,0 0-1 0 0,-1-1 1 0 0,1 1 0 0 0,0-1-1 0 0,0 1 1 0 0,-1-1 0 0 0,1 0-1 0 0,3-1 1 0 0,37-27-234 0 0,-5-3 68 0 0,-2-2 0 0 0,41-51 1 0 0,52-84-653 0 0,41-47 203 0 0,-164 212 652 0 0,-4 6 66 0 0,-8 14 232 0 0,-13 23 308 0 0,-183 273 1051 0 0,145-227-1523 0 0,47-66-106 0 0,11-19-92 0 0,0 0 0 0 0,-1 0 0 0 0,1 1 0 0 0,0-1 0 0 0,0 0 0 0 0,-1 0 0 0 0,1 0 0 0 0,0 1 0 0 0,0-1 0 0 0,0 0-1 0 0,-1 1 1 0 0,1-1 0 0 0,0 0 0 0 0,0 0 0 0 0,0 1 0 0 0,0-1 0 0 0,0 0 0 0 0,0 1 0 0 0,0-1 0 0 0,0 0 0 0 0,-1 1-1 0 0,1-1 1 0 0,0 0 0 0 0,0 0 0 0 0,0 1 0 0 0,1-1 0 0 0,-1 0 0 0 0,0 1 0 0 0,0-1 0 0 0,0 0 0 0 0,0 1 0 0 0,0-1-1 0 0,0 0 1 0 0,0 1 0 0 0,0-1 0 0 0,1 0 0 0 0,-1 0 0 0 0,0 1 0 0 0,0-1 0 0 0,0 0 0 0 0,1 0 0 0 0,-1 1 0 0 0,0-1-1 0 0,0 0 1 0 0,1 0 0 0 0,-1 0 0 0 0,0 1 0 0 0,0-1 0 0 0,1 0 0 0 0,-1 0 0 0 0,0 0 0 0 0,1 0 0 0 0,-1 0 0 0 0,1 0-1 0 0,6-2-1167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2.42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241 71 4145 0 0,'2'-16'644'0'0,"-2"13"-333"0"0,1 0 0 0 0,-1 0 0 0 0,1 0 0 0 0,-1 0-1 0 0,0 0 1 0 0,0 0 0 0 0,-1 0 0 0 0,1 0 0 0 0,-1 0-1 0 0,1 0 1 0 0,-1 0 0 0 0,0 0 0 0 0,0 0 0 0 0,0 0-1 0 0,-2-4 1 0 0,2 7-215 0 0,0 0 0 0 0,1-1 0 0 0,-1 1 0 0 0,0 0-1 0 0,0 0 1 0 0,1-1 0 0 0,-1 1 0 0 0,0 0 0 0 0,0 0 0 0 0,1 0 0 0 0,-1 0 0 0 0,0 0-1 0 0,0 0 1 0 0,1 0 0 0 0,-1 0 0 0 0,0 0 0 0 0,0 1 0 0 0,1-1 0 0 0,-1 0 0 0 0,0 0-1 0 0,1 1 1 0 0,-1-1 0 0 0,0 0 0 0 0,1 1 0 0 0,-1-1 0 0 0,0 1 0 0 0,1-1 0 0 0,-1 1-1 0 0,1-1 1 0 0,-1 1 0 0 0,1-1 0 0 0,-1 1 0 0 0,1 0 0 0 0,-1 0 0 0 0,-19 23 1125 0 0,19-22-1093 0 0,-21 35 367 0 0,1 1 1 0 0,2 1-1 0 0,2 0 0 0 0,-14 51 0 0 0,8-25-246 0 0,15-46-203 0 0,-3 10 37 0 0,1 0-1 0 0,1 0 1 0 0,-9 57 0 0 0,18-86-80 0 0,-1 1 0 0 0,1 0 1 0 0,0 0-1 0 0,0 0 0 0 0,0-1 0 0 0,0 1 0 0 0,0 0 0 0 0,0 0 0 0 0,0 0 1 0 0,0-1-1 0 0,0 1 0 0 0,0 0 0 0 0,0 0 0 0 0,0-1 0 0 0,0 1 0 0 0,1 0 1 0 0,-1 0-1 0 0,0-1 0 0 0,1 1 0 0 0,-1 0 0 0 0,0 0 0 0 0,1-1 0 0 0,-1 1 1 0 0,1 0-1 0 0,-1-1 0 0 0,1 1 0 0 0,0-1 0 0 0,-1 1 0 0 0,1 0 1 0 0,1-1-11 0 0,-1 0 1 0 0,0 0 0 0 0,0 0 0 0 0,0-1-1 0 0,1 1 1 0 0,-1 0 0 0 0,0-1 0 0 0,0 1-1 0 0,0 0 1 0 0,0-1 0 0 0,0 1 0 0 0,0-1-1 0 0,0 0 1 0 0,0 1 0 0 0,0-1 0 0 0,2-1-1 0 0,34-36-548 0 0,114-188-514 0 0,-57 78 791 0 0,-69 108 642 0 0,-21 34 394 0 0,-18 26 129 0 0,-11 22-369 0 0,2 1 0 0 0,-19 49 0 0 0,-28 94-359 0 0,69-185-151 0 0,-1 6 9 0 0,0-4-5 0 0,1 1 0 0 0,0-1-1 0 0,-1 1 1 0 0,1-1 0 0 0,1 1 0 0 0,-1 0 0 0 0,0 0 0 0 0,1-1-1 0 0,0 1 1 0 0,0 5 0 0 0,0-9-12 0 0,0 0 0 0 0,0 0-1 0 0,0 0 1 0 0,0 0 0 0 0,0 1-1 0 0,1-1 1 0 0,-1 0 0 0 0,0 0 0 0 0,0 0-1 0 0,0 0 1 0 0,0 0 0 0 0,0 1-1 0 0,0-1 1 0 0,1 0 0 0 0,-1 0-1 0 0,0 0 1 0 0,0 0 0 0 0,0 0 0 0 0,0 0-1 0 0,1 0 1 0 0,-1 0 0 0 0,0 0-1 0 0,0 1 1 0 0,0-1 0 0 0,0 0-1 0 0,1 0 1 0 0,-1 0 0 0 0,0 0 0 0 0,0 0-1 0 0,0 0 1 0 0,1 0 0 0 0,-1 0-1 0 0,0 0 1 0 0,0 0 0 0 0,0 0-1 0 0,0-1 1 0 0,1 1 0 0 0,-1 0 0 0 0,0 0-1 0 0,0 0 1 0 0,0 0 0 0 0,1 0-1 0 0,9-8-33 0 0,8-11-82 0 0,-18 19 110 0 0,47-65-940 0 0,76-136 0 0 0,-60 90 176 0 0,-54 98 700 0 0,-6 9 53 0 0,0 0 0 0 0,0 0-1 0 0,-1 0 1 0 0,1 0 0 0 0,-1-1-1 0 0,0 1 1 0 0,0-1 0 0 0,1-7 0 0 0,-3 12 25 0 0,0 0 0 0 0,0 0 1 0 0,-1 0-1 0 0,1 0 0 0 0,0 0 1 0 0,-1 0-1 0 0,1 0 0 0 0,0 0 1 0 0,-1 0-1 0 0,1 0 0 0 0,0 0 1 0 0,0 0-1 0 0,-1 0 0 0 0,1 0 1 0 0,0 0-1 0 0,-1 1 0 0 0,1-1 1 0 0,0 0-1 0 0,0 0 0 0 0,-1 0 1 0 0,1 0-1 0 0,0 1 0 0 0,0-1 1 0 0,0 0-1 0 0,-1 0 0 0 0,1 1 1 0 0,0-1-1 0 0,0 0 0 0 0,0 0 1 0 0,-1 1-1 0 0,1-1 0 0 0,0 0 1 0 0,0 0-1 0 0,0 1 0 0 0,0-1 1 0 0,0 1-1 0 0,-11 13 450 0 0,-21 43-10 0 0,2 2-1 0 0,2 1 1 0 0,4 2-1 0 0,2 0 0 0 0,-20 90 1 0 0,41-148-423 0 0,0 1-1 0 0,1 0 1 0 0,-1-1 0 0 0,1 1-1 0 0,0 0 1 0 0,0-1-1 0 0,1 8 1 0 0,-1-11-20 0 0,0-1 0 0 0,0 1 0 0 0,1-1 0 0 0,-1 0 0 0 0,0 1 1 0 0,0-1-1 0 0,0 1 0 0 0,1-1 0 0 0,-1 1 0 0 0,0-1 0 0 0,1 1 0 0 0,-1-1 0 0 0,0 0 0 0 0,1 1 0 0 0,-1-1 0 0 0,0 0 0 0 0,1 1 0 0 0,-1-1 0 0 0,1 0 0 0 0,-1 0 1 0 0,1 1-1 0 0,-1-1 0 0 0,1 0 0 0 0,-1 0 0 0 0,0 0 0 0 0,1 0 0 0 0,0 1 0 0 0,1-1-4 0 0,-1-1 0 0 0,1 1 0 0 0,0 0 0 0 0,-1-1 0 0 0,1 1 0 0 0,-1-1-1 0 0,1 1 1 0 0,-1-1 0 0 0,1 0 0 0 0,-1 0 0 0 0,1 0 0 0 0,-1 1 0 0 0,2-3 0 0 0,11-7-144 0 0,-1-2 0 0 0,0 0 0 0 0,-1 0 0 0 0,0-1 0 0 0,19-28 0 0 0,42-80-1223 0 0,-60 97 1041 0 0,1-1 79 0 0,-4 8 64 0 0,0 0 0 0 0,11-31 0 0 0,-30 57 2536 0 0,-5 10-1538 0 0,-14 39-242 0 0,2 1 1 0 0,3 1-1 0 0,-17 71 0 0 0,38-123-566 0 0,1 0 0 0 0,-1 0 0 0 0,1 1 0 0 0,1 13 0 0 0,0-21-6 0 0,0 0-1 0 0,0 0 0 0 0,0 0 0 0 0,0 0 0 0 0,0 0 0 0 0,1 0 0 0 0,-1 0 0 0 0,0 0 0 0 0,1 0 0 0 0,-1 0 0 0 0,0 0 0 0 0,1 0 0 0 0,0 0 0 0 0,-1 0 0 0 0,1 0 0 0 0,-1-1 0 0 0,1 1 0 0 0,1 1 1 0 0,-1-1-3 0 0,0-1 1 0 0,1 0 0 0 0,-1 0-1 0 0,0 1 1 0 0,0-1 0 0 0,0 0-1 0 0,0 0 1 0 0,0 0 0 0 0,0 0-1 0 0,0-1 1 0 0,0 1 0 0 0,1 0 0 0 0,-1 0-1 0 0,0-1 1 0 0,0 1 0 0 0,0 0-1 0 0,0-1 1 0 0,0 1 0 0 0,0-1-1 0 0,0 0 1 0 0,0 1 0 0 0,-1-1-1 0 0,2 0 1 0 0,5-5-109 0 0,0 0-1 0 0,-1 0 1 0 0,0-1 0 0 0,0 0-1 0 0,-1 0 1 0 0,0 0-1 0 0,0-1 1 0 0,4-8 0 0 0,-3 5-295 0 0,8-14-510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3.33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121 234 456 0 0,'-13'3'393'0'0,"-1"0"-1"0"0,1-2 0 0 0,-17 2 1 0 0,6-2 492 0 0,23-1-700 0 0,-1 0 0 0 0,1 0 0 0 0,-1 1 0 0 0,0-1 0 0 0,1 0-1 0 0,-1 1 1 0 0,1-1 0 0 0,-1 1 0 0 0,1-1 0 0 0,-1 1 0 0 0,1 0 0 0 0,-1-1-1 0 0,1 1 1 0 0,-1 0 0 0 0,1 0 0 0 0,-1 1 0 0 0,3 7 2759 0 0,15 1-1604 0 0,-13-9-1188 0 0,0 0 0 0 0,0 0 0 0 0,0-1 0 0 0,1 1-1 0 0,-1-1 1 0 0,0 0 0 0 0,1 0 0 0 0,-1 0 0 0 0,0 0 0 0 0,0-1-1 0 0,1 0 1 0 0,4-1 0 0 0,44-17 869 0 0,-27 9-627 0 0,107-31 863 0 0,-63 21-776 0 0,0-4 0 0 0,86-41 1 0 0,-46 0 1508 0 0,-64 35-3831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4.75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1594 2761 0 0,'1'1'-12'0'0,"-1"0"0"0"0,1 0 1 0 0,-1 0-1 0 0,1-1 1 0 0,0 1-1 0 0,0 0 1 0 0,-1 0-1 0 0,1-1 0 0 0,0 1 1 0 0,0-1-1 0 0,0 1 1 0 0,-1-1-1 0 0,1 1 0 0 0,0-1 1 0 0,0 1-1 0 0,0-1 1 0 0,0 0-1 0 0,0 0 1 0 0,0 1-1 0 0,0-1 0 0 0,0 0 1 0 0,0 0-1 0 0,0 0 1 0 0,0 0-1 0 0,0 0 0 0 0,0 0 1 0 0,2-1-1 0 0,30 0 689 0 0,14-8 751 0 0,-2-2 0 0 0,1-2 0 0 0,-2-2 0 0 0,0-2 0 0 0,67-37 0 0 0,-91 44-1150 0 0,-1-2 1 0 0,-1 0-1 0 0,0-2 0 0 0,-1 0 0 0 0,0 0 0 0 0,-1-2 1 0 0,-1 0-1 0 0,0-1 0 0 0,-1 0 0 0 0,-1-1 1 0 0,-1-1-1 0 0,0 0 0 0 0,-1 0 0 0 0,-2-1 0 0 0,0-1 1 0 0,-1 1-1 0 0,-1-1 0 0 0,0-1 0 0 0,-2 1 1 0 0,3-26-1 0 0,-2-19-12 0 0,-2-1-1 0 0,-4 1 1 0 0,-14-122 0 0 0,13 183-265 0 0,0-143-1 0 0,1 36 0 0 0,1 90-13 0 0,0-1 1 0 0,1 1-1 0 0,8-31 1 0 0,1-16-10 0 0,-10 45-672 0 0,-1 20 468 0 0,0 1 0 0 0,0-1 0 0 0,1 0 0 0 0,-1 0 0 0 0,1 1 0 0 0,0-1 0 0 0,0 1-1 0 0,0-1 1 0 0,0 0 0 0 0,1 1 0 0 0,-1 0 0 0 0,4-7 0 0 0,-1 5 236 0 0,0-1-1 0 0,-1 0 1 0 0,1 0-1 0 0,-1 0 1 0 0,-1 0-1 0 0,1 0 1 0 0,-1-1 0 0 0,-1 1-1 0 0,1-1 1 0 0,-1 1-1 0 0,0-1 1 0 0,0-12-1 0 0,-1 18 21 0 0,0 1 0 0 0,-1 0 0 0 0,1 0 0 0 0,-1-1 0 0 0,1 1 0 0 0,0 0 0 0 0,-1 0 0 0 0,1-1 0 0 0,-1 1 0 0 0,1 0 0 0 0,0 0 0 0 0,-1 0 0 0 0,1 0 0 0 0,-1 0 0 0 0,1 0 0 0 0,-1 0 0 0 0,1 0 0 0 0,-1 0 0 0 0,1 0 0 0 0,0 0 0 0 0,-1 0 0 0 0,1 0 0 0 0,-1 0 0 0 0,1 0 0 0 0,-1 0 0 0 0,1 0 0 0 0,-1 0 0 0 0,1 1 0 0 0,0-1 0 0 0,-1 0 0 0 0,1 0 0 0 0,0 1 0 0 0,-1-1 0 0 0,1 0-1 0 0,-1 0 1 0 0,1 1 0 0 0,0-1 0 0 0,0 0 0 0 0,-1 1 0 0 0,-24 14 761 0 0,20-12-755 0 0,-15 10 440 0 0,-27 23 0 0 0,15-11-393 0 0,49-40 79 0 0,23-29 1 0 0,-10 11-153 0 0,-18 20 131 0 0,-6 5-1 0 0,0 1 0 0 0,1 0 0 0 0,0 0 0 0 0,0 0 0 0 0,1 1-1 0 0,-1 0 1 0 0,1 1 0 0 0,1 0 0 0 0,-1 0 0 0 0,13-5 0 0 0,-21 11-103 0 0,1-1 1 0 0,-1 0-1 0 0,1 1 1 0 0,0-1-1 0 0,-1 1 0 0 0,1-1 1 0 0,-1 1-1 0 0,1 0 1 0 0,-1-1-1 0 0,0 1 0 0 0,1-1 1 0 0,-1 1-1 0 0,1 0 0 0 0,-1 0 1 0 0,0-1-1 0 0,0 1 1 0 0,1 0-1 0 0,-1-1 0 0 0,0 1 1 0 0,0 0-1 0 0,0 0 1 0 0,0-1-1 0 0,0 1 0 0 0,0 0 1 0 0,0 1-1 0 0,2 28-23 0 0,-1-25 44 0 0,7 58-1937 0 0,-2-35-5038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5.98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2641 3393 0 0,'1'0'264'0'0,"4"0"184"0"0,1-1 1 0 0,-1 0-1 0 0,1 0 1 0 0,-1-1-1 0 0,0 1 0 0 0,1-1 1 0 0,-1-1-1 0 0,0 1 1 0 0,0-1-1 0 0,-1 1 1 0 0,1-1-1 0 0,0-1 1 0 0,7-6-1 0 0,6-7 340 0 0,28-34 1 0 0,-32 35-433 0 0,15-20-113 0 0,-1-1-1 0 0,-2-2 1 0 0,-2-1 0 0 0,30-67 0 0 0,58-179 824 0 0,-109 277-1036 0 0,20-64 442 0 0,-3-1 0 0 0,15-105 0 0 0,1-156-40 0 0,-33 298-403 0 0,8-172 350 0 0,2-18 63 0 0,-8 175-172 0 0,3 1 0 0 0,20-69-1 0 0,-18 88-279 0 0,2 2-1 0 0,1-1 1 0 0,1 2 0 0 0,18-29-1 0 0,83-101-52 0 0,-111 154 74 0 0,0 0 1 0 0,-1 0-1 0 0,0-1 1 0 0,0 1-1 0 0,0-1 1 0 0,-1 1-1 0 0,1-1 1 0 0,-1 0-1 0 0,-1 0 1 0 0,1 0-1 0 0,0-8 0 0 0,-1-1 13 0 0,-1 0 0 0 0,0 0 0 0 0,-5-22 0 0 0,5 11-419 0 0,1 23 367 0 0,-1 1-1 0 0,0 0 1 0 0,0 0 0 0 0,0-1-1 0 0,0 1 1 0 0,0 0 0 0 0,0 0-1 0 0,-1-1 1 0 0,1 1 0 0 0,-1 0-1 0 0,0-3 1 0 0,0 5 15 0 0,0-1 0 0 0,0 0-1 0 0,0 1 1 0 0,0-1 0 0 0,0 1-1 0 0,0-1 1 0 0,0 1 0 0 0,0-1 0 0 0,-1 1-1 0 0,1 0 1 0 0,0 0 0 0 0,0-1 0 0 0,0 1-1 0 0,0 0 1 0 0,0 0 0 0 0,-1 0 0 0 0,1 0-1 0 0,0 0 1 0 0,0 1 0 0 0,0-1-1 0 0,0 0 1 0 0,0 0 0 0 0,-1 1 0 0 0,1-1-1 0 0,0 1 1 0 0,0-1 0 0 0,-2 2 0 0 0,-10 3-97 0 0,0 1 0 0 0,1 1 0 0 0,-20 13 0 0 0,22-13 29 0 0,0-1 1 0 0,-1 0 0 0 0,0 0-1 0 0,0-1 1 0 0,-16 5-1 0 0,51-43 1065 0 0,-17 25-920 0 0,5-6-3 0 0,0 1 0 0 0,1 0 0 0 0,0 1 0 0 0,1 1 1 0 0,1 0-1 0 0,16-9 0 0 0,-31 20-58 0 0,1 0 0 0 0,-1 0 0 0 0,1 0 0 0 0,-1 0 0 0 0,1 0 0 0 0,0 0 0 0 0,-1 0 0 0 0,1 0 0 0 0,-1 0 0 0 0,1 1 0 0 0,-1-1 0 0 0,1 0 0 0 0,-1 0 0 0 0,1 1 0 0 0,-1-1 0 0 0,1 0 0 0 0,-1 0 0 0 0,1 1 0 0 0,-1-1 0 0 0,1 1 0 0 0,-1-1 0 0 0,0 1 0 0 0,1-1 0 0 0,-1 0 0 0 0,0 1 0 0 0,1-1 0 0 0,-1 1 0 0 0,0-1 0 0 0,0 1 0 0 0,0-1 0 0 0,1 1 1 0 0,-1 0-1 0 0,0-1 0 0 0,0 1 0 0 0,0-1 0 0 0,0 1 0 0 0,0-1 0 0 0,0 2 0 0 0,7 30-948 0 0,-6-25-80 0 0,2 8-4595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27.51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 3672 6913 0 0,'0'0'18'0'0,"0"0"0"0"0,0 1-1 0 0,-1-1 1 0 0,1 0 0 0 0,0 0-1 0 0,0 1 1 0 0,0-1 0 0 0,0 0-1 0 0,0 1 1 0 0,0-1 0 0 0,0 0-1 0 0,0 1 1 0 0,0-1 0 0 0,0 0-1 0 0,0 1 1 0 0,0-1 0 0 0,0 0-1 0 0,0 1 1 0 0,0-1-1 0 0,0 0 1 0 0,0 1 0 0 0,0-1-1 0 0,0 0 1 0 0,0 1 0 0 0,0-1-1 0 0,1 0 1 0 0,-1 1 0 0 0,0-1-1 0 0,0 0 1 0 0,0 0 0 0 0,1 1-1 0 0,-1-1 1 0 0,0 0 0 0 0,0 0-1 0 0,1 1 1 0 0,-1-1 0 0 0,0 0-1 0 0,0 0 1 0 0,1 0-1 0 0,-1 0 1 0 0,0 1 0 0 0,1-1-1 0 0,-1 0 1 0 0,0 0 0 0 0,1 0-1 0 0,-1 0 1 0 0,0 0 0 0 0,1 0-1 0 0,18-9 1220 0 0,-9 3-297 0 0,110-55 605 0 0,128-76-322 0 0,-196 103-1061 0 0,-3-3 1 0 0,-1-2-1 0 0,-2-2 0 0 0,-1-1 1 0 0,-3-3-1 0 0,-1-1 1 0 0,-3-3-1 0 0,-1 0 1 0 0,56-106-1 0 0,-82 130-165 0 0,-1 0 1 0 0,-1 0-1 0 0,-1-1 0 0 0,-2 1 0 0 0,0-2 1 0 0,1-27-1 0 0,2-164-30 0 0,-5 55 21 0 0,12-68 636 0 0,18-286 1679 0 0,-2 29-213 0 0,-23 138-989 0 0,-8 154-1296 0 0,1 160 225 0 0,0 0 1 0 0,3 0-1 0 0,12-53 1 0 0,-11 69-200 0 0,1 0 1 0 0,0 1-1 0 0,1-1 1 0 0,1 1 0 0 0,1 1-1 0 0,1 0 1 0 0,18-24-1 0 0,-28 42 160 0 0,-1 0 0 0 0,1-1 1 0 0,-1 1-1 0 0,0 0 0 0 0,1-1 0 0 0,-1 1 0 0 0,0-1 0 0 0,1 1 1 0 0,-1 0-1 0 0,0-1 0 0 0,1 1 0 0 0,-1-1 0 0 0,0 1 1 0 0,0-1-1 0 0,1 1 0 0 0,-1-1 0 0 0,0 1 0 0 0,0-1 0 0 0,0 1 1 0 0,0-1-1 0 0,0 1 0 0 0,0-1 0 0 0,0 0 0 0 0,0 1 1 0 0,0-1-1 0 0,0 1 0 0 0,0-1 0 0 0,0 1 0 0 0,0-1 0 0 0,0 1 1 0 0,0-1-1 0 0,-1 1 0 0 0,1-1 0 0 0,-18-1-31 0 0,-23 15-112 0 0,-20 20 652 0 0,75-64-436 0 0,36-38 38 0 0,-36 51-60 0 0,0-1 0 0 0,-2 1 0 0 0,0-2 0 0 0,11-23 0 0 0,-24 47-23 0 0,1 1 0 0 0,-1-1 0 0 0,1 1 0 0 0,0-1 0 0 0,0 1-1 0 0,0-1 1 0 0,1 1 0 0 0,0-1 0 0 0,0 0 0 0 0,0 1 0 0 0,0-1 0 0 0,1 0 0 0 0,3 8 0 0 0,-1-4-20 0 0,0 1 1 0 0,0-2 0 0 0,1 1 0 0 0,0 0-1 0 0,0-1 1 0 0,1 0 0 0 0,6 7 0 0 0,-4-8-567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4:30.63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575 36 3225 0 0,'2'-2'202'0'0,"-1"0"0"0"0,1 0 0 0 0,0-1 1 0 0,-1 1-1 0 0,1 0 0 0 0,-1-1 0 0 0,1 1 0 0 0,-1-1 1 0 0,1-4-1 0 0,-2 7-137 0 0,0 0 0 0 0,1 0 0 0 0,-1-1-1 0 0,0 1 1 0 0,0 0 0 0 0,0 0 0 0 0,0 0 0 0 0,0-1 0 0 0,0 1-1 0 0,0 0 1 0 0,0-1 0 0 0,0 1 0 0 0,0 0 0 0 0,0 0 0 0 0,-1 0 0 0 0,1-1-1 0 0,0 1 1 0 0,0 0 0 0 0,0 0 0 0 0,0-1 0 0 0,0 1 0 0 0,0 0 0 0 0,0 0-1 0 0,-1 0 1 0 0,1-1 0 0 0,0 1 0 0 0,0 0 0 0 0,0 0 0 0 0,-1 0 0 0 0,1 0-1 0 0,0-1 1 0 0,0 1 0 0 0,0 0 0 0 0,-1 0 0 0 0,1 0 0 0 0,-18 4 1204 0 0,1 5-868 0 0,0 1-1 0 0,1 1 1 0 0,0 0-1 0 0,-26 25 1 0 0,-54 64 122 0 0,57-57-219 0 0,-119 132 558 0 0,208-226-403 0 0,3 2 0 0 0,1 3 0 0 0,110-71 0 0 0,-107 89-459 0 0,-79 40 188 0 0,1 1 0 0 0,0 1 0 0 0,2 1 0 0 0,-26 24 0 0 0,-69 79 925 0 0,94-97-1093 0 0,-38 37-309 0 0,31-32 241 0 0,-38 47 0 0 0,64-72 49 0 0,1-1 0 0 0,-1 1 0 0 0,1-1 0 0 0,-1 1 0 0 0,1-1-1 0 0,-1 0 1 0 0,1 1 0 0 0,0 0 0 0 0,-1-1 0 0 0,1 1 0 0 0,0-1-1 0 0,0 1 1 0 0,-1-1 0 0 0,1 1 0 0 0,0 0 0 0 0,0-1 0 0 0,0 1 0 0 0,0-1-1 0 0,0 1 1 0 0,0 0 0 0 0,0-1 0 0 0,0 1 0 0 0,0-1 0 0 0,0 1-1 0 0,0 0 1 0 0,0 0 0 0 0,14 0-75 0 0,21-13-485 0 0,-5-8 148 0 0,-1 0 1 0 0,50-46 0 0 0,47-59-943 0 0,-101 98 1291 0 0,0 3 62 0 0,-15 16 0 0 0,-1-1 0 0 0,0-1 0 0 0,0 1 0 0 0,7-13 0 0 0,-21 23 174 0 0,0 0 1 0 0,0 0-1 0 0,1 0 1 0 0,-1 1-1 0 0,0 0 1 0 0,1 0 0 0 0,-6 4-1 0 0,-66 50 575 0 0,-124 121-1 0 0,132-114-641 0 0,50-47-107 0 0,11-10 0 0 0,0-1 0 0 0,0 2 0 0 0,0-1 0 0 0,1 1 0 0 0,0 0 0 0 0,1 0 0 0 0,-6 9 0 0 0,11-16 0 0 0,0 0-1 0 0,0 0 1 0 0,0 0-1 0 0,0 0 1 0 0,0 0-1 0 0,-1 1 1 0 0,1-1-1 0 0,0 0 1 0 0,0 0-1 0 0,0 0 1 0 0,0 0 0 0 0,0 0-1 0 0,0 1 1 0 0,0-1-1 0 0,0 0 1 0 0,0 0-1 0 0,0 0 1 0 0,0 0-1 0 0,0 1 1 0 0,0-1-1 0 0,0 0 1 0 0,0 0-1 0 0,0 0 1 0 0,0 0-1 0 0,0 0 1 0 0,0 1-1 0 0,0-1 1 0 0,1 0-1 0 0,-1 0 1 0 0,0 0-1 0 0,0 0 1 0 0,0 0-1 0 0,0 1 1 0 0,0-1-1 0 0,0 0 1 0 0,0 0-1 0 0,0 0 1 0 0,1 0-1 0 0,-1 0 1 0 0,0 0-1 0 0,0 0 1 0 0,0 0-1 0 0,0 0 1 0 0,0 1-1 0 0,1-1 1 0 0,-1 0-1 0 0,0 0 1 0 0,0 0-1 0 0,12-2-99 0 0,12-7-72 0 0,37-29 86 0 0,-1-3 0 0 0,88-78 0 0 0,6-4 96 0 0,-142 114-10 0 0,-4 2 0 0 0,1 1 0 0 0,0 0 0 0 0,17-8 0 0 0,-43 23 278 0 0,1 1 0 0 0,0 1-1 0 0,0 0 1 0 0,1 1-1 0 0,-13 14 1 0 0,5-6-39 0 0,-232 225 15 0 0,62-57-207 0 0,188-184-35 0 0,3-2-9 0 0,0-1-1 0 0,0 1 1 0 0,0-1 0 0 0,0 1 0 0 0,0 0 0 0 0,1-1-1 0 0,-1 1 1 0 0,1 0 0 0 0,-1 0 0 0 0,1 1-1 0 0,0-1 1 0 0,-1 0 0 0 0,1 0 0 0 0,0 3-1 0 0,3-5-29 0 0,1 0-1 0 0,-1-1 1 0 0,0 1-1 0 0,1-1 1 0 0,-1 1-1 0 0,0-1 1 0 0,1 0-1 0 0,-1 0 1 0 0,0 0-1 0 0,1 0 1 0 0,-1 0-1 0 0,3-3 1 0 0,-3 3-14 0 0,47-28-704 0 0,0-1 1 0 0,58-51-1 0 0,81-85 204 0 0,-36 30 35 0 0,-141 127 578 0 0,-7 6 44 0 0,0 0 0 0 0,0 0 0 0 0,0-1 0 0 0,-1 1 0 0 0,6-8 0 0 0,-49 24 3033 0 0,12 5-3008 0 0,1 0 1 0 0,2 2-1 0 0,-45 44 0 0 0,-61 81 455 0 0,30-29-389 0 0,78-94-207 0 0,13-12 0 0 0,0 1 0 0 0,-14 18 0 0 0,24-26 6 0 0,8-4 0 0 0,6-4-66 0 0,12-10-299 0 0,0-2 0 0 0,-1-1 0 0 0,0-1 0 0 0,-2-1 0 0 0,39-42 0 0 0,2-1-29 0 0,-8 10 128 0 0,-25 22 181 0 0,2 1 0 0 0,1 1 0 0 0,50-32 0 0 0,-79 59 484 0 0,-5 5 59 0 0,-14 14 538 0 0,-35 33 578 0 0,33-34-1398 0 0,-331 382 1544 0 0,340-383-1591 0 0,17-15-182 0 0,19-14-232 0 0,25-27-334 0 0,95-94 0 0 0,-48 39 335 0 0,-29 36 126 0 0,35-32 86 0 0,-99 80 130 0 0,-18 13 288 0 0,-19 14 270 0 0,-19 21-66 0 0,-81 77 1 0 0,-31 57-903 0 0,1-3 123 0 0,137-147 210 0 0,10-9 13 0 0,0 0 0 0 0,-17 24-1 0 0,28-35 2 0 0,1 0-1 0 0,0 0 0 0 0,0 0 1 0 0,0 0-1 0 0,-1 1 0 0 0,1-1 0 0 0,0 0 1 0 0,0 0-1 0 0,0 0 0 0 0,0 1 0 0 0,-1-1 1 0 0,1 0-1 0 0,0 0 0 0 0,0 0 0 0 0,0 1 1 0 0,0-1-1 0 0,0 0 0 0 0,0 0 0 0 0,0 1 1 0 0,0-1-1 0 0,0 0 0 0 0,0 0 0 0 0,0 1 1 0 0,0-1-1 0 0,0 0 0 0 0,0 0 0 0 0,0 1 1 0 0,0-1-1 0 0,0 0 0 0 0,0 0 0 0 0,0 1 1 0 0,0-1-1 0 0,0 0 0 0 0,0 0 1 0 0,0 1-1 0 0,0-1 0 0 0,1 0 0 0 0,-1 0 1 0 0,0 1-1 0 0,12-2-39 0 0,15-9-394 0 0,6-8-329 0 0,-1-1 0 0 0,57-47 0 0 0,52-59-168 0 0,-93 81 624 0 0,60-65-140 0 0,-92 91 572 0 0,-1-2 1 0 0,0 0-1 0 0,-2 0 0 0 0,14-27 0 0 0,-27 46-73 0 0,1 0 0 0 0,0 0 0 0 0,-1 0 0 0 0,1 0 0 0 0,-1 0 0 0 0,0 0-1 0 0,1 0 1 0 0,-1 0 0 0 0,0 0 0 0 0,0 0 0 0 0,0 0 0 0 0,1 0 0 0 0,-1 0 0 0 0,0 0-1 0 0,0-1 1 0 0,-1 1 0 0 0,1 0 0 0 0,0-1 0 0 0,-1 2-2 0 0,1-1 0 0 0,0 1 0 0 0,-1 0 0 0 0,1-1 1 0 0,-1 1-1 0 0,1 0 0 0 0,-1 0 0 0 0,1 0 0 0 0,0-1 0 0 0,-1 1 0 0 0,1 0 0 0 0,-1 0 0 0 0,1 0 1 0 0,-1 0-1 0 0,1 0 0 0 0,-1 0 0 0 0,1 0 0 0 0,-1 0 0 0 0,1 0 0 0 0,-1 0 0 0 0,1 0 0 0 0,-1 0 0 0 0,1 0 1 0 0,-1 1-1 0 0,1-1 0 0 0,-1 0 0 0 0,-36 20 1442 0 0,13 1-1425 0 0,2 0 0 0 0,0 2 0 0 0,1 1 0 0 0,1 0-1 0 0,-19 32 1 0 0,21-30-96 0 0,-44 58-185 0 0,5-7-10 0 0,-70 124 0 0 0,126-201 222 0 0,1 1 0 0 0,-1 0 0 0 0,1 0 0 0 0,-1-1-1 0 0,1 1 1 0 0,-1 0 0 0 0,1 0 0 0 0,-1 0 0 0 0,1 0-1 0 0,0 0 1 0 0,0 0 0 0 0,-1 0 0 0 0,1 0 0 0 0,0-1-1 0 0,0 1 1 0 0,0 0 0 0 0,0 0 0 0 0,0 0 0 0 0,0 0-1 0 0,0 0 1 0 0,0 0 0 0 0,1 2 0 0 0,0-3-13 0 0,0 0 1 0 0,-1 0 0 0 0,1 0-1 0 0,0 0 1 0 0,0 1-1 0 0,0-1 1 0 0,-1 0-1 0 0,1-1 1 0 0,0 1 0 0 0,0 0-1 0 0,0 0 1 0 0,-1 0-1 0 0,1 0 1 0 0,0-1 0 0 0,0 1-1 0 0,-1 0 1 0 0,1-1-1 0 0,0 1 1 0 0,-1 0 0 0 0,2-1-1 0 0,39-27-489 0 0,118-122-913 0 0,-41 35 1085 0 0,-82 83 385 0 0,-2-1-1 0 0,-1-1 0 0 0,-1-2 1 0 0,47-73-1 0 0,-78 108-17 0 0,-1 0 0 0 0,1 1 0 0 0,0-1 1 0 0,-1 0-1 0 0,1 0 0 0 0,-1 0 0 0 0,1 0 0 0 0,-1 0 0 0 0,0 0 1 0 0,1 0-1 0 0,-1 0 0 0 0,0 0 0 0 0,0 0 0 0 0,0 0 0 0 0,0 0 1 0 0,0-2-1 0 0,0 3-2 0 0,0-1 1 0 0,-1 1-1 0 0,1 0 1 0 0,-1 0-1 0 0,1 0 1 0 0,0 0 0 0 0,-1 0-1 0 0,1-1 1 0 0,0 1-1 0 0,-1 0 1 0 0,1 0-1 0 0,-1 0 1 0 0,1 0-1 0 0,0 0 1 0 0,-1 0-1 0 0,1 0 1 0 0,-1 0-1 0 0,1 0 1 0 0,0 0 0 0 0,-1 1-1 0 0,1-1 1 0 0,0 0-1 0 0,-1 0 1 0 0,1 0-1 0 0,0 0 1 0 0,-1 1-1 0 0,1-1 1 0 0,-1 0-1 0 0,-31 21 1043 0 0,-29 35-849 0 0,3 3 1 0 0,-74 98 0 0 0,78-91-179 0 0,35-44-50 0 0,7-9 0 0 0,1 0 0 0 0,0 1 0 0 0,1 0 0 0 0,1 1 0 0 0,-15 29 0 0 0,24-44-3 0 0,0 0 1 0 0,0 1 0 0 0,-1-1-1 0 0,1 0 1 0 0,0 1-1 0 0,0-1 1 0 0,0 0 0 0 0,0 1-1 0 0,0-1 1 0 0,0 1-1 0 0,-1-1 1 0 0,1 1 0 0 0,0-1-1 0 0,0 0 1 0 0,0 1-1 0 0,0-1 1 0 0,1 1 0 0 0,-1-1-1 0 0,0 0 1 0 0,0 1-1 0 0,0-1 1 0 0,0 1 0 0 0,0-1-1 0 0,0 0 1 0 0,1 1-1 0 0,-1-1 1 0 0,0 0 0 0 0,0 1-1 0 0,0-1 1 0 0,1 0-1 0 0,-1 1 1 0 0,0-1 0 0 0,1 0-1 0 0,-1 1 1 0 0,1-1-1 0 0,15-1-205 0 0,18-13-272 0 0,14-16-387 0 0,80-67 0 0 0,-59 43 543 0 0,-55 43 313 0 0,18-13-69 0 0,39-39 1 0 0,-63 55 109 0 0,0 0 0 0 0,0-1 0 0 0,-1 0 0 0 0,-1-1 0 0 0,0 1 0 0 0,0-1 0 0 0,0 0 0 0 0,-2-1-1 0 0,7-16 1 0 0,-11 26-15 0 0,1 0 0 0 0,-1 1 0 0 0,0-1-1 0 0,0 0 1 0 0,1 1 0 0 0,-1-1 0 0 0,0 0-1 0 0,0 1 1 0 0,0-1 0 0 0,0 0 0 0 0,0 0-1 0 0,0 1 1 0 0,0-1 0 0 0,0 0 0 0 0,0 0-1 0 0,0 1 1 0 0,0-1 0 0 0,0 0-1 0 0,-1 1 1 0 0,1-1 0 0 0,0 0 0 0 0,0 1-1 0 0,-1-1 1 0 0,0-1 0 0 0,0 2 5 0 0,1 0 1 0 0,-1 0-1 0 0,0 0 0 0 0,1 0 1 0 0,-1 0-1 0 0,0 0 0 0 0,0 0 1 0 0,1 0-1 0 0,-1 0 0 0 0,0 0 1 0 0,1 1-1 0 0,-1-1 1 0 0,0 0-1 0 0,1 0 0 0 0,-1 1 1 0 0,0-1-1 0 0,1 0 0 0 0,-1 1 1 0 0,0 0-1 0 0,-30 25 453 0 0,-196 242-111 0 0,164-185-236 0 0,-70 124 0 0 0,131-204-107 0 0,0 0 0 0 0,0 0 0 0 0,1 0 0 0 0,0 1 0 0 0,0-1 0 0 0,-1 0 0 0 0,2 1 0 0 0,-2 5 0 0 0,2-9-16 0 0,0 0 0 0 0,0 1 1 0 0,0-1-1 0 0,0 0 0 0 0,0 0 0 0 0,0 1 0 0 0,0-1 0 0 0,0 0 0 0 0,0 0 0 0 0,0 1 1 0 0,0-1-1 0 0,1 0 0 0 0,-1 0 0 0 0,0 0 0 0 0,0 1 0 0 0,0-1 0 0 0,0 0 0 0 0,0 0 1 0 0,1 0-1 0 0,-1 1 0 0 0,0-1 0 0 0,0 0 0 0 0,0 0 0 0 0,1 0 0 0 0,-1 0 0 0 0,0 1 1 0 0,0-1-1 0 0,0 0 0 0 0,1 0 0 0 0,-1 0 0 0 0,0 0 0 0 0,0 0 0 0 0,1 0 0 0 0,-1 0 1 0 0,0 0-1 0 0,0 0 0 0 0,1 0 0 0 0,-1 0 0 0 0,20-9 62 0 0,11-14-63 0 0,54-55 1 0 0,-19 16-99 0 0,55-35 3 0 0,-69 58 25 0 0,-1-3-1 0 0,65-69 1 0 0,-114 108 86 0 0,-4 3 30 0 0,-9 8 104 0 0,-15 12 123 0 0,-179 212 133 0 0,195-220-432 0 0,-34 46-7 0 0,40-53 31 0 0,1 0 0 0 0,0 0 1 0 0,0 1-1 0 0,1-1 0 0 0,0 1 0 0 0,0-1 0 0 0,0 1 0 0 0,0 0 1 0 0,0 8-1 0 0,2-14-2 0 0,0 1 0 0 0,0 0 0 0 0,0-1 0 0 0,0 1 0 0 0,0 0 0 0 0,0-1 0 0 0,0 1 0 0 0,0 0 0 0 0,0 0 0 0 0,0-1 0 0 0,0 1 0 0 0,1 0 0 0 0,-1-1 0 0 0,0 1 0 0 0,0 0 0 0 0,1-1 0 0 0,-1 1 0 0 0,0-1 0 0 0,1 1 0 0 0,-1-1 0 0 0,1 1 0 0 0,-1 0 0 0 0,1-1 0 0 0,-1 0 0 0 0,1 1 0 0 0,-1-1 0 0 0,1 1 0 0 0,0-1 0 0 0,-1 0 0 0 0,2 1 0 0 0,-1 0-11 0 0,1-1 0 0 0,0 0 0 0 0,0 0 0 0 0,0 0 0 0 0,0 0 0 0 0,0 0 0 0 0,0 0 0 0 0,0 0 0 0 0,0 0 0 0 0,0-1 0 0 0,1 0 0 0 0,46-19-489 0 0,-10-3 357 0 0,0-2 1 0 0,-1-2 0 0 0,-1-1-1 0 0,-2-1 1 0 0,-1-3 0 0 0,-1 0-1 0 0,-2-2 1 0 0,46-65 0 0 0,-68 77 152 0 0,-9 22-4 0 0,0 0 1 0 0,0-1-1 0 0,0 1 0 0 0,0 0 1 0 0,0 0-1 0 0,0 0 1 0 0,0-1-1 0 0,0 1 0 0 0,-1 0 1 0 0,1 0-1 0 0,0 0 1 0 0,0-1-1 0 0,0 1 0 0 0,0 0 1 0 0,-1 0-1 0 0,1 0 1 0 0,0 0-1 0 0,0-1 0 0 0,0 1 1 0 0,-1 0-1 0 0,1 0 1 0 0,0 0-1 0 0,0 0 0 0 0,0 0 1 0 0,-1 0-1 0 0,1 0 1 0 0,0 0-1 0 0,0 0 0 0 0,-1 0 1 0 0,1 0-1 0 0,0-1 1 0 0,0 1-1 0 0,-1 0 0 0 0,1 1 1 0 0,0-1-1 0 0,0 0 1 0 0,0 0-1 0 0,-1 0 1 0 0,1 0-1 0 0,0 0 0 0 0,0 0 1 0 0,-1 0-1 0 0,-3 2 60 0 0,0-1 1 0 0,0 1-1 0 0,0 0 0 0 0,0 0 1 0 0,0 1-1 0 0,0-1 0 0 0,-4 5 1 0 0,-20 22 120 0 0,1 1 0 0 0,1 0-1 0 0,2 2 1 0 0,-30 54 0 0 0,37-59-162 0 0,7-13-23 0 0,2-2 0 0 0,-1 0 0 0 0,2 1 0 0 0,0 0 0 0 0,0 0 0 0 0,1 1 0 0 0,1 0 0 0 0,-5 18 0 0 0,10-31-2 0 0,0 0 0 0 0,0-1 1 0 0,-1 1-1 0 0,1 0 1 0 0,0-1-1 0 0,0 1 0 0 0,0 0 1 0 0,0 0-1 0 0,0-1 0 0 0,0 1 1 0 0,0 0-1 0 0,0 0 1 0 0,0-1-1 0 0,1 1 0 0 0,-1 0 1 0 0,0 0-1 0 0,0-1 1 0 0,1 1-1 0 0,-1 0 0 0 0,0-1 1 0 0,1 1-1 0 0,-1 0 0 0 0,1-1 1 0 0,-1 1-1 0 0,1-1 1 0 0,-1 1-1 0 0,1-1 0 0 0,-1 1 1 0 0,1-1-1 0 0,-1 1 1 0 0,2 0-1 0 0,-1-1-24 0 0,1 0 0 0 0,-1 0 1 0 0,1 0-1 0 0,-1 0 0 0 0,1 0 0 0 0,0-1 0 0 0,-1 1 1 0 0,1 0-1 0 0,-1-1 0 0 0,1 1 0 0 0,-1-1 1 0 0,0 1-1 0 0,1-1 0 0 0,1 0 0 0 0,44-32-1070 0 0,-46 32 1069 0 0,32-26-173 0 0,-1-1 1 0 0,-1-2-1 0 0,-2-1 0 0 0,-1-1 0 0 0,-1-1 1 0 0,-2-2-1 0 0,27-49 0 0 0,-42 56 859 0 0,-10 28-640 0 0,0 0 1 0 0,0 0-1 0 0,0-1 0 0 0,0 1 0 0 0,0 0 1 0 0,0 0-1 0 0,0 0 0 0 0,0-1 0 0 0,0 1 1 0 0,0 0-1 0 0,0 0 0 0 0,0 0 0 0 0,0 0 0 0 0,0-1 1 0 0,0 1-1 0 0,0 0 0 0 0,0 0 0 0 0,0 0 1 0 0,0-1-1 0 0,0 1 0 0 0,0 0 0 0 0,-1 0 1 0 0,1 0-1 0 0,0 0 0 0 0,0-1 0 0 0,0 1 1 0 0,0 0-1 0 0,0 0 0 0 0,0 0 0 0 0,-1 0 0 0 0,1 0 1 0 0,0 0-1 0 0,0 0 0 0 0,0-1 0 0 0,0 1 1 0 0,-1 0-1 0 0,1 0 0 0 0,0 0 0 0 0,-1 0 1 0 0,-13 8 646 0 0,-23 25 86 0 0,-58 66 0 0 0,21-19-1005 0 0,81-91 113 0 0,0-1-1 0 0,0 0 1 0 0,-1 0-1 0 0,-1 0 0 0 0,7-24 1 0 0,-6 20 116 0 0,5-17 62 0 0,-2 0 0 0 0,-1 0 0 0 0,-1-1 0 0 0,-2 0-1 0 0,1-42 1 0 0,-5 54 15 0 0,-2 1 0 0 0,0 0 0 0 0,-1-1 0 0 0,-1 1 0 0 0,-1 0 1 0 0,-1 1-1 0 0,-1-1 0 0 0,-1 1 0 0 0,-14-31 0 0 0,17 44-37 0 0,1 0 0 0 0,-1 0 0 0 0,-1 0 1 0 0,1 0-1 0 0,-1 1 0 0 0,-1 0 0 0 0,1 0 0 0 0,-1 0 0 0 0,0 1 0 0 0,0 0 1 0 0,-1 0-1 0 0,1 0 0 0 0,-1 1 0 0 0,0 0 0 0 0,0 0 0 0 0,-1 1 1 0 0,1 0-1 0 0,-1 0 0 0 0,1 1 0 0 0,-1 0 0 0 0,0 0 0 0 0,0 0 0 0 0,0 1 1 0 0,0 1-1 0 0,0 0 0 0 0,0 0 0 0 0,0 0 0 0 0,0 1 0 0 0,0 0 1 0 0,0 0-1 0 0,0 1 0 0 0,0 0 0 0 0,0 1 0 0 0,1 0 0 0 0,-9 4 0 0 0,0 1-87 0 0,0 1 0 0 0,0 0 0 0 0,1 2 0 0 0,0 0 0 0 0,-18 17 0 0 0,27-22-11 0 0,-1 0-1 0 0,1 1 1 0 0,0 0-1 0 0,0 0 1 0 0,1 1-1 0 0,0-1 0 0 0,1 1 1 0 0,-1 0-1 0 0,2 0 1 0 0,-1 1-1 0 0,1-1 1 0 0,-4 17-1 0 0,7-23 2 0 0,-1 0 0 0 0,1 1-1 0 0,0-1 1 0 0,0 1-1 0 0,0-1 1 0 0,0 1 0 0 0,0-1-1 0 0,0 0 1 0 0,1 1-1 0 0,-1-1 1 0 0,1 1 0 0 0,-1-1-1 0 0,1 0 1 0 0,0 0-1 0 0,0 1 1 0 0,0-1 0 0 0,0 0-1 0 0,1 0 1 0 0,-1 0-1 0 0,3 3 1 0 0,-1-3-36 0 0,0 0 1 0 0,-1 0-1 0 0,1-1 0 0 0,0 1 1 0 0,0-1-1 0 0,0 0 0 0 0,0 1 1 0 0,0-1-1 0 0,0-1 0 0 0,0 1 1 0 0,0 0-1 0 0,0-1 0 0 0,6 1 1 0 0,4-1-45 0 0,0-1 1 0 0,0 0 0 0 0,-1-1-1 0 0,1-1 1 0 0,0 0 0 0 0,19-7-1 0 0,-3-1 287 0 0,0-2-1 0 0,0-1 1 0 0,-2-1-1 0 0,39-28 1 0 0,-56 37 54 0 0,-1-1 0 0 0,0-1 0 0 0,-1 0 1 0 0,0 0-1 0 0,0 0 0 0 0,-1-1 0 0 0,0 0 1 0 0,0-1-1 0 0,-1 0 0 0 0,0 0 1 0 0,-1 0-1 0 0,0 0 0 0 0,-1-1 0 0 0,0 0 1 0 0,4-18-1 0 0,-8 27-154 0 0,1-1 0 0 0,0 1-1 0 0,-1 0 1 0 0,0-1 0 0 0,0 1 0 0 0,1 0 0 0 0,-1-1 0 0 0,-1 1 0 0 0,1 0-1 0 0,0-1 1 0 0,0 1 0 0 0,-1 0 0 0 0,0-1 0 0 0,1 1 0 0 0,-1 0 0 0 0,0 0 0 0 0,0-1-1 0 0,0 1 1 0 0,0 0 0 0 0,-1 0 0 0 0,1 0 0 0 0,0 0 0 0 0,-1 1 0 0 0,0-1-1 0 0,1 0 1 0 0,-1 1 0 0 0,0-1 0 0 0,0 1 0 0 0,0-1 0 0 0,0 1 0 0 0,0 0-1 0 0,0 0 1 0 0,0 0 0 0 0,0 0 0 0 0,0 0 0 0 0,-1 0 0 0 0,1 1 0 0 0,0-1-1 0 0,-1 1 1 0 0,1 0 0 0 0,-4-1 0 0 0,-11 1 234 0 0,0 0-1 0 0,0 2 1 0 0,0-1-1 0 0,-31 9 1 0 0,19-4-146 0 0,-57 3-182 0 0,62-8 35 0 0,-1 2 0 0 0,1 0 0 0 0,-1 1 1 0 0,-30 11-1 0 0,48-12 18 0 0,1 1-1 0 0,-1-1 1 0 0,1 1 0 0 0,0 1 0 0 0,0-1 0 0 0,1 1 0 0 0,-1 0-1 0 0,1 0 1 0 0,0 1 0 0 0,0-1 0 0 0,1 1 0 0 0,-4 7 0 0 0,-7 12-599 0 0,-19 43 1 0 0,33-67 600 0 0,-1 2-101 0 0,1 1 0 0 0,-1 0 0 0 0,1 1 0 0 0,-1-1 0 0 0,1 0 0 0 0,1 0 0 0 0,-1 0 0 0 0,0 1 0 0 0,1-1 0 0 0,0 0 0 0 0,0 1 0 0 0,0-1 0 0 0,2 6 0 0 0,3 5-486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38.643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1835 0 7834 0 0,'-7'4'6'0'0,"1"-1"0"0"0,-1 1 0 0 0,1-1 0 0 0,-1 2 0 0 0,1-1 0 0 0,0 1 1 0 0,1 0-1 0 0,-1 0 0 0 0,1 0 0 0 0,-5 7 0 0 0,-15 14-459 0 0,-311 310-673 0 0,30 34 1637 0 0,25 34-659 0 0,-97 258 76 0 0,369-646 52 0 0,-61 127 114 0 0,6 2 0 0 0,6 3 0 0 0,-76 307 0 0 0,98-278 421 0 0,8 0 0 0 0,-10 360-1 0 0,40-409-346 0 0,5-1 1 0 0,6 0-1 0 0,6-1 0 0 0,5 0 0 0 0,42 126 0 0 0,-36-160-211 0 0,4-2 1 0 0,4-1-1 0 0,5-2 0 0 0,2-2 1 0 0,5-2-1 0 0,61 78 0 0 0,82 69 207 0 0,-153-189-88 0 0,2-2 0 0 0,1-2-1 0 0,61 39 1 0 0,5-9 281 0 0,2-5-1 0 0,3-5 1 0 0,2-5 0 0 0,2-6-1 0 0,2-4 1 0 0,238 49 0 0 0,-288-81-358 0 0,1-2 1 0 0,-1-3-1 0 0,1-4 1 0 0,0-3-1 0 0,0-2 1 0 0,-1-4-1 0 0,1-3 1 0 0,-2-3-1 0 0,0-3 0 0 0,-1-3 1 0 0,-1-2-1 0 0,89-44 1 0 0,85-57 454 0 0,242-163 0 0 0,-170 51 26 0 0,-18-23-312 0 0,-294 257-168 0 0,80-77-150 0 0,99-121-1 0 0,52-104-515 0 0,-156 194 408 0 0,-6-4 0 0 0,67-143 0 0 0,71-259 314 0 0,-178 419 219 0 0,-4-1 0 0 0,-5-1 0 0 0,-4 0 0 0 0,-4-2 1 0 0,-4 1-1 0 0,-5-2 0 0 0,-4 1 0 0 0,-5 0 1 0 0,-4 0-1 0 0,-4 1 0 0 0,-5 0 0 0 0,-4 2 1 0 0,-4 0-1 0 0,-4 1 0 0 0,-51-108 0 0 0,37 110-263 0 0,-3 2-1 0 0,-5 1 1 0 0,-3 4-1 0 0,-4 1 1 0 0,-133-145 0 0 0,83 119 164 0 0,-6 5 1 0 0,-238-171-1 0 0,277 228-76 0 0,-2 4-1 0 0,-1 2 1 0 0,-3 5 0 0 0,-1 3-1 0 0,-2 3 1 0 0,-123-29-1 0 0,104 40-179 0 0,0 4-1 0 0,-187-7 1 0 0,222 25 65 0 0,0 2 1 0 0,0 4 0 0 0,0 2-1 0 0,1 4 1 0 0,-85 25-1 0 0,130-30-217 0 0,1 2-1 0 0,-31 15 1 0 0,-6 14-4142 0 0,15-3-943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39.900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2180 131 17972 0 0,'-17'-17'512'0'0,"-2"-1"1"0"0,-23-15-1 0 0,32 26-1104 0 0,0 1 0 0 0,-1 0 0 0 0,0 0 1 0 0,0 1-1 0 0,-1 1 0 0 0,-21-6 0 0 0,6 4 449 0 0,1 1 0 0 0,-1 2 0 0 0,0 0 0 0 0,0 1 0 0 0,0 2 0 0 0,0 1 0 0 0,0 1 0 0 0,0 1 0 0 0,1 2 0 0 0,-1 0 0 0 0,1 2 0 0 0,0 1 0 0 0,0 1 0 0 0,1 1-1 0 0,-45 26 1 0 0,16-4 133 0 0,2 3 0 0 0,1 3-1 0 0,3 1 1 0 0,-58 60 0 0 0,35-23 94 0 0,-110 155 1 0 0,62-58-118 0 0,8 6 0 0 0,-118 256 0 0 0,-84 360-984 0 0,263-635 1143 0 0,6 2 0 0 0,8 2 0 0 0,-23 260 0 0 0,50-290 379 0 0,6-1-1 0 0,6 1 1 0 0,6-1 0 0 0,50 258 0 0 0,-35-296-391 0 0,5-2 0 0 0,3-1 0 0 0,4-1 0 0 0,4-2 0 0 0,4-1 0 0 0,4-3-1 0 0,4-2 1 0 0,3-2 0 0 0,76 85 0 0 0,-82-113-272 0 0,3-2 0 0 0,99 75 0 0 0,136 61-452 0 0,-218-149 428 0 0,2-3-1 0 0,1-3 1 0 0,2-4 0 0 0,109 28-1 0 0,-79-33 446 0 0,0-5-1 0 0,188 9 1 0 0,-129-25 589 0 0,186-22 1 0 0,151-52 991 0 0,-258 24-708 0 0,335-114 0 0 0,-404 100-736 0 0,-3-8 1 0 0,255-145 0 0 0,-275 121-288 0 0,-4-6 1 0 0,-5-6 0 0 0,136-133-1 0 0,-129 92-10 0 0,169-215-1 0 0,-220 233-175 0 0,-6-4 0 0 0,-5-4 0 0 0,89-196 1 0 0,-140 255-11 0 0,-4-2 0 0 0,28-107 0 0 0,-45 130 91 0 0,-3 0-1 0 0,-3-1 1 0 0,-2 0 0 0 0,-2-75-1 0 0,-8 51-6 0 0,-3 0 0 0 0,-4 0-1 0 0,-4 1 1 0 0,-3 1 0 0 0,-3 0-1 0 0,-4 2 1 0 0,-3 0 0 0 0,-4 2 0 0 0,-3 2-1 0 0,-3 1 1 0 0,-3 2 0 0 0,-77-100-1 0 0,81 127-106 0 0,-2 1 0 0 0,-2 2-1 0 0,-2 2 1 0 0,-2 1-1 0 0,-1 3 1 0 0,-61-36-1 0 0,18 20-190 0 0,-3 4 0 0 0,-159-58 0 0 0,-123-2-141 0 0,-9 30 268 0 0,326 66 165 0 0,-120-21-1316 0 0,-286-15 0 0 0,436 47 429 0 0,0 0-1 0 0,-46 8 1 0 0,21 3-4525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40.855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1221 441 8754 0 0,'-85'-63'561'0'0,"-120"-78"-429"0"0,182 127-76 0 0,-1 2 0 0 0,0 0 0 0 0,-1 2 0 0 0,0 1 0 0 0,-1 1 0 0 0,0 1 0 0 0,-27-4 0 0 0,38 9-25 0 0,0 1 0 0 0,0 1 0 0 0,0 0 0 0 0,0 1-1 0 0,0 1 1 0 0,0 0 0 0 0,0 1 0 0 0,1 0 0 0 0,-23 10-1 0 0,17-5 57 0 0,0 2 0 0 0,1 0 0 0 0,0 1 0 0 0,1 1 0 0 0,-33 27 0 0 0,12 0 55 0 0,1 1 0 0 0,1 2 0 0 0,3 1 0 0 0,-38 64-1 0 0,48-66-113 0 0,1 2 0 0 0,3 1-1 0 0,1 0 1 0 0,2 1-1 0 0,3 1 1 0 0,1 1 0 0 0,2 0-1 0 0,3 1 1 0 0,-4 64 0 0 0,7 23 98 0 0,5 0 1 0 0,20 143 0 0 0,6-55-204 0 0,10-3 1 0 0,90 308 0 0 0,-68-345-256 0 0,8-2 1 0 0,8-4-1 0 0,111 194 1 0 0,-106-238 454 0 0,104 135 1 0 0,-116-184 87 0 0,2-3 1 0 0,119 107 0 0 0,-134-143 13 0 0,1-2 0 0 0,2-3 0 0 0,2-2 1 0 0,2-3-1 0 0,111 47 0 0 0,-93-52-81 0 0,1-4 1 0 0,0-3-1 0 0,2-4 1 0 0,112 12 0 0 0,-84-21 145 0 0,1-6 1 0 0,206-17 0 0 0,-180-4 609 0 0,254-66-1 0 0,-217 30 338 0 0,-1-7 0 0 0,281-141 0 0 0,-301 119-926 0 0,-4-6 0 0 0,-3-7 0 0 0,-6-7 0 0 0,201-185 0 0 0,-110 55-39 0 0,-180 175-176 0 0,-3-2 0 0 0,52-84 0 0 0,-43 49-62 0 0,-5-2 0 0 0,-3-2 1 0 0,-5-3-1 0 0,-4-1 0 0 0,-5-2 0 0 0,23-116 1 0 0,-47 154-26 0 0,-4-1 0 0 0,-2 0-1 0 0,-4 0 1 0 0,-2 0 0 0 0,-3 0 0 0 0,-3 0 0 0 0,-3 1 0 0 0,-27-96 0 0 0,6 59-25 0 0,-5 1 1 0 0,-4 2-1 0 0,-4 2 1 0 0,-88-143-1 0 0,90 178 79 0 0,-2 2-1 0 0,-2 1 1 0 0,-4 3-1 0 0,-105-95 1 0 0,84 92-19 0 0,-4 3 0 0 0,-1 4 0 0 0,-132-68 0 0 0,113 76-39 0 0,-2 5 1 0 0,-1 4-1 0 0,-3 4 1 0 0,0 5-1 0 0,-2 4 1 0 0,0 4-1 0 0,-170-7 1 0 0,111 21-127 0 0,0 8-1 0 0,0 8 1 0 0,1 6-1 0 0,-195 46 1 0 0,213-29-453 0 0,2 6 0 0 0,-167 72 0 0 0,69 4-5450 0 0,106-40-185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42.118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2261 1 6449 0 0,'-48'21'264'0'0,"2"2"-1"0"0,0 2 1 0 0,-56 42 0 0 0,78-51-204 0 0,-107 77 285 0 0,4 5 0 0 0,-164 163 0 0 0,215-180 115 0 0,-115 160 0 0 0,-40 108 152 0 0,227-343-606 0 0,-123 209 243 0 0,-159 369-1 0 0,238-474-252 0 0,-164 428-72 0 0,149-307-53 0 0,-33 242 0 0 0,10 244-34 0 0,60-131-186 0 0,29-444 8 0 0,7-1 0 0 0,31 162 0 0 0,-30-248 191 0 0,3 0 0 0 0,2-1 0 0 0,2 0 1 0 0,33 65-1 0 0,-31-82 177 0 0,1 0 0 0 0,1-2 0 0 0,3 0 0 0 0,0-2 0 0 0,2-1 1 0 0,46 42-1 0 0,-8-18 318 0 0,2-4 1 0 0,3-3 0 0 0,1-2 0 0 0,3-4-1 0 0,1-4 1 0 0,3-2 0 0 0,0-4 0 0 0,93 26-1 0 0,-49-26-49 0 0,1-5-1 0 0,1-5 0 0 0,0-6 0 0 0,239 3 0 0 0,-135-28-103 0 0,-1-10-1 0 0,-1-10 1 0 0,283-72-1 0 0,-346 59 584 0 0,-1-7 0 0 0,-3-7-1 0 0,301-149 1 0 0,292-236 1319 0 0,-498 275-1359 0 0,295-248 0 0 0,-432 311-716 0 0,-4-6 0 0 0,136-166 0 0 0,-173 176 42 0 0,-5-3-1 0 0,-3-3 0 0 0,79-167 0 0 0,-122 216 63 0 0,-2-2-1 0 0,-3 0 0 0 0,-3-1 0 0 0,-2-1 0 0 0,-2 0 0 0 0,8-117 0 0 0,-19 123-4 0 0,-3 0-1 0 0,-2 1 0 0 0,-2-1 1 0 0,-3 1-1 0 0,-1 0 0 0 0,-3 1 1 0 0,-3 0-1 0 0,-25-60 0 0 0,-6 10-104 0 0,-4 2 0 0 0,-4 3-1 0 0,-5 2 1 0 0,-4 3 0 0 0,-3 3-1 0 0,-5 2 1 0 0,-3 4 0 0 0,-3 3-1 0 0,-108-84 1 0 0,-500-328-370 0 0,474 364 522 0 0,-321-142 0 0 0,400 216-151 0 0,-2 5 0 0 0,-1 7 0 0 0,-3 5 0 0 0,-1 6-1 0 0,-1 7 1 0 0,-1 5 0 0 0,-1 7 0 0 0,-284 14 0 0 0,348 5-561 0 0,-1 2 0 0 0,-88 25 0 0 0,60-5-84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0.6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1646 857 6913 0 0,'-32'17'-1035'0'0,"29"-14"841"0"0,0-1 1 0 0,-1 0-1 0 0,1 0 1 0 0,-1 0-1 0 0,0 0 1 0 0,0 0-1 0 0,0-1 1 0 0,0 0-1 0 0,0 0 0 0 0,-7 1 1 0 0,11-2 193 0 0,0 0 1 0 0,-1 0-1 0 0,1 0 1 0 0,0 0-1 0 0,-1 0 1 0 0,1 0-1 0 0,0 0 1 0 0,-1 0 0 0 0,1 0-1 0 0,0 0 1 0 0,-1 0-1 0 0,1 0 1 0 0,0-1-1 0 0,-1 1 1 0 0,1 0-1 0 0,0 0 1 0 0,0 0-1 0 0,-1 0 1 0 0,1-1-1 0 0,0 1 1 0 0,0 0-1 0 0,-1 0 1 0 0,1-1-1 0 0,0 1 1 0 0,0 0-1 0 0,0-1 1 0 0,-1 1-1 0 0,1 0 1 0 0,0 0-1 0 0,0-1 1 0 0,0 1 0 0 0,0 0-1 0 0,0-1 1 0 0,0 1-1 0 0,0-1 1 0 0,2-15 2 0 0,13-13-5 0 0,2 8-18 0 0,1 1 1 0 0,38-33-1 0 0,8-9 15 0 0,25-37-109 0 0,-16 15 474 0 0,164-145-1 0 0,-190 195-20 0 0,-29 21-214 0 0,0 0 1 0 0,-1-1-1 0 0,-1-1 0 0 0,0 0 1 0 0,19-25-1 0 0,-34 39-118 0 0,-1 1-1 0 0,0 0 1 0 0,1 0-1 0 0,-1-1 1 0 0,0 1-1 0 0,0 0 1 0 0,1-1-1 0 0,-1 1 1 0 0,0 0-1 0 0,0-1 1 0 0,1 1-1 0 0,-1 0 1 0 0,0-1-1 0 0,0 1 1 0 0,0 0-1 0 0,0-1 1 0 0,0 1-1 0 0,1-1 1 0 0,-1 1 0 0 0,0 0-1 0 0,0-1 1 0 0,0 1-1 0 0,0-1 1 0 0,0 1-1 0 0,0 0 1 0 0,0-1-1 0 0,-1 1 1 0 0,1-1-1 0 0,0 1 1 0 0,0 0-1 0 0,0-1 1 0 0,0 0-1 0 0,-13 3 189 0 0,-18 13 426 0 0,-11 12-197 0 0,1 1 1 0 0,1 2-1 0 0,2 2 0 0 0,1 2 0 0 0,2 1 0 0 0,1 2 1 0 0,2 1-1 0 0,-30 47 0 0 0,-13 26 150 0 0,-122 172 619 0 0,-83 147-82 0 0,42 23 161 0 0,195-366-879 0 0,-126 278 727 0 0,122-245-1038 0 0,-177 410-868 0 0,166-433 912 0 0,15-26-110 0 0,42-70-19 0 0,1-1-1 0 0,-1 0 0 0 0,1 1 0 0 0,0-1 0 0 0,-1 1 1 0 0,1-1-1 0 0,0 1 0 0 0,-1-1 0 0 0,1 1 1 0 0,0-1-1 0 0,0 1 0 0 0,-1 0 0 0 0,1-1 0 0 0,0 1 1 0 0,0-1-1 0 0,0 1 0 0 0,0 0 0 0 0,0-1 1 0 0,0 1-1 0 0,0-1 0 0 0,0 1 0 0 0,0 0 1 0 0,0-1-1 0 0,0 1 0 0 0,0 0 0 0 0,0-1 0 0 0,0 1 1 0 0,1 0-1 0 0,14-7 6 0 0,21-22-331 0 0,-5-5-248 0 0,-2-1-1 0 0,45-67 1 0 0,37-87-126 0 0,-48 76 323 0 0,188-292-363 0 0,-21 33 666 0 0,72-94 545 0 0,6-50-30 0 0,-223 362-389 0 0,-80 144-49 0 0,79-147 0 0 0,-68 123 0 0 0,-2 0 0 0 0,18-64 0 0 0,-32 95 6 0 0,1-1 1 0 0,-1 1 0 0 0,1 0 0 0 0,-1 0 0 0 0,0-1 0 0 0,1 1 0 0 0,-1 0 0 0 0,-1-1-1 0 0,1 1 1 0 0,0 0 0 0 0,0 0 0 0 0,-1-1 0 0 0,1 1 0 0 0,-3-4 0 0 0,3 5 4 0 0,-1 0 0 0 0,0 0 1 0 0,1 0-1 0 0,-1 0 0 0 0,0 0 0 0 0,0 1 1 0 0,0-1-1 0 0,0 0 0 0 0,0 0 1 0 0,0 1-1 0 0,0-1 0 0 0,0 1 0 0 0,0-1 1 0 0,0 1-1 0 0,0-1 0 0 0,0 1 1 0 0,0 0-1 0 0,0-1 0 0 0,-1 1 0 0 0,-1 0 1 0 0,-2 0 22 0 0,0 0 0 0 0,0 1 0 0 0,1 0 0 0 0,-1 0 0 0 0,0 0 1 0 0,0 0-1 0 0,1 1 0 0 0,-1 0 0 0 0,1 0 0 0 0,0 0 0 0 0,-1 0 1 0 0,-4 4-1 0 0,-15 12-114 0 0,0 1 1 0 0,2 1 0 0 0,1 2-1 0 0,-28 32 1 0 0,-67 105-695 0 0,59-77 503 0 0,-105 132 117 0 0,-52 73 251 0 0,-222 382 157 0 0,342-522-196 0 0,-64 111 24 0 0,-86 128 68 0 0,142-230 722 0 0,8 3 0 0 0,6 4-1 0 0,-114 301 1 0 0,201-460-891 0 0,0-1 0 0 0,-1 1 0 0 0,1-1 0 0 0,1 1 0 0 0,-1 0 0 0 0,1-1 0 0 0,-1 5 0 0 0,1-8 12 0 0,0 0 0 0 0,0 1 1 0 0,0-1-1 0 0,0 0 1 0 0,0 0-1 0 0,0 0 0 0 0,0 1 1 0 0,0-1-1 0 0,0 0 0 0 0,0 0 1 0 0,1 0-1 0 0,-1 1 0 0 0,0-1 1 0 0,0 0-1 0 0,0 0 0 0 0,0 0 1 0 0,0 1-1 0 0,0-1 0 0 0,0 0 1 0 0,1 0-1 0 0,-1 0 1 0 0,0 0-1 0 0,0 0 0 0 0,0 0 1 0 0,1 1-1 0 0,-1-1 0 0 0,0 0 1 0 0,0 0-1 0 0,0 0 0 0 0,0 0 1 0 0,1 0-1 0 0,-1 0 0 0 0,0 0 1 0 0,0 0-1 0 0,0 0 0 0 0,1 0 1 0 0,-1 0-1 0 0,0 0 1 0 0,0 0-1 0 0,1 0 0 0 0,16-11-308 0 0,2-8 195 0 0,0-1 0 0 0,-1 0 0 0 0,28-44 0 0 0,38-80 583 0 0,-48 80-134 0 0,172-274 478 0 0,17-30-520 0 0,-64 66-198 0 0,32-57-85 0 0,11-6-76 0 0,218-355 141 0 0,-294 513-69 0 0,115-255 0 0 0,-237 450-12 0 0,-2 5-2 0 0,1-1 0 0 0,-2 0 0 0 0,1 0-1 0 0,-1 0 1 0 0,-1 0 0 0 0,1 0 0 0 0,-1-1-1 0 0,-1 1 1 0 0,2-18 0 0 0,-3 26 1 0 0,0-1 1 0 0,0 0-1 0 0,-1 0 0 0 0,1 1 1 0 0,0-1-1 0 0,0 0 0 0 0,0 0 1 0 0,0 1-1 0 0,-1-1 1 0 0,1 0-1 0 0,0 1 0 0 0,-1-1 1 0 0,1 0-1 0 0,0 1 0 0 0,-1-1 1 0 0,1 0-1 0 0,-1 1 1 0 0,1-1-1 0 0,-1 1 0 0 0,1-1 1 0 0,-1 1-1 0 0,0-1 0 0 0,1 1 1 0 0,-1-1-1 0 0,1 1 1 0 0,-1 0-1 0 0,0-1 0 0 0,1 1 1 0 0,-1 0-1 0 0,0 0 0 0 0,0 0 1 0 0,1-1-1 0 0,-1 1 1 0 0,0 0-1 0 0,0 0 0 0 0,1 0 1 0 0,-1 0-1 0 0,0 0 0 0 0,0 0 1 0 0,1 0-1 0 0,-1 0 1 0 0,0 1-1 0 0,0-1 0 0 0,1 0 1 0 0,-1 0-1 0 0,0 1 0 0 0,1-1 1 0 0,-1 0-1 0 0,0 1 1 0 0,1-1-1 0 0,-2 1 0 0 0,-4 2-28 0 0,1 0 0 0 0,0 1 0 0 0,-1-1 0 0 0,-7 9 0 0 0,-22 24-147 0 0,2 2-1 0 0,1 1 0 0 0,3 2 0 0 0,-25 44 1 0 0,28-45 51 0 0,-59 95-219 0 0,-106 158 40 0 0,-19 30 114 0 0,-48 69 607 0 0,-21 40 1839 0 0,23 13-279 0 0,229-397-1835 0 0,-71 137-204 0 0,43-58-4554 0 0,20-30-1109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1.5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2144 4 10138 0 0,'-3'-1'28'0'0,"0"0"0"0"0,0 1 0 0 0,0-1 0 0 0,1 1 0 0 0,-1-1 0 0 0,0 1-1 0 0,0 0 1 0 0,0 1 0 0 0,0-1 0 0 0,1 0 0 0 0,-1 1 0 0 0,0-1 0 0 0,0 1 0 0 0,1 0 0 0 0,-1 0 0 0 0,0 0 0 0 0,1 0-1 0 0,-1 1 1 0 0,1-1 0 0 0,-1 1 0 0 0,1-1 0 0 0,-3 4 0 0 0,-7 5-201 0 0,1 1 0 0 0,0 0-1 0 0,-10 13 1 0 0,2-2 546 0 0,-112 121-217 0 0,6 5 1 0 0,-203 318 0 0 0,-10 88-317 0 0,214-333 140 0 0,-86 133-24 0 0,-17-25-208 0 0,355-553-1749 0 0,-54 88 2086 0 0,44-76 648 0 0,-19 31-88 0 0,131-180 0 0 0,-175 287-530 0 0,390-493 611 0 0,-403 521-672 0 0,211-256 126 0 0,-247 293-139 0 0,23-33 174 0 0,-27 38-117 0 0,0 1 1 0 0,-1 0-1 0 0,1-1 0 0 0,-1 1 0 0 0,0 0 0 0 0,0-1 0 0 0,0 0 0 0 0,0 1 0 0 0,0-1 0 0 0,0-6 0 0 0,-1 9-70 0 0,-1 0 1 0 0,1 1 0 0 0,0-1-1 0 0,0 1 1 0 0,0-1 0 0 0,0 0-1 0 0,0 1 1 0 0,-1-1-1 0 0,1 1 1 0 0,0-1 0 0 0,-1 1-1 0 0,1-1 1 0 0,0 1 0 0 0,-1-1-1 0 0,1 1 1 0 0,0-1-1 0 0,-1 1 1 0 0,1 0 0 0 0,-1-1-1 0 0,1 1 1 0 0,-1 0 0 0 0,1-1-1 0 0,-1 1 1 0 0,1 0-1 0 0,-1-1 1 0 0,1 1 0 0 0,-1 0-1 0 0,1 0 1 0 0,-1 0 0 0 0,0 0-1 0 0,1-1 1 0 0,-1 1 0 0 0,1 0-1 0 0,-1 0 1 0 0,0 0-1 0 0,1 0 1 0 0,-1 0 0 0 0,1 0-1 0 0,-1 1 1 0 0,0-1 0 0 0,1 0-1 0 0,-1 0 1 0 0,1 0-1 0 0,-1 1 1 0 0,1-1 0 0 0,-1 0-1 0 0,1 0 1 0 0,-1 1 0 0 0,0 0-1 0 0,-29 16 448 0 0,-47 45-826 0 0,2 4 1 0 0,-87 98 0 0 0,-115 167-1112 0 0,155-181 1399 0 0,-316 441 802 0 0,351-468-392 0 0,-46 59 203 0 0,-100 149 713 0 0,-5 26-244 0 0,195-294-798 0 0,28-42-130 0 0,1 1 0 0 0,1 0 0 0 0,-19 44 0 0 0,32-66-92 0 0,0 1 0 0 0,-1-1 0 0 0,1 1 0 0 0,0 0 0 0 0,0-1 0 0 0,-1 1 0 0 0,1 0 0 0 0,0-1 0 0 0,0 1 0 0 0,0-1 0 0 0,0 1 0 0 0,0 0 0 0 0,0-1 0 0 0,0 1 0 0 0,0 0 0 0 0,0-1 0 0 0,0 1 0 0 0,0 0 0 0 0,0-1 0 0 0,1 1 0 0 0,-1 0 0 0 0,0-1 0 0 0,1 2 0 0 0,11-4 0 0 0,19-18 0 0 0,35-38-129 0 0,-2-2-1 0 0,59-72 1 0 0,103-149-506 0 0,-131 160 483 0 0,-58 74 55 0 0,285-374-753 0 0,28-36-242 0 0,-183 245 465 0 0,-42 63-543 0 0,-70 96 227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2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1289 141 7370 0 0,'3'-2'50'0'0,"0"0"0"0"0,0 0 0 0 0,-1 0 0 0 0,1 0 0 0 0,-1-1 0 0 0,1 1 0 0 0,-1-1 0 0 0,0 0-1 0 0,0 0 1 0 0,0 0 0 0 0,0 0 0 0 0,0 0 0 0 0,-1 0 0 0 0,1 0 0 0 0,-1 0 0 0 0,0-1 0 0 0,1-6 0 0 0,-2 8 31 0 0,0 0 0 0 0,0-1 0 0 0,0 1-1 0 0,0-1 1 0 0,-1 1 0 0 0,1 0-1 0 0,-1-1 1 0 0,0 1 0 0 0,0 0 0 0 0,1 0-1 0 0,-2 0 1 0 0,1-1 0 0 0,0 1 0 0 0,0 0-1 0 0,-1 0 1 0 0,1 1 0 0 0,-1-1-1 0 0,1 0 1 0 0,-1 0 0 0 0,0 1 0 0 0,0-1-1 0 0,1 1 1 0 0,-1-1 0 0 0,0 1-1 0 0,-1 0 1 0 0,-3-2 0 0 0,-7-3-1 0 0,0 1 0 0 0,0 1-1 0 0,-1 0 1 0 0,0 1 0 0 0,0 0 0 0 0,0 1 0 0 0,0 0 0 0 0,0 1 0 0 0,0 1-1 0 0,0 0 1 0 0,-15 3 0 0 0,-5 1-294 0 0,1 2-1 0 0,0 2 0 0 0,-47 16 1 0 0,58-16 222 0 0,1 1 0 0 0,0 1 0 0 0,1 1 0 0 0,0 1 0 0 0,0 0 0 0 0,1 2 1 0 0,1 0-1 0 0,-27 27 0 0 0,22-15 403 0 0,0 1-1 0 0,2 1 1 0 0,1 1 0 0 0,-32 62 0 0 0,-31 67 39 0 0,-123 265-1295 0 0,39 56 287 0 0,126-329 974 0 0,-29 194 0 0 0,64-303-317 0 0,1 0 0 0 0,2 0 0 0 0,2 0 0 0 0,6 62-1 0 0,4-76-373 0 0,-9-26 252 0 0,1 0-1 0 0,-1 0 0 0 0,1-1 0 0 0,-1 1 0 0 0,1-1 1 0 0,-1 1-1 0 0,1 0 0 0 0,0-1 0 0 0,-1 1 0 0 0,1-1 1 0 0,0 1-1 0 0,-1-1 0 0 0,1 0 0 0 0,0 1 0 0 0,0-1 1 0 0,-1 0-1 0 0,1 1 0 0 0,0-1 0 0 0,1 0 0 0 0,1 0-17 0 0,-1-1 1 0 0,1 1-1 0 0,-1-1 0 0 0,0 0 0 0 0,1 0 0 0 0,-1 0 0 0 0,0 0 0 0 0,0 0 0 0 0,0 0 0 0 0,0-1 0 0 0,0 1 0 0 0,0-1 0 0 0,0 1 0 0 0,0-1 0 0 0,0 0 0 0 0,-1 0 0 0 0,3-3 0 0 0,16-19-102 0 0,-1-2 0 0 0,-1 0 1 0 0,17-33-1 0 0,39-91 689 0 0,-51 100-470 0 0,47-108-555 0 0,-7-4 0 0 0,-8-2 1 0 0,-6-2-1 0 0,35-227 0 0 0,-52 214 433 0 0,-4 31 261 0 0,13-217 0 0 0,-40 359-117 0 0,-3-60 628 0 0,2 63-562 0 0,0-1 1 0 0,-1 0-1 0 0,1 1 1 0 0,-1-1-1 0 0,0 1 1 0 0,-1-1-1 0 0,1 1 1 0 0,0-1-1 0 0,-1 1 1 0 0,0 0-1 0 0,0 0 1 0 0,0 0-1 0 0,0 0 1 0 0,-5-5-1 0 0,6 7-66 0 0,0 1-1 0 0,0-1 0 0 0,-1 0 1 0 0,1 1-1 0 0,-1-1 0 0 0,1 1 1 0 0,-1 0-1 0 0,1 0 0 0 0,0-1 1 0 0,-1 1-1 0 0,1 0 0 0 0,-1 0 0 0 0,1 0 1 0 0,-1 1-1 0 0,1-1 0 0 0,-1 0 1 0 0,1 0-1 0 0,-1 1 0 0 0,1-1 1 0 0,0 1-1 0 0,-1-1 0 0 0,1 1 1 0 0,0 0-1 0 0,-1-1 0 0 0,1 1 0 0 0,0 0 1 0 0,0 0-1 0 0,0 0 0 0 0,0 0 1 0 0,-2 2-1 0 0,-34 36 1175 0 0,33-34-1121 0 0,-34 45-276 0 0,2 2 0 0 0,3 2 0 0 0,1 1 0 0 0,4 1-1 0 0,-34 92 1 0 0,13-2-173 0 0,-34 168 0 0 0,-62 458 389 0 0,77 13 1137 0 0,73-329-772 0 0,3-339-499 0 0,44 217-1 0 0,-52-331 9 0 0,1 3-105 0 0,0-1-1 0 0,0 0 1 0 0,1 0-1 0 0,-1 0 1 0 0,1 0-1 0 0,0-1 1 0 0,1 1-1 0 0,-1 0 1 0 0,1-1 0 0 0,5 8-1 0 0,-8-12 91 0 0,1 0-1 0 0,-1 0 1 0 0,1 0-1 0 0,-1 0 1 0 0,1 0-1 0 0,-1 0 1 0 0,1 0-1 0 0,-1 0 1 0 0,1 0-1 0 0,-1 0 1 0 0,1 0-1 0 0,-1 0 1 0 0,0-1 0 0 0,1 1-1 0 0,-1 0 1 0 0,1 0-1 0 0,-1 0 1 0 0,1-1-1 0 0,-1 1 1 0 0,0 0-1 0 0,1 0 1 0 0,-1-1-1 0 0,1 0-151 0 0,0 0 152 0 0,-1 1-1 0 0,0 0 1 0 0,0-1-1 0 0,1 1 1 0 0,-1-1 0 0 0,0 1-1 0 0,0 0 1 0 0,0-1-1 0 0,0 1 1 0 0,0-1-1 0 0,1 1 1 0 0,-1-1-1 0 0,0 0 1 0 0,8-24-581 0 0,-7 24 577 0 0,32-142-82 0 0,18-176-1 0 0,-34 194-251 0 0,77-442-1249 0 0,46 10 69 0 0,-24 109 1231 0 0,-101 359 412 0 0,-3 0-1 0 0,-4-1 1 0 0,-4-100-1 0 0,-6 162 119 0 0,-7-44 0 0 0,7 62-49 0 0,0 1 1 0 0,0-1-1 0 0,-1 1 1 0 0,-1 0 0 0 0,0 0-1 0 0,0 0 1 0 0,0 1 0 0 0,-8-10-1 0 0,11 16-116 0 0,-1 0-1 0 0,0 0 0 0 0,0 0 1 0 0,1 0-1 0 0,-2 0 0 0 0,1 0 1 0 0,0 1-1 0 0,0-1 1 0 0,0 1-1 0 0,-1-1 0 0 0,1 1 1 0 0,-1 0-1 0 0,1 0 0 0 0,-1 0 1 0 0,1 0-1 0 0,-1 1 0 0 0,0-1 1 0 0,-4 0-1 0 0,2 1-8 0 0,0 0-1 0 0,1 1 1 0 0,-1 0-1 0 0,1-1 1 0 0,-1 2-1 0 0,1-1 1 0 0,-1 0-1 0 0,1 1 1 0 0,0 0 0 0 0,-6 3-1 0 0,-1 2 86 0 0,0 0-1 0 0,0 1 1 0 0,0 1-1 0 0,1 0 1 0 0,0 0-1 0 0,-14 19 1 0 0,8-5-12 0 0,2 0 0 0 0,0 0 0 0 0,2 2 0 0 0,0-1 0 0 0,2 2 0 0 0,1-1 0 0 0,-7 30 0 0 0,-28 190 172 0 0,32-138-167 0 0,5 0 1 0 0,4 1-1 0 0,5 0 1 0 0,5 0-1 0 0,5-1 1 0 0,4-1-1 0 0,5 0 1 0 0,5-1-1 0 0,4-2 1 0 0,55 126-1 0 0,87 204 429 0 0,-83-204-478 0 0,-85-219-5 0 0,-2-3 30 0 0,0 0-1 0 0,1 1 0 0 0,0-1 1 0 0,1-1-1 0 0,-1 1 1 0 0,1 0-1 0 0,0-1 0 0 0,1 0 1 0 0,0 0-1 0 0,0 0 0 0 0,10 9 1 0 0,-14-15-42 0 0,0 0 0 0 0,0 1 1 0 0,-1-1-1 0 0,1 0 0 0 0,0 0 1 0 0,0 0-1 0 0,0 0 0 0 0,0 0 1 0 0,0 0-1 0 0,0 0 0 0 0,0 0 1 0 0,0 0-1 0 0,0 0 0 0 0,-1 0 1 0 0,1 0-1 0 0,0-1 0 0 0,0 1 1 0 0,0 0-1 0 0,0-1 0 0 0,0 1 1 0 0,-1 0-1 0 0,1-1 0 0 0,0 1 1 0 0,0-1-1 0 0,-1 0 0 0 0,1 1 1 0 0,0-1-1 0 0,-1 0 0 0 0,1 1 1 0 0,0-1-1 0 0,-1 0 0 0 0,1 0 1 0 0,-1 1-1 0 0,1-1 0 0 0,-1 0 1 0 0,0 0-1 0 0,1-1 0 0 0,13-34 646 0 0,-5-3-202 0 0,-2 0 0 0 0,5-81 0 0 0,-13-84-75 0 0,0 155-382 0 0,-32-574-1414 0 0,-18 212-2312 0 0,48 393 3360 0 0,0-5-617 0 0,-1 0 1 0 0,-2 0-1 0 0,-14-42 1 0 0,19 64 849 0 0,1 0 0 0 0,0 0-1 0 0,0 0 1 0 0,-1 0 0 0 0,1 0 0 0 0,-1 0 0 0 0,1 0 0 0 0,-1 0-1 0 0,1 0 1 0 0,-1 1 0 0 0,1-1 0 0 0,-9-6-1152 0 0,8 7 1152 0 0,-1-1 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4.2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2009 444 9674 0 0,'0'0'32'0'0,"0"0"0"0"0,0-1-1 0 0,0 1 1 0 0,0 0 0 0 0,0-1 0 0 0,0 1-1 0 0,0 0 1 0 0,0 0 0 0 0,0-1 0 0 0,0 1-1 0 0,0 0 1 0 0,0-1 0 0 0,0 1 0 0 0,0 0 0 0 0,0 0-1 0 0,-1-1 1 0 0,1 1 0 0 0,-1-2 222 0 0,1 2-222 0 0,-1 0-1 0 0,1 0 1 0 0,0 0 0 0 0,0 0 0 0 0,-1-1-1 0 0,1 1 1 0 0,0 0 0 0 0,0 0 0 0 0,-1 0 0 0 0,1 0-1 0 0,0 0 1 0 0,-1 0 0 0 0,1 0 0 0 0,-15 5 484 0 0,-15 18 99 0 0,-48 54-16 0 0,-104 134 0 0 0,124-140-555 0 0,-372 518-1583 0 0,269-358 1370 0 0,-186 321-232 0 0,320-507 576 0 0,-23 41 819 0 0,-48 112 1 0 0,84-164-918 0 0,1 1 1 0 0,2 1-1 0 0,1 0 1 0 0,2 0-1 0 0,1 1 0 0 0,-3 56 1 0 0,10-88-116 0 0,0 0 0 0 0,0-1 0 0 0,1 1 0 0 0,-1 0 0 0 0,1 0 0 0 0,0 0 0 0 0,0-1 0 0 0,1 1 0 0 0,2 7 0 0 0,-3-11 15 0 0,0 0 0 0 0,0 0 0 0 0,0 0 0 0 0,-1 0 0 0 0,1 0 0 0 0,0 0-1 0 0,1 0 1 0 0,-1 0 0 0 0,0-1 0 0 0,0 1 0 0 0,0 0 0 0 0,0 0 0 0 0,1-1-1 0 0,-1 1 1 0 0,0-1 0 0 0,1 1 0 0 0,-1-1 0 0 0,0 0 0 0 0,1 0 0 0 0,-1 1-1 0 0,0-1 1 0 0,1 0 0 0 0,-1 0 0 0 0,0 0 0 0 0,1 0 0 0 0,-1-1 0 0 0,1 1-1 0 0,-1 0 1 0 0,0 0 0 0 0,1-1 0 0 0,-1 1 0 0 0,0-1 0 0 0,0 1 0 0 0,1-1-1 0 0,-1 0 1 0 0,0 0 0 0 0,2-1 0 0 0,10-5-24 0 0,-1-1 1 0 0,0 0-1 0 0,0-1 0 0 0,-1-1 1 0 0,16-16-1 0 0,46-58 467 0 0,-22 16 120 0 0,79-140 1 0 0,21-88-150 0 0,-70 132-408 0 0,62-127 17 0 0,108-204-19 0 0,40 32-331 0 0,-118 201 279 0 0,-94 139 100 0 0,103-176 1137 0 0,-179 294-1056 0 0,-1 0 0 0 0,1 0 0 0 0,-1 0 0 0 0,0-1 0 0 0,0 1-1 0 0,-1-1 1 0 0,2-8 0 0 0,-3 13-90 0 0,0 1-1 0 0,0-1 0 0 0,0 0 0 0 0,0 0 1 0 0,0 0-1 0 0,0 1 0 0 0,0-1 0 0 0,0 0 1 0 0,-1 0-1 0 0,1 1 0 0 0,0-1 0 0 0,-1 0 1 0 0,1 0-1 0 0,0 1 0 0 0,-1-1 0 0 0,1 0 1 0 0,-1 1-1 0 0,1-1 0 0 0,-1 1 0 0 0,1-1 1 0 0,-1 1-1 0 0,1-1 0 0 0,-2 0 1 0 0,0 0-6 0 0,0 0 1 0 0,0 1 0 0 0,0-1 0 0 0,0 1 0 0 0,1 0 0 0 0,-1 0 0 0 0,0-1 0 0 0,0 1 0 0 0,0 1 0 0 0,0-1 0 0 0,0 0 0 0 0,0 0 0 0 0,0 1 0 0 0,-2 0 0 0 0,-7 2 17 0 0,1 0 0 0 0,0 1 0 0 0,0 1 0 0 0,0 0 0 0 0,0 0 0 0 0,1 1 0 0 0,0 0 0 0 0,0 0 0 0 0,-10 11-1 0 0,-10 11 34 0 0,-29 35 0 0 0,49-53-50 0 0,-300 354-25 0 0,-183 280-297 0 0,402-519 208 0 0,-250 384 11 0 0,168-240 152 0 0,-115 195 224 0 0,247-392-252 0 0,-96 184 246 0 0,107-193-101 0 0,2 1 0 0 0,-20 77 0 0 0,44-131-191 0 0,1 0-1 0 0,0 0 1 0 0,0 0-1 0 0,1 0 1 0 0,0 1-1 0 0,1-1 1 0 0,0 0-1 0 0,3 13 1 0 0,-3-20-32 0 0,0-1 0 0 0,1 0 1 0 0,0 0-1 0 0,0 1 1 0 0,0-1-1 0 0,0 0 0 0 0,0 0 1 0 0,0 0-1 0 0,0 0 1 0 0,1 0-1 0 0,-1 0 1 0 0,1 0-1 0 0,-1-1 0 0 0,1 1 1 0 0,0-1-1 0 0,3 3 1 0 0,-2-2-43 0 0,0-1 1 0 0,-1 0 0 0 0,1 0 0 0 0,0 0-1 0 0,0-1 1 0 0,0 1 0 0 0,0-1 0 0 0,0 0 0 0 0,1 1-1 0 0,-1-1 1 0 0,0-1 0 0 0,0 1 0 0 0,0 0-1 0 0,0-1 1 0 0,0 0 0 0 0,4-1 0 0 0,9-3-379 0 0,0-1 0 0 0,0-1 0 0 0,-1 0 1 0 0,0-1-1 0 0,0-1 0 0 0,-1 0 0 0 0,23-20 1 0 0,84-89-1812 0 0,273-368 703 0 0,-192 180 2826 0 0,-69 98-164 0 0,167-277 1139 0 0,-111 171-1246 0 0,58-41-532 0 0,-77 117-527 0 0,-140 192-9 0 0,59-80-102 0 0,-73 106 41 0 0,1 0 0 0 0,1 1 0 0 0,34-29 0 0 0,-33 37-13 0 0,-18 11 159 0 0,-1 1 0 0 0,0-1 1 0 0,0 0-1 0 0,0 1 0 0 0,0-1 1 0 0,1 0-1 0 0,-1 0 0 0 0,0 1 1 0 0,0-1-1 0 0,0 0 0 0 0,0 1 0 0 0,0-1 1 0 0,0 0-1 0 0,0 0 0 0 0,0 1 1 0 0,0-1-1 0 0,0 0 0 0 0,0 1 1 0 0,0-1-1 0 0,0 0 0 0 0,0 1 1 0 0,0-1-1 0 0,0 0 0 0 0,0 1 1 0 0,0-1-1 0 0,-1 0 0 0 0,1 0 0 0 0,0 1 1 0 0,0-1-1 0 0,0 0 0 0 0,0 0 1 0 0,-1 1-1 0 0,1-1 0 0 0,0 0 1 0 0,-26 43 425 0 0,19-33-324 0 0,-265 475 1969 0 0,68-114-1546 0 0,-117 165-206 0 0,5-12-1055 0 0,213-344-3093 0 0,15-25-1295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7.18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 12 10594 0 0,'-1'0'71'0'0,"-1"0"-1"0"0,0 0 1 0 0,0 0-1 0 0,0 0 1 0 0,0 1-1 0 0,0-1 1 0 0,0 0-1 0 0,0 1 1 0 0,1 0-1 0 0,-1-1 1 0 0,0 1-1 0 0,0 0 1 0 0,1 0-1 0 0,-1 0 1 0 0,0 0-1 0 0,1 0 1 0 0,-1 0-1 0 0,1 0 1 0 0,0 1-1 0 0,-1-1 1 0 0,1 1-1 0 0,0-1 1 0 0,0 1-1 0 0,0-1 1 0 0,0 1-1 0 0,0-1 1 0 0,0 1-1 0 0,0 0 1 0 0,0 0-1 0 0,1-1 1 0 0,-1 1-1 0 0,1 0 1 0 0,-1 0-1 0 0,1 0 1 0 0,0 0-1 0 0,0 0 1 0 0,0 3-1 0 0,0 8-77 0 0,1-1 1 0 0,0 0-1 0 0,1 1 0 0 0,6 19 0 0 0,-4-17 224 0 0,29 110 212 0 0,5-1 0 0 0,6-2 0 0 0,6-3 0 0 0,4-1 0 0 0,6-3 0 0 0,113 166 1 0 0,-109-187-483 0 0,160 216 192 0 0,-194-274-251 0 0,2-2 0 0 0,1-1 0 0 0,2-2-1 0 0,1-1 1 0 0,1-2 0 0 0,48 27 0 0 0,-79-52 7 0 0,0 1 0 0 0,1-1 1 0 0,-1-1-1 0 0,1 1 0 0 0,-1-1 0 0 0,1 0 1 0 0,11 1-1 0 0,-16-2 50 0 0,0-1 1 0 0,-1 0 0 0 0,1 0-1 0 0,0 0 1 0 0,0-1 0 0 0,-1 1-1 0 0,1 0 1 0 0,0-1-1 0 0,-1 1 1 0 0,1-1 0 0 0,0 1-1 0 0,-1-1 1 0 0,1 0 0 0 0,-1 0-1 0 0,1 0 1 0 0,-1 1-1 0 0,0-2 1 0 0,1 1 0 0 0,-1 0-1 0 0,0 0 1 0 0,1 0 0 0 0,-1-1-1 0 0,0 1 1 0 0,0 0 0 0 0,0-1-1 0 0,0 1 1 0 0,-1-1-1 0 0,1 1 1 0 0,0-1 0 0 0,0 1-1 0 0,-1-1 1 0 0,1 0 0 0 0,-1 1-1 0 0,0-1 1 0 0,1-2-1 0 0,1-9-276 0 0,-1 0-1 0 0,0 0 0 0 0,-1 0 0 0 0,0 0 0 0 0,-1 0 0 0 0,-4-20 0 0 0,-22-79-926 0 0,22 96 1100 0 0,-25-81-792 0 0,-83-177 0 0 0,-72-81 756 0 0,140 272 192 0 0,-158-263-120 0 0,146 261 277 0 0,-130-147 0 0 0,173 217 43 0 0,-28-29 578 0 0,39 41-571 0 0,-1 0-1 0 0,1 1 0 0 0,-1-1 0 0 0,1 1 0 0 0,-1-1 0 0 0,0 1 1 0 0,0 0-1 0 0,0 1 0 0 0,0-1 0 0 0,-7-1 0 0 0,10 3-104 0 0,0-1 0 0 0,-1 1 0 0 0,1 0 0 0 0,-1 0-1 0 0,1 1 1 0 0,0-1 0 0 0,-1 0 0 0 0,1 0 0 0 0,-1 1 0 0 0,1-1 0 0 0,0 0-1 0 0,-1 1 1 0 0,1-1 0 0 0,0 1 0 0 0,0 0 0 0 0,-1 0 0 0 0,1-1-1 0 0,0 1 1 0 0,0 0 0 0 0,-2 2 0 0 0,1 0 32 0 0,0-1 1 0 0,0 1-1 0 0,0 0 0 0 0,0 0 1 0 0,0 1-1 0 0,1-1 0 0 0,-1 0 1 0 0,0 4-1 0 0,-2 7 47 0 0,1 0 0 0 0,1 1 0 0 0,-1 14 0 0 0,3-27-175 0 0,-4 67 11 0 0,4 0 0 0 0,3 1 1 0 0,3-1-1 0 0,17 82 0 0 0,8-12-111 0 0,51 139 0 0 0,221 440 174 0 0,-178-445-76 0 0,-65-141 325 0 0,6-2 0 0 0,146 216 0 0 0,154 132 296 0 0,-358-468-683 0 0,88 99-577 0 0,-84-98 381 0 0,0 0 0 0 0,0 0 0 0 0,1-1 0 0 0,1-1 0 0 0,0 0 0 0 0,24 11 1 0 0,-35-19 94 0 0,0 1 0 0 0,0-1 1 0 0,0-1-1 0 0,0 1 0 0 0,0 0 1 0 0,0-1-1 0 0,0 1 0 0 0,4-1 1 0 0,-6 0 36 0 0,0 0 0 0 0,0 0 0 0 0,0-1 0 0 0,0 1-1 0 0,0 0 1 0 0,0 0 0 0 0,0-1 0 0 0,0 1 0 0 0,0-1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5:57.7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632 743 920 0 0,'-144'-172'1008'0'0,"-168"-195"4139"0"0,297 350-4732 0 0,-47-48 1362 0 0,57 61-1511 0 0,1 0-1 0 0,-1 0 0 0 0,0 0 0 0 0,-1 0 0 0 0,1 1 0 0 0,-1 0 1 0 0,1 0-1 0 0,-1 1 0 0 0,0 0 0 0 0,0 0 0 0 0,-7-2 0 0 0,12 4-234 0 0,0 0 0 0 0,0 0-1 0 0,0 0 1 0 0,1 0 0 0 0,-1 0 0 0 0,0 0-1 0 0,0 0 1 0 0,0 0 0 0 0,0 0-1 0 0,0 0 1 0 0,1 0 0 0 0,-1 0-1 0 0,0 1 1 0 0,0-1 0 0 0,0 0-1 0 0,0 1 1 0 0,1-1 0 0 0,-1 0 0 0 0,0 1-1 0 0,0-1 1 0 0,1 1 0 0 0,-1-1-1 0 0,0 1 1 0 0,1 0 0 0 0,-1-1-1 0 0,1 1 1 0 0,-1 0 0 0 0,1-1-1 0 0,-1 2 1 0 0,0 0-5 0 0,0 0-1 0 0,1 1 0 0 0,-1-1 1 0 0,1 0-1 0 0,0 0 0 0 0,0 0 1 0 0,0 1-1 0 0,0-1 0 0 0,0 0 1 0 0,0 0-1 0 0,1 4 0 0 0,2 4-13 0 0,0 0-1 0 0,0 0 1 0 0,9 17-1 0 0,16 23-311 0 0,1-2 1 0 0,3-1-1 0 0,57 64 0 0 0,129 112 214 0 0,-81-93 54 0 0,338 288 1288 0 0,-265-254-429 0 0,135 94 66 0 0,-230-172-703 0 0,-79-57-326 0 0,2-1 0 0 0,67 37 0 0 0,-107-77-1039 0 0,-10-9 664 0 0,-437-556-5500 0 0,303 406 4437 0 0,-179-184 526 0 0,-47-42 2679 0 0,341 359-923 0 0,-2 2 0 0 0,-2 1-1 0 0,-1 1 1 0 0,-1 2-1 0 0,-2 2 1 0 0,-80-48-1 0 0,112 75-704 0 0,0-1 0 0 0,-1 1 0 0 0,0 1 0 0 0,0-1 0 0 0,1 1 0 0 0,-1 1 0 0 0,-13-2 0 0 0,20 3-12 0 0,-1 0 0 0 0,1 0 0 0 0,-1 0 0 0 0,1 0 0 0 0,0 0 0 0 0,-1 1-1 0 0,1-1 1 0 0,-1 0 0 0 0,1 1 0 0 0,0-1 0 0 0,-1 1 0 0 0,1-1-1 0 0,0 1 1 0 0,0 0 0 0 0,-1 0 0 0 0,1-1 0 0 0,0 1 0 0 0,0 0 0 0 0,-2 2-1 0 0,2-1 6 0 0,1-1-1 0 0,-1 1 1 0 0,0 0-1 0 0,1 0 0 0 0,0-1 1 0 0,-1 1-1 0 0,1 0 0 0 0,0 0 1 0 0,0 0-1 0 0,0 0 1 0 0,0-1-1 0 0,0 1 0 0 0,0 0 1 0 0,1 0-1 0 0,-1 0 0 0 0,0-1 1 0 0,1 1-1 0 0,0 0 1 0 0,-1 0-1 0 0,2 1 0 0 0,5 14-4 0 0,1-1 0 0 0,1 0 0 0 0,0-1 0 0 0,1 0 0 0 0,1 0 0 0 0,12 13 0 0 0,81 77-145 0 0,-100-101 147 0 0,625 526 1785 0 0,-361-312-349 0 0,50 37-441 0 0,-301-242-987 0 0,269 185 70 0 0,-220-157 104 0 0,1-4-1 0 0,107 43 1 0 0,-107-54 521 0 0,100 25 0 0 0,-139-45-867 0 0,-1-2 0 0 0,38 2 0 0 0,-43-6-967 0 0,0-1 1 0 0,-1 0-1 0 0,38-9 0 0 0,-17 1-4054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0.91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174 858 12899 0 0,'-1'2'80'0'0,"0"1"1"0"0,0 0-1 0 0,0 0 1 0 0,0 0-1 0 0,0-1 1 0 0,0 1-1 0 0,1 0 1 0 0,-1 0-1 0 0,1 0 1 0 0,0 0-1 0 0,0 0 1 0 0,0 0-1 0 0,0 0 0 0 0,1 0 1 0 0,-1 0-1 0 0,1 0 1 0 0,0 0-1 0 0,0 0 1 0 0,0 0-1 0 0,0 0 1 0 0,0-1-1 0 0,1 1 1 0 0,-1 0-1 0 0,3 3 1 0 0,7 16 331 0 0,11 26-244 0 0,2-1 0 0 0,3-2-1 0 0,1 0 1 0 0,51 60 0 0 0,154 151 704 0 0,-74-104-360 0 0,-124-122-439 0 0,1-2 1 0 0,71 41-1 0 0,-100-65-152 0 0,1 0-1 0 0,-1 0 1 0 0,1-1-1 0 0,-1 0 1 0 0,13 2-1 0 0,-19-5 42 0 0,0 1-1 0 0,0-1 0 0 0,0 0 1 0 0,1 0-1 0 0,-1 0 0 0 0,0 0 1 0 0,1 0-1 0 0,-1 0 0 0 0,0 0 0 0 0,0 0 1 0 0,1-1-1 0 0,-1 1 0 0 0,0 0 1 0 0,0-1-1 0 0,0 1 0 0 0,0-1 1 0 0,1 1-1 0 0,-1-1 0 0 0,0 0 1 0 0,0 1-1 0 0,0-1 0 0 0,0 0 1 0 0,0 0-1 0 0,0 0 0 0 0,-1 0 1 0 0,1 0-1 0 0,0 0 0 0 0,0 0 1 0 0,-1 0-1 0 0,1 0 0 0 0,0 0 0 0 0,-1 0 1 0 0,1 0-1 0 0,-1 0 0 0 0,1-1 1 0 0,-1 1-1 0 0,0 0 0 0 0,0 0 1 0 0,1-1-1 0 0,-1 1 0 0 0,0 0 1 0 0,0 0-1 0 0,0-1 0 0 0,-1-1 1 0 0,0-23-117 0 0,-2 1-1 0 0,0-1 1 0 0,-2 0 0 0 0,-1 1 0 0 0,-9-26 0 0 0,4 12-3 0 0,-25-72-1767 0 0,-4 1 0 0 0,-5 2 0 0 0,-93-161 0 0 0,58 124 278 0 0,-218-368 405 0 0,273 475 1888 0 0,-1 2-1 0 0,-51-54 1 0 0,59 71 33 0 0,-1 2-1 0 0,-1 0 1 0 0,0 1 0 0 0,-1 1 0 0 0,-46-24 0 0 0,65 38-490 0 0,0-1 1 0 0,-1 1-1 0 0,1 0 1 0 0,-1 0-1 0 0,1 1 1 0 0,-1-1 0 0 0,0 0-1 0 0,1 1 1 0 0,-1 0-1 0 0,1 0 1 0 0,-1-1-1 0 0,0 1 1 0 0,1 1-1 0 0,-5 0 1 0 0,6-1-101 0 0,-1 1 0 0 0,1 0 0 0 0,0-1 0 0 0,0 1 0 0 0,0 0 1 0 0,0 0-1 0 0,0 0 0 0 0,0 0 0 0 0,0 0 0 0 0,1 0 0 0 0,-1 0 0 0 0,0 0 0 0 0,0 0 0 0 0,1 0 0 0 0,-1 0 1 0 0,1 1-1 0 0,-1-1 0 0 0,1 0 0 0 0,-1 0 0 0 0,1 1 0 0 0,0-1 0 0 0,0 0 0 0 0,0 1 0 0 0,-1-1 1 0 0,1 0-1 0 0,1 0 0 0 0,-1 1 0 0 0,0-1 0 0 0,0 0 0 0 0,0 1 0 0 0,1 1 0 0 0,2 19 23 0 0,2 1 0 0 0,0 0 0 0 0,2-1 0 0 0,15 38 0 0 0,50 83 289 0 0,-56-111-381 0 0,385 622 1437 0 0,-306-523-946 0 0,6-3 1 0 0,191 185-1 0 0,-186-214-114 0 0,145 103-1 0 0,134 61 429 0 0,204 81 556 0 0,-284-200-1925 0 0,-301-142 463 0 0,52 21-940 0 0,-51-21 592 0 0,-1-1 0 0 0,1 0 1 0 0,-1 0-1 0 0,0 0 1 0 0,1-1-1 0 0,0 1 0 0 0,-1-1 1 0 0,1 0-1 0 0,-1 0 0 0 0,9-2 1 0 0,1-33-4527 0 0,-14 33 4725 0 0,-3-5 1 0 0,-22-45-1450 0 0,24 50 1621 0 0,-23-35-255 0 0,-1 1 0 0 0,-2 2-1 0 0,-2 1 1 0 0,-60-56 0 0 0,-149-101 76 0 0,126 105 320 0 0,-49-40 488 0 0,-373-314 4472 0 0,449 363-4393 0 0,-102-70 0 0 0,112 94-1536 0 0,-3 4-1 0 0,-1 3 1 0 0,-150-60-1 0 0,224 104 868 0 0,0-2 35 0 0,0 1-1 0 0,0 0 0 0 0,0 1 0 0 0,-1-1 1 0 0,1 1-1 0 0,-1 0 0 0 0,1 0 1 0 0,-7 1-1 0 0,12 3 231 0 0,8 4-123 0 0,11 5 13 0 0,127 55 484 0 0,63 31 1140 0 0,76 53 208 0 0,193 99 98 0 0,15-28-534 0 0,-401-187-1377 0 0,203 85 322 0 0,-215-83-675 0 0,119 75 0 0 0,-156-84-270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2.9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590 1 12899 0 0,'0'0'10'0'0,"0"0"-1"0"0,-1 0 1 0 0,1 0 0 0 0,0 0 0 0 0,-1 0 0 0 0,1 0 0 0 0,0 0 0 0 0,-1 0-1 0 0,1 0 1 0 0,0 0 0 0 0,-1 0 0 0 0,1 0 0 0 0,0 0 0 0 0,-1 1 0 0 0,1-1-1 0 0,0 0 1 0 0,0 0 0 0 0,-1 0 0 0 0,1 0 0 0 0,0 1 0 0 0,0-1 0 0 0,-1 0-1 0 0,1 0 1 0 0,0 0 0 0 0,0 1 0 0 0,0-1 0 0 0,-1 0 0 0 0,1 0-1 0 0,0 1 1 0 0,0-1 0 0 0,0 0 0 0 0,0 1 0 0 0,0-1 0 0 0,-1 0 0 0 0,1 0-1 0 0,0 1 1 0 0,0-1 0 0 0,0 0 0 0 0,0 1 0 0 0,0-1 0 0 0,0 0 0 0 0,0 1-1 0 0,0-1 1 0 0,0 0 0 0 0,0 1 0 0 0,10 19-255 0 0,21 19-114 0 0,-2-13 824 0 0,1-2 1 0 0,1 0-1 0 0,48 27 0 0 0,109 47 1947 0 0,-82-45-1072 0 0,42 23-583 0 0,256 147-460 0 0,-98-37-2051 0 0,-290-178 1646 0 0,-11-6 102 0 0,0 0 0 0 0,0 1 0 0 0,0-1 0 0 0,-1 1 0 0 0,1 0 0 0 0,-1 1 0 0 0,5 3 0 0 0,-46-22-1317 0 0,-238-102-3149 0 0,-203-98 677 0 0,340 141 4194 0 0,-1-2-343 0 0,-190-73 1 0 0,284 132 48 0 0,-1 3 1 0 0,-1 1 0 0 0,0 2 0 0 0,0 2 0 0 0,-1 2 0 0 0,0 3 0 0 0,0 1-1 0 0,-79 7 1 0 0,126-4-91 0 0,-12 1 233 0 0,0 0 0 0 0,1 1 0 0 0,-1 1 0 0 0,1 0 0 0 0,-18 7 0 0 0,30-10-224 0 0,-1 0 0 0 0,1 1-1 0 0,-1-1 1 0 0,1 0 0 0 0,0 0-1 0 0,-1 0 1 0 0,1 1 0 0 0,0-1 0 0 0,-1 0-1 0 0,1 0 1 0 0,0 1 0 0 0,-1-1-1 0 0,1 0 1 0 0,0 1 0 0 0,0-1-1 0 0,-1 0 1 0 0,1 1 0 0 0,0-1-1 0 0,0 0 1 0 0,0 1 0 0 0,-1-1 0 0 0,1 1-1 0 0,0-1 1 0 0,0 0 0 0 0,0 1-1 0 0,0-1 1 0 0,0 1 0 0 0,0-1-1 0 0,0 1 1 0 0,0-1 0 0 0,0 0-1 0 0,0 1 1 0 0,0-1 0 0 0,0 1 0 0 0,0-1-1 0 0,0 0 1 0 0,0 1 0 0 0,1-1-1 0 0,-1 1 1 0 0,0-1 0 0 0,0 0-1 0 0,0 1 1 0 0,1-1 0 0 0,-1 0-1 0 0,0 1 1 0 0,0-1 0 0 0,1 0-1 0 0,-1 1 1 0 0,0-1 0 0 0,1 0 0 0 0,-1 0-1 0 0,1 1 1 0 0,23 16 615 0 0,-19-15-525 0 0,62 37 309 0 0,130 53 0 0 0,83 9 359 0 0,-194-71-387 0 0,437 140 1719 0 0,225 82-218 0 0,94 126-824 0 0,-482-218-139 0 0,-83-39-309 0 0,-256-112-672 0 0,-9-4-16 0 0,-1 0 1 0 0,0 0-1 0 0,0 1 1 0 0,0 1-1 0 0,-1 0 1 0 0,11 8-1 0 0,-20-9-284 0 0,-10-4-68 0 0,-12-4-317 0 0,-24-9 418 0 0,-1-2-1 0 0,2-2 1 0 0,0-2 0 0 0,-56-31 0 0 0,39 19 65 0 0,-1054-464-143 0 0,476 197 499 0 0,363 167 74 0 0,36 18-86 0 0,237 110-149 0 0,0-1 0 0 0,1 1 0 0 0,-1-1 0 0 0,1 1 0 0 0,-1-1 0 0 0,1 0 0 0 0,0 0 0 0 0,0 0 0 0 0,-4-4 0 0 0,6 6 47 0 0,0 0-1 0 0,0 0 0 0 0,0-1 1 0 0,0 1-1 0 0,0 0 0 0 0,0 0 1 0 0,0 0-1 0 0,0 0 0 0 0,0-1 1 0 0,0 1-1 0 0,0 0 0 0 0,0 0 1 0 0,0 0-1 0 0,0 0 0 0 0,0-1 1 0 0,0 1-1 0 0,0 0 0 0 0,0 0 1 0 0,0 0-1 0 0,0 0 0 0 0,0-1 1 0 0,0 1-1 0 0,0 0 0 0 0,0 0 1 0 0,0 0-1 0 0,0 0 0 0 0,0 0 1 0 0,1-1-1 0 0,-1 1 0 0 0,0 0 1 0 0,0 0-1 0 0,0 0 0 0 0,0 0 1 0 0,0 0-1 0 0,0 0 0 0 0,1 0 1 0 0,-1-1-1 0 0,0 1 0 0 0,0 0 1 0 0,0 0-1 0 0,0 0 0 0 0,1 0 1 0 0,-1 0-1 0 0,0 0 0 0 0,0 0 1 0 0,0 0-1 0 0,1 0 0 0 0,20 1-260 0 0,30 12-211 0 0,-1 1 1 0 0,-1 3-1 0 0,51 25 1 0 0,-20-9 142 0 0,-2-1 243 0 0,342 132 542 0 0,10-24 1174 0 0,403 51 1871 0 0,-560-134-2576 0 0,-55-8-1647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4.0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12899 0 0,'8'17'163'0'0,"1"-1"0"0"0,1 0 1 0 0,0-1-1 0 0,13 17 0 0 0,7 8-444 0 0,-22-28 267 0 0,407 579-1011 0 0,-266-395 1128 0 0,237 240 0 0 0,-312-364 338 0 0,129 96-1 0 0,97 40 1009 0 0,-201-148-771 0 0,2-4 0 0 0,3-4 1 0 0,181 63-1 0 0,-279-113-668 0 0,42 12 326 0 0,-45-13-360 0 0,1 0 1 0 0,-1 0-1 0 0,1-1 0 0 0,-1 0 0 0 0,1 0 1 0 0,-1 0-1 0 0,1 0 0 0 0,0 0 0 0 0,-1-1 1 0 0,1 1-1 0 0,3-2 0 0 0,-6 1-2 0 0,-1 1-1 0 0,1-1 1 0 0,0 1-1 0 0,-1-1 1 0 0,1 1-1 0 0,-1-1 1 0 0,1 1 0 0 0,-1-1-1 0 0,1 1 1 0 0,-1-1-1 0 0,0 0 1 0 0,1 1-1 0 0,-1-1 1 0 0,0 0-1 0 0,1 1 1 0 0,-1-1 0 0 0,0 0-1 0 0,0 0 1 0 0,1 1-1 0 0,-1-1 1 0 0,0 0-1 0 0,0 0 1 0 0,0 1-1 0 0,0-1 1 0 0,0 0 0 0 0,0 0-1 0 0,0 1 1 0 0,-1-1-1 0 0,1 0 1 0 0,0 1-1 0 0,0-1 1 0 0,0 0-1 0 0,-1 0 1 0 0,1 1 0 0 0,0-1-1 0 0,-1 0 1 0 0,1 1-1 0 0,-1-1 1 0 0,-18-29-728 0 0,18 29 732 0 0,-83-105-487 0 0,-5 3 0 0 0,-186-165-1 0 0,129 147-385 0 0,-236-148-1 0 0,-139-3 421 0 0,80 49 5647 0 0,406 198-2962 0 0,49 34-1932 0 0,177 140-1064 0 0,-29-22 380 0 0,216 129 254 0 0,-280-199 123 0 0,2-3-1 0 0,108 39 1 0 0,2-15 932 0 0,385 89 1 0 0,-247-109 204 0 0,-331-56-1146 0 0,-11-1-14 0 0,-1 0-1 0 0,1 0 0 0 0,0 0 1 0 0,0-1-1 0 0,0 0 0 0 0,0 0 1 0 0,-1-1-1 0 0,1 1 0 0 0,0-1 0 0 0,10-4 1 0 0,-15 5 1 0 0,-1 0 1 0 0,0-1 0 0 0,0 1-1 0 0,1-1 1 0 0,-1 1 0 0 0,0-1 0 0 0,0 1-1 0 0,0 0 1 0 0,0-1 0 0 0,0 1-1 0 0,1-1 1 0 0,-1 1 0 0 0,0-1-1 0 0,0 1 1 0 0,0-1 0 0 0,0 1-1 0 0,0-1 1 0 0,-1 1 0 0 0,1-1-1 0 0,0 1 1 0 0,0-1 0 0 0,0 1 0 0 0,0-1-1 0 0,0 1 1 0 0,-1-1 0 0 0,1 1-1 0 0,0 0 1 0 0,0-1 0 0 0,-1 1-1 0 0,1-1 1 0 0,0 1 0 0 0,-1 0-1 0 0,1-1 1 0 0,0 1 0 0 0,-1 0-1 0 0,1-1 1 0 0,0 1 0 0 0,-1 0 0 0 0,1 0-1 0 0,-1-1 1 0 0,-20-16-974 0 0,20 16 897 0 0,-40-29-1748 0 0,-52-28 0 0 0,-126-51 644 0 0,71 37 1003 0 0,-165-98 417 0 0,-117-58 2075 0 0,225 142-748 0 0,167 74-1254 0 0,0 1 0 0 0,-1 1 1 0 0,-61-6-1 0 0,91 15-245 0 0,-1 1 0 0 0,1-1-1 0 0,0 2 1 0 0,0-1 0 0 0,-1 1 0 0 0,-15 5-1 0 0,23-6-8 0 0,1 1-1 0 0,-1-1 0 0 0,0 1 0 0 0,1-1 0 0 0,-1 1 0 0 0,1 0 0 0 0,-1 0 0 0 0,1 0 0 0 0,-1 0 0 0 0,1 0 0 0 0,0 0 0 0 0,0 0 0 0 0,-1 1 0 0 0,1-1 0 0 0,0 0 0 0 0,0 1 0 0 0,0-1 0 0 0,0 0 0 0 0,1 1 0 0 0,-1 0 0 0 0,0-1 0 0 0,0 1 0 0 0,1-1 0 0 0,-1 1 0 0 0,1 0 0 0 0,0-1 0 0 0,-1 1 0 0 0,1 0 0 0 0,0-1 0 0 0,0 1 0 0 0,0 0 0 0 0,0 0 0 0 0,1-1 0 0 0,-1 1 0 0 0,0 0 1 0 0,1-1-1 0 0,-1 1 0 0 0,1 0 0 0 0,-1-1 0 0 0,1 1 0 0 0,0-1 0 0 0,-1 1 0 0 0,3 1 0 0 0,9 22 128 0 0,2-1-1 0 0,0-1 1 0 0,2 0 0 0 0,35 40 0 0 0,86 73-305 0 0,-48-58 144 0 0,4-4-1 0 0,143 87 1 0 0,-139-102-183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7.49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1 200 13827 0 0,'33'2'402'0'0,"0"1"0"0"0,51 13 0 0 0,-39-7-348 0 0,498 122-408 0 0,-443-99 364 0 0,-3 5-1 0 0,-1 4 1 0 0,127 74-1 0 0,-80-29 135 0 0,214 126 707 0 0,-43-21 54 0 0,65 36-3 0 0,-346-210-795 0 0,0-1 0 0 0,1-2 0 0 0,1-2 0 0 0,42 11 0 0 0,-77-23-108 0 0,0 0 0 0 0,0 0 1 0 0,0 0-1 0 0,0 0 0 0 0,0 0 1 0 0,0 0-1 0 0,-1 0 0 0 0,1 0 0 0 0,0 0 1 0 0,0 0-1 0 0,0 0 0 0 0,0 0 0 0 0,0-1 1 0 0,0 1-1 0 0,0 0 0 0 0,0 0 0 0 0,-1 0 1 0 0,1 0-1 0 0,0 0 0 0 0,0 0 1 0 0,0 0-1 0 0,0 0 0 0 0,0 0 0 0 0,0 0 1 0 0,0 0-1 0 0,0 0 0 0 0,0-1 0 0 0,0 1 1 0 0,0 0-1 0 0,-1 0 0 0 0,1 0 1 0 0,0 0-1 0 0,0 0 0 0 0,0 0 0 0 0,0 0 1 0 0,0-1-1 0 0,0 1 0 0 0,0 0 0 0 0,0 0 1 0 0,0 0-1 0 0,0 0 0 0 0,0 0 1 0 0,0 0-1 0 0,0 0 0 0 0,0-1 0 0 0,0 1 1 0 0,0 0-1 0 0,0 0 0 0 0,0 0 0 0 0,1 0 1 0 0,-1 0-1 0 0,0 0 0 0 0,0 0 1 0 0,0-1-1 0 0,0 1 0 0 0,0 0 0 0 0,0 0 1 0 0,0 0-1 0 0,0 0 0 0 0,0 0 0 0 0,0 0 1 0 0,0 0-1 0 0,1 0 0 0 0,-1 0 1 0 0,0 0-1 0 0,0 0 0 0 0,0 0 0 0 0,0 0 1 0 0,0-1-1 0 0,-13-13-240 0 0,-21-17-245 0 0,-30-21-495 0 0,-127-78 0 0 0,-83-23-698 0 0,-25-15 262 0 0,46 0 1359 0 0,-72-43 1335 0 0,235 162-829 0 0,-130-51 0 0 0,-104-18-689 0 0,-93-39 1666 0 0,399 148-1219 0 0,14 6-71 0 0,0 1 0 0 0,-1 0 1 0 0,1 0-1 0 0,-1 0 1 0 0,0 0-1 0 0,0 1 1 0 0,0 0-1 0 0,-6-1 1 0 0,15 7 65 0 0,-1-1 0 0 0,1 1 1 0 0,1 0-1 0 0,-1-1 1 0 0,6 5-1 0 0,23 14-206 0 0,1-1 0 0 0,1-2 1 0 0,1-2-1 0 0,58 22 0 0 0,161 41 69 0 0,-116-41 113 0 0,57 26-117 0 0,365 181 1 0 0,-344-128-26 0 0,264 191 0 0 0,-122-25 97 0 0,-156-117-12 0 0,-191-159-51 0 0,59 51 590 0 0,-64-53-532 0 0,0 1-1 0 0,0 0 0 0 0,0 1 0 0 0,-1-1 1 0 0,0 1-1 0 0,7 15 0 0 0,-13-23-119 0 0,1 0-1 0 0,0 0 0 0 0,-1 0 1 0 0,1 0-1 0 0,-1 0 0 0 0,0 0 1 0 0,1 0-1 0 0,-1 0 0 0 0,0 0 1 0 0,0 1-1 0 0,0-1 0 0 0,0 0 1 0 0,0 0-1 0 0,0 0 0 0 0,0 0 0 0 0,0 0 1 0 0,0 1-1 0 0,0-1 0 0 0,-1 0 1 0 0,1 0-1 0 0,0 0 0 0 0,-1 2 1 0 0,0-3-1 0 0,0 1 1 0 0,0 0 0 0 0,0-1-1 0 0,0 1 1 0 0,0 0-1 0 0,0-1 1 0 0,0 1 0 0 0,0-1-1 0 0,0 1 1 0 0,0-1-1 0 0,0 0 1 0 0,0 0 0 0 0,0 1-1 0 0,0-1 1 0 0,-1 0-1 0 0,1 0 1 0 0,0 0 0 0 0,-2 0-1 0 0,-7-1 62 0 0,0-1 0 0 0,0 0 0 0 0,-19-6-1 0 0,22 6-8 0 0,-192-65 260 0 0,-269-131 0 0 0,-9-63-784 0 0,98 28-149 0 0,349 214-751 0 0,-57-26-1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8.45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 58 8754 0 0,'0'-1'-23'0'0,"-1"1"1"0"0,1-1-1 0 0,-1 0 0 0 0,1 1 1 0 0,0-1-1 0 0,0 0 0 0 0,-1 0 1 0 0,1 1-1 0 0,0-1 0 0 0,0 0 1 0 0,0 0-1 0 0,0 0 0 0 0,0 1 1 0 0,0-1-1 0 0,0 0 0 0 0,0 0 1 0 0,0 0-1 0 0,0 1 0 0 0,0-1 1 0 0,1 0-1 0 0,-1 0 0 0 0,0 1 1 0 0,1-1-1 0 0,-1 0 0 0 0,0 0 1 0 0,1 1-1 0 0,-1-1 0 0 0,1 0 1 0 0,-1 1-1 0 0,1-1 0 0 0,-1 1 1 0 0,1-1-1 0 0,-1 1 0 0 0,1-1 1 0 0,0 1-1 0 0,-1-1 0 0 0,1 1 1 0 0,0-1-1 0 0,-1 1 0 0 0,1 0 1 0 0,0 0-1 0 0,0-1 0 0 0,-1 1 1 0 0,1 0-1 0 0,0 0 0 0 0,0 0 1 0 0,0-1-1 0 0,10-4-425 0 0,-1 1 232 0 0,1 0 0 0 0,0 0 1 0 0,-1 1-1 0 0,1 0 0 0 0,1 1 1 0 0,-1 0-1 0 0,0 1 0 0 0,13 0 1 0 0,99 7 1061 0 0,-80-2-230 0 0,328 41 2151 0 0,-209-22-1729 0 0,803 175 3775 0 0,-314 4-3574 0 0,-285-82-1074 0 0,-266-93-162 0 0,116 14 1 0 0,-40-9 53 0 0,-159-29-47 0 0,-9-2 15 0 0,-1 1 0 0 0,0-1 0 0 0,0 1 0 0 0,0 0 0 0 0,0 1 0 0 0,0-1 1 0 0,10 7-1 0 0,-16-3-191 0 0,-9-3-58 0 0,-14 1-163 0 0,-403 9-1521 0 0,-3-33 558 0 0,155-2-199 0 0,-327-69-1 0 0,-295-114-1106 0 0,606 135 2821 0 0,223 58 938 0 0,0 3 0 0 0,-96-2 0 0 0,192 13-136 0 0,37 7 0 0 0,-5 0-826 0 0,1481 170 899 0 0,-1396-162-1026 0 0,940 118 5557 0 0,-1061-132-5227 0 0,-12-3-118 0 0,0 2-1 0 0,1 0 0 0 0,-1 1 1 0 0,0 0-1 0 0,0 1 1 0 0,26 12-1 0 0,-47-19-291 0 0,0 1 1 0 0,0 0 0 0 0,0 0-1 0 0,0 1 1 0 0,-11-1-1 0 0,-12-2-260 0 0,-93-15-5755 0 0,38 11-187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09.33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198 0 9218 0 0,'810'415'1951'0'0,"-282"-153"-653"0"0,-183-88 192 0 0,367 204 2363 0 0,-552-288-3688 0 0,91 60-230 0 0,-232-135-356 0 0,-34-14-1195 0 0,-201-63-3864 0 0,-404-178 0 0 0,-27-71 5499 0 0,350 150 1721 0 0,-39-20-235 0 0,-14 30-949 0 0,236 112-341 0 0,-273-107 2197 0 0,382 144-2337 0 0,1 0 21 0 0,0 1 0 0 0,0-1 0 0 0,1 0 0 0 0,-1-1 0 0 0,0 1 0 0 0,1 0 0 0 0,-6-7 0 0 0,9 9-75 0 0,0 0 1 0 0,0 0-1 0 0,0 0 0 0 0,0-1 1 0 0,0 1-1 0 0,0 0 1 0 0,0 0-1 0 0,0-1 1 0 0,0 1-1 0 0,1 0 1 0 0,-1 0-1 0 0,0 0 1 0 0,0-1-1 0 0,0 1 1 0 0,1 0-1 0 0,-1 0 1 0 0,0 0-1 0 0,0 0 1 0 0,0-1-1 0 0,1 1 1 0 0,-1 0-1 0 0,0 0 0 0 0,0 0 1 0 0,1 0-1 0 0,-1 0 1 0 0,0 0-1 0 0,0 0 1 0 0,1 0-1 0 0,-1 0 1 0 0,0 0-1 0 0,0 0 1 0 0,1 0-1 0 0,-1 0 1 0 0,0 0-1 0 0,0 0 1 0 0,1 0-1 0 0,-1 0 1 0 0,0 0-1 0 0,0 0 0 0 0,1 0 1 0 0,-1 0-1 0 0,0 0 1 0 0,0 1-1 0 0,1-1 1 0 0,16 1 357 0 0,277 52-683 0 0,-4 25-455 0 0,-168-44 611 0 0,1181 400 630 0 0,-1047-331 207 0 0,654 289 3604 0 0,-777-331-3934 0 0,-50-24-631 0 0,-2 3 1 0 0,79 54-1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0.2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343 22 14283 0 0,'-14'-5'135'0'0,"0"1"0"0"0,-1 0 0 0 0,1 1 1 0 0,-1 1-1 0 0,0 0 0 0 0,0 1 0 0 0,0 0 0 0 0,-21 3 0 0 0,35-2-130 0 0,0 0 1 0 0,1 0-1 0 0,-1 0 0 0 0,0 0 0 0 0,0 0 0 0 0,1 0 0 0 0,-1 0 0 0 0,0 0 0 0 0,1 0 0 0 0,-1 0 0 0 0,0 1 1 0 0,0-1-1 0 0,1 0 0 0 0,-1 1 0 0 0,1-1 0 0 0,-1 0 0 0 0,0 1 0 0 0,1-1 0 0 0,-1 1 0 0 0,1-1 0 0 0,-1 1 0 0 0,1-1 1 0 0,-1 1-1 0 0,1-1 0 0 0,-1 1 0 0 0,1-1 0 0 0,-1 2 0 0 0,1-1 1 0 0,0 0 1 0 0,0-1-1 0 0,1 1 0 0 0,-1 0 0 0 0,0 0 1 0 0,0 0-1 0 0,1 0 0 0 0,-1 0 0 0 0,1-1 1 0 0,-1 1-1 0 0,1 0 0 0 0,-1 0 0 0 0,1 0 1 0 0,-1-1-1 0 0,1 1 0 0 0,0 0 0 0 0,0 0 1 0 0,35 25-300 0 0,324 138-2488 0 0,-176-86 2797 0 0,1128 465 3530 0 0,-1130-469-3258 0 0,253 143-1 0 0,-360-176-270 0 0,-11-7-10 0 0,-1 3 0 0 0,-2 2 0 0 0,57 49 1 0 0,-114-85 71 0 0,0 1 1 0 0,0 0-1 0 0,0 0 0 0 0,0 0 1 0 0,3 7-1 0 0,-6-11-52 0 0,-1 1-1 0 0,0-1 0 0 0,0 1 1 0 0,1 0-1 0 0,-1-1 0 0 0,0 1 1 0 0,0-1-1 0 0,0 1 0 0 0,1 0 1 0 0,-1-1-1 0 0,0 1 0 0 0,0 0 0 0 0,0-1 1 0 0,0 1-1 0 0,0 0 0 0 0,0-1 1 0 0,0 1-1 0 0,-1 0 0 0 0,1-1 1 0 0,0 1-1 0 0,-1 1 0 0 0,1-2 14 0 0,-1 1 0 0 0,0 0 0 0 0,0 0-1 0 0,0 0 1 0 0,0-1 0 0 0,0 1 0 0 0,0 0 0 0 0,0-1 0 0 0,0 1-1 0 0,0-1 1 0 0,0 0 0 0 0,0 1 0 0 0,0-1 0 0 0,0 0 0 0 0,0 1-1 0 0,-1-1 1 0 0,0 0 0 0 0,-13 2 46 0 0,1-1 0 0 0,-1-1 0 0 0,1 0 0 0 0,-1-1-1 0 0,-18-4 1 0 0,-76-19-309 0 0,66 13 22 0 0,-614-177-2488 0 0,644 184 2662 0 0,-373-125 534 0 0,-550-266 0 0 0,541 167 1064 0 0,194 104-1155 0 0,126 84-558 0 0,46 25 134 0 0,1 0-1 0 0,0-1 1 0 0,-29-24-1 0 0,56 39 17 0 0,0 0 1 0 0,0 1-1 0 0,0-1 0 0 0,0 0 0 0 0,0 0 0 0 0,0 0 1 0 0,0 0-1 0 0,0 0 0 0 0,0 0 0 0 0,1 0 1 0 0,-1 0-1 0 0,0 0 0 0 0,1 0 0 0 0,-1 0 1 0 0,1-1-1 0 0,-1 1 0 0 0,1 0 0 0 0,-1 0 1 0 0,1-1-1 0 0,0 1 0 0 0,-1-3 0 0 0,2 3-2 0 0,-1 1-1 0 0,1-1 0 0 0,0 0 0 0 0,-1 0 1 0 0,1 1-1 0 0,0-1 0 0 0,-1 0 1 0 0,1 1-1 0 0,0-1 0 0 0,0 1 1 0 0,0-1-1 0 0,-1 1 0 0 0,1-1 0 0 0,0 1 1 0 0,0 0-1 0 0,0-1 0 0 0,0 1 1 0 0,0 0-1 0 0,0 0 0 0 0,0 0 0 0 0,2-1 1 0 0,10 0 27 0 0,1 1 0 0 0,26 1 0 0 0,-35 0-29 0 0,64 6-302 0 0,116 27-1 0 0,66 35 222 0 0,-190-51 97 0 0,1211 378 1141 0 0,-667-134-920 0 0,-372-151-1439 0 0,-164-80 735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04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2867 0 8290 0 0,'-43'34'733'0'0,"1"1"-1"0"0,-45 49 1 0 0,25-22-363 0 0,-537 525 2335 0 0,-332 297-1391 0 0,399-388-1948 0 0,256-222 1086 0 0,194-185-51 0 0,-84 120 1 0 0,161-201-594 0 0,-1 0-215 0 0,0 0 0 0 0,1 0 0 0 0,0 1 0 0 0,0 0-1 0 0,1 0 1 0 0,-6 15 0 0 0,10-22 98 0 0,0-2 248 0 0,0 1-1 0 0,0-1 0 0 0,0 1 1 0 0,0-1-1 0 0,0 1 0 0 0,0-1 1 0 0,0 0-1 0 0,0 1 0 0 0,0-1 0 0 0,0 1 1 0 0,44-7-4218 0 0,-43 5 4171 0 0,40-22-964 0 0,-2-2 0 0 0,52-43 1 0 0,-57 42 765 0 0,321-279-59 0 0,-140 111 763 0 0,185-174 808 0 0,-173 154-166 0 0,-22 20 326 0 0,114-102 778 0 0,-41 38-490 0 0,0 0-31 0 0,-155 146-1161 0 0,-5-5 1 0 0,127-163 0 0 0,-242 275-478 0 0,1 0 1 0 0,0 0-1 0 0,-1 0 1 0 0,0 0-1 0 0,4-10 1 0 0,-7 14 15 0 0,0 1 0 0 0,0-1 0 0 0,1 1 0 0 0,-1-1 0 0 0,0 0 0 0 0,0 1 0 0 0,0-1-1 0 0,0 1 1 0 0,0-1 0 0 0,0 0 0 0 0,0 1 0 0 0,0-1 0 0 0,0 0 0 0 0,0 1 0 0 0,-1-1 0 0 0,1 0 0 0 0,0 1 0 0 0,0-1 0 0 0,0 1 0 0 0,-1-1 0 0 0,1 1 0 0 0,0-1 0 0 0,-1 1 0 0 0,0-2 0 0 0,0 2 7 0 0,0-1 1 0 0,0 1 0 0 0,0-1-1 0 0,-1 1 1 0 0,1-1 0 0 0,0 1 0 0 0,0 0-1 0 0,-1-1 1 0 0,1 1 0 0 0,0 0-1 0 0,-1 0 1 0 0,1 0 0 0 0,0 0 0 0 0,0 0-1 0 0,-1 0 1 0 0,1 1 0 0 0,-2-1-1 0 0,-16 4 183 0 0,-1 1 0 0 0,1 1 0 0 0,0 0 0 0 0,0 2 0 0 0,1 0 0 0 0,-21 12 0 0 0,-101 72 451 0 0,118-77-591 0 0,-495 386 1237 0 0,24 31 20 0 0,190-162-711 0 0,-226 202-302 0 0,400-356-397 0 0,-320 307-3048 0 0,353-332-996 0 0,7-5-1137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69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2194 4 14283 0 0,'-1'0'38'0'0,"1"-1"0"0"0,-1 1 1 0 0,1-1-1 0 0,-1 1 0 0 0,1 0 0 0 0,-1 0 0 0 0,0-1 1 0 0,1 1-1 0 0,-1 0 0 0 0,1 0 0 0 0,-1 0 1 0 0,1-1-1 0 0,-1 1 0 0 0,0 0 0 0 0,1 0 0 0 0,-1 0 1 0 0,1 0-1 0 0,-1 0 0 0 0,0 0 0 0 0,1 0 0 0 0,-1 1 1 0 0,1-1-1 0 0,-1 0 0 0 0,0 0 0 0 0,1 0 0 0 0,-1 0 1 0 0,1 1-1 0 0,-1-1 0 0 0,1 0 0 0 0,-1 1 0 0 0,1-1 1 0 0,-1 0-1 0 0,1 1 0 0 0,-1-1 0 0 0,1 1 0 0 0,0-1 1 0 0,-1 1-1 0 0,1-1 0 0 0,-1 1 0 0 0,1 0 1 0 0,-25 31-606 0 0,13-16 558 0 0,-374 543-3292 0 0,85-112 2986 0 0,-3-25-311 0 0,-30 20-240 0 0,159-218 165 0 0,78-98-16 0 0,-173 233 665 0 0,26 17-2621 0 0,221-335 75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5.981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733 2689 3225 0 0,'578'-751'-1096'0'0,"-365"469"1549"0"0,479-681 906 0 0,-453 617 501 0 0,-128 188-65 0 0,2-30 6009 0 0,-130 199-6530 0 0,-23 25-523 0 0,-493 566 620 0 0,-911 1052-1051 0 0,1048-1214-1508 0 0,232-252-4047 0 0,79-89-240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6.836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1736 192 8754 0 0,'2'-10'536'0'0,"4"-34"-332"0"0,-6 42-30 0 0,0-1 0 0 0,0 0 0 0 0,0 1 0 0 0,0-1-1 0 0,0 0 1 0 0,-1 1 0 0 0,1-1 0 0 0,-1 0 0 0 0,0 1 0 0 0,0-1 0 0 0,0 1 0 0 0,-2-5 0 0 0,2 6-132 0 0,0 0 1 0 0,0 1-1 0 0,0-1 1 0 0,0 0 0 0 0,0 1-1 0 0,0-1 1 0 0,0 1-1 0 0,0-1 1 0 0,0 1 0 0 0,0 0-1 0 0,-1-1 1 0 0,1 1 0 0 0,0 0-1 0 0,0 0 1 0 0,0 0-1 0 0,0 0 1 0 0,-1 0 0 0 0,1 0-1 0 0,0 0 1 0 0,0 0-1 0 0,0 0 1 0 0,-1 1 0 0 0,1-1-1 0 0,0 0 1 0 0,0 1-1 0 0,0-1 1 0 0,0 1 0 0 0,0-1-1 0 0,0 1 1 0 0,0 0 0 0 0,0-1-1 0 0,-1 2 1 0 0,-35 27 233 0 0,33-26-225 0 0,-89 84 399 0 0,-164 200 1 0 0,-51 128-94 0 0,187-247-288 0 0,-271 406 7 0 0,-16-8-168 0 0,396-551 67 0 0,5-6 4 0 0,0 0-1 0 0,0 0 1 0 0,-1-1 0 0 0,0 0-1 0 0,-15 11 1 0 0,23-19 18 0 0,0 1 0 0 0,0-1 0 0 0,0 0 0 0 0,0 0 0 0 0,0 0 0 0 0,0 0 0 0 0,0 0 0 0 0,-1 0 0 0 0,1 0 0 0 0,0 1 0 0 0,0-1 0 0 0,0 0 0 0 0,0 0 1 0 0,0 0-1 0 0,0 0 0 0 0,-1 0 0 0 0,1 0 0 0 0,0 0 0 0 0,0 0 0 0 0,0 0 0 0 0,0 0 0 0 0,0 0 0 0 0,-1 0 0 0 0,1 0 0 0 0,0 0 0 0 0,0 0 0 0 0,0 0 0 0 0,0 0 0 0 0,0 0 0 0 0,-1 0 0 0 0,1 0 0 0 0,0 0 1 0 0,0 0-1 0 0,0 0 0 0 0,0 0 0 0 0,0 0 0 0 0,-1 0 0 0 0,1 0 0 0 0,0 0 0 0 0,0 0 0 0 0,0-1 0 0 0,0 1 0 0 0,0 0 0 0 0,0 0 0 0 0,0 0 0 0 0,-1 0 0 0 0,1 0 0 0 0,0 0 0 0 0,0 0 0 0 0,0-1 0 0 0,0 1 1 0 0,0 0-1 0 0,0 0 0 0 0,0 0 0 0 0,0 0 0 0 0,0 0 0 0 0,0-1 0 0 0,0 1 0 0 0,0 0 0 0 0,0 0 0 0 0,0 0 0 0 0,3-15-83 0 0,12-18-15 0 0,33-48-363 0 0,68-90 0 0 0,71-66-629 0 0,-28 37 667 0 0,457-485 137 0 0,-93 211 558 0 0,-172 211-531 0 0,-186 146 1408 0 0,-154 109-886 0 0,-7 4-64 0 0,1 1 1 0 0,-1 0 0 0 0,1 0 0 0 0,0 0-1 0 0,-1 0 1 0 0,11 1 1195 0 0,-17 12-814 0 0,-6 8 3 0 0,-25 30-96 0 0,-1-1 0 0 0,-3-2 1 0 0,-48 46-1 0 0,33-35-202 0 0,-668 766 645 0 0,394-405-1122 0 0,41 32-1886 0 0,206-295 1242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7.34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2673 1 14283 0 0,'-14'6'55'0'0,"1"1"1"0"0,0 0-1 0 0,0 1 0 0 0,1 1 1 0 0,0 0-1 0 0,1 1 0 0 0,-16 15 0 0 0,-1 1-298 0 0,-775 771-2845 0 0,493-475 2624 0 0,-832 903-2168 0 0,949-995 90 0 0,111-123 59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6:17.59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2499 456 0 0,'456'-506'1206'0'0,"-434"482"-1148"0"0,1345-1489 4118 0 0,-1265 1399-2776 0 0,210-183 1 0 0,-300 287-1269 0 0,-7 6-40 0 0,-1 0 0 0 0,1 0 0 0 0,-1 1 0 0 0,1-1 0 0 0,0 1 0 0 0,1 0 0 0 0,-1 0 0 0 0,0 1 0 0 0,8-3 0 0 0,-13 5-76 0 0,1 0 0 0 0,-1 0 1 0 0,0 1-1 0 0,1-1 0 0 0,-1 0 0 0 0,0 0 1 0 0,0 0-1 0 0,1 0 0 0 0,-1 0 0 0 0,0 0 1 0 0,0 1-1 0 0,1-1 0 0 0,-1 0 1 0 0,0 0-1 0 0,0 0 0 0 0,1 1 0 0 0,-1-1 1 0 0,0 0-1 0 0,0 0 0 0 0,0 1 0 0 0,1-1 1 0 0,-1 0-1 0 0,0 1 0 0 0,0-1 1 0 0,0 0-1 0 0,0 0 0 0 0,0 1 0 0 0,0-1 1 0 0,0 0-1 0 0,0 1 0 0 0,0-1 0 0 0,0 0 1 0 0,0 1-1 0 0,0-1 0 0 0,0 0 1 0 0,0 1-1 0 0,0-1 0 0 0,0 0 0 0 0,0 0 1 0 0,0 1-1 0 0,0-1 0 0 0,0 0 0 0 0,0 1 1 0 0,0-1-1 0 0,-1 0 0 0 0,1 0 0 0 0,0 1 1 0 0,0-1-1 0 0,0 0 0 0 0,-1 0 1 0 0,1 1-1 0 0,-9 19 378 0 0,9-19-346 0 0,-27 45 1373 0 0,-52 68 0 0 0,40-59-833 0 0,-1018 1261 4198 0 0,688-917-4443 0 0,135-146-674 0 0,81-90-154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4.2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215 0 15203 0 0,'0'0'55'0'0,"-1"1"-1"0"0,1-1 0 0 0,0 0 1 0 0,0 1-1 0 0,-1-1 1 0 0,1 1-1 0 0,0-1 0 0 0,0 0 1 0 0,-1 1-1 0 0,1-1 1 0 0,0 1-1 0 0,0-1 0 0 0,0 0 1 0 0,0 1-1 0 0,0-1 1 0 0,0 1-1 0 0,0-1 1 0 0,-1 1-1 0 0,1-1 0 0 0,1 1 1 0 0,-1-1-1 0 0,0 0 1 0 0,0 1-1 0 0,0-1 0 0 0,0 1 1 0 0,0-1-1 0 0,0 1 1 0 0,0-1-1 0 0,1 1 0 0 0,1 21-436 0 0,2 13 365 0 0,-1-1-1 0 0,-2 1 1 0 0,-6 69 0 0 0,-27 107 624 0 0,26-177-522 0 0,-48 444 406 0 0,36 4-501 0 0,12-248 139 0 0,-11 208 687 0 0,-10 495 524 0 0,61-201-1033 0 0,0-31-324 0 0,-52-54 424 0 0,-27 1 918 0 0,-12 242-83 0 0,51-705-1160 0 0,6-151-305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4.8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48 14283 0 0,'-6'0'508'0'0,"-11"1"551"0"0,17 3-972 0 0,9 4-109 0 0,8 2-454 0 0,1 0-1 0 0,-1-1 0 0 0,2-1 0 0 0,-1-1 1 0 0,39 9-1 0 0,102 12 608 0 0,-92-19-278 0 0,168 20 1320 0 0,455-2-1 0 0,240-76 1833 0 0,-371 13-1568 0 0,-100 12-490 0 0,1401-59-283 0 0,194 75-400 0 0,-1065 14 1052 0 0,-568-14-1112 0 0,-243 0-6752 0 0,-129 5-611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5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2365 1 10138 0 0,'5'24'314'0'0,"-2"1"-1"0"0,0 0 1 0 0,-2 1-1 0 0,0-1 1 0 0,-2 0 0 0 0,-1 0-1 0 0,-1 0 1 0 0,-1 0-1 0 0,-1 0 1 0 0,-1-1-1 0 0,-11 29 1 0 0,-15 28 418 0 0,-79 142 0 0 0,104-210-704 0 0,-183 326 507 0 0,-105 203 165 0 0,137-235-532 0 0,-144 324-216 0 0,-92 317 718 0 0,336-811-27 0 0,-152 324 719 0 0,133-313-599 0 0,-99 144-1 0 0,-7 5 169 0 0,153-239-726 0 0,3 0 1 0 0,3 2-1 0 0,-25 87 1 0 0,45-133-263 0 0,1 0 0 0 0,0 0 0 0 0,0 1 0 0 0,2-1 0 0 0,-1 1 0 0 0,2-1 0 0 0,0 1-1 0 0,4 26 1 0 0,-2-35-399 0 0,0-6-6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7.1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249 230 3225 0 0,'-52'-114'1858'0'0,"45"101"-1332"0"0,0 1-1 0 0,-1 0 1 0 0,0 1 0 0 0,-1-1 0 0 0,-1 2-1 0 0,-17-17 1 0 0,25 25-356 0 0,0 0 0 0 0,0 0 0 0 0,0 1 0 0 0,0-1 0 0 0,0 1 0 0 0,0 0 0 0 0,-1 0-1 0 0,1-1 1 0 0,-1 1 0 0 0,1 1 0 0 0,0-1 0 0 0,-1 0 0 0 0,0 1 0 0 0,1-1 0 0 0,-1 1 0 0 0,1 0 0 0 0,-1 0-1 0 0,1 0 1 0 0,-1 0 0 0 0,-4 1 0 0 0,5 0-18 0 0,-1 0 0 0 0,1 0 0 0 0,-1 0 0 0 0,1 1-1 0 0,0 0 1 0 0,-1-1 0 0 0,1 1 0 0 0,0 0 0 0 0,0 0-1 0 0,0 0 1 0 0,0 0 0 0 0,1 0 0 0 0,-1 1 0 0 0,0-1 0 0 0,-1 5-1 0 0,-3 5 127 0 0,1 1 0 0 0,1 0 0 0 0,0-1 0 0 0,1 2 0 0 0,0-1 0 0 0,-2 21 0 0 0,4 9-54 0 0,1 0-1 0 0,2 0 1 0 0,2 0 0 0 0,2 0-1 0 0,1-1 1 0 0,3 0-1 0 0,1 0 1 0 0,31 72 0 0 0,-34-96 24 0 0,1-1 0 0 0,1-1 0 0 0,0 0 0 0 0,1 0 0 0 0,23 24 0 0 0,72 58 1074 0 0,-1-2-1012 0 0,-102-93-394 0 0,0 0 0 0 0,-1 0-1 0 0,1 1 1 0 0,-1-1 0 0 0,1 1 0 0 0,-1 0-1 0 0,0 0 1 0 0,3 8 0 0 0,-5-10-414 0 0,1 0 0 0 0,-1 0 1 0 0,0 0-1 0 0,1 0 1 0 0,-1 0-1 0 0,0 0 0 0 0,0 1 1 0 0,-1-1-1 0 0,1 0 0 0 0,0 0 1 0 0,-1 0-1 0 0,1 0 0 0 0,-2 2 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7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24 372 3225 0 0,'-2'-2'111'0'0,"0"1"0"0"0,0-1 1 0 0,0 1-1 0 0,1-1 0 0 0,-1 0 1 0 0,1 0-1 0 0,-1 0 0 0 0,1 0 1 0 0,0 0-1 0 0,-1 0 0 0 0,1 0 1 0 0,0 0-1 0 0,0 0 0 0 0,1 0 1 0 0,-1-1-1 0 0,0 1 0 0 0,1 0 1 0 0,-1-4-1 0 0,2 2 267 0 0,-1 1 0 0 0,1-1 0 0 0,0 1 0 0 0,0-1 0 0 0,1 1 0 0 0,-1-1 0 0 0,1 1 0 0 0,-1 0 0 0 0,1 0 0 0 0,0 0-1 0 0,4-5 1 0 0,11-14 1023 0 0,2 1 0 0 0,0 0 0 0 0,1 2-1 0 0,1 0 1 0 0,38-26 0 0 0,126-68 1295 0 0,-165 102-2762 0 0,6-3-464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7.9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0,'23'9'5068'0'0,"13"7"-2662"0"0,-14 0-1487 0 0,0 0-1 0 0,-2 2 1 0 0,33 35-1 0 0,-32-26-835 0 0,0 0-1 0 0,-1 1 0 0 0,-2 1 0 0 0,27 57 0 0 0,-30-52-454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8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6 8754 0 0,'-2'0'158'0'0,"1"-1"-1"0"0,0 0 1 0 0,-1 1 0 0 0,1-1 0 0 0,-1 1 0 0 0,1-1-1 0 0,0 1 1 0 0,-1-1 0 0 0,1 1 0 0 0,-1 0-1 0 0,1 0 1 0 0,-1 0 0 0 0,1 0 0 0 0,-1 0 0 0 0,1 0-1 0 0,-1 0 1 0 0,1 1 0 0 0,-1-1 0 0 0,1 0-1 0 0,-1 1 1 0 0,1 0 0 0 0,-2 0 0 0 0,1 1-19 0 0,0-1 0 0 0,0 1 0 0 0,0-1 0 0 0,1 1 1 0 0,-1 0-1 0 0,0 0 0 0 0,1 0 0 0 0,0 0 0 0 0,0 0 0 0 0,-1 0 1 0 0,1 1-1 0 0,-1 3 0 0 0,-2 6 172 0 0,1 1 0 0 0,0 0-1 0 0,1 0 1 0 0,0 16 0 0 0,0 24 321 0 0,2 1-1 0 0,3-1 1 0 0,14 78 0 0 0,46 159-9 0 0,-32-161-887 0 0,-12-53-1758 0 0,-12-59 327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8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1 302 11058 0 0,'1'-6'196'0'0,"1"0"0"0"0,0 0 0 0 0,0 1 0 0 0,1-1 0 0 0,-1 1 0 0 0,1-1 0 0 0,1 1 0 0 0,-1 0 0 0 0,1 0 0 0 0,-1 0 0 0 0,1 1 0 0 0,6-6 0 0 0,9-7 1184 0 0,34-23-1 0 0,-29 22-906 0 0,11-7 616 0 0,2 1 0 0 0,51-24-1 0 0,27 0-4372 0 0,-92 41 2067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9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54 10594 0 0,'12'-5'1270'0'0,"0"0"-1"0"0,0 1 1 0 0,0 0-1 0 0,17-2 1 0 0,-22 5-962 0 0,0 0-1 0 0,0 0 1 0 0,-1 0 0 0 0,1 1-1 0 0,0 0 1 0 0,0 1 0 0 0,0 0 0 0 0,0 0-1 0 0,11 3 1 0 0,-15-3-203 0 0,1 1 1 0 0,-1 0-1 0 0,0 0 0 0 0,0 0 1 0 0,0 0-1 0 0,0 1 0 0 0,-1-1 1 0 0,1 1-1 0 0,-1-1 0 0 0,1 1 1 0 0,-1 0-1 0 0,0 0 0 0 0,0 0 1 0 0,2 5-1 0 0,19 53 572 0 0,-8-21-165 0 0,-15-39-492 0 0,1 0 1 0 0,-1 0 0 0 0,1 0-1 0 0,-1 0 1 0 0,1 0 0 0 0,0 0-1 0 0,-1 0 1 0 0,1 0 0 0 0,0 0-1 0 0,0 0 1 0 0,-1-1 0 0 0,1 1-1 0 0,0 0 1 0 0,0 0 0 0 0,0-1-1 0 0,0 1 1 0 0,0-1 0 0 0,0 1-1 0 0,0-1 1 0 0,0 1 0 0 0,0-1-1 0 0,1 0 1 0 0,-1 0-1 0 0,0 1 1 0 0,0-1 0 0 0,0 0-1 0 0,0 0 1 0 0,0 0 0 0 0,1 0-1 0 0,-1 0 1 0 0,0 0 0 0 0,0-1-1 0 0,0 1 1 0 0,0 0 0 0 0,0 0-1 0 0,0-1 1 0 0,0 1 0 0 0,0-1-1 0 0,0 1 1 0 0,0-1 0 0 0,0 1-1 0 0,0-1 1 0 0,0 0 0 0 0,1-1-1 0 0,6-4 27 0 0,0 0-1 0 0,-1 0 0 0 0,0-1 0 0 0,7-9 1 0 0,-10 12-47 0 0,86-102-1658 0 0,-62 72-6326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9.7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265 1 11522 0 0,'-3'0'172'0'0,"-1"0"-1"0"0,0 0 0 0 0,1 1 0 0 0,-1-1 0 0 0,1 1 0 0 0,0 0 0 0 0,-1 0 0 0 0,1 0 0 0 0,0 1 0 0 0,-6 2 0 0 0,-37 23 287 0 0,33-19-242 0 0,0 0-30 0 0,0 1 1 0 0,0 0-1 0 0,1 1 1 0 0,0 1 0 0 0,0-1-1 0 0,2 2 1 0 0,-1 0-1 0 0,1 0 1 0 0,-10 17 0 0 0,15-19-87 0 0,-1 0 0 0 0,2 0 0 0 0,-1 0 0 0 0,2 1 1 0 0,-1-1-1 0 0,1 1 0 0 0,1 0 0 0 0,0 0 0 0 0,1 0 1 0 0,0 0-1 0 0,0 0 0 0 0,1 0 0 0 0,3 21 0 0 0,1-8-14 0 0,2 0-1 0 0,0-1 0 0 0,1 0 0 0 0,2-1 1 0 0,0 0-1 0 0,1 0 0 0 0,1-1 0 0 0,1 0 1 0 0,23 29-1 0 0,-9-18-78 0 0,2-1 0 0 0,0-1 0 0 0,2-2 0 0 0,58 43 1 0 0,-76-62-168 0 0,8 5-669 0 0,27 26 0 0 0,-41-35 34 0 0,-1 1 0 0 0,1 1 0 0 0,-2-1 0 0 0,9 14 1 0 0,-5-4-839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39.9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0 302 14747 0 0,'13'-19'554'0'0,"0"0"0"0"0,1 1 0 0 0,1 0 0 0 0,0 1-1 0 0,27-22 1 0 0,-24 22 52 0 0,0-1-450 0 0,1 2 1 0 0,1 0-1 0 0,1 1 0 0 0,0 1 1 0 0,26-13-1 0 0,-29 19-1047 0 0,0 0 0 0 0,1 2-1 0 0,0 0 1 0 0,22-4 0 0 0,-16 5 468 0 0,-3 0 315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1.0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 7370 0 0,'2'-1'172'0'0,"0"0"0"0"0,0 0 1 0 0,0 0-1 0 0,0 0 1 0 0,1 0-1 0 0,-1 1 0 0 0,0-1 1 0 0,0 1-1 0 0,0-1 0 0 0,1 1 1 0 0,-1 0-1 0 0,0 0 1 0 0,1 0-1 0 0,-1 0 0 0 0,0 0 1 0 0,0 0-1 0 0,1 1 1 0 0,-1-1-1 0 0,0 1 0 0 0,0 0 1 0 0,0-1-1 0 0,1 1 1 0 0,-1 0-1 0 0,0 0 0 0 0,0 0 1 0 0,-1 1-1 0 0,3 1 1 0 0,-1-1-65 0 0,-1 1 0 0 0,0-1 1 0 0,-1 1-1 0 0,1 0 1 0 0,0-1-1 0 0,-1 1 1 0 0,1 0-1 0 0,-1 0 1 0 0,0 0-1 0 0,0 1 1 0 0,0-1-1 0 0,-1 0 1 0 0,1 0-1 0 0,-1 0 1 0 0,1 1-1 0 0,-1-1 1 0 0,0 0-1 0 0,-1 5 1 0 0,-1 7 94 0 0,-1 1-1 0 0,-1-1 1 0 0,-7 22 0 0 0,-2 6-534 0 0,13-42 333 0 0,0-1 1 0 0,0 1-1 0 0,0 0 0 0 0,0 0 1 0 0,0-1-1 0 0,0 1 1 0 0,0 0-1 0 0,0-1 0 0 0,0 1 1 0 0,0 0-1 0 0,1 0 1 0 0,-1-1-1 0 0,0 1 0 0 0,0 0 1 0 0,1-1-1 0 0,-1 1 1 0 0,0 0-1 0 0,1-1 0 0 0,-1 1 1 0 0,1-1-1 0 0,-1 1 1 0 0,1 0-1 0 0,-1-1 0 0 0,1 1 1 0 0,-1-1-1 0 0,1 0 0 0 0,-1 1 1 0 0,1-1-1 0 0,0 1 1 0 0,-1-1-1 0 0,1 0 0 0 0,0 1 1 0 0,-1-1-1 0 0,1 0 1 0 0,0 0-1 0 0,-1 0 0 0 0,1 0 1 0 0,0 1-1 0 0,0-1 1 0 0,-1 0-1 0 0,1 0 0 0 0,0 0 1 0 0,-1 0-1 0 0,1-1 1 0 0,1 1-1 0 0,39-4-187 0 0,-36 3 68 0 0,17-2 166 0 0,-1 0 0 0 0,1 1 0 0 0,0 1 0 0 0,0 2 0 0 0,32 3 0 0 0,-48-3 34 0 0,0 0 0 0 0,1 1 0 0 0,-1-1-1 0 0,0 1 1 0 0,0 0 0 0 0,0 1 0 0 0,-1 0 0 0 0,1 0-1 0 0,-1 0 1 0 0,1 0 0 0 0,-1 1 0 0 0,0 0 0 0 0,0 0 0 0 0,-1 0-1 0 0,1 1 1 0 0,-1-1 0 0 0,0 1 0 0 0,0 0 0 0 0,0 1-1 0 0,-1-1 1 0 0,0 0 0 0 0,0 1 0 0 0,4 10 0 0 0,-5-8 180 0 0,-1 0 0 0 0,0 0 0 0 0,0 0 0 0 0,-1 0 0 0 0,0 0 0 0 0,0 0 0 0 0,0 1 1 0 0,-1-1-1 0 0,-1 0 0 0 0,1 0 0 0 0,-1-1 0 0 0,-1 1 0 0 0,1 0 0 0 0,-1-1 0 0 0,-5 10 0 0 0,-6 8-470 0 0,0 0 0 0 0,-34 45-1 0 0,27-44-7076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3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0 114 10594 0 0,'2'5'210'0'0,"-1"0"-1"0"0,0 0 1 0 0,0 1-1 0 0,-1-1 1 0 0,1 0-1 0 0,-2 11 1 0 0,2 2 17 0 0,1 21 56 0 0,0-6 310 0 0,10 62-1 0 0,-11-87-533 0 0,1-1 0 0 0,0 1 1 0 0,0-1-1 0 0,1 1 0 0 0,0-1 1 0 0,0 0-1 0 0,1 0 0 0 0,0-1 0 0 0,0 1 1 0 0,0-1-1 0 0,1 0 0 0 0,0 0 1 0 0,10 9-1 0 0,-12-13-79 0 0,0 1 1 0 0,0-1 0 0 0,0 0-1 0 0,1 0 1 0 0,-1-1 0 0 0,1 1-1 0 0,0-1 1 0 0,-1 1 0 0 0,1-1-1 0 0,0 0 1 0 0,0-1 0 0 0,0 1-1 0 0,0-1 1 0 0,0 1-1 0 0,0-1 1 0 0,-1 0 0 0 0,7-1-1 0 0,-3-1-152 0 0,0 0 0 0 0,-1 0 0 0 0,1 0 0 0 0,-1-1 0 0 0,0 1 0 0 0,0-2 0 0 0,0 1 0 0 0,0-1 0 0 0,7-6 0 0 0,1-2-685 0 0,0-1-1 0 0,-1 0 1 0 0,-1-1 0 0 0,0 0 0 0 0,-1-1-1 0 0,15-26 1 0 0,-19 28 400 0 0,-1 0 1 0 0,0-1-1 0 0,-1 1 0 0 0,0-1 0 0 0,-1 0 1 0 0,-1 0-1 0 0,0-1 0 0 0,-1 1 0 0 0,-1-1 1 0 0,0-15-1 0 0,-1 16 625 0 0,-1-1 1 0 0,-1 1-1 0 0,-1 0 1 0 0,0 1-1 0 0,0-1 1 0 0,-8-17-1 0 0,10 29-74 0 0,1 0 0 0 0,-1 1-1 0 0,1-1 1 0 0,-1 0 0 0 0,0 1-1 0 0,0-1 1 0 0,0 1 0 0 0,0-1-1 0 0,0 1 1 0 0,0-1 0 0 0,0 1-1 0 0,0 0 1 0 0,-1 0 0 0 0,1-1 0 0 0,0 1-1 0 0,-1 0 1 0 0,1 0 0 0 0,-1 0-1 0 0,1 1 1 0 0,-1-1 0 0 0,0 0-1 0 0,1 0 1 0 0,-3 0 0 0 0,2 1-9 0 0,0 0-1 0 0,-1 1 1 0 0,1-1 0 0 0,0 0 0 0 0,0 1 0 0 0,0 0 0 0 0,0-1 0 0 0,0 1-1 0 0,0 0 1 0 0,0 0 0 0 0,0 0 0 0 0,0 0 0 0 0,0 0 0 0 0,0 0 0 0 0,1 1-1 0 0,-3 1 1 0 0,-3 4 67 0 0,0 0-1 0 0,0 1 0 0 0,0 0 1 0 0,1 1-1 0 0,0-1 0 0 0,-8 17 1 0 0,12-20-185 0 0,0-1 0 0 0,0 1 0 0 0,0 0 0 0 0,0 0 0 0 0,1 0 0 0 0,0 0 0 0 0,0 0 0 0 0,0 0 0 0 0,1 0 0 0 0,0 0 0 0 0,0 0 0 0 0,0 0-1 0 0,1 0 1 0 0,-1 0 0 0 0,1 0 0 0 0,0 0 0 0 0,1 0 0 0 0,-1 0 0 0 0,5 8 0 0 0,3 2-287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3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110 147 10594 0 0,'-12'-55'1252'0'0,"-11"-37"1434"0"0,23 93-2657 0 0,0-1 0 0 0,0 0 0 0 0,0 1-1 0 0,0-1 1 0 0,0 0 0 0 0,0 0-1 0 0,0 1 1 0 0,0-1 0 0 0,0 0-1 0 0,-1 0 1 0 0,1 1 0 0 0,0-1-1 0 0,0 0 1 0 0,0 0 0 0 0,0 0 0 0 0,-1 1-1 0 0,1-1 1 0 0,0 0 0 0 0,0 0-1 0 0,-1 0 1 0 0,1 0 0 0 0,0 1-1 0 0,0-1 1 0 0,-1 0 0 0 0,1 0 0 0 0,0 0-1 0 0,0 0 1 0 0,-1 0 0 0 0,1 0-1 0 0,0 0 1 0 0,0 0 0 0 0,-1 0-1 0 0,1 0 1 0 0,0 0 0 0 0,-1 0 0 0 0,1 0-1 0 0,0 0 1 0 0,0 0 0 0 0,-1 0-1 0 0,1 0 1 0 0,0 0 0 0 0,0 0-1 0 0,-1 0 1 0 0,1 0 0 0 0,0-1-1 0 0,0 1 1 0 0,-1 0 0 0 0,1 0 0 0 0,0 0-1 0 0,0 0 1 0 0,-1-1 0 0 0,1 1-1 0 0,0 0 1 0 0,0 0 0 0 0,0 0-1 0 0,0-1 1 0 0,-1 1 0 0 0,1 0 0 0 0,0 0-1 0 0,0-1 1 0 0,0 1 0 0 0,0 0-1 0 0,0 0 1 0 0,0-1 0 0 0,0 1-1 0 0,-10 24 853 0 0,10-23-840 0 0,-16 44 511 0 0,9-27-709 0 0,0-1-1 0 0,1 1 0 0 0,2 0 0 0 0,-1 0 0 0 0,2 1 0 0 0,-2 31 1 0 0,5-49 115 0 0,0 1-1 0 0,0-1 1 0 0,0 0 0 0 0,0 0 0 0 0,0 1 0 0 0,1-1 0 0 0,-1 0 0 0 0,0 0 0 0 0,1 1 0 0 0,-1-1 0 0 0,1 0 0 0 0,-1 0 0 0 0,1 0 0 0 0,-1 0 0 0 0,1 0 0 0 0,0 0 0 0 0,-1 0 0 0 0,1 0 0 0 0,0 0-1 0 0,0 0 1 0 0,0 0 0 0 0,0 0 0 0 0,0-1 0 0 0,0 1 0 0 0,2 1 0 0 0,-1-2 16 0 0,0 1-1 0 0,0-1 1 0 0,0 0-1 0 0,0 0 1 0 0,0 0-1 0 0,0 0 1 0 0,0 0-1 0 0,0 0 1 0 0,0 0-1 0 0,0-1 0 0 0,0 1 1 0 0,0-1-1 0 0,0 1 1 0 0,2-2-1 0 0,6-2 170 0 0,-1-1-1 0 0,1 0 1 0 0,-1-1-1 0 0,15-12 1 0 0,-9 5 193 0 0,-1 0 1 0 0,0-1-1 0 0,-2 0 1 0 0,1-1-1 0 0,-2 0 0 0 0,0-1 1 0 0,-1 0-1 0 0,0-1 1 0 0,-1 0-1 0 0,7-22 1 0 0,-15 38-333 0 0,-1 1 0 0 0,0 0 0 0 0,0-1 0 0 0,0 1 0 0 0,1 0 0 0 0,-1-1 1 0 0,0 1-1 0 0,0-1 0 0 0,0 1 0 0 0,0 0 0 0 0,0-1 0 0 0,0 1 0 0 0,0-1 1 0 0,0 1-1 0 0,0-1 0 0 0,0 1 0 0 0,0 0 0 0 0,0-1 0 0 0,0 1 0 0 0,0-1 1 0 0,0 1-1 0 0,0 0 0 0 0,-1-1 0 0 0,1 1 0 0 0,0-1 0 0 0,0 1 1 0 0,0 0-1 0 0,-1-1 0 0 0,1 1 0 0 0,0 0 0 0 0,0-1 0 0 0,-1 1 0 0 0,1 0 1 0 0,0 0-1 0 0,-1-1 0 0 0,1 1 0 0 0,0 0 0 0 0,-1 0 0 0 0,1 0 0 0 0,0-1 1 0 0,-1 1-1 0 0,1 0 0 0 0,0 0 0 0 0,-2 0 0 0 0,-19 4-1555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0 14747 0 0,'-2'3'92'0'0,"0"-1"0"0"0,0 1 0 0 0,1 0 0 0 0,-1 0-1 0 0,1 0 1 0 0,-1 0 0 0 0,1 0 0 0 0,0 0 0 0 0,0 1 0 0 0,0-1 0 0 0,0 4 0 0 0,-3 6-65 0 0,2-7-76 0 0,-4 12-20 0 0,0 1 0 0 0,1 1-1 0 0,1-1 1 0 0,-3 28 0 0 0,7-43 95 0 0,0 1-1 0 0,0 0 1 0 0,0-1 0 0 0,1 1 0 0 0,0-1-1 0 0,0 1 1 0 0,0-1 0 0 0,0 1-1 0 0,1-1 1 0 0,3 8 0 0 0,-3-9 12 0 0,0-1 0 0 0,0 1 0 0 0,0-1 0 0 0,0 0 0 0 0,0 0 1 0 0,0 0-1 0 0,1 0 0 0 0,-1 0 0 0 0,1 0 0 0 0,-1-1 0 0 0,1 1 0 0 0,0-1 0 0 0,-1 0 0 0 0,1 1 0 0 0,0-1 1 0 0,0-1-1 0 0,0 1 0 0 0,4 0 0 0 0,-3-1 26 0 0,1 0-1 0 0,-1 0 1 0 0,1-1 0 0 0,-1 0 0 0 0,1 0 0 0 0,-1 0 0 0 0,1 0-1 0 0,-1-1 1 0 0,0 0 0 0 0,0 0 0 0 0,1 0 0 0 0,-2 0-1 0 0,1-1 1 0 0,0 0 0 0 0,0 1 0 0 0,-1-1 0 0 0,1 0-1 0 0,-1-1 1 0 0,0 1 0 0 0,0-1 0 0 0,0 1 0 0 0,-1-1-1 0 0,1 0 1 0 0,-1 0 0 0 0,2-5 0 0 0,-33 34 157 0 0,11-2-274 0 0,1 0 0 0 0,2 1-1 0 0,0 0 1 0 0,1 1 0 0 0,-12 31-1 0 0,25-54-16 0 0,0 0 0 0 0,0 1 0 0 0,0-1 0 0 0,0 1 0 0 0,1-1 0 0 0,-1 1 0 0 0,1 0 0 0 0,-1-1 0 0 0,1 1 0 0 0,0 0 0 0 0,0-1 0 0 0,0 1 0 0 0,0-1 0 0 0,1 1 0 0 0,-1 0 1 0 0,1-1-1 0 0,0 1 0 0 0,1 3 0 0 0,8 7-102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4.4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1 7834 0 0,'0'7'2056'0'0,"1"-4"-1699"0"0,-1 0 1 0 0,0 0 0 0 0,0-1-1 0 0,0 1 1 0 0,-1 0-1 0 0,1 0 1 0 0,-1 0 0 0 0,-1 5-1 0 0,-11 20 565 0 0,10-22-603 0 0,0 0 1 0 0,0 0-1 0 0,0 0 0 0 0,1 1 1 0 0,0-1-1 0 0,0 1 1 0 0,-1 12-1 0 0,3-18-313 0 0,0 0 1 0 0,0 0 0 0 0,1 0-1 0 0,-1 0 1 0 0,0 0 0 0 0,1 0-1 0 0,-1 0 1 0 0,1 0-1 0 0,-1 0 1 0 0,1 0 0 0 0,-1 0-1 0 0,1 0 1 0 0,0-1 0 0 0,-1 1-1 0 0,1 0 1 0 0,0 0-1 0 0,0-1 1 0 0,-1 1 0 0 0,1 0-1 0 0,0-1 1 0 0,0 1 0 0 0,0-1-1 0 0,0 1 1 0 0,2 0-1 0 0,10 8-2596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4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96 13363 0 0,'-1'-4'238'0'0,"0"-1"0"0"0,0 1 1 0 0,1-1-1 0 0,-1 1 0 0 0,1-1 0 0 0,0 0 0 0 0,0 1 1 0 0,1-1-1 0 0,-1 1 0 0 0,3-8 0 0 0,-3 9-129 0 0,1 1 0 0 0,0 0 0 0 0,0 0 0 0 0,0 0 0 0 0,0 0 0 0 0,1 0 0 0 0,-1 0 0 0 0,0 0 1 0 0,1 0-1 0 0,-1 0 0 0 0,1 1 0 0 0,0-1 0 0 0,-1 1 0 0 0,1-1 0 0 0,0 1 0 0 0,0-1 0 0 0,0 1 0 0 0,0 0 0 0 0,0 0 0 0 0,0 0 0 0 0,1 0 0 0 0,3-1 0 0 0,-4 2-43 0 0,0 0 0 0 0,0 0 0 0 0,0 0 0 0 0,0 0-1 0 0,0 1 1 0 0,0-1 0 0 0,0 0 0 0 0,0 1 0 0 0,0-1 0 0 0,0 1 0 0 0,-1 0 0 0 0,1 0 0 0 0,0 0 0 0 0,0-1 0 0 0,-1 2 0 0 0,1-1 0 0 0,0 0 0 0 0,-1 0 0 0 0,1 0 0 0 0,-1 1 0 0 0,0-1 0 0 0,1 1 0 0 0,-1-1 0 0 0,1 3 0 0 0,29 48 457 0 0,-22-36-379 0 0,-2-2-111 0 0,1-1 0 0 0,1 0 0 0 0,0 0 0 0 0,1-1-1 0 0,0-1 1 0 0,18 17 0 0 0,-25-26-50 0 0,0 1 0 0 0,0-1 0 0 0,1 0 0 0 0,-1 0 0 0 0,1 0 1 0 0,-1 0-1 0 0,1-1 0 0 0,-1 0 0 0 0,1 1 0 0 0,0-1 0 0 0,0 0 0 0 0,0-1 0 0 0,-1 1 0 0 0,1-1 0 0 0,0 0 0 0 0,0 1 0 0 0,0-2 0 0 0,0 1 0 0 0,0 0 1 0 0,0-1-1 0 0,0 0 0 0 0,-1 0 0 0 0,1 0 0 0 0,0 0 0 0 0,-1-1 0 0 0,1 1 0 0 0,0-1 0 0 0,-1 0 0 0 0,0 0 0 0 0,6-5 0 0 0,-2 1-91 0 0,0 0-1 0 0,-1 0 1 0 0,1-1 0 0 0,-2 1-1 0 0,1-1 1 0 0,-1-1-1 0 0,0 1 1 0 0,0-1-1 0 0,5-13 1 0 0,-9 18 122 0 0,1 1 1 0 0,-1 0 0 0 0,0-1 0 0 0,-1 1 0 0 0,1-1-1 0 0,0 1 1 0 0,-1-1 0 0 0,1 0 0 0 0,-1 1-1 0 0,0-1 1 0 0,0 1 0 0 0,0-1 0 0 0,0 0-1 0 0,-1 1 1 0 0,1-1 0 0 0,-1 1 0 0 0,1-1-1 0 0,-1 1 1 0 0,0-1 0 0 0,0 1 0 0 0,0-1-1 0 0,0 1 1 0 0,0 0 0 0 0,-1 0 0 0 0,1-1-1 0 0,-1 1 1 0 0,1 0 0 0 0,-1 0 0 0 0,0 1-1 0 0,0-1 1 0 0,0 0 0 0 0,0 0 0 0 0,0 1-1 0 0,0-1 1 0 0,0 1 0 0 0,0 0 0 0 0,-5-2-1 0 0,5 2-7 0 0,-1 0-1 0 0,1 1 0 0 0,-1-1 1 0 0,1 1-1 0 0,-1-1 0 0 0,1 1 0 0 0,-1 0 1 0 0,1 0-1 0 0,-1 0 0 0 0,0 0 1 0 0,1 0-1 0 0,-1 1 0 0 0,1-1 1 0 0,-1 1-1 0 0,1 0 0 0 0,-1 0 1 0 0,1 0-1 0 0,0 0 0 0 0,-1 0 1 0 0,-3 2-1 0 0,-14 13-5380 0 0,7-1-955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5.1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46 12443 0 0,'46'-33'1837'0'0,"-44"31"-1749"0"0,1 0 0 0 0,-1 1 0 0 0,1 0 0 0 0,-1 0 1 0 0,1-1-1 0 0,0 2 0 0 0,0-1 0 0 0,-1 0 1 0 0,1 0-1 0 0,0 1 0 0 0,0 0 0 0 0,0-1 0 0 0,0 1 1 0 0,0 0-1 0 0,-1 1 0 0 0,1-1 0 0 0,4 1 0 0 0,-6 0-23 0 0,1 0 0 0 0,-1 0 0 0 0,0 0 0 0 0,1 0 0 0 0,-1 0 0 0 0,0 0-1 0 0,0 1 1 0 0,0-1 0 0 0,0 0 0 0 0,0 1 0 0 0,0-1 0 0 0,0 0 0 0 0,0 1 0 0 0,-1 0-1 0 0,1-1 1 0 0,0 1 0 0 0,-1-1 0 0 0,1 3 0 0 0,6 38 490 0 0,-4-20-369 0 0,-1-16-238 0 0,0 0 1 0 0,0 0-1 0 0,1 0 0 0 0,-1-1 0 0 0,1 1 0 0 0,1-1 1 0 0,-1 1-1 0 0,8 8 0 0 0,-10-13-30 0 0,0 0 1 0 0,-1-1-1 0 0,1 1 1 0 0,0 0-1 0 0,0 0 0 0 0,0-1 1 0 0,0 1-1 0 0,0-1 1 0 0,0 1-1 0 0,0-1 0 0 0,0 1 1 0 0,0-1-1 0 0,0 1 1 0 0,0-1-1 0 0,0 0 0 0 0,0 0 1 0 0,0 0-1 0 0,0 1 1 0 0,0-1-1 0 0,0 0 0 0 0,2-1 1 0 0,-1 1-93 0 0,-1-1 1 0 0,1 0-1 0 0,-1 0 1 0 0,0 0-1 0 0,1 0 1 0 0,-1 0-1 0 0,0 0 1 0 0,0 0-1 0 0,1-1 1 0 0,-1 1-1 0 0,0 0 0 0 0,0-1 1 0 0,-1 1-1 0 0,1-1 1 0 0,0 1-1 0 0,0-1 1 0 0,-1 1-1 0 0,1-1 1 0 0,0-1-1 0 0,9-36-1403 0 0,-8 22-1487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5.5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80 14283 0 0,'12'1'1947'0'0,"7"6"-1645"0"0,6 10-34 0 0,-1 1 1 0 0,33 32-1 0 0,-37-31 124 0 0,1-1 0 0 0,0-1 0 0 0,1-1 0 0 0,44 25 0 0 0,-59-38-346 0 0,-1 0 0 0 0,1-1 1 0 0,0 1-1 0 0,0-2 0 0 0,0 1 0 0 0,0-1 0 0 0,0 0 0 0 0,0 0 0 0 0,0-1 0 0 0,0 0 1 0 0,0 0-1 0 0,0-1 0 0 0,0 1 0 0 0,1-2 0 0 0,-1 1 0 0 0,-1-1 0 0 0,1 0 1 0 0,0 0-1 0 0,0-1 0 0 0,-1 0 0 0 0,0 0 0 0 0,1-1 0 0 0,6-5 0 0 0,10-9-1182 0 0,0-2-1 0 0,-1 0 1 0 0,-1-2-1 0 0,-1 0 0 0 0,-1-1 1 0 0,-1-1-1 0 0,23-39 1 0 0,-8 7-2942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5.8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482 0 8290 0 0,'-44'27'1469'0'0,"1"1"1"0"0,-41 35 0 0 0,-47 32-4111 0 0,128-93 2630 0 0,0 0 0 0 0,0 0 0 0 0,0-1-1 0 0,-1 0 1 0 0,1 1 0 0 0,0-1 0 0 0,0 0 0 0 0,-1 0-1 0 0,1-1 1 0 0,0 1 0 0 0,-1-1 0 0 0,1 0 0 0 0,-1 0 0 0 0,1 0-1 0 0,-7-1 1 0 0,2-1-36 0 0,1 0 0 0 0,-1-1 0 0 0,0 0-1 0 0,1-1 1 0 0,-8-4 0 0 0,-12-6-14 0 0,25 13 53 0 0,0 0 0 0 0,-1 0 0 0 0,1 0-1 0 0,-1 0 1 0 0,1 1 0 0 0,-1-1 0 0 0,1 1-1 0 0,-1-1 1 0 0,1 1 0 0 0,-6 0 0 0 0,0 3-59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5.9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1 456 0 0,'0'3'292'0'0,"0"0"0"0"0,0-1 0 0 0,0 1 0 0 0,0 0 0 0 0,1 0 0 0 0,-1-1 0 0 0,1 1 0 0 0,0 0 0 0 0,0-1 0 0 0,0 1 0 0 0,0 0 0 0 0,1-1 0 0 0,-1 1 0 0 0,0-1 0 0 0,1 0 0 0 0,0 0 0 0 0,0 1 0 0 0,0-1 0 0 0,-1 0 0 0 0,2 0 0 0 0,-1-1 0 0 0,0 1 0 0 0,0 0 0 0 0,1-1 0 0 0,-1 1 0 0 0,4 0 0 0 0,4 2 494 0 0,-1-1 0 0 0,1 0 0 0 0,1-1 1 0 0,-1 0-1 0 0,16 0 0 0 0,-24-1-698 0 0,9 2-220 0 0,-10-1-364 0 0,-2-2 459 0 0,0 0-1 0 0,0 0 1 0 0,0 0-1 0 0,0 0 1 0 0,0-1-1 0 0,0 1 1 0 0,0 0-1 0 0,1-1 1 0 0,-1 1-1 0 0,0-1 1 0 0,0 1 0 0 0,0-1-1 0 0,1 1 1 0 0,-1-1-1 0 0,0 1 1 0 0,0-1-1 0 0,1 0 1 0 0,-1 0-1 0 0,1 1 1 0 0,-2-2 0 0 0,-5-6 37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6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0 298 11979 0 0,'11'11'571'0'0,"0"-1"0"0"0,0 0 0 0 0,1-1 0 0 0,0-1 0 0 0,1 0 0 0 0,24 12 0 0 0,-33-18-567 0 0,1 0 0 0 0,0 0 0 0 0,0-1 0 0 0,0 1 0 0 0,0-1 1 0 0,1 0-1 0 0,-1-1 0 0 0,0 1 0 0 0,0-1 0 0 0,1 0 0 0 0,-1-1 0 0 0,0 1 1 0 0,0-1-1 0 0,0 0 0 0 0,0 0 0 0 0,0 0 0 0 0,0-1 0 0 0,0 0 0 0 0,0 0 1 0 0,0 0-1 0 0,0 0 0 0 0,-1-1 0 0 0,0 0 0 0 0,1 0 0 0 0,4-5 0 0 0,-2 1 148 0 0,0-1 0 0 0,0 1 0 0 0,-1-2-1 0 0,0 1 1 0 0,0-1 0 0 0,-1 0 0 0 0,0 0 0 0 0,-1 0-1 0 0,0-1 1 0 0,0 0 0 0 0,-1 1 0 0 0,-1-1-1 0 0,3-13 1 0 0,-3 10 145 0 0,-1 0 1 0 0,0-1-1 0 0,0 1 0 0 0,-2 0 0 0 0,1-1 1 0 0,-2 1-1 0 0,0 0 0 0 0,0-1 0 0 0,-9-22 1 0 0,10 33-269 0 0,0-1 0 0 0,-1 1 0 0 0,0-1 0 0 0,1 1 0 0 0,-1 0 0 0 0,-1-1 0 0 0,1 1 0 0 0,0 0 0 0 0,-1 1 0 0 0,1-1 0 0 0,-1 0 0 0 0,0 1 0 0 0,0-1 0 0 0,0 1 0 0 0,0 0 0 0 0,-1 0 0 0 0,1 0 0 0 0,0 1 0 0 0,-1-1 0 0 0,1 1 0 0 0,-1 0 0 0 0,0 0 0 0 0,1 0 0 0 0,-1 0 0 0 0,0 1 0 0 0,0-1 0 0 0,0 1 0 0 0,1 0 0 0 0,-8 1 0 0 0,-18 2-499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0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116 1 11058 0 0,'-4'4'148'0'0,"1"-1"0"0"0,-1 1 0 0 0,0 1 0 0 0,1-1 0 0 0,0 0 0 0 0,0 1 0 0 0,0-1 0 0 0,0 1 0 0 0,1 0 0 0 0,0 0 0 0 0,0 0 0 0 0,-2 9 0 0 0,-3 4 22 0 0,-7 15 94 0 0,2-1 0 0 0,2 2 0 0 0,0-1 0 0 0,3 1 0 0 0,1 1-1 0 0,-4 63 1 0 0,10-82-93 0 0,1 0 0 0 0,0-1 1 0 0,1 1-1 0 0,1-1 0 0 0,0 0 0 0 0,1 0 0 0 0,11 26 0 0 0,-10-32-86 0 0,0 1-1 0 0,0-1 1 0 0,1 0-1 0 0,0 0 1 0 0,1-1 0 0 0,0 0-1 0 0,0 0 1 0 0,1 0-1 0 0,0-1 1 0 0,0 0 0 0 0,0-1-1 0 0,13 8 1 0 0,-13-10-114 0 0,-1-1 1 0 0,1 1-1 0 0,0-2 1 0 0,0 1 0 0 0,0-1-1 0 0,0 0 1 0 0,0-1-1 0 0,1 0 1 0 0,-1 0 0 0 0,0 0-1 0 0,1-1 1 0 0,-1-1-1 0 0,0 1 1 0 0,12-4 0 0 0,-13 3-11 0 0,-1 0 0 0 0,0-1 0 0 0,0 0 0 0 0,0 0 0 0 0,0-1 1 0 0,0 0-1 0 0,-1 0 0 0 0,1 0 0 0 0,-1 0 0 0 0,0-1 0 0 0,0 0 1 0 0,0 0-1 0 0,0-1 0 0 0,-1 1 0 0 0,1-1 0 0 0,-1 0 0 0 0,0 0 0 0 0,-1 0 1 0 0,5-8-1 0 0,-7 11 43 0 0,0-1 1 0 0,0 1-1 0 0,-1-1 1 0 0,1 1 0 0 0,-1-1-1 0 0,1 0 1 0 0,-1 1-1 0 0,0-1 1 0 0,0 0-1 0 0,0 1 1 0 0,0-1-1 0 0,0 1 1 0 0,-1-1 0 0 0,1 0-1 0 0,-1 1 1 0 0,1-1-1 0 0,-2-2 1 0 0,-1 0 27 0 0,1-1 0 0 0,-1 1 0 0 0,0 0 1 0 0,-1 0-1 0 0,1 0 0 0 0,-1 1 0 0 0,-6-6 0 0 0,0 0 92 0 0,0 2 0 0 0,0-1 0 0 0,-1 2 0 0 0,0-1 0 0 0,-1 2 0 0 0,-14-7 0 0 0,23 11-103 0 0,0 1-1 0 0,-1 0 1 0 0,1 0 0 0 0,-1 0 0 0 0,1 0-1 0 0,-1 0 1 0 0,1 1 0 0 0,-1 0 0 0 0,1-1 0 0 0,-1 1-1 0 0,1 1 1 0 0,-1-1 0 0 0,1 0 0 0 0,-1 1 0 0 0,1 0-1 0 0,-1 0 1 0 0,1 0 0 0 0,-1 0 0 0 0,1 1-1 0 0,-4 1 1 0 0,1 1-219 0 0,1 0 1 0 0,0 0-1 0 0,1 0 0 0 0,-1 1 0 0 0,1-1 1 0 0,-1 1-1 0 0,2 0 0 0 0,-1 1 0 0 0,0-1 0 0 0,-3 9 1 0 0,-6 11-997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0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146 49 10594 0 0,'-5'-6'210'0'0,"-1"1"1"0"0,0-1-1 0 0,-1 1 0 0 0,1 1 0 0 0,-1-1 0 0 0,0 1 0 0 0,0 1 0 0 0,-9-5 0 0 0,14 8-117 0 0,0-1 0 0 0,0 1 0 0 0,0-1 0 0 0,0 1 1 0 0,0-1-1 0 0,0 1 0 0 0,0 0 0 0 0,0 0 0 0 0,0 0 0 0 0,0 0 0 0 0,0 0 0 0 0,0 1 0 0 0,0-1 0 0 0,0 1 0 0 0,0-1 0 0 0,0 1 0 0 0,0 0 0 0 0,1 0 0 0 0,-1-1 0 0 0,0 1 0 0 0,0 1 0 0 0,1-1 0 0 0,-1 0 0 0 0,0 0 0 0 0,1 0 0 0 0,-1 1 0 0 0,1-1 0 0 0,0 1 0 0 0,0-1 0 0 0,-1 1 0 0 0,1 0 1 0 0,0 0-1 0 0,0-1 0 0 0,0 1 0 0 0,1 0 0 0 0,-1 0 0 0 0,-1 3 0 0 0,-1 2 14 0 0,1 1 1 0 0,-1 0-1 0 0,1 0 1 0 0,0 0-1 0 0,1 0 1 0 0,0 0-1 0 0,0 0 1 0 0,1 1-1 0 0,0-1 1 0 0,0 0-1 0 0,1 0 1 0 0,0 1-1 0 0,1-1 1 0 0,0 0-1 0 0,4 13 1 0 0,-2-12-28 0 0,1 0 1 0 0,-1-1-1 0 0,1 1 0 0 0,1-1 1 0 0,0-1-1 0 0,0 1 0 0 0,0-1 1 0 0,1 0-1 0 0,0 0 1 0 0,0-1-1 0 0,1 0 0 0 0,9 6 1 0 0,-7-6-95 0 0,0 0 0 0 0,1 0 0 0 0,0-1 1 0 0,0 0-1 0 0,0-1 0 0 0,1-1 0 0 0,-1 1 1 0 0,1-2-1 0 0,0 0 0 0 0,0 0 0 0 0,0-1 0 0 0,0 0 1 0 0,0-1-1 0 0,0-1 0 0 0,0 0 0 0 0,0-1 1 0 0,-1 0-1 0 0,1 0 0 0 0,0-1 0 0 0,-1-1 0 0 0,22-9 1 0 0,-26 8-23 0 0,0 1 1 0 0,0-1-1 0 0,0 0 0 0 0,-1-1 1 0 0,0 0-1 0 0,0 0 1 0 0,0 0-1 0 0,-1 0 1 0 0,0-1-1 0 0,0 0 1 0 0,-1 0-1 0 0,5-11 0 0 0,-7 14 40 0 0,0 0-1 0 0,0 0 0 0 0,-1 0 0 0 0,0 0 0 0 0,0 0 0 0 0,0-1 1 0 0,0 1-1 0 0,-1 0 0 0 0,0-1 0 0 0,0 1 0 0 0,0-1 0 0 0,0 1 0 0 0,-1 0 1 0 0,1-1-1 0 0,-1 1 0 0 0,0 0 0 0 0,0-1 0 0 0,-1 1 0 0 0,0 0 1 0 0,1 0-1 0 0,-1 0 0 0 0,0 0 0 0 0,-1 1 0 0 0,1-1 0 0 0,-5-4 1 0 0,6 6 11 0 0,-1 0 0 0 0,0 0 0 0 0,1 0 0 0 0,-1 1 1 0 0,0-1-1 0 0,0 0 0 0 0,0 1 0 0 0,-1 0 1 0 0,1-1-1 0 0,0 1 0 0 0,0 0 0 0 0,-1 0 1 0 0,1 0-1 0 0,0 1 0 0 0,-1-1 0 0 0,1 0 0 0 0,-1 1 1 0 0,1 0-1 0 0,-1 0 0 0 0,-4 0 0 0 0,3 0 17 0 0,0 1 0 0 0,1 0 0 0 0,-1 1-1 0 0,0-1 1 0 0,1 0 0 0 0,-1 1-1 0 0,1 0 1 0 0,-1 0 0 0 0,1 0 0 0 0,0 0-1 0 0,0 1 1 0 0,-4 3 0 0 0,-3 4-131 0 0,1 1 1 0 0,0 0-1 0 0,0 1 1 0 0,1 0-1 0 0,1 0 1 0 0,-8 17-1 0 0,2 1-1497 0 0,2 1-4415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1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131 226 6913 0 0,'-1'-2'63'0'0,"0"0"0"0"0,0 0-1 0 0,0-1 1 0 0,0 1 0 0 0,-1 0-1 0 0,1 0 1 0 0,-1 0 0 0 0,0 0-1 0 0,1 0 1 0 0,-1 0 0 0 0,0 1-1 0 0,0-1 1 0 0,0 1 0 0 0,0-1-1 0 0,0 1 1 0 0,-4-2 0 0 0,3 2 44 0 0,1 1-1 0 0,0 0 1 0 0,0 0 0 0 0,0 1 0 0 0,0-1 0 0 0,0 0 0 0 0,0 1 0 0 0,0-1 0 0 0,0 1 0 0 0,0 0-1 0 0,0-1 1 0 0,0 1 0 0 0,0 0 0 0 0,0 0 0 0 0,0 0 0 0 0,0 1 0 0 0,1-1 0 0 0,-1 0 0 0 0,0 1-1 0 0,1-1 1 0 0,-2 3 0 0 0,-3 1 33 0 0,1 1 0 0 0,0 0-1 0 0,0 0 1 0 0,1 0-1 0 0,0 1 1 0 0,0-1 0 0 0,0 1-1 0 0,1 0 1 0 0,0 1 0 0 0,0-1-1 0 0,1 0 1 0 0,0 1 0 0 0,0-1-1 0 0,1 1 1 0 0,0 0 0 0 0,0-1-1 0 0,1 1 1 0 0,0 0-1 0 0,0-1 1 0 0,0 1 0 0 0,1 0-1 0 0,1 0 1 0 0,2 9 0 0 0,-2-11-115 0 0,0-1-1 0 0,0 1 1 0 0,0-1 0 0 0,0 0 0 0 0,1 0-1 0 0,0 0 1 0 0,0 0 0 0 0,1 0 0 0 0,-1-1 0 0 0,1 1-1 0 0,0-1 1 0 0,0 0 0 0 0,0 0 0 0 0,1-1 0 0 0,-1 1-1 0 0,1-1 1 0 0,0 0 0 0 0,0 0 0 0 0,0 0 0 0 0,1-1-1 0 0,-1 0 1 0 0,1 0 0 0 0,-1 0 0 0 0,1-1 0 0 0,-1 0-1 0 0,1 0 1 0 0,0 0 0 0 0,0-1 0 0 0,-1 1 0 0 0,1-1-1 0 0,9-2 1 0 0,3-1-138 0 0,-1 0 0 0 0,1-1-1 0 0,-1-1 1 0 0,0-1 0 0 0,-1 0 0 0 0,1-2 0 0 0,29-17-1 0 0,-35 18 16 0 0,0 0-1 0 0,-1-1 1 0 0,0 0-1 0 0,0 0 1 0 0,0-1-1 0 0,-1 0 0 0 0,-1-1 1 0 0,0 0-1 0 0,0-1 1 0 0,-1 1-1 0 0,10-20 1 0 0,-15 22 124 0 0,0 1-1 0 0,0 0 1 0 0,-1-1 0 0 0,0 1 0 0 0,0-1 0 0 0,-1 1 0 0 0,0-1 0 0 0,0 1 0 0 0,-1-1-1 0 0,0 1 1 0 0,0-1 0 0 0,-1 1 0 0 0,0 0 0 0 0,0-1 0 0 0,-1 1 0 0 0,-4-9 0 0 0,-8-13 66 0 0,0 0 1 0 0,-27-35 0 0 0,40 61-94 0 0,-1-2-112 0 0,-1 0 0 0 0,1 0 0 0 0,-1 1 0 0 0,0-1-1 0 0,-6-3 1 0 0,-2-1-4302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2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14 5985 0 0,'-2'-2'220'0'0,"0"1"-1"0"0,-1-1 0 0 0,1 1 0 0 0,-1 0 1 0 0,1-1-1 0 0,-1 1 0 0 0,1 1 1 0 0,-1-1-1 0 0,0 0 0 0 0,0 1 0 0 0,1-1 1 0 0,-1 1-1 0 0,0 0 0 0 0,0 0 1 0 0,1 0-1 0 0,-1 0 0 0 0,0 0 0 0 0,0 0 1 0 0,1 1-1 0 0,-1 0 0 0 0,0-1 1 0 0,1 1-1 0 0,-1 0 0 0 0,0 0 0 0 0,1 1 1 0 0,0-1-1 0 0,-1 0 0 0 0,1 1 1 0 0,0 0-1 0 0,-1-1 0 0 0,-1 3 0 0 0,-4 3 260 0 0,0 1 0 0 0,1-1 0 0 0,0 1 0 0 0,0 0 0 0 0,1 1-1 0 0,-11 18 1 0 0,4 0-179 0 0,1 0 0 0 0,1 1 0 0 0,1 0 0 0 0,1 1 0 0 0,2 0 0 0 0,-7 58 0 0 0,12-65-214 0 0,1-1 0 0 0,0 0 0 0 0,2 0 0 0 0,1 0 0 0 0,0 1 0 0 0,2-2 0 0 0,0 1 0 0 0,1 0 0 0 0,1-1 0 0 0,15 32 0 0 0,12 0-1896 0 0,-14-29-4538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2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17 5065 0 0,'-2'-2'204'0'0,"1"1"0"0"0,-1-1 0 0 0,0 1 0 0 0,0-1 0 0 0,0 1 0 0 0,0 0 0 0 0,0 0 0 0 0,0 0 0 0 0,0 0-1 0 0,0 0 1 0 0,0 1 0 0 0,0-1 0 0 0,0 1 0 0 0,0-1 0 0 0,-1 1 0 0 0,1 0 0 0 0,0 0 0 0 0,0 0 0 0 0,-1 0 0 0 0,1 0 0 0 0,0 0 0 0 0,0 0 0 0 0,0 1 0 0 0,-1-1-1 0 0,1 1 1 0 0,0 0 0 0 0,0 0 0 0 0,0 0 0 0 0,0 0 0 0 0,0 0 0 0 0,0 0 0 0 0,0 0 0 0 0,1 1 0 0 0,-1-1 0 0 0,0 0 0 0 0,-2 4 0 0 0,-2 1 39 0 0,1 0 0 0 0,-1 0 0 0 0,1 1 1 0 0,1 0-1 0 0,-1 0 0 0 0,1 0 1 0 0,0 1-1 0 0,1-1 0 0 0,0 1 0 0 0,0 0 1 0 0,1 0-1 0 0,-1 0 0 0 0,2 0 0 0 0,-1 0 1 0 0,1 1-1 0 0,1-1 0 0 0,0 14 0 0 0,0-2 4 0 0,2 0 0 0 0,0 0-1 0 0,1-1 1 0 0,1 1 0 0 0,1-1-1 0 0,10 26 1 0 0,-10-36-236 0 0,-1 0 1 0 0,1 0-1 0 0,1-1 1 0 0,0 1-1 0 0,0-1 0 0 0,1-1 1 0 0,-1 1-1 0 0,2-1 1 0 0,-1-1-1 0 0,1 1 0 0 0,0-1 1 0 0,0 0-1 0 0,1-1 1 0 0,0 0-1 0 0,16 6 0 0 0,-17-7-105 0 0,0-1 0 0 0,1 0-1 0 0,-1 0 1 0 0,1-1 0 0 0,0 0-1 0 0,-1-1 1 0 0,1 0 0 0 0,0-1-1 0 0,0 1 1 0 0,0-2 0 0 0,0 1 0 0 0,-1-1-1 0 0,1 0 1 0 0,0-1 0 0 0,0 0-1 0 0,-1-1 1 0 0,0 1 0 0 0,10-6-1 0 0,-15 7 37 0 0,1-1-1 0 0,-1 0 0 0 0,0 0 0 0 0,0 0 1 0 0,0-1-1 0 0,0 1 0 0 0,0-1 1 0 0,0 1-1 0 0,-1-1 0 0 0,1 0 0 0 0,-1 0 1 0 0,0 0-1 0 0,0-1 0 0 0,0 1 0 0 0,0 0 1 0 0,-1-1-1 0 0,1 1 0 0 0,-1-1 1 0 0,0 0-1 0 0,0 1 0 0 0,0-1 0 0 0,0 0 1 0 0,-1 0-1 0 0,0 1 0 0 0,1-7 0 0 0,-2 6 36 0 0,0 0-1 0 0,0 0 1 0 0,0 1-1 0 0,0-1 0 0 0,-1 0 1 0 0,1 0-1 0 0,-1 1 0 0 0,0-1 1 0 0,0 1-1 0 0,0-1 0 0 0,-1 1 1 0 0,1 0-1 0 0,-1 0 1 0 0,1 0-1 0 0,-1 0 0 0 0,0 1 1 0 0,-1-1-1 0 0,1 1 0 0 0,0 0 1 0 0,0 0-1 0 0,-1 0 0 0 0,0 0 1 0 0,1 0-1 0 0,-5-1 1 0 0,2 1-205 0 0,1 1 1 0 0,-1-1-1 0 0,0 1 0 0 0,0 0 1 0 0,0 0-1 0 0,0 0 1 0 0,0 1-1 0 0,0 0 1 0 0,-10 1-1 0 0,-8 4-626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3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3 5529 0 0,'-1'-1'166'0'0,"-1"1"-1"0"0,1-1 0 0 0,0 1 0 0 0,-1 0 1 0 0,1 0-1 0 0,-1-1 0 0 0,1 1 1 0 0,0 0-1 0 0,-1 0 0 0 0,1 1 1 0 0,-1-1-1 0 0,1 0 0 0 0,0 0 1 0 0,-1 1-1 0 0,1-1 0 0 0,0 1 1 0 0,-1-1-1 0 0,1 1 0 0 0,0-1 1 0 0,0 1-1 0 0,0 0 0 0 0,-1 0 1 0 0,1 0-1 0 0,0-1 0 0 0,0 1 1 0 0,0 0-1 0 0,0 0 0 0 0,0 0 1 0 0,-1 2-1 0 0,-2 1 379 0 0,0 1 1 0 0,1 0-1 0 0,-1-1 0 0 0,1 1 1 0 0,-5 10-1 0 0,5-6-346 0 0,0 0-1 0 0,1 0 1 0 0,0 1 0 0 0,1-1 0 0 0,0 0-1 0 0,0 1 1 0 0,1-1 0 0 0,0 1 0 0 0,1-1-1 0 0,0 1 1 0 0,1-1 0 0 0,0 0 0 0 0,0 0-1 0 0,1 0 1 0 0,0 0 0 0 0,0 0-1 0 0,1 0 1 0 0,0-1 0 0 0,1 0 0 0 0,0 0-1 0 0,0 0 1 0 0,1 0 0 0 0,6 7 0 0 0,-7-9-234 0 0,0-1 0 0 0,0 1 1 0 0,1-1-1 0 0,0 0 1 0 0,-1 0-1 0 0,2-1 0 0 0,-1 0 1 0 0,0 0-1 0 0,1 0 0 0 0,0-1 1 0 0,0 0-1 0 0,0 0 1 0 0,0 0-1 0 0,0-1 0 0 0,1-1 1 0 0,-1 1-1 0 0,1-1 1 0 0,-1 0-1 0 0,1-1 0 0 0,-1 0 1 0 0,1 0-1 0 0,-1 0 0 0 0,1-1 1 0 0,-1 0-1 0 0,1-1 1 0 0,-1 0-1 0 0,1 0 0 0 0,12-6 1 0 0,-9 3-124 0 0,-1-1-1 0 0,1-1 1 0 0,-1 0 0 0 0,-1 0 0 0 0,1-1-1 0 0,-1 0 1 0 0,-1 0 0 0 0,13-16 0 0 0,-18 20 84 0 0,1-1 1 0 0,-1 1-1 0 0,0-1 1 0 0,-1 0-1 0 0,1 0 1 0 0,-1 0 0 0 0,0 0-1 0 0,0-1 1 0 0,0 1-1 0 0,-1-1 1 0 0,0 1-1 0 0,0-1 1 0 0,0 1-1 0 0,-1-1 1 0 0,0 1-1 0 0,0-1 1 0 0,0 0-1 0 0,-1 1 1 0 0,0-1 0 0 0,-2-8-1 0 0,-1 4-3459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3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322 0 10594 0 0,'-68'32'4578'0'0,"20"-10"-1572"0"0,-46 29 0 0 0,81-43-3102 0 0,1 0-1 0 0,0 2 1 0 0,0-1 0 0 0,0 1-1 0 0,1 1 1 0 0,1 0-1 0 0,0 1 1 0 0,-10 14-1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04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 3225 0 0,'-4'0'272'0'0,"-1"0"1"0"0,1 0 0 0 0,0 0-1 0 0,-1 0 1 0 0,1 1-1 0 0,0 0 1 0 0,-1 0 0 0 0,1 0-1 0 0,0 0 1 0 0,0 0 0 0 0,-7 4-1 0 0,2 1 785 0 0,1-1-1 0 0,-1 1 1 0 0,-13 13-1 0 0,13-10-658 0 0,1 0 0 0 0,0 0 0 0 0,0 1 0 0 0,1 0 0 0 0,0 1 0 0 0,1 0 0 0 0,0 0 0 0 0,1 0 1 0 0,0 0-1 0 0,1 1 0 0 0,0 0 0 0 0,0 0 0 0 0,2 0 0 0 0,-1 0 0 0 0,2 0 0 0 0,-1 17 0 0 0,2-14-288 0 0,0 1 1 0 0,1-1-1 0 0,0 1 0 0 0,2-1 1 0 0,0 0-1 0 0,0 0 1 0 0,1 0-1 0 0,1 0 0 0 0,1 0 1 0 0,0-1-1 0 0,1 0 1 0 0,15 23-1 0 0,-19-33-352 0 0,0 0 1 0 0,0 0-1 0 0,1 0 0 0 0,-1-1 1 0 0,1 1-1 0 0,-1-1 0 0 0,1 0 1 0 0,0 0-1 0 0,0-1 0 0 0,1 1 0 0 0,-1-1 1 0 0,1 0-1 0 0,-1 0 0 0 0,1 0 1 0 0,-1-1-1 0 0,1 1 0 0 0,0-1 1 0 0,0 0-1 0 0,0-1 0 0 0,0 1 1 0 0,0-1-1 0 0,0 0 0 0 0,-1 0 1 0 0,1-1-1 0 0,0 1 0 0 0,0-1 0 0 0,0 0 1 0 0,6-2-1 0 0,-4 0-182 0 0,-1 1 1 0 0,1-1-1 0 0,0-1 1 0 0,-1 1-1 0 0,0-1 0 0 0,0 0 1 0 0,0 0-1 0 0,0-1 0 0 0,0 0 1 0 0,-1 0-1 0 0,0 0 1 0 0,0-1-1 0 0,-1 0 0 0 0,1 0 1 0 0,-1 0-1 0 0,-1 0 0 0 0,1-1 1 0 0,4-11-1 0 0,-7 15 267 0 0,0-1 1 0 0,0 0-1 0 0,0 0 0 0 0,0 1 0 0 0,-1-1 0 0 0,1 0 1 0 0,-1 0-1 0 0,0 0 0 0 0,0 0 0 0 0,-1 0 0 0 0,1 1 1 0 0,-1-1-1 0 0,-2-7 0 0 0,3 10 174 0 0,-1-1 1 0 0,0 1-1 0 0,0-1 0 0 0,0 1 1 0 0,1 0-1 0 0,-1-1 1 0 0,0 1-1 0 0,-1 0 0 0 0,1 0 1 0 0,0 0-1 0 0,0 0 0 0 0,0 0 1 0 0,-1 0-1 0 0,1 0 1 0 0,-1 0-1 0 0,1 0 0 0 0,-1 0 1 0 0,1 1-1 0 0,-1-1 0 0 0,1 1 1 0 0,-1-1-1 0 0,1 1 1 0 0,-1-1-1 0 0,0 1 0 0 0,1 0 1 0 0,-1 0-1 0 0,0 0 1 0 0,1 0-1 0 0,-1 0 0 0 0,1 0 1 0 0,-1 1-1 0 0,0-1 0 0 0,-2 1 1 0 0,-10 3-37 0 0,1 1 1 0 0,0-1 0 0 0,0 2-1 0 0,1 0 1 0 0,-1 1-1 0 0,1 0 1 0 0,1 0 0 0 0,-1 2-1 0 0,-14 13 1 0 0,12-10-4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28.07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1417 187 6449 0 0,'-60'-54'3884'0'0,"37"32"-2964"0"0,-1 0 1 0 0,-45-30-1 0 0,61 47-849 0 0,-1 0 1 0 0,1 1-1 0 0,-1 0 0 0 0,0 0 0 0 0,0 1 0 0 0,0 0 1 0 0,0 1-1 0 0,0 0 0 0 0,0 0 0 0 0,-1 1 0 0 0,1 0 1 0 0,-1 1-1 0 0,-14 1 0 0 0,-4 3 1 0 0,1 2 1 0 0,1 0-1 0 0,-1 2 1 0 0,-41 19-1 0 0,-96 57-450 0 0,126-60 319 0 0,2 2-1 0 0,1 1 1 0 0,1 2-1 0 0,-56 61 1 0 0,-103 149 56 0 0,163-199-1 0 0,3-3 140 0 0,1 2 0 0 0,2 1 0 0 0,-34 79 0 0 0,32-51 580 0 0,-30 122 0 0 0,24-32-413 0 0,7 2 0 0 0,7 0 0 0 0,7 1-1 0 0,11 193 1 0 0,10-218-93 0 0,6-1 0 0 0,5-1 0 0 0,7-1 1 0 0,5-1-1 0 0,6-2 0 0 0,84 190 0 0 0,-94-257-1 0 0,3-2 0 0 0,2-2 0 0 0,3 0 0 0 0,2-3 0 0 0,49 53 0 0 0,-50-67-28 0 0,1-2-1 0 0,3-2 0 0 0,1-1 1 0 0,1-3-1 0 0,2-1 0 0 0,78 40 1 0 0,-28-27 17 0 0,149 49 1 0 0,110 8-94 0 0,-307-91-111 0 0,0-2 0 0 0,1-2 1 0 0,0-3-1 0 0,0-1 0 0 0,0-3 0 0 0,0-1 0 0 0,1-3 0 0 0,-1-2 0 0 0,-1-2 0 0 0,1-3 0 0 0,-1-1 0 0 0,-1-3 0 0 0,0-1 0 0 0,-1-3 1 0 0,77-41-1 0 0,-73 29 97 0 0,-2-2 0 0 0,-1-3 0 0 0,-2-1 0 0 0,-2-3 0 0 0,44-49 0 0 0,-20 11 38 0 0,-3-3-1 0 0,56-94 1 0 0,-98 140-127 0 0,-2 0-1 0 0,-1-2 1 0 0,-2-1 0 0 0,-1 0 0 0 0,-2-1 0 0 0,-2 0-1 0 0,-1-1 1 0 0,9-72 0 0 0,-12 9-2 0 0,-4 0 0 0 0,-12-124 0 0 0,-52-201 0 0 0,38 328 57 0 0,-4 1 1 0 0,-4 1 0 0 0,-5 1-1 0 0,-69-136 1 0 0,51 128 63 0 0,-5 3 0 0 0,-4 2 0 0 0,-4 3 0 0 0,-80-88 0 0 0,79 110-84 0 0,-78-65-1 0 0,111 111-37 0 0,-1 1 0 0 0,-1 2-1 0 0,-1 1 1 0 0,-74-34 0 0 0,-119-33 122 0 0,187 77-719 0 0,-1 2 1 0 0,0 2-1 0 0,-66-7 0 0 0,49 14-7062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28.9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1250 224 14747 0 0,'-46'-34'328'0'0,"-2"3"-1"0"0,-1 1 1 0 0,-1 3 0 0 0,-1 1-1 0 0,-104-34 1 0 0,137 55-384 0 0,0 2 1 0 0,-1 0-1 0 0,0 0 1 0 0,1 2-1 0 0,-1 1 1 0 0,0 0-1 0 0,0 1 1 0 0,0 1-1 0 0,1 1 1 0 0,-1 0-1 0 0,1 2 1 0 0,0 0-1 0 0,0 1 1 0 0,1 1-1 0 0,-1 0 1 0 0,1 2-1 0 0,-30 19 1 0 0,18-8 47 0 0,1 2 0 0 0,1 1 0 0 0,1 1 0 0 0,1 1 1 0 0,1 2-1 0 0,1 0 0 0 0,2 1 0 0 0,-29 51 0 0 0,6-5 57 0 0,4 2 0 0 0,3 2 1 0 0,3 2-1 0 0,-31 112 0 0 0,58-159 33 0 0,2 0 1 0 0,1 1-1 0 0,2 0 1 0 0,1-1-1 0 0,1 1 1 0 0,11 67-1 0 0,58 199 523 0 0,-39-189-524 0 0,98 299 154 0 0,-87-309-178 0 0,102 183 0 0 0,-82-185-649 0 0,86 106 0 0 0,-98-147-134 0 0,1-2 0 0 0,109 92 0 0 0,-113-113 740 0 0,2-3-1 0 0,1-2 1 0 0,2-2-1 0 0,1-3 1 0 0,0-1-1 0 0,2-3 1 0 0,59 15-1 0 0,-69-26 378 0 0,1-2-1 0 0,0-2 1 0 0,1-1-1 0 0,-1-3 1 0 0,1-2-1 0 0,-1-1 1 0 0,0-3-1 0 0,69-14 1 0 0,-15-4 250 0 0,-2-5-1 0 0,163-68 1 0 0,-206 71-739 0 0,-1-2-1 0 0,-2-2 1 0 0,0-2-1 0 0,-2-2 1 0 0,-2-3-1 0 0,-1-2 0 0 0,-2-1 1 0 0,71-81-1 0 0,-86 82 116 0 0,-3-2 0 0 0,-1 0 0 0 0,-1-2 0 0 0,-3 0-1 0 0,-1-2 1 0 0,-2 0 0 0 0,20-80 0 0 0,-21 51 448 0 0,-3 0 1 0 0,-3-1-1 0 0,-4 0 1 0 0,-2-88-1 0 0,-6 82-225 0 0,-4 1-1 0 0,-4 0 1 0 0,-3 1-1 0 0,-24-85 1 0 0,21 110-208 0 0,-3 1 0 0 0,-2 1 0 0 0,-2 1 1 0 0,-2 1-1 0 0,-2 1 0 0 0,-61-82 0 0 0,31 59 12 0 0,-4 2 0 0 0,-2 2 0 0 0,-3 4-1 0 0,-107-80 1 0 0,124 108-24 0 0,-2 2 1 0 0,0 2-1 0 0,-2 2 0 0 0,-2 3 1 0 0,0 2-1 0 0,-1 3 0 0 0,-110-26 1 0 0,98 34-155 0 0,0 2 0 0 0,-121 0 0 0 0,142 11-779 0 0,-70 12 1 0 0,80-6-1287 0 0,1 1-1 0 0,-51 20 1 0 0,36-7-3942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29.97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1551 1 10594 0 0,'-34'15'-161'0'0,"1"1"0"0"0,1 2 0 0 0,-40 29 0 0 0,18-11-175 0 0,-298 204-887 0 0,265-172 2389 0 0,-148 149 1 0 0,149-122 83 0 0,-122 172 1 0 0,166-202-951 0 0,3 1-1 0 0,2 2 1 0 0,4 2 0 0 0,-26 76-1 0 0,22-28 239 0 0,6 1-1 0 0,5 1 0 0 0,-20 242 1 0 0,39-188 282 0 0,7 1-1 0 0,27 209 1 0 0,-15-298-698 0 0,3-1 1 0 0,5 0-1 0 0,3-1 0 0 0,3-1 1 0 0,5-2-1 0 0,71 138 0 0 0,-83-186-65 0 0,2-1-1 0 0,1-1 0 0 0,1 0 1 0 0,2-2-1 0 0,1-1 0 0 0,1-1 1 0 0,41 32-1 0 0,-12-18-5 0 0,2-3 1 0 0,1-2-1 0 0,77 33 0 0 0,334 156-131 0 0,-399-194 169 0 0,135 39 0 0 0,-156-57-31 0 0,1-3-1 0 0,1-1 1 0 0,86 1 0 0 0,-18-11 136 0 0,0-6 1 0 0,202-38 0 0 0,-219 26-149 0 0,403-92 372 0 0,-434 88-376 0 0,-1-2 1 0 0,87-43 0 0 0,-124 50-30 0 0,-1-2 1 0 0,-1 0 0 0 0,0-3 0 0 0,-2 0-1 0 0,-1-2 1 0 0,38-40 0 0 0,-27 17 6 0 0,-2-1 0 0 0,-2-2 0 0 0,-2-2 0 0 0,-2 0 0 0 0,-3-3 0 0 0,33-87 0 0 0,-37 73 32 0 0,-4-1 0 0 0,-3-2-1 0 0,-3 0 1 0 0,-3 0 0 0 0,3-85 0 0 0,-13 73-10 0 0,-4 0 0 0 0,-3 1 1 0 0,-4-1-1 0 0,-3 1 1 0 0,-5 1-1 0 0,-3 0 1 0 0,-3 1-1 0 0,-4 2 0 0 0,-4 0 1 0 0,-61-113-1 0 0,58 135-6 0 0,-3 2-1 0 0,-3 1 1 0 0,-2 3-1 0 0,-87-86 0 0 0,43 60-38 0 0,-186-129 0 0 0,199 160 25 0 0,-3 2-1 0 0,-2 4 1 0 0,-1 3-1 0 0,-155-50 1 0 0,165 69-401 0 0,0 2-1 0 0,-1 3 1 0 0,-1 4 0 0 0,0 2 0 0 0,0 4 0 0 0,-101 7 0 0 0,88 5-7173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31.05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3885 896 14283 0 0,'0'-48'1176'0'0,"-3"0"1"0"0,-2 0-1 0 0,-1 0 0 0 0,-20-70 1 0 0,18 91-997 0 0,-2 1 1 0 0,0 0-1 0 0,-1 1 1 0 0,-2 0-1 0 0,0 0 1 0 0,-2 2-1 0 0,0 0 1 0 0,-2 0 0 0 0,-24-24-1 0 0,13 21-221 0 0,-1 1 0 0 0,0 2 0 0 0,-2 1-1 0 0,-1 1 1 0 0,-1 2 0 0 0,-1 1 0 0 0,0 2 0 0 0,-65-22 0 0 0,3 10-183 0 0,-2 4 0 0 0,-110-12 0 0 0,123 25 416 0 0,0 5 0 0 0,-1 3 0 0 0,1 4 0 0 0,-1 4 0 0 0,-97 17 0 0 0,77-1-34 0 0,1 4 0 0 0,1 5 0 0 0,-167 72 0 0 0,148-49-260 0 0,-214 131 1 0 0,-166 177-1226 0 0,431-303 1420 0 0,2 3 0 0 0,3 3 0 0 0,2 2 0 0 0,4 4 0 0 0,3 2 0 0 0,3 2 0 0 0,3 3 0 0 0,4 2 0 0 0,3 2 0 0 0,-66 171 0 0 0,92-199-186 0 0,3 1 0 0 0,-18 104 0 0 0,30-120 39 0 0,1 1-1 0 0,2 0 0 0 0,1 0 0 0 0,2 0 1 0 0,8 39-1 0 0,4-2-16 0 0,2-1 1 0 0,5 0-1 0 0,2-2 1 0 0,52 111-1 0 0,-55-143 102 0 0,3 0 1 0 0,1-2-1 0 0,1-1 0 0 0,3-1 1 0 0,1-1-1 0 0,1-2 1 0 0,2 0-1 0 0,72 56 0 0 0,-40-44-217 0 0,2-3 0 0 0,3-2 0 0 0,0-4 0 0 0,3-3 0 0 0,1-3 0 0 0,1-3-1 0 0,1-3 1 0 0,150 27 0 0 0,-116-35 106 0 0,0-5 0 0 0,1-5 0 0 0,210-13 0 0 0,-216-5 185 0 0,-1-5 0 0 0,-1-4 0 0 0,-1-4-1 0 0,-1-5 1 0 0,-1-4 0 0 0,119-59 0 0 0,-107 36 16 0 0,-3-4 1 0 0,-3-5-1 0 0,-2-5 1 0 0,-4-4-1 0 0,-3-4 1 0 0,158-168 0 0 0,-73 25 422 0 0,-158 187-402 0 0,-2 0 0 0 0,-1-2 1 0 0,-2 0-1 0 0,26-77 1 0 0,-15 13 199 0 0,28-200 1 0 0,-22-108-193 0 0,-31 322-175 0 0,-13-160 0 0 0,4 211 17 0 0,-1-1 0 0 0,-1 1 0 0 0,-2 0 0 0 0,-2 0-1 0 0,-1 1 1 0 0,-1 0 0 0 0,-22-37 0 0 0,12 32 68 0 0,-3 1-1 0 0,-1 1 1 0 0,-2 1-1 0 0,-1 1 1 0 0,-2 2 0 0 0,-1 1-1 0 0,-68-50 1 0 0,37 38 64 0 0,-2 4 0 0 0,-3 2-1 0 0,-131-53 1 0 0,94 51-154 0 0,-178-44 0 0 0,218 70-151 0 0,-1 4 0 0 0,0 2 1 0 0,0 3-1 0 0,-73 4 0 0 0,35 8-1805 0 0,-161 32-1 0 0,184-20-5018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8:32.78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1660 67 14283 0 0,'-16'-10'-22'0'0,"-1"1"0"0"0,1 1 0 0 0,-2 1 0 0 0,1 0 0 0 0,-1 1 0 0 0,0 1 0 0 0,0 1 0 0 0,-1 1 0 0 0,-28-2 0 0 0,5 3 4 0 0,1 2 1 0 0,-1 2 0 0 0,-49 8 0 0 0,44-1-436 0 0,0 1 0 0 0,1 3 0 0 0,-87 37 0 0 0,-122 79-29 0 0,190-91 764 0 0,-108 83-1 0 0,113-71 1046 0 0,2 3 1 0 0,2 2-1 0 0,-72 93 0 0 0,107-122-1275 0 0,2 2 1 0 0,1 0 0 0 0,1 1-1 0 0,1 1 1 0 0,2 0 0 0 0,1 1 0 0 0,1 1-1 0 0,2 0 1 0 0,1 0 0 0 0,2 1-1 0 0,1 0 1 0 0,1 0 0 0 0,2 1-1 0 0,1-1 1 0 0,2 1 0 0 0,2 0-1 0 0,0-1 1 0 0,3 1 0 0 0,0-1-1 0 0,2 0 1 0 0,22 60 0 0 0,-23-79-44 0 0,91 214 1801 0 0,-83-200-1533 0 0,2-1 0 0 0,1 0 0 0 0,1-1 0 0 0,2-1 1 0 0,41 42-1 0 0,-16-28-163 0 0,2-1 1 0 0,2-2 0 0 0,1-3 0 0 0,2-2-1 0 0,98 44 1 0 0,-136-69-96 0 0,13 6 110 0 0,1 0 0 0 0,1-2 0 0 0,0-1-1 0 0,0-1 1 0 0,48 6 0 0 0,-40-9-401 0 0,65 17-1 0 0,-82-17 250 0 0,-13-5 60 0 0,1 1 0 0 0,-1-2 0 0 0,1 1-1 0 0,-1-1 1 0 0,1 0 0 0 0,-1-1 0 0 0,0 0 0 0 0,14-5 0 0 0,15-2 71 0 0,278-35-44 0 0,-121 39-198 0 0,-146 6 82 0 0,0-1 0 0 0,-1-3 0 0 0,1-1 1 0 0,81-20-1 0 0,-115 21 54 0 0,225-76 69 0 0,-205 66-63 0 0,-1-2 0 0 0,-1-1 0 0 0,0-2 0 0 0,-2 0 0 0 0,31-26 0 0 0,-35 20-17 0 0,-2 0 1 0 0,0-2-1 0 0,-2 0 1 0 0,-1-2-1 0 0,-1 0 0 0 0,-2-1 1 0 0,-1-1-1 0 0,20-50 1 0 0,-26 52-3 0 0,-1 0 0 0 0,-2 0 0 0 0,7-49 0 0 0,-1-91-124 0 0,-8 96 247 0 0,-3 31 0 0 0,-1 0 1 0 0,-2 0-1 0 0,-10-67 0 0 0,5 81-75 0 0,0 1-1 0 0,-1-1 1 0 0,-2 2-1 0 0,-1-1 0 0 0,-1 1 1 0 0,-21-35-1 0 0,-134-172 185 0 0,151 212-218 0 0,-19-18-107 0 0,-1 1-1 0 0,-1 2 1 0 0,-2 1 0 0 0,-2 2-1 0 0,-1 2 1 0 0,-1 2 0 0 0,-65-33-1 0 0,83 49-74 0 0,-2 0-1 0 0,1 2 0 0 0,-1 1 0 0 0,-1 1 0 0 0,1 1 1 0 0,-1 2-1 0 0,-1 0 0 0 0,1 2 0 0 0,-35 0 1 0 0,-4 5-7487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03.687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2747 4 8754 0 0,'-29'-2'60'0'0,"0"0"1"0"0,0 2-1 0 0,0 1 0 0 0,-55 10 1 0 0,42-6-27 0 0,-28 6 198 0 0,0 2 0 0 0,2 4 0 0 0,0 2 0 0 0,1 3 0 0 0,-117 57 0 0 0,99-35 163 0 0,1 4 0 0 0,3 4 0 0 0,1 3 0 0 0,-85 78 0 0 0,-135 144 22 0 0,208-185-395 0 0,-91 119-1 0 0,80-76 231 0 0,5 4 0 0 0,-123 234-1 0 0,127-175 454 0 0,-102 312 0 0 0,146-341-640 0 0,7 2 1 0 0,-28 237-1 0 0,50-174-230 0 0,11 1-1 0 0,10-1 1 0 0,10 1-1 0 0,79 453 1 0 0,-51-517 185 0 0,6-2 0 0 0,8-2 0 0 0,8-3 0 0 0,6-2 0 0 0,160 279 0 0 0,-134-298 156 0 0,6-4 0 0 0,203 220 0 0 0,-196-251-143 0 0,4-4 0 0 0,4-6 0 0 0,5-4 0 0 0,4-6 0 0 0,3-5 0 0 0,4-6 0 0 0,3-5-1 0 0,240 91 1 0 0,-220-106-1 0 0,2-8 0 0 0,3-6 0 0 0,1-7 0 0 0,1-7 0 0 0,2-7 0 0 0,193 2 0 0 0,-153-27 429 0 0,1-9-1 0 0,-2-8 1 0 0,-1-9-1 0 0,-1-8 1 0 0,-1-10-1 0 0,208-78 1 0 0,58-54 96 0 0,-352 129-567 0 0,-3-5 0 0 0,110-75-1 0 0,-98 46-54 0 0,-4-5 0 0 0,-4-5 0 0 0,-5-5-1 0 0,121-143 1 0 0,-143 139 171 0 0,-5-3 0 0 0,-5-5-1 0 0,-5-2 1 0 0,105-230 0 0 0,-137 246 21 0 0,-5-2 1 0 0,-4-1-1 0 0,-4-1 0 0 0,-5-1 0 0 0,-4-1 0 0 0,4-174 1 0 0,-21 126-5 0 0,-6 0 0 0 0,-6 1 0 0 0,-8 0 0 0 0,-39-147 0 0 0,-82-187-578 0 0,-29 10-156 0 0,-161-272 1399 0 0,234 569-379 0 0,-7 4 1 0 0,-132-161 0 0 0,122 191-159 0 0,-250-236 0 0 0,251 279-317 0 0,-5 5 1 0 0,-217-133-1 0 0,-329-127-542 0 0,488 282 542 0 0,-4 9-1 0 0,-1 8 1 0 0,-196-34 0 0 0,325 81-186 0 0,0 2 1 0 0,0 2 0 0 0,-1 3-1 0 0,0 2 1 0 0,1 3 0 0 0,-60 10 0 0 0,35 2-6816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9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19 254 10594 0 0,'-2'-1'95'0'0,"0"-1"-1"0"0,1 1 0 0 0,-1-1 1 0 0,1 0-1 0 0,0 0 1 0 0,0 0-1 0 0,-1 0 0 0 0,1 0 1 0 0,0 0-1 0 0,0 0 1 0 0,1 0-1 0 0,-1 0 0 0 0,0-1 1 0 0,1 1-1 0 0,0 0 1 0 0,-1 0-1 0 0,1-1 0 0 0,0 1 1 0 0,0 0-1 0 0,0-1 1 0 0,0 1-1 0 0,1 0 0 0 0,-1 0 1 0 0,1-1-1 0 0,1-3 1 0 0,-1 0 34 0 0,1 0 0 0 0,1 0 0 0 0,-1 0 1 0 0,1 0-1 0 0,0 0 0 0 0,1 1 1 0 0,-1 0-1 0 0,6-6 0 0 0,5-4 253 0 0,2 1 0 0 0,0 1 0 0 0,1 1 0 0 0,0 0 0 0 0,1 1 1 0 0,0 1-1 0 0,0 0 0 0 0,1 2 0 0 0,1 0 0 0 0,31-8 0 0 0,-43 13-361 0 0,1 1 1 0 0,0 1-1 0 0,0-1 1 0 0,0 1 0 0 0,0 1-1 0 0,-1 0 1 0 0,1 0-1 0 0,0 1 1 0 0,0 0 0 0 0,0 0-1 0 0,0 1 1 0 0,0 0-1 0 0,-1 1 1 0 0,1 0 0 0 0,-1 0-1 0 0,0 1 1 0 0,0 0-1 0 0,0 0 1 0 0,0 1 0 0 0,-1 0-1 0 0,0 0 1 0 0,0 1 0 0 0,0 0-1 0 0,-1 0 1 0 0,0 1-1 0 0,0-1 1 0 0,0 2 0 0 0,-1-1-1 0 0,0 0 1 0 0,0 1-1 0 0,-1 0 1 0 0,0 0 0 0 0,-1 0-1 0 0,4 13 1 0 0,-1 0-232 0 0,0-1 0 0 0,-2 1 0 0 0,-1 0 0 0 0,1 42 0 0 0,-11 85-308 0 0,0-47 1211 0 0,7-97-534 0 0,0-1 1 0 0,0 0-1 0 0,0 1 0 0 0,0-1 1 0 0,0 0-1 0 0,1 1 1 0 0,-1-1-1 0 0,1 0 0 0 0,0 1 1 0 0,0-1-1 0 0,0 0 1 0 0,3 4-1 0 0,-3-6-99 0 0,0 0 0 0 0,0 0 0 0 0,0 0 0 0 0,0-1 0 0 0,1 1 0 0 0,-1 0-1 0 0,0 0 1 0 0,1-1 0 0 0,-1 1 0 0 0,0-1 0 0 0,1 1 0 0 0,-1-1 0 0 0,1 0 0 0 0,-1 1 0 0 0,1-1 0 0 0,-1 0 0 0 0,0 0 0 0 0,1 0 0 0 0,-1 0 0 0 0,1 0 0 0 0,-1 0-1 0 0,1-1 1 0 0,-1 1 0 0 0,1 0 0 0 0,-1-1 0 0 0,1 1 0 0 0,-1-1 0 0 0,3-1 0 0 0,18-6-59 0 0,-1-2-1 0 0,0 0 1 0 0,25-17-1 0 0,23-18-4312 0 0,-65 43 3830 0 0,17-13-5982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49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8290 0 0,'16'-9'790'0'0,"1"1"1"0"0,0 0-1 0 0,0 1 0 0 0,1 0 1 0 0,0 2-1 0 0,0 0 1 0 0,0 1-1 0 0,23-2 0 0 0,-38 6-662 0 0,0 0 0 0 0,0 0 0 0 0,0 0 0 0 0,0 0 0 0 0,0 1 0 0 0,1 0 0 0 0,-1-1 0 0 0,0 1-1 0 0,0 0 1 0 0,0 0 0 0 0,-1 1 0 0 0,1-1 0 0 0,0 0 0 0 0,0 1 0 0 0,-1 0 0 0 0,1 0 0 0 0,-1 0 0 0 0,1 0-1 0 0,-1 0 1 0 0,0 0 0 0 0,4 5 0 0 0,-1 2 30 0 0,0 1 1 0 0,0-1-1 0 0,-1 1 0 0 0,0 0 0 0 0,3 12 0 0 0,15 36 455 0 0,-21-55-510 0 0,1 0 1 0 0,0 0-1 0 0,0 0 0 0 0,0 0 1 0 0,1 0-1 0 0,-1 0 1 0 0,1-1-1 0 0,-1 1 1 0 0,1-1-1 0 0,0 1 1 0 0,0-1-1 0 0,0 0 1 0 0,5 2-1 0 0,-6-3-50 0 0,1-1-1 0 0,0 1 0 0 0,-1-1 0 0 0,1 0 1 0 0,-1 1-1 0 0,1-1 0 0 0,0 0 1 0 0,-1-1-1 0 0,1 1 0 0 0,0 0 1 0 0,-1-1-1 0 0,1 0 0 0 0,-1 1 1 0 0,1-1-1 0 0,-1 0 0 0 0,3-2 0 0 0,43-23-2 0 0,-33 17 99 0 0,93-49-882 0 0,-62 34-5407 0 0,-19 10-500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0.2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15 264 3681 0 0,'-2'-3'117'0'0,"0"0"-1"0"0,0 0 1 0 0,1 0 0 0 0,-1-1 0 0 0,1 1 0 0 0,0-1-1 0 0,0 1 1 0 0,0-1 0 0 0,0 1 0 0 0,1-1 0 0 0,-1 0-1 0 0,1 1 1 0 0,0-1 0 0 0,0 0 0 0 0,1 1-1 0 0,0-6 1 0 0,2-3 774 0 0,1 0-1 0 0,0 1 0 0 0,9-19 0 0 0,-7 20-316 0 0,0 0 1 0 0,0 0-1 0 0,0 1 0 0 0,1 0 0 0 0,1 1 0 0 0,-1-1 1 0 0,2 1-1 0 0,14-11 0 0 0,-16 14-248 0 0,0 0 0 0 0,0 0 0 0 0,0 1 0 0 0,0 0 1 0 0,1 1-1 0 0,0-1 0 0 0,0 1 0 0 0,0 1 0 0 0,0 0 0 0 0,0 0 0 0 0,0 0 1 0 0,12 0-1 0 0,-16 2-225 0 0,-1 0 0 0 0,0 0 0 0 0,1 1 0 0 0,-1-1 0 0 0,0 1 0 0 0,1 0 0 0 0,-1 0 0 0 0,0 0 0 0 0,0 0 0 0 0,0 1 0 0 0,0-1 0 0 0,0 1 0 0 0,0 0 0 0 0,0 0 0 0 0,0 0 0 0 0,4 4 0 0 0,-4-2-28 0 0,1 0 0 0 0,-1 0 0 0 0,0 1 0 0 0,0-1 0 0 0,-1 1 0 0 0,1 0 0 0 0,-1 0 0 0 0,0 0 0 0 0,2 8 0 0 0,0 9-28 0 0,0 0-1 0 0,-2 0 0 0 0,-1 0 1 0 0,-1 25-1 0 0,0-31 11 0 0,-2 15-31 0 0,1 30 22 0 0,1-57-44 0 0,0-1 0 0 0,0 1 0 0 0,1 0-1 0 0,0-1 1 0 0,-1 1 0 0 0,1-1 0 0 0,1 1 0 0 0,-1-1-1 0 0,0 0 1 0 0,1 1 0 0 0,0-1 0 0 0,3 5 0 0 0,-5-8 1 0 0,1 1 0 0 0,0-1 0 0 0,0 1 0 0 0,0-1 0 0 0,0 1 0 0 0,0-1 1 0 0,-1 1-1 0 0,1-1 0 0 0,0 0 0 0 0,0 1 0 0 0,0-1 0 0 0,0 0 0 0 0,0 0 0 0 0,0 0 1 0 0,0 0-1 0 0,0 0 0 0 0,0 0 0 0 0,0 0 0 0 0,0 0 0 0 0,0 0 0 0 0,0 0 1 0 0,0-1-1 0 0,0 1 0 0 0,0 0 0 0 0,0-1 0 0 0,0 1 0 0 0,0-1 0 0 0,0 1 0 0 0,-1-1 1 0 0,1 1-1 0 0,1-2 0 0 0,29-23-1126 0 0,-24 18 120 0 0,15-13-5981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0.6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1 125 14283 0 0,'10'-12'126'0'0,"0"1"1"0"0,1 0-1 0 0,1 1 1 0 0,0 0-1 0 0,0 1 1 0 0,1 1-1 0 0,0 0 0 0 0,0 0 1 0 0,1 1-1 0 0,0 1 1 0 0,0 1-1 0 0,0 0 1 0 0,1 0-1 0 0,18-2 0 0 0,-27 6-106 0 0,-1 0 0 0 0,1 1 0 0 0,-1 0-1 0 0,0 0 1 0 0,1 0 0 0 0,-1 1 0 0 0,1 0-1 0 0,-1 0 1 0 0,0 0 0 0 0,1 1 0 0 0,-1-1 0 0 0,0 1-1 0 0,0 1 1 0 0,0-1 0 0 0,-1 1 0 0 0,6 3-1 0 0,-5-2 22 0 0,0 1 1 0 0,0 0-1 0 0,0 0 0 0 0,-1 0 0 0 0,0 1 0 0 0,0-1 1 0 0,0 1-1 0 0,-1 0 0 0 0,0 0 0 0 0,0 0 0 0 0,2 9 1 0 0,2 9 65 0 0,-2 1 0 0 0,0-1 0 0 0,-2 1 0 0 0,-1 0 0 0 0,-2 44 0 0 0,-4-2 193 0 0,1-49-119 0 0,1 1 0 0 0,2 0 0 0 0,0-1 0 0 0,0 1 1 0 0,5 24-1 0 0,-4-42-152 0 0,-1 1 0 0 0,0-1 0 0 0,0 0 0 0 0,1-1 0 0 0,-1 1 0 0 0,1 0 0 0 0,-1 0 0 0 0,1 0 0 0 0,-1 0 0 0 0,1 0 0 0 0,0 0 0 0 0,-1 0 0 0 0,1-1 0 0 0,0 1 0 0 0,0 0 0 0 0,-1-1 0 0 0,1 1 0 0 0,0 0 0 0 0,0-1 0 0 0,0 1 0 0 0,0-1 0 0 0,0 1 0 0 0,0-1 0 0 0,0 0 0 0 0,0 1 0 0 0,0-1-1 0 0,0 0 1 0 0,0 0 0 0 0,0 0 0 0 0,0 0 0 0 0,0 0 0 0 0,0 0 0 0 0,0 0 0 0 0,0 0 0 0 0,0 0 0 0 0,0 0 0 0 0,0 0 0 0 0,0-1 0 0 0,0 1 0 0 0,0 0 0 0 0,0-1 0 0 0,0 1 0 0 0,0-1 0 0 0,0 1 0 0 0,0-1 0 0 0,1 0 0 0 0,6-4-104 0 0,1 0 1 0 0,-1 0-1 0 0,13-11 0 0 0,-19 14 45 0 0,42-37-2002 0 0,-21 16-4494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0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1 174 10594 0 0,'3'-6'160'0'0,"1"0"-1"0"0,1 1 1 0 0,-1 0 0 0 0,1 0-1 0 0,0 0 1 0 0,0 0 0 0 0,0 1-1 0 0,0 0 1 0 0,1 0-1 0 0,11-6 1 0 0,8-2 565 0 0,36-13 0 0 0,-29 12-95 0 0,-1 0-2 0 0,0 2 1 0 0,0 1 0 0 0,1 1-1 0 0,1 2 1 0 0,0 1-1 0 0,41-2 1 0 0,-62 7-648 0 0,1 1 1 0 0,-1 1-1 0 0,1 0 1 0 0,-1 0-1 0 0,1 2 1 0 0,-1-1-1 0 0,0 1 0 0 0,0 1 1 0 0,0 0-1 0 0,0 1 1 0 0,-1 1-1 0 0,0-1 1 0 0,0 2-1 0 0,0-1 0 0 0,-1 2 1 0 0,0-1-1 0 0,0 1 1 0 0,-1 1-1 0 0,14 16 1 0 0,-15-14-543 0 0,0 0 1 0 0,0 1-1 0 0,-1 0 1 0 0,-1 0 0 0 0,0 1-1 0 0,-1-1 1 0 0,0 1-1 0 0,5 23 1 0 0,-3 5-4493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1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33 193 5985 0 0,'-33'7'5489'0'0,"49"-18"-1224"0"0,105-52 1120 0 0,7 0-3737 0 0,-53 34-2034 0 0,-24 13-3489 0 0,-22 7-932 0 0,0 0-135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1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 7370 0 0,'1'-2'411'0'0,"1"0"0"0"0,-1-1 0 0 0,0 1 1 0 0,1 0-1 0 0,0 1 0 0 0,-1-1 1 0 0,1 0-1 0 0,0 0 0 0 0,0 1 0 0 0,0-1 1 0 0,0 1-1 0 0,0 0 0 0 0,1-1 1 0 0,-1 1-1 0 0,0 0 0 0 0,1 0 0 0 0,-1 1 1 0 0,0-1-1 0 0,1 0 0 0 0,-1 1 1 0 0,6-1-1 0 0,-6 1-230 0 0,1 1 0 0 0,-1 0-1 0 0,1-1 1 0 0,-1 1 0 0 0,1 0 0 0 0,-1 0 0 0 0,1 1 0 0 0,-1-1-1 0 0,0 0 1 0 0,0 1 0 0 0,0-1 0 0 0,0 1 0 0 0,0 0 0 0 0,0-1-1 0 0,0 1 1 0 0,0 0 0 0 0,-1 0 0 0 0,1 1 0 0 0,-1-1 0 0 0,0 0 0 0 0,2 4-1 0 0,1 0-112 0 0,-1 1 0 0 0,0 0 0 0 0,-1 1 0 0 0,1-1 0 0 0,-1 0-1 0 0,-1 1 1 0 0,1-1 0 0 0,-2 1 0 0 0,1 0 0 0 0,-1 14-1 0 0,-2 3 52 0 0,-2-1-1 0 0,-6 26 0 0 0,5-31-21 0 0,1 1 0 0 0,1-1 0 0 0,-1 38 0 0 0,4-55-84 0 0,0-1 0 0 0,0 0 0 0 0,0 1 0 0 0,0-1-1 0 0,0 0 1 0 0,0 1 0 0 0,0-1 0 0 0,1 1 0 0 0,-1-1 0 0 0,0 0 0 0 0,1 1 0 0 0,-1-1 0 0 0,1 0 0 0 0,0 0 0 0 0,-1 1 0 0 0,1-1 0 0 0,0 0 0 0 0,0 0 0 0 0,-1 0 0 0 0,1 0 0 0 0,0 0 0 0 0,0 0 0 0 0,0 0 0 0 0,0 0 0 0 0,1 0 0 0 0,-1-1 0 0 0,0 1-1 0 0,0 0 1 0 0,0-1 0 0 0,1 1 0 0 0,-1-1 0 0 0,0 1 0 0 0,1-1 0 0 0,-1 1 0 0 0,0-1 0 0 0,1 0 0 0 0,-1 0 0 0 0,0 0 0 0 0,1 0 0 0 0,-1 0 0 0 0,1 0 0 0 0,-1 0 0 0 0,0 0 0 0 0,1 0 0 0 0,-1-1 0 0 0,0 1 0 0 0,1-1 0 0 0,-1 1 0 0 0,2-2-1 0 0,7-2 36 0 0,0 0 0 0 0,-1 0-1 0 0,0-2 1 0 0,0 1 0 0 0,10-9-1 0 0,7-8 9 0 0,38-41 0 0 0,2-3-2780 0 0,-48 51-4591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2.3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61 10138 0 0,'0'-2'193'0'0,"1"0"1"0"0,-1 1-1 0 0,1-1 0 0 0,-1 0 0 0 0,1 1 1 0 0,0-1-1 0 0,0 1 0 0 0,0-1 1 0 0,0 1-1 0 0,0-1 0 0 0,0 1 0 0 0,0 0 1 0 0,0-1-1 0 0,0 1 0 0 0,1 0 0 0 0,-1 0 1 0 0,0 0-1 0 0,1 0 0 0 0,2-1 0 0 0,34-21 2430 0 0,-35 22-2450 0 0,1-1 0 0 0,-1 1 0 0 0,1 0 0 0 0,-1 0 0 0 0,1 0 0 0 0,0 1-1 0 0,0-1 1 0 0,-1 1 0 0 0,1 0 0 0 0,0 0 0 0 0,-1 0 0 0 0,1 0 0 0 0,0 1 0 0 0,0-1 0 0 0,-1 1 0 0 0,1 0-1 0 0,-1 0 1 0 0,1 1 0 0 0,-1-1 0 0 0,6 4 0 0 0,-6-3-159 0 0,0 1-1 0 0,0 0 1 0 0,0-1 0 0 0,-1 1 0 0 0,1 1 0 0 0,-1-1-1 0 0,0 0 1 0 0,0 1 0 0 0,0-1 0 0 0,0 1-1 0 0,0-1 1 0 0,-1 1 0 0 0,0 0 0 0 0,1 0 0 0 0,-2 0-1 0 0,1 0 1 0 0,0 0 0 0 0,-1 0 0 0 0,1 4-1 0 0,-2 9 69 0 0,1-1-1 0 0,-2 1 0 0 0,0-1 0 0 0,-1 1 1 0 0,-1-1-1 0 0,0 0 0 0 0,-1 0 1 0 0,-13 27-1 0 0,-5 18 1056 0 0,22-61-1121 0 0,1 1 1 0 0,0-1-1 0 0,0 0 1 0 0,0 1-1 0 0,-1-1 1 0 0,1 1-1 0 0,0-1 1 0 0,0 0-1 0 0,0 1 1 0 0,0-1-1 0 0,0 1 1 0 0,0-1-1 0 0,0 1 1 0 0,0-1-1 0 0,0 0 1 0 0,0 1-1 0 0,0-1 1 0 0,0 1-1 0 0,0-1 1 0 0,0 1-1 0 0,0-1 1 0 0,0 0-1 0 0,0 1 1 0 0,0-1-1 0 0,1 1 1 0 0,-1-1-1 0 0,0 0 1 0 0,0 1-1 0 0,0-1 1 0 0,1 1-1 0 0,-1-1 1 0 0,0 0-1 0 0,1 1 1 0 0,-1-1-1 0 0,0 0 1 0 0,1 0-1 0 0,-1 1 1 0 0,1-1-1 0 0,19-3 314 0 0,19-17-40 0 0,23-21-313 0 0,-29 18 174 0 0,43-23 0 0 0,-67 41-513 0 0,1 1 0 0 0,0 0 0 0 0,0 0 0 0 0,0 1 1 0 0,0 0-1 0 0,1 1 0 0 0,-1 0 0 0 0,1 0 0 0 0,14 1 0 0 0,-2 3-7031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2.6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18 10138 0 0,'-1'0'26'0'0,"1"0"0"0"0,0 0-1 0 0,0 0 1 0 0,-1 0 0 0 0,1-1-1 0 0,0 1 1 0 0,0 0 0 0 0,-1 0-1 0 0,1-1 1 0 0,0 1 0 0 0,0 0 0 0 0,-1-1-1 0 0,1 1 1 0 0,0 0 0 0 0,0 0-1 0 0,0-1 1 0 0,0 1 0 0 0,0 0-1 0 0,-1-1 1 0 0,1 1 0 0 0,0 0-1 0 0,0-1 1 0 0,0 1 0 0 0,0 0 0 0 0,0-1-1 0 0,0 1 1 0 0,0 0 0 0 0,0-1-1 0 0,0 1 1 0 0,0-1 0 0 0,0 1-1 0 0,0 0 1 0 0,1-1 0 0 0,-1 1 0 0 0,0 0-1 0 0,0 0 1 0 0,0-1 0 0 0,0 1-1 0 0,0 0 1 0 0,1-1 0 0 0,-1 1-1 0 0,19-5 1187 0 0,-15 4-750 0 0,1 1 0 0 0,-1 0 0 0 0,1 1 0 0 0,-1-1 0 0 0,1 1 0 0 0,-1 0 0 0 0,9 3 0 0 0,-8-1-221 0 0,0 1 0 0 0,-1-1 0 0 0,1 1 0 0 0,-1 1 0 0 0,0-1 0 0 0,0 1 1 0 0,-1-1-1 0 0,1 1 0 0 0,-1 0 0 0 0,0 0 0 0 0,0 1 0 0 0,-1-1 0 0 0,0 1 0 0 0,0-1 0 0 0,0 1 1 0 0,1 8-1 0 0,2 11 85 0 0,-1 1 1 0 0,1 37 0 0 0,-4-43-134 0 0,2 36 91 0 0,-3-26-251 0 0,2 0 1 0 0,1 0-1 0 0,2 0 1 0 0,8 32 0 0 0,-12-60-11 0 0,-1 1 1 0 0,1-1-1 0 0,0 1 1 0 0,0-1-1 0 0,0 0 1 0 0,0 0-1 0 0,0 0 1 0 0,0 1-1 0 0,1-1 1 0 0,-1 0 0 0 0,1-1-1 0 0,0 1 1 0 0,-1 0-1 0 0,1 0 1 0 0,0-1-1 0 0,0 1 1 0 0,0-1-1 0 0,0 1 1 0 0,0-1-1 0 0,0 0 1 0 0,1 0-1 0 0,-1 0 1 0 0,0 0-1 0 0,1 0 1 0 0,-1-1 0 0 0,0 1-1 0 0,1-1 1 0 0,-1 1-1 0 0,1-1 1 0 0,-1 0-1 0 0,1 0 1 0 0,-1 0-1 0 0,1 0 1 0 0,-1-1-1 0 0,0 1 1 0 0,1-1-1 0 0,-1 1 1 0 0,1-1 0 0 0,-1 0-1 0 0,3-1 1 0 0,8-3 101 0 0,0-1 0 0 0,0-1 0 0 0,-1 0 0 0 0,0-1 0 0 0,18-15 0 0 0,45-47-15 0 0,-61 54-463 0 0,1 1 0 0 0,1 0 0 0 0,0 1-1 0 0,2 1 1 0 0,-1 0 0 0 0,1 1 0 0 0,29-13-1 0 0,-10 17-2988 0 0,-20 8 1623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4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2 10594 0 0,'-1'-1'92'0'0,"0"1"0"0"0,0 0 0 0 0,0 0 0 0 0,0 0 0 0 0,0 0 0 0 0,0-1 0 0 0,0 1-1 0 0,0 0 1 0 0,0 1 0 0 0,0-1 0 0 0,1 0 0 0 0,-1 0 0 0 0,0 0 0 0 0,0 0 0 0 0,0 1 0 0 0,0-1-1 0 0,0 0 1 0 0,0 1 0 0 0,1-1 0 0 0,-1 1 0 0 0,0-1 0 0 0,0 1 0 0 0,1-1 0 0 0,-1 1 0 0 0,0 0 0 0 0,1-1-1 0 0,-1 1 1 0 0,0 1 0 0 0,-4 28 1665 0 0,4-27-1760 0 0,-4 69 1244 0 0,-3 90-820 0 0,8-134-409 0 0,1 1 0 0 0,2-1-1 0 0,9 45 1 0 0,-10-67 49 0 0,-1 1 0 0 0,1-1 0 0 0,0 0 0 0 0,1 0 0 0 0,0 0 0 0 0,0-1 0 0 0,0 1 1 0 0,0 0-1 0 0,1-1 0 0 0,0 0 0 0 0,0 0 0 0 0,1 0 0 0 0,-1-1 0 0 0,1 1 0 0 0,6 4 0 0 0,-6-7 39 0 0,0 1 0 0 0,0-1 1 0 0,0 0-1 0 0,0 0 0 0 0,1 0 1 0 0,-1-1-1 0 0,1 1 0 0 0,-1-1 0 0 0,1-1 1 0 0,-1 1-1 0 0,1-1 0 0 0,-1 0 1 0 0,1 0-1 0 0,-1-1 0 0 0,1 1 0 0 0,-1-1 1 0 0,1 0-1 0 0,5-3 0 0 0,19-6 118 0 0,0-1 0 0 0,-1-2 0 0 0,48-27 0 0 0,72-64-3582 0 0,-121 82 1607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4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 5529 0 0,'-2'0'86'0'0,"1"1"0"0"0,0-1 0 0 0,-1 1 0 0 0,1 0 0 0 0,-1 0 0 0 0,1-1 0 0 0,0 1 0 0 0,0 0 0 0 0,-1 0 0 0 0,1 0 0 0 0,0 0 0 0 0,0 1 0 0 0,0-1 0 0 0,0 0 0 0 0,0 0 0 0 0,0 1 0 0 0,1-1 1 0 0,-1 0-1 0 0,0 1 0 0 0,0 1 0 0 0,1 0 247 0 0,0 1 1 0 0,1-1-1 0 0,-1 1 1 0 0,1-1 0 0 0,0 0-1 0 0,0 1 1 0 0,0-1 0 0 0,3 5-1 0 0,-4-7-311 0 0,29 67 4042 0 0,73 120 1 0 0,-48-93-3863 0 0,-36-60-521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5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8754 0 0,'15'41'3903'0'0,"-3"-5"-2108"0"0,-3-19-1105 0 0,0 1-1 0 0,1-1 0 0 0,1-1 0 0 0,0 0 0 0 0,2-1 0 0 0,23 24 0 0 0,-20-24-500 0 0,0-1 1 0 0,1-1-1 0 0,1-1 0 0 0,0 0 0 0 0,1-1 1 0 0,0-1-1 0 0,1-1 0 0 0,0 0 0 0 0,40 10 1 0 0,-57-18-298 0 0,0 0 0 0 0,0-1 0 0 0,0 1 0 0 0,0-1 0 0 0,0 0 0 0 0,0 0 0 0 0,0 0 0 0 0,0 0 0 0 0,1 0 0 0 0,-1-1 0 0 0,0 1 0 0 0,0-1 0 0 0,0 0 0 0 0,0 0 0 0 0,-1 0 1 0 0,1 0-1 0 0,5-3 0 0 0,-6 2-580 0 0,1 0 0 0 0,-1 0 0 0 0,0 0 0 0 0,1-1 1 0 0,-1 1-1 0 0,0-1 0 0 0,-1 1 0 0 0,1-1 0 0 0,0 0 1 0 0,2-5-1 0 0,3-9-4363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5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60 6913 0 0,'-5'-9'190'0'0,"0"2"-1"0"0,0-1 1 0 0,-13-13-1 0 0,17 20-73 0 0,0 0-1 0 0,1 0 1 0 0,-1 0 0 0 0,0 0-1 0 0,0 0 1 0 0,0 0-1 0 0,0 0 1 0 0,0 0 0 0 0,0 0-1 0 0,-1 1 1 0 0,1-1-1 0 0,0 0 1 0 0,0 1 0 0 0,0-1-1 0 0,-1 1 1 0 0,1-1-1 0 0,0 1 1 0 0,-1 0 0 0 0,1-1-1 0 0,0 1 1 0 0,-1 0-1 0 0,1 0 1 0 0,-1 0 0 0 0,1 0-1 0 0,0 0 1 0 0,-1 0-1 0 0,1 1 1 0 0,0-1 0 0 0,-1 0-1 0 0,1 1 1 0 0,0-1-1 0 0,0 1 1 0 0,-1-1 0 0 0,1 1-1 0 0,0 0 1 0 0,0-1-1 0 0,-2 2 1 0 0,2 0 125 0 0,0-1 0 0 0,0 1 0 0 0,1-1 1 0 0,-1 1-1 0 0,0 0 0 0 0,0-1 0 0 0,1 1 0 0 0,-1 0 1 0 0,1 0-1 0 0,0 0 0 0 0,-1-1 0 0 0,1 1 0 0 0,0 0 1 0 0,0 0-1 0 0,0 0 0 0 0,0 0 0 0 0,1 2 0 0 0,8 38 1358 0 0,-5-27-866 0 0,45 155 1916 0 0,-13-55-2320 0 0,46 160 215 0 0,-40-160-2959 0 0,-28-77-4762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5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6449 0 0,'0'0'499'0'0,"-1"26"2986"0"0,0-3-2627 0 0,0-1 1 0 0,2 0-1 0 0,1 0 1 0 0,1 1-1 0 0,1-1 1 0 0,9 33-1 0 0,-8-42-695 0 0,0-1 0 0 0,0 1 0 0 0,1-1 0 0 0,1 0 0 0 0,0-1 0 0 0,0 1-1 0 0,1-2 1 0 0,0 1 0 0 0,1-1 0 0 0,1 0 0 0 0,0-1 0 0 0,12 10 0 0 0,-18-15-181 0 0,2-1 0 0 0,-1 0-1 0 0,0 0 1 0 0,1 0 0 0 0,-1 0 0 0 0,1-1 0 0 0,0 0 0 0 0,0 0-1 0 0,0-1 1 0 0,0 1 0 0 0,0-1 0 0 0,0-1 0 0 0,0 1 0 0 0,0-1-1 0 0,0 0 1 0 0,0 0 0 0 0,0-1 0 0 0,0 0 0 0 0,0 0 0 0 0,0 0-1 0 0,0-1 1 0 0,10-3 0 0 0,-9 1-479 0 0,1 0-1 0 0,-1 0 1 0 0,0-1 0 0 0,0 1-1 0 0,0-2 1 0 0,-1 1 0 0 0,0-1-1 0 0,0 0 1 0 0,0 0 0 0 0,-1 0-1 0 0,0-1 1 0 0,0 0 0 0 0,0 0-1 0 0,-1 0 1 0 0,0-1 0 0 0,3-8-1 0 0,0-4-3212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6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8 4865 0 0,'-1'-1'84'0'0,"-1"0"1"0"0,1 0-1 0 0,0 1 0 0 0,-1-1 0 0 0,1 0 1 0 0,-1 1-1 0 0,1-1 0 0 0,-1 1 1 0 0,0-1-1 0 0,1 1 0 0 0,-1-1 1 0 0,1 1-1 0 0,-1 0 0 0 0,0 0 0 0 0,1 0 1 0 0,-1 0-1 0 0,0 0 0 0 0,1 1 1 0 0,-1-1-1 0 0,-2 1 0 0 0,2 0 178 0 0,1 1 0 0 0,0-1 0 0 0,0 0 0 0 0,0 0 0 0 0,1 1 0 0 0,-1-1-1 0 0,0 1 1 0 0,0-1 0 0 0,1 0 0 0 0,-1 1 0 0 0,1-1 0 0 0,-1 1 0 0 0,1 0 0 0 0,0-1 0 0 0,-1 1-1 0 0,1-1 1 0 0,0 1 0 0 0,0 0 0 0 0,0-1 0 0 0,0 1 0 0 0,1-1 0 0 0,-1 3 0 0 0,5 28 1176 0 0,2-1 0 0 0,1 0 0 0 0,1 0 1 0 0,19 45-1 0 0,2 3-508 0 0,41 146-2209 0 0,-62-192-5707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6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38 14747 0 0,'-2'-4'309'0'0,"0"1"-1"0"0,0 0 1 0 0,0 0 0 0 0,0 0-1 0 0,-1 0 1 0 0,1 0 0 0 0,-1 0-1 0 0,0 1 1 0 0,0-1-1 0 0,-5-3 1 0 0,7 6-246 0 0,0 0 0 0 0,1-1 0 0 0,-1 1 0 0 0,0 0 0 0 0,1 0 0 0 0,-1 0 0 0 0,0-1 0 0 0,1 1-1 0 0,-1 0 1 0 0,0 0 0 0 0,1 0 0 0 0,-1 0 0 0 0,0 0 0 0 0,0 0 0 0 0,1 1 0 0 0,-1-1 0 0 0,0 0 0 0 0,1 0 0 0 0,-1 0 0 0 0,1 1 0 0 0,-1-1 0 0 0,0 0 0 0 0,0 1-1 0 0,-1 1-5 0 0,1-1 0 0 0,0 1 0 0 0,0-1 1 0 0,-1 1-1 0 0,1-1 0 0 0,0 1 0 0 0,1 0 0 0 0,-1 0 0 0 0,0-1 0 0 0,0 1 0 0 0,1 0 0 0 0,-1 3 0 0 0,-3 14 23 0 0,2-1 1 0 0,0 0 0 0 0,1 1 0 0 0,0-1 0 0 0,2 1-1 0 0,3 23 1 0 0,1-11 33 0 0,1-1 0 0 0,20 59 0 0 0,-22-79-117 0 0,0 0 0 0 0,0 0 1 0 0,1 0-1 0 0,0-1 0 0 0,1 1 1 0 0,0-1-1 0 0,1-1 0 0 0,0 1 1 0 0,0-1-1 0 0,1-1 0 0 0,12 11 1 0 0,-14-14 0 0 0,0 0 0 0 0,0-1 0 0 0,0 1 1 0 0,1-2-1 0 0,-1 1 0 0 0,1-1 1 0 0,-1 0-1 0 0,1 0 0 0 0,0 0 1 0 0,0-1-1 0 0,0-1 0 0 0,-1 1 1 0 0,1-1-1 0 0,0 0 0 0 0,0 0 1 0 0,0-1-1 0 0,0 0 0 0 0,13-4 1 0 0,-11 3-64 0 0,-1-1 0 0 0,0 0 0 0 0,0-1 0 0 0,0 0 0 0 0,0 0 0 0 0,-1-1 0 0 0,1 0 0 0 0,-1 0 1 0 0,-1 0-1 0 0,11-11 0 0 0,-3 0-191 0 0,0-1 0 0 0,-1-1 0 0 0,12-19 0 0 0,-6 5-367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6.6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0 5985 0 0,'-3'1'366'0'0,"0"-1"0"0"0,0 0 0 0 0,0 1 0 0 0,1-1-1 0 0,-1 1 1 0 0,0 0 0 0 0,0 0 0 0 0,0 0 0 0 0,1 0 0 0 0,-1 1-1 0 0,1-1 1 0 0,-1 1 0 0 0,1 0 0 0 0,-3 1 0 0 0,3-1-100 0 0,1 0 0 0 0,0 0 0 0 0,0 0 0 0 0,0 0 0 0 0,-1 0 1 0 0,2 0-1 0 0,-1 0 0 0 0,0 1 0 0 0,0-1 0 0 0,1 0 0 0 0,-1 0 0 0 0,1 1 1 0 0,0-1-1 0 0,0 0 0 0 0,0 1 0 0 0,0-1 0 0 0,0 0 0 0 0,0 0 0 0 0,1 3 1 0 0,8 40 1165 0 0,1 0 0 0 0,27 68 1 0 0,-10-30-1057 0 0,15 35-700 0 0,-21-68-5483 0 0,-6-20-785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7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78 9218 0 0,'38'90'2310'0'0,"4"10"-351"0"0,-36-90-1566 0 0,0 1 0 0 0,0-1 1 0 0,1 0-1 0 0,0 0 0 0 0,1-1 0 0 0,14 14 0 0 0,-17-19-286 0 0,0-1-1 0 0,0 1 0 0 0,0-1 1 0 0,1 1-1 0 0,-1-2 0 0 0,1 1 1 0 0,0 0-1 0 0,0-1 0 0 0,0 0 0 0 0,0-1 1 0 0,0 1-1 0 0,0-1 0 0 0,1-1 1 0 0,7 1-1 0 0,-4-1-54 0 0,0-1 1 0 0,0 0 0 0 0,0 0-1 0 0,0-1 1 0 0,0 0 0 0 0,-1-1-1 0 0,1 0 1 0 0,14-8 0 0 0,-14 7-205 0 0,0-1 0 0 0,0 0 1 0 0,-1-1-1 0 0,0-1 1 0 0,0 1-1 0 0,-1-1 1 0 0,0-1-1 0 0,0 1 0 0 0,0-1 1 0 0,-1-1-1 0 0,-1 1 1 0 0,1-1-1 0 0,-1 0 1 0 0,-1-1-1 0 0,0 0 0 0 0,0 1 1 0 0,5-16-1 0 0,-9 16-411 0 0,0-1 0 0 0,0 0 0 0 0,0 0-1 0 0,-1 0 1 0 0,-1 0 0 0 0,0 1-1 0 0,0-1 1 0 0,-1 0 0 0 0,0 1 0 0 0,-6-16-1 0 0,7 20 289 0 0,-1 0 1 0 0,0 0-1 0 0,0 0 0 0 0,-1 0 0 0 0,1 0 0 0 0,-1 1 0 0 0,0-1 0 0 0,0 1 0 0 0,-1 0 0 0 0,1 0 0 0 0,-1 0 0 0 0,0 0 0 0 0,0 1 1 0 0,0 0-1 0 0,0-1 0 0 0,-1 1 0 0 0,1 1 0 0 0,-1-1 0 0 0,0 1 0 0 0,-9-4 0 0 0,11 5 181 0 0,0 1 0 0 0,0-1 1 0 0,-1 1-1 0 0,1 0 0 0 0,0 0 0 0 0,0 0 0 0 0,0 0 0 0 0,0 1 1 0 0,0-1-1 0 0,-5 2 0 0 0,6-1 286 0 0,0 0 0 0 0,-1 0 0 0 0,1 0 0 0 0,0 0 0 0 0,0 0 0 0 0,1 1 0 0 0,-1-1 0 0 0,0 1 0 0 0,0-1 0 0 0,1 1 0 0 0,-1-1 0 0 0,-1 4 0 0 0,1-2 235 0 0,0 0-1 0 0,1 0 0 0 0,-1 1 0 0 0,1-1 1 0 0,0 1-1 0 0,0-1 0 0 0,0 1 0 0 0,0 0 1 0 0,0-1-1 0 0,1 1 0 0 0,0 0 0 0 0,0-1 1 0 0,0 1-1 0 0,0 0 0 0 0,0 0 0 0 0,1-1 0 0 0,1 6 1 0 0,8 21 885 0 0,1 1 0 0 0,2-2 0 0 0,1 0 0 0 0,29 45 1 0 0,2 5-510 0 0,6 26-2349 0 0,-36-73-5120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7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0 6913 0 0,'-2'5'181'0'0,"-1"0"0"0"0,1 0-1 0 0,0 1 1 0 0,0-1 0 0 0,1 1 0 0 0,0-1-1 0 0,0 0 1 0 0,0 1 0 0 0,0 0-1 0 0,1-1 1 0 0,0 1 0 0 0,1 6-1 0 0,-2 8 129 0 0,0-13-168 0 0,-1 16 356 0 0,1-1 0 0 0,0 1-1 0 0,6 36 1 0 0,-5-53-316 0 0,1-1 0 0 0,0 0 0 0 0,0 0-1 0 0,1 0 1 0 0,0 0 0 0 0,0 0 0 0 0,0 0 0 0 0,0 0 0 0 0,1-1 0 0 0,-1 1 0 0 0,1-1 0 0 0,1 1 0 0 0,-1-1 0 0 0,0 0 0 0 0,1-1 0 0 0,0 1 0 0 0,0 0 0 0 0,0-1 0 0 0,0 0-1 0 0,1 0 1 0 0,6 3 0 0 0,-1-2 9 0 0,0 0 0 0 0,0-1 0 0 0,0 0 0 0 0,1 0-1 0 0,-1-1 1 0 0,1-1 0 0 0,-1 0 0 0 0,1 0 0 0 0,-1-1 0 0 0,1-1-1 0 0,0 1 1 0 0,-1-2 0 0 0,19-3 0 0 0,-17 1-613 0 0,-1 0-1 0 0,1-1 1 0 0,0 0 0 0 0,-1 0-1 0 0,0-1 1 0 0,20-15 0 0 0,-9 3-5221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7:57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14283 0 0,'-3'5'231'0'0,"0"0"0"0"0,1 0 0 0 0,0 1 0 0 0,0-1 0 0 0,0 0 0 0 0,1 1 0 0 0,-1 0 0 0 0,2-1 0 0 0,-2 8 0 0 0,2 56 1206 0 0,1-37-950 0 0,0 43 814 0 0,4 1 0 0 0,18 92-1 0 0,-10-104-2368 0 0,28 79 0 0 0,-30-109 381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07.644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3261 768 14747 0 0,'-2'-2'79'0'0,"-2"-4"-71"0"0,-1 0 1 0 0,0 1 0 0 0,-1-1-1 0 0,1 1 1 0 0,-1 0-1 0 0,0 1 1 0 0,0-1-1 0 0,-1 1 1 0 0,1 1-1 0 0,-1-1 1 0 0,0 1-1 0 0,0 0 1 0 0,0 0-1 0 0,-14-2 1 0 0,-51-7-483 0 0,-1 4 1 0 0,-1 2 0 0 0,1 4-1 0 0,-1 3 1 0 0,-127 19-1 0 0,52 7 177 0 0,0 7 0 0 0,-155 57 0 0 0,193-49 269 0 0,1 4 0 0 0,3 6-1 0 0,-124 79 1 0 0,155-83 204 0 0,2 4-1 0 0,3 2 1 0 0,2 4-1 0 0,-117 127 1 0 0,97-75 177 0 0,4 3 0 0 0,5 4 1 0 0,6 3-1 0 0,5 3 1 0 0,-97 240-1 0 0,-49 262 773 0 0,160-426-1131 0 0,-37 245 0 0 0,81-368-250 0 0,3 1 1 0 0,4 0-1 0 0,3 0 0 0 0,10 90 0 0 0,-3-125 29 0 0,1 0 0 0 0,2-1 0 0 0,2 0 0 0 0,1 0 0 0 0,3-1 0 0 0,1-1 0 0 0,1 0 0 0 0,3-2 0 0 0,28 43 0 0 0,-6-21-31 0 0,1-2 0 0 0,3-3-1 0 0,2-1 1 0 0,99 82 0 0 0,-114-109 243 0 0,2-2 1 0 0,0-1 0 0 0,2-1-1 0 0,0-3 1 0 0,1 0-1 0 0,1-3 1 0 0,1-1 0 0 0,0-2-1 0 0,61 11 1 0 0,-42-16 56 0 0,0-3 1 0 0,0-2-1 0 0,0-2 1 0 0,0-3 0 0 0,0-3-1 0 0,69-15 1 0 0,-22-3 383 0 0,-1-5 0 0 0,150-61 0 0 0,-131 35-308 0 0,-2-5 0 0 0,184-120 0 0 0,-141 64-700 0 0,167-152 0 0 0,209-280 719 0 0,-308 279 1467 0 0,279-419 0 0 0,-382 479-886 0 0,-9-5-1 0 0,116-285 1 0 0,-182 362-262 0 0,56-214 0 0 0,-89 256-202 0 0,-4 0-1 0 0,-4-1 0 0 0,3-128 0 0 0,-17 173-275 0 0,-2-1-1 0 0,-2 1 0 0 0,-3 1 1 0 0,-1-1-1 0 0,-3 1 1 0 0,-2 0-1 0 0,-2 1 0 0 0,-2 1 1 0 0,-34-66-1 0 0,35 83 5 0 0,-1 2 0 0 0,-1 0 0 0 0,-1 1 0 0 0,-2 1 0 0 0,-1 1 0 0 0,0 1 0 0 0,-2 1-1 0 0,-1 1 1 0 0,-1 1 0 0 0,0 1 0 0 0,-2 2 0 0 0,0 0 0 0 0,-1 2 0 0 0,0 1 0 0 0,-43-14 0 0 0,34 18-246 0 0,1 3 1 0 0,-1 1-1 0 0,-1 1 1 0 0,1 3-1 0 0,-1 1 0 0 0,0 1 1 0 0,0 3-1 0 0,-46 7 1 0 0,-30 10-5425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08.341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951 251 10138 0 0,'-16'-16'126'0'0,"-128"-123"5473"0"0,125 125-4798 0 0,0 0 1 0 0,-42-23-1 0 0,47 31-1184 0 0,0 0 1 0 0,-30-8 0 0 0,36 12 368 0 0,-1 1 0 0 0,1 0 0 0 0,-1 0 0 0 0,1 1 0 0 0,-1 0 0 0 0,1 1 0 0 0,-1 0 0 0 0,1 0 1 0 0,-1 1-1 0 0,1 0 0 0 0,0 1 0 0 0,0-1 0 0 0,0 1 0 0 0,0 1 0 0 0,1 0 0 0 0,-1 0 0 0 0,1 0 0 0 0,0 1 0 0 0,0 0 1 0 0,-7 7-1 0 0,-6 6-6 0 0,1 1 0 0 0,1 1 0 0 0,1 1 0 0 0,1 0 0 0 0,-16 27 0 0 0,-5 15-260 0 0,3 1 1 0 0,-33 86 0 0 0,-32 148-789 0 0,74-203 640 0 0,5 1 0 0 0,-15 181 0 0 0,29-142 207 0 0,19 206 0 0 0,23-50 97 0 0,94 359-1 0 0,18-113-348 0 0,-105-414 87 0 0,6-3-1 0 0,81 146 0 0 0,-72-165 182 0 0,6-2-1 0 0,3-3 0 0 0,4-3 0 0 0,5-3 1 0 0,3-4-1 0 0,147 124 0 0 0,-112-119 341 0 0,4-6-1 0 0,4-5 0 0 0,4-5 1 0 0,232 101-1 0 0,-293-151-298 0 0,0-3 1 0 0,1-3-1 0 0,2-3 0 0 0,-1-3 0 0 0,2-2 0 0 0,-1-4 1 0 0,1-3-1 0 0,0-3 0 0 0,0-2 0 0 0,0-4 0 0 0,-1-3 1 0 0,1-3-1 0 0,-2-3 0 0 0,0-2 0 0 0,-1-4 0 0 0,82-35 1 0 0,-81 25 806 0 0,-2-3 0 0 0,-1-3 1 0 0,-1-2-1 0 0,-3-3 0 0 0,58-51 0 0 0,-77 56 18 0 0,-2-2-1 0 0,-2-1 0 0 0,-1-2 0 0 0,-3-1 0 0 0,-1-2 0 0 0,-2-1 0 0 0,37-75 0 0 0,-40 60-172 0 0,-2 0-1 0 0,-3-2 1 0 0,-3-1-1 0 0,-3 0 0 0 0,-2-1 1 0 0,10-127-1 0 0,-22 139-326 0 0,-3 0 0 0 0,-1 0 0 0 0,-3 0 0 0 0,-3 1 0 0 0,-1-1 0 0 0,-3 2 0 0 0,-2 0-1 0 0,-2 0 1 0 0,-28-59 0 0 0,14 50-113 0 0,-3 2 0 0 0,-2 1 0 0 0,-71-85 0 0 0,-147-139-18 0 0,249 277-29 0 0,-649-606 133 0 0,-45 51-479 0 0,455 379-365 0 0,-312-172 0 0 0,412 276-535 0 0,-2 9-3438 0 0,4 8-1542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09.072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303 32 10594 0 0,'-1'0'52'0'0,"-1"-1"0"0"0,0 0 0 0 0,1 1 0 0 0,-1-1 1 0 0,0 1-1 0 0,0 0 0 0 0,1-1 0 0 0,-1 1 0 0 0,0 0 0 0 0,0 0 0 0 0,1 0 0 0 0,-1 0 0 0 0,0 1 0 0 0,0-1 0 0 0,0 0 0 0 0,1 1 0 0 0,-1-1 0 0 0,0 1 0 0 0,1 0 0 0 0,-1-1 0 0 0,1 1 0 0 0,-1 0 0 0 0,0 0 0 0 0,1 0 1 0 0,0 0-1 0 0,-1 0 0 0 0,1 1 0 0 0,0-1 0 0 0,-1 0 0 0 0,1 0 0 0 0,0 1 0 0 0,0-1 0 0 0,-1 3 0 0 0,-21 19 119 0 0,1 2-1 0 0,2 0 1 0 0,0 1 0 0 0,-28 51-1 0 0,28-34-142 0 0,1 2 0 0 0,3 0 0 0 0,2 1 0 0 0,2 1-1 0 0,2 0 1 0 0,-7 82 0 0 0,11-25 109 0 0,4 0 0 0 0,14 108 0 0 0,-1-95-57 0 0,6-1 0 0 0,6-1 0 0 0,37 117 0 0 0,-33-149-157 0 0,4-2-1 0 0,4-1 1 0 0,3-2 0 0 0,86 133-1 0 0,-27-78 150 0 0,5-4 0 0 0,5-5-1 0 0,132 116 1 0 0,-83-96 514 0 0,241 170 0 0 0,5-51-183 0 0,-301-205-453 0 0,2-4 1 0 0,121 45-1 0 0,-121-62 17 0 0,2-4 0 0 0,1-5 0 0 0,195 25 1 0 0,-218-45 228 0 0,1-4 0 0 0,-1-4 1 0 0,0-4-1 0 0,1-3 0 0 0,130-28 1 0 0,-155 21 14 0 0,-1-2 0 0 0,0-3 0 0 0,-1-2 0 0 0,97-52 0 0 0,-127 57-33 0 0,0-1-1 0 0,-1-1 1 0 0,-1-1 0 0 0,-1-1 0 0 0,-1-1 0 0 0,0-2-1 0 0,-2 0 1 0 0,-1-1 0 0 0,0-1 0 0 0,-2-1-1 0 0,15-29 1 0 0,-13 14 63 0 0,-3-2 0 0 0,-1 0 0 0 0,-2 0 0 0 0,-2-2 0 0 0,-1 0 0 0 0,-3 0 0 0 0,-2 0 0 0 0,-2-1 0 0 0,-2 0 0 0 0,-1 0 0 0 0,-8-50 0 0 0,-2 16-216 0 0,-4 0 0 0 0,-4 1 0 0 0,-3 1 0 0 0,-3 1 0 0 0,-50-110 0 0 0,25 87-164 0 0,-5 2 0 0 0,-3 2 0 0 0,-5 3 0 0 0,-121-142 0 0 0,43 82-330 0 0,-252-214 1 0 0,-187-74 174 0 0,374 307-188 0 0,-5 10-1 0 0,-277-121 0 0 0,243 149-470 0 0,192 81 35 0 0,0 2 1 0 0,-102-13-1 0 0,49 21-4834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09.925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4442 220 17052 0 0,'-3'-10'123'0'0,"-1"0"0"0"0,0 0 0 0 0,0 0 1 0 0,-1 1-1 0 0,-1-1 0 0 0,0 1 0 0 0,0 0 0 0 0,0 1 1 0 0,-1 0-1 0 0,-1 0 0 0 0,1 0 0 0 0,-1 1 1 0 0,-1 0-1 0 0,-15-10 0 0 0,1 4-170 0 0,-1 2 0 0 0,0 0-1 0 0,-1 2 1 0 0,0 1 0 0 0,0 0 0 0 0,-1 2 0 0 0,0 1-1 0 0,0 2 1 0 0,0 0 0 0 0,0 1 0 0 0,-1 2 0 0 0,1 1-1 0 0,0 1 1 0 0,-40 8 0 0 0,-16 6-118 0 0,0 5 0 0 0,-145 57 1 0 0,-141 101-585 0 0,34 38 144 0 0,17 28-136 0 0,-241 270-555 0 0,55 58 580 0 0,152-110 452 0 0,265-345 69 0 0,-384 608-1311 0 0,383-572 1213 0 0,8 3 0 0 0,-83 231-1 0 0,108-224 640 0 0,8 3 0 0 0,-36 235-1 0 0,69-299 108 0 0,4-1 0 0 0,5 1-1 0 0,4 0 1 0 0,5 1-1 0 0,23 131 1 0 0,-18-184-338 0 0,2-1 0 0 0,2-1 0 0 0,3 0 1 0 0,1-1-1 0 0,3-1 0 0 0,35 59 0 0 0,-34-70-89 0 0,3 0-1 0 0,1-2 1 0 0,1-1-1 0 0,2-2 1 0 0,1 0 0 0 0,1-2-1 0 0,2-2 1 0 0,37 25-1 0 0,-18-20 88 0 0,2-2-1 0 0,0-3 0 0 0,2-2 1 0 0,1-2-1 0 0,1-4 0 0 0,0-1 1 0 0,2-3-1 0 0,93 10 0 0 0,-66-16 102 0 0,1-3 0 0 0,-1-5 0 0 0,1-4 0 0 0,0-3 0 0 0,116-24 0 0 0,-123 11-186 0 0,-2-3-1 0 0,-1-3 0 0 0,0-4 0 0 0,-3-3 0 0 0,73-43 0 0 0,-17-2 430 0 0,216-169 0 0 0,-230 149 135 0 0,113-123 0 0 0,83-134 257 0 0,85-197 328 0 0,-31-88-1096 0 0,-69-36 80 0 0,-251 553-485 0 0,44-185-1 0 0,-74 228 260 0 0,-3 0 0 0 0,-4-1 1 0 0,-1-127-1 0 0,-13 107 153 0 0,-5 1 0 0 0,-5 1 0 0 0,-4 0 0 0 0,-4 1 0 0 0,-57-158 0 0 0,23 114 44 0 0,-7 3 1 0 0,-5 3-1 0 0,-89-131 1 0 0,128 222-630 0 0,-2 1 0 0 0,-71-74 0 0 0,81 95 228 0 0,-2 2 0 0 0,0 1-1 0 0,-1 1 1 0 0,-1 1-1 0 0,-1 1 1 0 0,-43-20-1 0 0,47 28 34 0 0,0 1 0 0 0,0 1 0 0 0,-45-5-1 0 0,32 5 238 0 0,-22-4-1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28.051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116 52 9218 0 0,'-12'-10'615'0'0,"7"6"-495"0"0,-1-1-1 0 0,0 1 0 0 0,0-1 1 0 0,0 2-1 0 0,-1-1 0 0 0,1 1 1 0 0,-1 0-1 0 0,1 0 1 0 0,-1 0-1 0 0,-12-2 0 0 0,18 6-108 0 0,0-1-1 0 0,0 0 0 0 0,0 1 0 0 0,0-1 0 0 0,0 0 0 0 0,0 1 1 0 0,1-1-1 0 0,-1 1 0 0 0,0 0 0 0 0,0-1 0 0 0,0 1 0 0 0,0 0 1 0 0,1-1-1 0 0,-1 1 0 0 0,0 0 0 0 0,1 0 0 0 0,-1-1 0 0 0,1 1 1 0 0,-1 0-1 0 0,1 0 0 0 0,-1 0 0 0 0,1 0 0 0 0,-1 0 0 0 0,1 0 1 0 0,0 0-1 0 0,0 0 0 0 0,-1 0 0 0 0,1 0 0 0 0,0 1 0 0 0,-3 36 230 0 0,3-33-183 0 0,0 5 94 0 0,0 0 1 0 0,1 0-1 0 0,1-1 1 0 0,0 1-1 0 0,0 0 1 0 0,1-1-1 0 0,0 1 1 0 0,0-1-1 0 0,1 0 1 0 0,1 0-1 0 0,9 15 1 0 0,6 6 1005 0 0,48 51 0 0 0,-22-28-331 0 0,-23-24-456 0 0,36 45 660 0 0,2-2-1 0 0,94 83 0 0 0,128 67 218 0 0,-14-12-181 0 0,-209-162-1049 0 0,89 54 0 0 0,74 27 58 0 0,-115-70-25 0 0,189 138-1 0 0,-230-146-49 0 0,100 57 0 0 0,82 28 0 0 0,26 33 0 0 0,-176-103 0 0 0,110 54 0 0 0,340 145-248 0 0,-495-236 204 0 0,91 68 1 0 0,25 14-106 0 0,-107-77 139 0 0,-14-10 9 0 0,-2 3 1 0 0,0 2-1 0 0,61 49 1 0 0,36 60 0 0 0,-34-31 0 0 0,-75-73 0 0 0,-2 1 0 0 0,-1 2 0 0 0,-2 1 0 0 0,-1 2 0 0 0,-2 1 0 0 0,-2 1 0 0 0,23 54 0 0 0,31 86 90 0 0,-63-140-48 0 0,-3 1 0 0 0,13 63 0 0 0,-23-80-20 0 0,0 1 1 0 0,-2 0 0 0 0,-3 42-1 0 0,-17 81 111 0 0,10-91-80 0 0,-3 86-1 0 0,11-121-34 0 0,2-1 0 0 0,0 0 1 0 0,2 0-1 0 0,0 0 0 0 0,2 0 1 0 0,10 32-1 0 0,-9-44 18 0 0,0-1 0 0 0,0 0 0 0 0,2 0 0 0 0,-1 0 0 0 0,1-1 0 0 0,16 14 0 0 0,-13-12 29 0 0,1 3 14 0 0,-10-12-62 0 0,0 0 0 0 0,-1 1-1 0 0,1-1 1 0 0,0 0 0 0 0,0-1-1 0 0,1 1 1 0 0,-1 0-1 0 0,0-1 1 0 0,5 3 0 0 0,-44 18-4306 0 0,32-18 4145 0 0,-5 4 1 0 0,8-5 398 0 0,0-1 0 0 0,0 0-1 0 0,0-1 1 0 0,-1 1 0 0 0,1 0 0 0 0,0 0 0 0 0,-1-1-1 0 0,1 0 1 0 0,-1 1 0 0 0,0-1 0 0 0,0 0 0 0 0,1 0-1 0 0,-1-1 1 0 0,0 1 0 0 0,-5 0 0 0 0,5 18-206 0 0,2-16-53 0 0,0-1 1 0 0,0 1-1 0 0,-1-1 0 0 0,1 1 0 0 0,0-1 0 0 0,-1 0 0 0 0,0 1 0 0 0,1-1 1 0 0,-1 0-1 0 0,0 0 0 0 0,-2 2 0 0 0,-12 15 30 0 0,14-14-3 0 0,0 1 0 0 0,0 0 0 0 0,1 0 0 0 0,-1 0 0 0 0,1 0 0 0 0,1 0-1 0 0,-1 0 1 0 0,1 1 0 0 0,0-1 0 0 0,0 0 0 0 0,1 0 0 0 0,0 0 0 0 0,0 0 0 0 0,0 0 0 0 0,1 0-1 0 0,0 0 1 0 0,0 0 0 0 0,4 8 0 0 0,7 10-29 0 0,0 0 0 0 0,31 40 0 0 0,-31-45-37 0 0,-3-6 59 0 0,0 0 1 0 0,1-1 0 0 0,1 0 0 0 0,0-1-1 0 0,0 0 1 0 0,1-1 0 0 0,1 0 0 0 0,0-1 0 0 0,0-1-1 0 0,0 0 1 0 0,1-1 0 0 0,0-1 0 0 0,18 6-1 0 0,-9-4 17 0 0,-1 1 0 0 0,0 1 0 0 0,-1 0 0 0 0,0 2 0 0 0,-1 1 0 0 0,0 1 0 0 0,24 21 0 0 0,-4-5-26 0 0,81 47 0 0 0,13 8-10 0 0,-65-30 0 0 0,96 98-1 0 0,47 77-5 0 0,-170-181 9 0 0,-35-41-9 0 0,272 331 149 0 0,-101-88-283 0 0,81 118 155 0 0,226 365-12 0 0,-154-176 379 0 0,-52 27-134 0 0,-185-356-334 0 0,-10 4 0 0 0,75 333 1 0 0,-128-430-1912 0 0,-18-65-5968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30.40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7038 1 5985 0 0,'2'3'466'0'0,"0"1"-1"0"0,0 0 1 0 0,0 0-1 0 0,0 0 1 0 0,0 0 0 0 0,-1 0-1 0 0,0 0 1 0 0,0 0-1 0 0,0 1 1 0 0,0 6-1 0 0,-2 12 889 0 0,0 0-1 0 0,1-1 0 0 0,4 34 0 0 0,-1-32-1068 0 0,-1 0 0 0 0,-2 0 1 0 0,-2 27-1 0 0,-7 0-169 0 0,-1 0 1 0 0,-33 93-1 0 0,-56 92 231 0 0,-15-3-58 0 0,-11 24-170 0 0,53-100-118 0 0,-80 194 214 0 0,47-11 581 0 0,-9 24-168 0 0,75-261-641 0 0,-111 325 701 0 0,94-209-520 0 0,27-98-1 0 0,-45 119 0 0 0,-89 273-101 0 0,135-413 277 0 0,-86 294 36 0 0,99-335-361 0 0,3 1 1 0 0,3 0 0 0 0,-2 69-1 0 0,8-73-19 0 0,-3 0 0 0 0,-2-1-1 0 0,-2 1 1 0 0,-18 55 0 0 0,-96 263 167 0 0,-82 222 140 0 0,159-494-216 0 0,-69 112 0 0 0,18-40-14 0 0,-168 250 4 0 0,254-408-80 0 0,-33 46 35 0 0,-84 89 0 0 0,-68 42 82 0 0,61-61-80 0 0,73-73-37 0 0,-3-3 0 0 0,-2-3 0 0 0,-111 66 0 0 0,-511 372 0 0 0,457-327 0 0 0,7-5 0 0 0,-188 142 0 0 0,86-48 0 0 0,182-136 0 0 0,-207 177 0 0 0,260-206 0 0 0,-130 157 0 0 0,-105 129-54 0 0,44-56-22 0 0,209-225 63 0 0,-99 161 0 0 0,160-232-79 0 0,-17 29 271 0 0,-30 71 1 0 0,54-106-380 0 0,0 0 1 0 0,2 0 0 0 0,0 1 0 0 0,1 0 0 0 0,1 0 0 0 0,0 0 0 0 0,2 1 0 0 0,-1-1 0 0 0,3 20 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32.06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28 1002 10594 0 0,'-2'-2'20'0'0,"0"1"1"0"0,0-1-1 0 0,0 1 0 0 0,0-1 0 0 0,1 0 0 0 0,-1 1 0 0 0,0-1 0 0 0,1 0 0 0 0,-1 0 1 0 0,1 0-1 0 0,0 0 0 0 0,0-1 0 0 0,0 1 0 0 0,0 0 0 0 0,0 0 0 0 0,0-1 0 0 0,0 1 1 0 0,1-1-1 0 0,-1 1 0 0 0,1-1 0 0 0,0 1 0 0 0,0 0 0 0 0,0-1 0 0 0,0 1 0 0 0,0-1 0 0 0,0 1 1 0 0,1-1-1 0 0,0-2 0 0 0,2-12 277 0 0,2 1-1 0 0,-1 0 1 0 0,10-19 0 0 0,-8 17-433 0 0,13-26 499 0 0,1 0 0 0 0,2 1 0 0 0,2 1-1 0 0,2 1 1 0 0,2 2 0 0 0,50-57 0 0 0,8 6 1326 0 0,130-105 1 0 0,-183 167-1648 0 0,1 2 0 0 0,2 1 0 0 0,45-24 0 0 0,-64 40 20 0 0,1 1-1 0 0,0 1 1 0 0,0 0 0 0 0,0 2-1 0 0,1 0 1 0 0,-1 1-1 0 0,1 1 1 0 0,0 0-1 0 0,32 1 1 0 0,147-9 1267 0 0,-119 4-1130 0 0,-58 6-147 0 0,-1 1-1 0 0,1 0 1 0 0,-1 2-1 0 0,1 1 1 0 0,36 9-1 0 0,91 40 292 0 0,-85-27-146 0 0,-2-6 17 0 0,0-3-1 0 0,2-2 1 0 0,78 6 0 0 0,-68-10-8 0 0,142 37-1 0 0,-112-16-47 0 0,-24-8-60 0 0,-1 3 0 0 0,137 66 1 0 0,-115-36-3 0 0,100 72 1 0 0,-46-20-59 0 0,4-7-1 0 0,5-7 1 0 0,4-7 0 0 0,3-8 0 0 0,4-7-1 0 0,213 58 1 0 0,-253-98 149 0 0,201 21 0 0 0,-171-31-94 0 0,388 12 255 0 0,-18-3-1190 0 0,-478-22 421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39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32 157 1376 0 0,'4'-18'1086'0'0,"-1"0"0"0"0,2-23 0 0 0,-4 35-316 0 0,-1 1 0 0 0,0-1 0 0 0,0 1 0 0 0,0-1 0 0 0,-1 1 0 0 0,0 0 0 0 0,0-1 0 0 0,0 1 0 0 0,-1 0 0 0 0,0 0 0 0 0,0 0 0 0 0,-6-10 2248 0 0,7 15-2916 0 0,1 0 1 0 0,0 0-1 0 0,0 0 0 0 0,-1 0 0 0 0,1 0 0 0 0,0 0 1 0 0,0 0-1 0 0,-1 0 0 0 0,1 0 0 0 0,0 0 0 0 0,0 0 0 0 0,-1 0 1 0 0,1 0-1 0 0,-1 0 204 0 0,1 1-204 0 0,-6 9 1557 0 0,-1 15-590 0 0,2 28-669 0 0,2-1-1 0 0,5 81 1 0 0,1-41-189 0 0,-5 76-96 0 0,8 154 122 0 0,-6-316-293 0 0,8 43 187 0 0,-8-47-188 0 0,1 0 0 0 0,-1 0-1 0 0,1 0 1 0 0,0 0 0 0 0,-1-1-1 0 0,1 1 1 0 0,0 0-1 0 0,0 0 1 0 0,0-1 0 0 0,0 1-1 0 0,0 0 1 0 0,1-1-1 0 0,-1 1 1 0 0,0-1 0 0 0,1 0-1 0 0,-1 1 1 0 0,1-1 0 0 0,-1 0-1 0 0,1 0 1 0 0,0 0-1 0 0,1 1 1 0 0,-2-2-271 0 0,0 0 0 0 0,0 0 0 0 0,0 0 1 0 0,-1 0-1 0 0,1 0 0 0 0,0 0 0 0 0,0 0 0 0 0,0 0 0 0 0,-1 0 0 0 0,1 0 0 0 0,0 0 1 0 0,0-1-1 0 0,-1 1 0 0 0,5-3-1639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39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3 381 920 0 0,'-2'-17'585'0'0,"2"1"-1"0"0,0 0 0 0 0,0-1 1 0 0,2 1-1 0 0,0 0 0 0 0,1 0 1 0 0,1 0-1 0 0,7-21 0 0 0,-4 16 515 0 0,1 1-1 0 0,1 1 1 0 0,1-1 0 0 0,1 2-1 0 0,24-33 1 0 0,-30 45-671 0 0,1 0 0 0 0,-1 1-1 0 0,1-1 1 0 0,0 1 0 0 0,1 0 0 0 0,-1 1 0 0 0,1-1 0 0 0,0 1 0 0 0,0 1 0 0 0,0-1 0 0 0,15-4 0 0 0,-19 7-353 0 0,0 0 0 0 0,0 1 0 0 0,0-1 1 0 0,0 1-1 0 0,0 0 0 0 0,0 0 1 0 0,0 0-1 0 0,-1 0 0 0 0,1 0 1 0 0,0 1-1 0 0,0-1 0 0 0,0 1 1 0 0,0 0-1 0 0,0 0 0 0 0,-1 0 1 0 0,1 0-1 0 0,0 0 0 0 0,-1 0 1 0 0,1 1-1 0 0,-1-1 0 0 0,1 1 1 0 0,-1 0-1 0 0,0 0 0 0 0,0 0 1 0 0,0 0-1 0 0,0 0 0 0 0,0 0 0 0 0,0 1 1 0 0,0-1-1 0 0,-1 1 0 0 0,1-1 1 0 0,-1 1-1 0 0,0 0 0 0 0,2 5 1 0 0,2 7-41 0 0,-1 1-1 0 0,0 0 1 0 0,-1 1 0 0 0,-1-1 0 0 0,0 1 0 0 0,-2-1-1 0 0,0 1 1 0 0,-2 19 0 0 0,-26 132-19 0 0,23-140-136 0 0,3-14-27 0 0,0-1 0 0 0,-1 1 1 0 0,-1-1-1 0 0,0 0 0 0 0,-1 0 0 0 0,-9 16 0 0 0,27-46-538 0 0,1 1 1 0 0,0 0-1 0 0,28-24 0 0 0,57-39 585 0 0,-91 72 60 0 0,0 1 0 0 0,0 1 0 0 0,1-1 0 0 0,0 1 0 0 0,0 1 1 0 0,10-4-1 0 0,-16 7 39 0 0,0 0 0 0 0,0 0 1 0 0,0 1-1 0 0,0-1 0 0 0,-1 1 0 0 0,1 0 1 0 0,0 0-1 0 0,0 0 0 0 0,0 0 0 0 0,0 1 1 0 0,0-1-1 0 0,-1 1 0 0 0,1 0 0 0 0,0-1 1 0 0,0 1-1 0 0,-1 0 0 0 0,1 1 1 0 0,0-1-1 0 0,-1 0 0 0 0,1 1 0 0 0,-1 0 1 0 0,0-1-1 0 0,0 1 0 0 0,1 0 0 0 0,-1 0 1 0 0,2 3-1 0 0,2 3-6 0 0,0 0 1 0 0,-1 1-1 0 0,0 0 1 0 0,0 0-1 0 0,-1 0 1 0 0,0 1-1 0 0,-1 0 1 0 0,0-1-1 0 0,0 1 1 0 0,-1 0-1 0 0,-1 0 1 0 0,1 1-1 0 0,-2-1 0 0 0,0 20 1 0 0,-1-5 310 0 0,-1 0 1 0 0,-2-1-1 0 0,0 1 0 0 0,-2-1 1 0 0,-9 26-1 0 0,9-34 82 0 0,0 1 0 0 0,-2-2-1 0 0,0 1 1 0 0,-1-1-1 0 0,0 0 1 0 0,-1-1 0 0 0,-22 24-1 0 0,24-29-393 0 0,0-2 0 0 0,-1 1-1 0 0,0-1 1 0 0,0 0 0 0 0,-1-1-1 0 0,0 0 1 0 0,0-1 0 0 0,0 0-1 0 0,-1 0 1 0 0,1-1 0 0 0,-1 0-1 0 0,-21 3 1 0 0,26-6-211 0 0,-28 1-1805 0 0,26-3 757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39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1 296 9674 0 0,'1'0'264'0'0,"0"0"0"0"0,0 0 0 0 0,0 0 0 0 0,1 0-1 0 0,-1 0 1 0 0,0 0 0 0 0,0 0 0 0 0,0 0 0 0 0,0 0 0 0 0,0 0 0 0 0,0-1 0 0 0,1 1 0 0 0,-1 0-1 0 0,0-1 1 0 0,0 1 0 0 0,0-1 0 0 0,0 1 0 0 0,1-1 0 0 0,24-13 1477 0 0,-22 12-1165 0 0,8-5-223 0 0,-1-1 0 0 0,1 0 0 0 0,-1-1 0 0 0,0 0 0 0 0,-1 0 0 0 0,0-1 0 0 0,-1 0 0 0 0,0-1 0 0 0,14-21 0 0 0,-21 28-342 0 0,0 0 0 0 0,1 1 0 0 0,-1-1 0 0 0,-1 0 0 0 0,1-1 0 0 0,0 1 0 0 0,-1 0 0 0 0,0 0 0 0 0,0-1 0 0 0,0 1-1 0 0,-1 0 1 0 0,0-1 0 0 0,1 1 0 0 0,-2-1 0 0 0,1 1 0 0 0,0-1 0 0 0,-1 1 0 0 0,0 0 0 0 0,0-1 0 0 0,0 1 0 0 0,0 0 0 0 0,-1 0 0 0 0,0 0 0 0 0,1 0 0 0 0,-2 0 0 0 0,1 0 0 0 0,0 0 0 0 0,-1 0 0 0 0,0 1 0 0 0,0 0 0 0 0,0-1 0 0 0,0 1 0 0 0,0 0 0 0 0,-5-3 0 0 0,5 4-14 0 0,1 0-1 0 0,-1 0 0 0 0,0 0 1 0 0,1 0-1 0 0,-1 1 0 0 0,0-1 1 0 0,0 1-1 0 0,0 0 0 0 0,0 0 1 0 0,0 0-1 0 0,0 0 0 0 0,0 1 1 0 0,-1-1-1 0 0,1 1 1 0 0,0 0-1 0 0,0 0 0 0 0,0 0 1 0 0,-1 0-1 0 0,1 0 0 0 0,0 1 1 0 0,0-1-1 0 0,0 1 0 0 0,0 0 1 0 0,0 0-1 0 0,0 0 1 0 0,0 0-1 0 0,0 1 0 0 0,0-1 1 0 0,0 1-1 0 0,1 0 0 0 0,-1 0 1 0 0,0 0-1 0 0,-3 4 0 0 0,3-3 9 0 0,0 0 0 0 0,1 1 0 0 0,-1-1 0 0 0,1 1 0 0 0,0 0 0 0 0,0-1 0 0 0,0 1 0 0 0,0 0 0 0 0,1 0 0 0 0,0 0 0 0 0,0 1 0 0 0,0-1 0 0 0,0 0 0 0 0,0 0 0 0 0,1 0 0 0 0,0 1 0 0 0,0-1 0 0 0,0 0 0 0 0,0 0 0 0 0,1 1 0 0 0,0-1 0 0 0,0 0 0 0 0,0 0 0 0 0,0 0 0 0 0,3 5-1 0 0,0 0-55 0 0,1 0 0 0 0,0-1 0 0 0,0 1-1 0 0,1-1 1 0 0,0-1 0 0 0,1 1-1 0 0,-1-1 1 0 0,1 0 0 0 0,1 0-1 0 0,0-1 1 0 0,-1 0 0 0 0,2-1-1 0 0,-1 0 1 0 0,1 0 0 0 0,17 7-1 0 0,-15-8-553 0 0,0-1 1 0 0,1 0-1 0 0,-1 0 0 0 0,1-1 0 0 0,0-1 0 0 0,0 0 0 0 0,23-1 1 0 0,-3-3-5091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0.1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84 3225 0 0,'0'-6'829'0'0,"1"0"1"0"0,-1-1-1 0 0,0 1 1 0 0,0 0-1 0 0,-1 0 1 0 0,0-1-1 0 0,-3-10 1 0 0,4 16-667 0 0,-1-1 0 0 0,1 1 0 0 0,0 0 0 0 0,-1 0 0 0 0,1 0-1 0 0,-1 0 1 0 0,1 0 0 0 0,-1 0 0 0 0,0 0 0 0 0,1 0 0 0 0,-1 0 0 0 0,0 0 0 0 0,0 1 0 0 0,1-1 0 0 0,-1 0 0 0 0,0 0-1 0 0,0 1 1 0 0,0-1 0 0 0,0 0 0 0 0,0 1 0 0 0,0-1 0 0 0,0 1 0 0 0,0 0 0 0 0,0-1 0 0 0,0 1 0 0 0,-1 0 0 0 0,1-1-1 0 0,0 1 1 0 0,0 0 0 0 0,0 0 0 0 0,0 0 0 0 0,0 0 0 0 0,-1 0 0 0 0,1 0 0 0 0,0 0 0 0 0,0 1 0 0 0,0-1 0 0 0,0 0-1 0 0,0 1 1 0 0,0-1 0 0 0,0 0 0 0 0,0 1 0 0 0,0-1 0 0 0,0 1 0 0 0,0 0 0 0 0,0-1 0 0 0,0 1 0 0 0,0 0 0 0 0,-1 1 0 0 0,-8 5 310 0 0,1 1 1 0 0,0 0 0 0 0,0 1-1 0 0,1 0 1 0 0,0 1 0 0 0,0 0-1 0 0,-11 20 1 0 0,10-14-302 0 0,1-1 0 0 0,1 1 0 0 0,1 0 0 0 0,0 0 0 0 0,-4 20 0 0 0,9-32-152 0 0,0-1 0 0 0,0 1 0 0 0,1 0 0 0 0,-1 0 0 0 0,1-1 0 0 0,0 1 0 0 0,1 0 0 0 0,-1 0 0 0 0,0 0 0 0 0,1-1 0 0 0,0 1 0 0 0,0 0 0 0 0,0-1 0 0 0,0 1 0 0 0,1-1 0 0 0,-1 1 1 0 0,1-1-1 0 0,0 0 0 0 0,0 1 0 0 0,0-1 0 0 0,5 5 0 0 0,1-1-3 0 0,1 0-1 0 0,-1-1 1 0 0,1 0 0 0 0,1-1-1 0 0,19 10 1 0 0,24 14-5 0 0,-50-27-19 0 0,-1 0 0 0 0,1 0 1 0 0,0 1-1 0 0,0-1 0 0 0,-1 1 0 0 0,0 0 0 0 0,1 0 1 0 0,-1 0-1 0 0,0 0 0 0 0,0 0 0 0 0,-1 0 0 0 0,1 0 1 0 0,-1 1-1 0 0,1-1 0 0 0,-1 1 0 0 0,0-1 0 0 0,0 7 1 0 0,0-4-11 0 0,-1 0 1 0 0,0 0-1 0 0,0 0 1 0 0,-1 0 0 0 0,0 0-1 0 0,0 0 1 0 0,0 0 0 0 0,-1 0-1 0 0,-4 11 1 0 0,1-7-55 0 0,0 0 0 0 0,0 0 0 0 0,-1 0 0 0 0,0-1 1 0 0,-1 0-1 0 0,0-1 0 0 0,-1 1 0 0 0,1-1 0 0 0,-1-1 0 0 0,-1 1 1 0 0,-11 7-1 0 0,5-7-1142 0 0,-1-2-3940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0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75 9674 0 0,'4'-4'-45'0'0,"6"-7"1076"0"0,1 1-1 0 0,0 1 1 0 0,0 0-1 0 0,19-12 1 0 0,-28 20-847 0 0,0-1 1 0 0,0 1 0 0 0,0 0-1 0 0,0 0 1 0 0,0 0-1 0 0,0 0 1 0 0,1 1 0 0 0,-1-1-1 0 0,0 1 1 0 0,0-1-1 0 0,0 1 1 0 0,1 0 0 0 0,-1-1-1 0 0,0 1 1 0 0,1 0-1 0 0,-1 1 1 0 0,0-1 0 0 0,0 0-1 0 0,1 1 1 0 0,-1-1-1 0 0,0 1 1 0 0,0 0 0 0 0,0-1-1 0 0,0 1 1 0 0,0 0-1 0 0,0 0 1 0 0,0 1 0 0 0,0-1-1 0 0,0 0 1 0 0,0 1-1 0 0,-1-1 1 0 0,1 1 0 0 0,0-1-1 0 0,-1 1 1 0 0,1 0-1 0 0,-1 0 1 0 0,2 2 0 0 0,6 15-23 0 0,-1 1 1 0 0,0 0 0 0 0,-2 0 0 0 0,0 0-1 0 0,-1 1 1 0 0,-1 0 0 0 0,1 25 0 0 0,3 5-57 0 0,9 36-22 0 0,30 86 1 0 0,-11-64-3976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0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3 233 9674 0 0,'0'-2'104'0'0,"-1"1"-1"0"0,1 0 1 0 0,0-1 0 0 0,-1 1-1 0 0,1-1 1 0 0,0 1 0 0 0,0 0-1 0 0,0-1 1 0 0,0 1 0 0 0,0-1-1 0 0,0 1 1 0 0,0-1 0 0 0,0 1-1 0 0,1 0 1 0 0,-1-1 0 0 0,1 1-1 0 0,-1 0 1 0 0,1-1 0 0 0,-1 1-1 0 0,1 0 1 0 0,0-1 0 0 0,-1 1-1 0 0,1 0 1 0 0,0 0 0 0 0,0 0 0 0 0,0 0-1 0 0,0 0 1 0 0,0 0 0 0 0,0 0-1 0 0,1-1 1 0 0,43-31 3571 0 0,-33 25-3261 0 0,22-14 1222 0 0,1 1 1 0 0,72-32-1 0 0,-79 42-2072 0 0,2 0 0 0 0,-1 3 1 0 0,1 0-1 0 0,46-5 0 0 0,-37 10-483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1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200 114 11522 0 0,'-1'-9'370'0'0,"0"0"-1"0"0,0 0 1 0 0,-1 1-1 0 0,0-1 1 0 0,-1 0-1 0 0,0 1 0 0 0,-1 0 1 0 0,-4-9-1 0 0,7 15-282 0 0,0 0 0 0 0,0 1 0 0 0,0-1 0 0 0,0 0 0 0 0,-1 1 0 0 0,1-1 1 0 0,-1 0-1 0 0,1 1 0 0 0,-1 0 0 0 0,0-1 0 0 0,1 1 0 0 0,-1 0 0 0 0,0 0 0 0 0,0 0 0 0 0,0 0 0 0 0,0 0 0 0 0,0 0 0 0 0,0 1 0 0 0,0-1 0 0 0,0 1 0 0 0,0-1 0 0 0,0 1 0 0 0,0 0 0 0 0,0 0 0 0 0,-1 0 0 0 0,1 0 0 0 0,0 0 0 0 0,0 0 0 0 0,0 1 0 0 0,0-1 0 0 0,0 1 0 0 0,0-1 0 0 0,0 1 0 0 0,0 0 0 0 0,0 0 0 0 0,0 0 0 0 0,0 0 0 0 0,-3 2 0 0 0,-4 3 88 0 0,1 1 1 0 0,-1 0-1 0 0,2 0 0 0 0,-1 0 0 0 0,1 1 0 0 0,0 0 0 0 0,0 0 0 0 0,-5 11 1 0 0,8-14-100 0 0,1-1 1 0 0,0 1 0 0 0,1 0-1 0 0,-1 1 1 0 0,1-1 0 0 0,0 0 0 0 0,0 1-1 0 0,1-1 1 0 0,-1 1 0 0 0,1 0 0 0 0,0-1-1 0 0,1 1 1 0 0,0 0 0 0 0,0 0-1 0 0,0-1 1 0 0,2 10 0 0 0,-1-11-35 0 0,1 0 0 0 0,0-1 0 0 0,0 1 1 0 0,0 0-1 0 0,0-1 0 0 0,1 1 0 0 0,-1-1 0 0 0,1 0 1 0 0,0 0-1 0 0,0 0 0 0 0,0 0 0 0 0,0-1 0 0 0,6 5 1 0 0,57 28 178 0 0,-21-11-453 0 0,-34-17 8 0 0,0 0 1 0 0,-1 0-1 0 0,0 1 0 0 0,0 1 1 0 0,-1 0-1 0 0,0 0 1 0 0,14 20-1 0 0,-20-25 120 0 0,-1 0 0 0 0,0 1 0 0 0,0-1 1 0 0,0 1-1 0 0,0 0 0 0 0,-1-1 0 0 0,0 1 0 0 0,0 0 1 0 0,0 0-1 0 0,0 0 0 0 0,-1 0 0 0 0,0 0 0 0 0,0 0 0 0 0,0 0 1 0 0,-1 0-1 0 0,0 0 0 0 0,0 0 0 0 0,0 0 0 0 0,0 0 1 0 0,-1-1-1 0 0,1 1 0 0 0,-6 9 0 0 0,0-2 185 0 0,0 0 1 0 0,-1-1-1 0 0,-1 1 0 0 0,1-1 1 0 0,-2-1-1 0 0,0 0 0 0 0,-19 16 0 0 0,23-22 34 0 0,1 0 0 0 0,0-1-1 0 0,-1 0 1 0 0,1 0-1 0 0,-1-1 1 0 0,0 1-1 0 0,0-1 1 0 0,-12 3-1 0 0,15-5-120 0 0,0 0 0 0 0,-1 1 0 0 0,1-1 0 0 0,-1 0 0 0 0,1-1 0 0 0,0 1-1 0 0,-1-1 1 0 0,1 1 0 0 0,0-1 0 0 0,-1 0 0 0 0,1 0 0 0 0,0-1 0 0 0,0 1 0 0 0,0-1-1 0 0,0 1 1 0 0,0-1 0 0 0,-4-3 0 0 0,-4-6-4598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1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0 301 3681 0 0,'11'1'1256'0'0,"-1"-1"0"0"0,1 0 1 0 0,-1-1-1 0 0,1 0 0 0 0,19-6 0 0 0,51-18 2932 0 0,-63 18-3897 0 0,-8 4-135 0 0,0-1 1 0 0,0 0 0 0 0,0-1 0 0 0,-1 0-1 0 0,1 0 1 0 0,-1-1 0 0 0,-1 0 0 0 0,1-1-1 0 0,8-7 1 0 0,-15 11-69 0 0,1-1-1 0 0,0 1 1 0 0,-1 0-1 0 0,0-1 1 0 0,0 1-1 0 0,0-1 1 0 0,0 0-1 0 0,-1 1 1 0 0,1-1-1 0 0,-1 0 1 0 0,0 0-1 0 0,0 0 1 0 0,0 0-1 0 0,-1 0 1 0 0,1-1-1 0 0,-1 1 1 0 0,0 0-1 0 0,0 0 1 0 0,-1 0-1 0 0,1 0 1 0 0,-1 0-1 0 0,0 0 1 0 0,0 0-1 0 0,0 0 1 0 0,0 0-1 0 0,-3-4 1 0 0,1 1-131 0 0,-1 1 0 0 0,1 0 0 0 0,-1 0-1 0 0,0 1 1 0 0,-1-1 0 0 0,0 1 0 0 0,1 0 0 0 0,-1 0 0 0 0,-1 0 0 0 0,1 1 0 0 0,-1 0-1 0 0,0 0 1 0 0,0 0 0 0 0,0 1 0 0 0,0 0 0 0 0,-1 0 0 0 0,0 0 0 0 0,1 1 0 0 0,-1 0-1 0 0,0 0 1 0 0,0 1 0 0 0,0 0 0 0 0,0 0 0 0 0,0 1 0 0 0,0-1 0 0 0,0 2 0 0 0,0-1 0 0 0,0 1-1 0 0,0 0 1 0 0,0 0 0 0 0,0 1 0 0 0,-10 4 0 0 0,15-5 85 0 0,1 0-1 0 0,-1 1 1 0 0,0-1 0 0 0,0 1 0 0 0,1 0-1 0 0,-1-1 1 0 0,1 1 0 0 0,-1 0 0 0 0,1 0-1 0 0,0 0 1 0 0,0 0 0 0 0,0 0 0 0 0,0 1-1 0 0,0-1 1 0 0,0 0 0 0 0,1 0 0 0 0,-1 1-1 0 0,1-1 1 0 0,-1 0 0 0 0,1 0-1 0 0,0 1 1 0 0,0-1 0 0 0,0 1 0 0 0,0-1-1 0 0,0 0 1 0 0,1 0 0 0 0,0 5 0 0 0,2 5 270 0 0,-1 0 1 0 0,1 0-1 0 0,10 22 1 0 0,-6-19-94 0 0,1 0 0 0 0,1 0-1 0 0,0-1 1 0 0,1 0 0 0 0,0-1 0 0 0,1 0-1 0 0,1-1 1 0 0,13 12 0 0 0,42 28-1093 0 0,5-8-5289 0 0,-52-33-534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1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8754 0 0,'-3'26'3022'0'0,"2"21"518"0"0,7 62 0 0 0,14 47-617 0 0,6 93-2017 0 0,-26-241-1007 0 0,1 5-159 0 0,-1 1 1 0 0,0-1 0 0 0,-1 1-1 0 0,0-1 1 0 0,-1 0 0 0 0,-5 17-1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1.8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75 5529 0 0,'8'-7'725'0'0,"1"-1"0"0"0,0 1 0 0 0,1 1 0 0 0,-1-1 1 0 0,1 2-1 0 0,0-1 0 0 0,1 2 0 0 0,-1-1 0 0 0,1 1 0 0 0,0 1 0 0 0,0 0 0 0 0,15-2 0 0 0,-18 3-363 0 0,0 1 0 0 0,0 0 0 0 0,1 1 0 0 0,-1-1 1 0 0,0 2-1 0 0,0-1 0 0 0,0 1 0 0 0,0 0 0 0 0,0 1 0 0 0,0 0 0 0 0,9 3 0 0 0,-14-3-298 0 0,0-1 0 0 0,0 1 0 0 0,-1 0 0 0 0,1 0 0 0 0,0 0 0 0 0,-1 0 0 0 0,1 0 0 0 0,-1 0 0 0 0,0 1 0 0 0,0-1 0 0 0,0 1 0 0 0,0 0 0 0 0,0 0 0 0 0,-1-1 0 0 0,1 1 0 0 0,-1 0 0 0 0,1 0 0 0 0,-1 0 0 0 0,0 1 0 0 0,-1-1 0 0 0,1 0 0 0 0,0 0 0 0 0,-1 1 0 0 0,0-1 0 0 0,1 0 0 0 0,-2 0 0 0 0,1 1 0 0 0,0-1 0 0 0,0 0 1 0 0,-2 5-1 0 0,-1 6-85 0 0,0 1 0 0 0,-1-1 0 0 0,-1 1 1 0 0,0-1-1 0 0,-1-1 0 0 0,-1 1 0 0 0,0-1 1 0 0,0 0-1 0 0,-1 0 0 0 0,-1-1 0 0 0,0-1 0 0 0,-1 1 1 0 0,0-1-1 0 0,-1-1 0 0 0,-19 15 0 0 0,17-17-759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2.2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7 2761 0 0,'-2'-1'326'0'0,"1"0"1"0"0,-1 0 0 0 0,0 1 0 0 0,1-1 0 0 0,-1 1 0 0 0,1-1-1 0 0,-1 1 1 0 0,0-1 0 0 0,1 1 0 0 0,-1 0 0 0 0,0 0 0 0 0,0 0 0 0 0,1 0-1 0 0,-1 0 1 0 0,0 0 0 0 0,1 1 0 0 0,-1-1 0 0 0,0 0 0 0 0,1 1-1 0 0,-1 0 1 0 0,0-1 0 0 0,1 1 0 0 0,-1 0 0 0 0,-1 1 0 0 0,-2 0 246 0 0,1 0 0 0 0,-1 1 0 0 0,1 0 0 0 0,0 0-1 0 0,0 0 1 0 0,0 0 0 0 0,-4 5 0 0 0,3 0-156 0 0,0-1-1 0 0,1 1 1 0 0,0 0 0 0 0,0 1-1 0 0,1-1 1 0 0,0 1-1 0 0,0 0 1 0 0,1-1-1 0 0,1 1 1 0 0,-2 11 0 0 0,2-9-296 0 0,0 0 0 0 0,1 0 0 0 0,0 0 0 0 0,1 0 1 0 0,0-1-1 0 0,1 1 0 0 0,0 0 0 0 0,4 12 1 0 0,-5-20-133 0 0,0 0 0 0 0,0-1 0 0 0,0 1 1 0 0,0 0-1 0 0,1-1 0 0 0,-1 1 1 0 0,1-1-1 0 0,0 1 0 0 0,0-1 0 0 0,0 0 1 0 0,0 0-1 0 0,0 0 0 0 0,0 0 1 0 0,0 0-1 0 0,1 0 0 0 0,-1-1 1 0 0,1 1-1 0 0,-1-1 0 0 0,1 1 0 0 0,-1-1 1 0 0,1 0-1 0 0,0 0 0 0 0,0 0 1 0 0,0-1-1 0 0,0 1 0 0 0,-1-1 1 0 0,6 1-1 0 0,-4-1-119 0 0,0-1 1 0 0,0 0-1 0 0,0 0 1 0 0,0 0 0 0 0,0 0-1 0 0,0-1 1 0 0,0 1-1 0 0,-1-1 1 0 0,1 0-1 0 0,-1 0 1 0 0,1 0-1 0 0,-1-1 1 0 0,0 1 0 0 0,1-1-1 0 0,-2 0 1 0 0,1 0-1 0 0,0 0 1 0 0,0 0-1 0 0,3-6 1 0 0,0-2-203 0 0,0-1-1 0 0,0 0 1 0 0,-1 0-1 0 0,-1-1 1 0 0,0 1 0 0 0,4-25-1 0 0,-5 22 810 0 0,0 1 0 0 0,1 0 0 0 0,1 0-1 0 0,12-25 1 0 0,-17 38-445 0 0,1-1 0 0 0,-1 1 1 0 0,1 0-1 0 0,-1 0 0 0 0,1 0 0 0 0,0 0 0 0 0,-1 0 0 0 0,1 0 0 0 0,0 0 0 0 0,0 1 0 0 0,0-1 1 0 0,0 0-1 0 0,0 0 0 0 0,0 1 0 0 0,0-1 0 0 0,0 0 0 0 0,0 1 0 0 0,0-1 0 0 0,0 1 0 0 0,0-1 1 0 0,0 1-1 0 0,0 0 0 0 0,2-1 0 0 0,-2 1 30 0 0,0 1 1 0 0,0-1-1 0 0,0 1 1 0 0,0-1-1 0 0,0 1 1 0 0,0-1-1 0 0,0 1 1 0 0,0-1-1 0 0,-1 1 0 0 0,1 0 1 0 0,0 0-1 0 0,0-1 1 0 0,0 1-1 0 0,-1 0 1 0 0,1 0-1 0 0,0 0 1 0 0,-1 0-1 0 0,1 0 1 0 0,0 1-1 0 0,4 8 403 0 0,-1 1-1 0 0,-1-1 1 0 0,5 18-1 0 0,-7-25-446 0 0,3 17-126 0 0,-1-8-742 0 0,0 1-1 0 0,1-1 0 0 0,7 17 1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2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6913 0 0,'0'0'623'0'0,"25"4"3776"0"0,-15 2-3847 0 0,1 0 0 0 0,-1 0 1 0 0,-1 1-1 0 0,1 0 1 0 0,-1 1-1 0 0,0 0 1 0 0,-1 0-1 0 0,0 1 0 0 0,0 0 1 0 0,-1 1-1 0 0,0 0 1 0 0,6 12-1 0 0,-6-10-140 0 0,0 1 0 0 0,-1 1 0 0 0,-1-1-1 0 0,0 1 1 0 0,-1 0 0 0 0,0 0 0 0 0,-1 1 0 0 0,0-1-1 0 0,0 24 1 0 0,-5-32 345 0 0,-3-14-443 0 0,-3-15-132 0 0,7 3-245 0 0,2-1 1 0 0,0 1-1 0 0,0 0 0 0 0,2 0 1 0 0,1 0-1 0 0,0 1 1 0 0,9-24-1 0 0,-7 26-859 0 0,1 0-1 0 0,1 1 1 0 0,0 0-1 0 0,18-26 0 0 0,-12 25-6191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2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0 2761 0 0,'-5'0'770'0'0,"-1"0"0"0"0,1 1 0 0 0,0 0-1 0 0,0 0 1 0 0,0 0 0 0 0,0 0 0 0 0,0 1 0 0 0,0 0 0 0 0,0 0 0 0 0,0 0 0 0 0,1 1 0 0 0,-1-1 0 0 0,1 1 0 0 0,-8 6 0 0 0,6-3-277 0 0,0 0-1 0 0,1 1 1 0 0,-1-1-1 0 0,2 1 1 0 0,-1 0-1 0 0,1 0 1 0 0,0 0-1 0 0,-6 15 1 0 0,5-9-318 0 0,1 1 0 0 0,0 0 0 0 0,1 1 0 0 0,1-1 0 0 0,0 0-1 0 0,1 1 1 0 0,0-1 0 0 0,1 1 0 0 0,1-1 0 0 0,4 22 0 0 0,-5-32-179 0 0,1-1 1 0 0,0 1-1 0 0,0-1 0 0 0,1 0 0 0 0,-1 1 0 0 0,1-1 1 0 0,-1 0-1 0 0,1 0 0 0 0,0 0 0 0 0,0 0 0 0 0,1 0 1 0 0,-1 0-1 0 0,0-1 0 0 0,1 1 0 0 0,0-1 0 0 0,0 0 1 0 0,-1 0-1 0 0,6 3 0 0 0,-6-4-123 0 0,0-1 0 0 0,0 1 0 0 0,0-1 0 0 0,0 1-1 0 0,0-1 1 0 0,0 0 0 0 0,0 0 0 0 0,0 0 0 0 0,0 0 0 0 0,0 0 0 0 0,0 0 0 0 0,-1-1 0 0 0,1 1-1 0 0,0-1 1 0 0,0 1 0 0 0,0-1 0 0 0,0 0 0 0 0,0 0 0 0 0,0 0 0 0 0,-1 0 0 0 0,1 0 0 0 0,0 0-1 0 0,-1 0 1 0 0,1 0 0 0 0,-1-1 0 0 0,1 1 0 0 0,-1-1 0 0 0,0 1 0 0 0,1-1 0 0 0,-1 1 0 0 0,0-1-1 0 0,0 0 1 0 0,0 0 0 0 0,1-3 0 0 0,6-11-408 0 0,0-1-1 0 0,-1 0 1 0 0,6-24-1 0 0,-8 22 1509 0 0,2 1 0 0 0,12-27 1 0 0,-19 45-885 0 0,0-1-1 0 0,1 0 1 0 0,-1 0 0 0 0,0 1 0 0 0,1-1 0 0 0,-1 0 0 0 0,1 1 0 0 0,-1-1 0 0 0,1 0 0 0 0,-1 1-1 0 0,1-1 1 0 0,0 1 0 0 0,-1-1 0 0 0,1 1 0 0 0,0-1 0 0 0,-1 1 0 0 0,1 0 0 0 0,0-1 0 0 0,0 1 0 0 0,-1 0-1 0 0,1 0 1 0 0,0-1 0 0 0,0 1 0 0 0,0 0 0 0 0,-1 0 0 0 0,1 0 0 0 0,0 0 0 0 0,0 0 0 0 0,0 0 0 0 0,-1 0-1 0 0,1 0 1 0 0,0 0 0 0 0,0 1 0 0 0,0-1 0 0 0,-1 0 0 0 0,1 0 0 0 0,0 1 0 0 0,0-1 0 0 0,-1 0 0 0 0,1 1-1 0 0,0-1 1 0 0,-1 1 0 0 0,1-1 0 0 0,0 1 0 0 0,-1-1 0 0 0,1 1 0 0 0,-1-1 0 0 0,2 2 0 0 0,4 5 117 0 0,0 0 0 0 0,0 0 0 0 0,7 13 0 0 0,-5-8 57 0 0,-6-10-360 0 0,7 11 136 0 0,1-1 0 0 0,1 1 0 0 0,0-2 0 0 0,13 11 0 0 0,13 0-6453 0 0,-19-16-491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3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5 123 9674 0 0,'-2'-26'342'0'0,"1"14"-165"0"0,0 0-1 0 0,1 0 1 0 0,1-19-1 0 0,-1 30 57 0 0,0-1-1 0 0,0 1 1 0 0,1 0-1 0 0,-1-1 1 0 0,0 1 0 0 0,0 0-1 0 0,1-1 1 0 0,-1 1-1 0 0,1 0 1 0 0,-1-1-1 0 0,1 1 1 0 0,-1 0-1 0 0,1-1 1 0 0,0 1 0 0 0,0 0-1 0 0,0 0 1 0 0,0 0-1 0 0,-1 0 1 0 0,1 0-1 0 0,1 0 1 0 0,-1 0-1 0 0,0 0 1 0 0,2-1-1 0 0,-2 3-1 0 0,0-1 0 0 0,1 0-1 0 0,-1 1 1 0 0,0-1 0 0 0,0 1-1 0 0,0-1 1 0 0,0 1 0 0 0,0 0-1 0 0,0-1 1 0 0,0 1 0 0 0,0 0-1 0 0,0 0 1 0 0,0 0 0 0 0,0 0-1 0 0,0 0 1 0 0,0 0 0 0 0,-1 0-1 0 0,1 0 1 0 0,0 0 0 0 0,-1 0-1 0 0,1 0 1 0 0,-1 0 0 0 0,1 0-1 0 0,-1 1 1 0 0,1 1 0 0 0,111 312 2253 0 0,-81-220-2480 0 0,-18-51-1015 0 0,13 72-1 0 0,-23-90-93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3.3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11058 0 0,'0'-1'47'0'0,"0"1"0"0"0,0-1 0 0 0,0 1 0 0 0,0-1 0 0 0,-1 0 0 0 0,1 1 1 0 0,0-1-1 0 0,0 0 0 0 0,0 1 0 0 0,0-1 0 0 0,0 0 0 0 0,1 1 0 0 0,-1-1 0 0 0,0 0 0 0 0,0 1 0 0 0,0-1 0 0 0,0 1 0 0 0,1-1 0 0 0,-1 0 0 0 0,0 1 0 0 0,1-1 0 0 0,-1 1 0 0 0,0-1 0 0 0,1 1 0 0 0,-1-1 0 0 0,1 1 0 0 0,-1-1 0 0 0,1 1 0 0 0,-1-1 0 0 0,1 1 0 0 0,-1 0 0 0 0,1-1 0 0 0,-1 1 0 0 0,1 0 0 0 0,-1-1 0 0 0,1 1 0 0 0,0 0 0 0 0,-1 0 0 0 0,1 0 0 0 0,0 0 0 0 0,0-1 0 0 0,36-10 1372 0 0,-27 8-1107 0 0,109-40 2124 0 0,8-2-5049 0 0,-116 42 2226 0 0,0 1 0 0 0,0-1 0 0 0,0 2-1 0 0,1 0 1 0 0,-1 0 0 0 0,0 1 0 0 0,1 0 0 0 0,-1 1 0 0 0,15 3 0 0 0,-20-3 705 0 0,1 1 0 0 0,-1 0 0 0 0,1 0 1 0 0,-1 1-1 0 0,0-1 0 0 0,0 1 0 0 0,0 1 1 0 0,0-1-1 0 0,-1 1 0 0 0,1 0 0 0 0,-1 1 1 0 0,0-1-1 0 0,0 1 0 0 0,0 0 1 0 0,-1 0-1 0 0,7 10 0 0 0,1 7 2754 0 0,-1 1-1 0 0,11 30 1 0 0,11 22-3600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3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55 8290 0 0,'0'-9'736'0'0,"1"0"-584"0"0,1 5-152 0 0,5-2 2384 0 0,-3 1-1055 0 0,3-2 7 0 0,4-1-920 0 0,1 2-192 0 0,2 7-32 0 0,3 8 0 0 0,1 7-192 0 0,0 5 0 0 0,-2 6 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3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13 5529 0 0,'-20'-6'8246'0'0,"10"14"-4655"0"0,8-5-4177 0 0,-1 3 932 0 0,0 1 0 0 0,0 0 1 0 0,0 1-1 0 0,1-1 1 0 0,0 0-1 0 0,0 1 1 0 0,0-1-1 0 0,1 1 0 0 0,1 0 1 0 0,-1 10-1 0 0,1-9-174 0 0,-2 8 44 0 0,2 0 0 0 0,0 0 0 0 0,1-1 0 0 0,1 1 0 0 0,7 32 0 0 0,-8-44-199 0 0,0-1-1 0 0,1 1 1 0 0,-1 0 0 0 0,1-1 0 0 0,0 1-1 0 0,1-1 1 0 0,-1 0 0 0 0,1 0 0 0 0,0 0 0 0 0,0 0-1 0 0,0 0 1 0 0,0 0 0 0 0,1-1 0 0 0,-1 0-1 0 0,1 1 1 0 0,0-1 0 0 0,0-1 0 0 0,0 1-1 0 0,0-1 1 0 0,1 1 0 0 0,-1-1 0 0 0,1 0-1 0 0,-1-1 1 0 0,10 3 0 0 0,-12-4-18 0 0,-1 1 1 0 0,0-1 0 0 0,0 0-1 0 0,1 0 1 0 0,-1 0 0 0 0,0 0-1 0 0,1 0 1 0 0,-1 0 0 0 0,0 0-1 0 0,1 0 1 0 0,-1 0 0 0 0,0-1-1 0 0,0 1 1 0 0,1-1-1 0 0,-1 1 1 0 0,0-1 0 0 0,0 1-1 0 0,0-1 1 0 0,1 0 0 0 0,-1 1-1 0 0,0-1 1 0 0,0 0 0 0 0,0 0-1 0 0,1-1 1 0 0,-1 0 2 0 0,0 0 0 0 0,0 0-1 0 0,0-1 1 0 0,0 1 0 0 0,0 0 0 0 0,0 0 0 0 0,-1-1-1 0 0,1 1 1 0 0,-1 0 0 0 0,0-1 0 0 0,0 1 0 0 0,0-4-1 0 0,-1-7 27 0 0,0-1 0 0 0,-1 1-1 0 0,-7-22 1 0 0,-1 2 43 0 0,-23-54-1 0 0,29 78-126 0 0,0 0 0 0 0,-1 1 0 0 0,0-1 0 0 0,-1 1 0 0 0,0 0 0 0 0,0 1 0 0 0,0-1 0 0 0,-1 1 0 0 0,0 1 0 0 0,-15-12 0 0 0,14 14-800 0 0,2 3-259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4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4609 0 0,'2'0'294'0'0,"-1"1"-1"0"0,0-1 1 0 0,1 1-1 0 0,-1 0 1 0 0,0 0 0 0 0,0-1-1 0 0,0 1 1 0 0,0 0 0 0 0,0 0-1 0 0,0 0 1 0 0,0 0-1 0 0,0 0 1 0 0,0 0 0 0 0,0 1-1 0 0,0-1 1 0 0,-1 0 0 0 0,1 0-1 0 0,-1 0 1 0 0,1 1-1 0 0,-1-1 1 0 0,1 0 0 0 0,-1 1-1 0 0,1-1 1 0 0,-1 3-1 0 0,10 43 1763 0 0,-8-34-1370 0 0,10 58 510 0 0,-8-44-1373 0 0,1-1 1 0 0,0 1-1 0 0,18 44 1 0 0,-23-70 187 0 0,0-1 1 0 0,0 1 0 0 0,0-1-1 0 0,0 1 1 0 0,0-1 0 0 0,0 1-1 0 0,0-1 1 0 0,1 0 0 0 0,-1 1-1 0 0,0-1 1 0 0,0 1 0 0 0,1-1-1 0 0,-1 0 1 0 0,0 1 0 0 0,0-1-1 0 0,1 1 1 0 0,-1-1 0 0 0,0 0-1 0 0,1 1 1 0 0,-1-1 0 0 0,0 0-1 0 0,1 0 1 0 0,-1 1 0 0 0,1-1-1 0 0,-1 0 1 0 0,1 0 0 0 0,-1 0-1 0 0,0 0 1 0 0,1 1 0 0 0,-1-1-1 0 0,1 0 1 0 0,-1 0 0 0 0,1 0-1 0 0,-1 0 1 0 0,1 0 0 0 0,9-15 614 0 0,1-34 396 0 0,-10 45-974 0 0,0-2 48 0 0,4-21 446 0 0,16-48 0 0 0,-19 69-447 0 0,0 0 0 0 0,1 0 1 0 0,0 1-1 0 0,0-1 1 0 0,0 0-1 0 0,0 1 0 0 0,1 0 1 0 0,0 0-1 0 0,0 0 1 0 0,0 0-1 0 0,1 1 0 0 0,0 0 1 0 0,10-8-1 0 0,-14 11-44 0 0,1 0 0 0 0,0 1 0 0 0,0-1 0 0 0,0 0-1 0 0,0 1 1 0 0,0-1 0 0 0,-1 1 0 0 0,1 0 0 0 0,0-1 0 0 0,0 1-1 0 0,0 0 1 0 0,0 0 0 0 0,0 1 0 0 0,0-1 0 0 0,0 0 0 0 0,0 1-1 0 0,0-1 1 0 0,0 1 0 0 0,0-1 0 0 0,-1 1 0 0 0,1 0 0 0 0,0 0 0 0 0,0 0-1 0 0,-1 0 1 0 0,1 0 0 0 0,0 0 0 0 0,-1 0 0 0 0,0 1 0 0 0,1-1-1 0 0,-1 0 1 0 0,3 4 0 0 0,3 4 137 0 0,0 1-1 0 0,0 0 1 0 0,-1 1 0 0 0,6 12 0 0 0,-2-3-57 0 0,-3-8-107 0 0,1 0 0 0 0,0 0 1 0 0,1-1-1 0 0,0 0 0 0 0,1-1 1 0 0,17 16-1 0 0,-6-11-917 0 0,0 0 0 0 0,41 21 0 0 0,-34-22 641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4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17972 0 0,'8'-1'442'0'0,"1"1"0"0"0,-1 1 0 0 0,0 0 0 0 0,0 0 0 0 0,0 1 0 0 0,0-1 1 0 0,13 6-1 0 0,-17-5-271 0 0,0 0 0 0 0,0 1 0 0 0,0-1 0 0 0,0 1 0 0 0,-1 0 0 0 0,1 0 0 0 0,-1 0 0 0 0,0 1 0 0 0,0-1 0 0 0,0 1 0 0 0,0 0 0 0 0,0 0 0 0 0,-1 0 0 0 0,0 0 0 0 0,2 4 0 0 0,78 189-5127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4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 12899 0 0,'-1'0'1264'0'0,"2"-2"-1128"0"0,0 2-136 0 0,1 0 0 0 0,1 0 432 0 0,1 0 56 0 0,1 3 16 0 0,5 3 0 0 0,1 2-1192 0 0,3 4-240 0 0,3 5-40 0 0,-2-1-16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5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 10138 0 0,'0'0'42'0'0,"0"0"-1"0"0,0 0 0 0 0,0 0 1 0 0,0 0-1 0 0,0-1 1 0 0,0 1-1 0 0,0 0 1 0 0,-1 0-1 0 0,1 0 0 0 0,0 0 1 0 0,0 0-1 0 0,0 0 1 0 0,0 0-1 0 0,-1-1 1 0 0,1 1-1 0 0,0 0 0 0 0,0 0 1 0 0,0 0-1 0 0,0 0 1 0 0,-1 0-1 0 0,1 0 1 0 0,0 0-1 0 0,0 0 0 0 0,0 0 1 0 0,0 0-1 0 0,-1 0 1 0 0,1 0-1 0 0,0 0 1 0 0,0 0-1 0 0,0 0 0 0 0,-1 0 1 0 0,1 0-1 0 0,0 1 1 0 0,0-1-1 0 0,0 0 0 0 0,0 0 1 0 0,0 0-1 0 0,-1 0 1 0 0,1 0-1 0 0,0 0 1 0 0,0 0-1 0 0,0 1 0 0 0,0-1 1 0 0,0 0-1 0 0,0 0 1 0 0,-1 0-1 0 0,1 0 1 0 0,1 13 1180 0 0,9 21 362 0 0,-8-27-1014 0 0,5 15 485 0 0,38 102 2157 0 0,-39-111-3112 0 0,0 0 1 0 0,1-1 0 0 0,0 0-1 0 0,0 0 1 0 0,2-1 0 0 0,-1 1-1 0 0,12 9 1 0 0,-19-20-130 0 0,0 0 0 0 0,0 0 0 0 0,0 0 0 0 0,0 0 0 0 0,0 0-1 0 0,0 0 1 0 0,0-1 0 0 0,0 1 0 0 0,0-1 0 0 0,0 1 0 0 0,1-1 0 0 0,-1 1 0 0 0,0-1 0 0 0,0 1-1 0 0,0-1 1 0 0,1 0 0 0 0,-1 0 0 0 0,2 1 0 0 0,-3-2-3 0 0,1 1 0 0 0,0 0 0 0 0,-1-1 0 0 0,1 1 0 0 0,0 0 0 0 0,-1-1 0 0 0,1 1 0 0 0,-1-1-1 0 0,1 1 1 0 0,0-1 0 0 0,-1 1 0 0 0,1-1 0 0 0,-1 1 0 0 0,0-1 0 0 0,1 1 0 0 0,-1-1 0 0 0,1 0 0 0 0,-1 1 0 0 0,0-1 0 0 0,1 0 0 0 0,-1 1 0 0 0,0-2 0 0 0,2-6-148 0 0,-1-1-1 0 0,1 1 1 0 0,-2 0 0 0 0,1-12 0 0 0,-1 6 344 0 0,0 7-161 0 0,2-30 186 0 0,8-41 1 0 0,-8 68-101 0 0,0 1-1 0 0,0-1 1 0 0,1 1-1 0 0,0 0 1 0 0,1 0 0 0 0,0 0-1 0 0,0 0 1 0 0,1 1 0 0 0,10-14-1 0 0,-14 21-45 0 0,0 0 0 0 0,0 0 0 0 0,0 1 0 0 0,0-1-1 0 0,0 0 1 0 0,0 0 0 0 0,0 1 0 0 0,0-1 0 0 0,1 0 0 0 0,-1 1-1 0 0,0-1 1 0 0,0 1 0 0 0,1 0 0 0 0,-1-1 0 0 0,0 1 0 0 0,1 0-1 0 0,-1 0 1 0 0,0 0 0 0 0,1 0 0 0 0,-1 0 0 0 0,1 0 0 0 0,-1 0-1 0 0,0 0 1 0 0,1 1 0 0 0,-1-1 0 0 0,0 0 0 0 0,0 1 0 0 0,1-1-1 0 0,-1 1 1 0 0,0 0 0 0 0,0-1 0 0 0,0 1 0 0 0,1 0 0 0 0,0 1-1 0 0,6 4 149 0 0,1 1-1 0 0,-2 0 0 0 0,12 13 0 0 0,-6-7-237 0 0,1 0-1025 0 0,1-1-3994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5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 10594 0 0,'-1'0'145'0'0,"0"0"0"0"0,0 0-1 0 0,0 0 1 0 0,0 0 0 0 0,1 0-1 0 0,-1 0 1 0 0,0 0 0 0 0,0 1-1 0 0,0-1 1 0 0,0 0 0 0 0,1 1-1 0 0,-1-1 1 0 0,0 1 0 0 0,0-1-1 0 0,1 1 1 0 0,-1-1 0 0 0,0 1-1 0 0,1-1 1 0 0,-1 1 0 0 0,1 0-1 0 0,-1-1 1 0 0,1 1 0 0 0,-1 0-1 0 0,0 1 1 0 0,-5 24 2278 0 0,13 34 502 0 0,-6-52-2396 0 0,60 292 3027 0 0,-33-201-5162 0 0,4-3-3711 0 0,-20-67-1874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5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1 262 1840 0 0,'47'-32'2389'0'0,"156"-97"3062"0"0,-165 108-4697 0 0,0 2 1 0 0,2 2 0 0 0,65-20 0 0 0,-99 35-541 0 0,-1 1 1 0 0,1-1-1 0 0,-1 1 1 0 0,1 1-1 0 0,0-1 1 0 0,-1 1-1 0 0,1 0 1 0 0,0 0-1 0 0,7 2 1 0 0,-10-1-102 0 0,-1 0 1 0 0,0-1 0 0 0,1 1-1 0 0,-1 0 1 0 0,0 1-1 0 0,0-1 1 0 0,0 0 0 0 0,0 1-1 0 0,0-1 1 0 0,0 1-1 0 0,0-1 1 0 0,0 1 0 0 0,-1 0-1 0 0,1 0 1 0 0,-1 0-1 0 0,1 0 1 0 0,-1 0 0 0 0,0 0-1 0 0,1 0 1 0 0,-1 0-1 0 0,0 1 1 0 0,-1-1 0 0 0,1 0-1 0 0,0 3 1 0 0,5 24 538 0 0,-2-1 0 0 0,0 1 0 0 0,-3 0 0 0 0,-1 38 0 0 0,4 53 977 0 0,-3-115-1639 0 0,1-7-34 0 0,2-11-106 0 0,2-19-81 0 0,-3 13 196 0 0,13-70-197 0 0,-14 83 220 0 0,0 0 0 0 0,0 0 0 0 0,0 0-1 0 0,0 0 1 0 0,1 0 0 0 0,0 1 0 0 0,1-1 0 0 0,-1 1-1 0 0,1 0 1 0 0,0 0 0 0 0,5-5 0 0 0,-8 9 34 0 0,0 1 1 0 0,0-1-1 0 0,0 1 1 0 0,0-1 0 0 0,0 1-1 0 0,1 0 1 0 0,-1 0-1 0 0,0-1 1 0 0,0 1 0 0 0,0 0-1 0 0,1 0 1 0 0,-1 0-1 0 0,0 0 1 0 0,0 1 0 0 0,0-1-1 0 0,1 0 1 0 0,-1 0-1 0 0,0 1 1 0 0,0-1 0 0 0,0 1-1 0 0,0-1 1 0 0,0 1-1 0 0,0-1 1 0 0,0 1 0 0 0,0 0-1 0 0,0-1 1 0 0,0 1 0 0 0,1 1-1 0 0,29 25 837 0 0,-28-23-810 0 0,113 104 385 0 0,-92-88-1785 0 0,37 23 0 0 0,-37-29-6234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6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0 289 10594 0 0,'5'-2'371'0'0,"-1"-1"0"0"0,1 1 0 0 0,-1-1 0 0 0,0 0 0 0 0,1 0 0 0 0,-2-1 0 0 0,1 1 0 0 0,0-1 0 0 0,-1 0 0 0 0,0 0 0 0 0,1 0 0 0 0,-2 0 0 0 0,5-8 0 0 0,-1 1 159 0 0,0-1-1 0 0,-1 1 1 0 0,0-1-1 0 0,4-18 1 0 0,-7 18-186 0 0,0 1 0 0 0,-1-1 0 0 0,0 1 1 0 0,-1-21-1 0 0,0 27-236 0 0,-1 0 1 0 0,1 0 0 0 0,-1 0-1 0 0,0 0 1 0 0,-1 0 0 0 0,1 0-1 0 0,-1 1 1 0 0,0-1 0 0 0,0 0-1 0 0,0 1 1 0 0,0 0 0 0 0,-1-1-1 0 0,-5-5 1 0 0,8 9-104 0 0,-1 1-1 0 0,1-1 1 0 0,-1 1 0 0 0,1-1-1 0 0,0 1 1 0 0,-1-1 0 0 0,1 1-1 0 0,-1 0 1 0 0,1-1 0 0 0,-1 1-1 0 0,0-1 1 0 0,1 1 0 0 0,-1 0-1 0 0,1 0 1 0 0,-1-1 0 0 0,0 1-1 0 0,1 0 1 0 0,-1 0 0 0 0,0 0-1 0 0,1 0 1 0 0,-1 0 0 0 0,1 0-1 0 0,-1 0 1 0 0,0 0 0 0 0,1 0-1 0 0,-1 0 1 0 0,0 0 0 0 0,1 0-1 0 0,-1 0 1 0 0,0 0 0 0 0,0 1-1 0 0,0 0 3 0 0,0 0-1 0 0,0 0 0 0 0,0 0 0 0 0,0 1 0 0 0,0-1 0 0 0,0 0 0 0 0,0 1 0 0 0,1-1 1 0 0,-1 0-1 0 0,0 1 0 0 0,1-1 0 0 0,-1 3 0 0 0,-6 45 105 0 0,7-38-63 0 0,1 0-1 0 0,0 0 1 0 0,1 0-1 0 0,0 0 1 0 0,0 0-1 0 0,2 0 1 0 0,-1-1-1 0 0,1 1 1 0 0,6 10-1 0 0,-6-14-200 0 0,-1 0-1 0 0,2-1 0 0 0,-1 0 0 0 0,1 0 0 0 0,0 0 0 0 0,0 0 0 0 0,1-1 0 0 0,0 0 0 0 0,0 0 1 0 0,0 0-1 0 0,0-1 0 0 0,1 0 0 0 0,13 7 0 0 0,5-2-7166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6.6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72 7370 0 0,'-5'-8'482'0'0,"1"1"0"0"0,-1-1 1 0 0,0 1-1 0 0,-1-1 0 0 0,1 2 1 0 0,-10-10-1 0 0,13 15-329 0 0,1 0 0 0 0,0 0 0 0 0,0 0 0 0 0,-1 0 0 0 0,1 0 0 0 0,-1 0 0 0 0,1 1 0 0 0,-1-1 0 0 0,1 0 0 0 0,-1 1 0 0 0,1-1 0 0 0,-1 1 0 0 0,0-1-1 0 0,1 1 1 0 0,-1 0 0 0 0,0 0 0 0 0,1 0 0 0 0,-1 0 0 0 0,0 0 0 0 0,1 0 0 0 0,-1 0 0 0 0,0 1 0 0 0,1-1 0 0 0,-1 0 0 0 0,1 1 0 0 0,-1-1 0 0 0,1 1 0 0 0,-1 0 0 0 0,1 0 0 0 0,-1 0 0 0 0,1-1 0 0 0,-1 1 0 0 0,1 0 0 0 0,0 1 0 0 0,0-1 0 0 0,-1 0 0 0 0,1 0 0 0 0,0 0 0 0 0,0 1 0 0 0,0-1 0 0 0,0 0 0 0 0,-1 3 0 0 0,-3 6 255 0 0,-1 0 0 0 0,1 1 1 0 0,1-1-1 0 0,0 1 0 0 0,0 0 0 0 0,1 0 1 0 0,1 1-1 0 0,0-1 0 0 0,0 0 0 0 0,0 21 1 0 0,2 12 101 0 0,7 60 1 0 0,4-6-665 0 0,3-1 1 0 0,5 0-1 0 0,52 161 1 0 0,-60-231-5259 0 0,-2-4-1812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6.8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1 239 9674 0 0,'0'-2'140'0'0,"0"0"1"0"0,1 0-1 0 0,0 0 0 0 0,-1 0 0 0 0,1 0 1 0 0,0 0-1 0 0,0 1 0 0 0,0-1 0 0 0,0 0 1 0 0,1 0-1 0 0,-1 1 0 0 0,0-1 0 0 0,3-1 1 0 0,25-24 1098 0 0,-15 14-888 0 0,11-11 255 0 0,1 1 1 0 0,0 2-1 0 0,40-25 0 0 0,-49 36-709 0 0,-1 2 1 0 0,34-13-1 0 0,-35 16-674 0 0,0 1-1 0 0,0 1 1 0 0,0 0 0 0 0,17 0-1 0 0,-9 2-630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7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7 264 8290 0 0,'2'-1'387'0'0,"0"1"-1"0"0,0-1 1 0 0,1 0 0 0 0,-1 0 0 0 0,0 1-1 0 0,0-2 1 0 0,-1 1 0 0 0,1 0 0 0 0,0 0-1 0 0,0 0 1 0 0,0-1 0 0 0,-1 1 0 0 0,1-1-1 0 0,-1 0 1 0 0,1 1 0 0 0,-1-1 0 0 0,0 0-1 0 0,2-2 1 0 0,19-37 1851 0 0,-19 31-1984 0 0,0-1 0 0 0,0 1 1 0 0,-1 0-1 0 0,0-1 0 0 0,-1 1 1 0 0,-1-1-1 0 0,1 1 0 0 0,-1-1 1 0 0,-1 1-1 0 0,0-1 0 0 0,-1 1 0 0 0,0-1 1 0 0,0 1-1 0 0,-1 0 0 0 0,-6-15 1 0 0,8 24-259 0 0,1 0 1 0 0,0 1-1 0 0,0-1 1 0 0,-1 0 0 0 0,1 0-1 0 0,0 0 1 0 0,-1 1-1 0 0,1-1 1 0 0,-1 0-1 0 0,1 1 1 0 0,-1-1 0 0 0,1 0-1 0 0,-1 1 1 0 0,1-1-1 0 0,-1 1 1 0 0,0-1 0 0 0,1 1-1 0 0,-1-1 1 0 0,0 1-1 0 0,1-1 1 0 0,-1 1-1 0 0,0 0 1 0 0,0-1 0 0 0,1 1-1 0 0,-1 0 1 0 0,0 0-1 0 0,0-1 1 0 0,0 1-1 0 0,1 0 1 0 0,-1 0 0 0 0,0 0-1 0 0,0 0 1 0 0,0 0-1 0 0,0 0 1 0 0,1 0 0 0 0,-1 1-1 0 0,0-1 1 0 0,0 0-1 0 0,0 0 1 0 0,1 1-1 0 0,-1-1 1 0 0,0 0 0 0 0,0 1-1 0 0,1-1 1 0 0,-1 1-1 0 0,0-1 1 0 0,1 1-1 0 0,-1-1 1 0 0,0 1 0 0 0,1-1-1 0 0,-1 1 1 0 0,1 0-1 0 0,-1-1 1 0 0,1 1-1 0 0,-1 0 1 0 0,0 1 0 0 0,-2 2-85 0 0,1 1-1 0 0,-1 0 1 0 0,1 0 0 0 0,0 0 0 0 0,0 0 0 0 0,0 0 0 0 0,-1 8 0 0 0,2-5 92 0 0,0 0 1 0 0,0 0 0 0 0,1 0 0 0 0,0 0 0 0 0,1 0-1 0 0,0 0 1 0 0,0 0 0 0 0,0 0 0 0 0,1-1 0 0 0,0 1-1 0 0,1 0 1 0 0,0-1 0 0 0,0 1 0 0 0,4 6 0 0 0,-4-9-21 0 0,0-1 1 0 0,1 0 0 0 0,-1 0 0 0 0,1 0 0 0 0,0 0 0 0 0,0-1 0 0 0,0 0-1 0 0,0 1 1 0 0,0-2 0 0 0,1 1 0 0 0,0 0 0 0 0,-1-1 0 0 0,1 0 0 0 0,0 0 0 0 0,0 0-1 0 0,0-1 1 0 0,0 1 0 0 0,1-1 0 0 0,-1 0 0 0 0,0-1 0 0 0,0 1 0 0 0,7-1-1 0 0,39-3-2275 0 0,-23-2-4415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7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2304 0 0,'68'-125'15761'0'0,"-69"125"-15453"0"0,1 1-1 0 0,0 0 0 0 0,0-1 0 0 0,0 1 0 0 0,0 0 1 0 0,-1 0-1 0 0,1-1 0 0 0,0 1 0 0 0,0 0 0 0 0,0 0 1 0 0,1-1-1 0 0,-1 1 0 0 0,0 1 0 0 0,6 3-309 0 0,-5-4 58 0 0,1 0 0 0 0,-1 0 0 0 0,1 0 1 0 0,-1 0-1 0 0,1 0 0 0 0,-1 0 0 0 0,0 0 0 0 0,1 1 0 0 0,-1-1 0 0 0,0 1 0 0 0,0-1 1 0 0,0 1-1 0 0,0-1 0 0 0,0 1 0 0 0,0 0 0 0 0,-1-1 0 0 0,1 1 0 0 0,0 0 0 0 0,-1-1 0 0 0,0 1 1 0 0,1 0-1 0 0,-1 0 0 0 0,0 0 0 0 0,0 0 0 0 0,0-1 0 0 0,0 1 0 0 0,0 0 0 0 0,0 0 1 0 0,0 0-1 0 0,-1-1 0 0 0,0 3 0 0 0,13-33-2991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7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 6817 0 0,'3'-6'297'0'0,"-3"2"71"0"0,0 1-296 0 0,1 2-72 0 0,-1-1 0 0 0,0 1-88 0 0,-1 1-32 0 0,-1 0-8 0 0,-2 0 0 0 0,-3 1 7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7.9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28 2288 0 0,'-3'-1'378'0'0,"1"0"-1"0"0,-1 0 0 0 0,1-1 0 0 0,-1 1 1 0 0,1-1-1 0 0,0 1 0 0 0,0-1 0 0 0,-15-12 5924 0 0,16 13-5643 0 0,-1 1 0 0 0,-2-2 0 0 0,3 2-526 0 0,1 1 0 0 0,-1-1-1 0 0,0 0 1 0 0,0 0 0 0 0,0 1 0 0 0,0-1 0 0 0,0 1 0 0 0,0-1 0 0 0,0 1 0 0 0,1-1 0 0 0,-1 1 0 0 0,0-1 0 0 0,0 1-1 0 0,1 0 1 0 0,-1-1 0 0 0,0 1 0 0 0,1 0 0 0 0,-1 0 0 0 0,1 0 0 0 0,-1-1 0 0 0,1 1 0 0 0,-1 0 0 0 0,1 0-1 0 0,-1 0 1 0 0,1 2 0 0 0,-8 12 690 0 0,1 1 0 0 0,1 1-1 0 0,-6 28 1 0 0,10-36-681 0 0,0 1 0 0 0,1-1 0 0 0,0 0 1 0 0,1 0-1 0 0,0 1 0 0 0,0-1 0 0 0,1 0 0 0 0,3 15 0 0 0,-4-23-136 0 0,0 0-1 0 0,0 0 1 0 0,0-1-1 0 0,0 1 1 0 0,1 0 0 0 0,-1-1-1 0 0,0 1 1 0 0,0 0-1 0 0,1-1 1 0 0,-1 1-1 0 0,0 0 1 0 0,1-1-1 0 0,-1 1 1 0 0,0 0 0 0 0,1-1-1 0 0,-1 1 1 0 0,1-1-1 0 0,-1 1 1 0 0,1-1-1 0 0,0 1 1 0 0,-1-1-1 0 0,1 0 1 0 0,-1 1 0 0 0,1-1-1 0 0,0 0 1 0 0,-1 1-1 0 0,1-1 1 0 0,0 0-1 0 0,-1 0 1 0 0,2 1-1 0 0,-1-2-34 0 0,1 1-1 0 0,-1 0 0 0 0,0-1 0 0 0,1 1 0 0 0,-1-1 0 0 0,0 0 0 0 0,0 1 0 0 0,0-1 0 0 0,0 0 0 0 0,0 0 0 0 0,0 0 0 0 0,0 0 1 0 0,0 0-1 0 0,2-1 0 0 0,2-5-222 0 0,0 0 1 0 0,0 0 0 0 0,-1 0-1 0 0,4-9 1 0 0,8-27-763 0 0,-13 30 875 0 0,1 1-1 0 0,1 0 1 0 0,0 1-1 0 0,8-14 0 0 0,-13 25 169 0 0,0 0 0 0 0,0-1 0 0 0,1 1 0 0 0,-1 0 0 0 0,0 0 0 0 0,0 0 0 0 0,0 0-1 0 0,0 0 1 0 0,0 0 0 0 0,0 0 0 0 0,0 0 0 0 0,1 0 0 0 0,-1-1 0 0 0,0 1 0 0 0,0 0 0 0 0,0 0 0 0 0,0 0-1 0 0,0 0 1 0 0,1 0 0 0 0,-1 0 0 0 0,0 0 0 0 0,0 0 0 0 0,0 0 0 0 0,0 0 0 0 0,1 0 0 0 0,-1 0 0 0 0,0 0-1 0 0,0 0 1 0 0,0 0 0 0 0,0 0 0 0 0,0 0 0 0 0,1 0 0 0 0,-1 0 0 0 0,0 1 0 0 0,0-1 0 0 0,0 0 0 0 0,0 0-1 0 0,0 0 1 0 0,0 0 0 0 0,1 0 0 0 0,-1 0 0 0 0,0 0 0 0 0,0 0 0 0 0,0 1 0 0 0,0-1 0 0 0,0 0 0 0 0,0 0-1 0 0,0 0 1 0 0,0 0 0 0 0,0 0 0 0 0,7 13 897 0 0,4 16 107 0 0,-11-28-952 0 0,6 18 196 0 0,-2-2-253 0 0,0-1 1 0 0,1 0-1 0 0,1 0 1 0 0,1 0 0 0 0,0-1-1 0 0,1 0 1 0 0,1-1 0 0 0,0 0-1 0 0,17 19 1 0 0,-10-18-736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8.1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17972 0 0,'18'37'1892'0'0,"1"16"-1230"0"0,-3 0 0 0 0,-1 0 0 0 0,-3 2 0 0 0,5 60-1 0 0,20 85-365 0 0,-20-139-866 0 0,-4-22-5505 0 0,-4-12-1155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8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3225 0 0,'11'-8'134'0'0,"149"-84"685"0"0,-137 81-842 0 0,1 1-1 0 0,-1 1 0 0 0,1 2 0 0 0,1 0 0 0 0,32-5 1 0 0,-5 17 10737 0 0,-55 19-5628 0 0,4-6-4727 0 0,0 0 0 0 0,2 0-1 0 0,0-1 1 0 0,1 1 0 0 0,9 28 0 0 0,-9-35-203 0 0,0-1 0 0 0,1 1 0 0 0,0 0 0 0 0,1-1 0 0 0,0 0 0 0 0,1 0 0 0 0,0-1 0 0 0,0 0 0 0 0,15 14 0 0 0,-20-21-166 0 0,0 0 1 0 0,0 0-1 0 0,1-1 0 0 0,-1 1 1 0 0,1 0-1 0 0,-1-1 0 0 0,1 1 1 0 0,0-1-1 0 0,0 0 0 0 0,-1 0 1 0 0,1 0-1 0 0,0 0 0 0 0,0-1 1 0 0,0 1-1 0 0,0-1 0 0 0,0 1 1 0 0,0-1-1 0 0,0 0 0 0 0,4-1 1 0 0,-4 0-18 0 0,0 0 0 0 0,0 0 0 0 0,-1 0 0 0 0,1-1 0 0 0,0 1 0 0 0,-1-1 0 0 0,1 0 0 0 0,-1 1 0 0 0,1-1 0 0 0,-1 0 1 0 0,0-1-1 0 0,0 1 0 0 0,0 0 0 0 0,0-1 0 0 0,2-4 0 0 0,3-5-58 0 0,-1 0 0 0 0,-1 0 0 0 0,0-1 0 0 0,-1 0 0 0 0,0 0 0 0 0,-1 0 0 0 0,2-15 0 0 0,-3-6-26 0 0,3-20-5 0 0,-4 50 125 0 0,-1 1-1 0 0,1-1 1 0 0,0 1 0 0 0,0 0-1 0 0,0-1 1 0 0,1 1 0 0 0,-1 0-1 0 0,1 0 1 0 0,0 0 0 0 0,0 0-1 0 0,3-4 1 0 0,-2 9 120 0 0,-1 0-1 0 0,1 0 1 0 0,-1 0 0 0 0,1 1-1 0 0,-1-1 1 0 0,0 1-1 0 0,0 0 1 0 0,0 0 0 0 0,0 0-1 0 0,2 5 1 0 0,0-1 52 0 0,16 21 42 0 0,1-2 1 0 0,46 47-1 0 0,-54-62-2607 0 0,0 0 1 0 0,17 10-1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9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 6449 0 0,'21'13'6814'0'0,"-11"-7"-5924"0"0,1 1 0 0 0,-2 1 0 0 0,1 0 0 0 0,-1 0 0 0 0,0 1 0 0 0,-1 0 0 0 0,11 15 0 0 0,2 8-311 0 0,19 37 1 0 0,-23-37 127 0 0,28 39 1 0 0,-69-162 124 0 0,21 71-1135 0 0,2-1 0 0 0,0 0-1 0 0,1 0 1 0 0,2 0 0 0 0,0 0 0 0 0,1 0-1 0 0,6-22 1 0 0,1 10-7385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49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1 264 7370 0 0,'1'0'611'0'0,"1"0"0"0"0,0-1 0 0 0,0 1 0 0 0,0 0 0 0 0,0-1 0 0 0,-1 0 1 0 0,1 1-1 0 0,0-1 0 0 0,0 0 0 0 0,-1 0 0 0 0,3-1 0 0 0,19-19 3210 0 0,11-25-938 0 0,-25 32-2517 0 0,-2 0 0 0 0,1-1-1 0 0,7-23 1 0 0,-12 30-349 0 0,-1 1 1 0 0,0-1-1 0 0,0 0 1 0 0,-1 0-1 0 0,0 0 1 0 0,0 0-1 0 0,-1 0 1 0 0,0 0-1 0 0,-1-8 1 0 0,1 15-21 0 0,0 0 0 0 0,0 0 0 0 0,0 0 0 0 0,0 0 0 0 0,-1 0 0 0 0,1 0 0 0 0,0 0 0 0 0,-1 0 0 0 0,1 0 0 0 0,0 0 0 0 0,-1 0 0 0 0,1 0 0 0 0,-1 1 0 0 0,1-1 0 0 0,-1 0 1 0 0,0 0-1 0 0,1 1 0 0 0,-1-1 0 0 0,0 0 0 0 0,1 1 0 0 0,-1-1 0 0 0,0 1 0 0 0,-1-2 0 0 0,1 2-11 0 0,0 0 0 0 0,0 0 1 0 0,0 0-1 0 0,0 0 1 0 0,0 0-1 0 0,0 1 0 0 0,0-1 1 0 0,0 0-1 0 0,0 0 0 0 0,0 1 1 0 0,0-1-1 0 0,0 1 0 0 0,1-1 1 0 0,-1 1-1 0 0,0-1 0 0 0,0 1 1 0 0,0-1-1 0 0,-1 2 0 0 0,-2 3-54 0 0,0-1 1 0 0,0 1-1 0 0,0-1 0 0 0,0 1 0 0 0,1 0 0 0 0,-4 7 0 0 0,2-2 76 0 0,1 1-1 0 0,0 0 1 0 0,0 0-1 0 0,1 0 1 0 0,1 0-1 0 0,0 1 1 0 0,0-1-1 0 0,1 1 1 0 0,1 14-1 0 0,0-22-16 0 0,0 0 0 0 0,1-1 0 0 0,-1 1-1 0 0,1 0 1 0 0,0-1 0 0 0,0 1 0 0 0,0-1 0 0 0,0 1 0 0 0,1-1-1 0 0,-1 0 1 0 0,1 0 0 0 0,0 1 0 0 0,0-1 0 0 0,0 0 0 0 0,0-1-1 0 0,1 1 1 0 0,-1 0 0 0 0,1-1 0 0 0,0 1 0 0 0,-1-1-1 0 0,1 0 1 0 0,0 0 0 0 0,1 0 0 0 0,-1 0 0 0 0,0 0 0 0 0,0-1-1 0 0,1 1 1 0 0,-1-1 0 0 0,1 0 0 0 0,-1 0 0 0 0,1-1 0 0 0,7 2-1 0 0,13-1-492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0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0 5529 0 0,'-19'13'2181'0'0,"2"1"0"0"0,0 0 0 0 0,-29 31-1 0 0,39-38-1789 0 0,1 1-1 0 0,-1 0 1 0 0,2 1-1 0 0,-1 0 1 0 0,1-1-1 0 0,0 2 1 0 0,1-1-1 0 0,0 0 1 0 0,0 1-1 0 0,-3 17 1 0 0,7-25-317 0 0,0 0 0 0 0,-1 1 0 0 0,1-1 0 0 0,1 0 0 0 0,-1 0 0 0 0,0 1 0 0 0,1-1 0 0 0,-1 0 0 0 0,1 0 0 0 0,-1 1 0 0 0,1-1 0 0 0,0 0 0 0 0,0 0 0 0 0,0 0 0 0 0,0 0 0 0 0,1 0 0 0 0,-1 0 0 0 0,0-1 0 0 0,1 1 0 0 0,-1 0 0 0 0,1-1 0 0 0,0 1 0 0 0,0-1 0 0 0,-1 1 0 0 0,1-1 0 0 0,0 0 0 0 0,0 0 0 0 0,0 1 0 0 0,0-2 0 0 0,3 2 0 0 0,9 3-74 0 0,-1 0 0 0 0,1-1-1 0 0,27 4 1 0 0,-10-2-7 0 0,-28-6-4 0 0,10 3-99 0 0,1 1 0 0 0,-1 0 0 0 0,0 0 0 0 0,-1 1 0 0 0,15 8 0 0 0,-25-12 101 0 0,0 1-1 0 0,0-1 0 0 0,0 1 0 0 0,0-1 0 0 0,0 1 0 0 0,0-1 0 0 0,0 1 0 0 0,0 0 0 0 0,-1 0 0 0 0,1 0 0 0 0,-1 0 0 0 0,1 0 0 0 0,-1 0 0 0 0,0 1 0 0 0,0-1 0 0 0,0 0 0 0 0,0 1 0 0 0,0-1 0 0 0,-1 0 0 0 0,1 1 0 0 0,-1-1 0 0 0,1 1 0 0 0,-1-1 0 0 0,0 1 0 0 0,0-1 0 0 0,0 1 0 0 0,0-1 0 0 0,-1 1 0 0 0,1-1 0 0 0,-1 1 0 0 0,1-1 0 0 0,-1 1 0 0 0,0-1 0 0 0,0 0 0 0 0,-2 4 0 0 0,-2 4 115 0 0,-1-1 0 0 0,0 0 0 0 0,0 0 0 0 0,-1 0-1 0 0,0-1 1 0 0,0 0 0 0 0,-1 0 0 0 0,0-1 0 0 0,-1 0 0 0 0,1-1-1 0 0,-18 10 1 0 0,19-12-1043 0 0,0 0 0 0 0,-1-1 0 0 0,0 0 0 0 0,0 0 0 0 0,-11 2 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0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8290 0 0,'-4'4'1882'0'0,"3"-3"-1505"0"0,1 0-1 0 0,-1 0 0 0 0,1 0 1 0 0,-1 0-1 0 0,1 0 1 0 0,0 0-1 0 0,-1 0 1 0 0,1 0-1 0 0,0 0 1 0 0,0 0-1 0 0,-1 0 1 0 0,1 0-1 0 0,0 2 1 0 0,-2 23 1952 0 0,3 6-1669 0 0,1 0 1 0 0,2 0-1 0 0,10 46 1 0 0,-7-54-258 0 0,-2 1 0 0 0,-1 0 1 0 0,-1 0-1 0 0,-2 0 0 0 0,0 0 1 0 0,-5 46-1 0 0,-2-54-1149 0 0,6-16 720 0 0,0-1 0 0 0,0 0 1 0 0,-1 0-1 0 0,1 1 0 0 0,0-1 0 0 0,0 0 0 0 0,-1 0 1 0 0,1 0-1 0 0,0 1 0 0 0,0-1 0 0 0,-1 0 1 0 0,1 0-1 0 0,0 0 0 0 0,-1 0 0 0 0,1 0 1 0 0,0 0-1 0 0,0 1 0 0 0,-1-1 0 0 0,1 0 1 0 0,0 0-1 0 0,-1 0 0 0 0,1 0 0 0 0,0 0 1 0 0,-1 0-1 0 0,1 0 0 0 0,0 0 0 0 0,-1 0 0 0 0,1-1 1 0 0,0 1-1 0 0,-1 0 0 0 0,1 0 0 0 0,0 0 1 0 0,-1 0-1 0 0,1 0 0 0 0,0 0 0 0 0,0-1 1 0 0,-1 1-1 0 0,1 0 0 0 0,0 0 0 0 0,0 0 1 0 0,-1-1-1 0 0,1 1 0 0 0,0 0 0 0 0,0 0 1 0 0,0-1-1 0 0,-1 1 0 0 0,1 0 0 0 0,0-1 1 0 0,-4-5-1056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0.8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5065 0 0,'5'-6'318'0'0,"1"-1"0"0"0,1 1 0 0 0,-1 0 0 0 0,1 0 0 0 0,0 1-1 0 0,0 0 1 0 0,1 0 0 0 0,0 0 0 0 0,0 1 0 0 0,0 0 0 0 0,11-3 0 0 0,-6 3 630 0 0,0 0 0 0 0,1 0 0 0 0,0 2 0 0 0,0-1-1 0 0,-1 2 1 0 0,22 0 0 0 0,-32 0-807 0 0,0 1-1 0 0,0 0 0 0 0,0 1 1 0 0,0-1-1 0 0,0 0 0 0 0,0 1 1 0 0,0 0-1 0 0,0-1 0 0 0,0 1 0 0 0,0 0 1 0 0,-1 1-1 0 0,1-1 0 0 0,0 0 1 0 0,-1 1-1 0 0,1 0 0 0 0,-1-1 1 0 0,1 1-1 0 0,-1 0 0 0 0,0 0 1 0 0,0 0-1 0 0,0 1 0 0 0,0-1 1 0 0,0 0-1 0 0,0 1 0 0 0,-1-1 1 0 0,1 1-1 0 0,2 5 0 0 0,-3-3 55 0 0,0 0 0 0 0,-1 1 0 0 0,1-1 0 0 0,-1 0 0 0 0,0 0 0 0 0,0 0 0 0 0,-1 0 0 0 0,1 1 1 0 0,-1-1-1 0 0,0 0 0 0 0,-1 0 0 0 0,1 0 0 0 0,-1 0 0 0 0,0-1 0 0 0,-4 8 0 0 0,1-1-1223 0 0,-2 0 1 0 0,0 0-1 0 0,0-1 1 0 0,-1 1 0 0 0,0-2-1 0 0,-17 17 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1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174 0 7370 0 0,'-10'5'1101'0'0,"1"1"1"0"0,1-1-1 0 0,-1 2 0 0 0,1-1 1 0 0,0 1-1 0 0,-9 11 1 0 0,6-6-225 0 0,1 1 0 0 0,0 1-1 0 0,-13 24 1 0 0,14-21-559 0 0,2-1-1 0 0,0 1 0 0 0,1 1 1 0 0,0-1-1 0 0,2 1 0 0 0,0 0 1 0 0,1 0-1 0 0,-1 19 0 0 0,4-35-314 0 0,0 1-1 0 0,-1 0 0 0 0,1-1 1 0 0,1 1-1 0 0,-1-1 1 0 0,0 1-1 0 0,1-1 0 0 0,-1 1 1 0 0,1-1-1 0 0,0 1 0 0 0,0-1 1 0 0,0 1-1 0 0,0-1 1 0 0,0 0-1 0 0,1 0 0 0 0,-1 1 1 0 0,1-1-1 0 0,-1 0 0 0 0,1 0 1 0 0,0-1-1 0 0,0 1 1 0 0,2 2-1 0 0,-2-3-57 0 0,0 0 1 0 0,1 0-1 0 0,-1 0 1 0 0,0-1-1 0 0,1 1 1 0 0,-1-1-1 0 0,1 1 1 0 0,-1-1-1 0 0,0 0 1 0 0,1 0-1 0 0,-1 0 1 0 0,1 0-1 0 0,-1 0 1 0 0,1-1-1 0 0,-1 1 1 0 0,0-1-1 0 0,1 0 1 0 0,-1 1-1 0 0,0-1 1 0 0,1 0-1 0 0,-1 0 1 0 0,0-1-1 0 0,3-1 1 0 0,5-3-225 0 0,0-1-1 0 0,-1-1 1 0 0,0 1 0 0 0,0-1 0 0 0,-1-1 0 0 0,0 1 0 0 0,-1-1 0 0 0,10-15 0 0 0,2-8-2 0 0,21-46 1 0 0,2-6 904 0 0,-42 84-556 0 0,1-1-1 0 0,-1 0 1 0 0,0 1 0 0 0,1-1-1 0 0,-1 0 1 0 0,1 1 0 0 0,-1-1-1 0 0,1 0 1 0 0,-1 1 0 0 0,1-1-1 0 0,0 1 1 0 0,-1-1 0 0 0,1 1-1 0 0,-1 0 1 0 0,1-1 0 0 0,0 1-1 0 0,-1-1 1 0 0,1 1-1 0 0,0 0 1 0 0,0 0 0 0 0,-1 0-1 0 0,1-1 1 0 0,0 1 0 0 0,0 0-1 0 0,-1 0 1 0 0,1 0 0 0 0,0 0-1 0 0,0 0 1 0 0,0 0 0 0 0,-1 0-1 0 0,1 0 1 0 0,0 0 0 0 0,0 1-1 0 0,-1-1 1 0 0,1 0 0 0 0,0 0-1 0 0,-1 1 1 0 0,1-1-1 0 0,0 1 1 0 0,-1-1 0 0 0,1 0-1 0 0,0 1 1 0 0,-1-1 0 0 0,1 1-1 0 0,-1-1 1 0 0,1 1 0 0 0,-1 0-1 0 0,1-1 1 0 0,-1 1 0 0 0,1 0-1 0 0,5 7 140 0 0,0-1-1 0 0,0 1 1 0 0,6 13-1 0 0,-3-6-142 0 0,25 24-2415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1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5 4609 0 0,'-3'-1'274'0'0,"0"0"0"0"0,0 1 0 0 0,0-1-1 0 0,0 0 1 0 0,0 1 0 0 0,0 0 0 0 0,0 0 0 0 0,0 0 0 0 0,0 0 0 0 0,0 0-1 0 0,0 1 1 0 0,0-1 0 0 0,0 1 0 0 0,1-1 0 0 0,-6 3 0 0 0,1 0 330 0 0,1 0-1 0 0,0 1 1 0 0,1-1 0 0 0,-1 1 0 0 0,1 0 0 0 0,-9 9 0 0 0,2-1 375 0 0,2 0 0 0 0,0 1 0 0 0,0 0 0 0 0,1 0 0 0 0,-9 21 0 0 0,8-13-265 0 0,1 1 0 0 0,1 0-1 0 0,-11 46 1 0 0,17-59-642 0 0,1 0-1 0 0,-1 1 1 0 0,2-1-1 0 0,-1 1 1 0 0,1 0-1 0 0,1-1 1 0 0,0 1-1 0 0,0-1 1 0 0,0 1-1 0 0,1-1 1 0 0,1 0-1 0 0,5 15 1 0 0,-6-20-27 0 0,0-1 0 0 0,1 1 0 0 0,-1 0 0 0 0,1-1 0 0 0,0 1 0 0 0,0-1 0 0 0,0 0 0 0 0,0 0 0 0 0,1 0 0 0 0,-1 0 0 0 0,1 0 0 0 0,0-1 0 0 0,0 0 0 0 0,0 0 0 0 0,0 0-1 0 0,0 0 1 0 0,0 0 0 0 0,0-1 0 0 0,1 0 0 0 0,5 1 0 0 0,-3-1-231 0 0,0 0 0 0 0,0-1 0 0 0,0 0-1 0 0,0 0 1 0 0,8-2 0 0 0,34-11-6046 0 0,-28 3-846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49:51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0 371 7370 0 0,'4'1'1955'0'0,"9"-5"-277"0"0,12-6 589 0 0,-13 3-1247 0 0,-1 0 1 0 0,1-1 0 0 0,-1-1 0 0 0,0 0 0 0 0,10-12 0 0 0,-11 11-519 0 0,-1-1 0 0 0,0-1 0 0 0,-1 1 0 0 0,10-22 0 0 0,-9 15-401 0 0,-2-1 1 0 0,0 0-1 0 0,-1-1 1 0 0,-1 1-1 0 0,-1-1 1 0 0,0 0-1 0 0,0-33 1 0 0,-3 51-117 0 0,-1 1 1 0 0,0-1 0 0 0,0 0-1 0 0,0 1 1 0 0,0-1-1 0 0,-1 1 1 0 0,1-1-1 0 0,0 0 1 0 0,-1 1-1 0 0,1-1 1 0 0,-1 1 0 0 0,1-1-1 0 0,-1 1 1 0 0,0-1-1 0 0,-1-1 1 0 0,2 2-12 0 0,-1 1 0 0 0,1-1 0 0 0,-1 1 0 0 0,0-1 0 0 0,1 1 1 0 0,-1 0-1 0 0,1-1 0 0 0,-1 1 0 0 0,0 0 0 0 0,1 0 0 0 0,-1 0 0 0 0,0-1 0 0 0,0 1 1 0 0,1 0-1 0 0,-1 0 0 0 0,0 0 0 0 0,1 0 0 0 0,-1 0 0 0 0,0 0 0 0 0,1 0 0 0 0,-1 0 1 0 0,0 0-1 0 0,0 1 0 0 0,0-1 0 0 0,-3 2-75 0 0,1-1 0 0 0,-1 1 0 0 0,1 0 0 0 0,-1 0 0 0 0,1 1 0 0 0,0-1 0 0 0,0 0 0 0 0,0 1 0 0 0,0 0 0 0 0,0 0 0 0 0,-2 3 0 0 0,-3 5 25 0 0,1 0 0 0 0,0 0 0 0 0,1 0 0 0 0,0 1 0 0 0,1 0 0 0 0,0 0 0 0 0,1 0 0 0 0,0 0-1 0 0,1 1 1 0 0,-2 15 0 0 0,4-22 162 0 0,0 1 0 0 0,1 0 0 0 0,0 0 0 0 0,1 0 0 0 0,-1 0 0 0 0,1-1 0 0 0,1 1 0 0 0,-1 0 0 0 0,1-1 0 0 0,0 1 0 0 0,1-1 0 0 0,-1 0 0 0 0,1 1 1 0 0,0-1-1 0 0,1 0 0 0 0,0-1 0 0 0,0 1 0 0 0,0-1 0 0 0,0 0 0 0 0,11 9 0 0 0,-6-5-121 0 0,1-2-1 0 0,0 1 1 0 0,1-2 0 0 0,-1 1 0 0 0,1-1 0 0 0,0-1 0 0 0,1 0 0 0 0,0-1 0 0 0,-1 0-1 0 0,1 0 1 0 0,1-1 0 0 0,-1-1 0 0 0,0 0 0 0 0,19 0 0 0 0,-4-6-7504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0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55 6913 0 0,'-10'-55'8162'0'0,"6"76"-4470"0"0,0 2-3128 0 0,-13 85-52 0 0,-14 117 96 0 0,27-170-1495 0 0,1 0 0 0 0,7 63 0 0 0,-2-95-1185 0 0,2-4-3772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 10594 0 0,'-9'-12'2513'0'0,"10"29"395"0"0,0 2-2702 0 0,-1-8-309 0 0,0 0-1 0 0,0 0 1 0 0,1 0 0 0 0,1 0-1 0 0,0 0 1 0 0,0 0 0 0 0,1-1 0 0 0,7 18-1 0 0,0-11 104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8754 0 0,'1'-3'238'0'0,"0"1"1"0"0,1-1-1 0 0,-1 0 0 0 0,1 1 1 0 0,0-1-1 0 0,-1 1 0 0 0,1-1 1 0 0,0 1-1 0 0,1 0 1 0 0,-1 0-1 0 0,0 0 0 0 0,0 0 1 0 0,1 0-1 0 0,-1 1 0 0 0,1-1 1 0 0,0 1-1 0 0,-1 0 1 0 0,1-1-1 0 0,0 1 0 0 0,0 0 1 0 0,0 1-1 0 0,0-1 0 0 0,0 0 1 0 0,0 1-1 0 0,5 0 1 0 0,-4 0-28 0 0,0 0 0 0 0,0 0 0 0 0,0 1 0 0 0,-1-1 0 0 0,1 1 0 0 0,0 0 0 0 0,0 0 0 0 0,-1 1 0 0 0,1-1 0 0 0,-1 1 0 0 0,1-1 0 0 0,-1 1 0 0 0,0 1 0 0 0,1-1 0 0 0,-1 0 0 0 0,0 1 0 0 0,0-1 0 0 0,-1 1 0 0 0,5 5 0 0 0,16 27 483 0 0,32 64 0 0 0,-8-12-153 0 0,-47-87-542 0 0,0 0 1 0 0,1 0-1 0 0,-1 0 1 0 0,0 1-1 0 0,0-1 1 0 0,0 0-1 0 0,0 0 1 0 0,0 0-1 0 0,0 0 1 0 0,0 0-1 0 0,0 1 1 0 0,1-1-1 0 0,-1 0 1 0 0,0 0-1 0 0,0 0 1 0 0,0 0-1 0 0,0 0 1 0 0,0 0-1 0 0,1 0 1 0 0,-1 0-1 0 0,0 0 1 0 0,0 0-1 0 0,0 1 1 0 0,0-1-1 0 0,1 0 1 0 0,-1 0-1 0 0,0 0 1 0 0,0 0-1 0 0,0 0 1 0 0,0 0-1 0 0,1 0 1 0 0,-1 0 0 0 0,0 0-1 0 0,0 0 1 0 0,0-1-1 0 0,0 1 1 0 0,1 0-1 0 0,-1 0 1 0 0,0 0-1 0 0,0 0 1 0 0,0 0-1 0 0,0 0 1 0 0,1 0-1 0 0,-1 0 1 0 0,7-11-53 0 0,5-19-67 0 0,-10 25 98 0 0,13-36 29 0 0,40-77 0 0 0,-49 107 37 0 0,0 1 1 0 0,1-1 0 0 0,0 1 0 0 0,1 1 0 0 0,1-1-1 0 0,-1 1 1 0 0,1 1 0 0 0,1 0 0 0 0,-1 0 0 0 0,1 0-1 0 0,21-10 1 0 0,-30 17-21 0 0,0 0 0 0 0,1 0 0 0 0,-1 1 0 0 0,0-1-1 0 0,0 1 1 0 0,1-1 0 0 0,-1 0 0 0 0,1 1 0 0 0,-1 0 0 0 0,0-1-1 0 0,1 1 1 0 0,-1 0 0 0 0,1 0 0 0 0,-1 0 0 0 0,1 0 0 0 0,-1 0 0 0 0,1 0-1 0 0,-1 0 1 0 0,0 1 0 0 0,1-1 0 0 0,-1 0 0 0 0,1 1 0 0 0,-1-1-1 0 0,0 1 1 0 0,1-1 0 0 0,-1 1 0 0 0,0 0 0 0 0,0 0 0 0 0,1 0-1 0 0,-1-1 1 0 0,0 1 0 0 0,0 0 0 0 0,0 0 0 0 0,0 1 0 0 0,0-1-1 0 0,0 0 1 0 0,-1 0 0 0 0,1 0 0 0 0,0 1 0 0 0,0-1 0 0 0,-1 0-1 0 0,1 0 1 0 0,-1 1 0 0 0,1-1 0 0 0,-1 3 0 0 0,3 7 13 0 0,-1 0 0 0 0,-1 1 0 0 0,0-1 0 0 0,-1 22 0 0 0,0-14-42 0 0,0-17-13 0 0,0 20-329 0 0,1 0 1 0 0,0 0-1 0 0,2 0 1 0 0,1-1-1 0 0,0 1 1 0 0,10 24-1 0 0,-6-25-6974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6449 0 0,'11'-8'10082'0'0,"2"43"-8441"0"0,56 321 1126 0 0,-53-252-4724 0 0,2-1-3326 0 0,-14-82-622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5065 0 0,'1'-6'130'0'0,"0"-1"0"0"0,0 0 0 0 0,1 0 0 0 0,0 1 0 0 0,0-1 0 0 0,0 1 1 0 0,1-1-1 0 0,0 1 0 0 0,1 0 0 0 0,-1 0 0 0 0,1 0 0 0 0,0 0 0 0 0,0 1 0 0 0,1 0 0 0 0,-1 0 0 0 0,7-5 0 0 0,7-6 956 0 0,1 2 0 0 0,0 0 0 0 0,1 1 0 0 0,24-12 0 0 0,-37 21-726 0 0,0 1-1 0 0,1 0 1 0 0,-1 0-1 0 0,1 0 1 0 0,0 1 0 0 0,0 0-1 0 0,-1 1 1 0 0,1 0-1 0 0,0 0 1 0 0,0 1-1 0 0,0 0 1 0 0,0 0-1 0 0,0 1 1 0 0,0 0 0 0 0,0 0-1 0 0,10 3 1 0 0,-16-3-320 0 0,0 0 1 0 0,0-1-1 0 0,-1 1 1 0 0,1 0-1 0 0,0 0 1 0 0,0 0 0 0 0,-1 0-1 0 0,1 1 1 0 0,-1-1-1 0 0,1 0 1 0 0,-1 1-1 0 0,0-1 1 0 0,1 1-1 0 0,-1-1 1 0 0,0 1-1 0 0,0 0 1 0 0,0-1 0 0 0,0 1-1 0 0,0 0 1 0 0,-1 0-1 0 0,2 2 1 0 0,-2 0-14 0 0,1 0 0 0 0,-1 0 0 0 0,0 0 0 0 0,1 0 1 0 0,-2 0-1 0 0,1 0 0 0 0,0 0 0 0 0,-1 0 0 0 0,-2 7 0 0 0,-2 4-49 0 0,0-1-1 0 0,-2 0 0 0 0,1 0 0 0 0,-13 17 0 0 0,0-1-473 0 0,-28 35 0 0 0,13-30-2649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2304 0 0,'1'15'7314'0'0,"0"-1"-6619"0"0,1-1 0 0 0,0 1 0 0 0,0 0 0 0 0,2-1 0 0 0,0 0 0 0 0,6 15 0 0 0,-9-24-590 0 0,1 1 0 0 0,0-1 1 0 0,1 0-1 0 0,-1 0 1 0 0,1 0-1 0 0,0 0 1 0 0,0-1-1 0 0,0 1 1 0 0,0-1-1 0 0,1 1 0 0 0,-1-1 1 0 0,1 0-1 0 0,0-1 1 0 0,0 1-1 0 0,0-1 1 0 0,0 1-1 0 0,0-1 0 0 0,1 0 1 0 0,-1-1-1 0 0,1 1 1 0 0,-1-1-1 0 0,7 1 1 0 0,-7-2-143 0 0,0 0 1 0 0,-1 0-1 0 0,1-1 1 0 0,0 1-1 0 0,-1-1 1 0 0,1 0-1 0 0,0 0 1 0 0,-1 0-1 0 0,1-1 1 0 0,-1 1-1 0 0,0-1 1 0 0,0 0-1 0 0,1 0 1 0 0,-1 0-1 0 0,0 0 1 0 0,0-1 0 0 0,-1 1-1 0 0,1-1 1 0 0,-1 1-1 0 0,1-1 1 0 0,-1 0-1 0 0,0 0 1 0 0,3-4-1 0 0,5-9 68 0 0,-1-1 0 0 0,0 0 0 0 0,7-19-1 0 0,-15 33-3 0 0,13-34 652 0 0,-11 26-233 0 0,1 0-1 0 0,0 1 1 0 0,1-1-1 0 0,0 1 1 0 0,0 0 0 0 0,12-15-1 0 0,-17 24-402 0 0,1 1-1 0 0,-1-1 0 0 0,0 1 0 0 0,1-1 1 0 0,-1 1-1 0 0,1-1 0 0 0,-1 1 1 0 0,1 0-1 0 0,-1-1 0 0 0,1 1 0 0 0,0 0 1 0 0,-1-1-1 0 0,1 1 0 0 0,-1 0 1 0 0,1 0-1 0 0,-1 0 0 0 0,1-1 1 0 0,0 1-1 0 0,-1 0 0 0 0,1 0 0 0 0,0 0 1 0 0,-1 0-1 0 0,1 0 0 0 0,0 0 1 0 0,-1 0-1 0 0,1 0 0 0 0,-1 0 0 0 0,1 1 1 0 0,0-1-1 0 0,-1 0 0 0 0,1 0 1 0 0,-1 1-1 0 0,1-1 0 0 0,0 0 0 0 0,-1 0 1 0 0,1 1-1 0 0,-1-1 0 0 0,1 1 1 0 0,-1-1-1 0 0,1 0 0 0 0,-1 1 1 0 0,0-1-1 0 0,1 1 0 0 0,-1-1 0 0 0,1 1 1 0 0,-1 0-1 0 0,0-1 0 0 0,0 1 1 0 0,1-1-1 0 0,-1 1 0 0 0,0-1 0 0 0,0 1 1 0 0,0 0-1 0 0,1-1 0 0 0,-1 2 1 0 0,12 37 163 0 0,-12-37-178 0 0,7 32-66 0 0,-5-22-366 0 0,0 0-1 0 0,1 0 1 0 0,1 0 0 0 0,0 0 0 0 0,0 0-1 0 0,1 0 1 0 0,12 19 0 0 0,-3-12-6632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6449 0 0,'28'-1'14046'0'0,"-25"15"-14582"0"0,58 356 3686 0 0,-48-242-4627 0 0,11 68-4773 0 0,-17-165-378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3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97 158 6913 0 0,'-11'-4'-270'0'0,"0"-1"875"0"0,0 1-1 0 0,0-2 0 0 0,-13-7 1 0 0,22 11-285 0 0,0 1 0 0 0,0 0 1 0 0,0-1-1 0 0,0 1 0 0 0,0-1 0 0 0,1 0 0 0 0,-1 0 1 0 0,0 0-1 0 0,1 0 0 0 0,0 0 0 0 0,-1 0 1 0 0,1 0-1 0 0,0 0 0 0 0,0 0 0 0 0,0 0 1 0 0,0-1-1 0 0,0 1 0 0 0,1 0 0 0 0,-1-1 0 0 0,1 1 1 0 0,0-1-1 0 0,-1-3 0 0 0,2 4-155 0 0,-1 1-1 0 0,1-1 0 0 0,0 0 1 0 0,0 1-1 0 0,-1-1 0 0 0,1 0 1 0 0,0 1-1 0 0,0-1 1 0 0,0 1-1 0 0,1-1 0 0 0,-1 1 1 0 0,0 0-1 0 0,1 0 0 0 0,-1-1 1 0 0,0 1-1 0 0,1 0 0 0 0,-1 0 1 0 0,1 0-1 0 0,0 1 1 0 0,-1-1-1 0 0,1 0 0 0 0,0 0 1 0 0,2 0-1 0 0,47-12 326 0 0,-40 11-160 0 0,73-15-112 0 0,-28 9-5978 0 0,-17 3-959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4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1019 160 5529 0 0,'0'-6'314'0'0,"-1"1"-1"0"0,0 0 1 0 0,0-1-1 0 0,-1 1 1 0 0,0 0-1 0 0,1 0 1 0 0,-2 0 0 0 0,1 0-1 0 0,-1 0 1 0 0,1 1-1 0 0,-1-1 1 0 0,-1 1-1 0 0,-4-6 1 0 0,1 2 88 0 0,0 1 0 0 0,0 0 0 0 0,-1 0 0 0 0,0 1 0 0 0,0-1 0 0 0,-10-4 0 0 0,8 6-129 0 0,1 0 0 0 0,-1 1 1 0 0,-1 0-1 0 0,1 1 0 0 0,0 0 0 0 0,-1 0 0 0 0,0 1 0 0 0,1 1 0 0 0,-1 0 0 0 0,0 0 0 0 0,-19 2 0 0 0,15 1-54 0 0,0 1 1 0 0,0 0 0 0 0,0 1-1 0 0,1 1 1 0 0,-1 0-1 0 0,1 1 1 0 0,-20 11-1 0 0,-8 11 40 0 0,1 1 0 0 0,2 2-1 0 0,-70 70 1 0 0,108-99-256 0 0,-50 48 258 0 0,-85 112 0 0 0,115-133-144 0 0,1 2 0 0 0,2 1 0 0 0,1 0 0 0 0,1 1 0 0 0,-19 62 0 0 0,9-4-9 0 0,4 1-1 0 0,4 1 0 0 0,5 1 0 0 0,-4 161 0 0 0,18-208-104 0 0,3 1 0 0 0,1-1-1 0 0,3 1 1 0 0,1-2-1 0 0,3 1 1 0 0,18 45-1 0 0,-18-61 2 0 0,1-1-1 0 0,2 0 1 0 0,1-1-1 0 0,2 0 1 0 0,0-2 0 0 0,2 0-1 0 0,1-1 1 0 0,1-1-1 0 0,37 33 1 0 0,15-2-92 0 0,1-2 1 0 0,3-4 0 0 0,163 76-1 0 0,-191-104 179 0 0,0-2-1 0 0,1-3 0 0 0,1-2 0 0 0,0-2 1 0 0,63 7-1 0 0,-89-18-40 0 0,-1-1 1 0 0,1-2-1 0 0,0 0 1 0 0,-1-2-1 0 0,43-9 1 0 0,-21 0-27 0 0,-2-2 0 0 0,50-22 0 0 0,-68 23-18 0 0,-1-2 0 0 0,0 0 0 0 0,-2-1 0 0 0,0-2 1 0 0,0 0-1 0 0,-2-2 0 0 0,0 0 0 0 0,19-25 1 0 0,-5 2 238 0 0,-2-2 0 0 0,-2-1 0 0 0,34-65 0 0 0,-46 68-109 0 0,-1-1 0 0 0,-2 0 0 0 0,-2-1 0 0 0,-2-1 0 0 0,10-67 0 0 0,-9 12 163 0 0,0-149 1 0 0,-14 178-234 0 0,-4 0 0 0 0,-3 0 0 0 0,-3 1 0 0 0,-3 0 0 0 0,-3 0 0 0 0,-41-111 0 0 0,41 145-5 0 0,-1 1 0 0 0,-2 1 0 0 0,-47-64-1 0 0,27 48-123 0 0,-79-76 0 0 0,94 105-61 0 0,-1 1 1 0 0,-1 2-1 0 0,-1 0 1 0 0,0 2-1 0 0,-2 0 1 0 0,-43-17-1 0 0,-39-8-6825 0 0,84 34-98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37 10138 0 0,'-2'3'541'0'0,"0"1"-1"0"0,0-1 1 0 0,0 1-1 0 0,1 0 1 0 0,-1-1 0 0 0,1 1-1 0 0,-1 4 1 0 0,1-7-240 0 0,-1 6-146 0 0,1 0 0 0 0,-1 1 0 0 0,2-1-1 0 0,-1 0 1 0 0,1 1 0 0 0,0-1 0 0 0,0 1-1 0 0,1-1 1 0 0,0 0 0 0 0,0 1 0 0 0,1-1-1 0 0,0 0 1 0 0,0 0 0 0 0,0 0-1 0 0,1 0 1 0 0,1 0 0 0 0,-1-1 0 0 0,1 1-1 0 0,4 5 1 0 0,-2-3-199 0 0,1-1 0 0 0,0 1-1 0 0,0-2 1 0 0,0 1 0 0 0,1-1 0 0 0,0 0-1 0 0,1-1 1 0 0,-1 0 0 0 0,1 0-1 0 0,1 0 1 0 0,-1-2 0 0 0,19 8 0 0 0,-26-11 108 0 0,0 0 1 0 0,0 0-1 0 0,0 0 1 0 0,0-1-1 0 0,-1 1 1 0 0,1-1-1 0 0,0 0 1 0 0,0 1-1 0 0,0-1 1 0 0,0 0 0 0 0,0 0-1 0 0,0 0 1 0 0,0 0-1 0 0,0-1 1 0 0,0 1-1 0 0,0 0 1 0 0,0-1-1 0 0,0 0 1 0 0,0 1-1 0 0,0-1 1 0 0,0 0-1 0 0,-1 0 1 0 0,1 0-1 0 0,0 0 1 0 0,-1 0 0 0 0,1 0-1 0 0,-1-1 1 0 0,1 1-1 0 0,-1 0 1 0 0,1-1-1 0 0,-1 1 1 0 0,0-1-1 0 0,0 0 1 0 0,0 1-1 0 0,0-1 1 0 0,0 0-1 0 0,0 0 1 0 0,0 1-1 0 0,0-1 1 0 0,-1 0-1 0 0,1 0 1 0 0,-1 0 0 0 0,0 0-1 0 0,1-4 1 0 0,0-4 110 0 0,-1 1 0 0 0,0-1 0 0 0,0 1 0 0 0,-1-1 0 0 0,0 1 0 0 0,-1 0 0 0 0,0-1 0 0 0,-3-10 0 0 0,0 8-231 0 0,1-1 0 0 0,-1 1 1 0 0,-1 0-1 0 0,0 1 0 0 0,-1-1 0 0 0,0 1 0 0 0,-1 1 0 0 0,0-1 0 0 0,0 1 0 0 0,-1 1 0 0 0,-1 0 0 0 0,1 0 0 0 0,-2 0 0 0 0,1 2 0 0 0,-15-9 0 0 0,15 11-976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7834 0 0,'0'6'7499'0'0,"1"5"-3676"0"0,0 0-3249 0 0,0 0 0 0 0,0 1 0 0 0,6 19 1 0 0,-2-20-480 0 0,0 0 0 0 0,0-1 1 0 0,1 0-1 0 0,8 10 0 0 0,-11-16-130 0 0,0 0 0 0 0,0 0 0 0 0,1 0 0 0 0,0 0 0 0 0,0 0 0 0 0,0-1 0 0 0,0 0 0 0 0,1 0 0 0 0,-1 0 0 0 0,1 0 0 0 0,5 2 0 0 0,-8-5-23 0 0,0 1 1 0 0,-1-1-1 0 0,1 1 1 0 0,0-1-1 0 0,0 0 0 0 0,0 0 1 0 0,0 0-1 0 0,0 0 1 0 0,-1 0-1 0 0,1 0 1 0 0,0 0-1 0 0,0-1 1 0 0,0 1-1 0 0,0-1 1 0 0,-1 1-1 0 0,1-1 1 0 0,0 0-1 0 0,-1 0 1 0 0,3-1-1 0 0,0-1-14 0 0,-1 1-1 0 0,0-1 1 0 0,0 0-1 0 0,0 0 1 0 0,0 0-1 0 0,0-1 1 0 0,-1 1-1 0 0,3-5 1 0 0,2-5-52 0 0,0 0 1 0 0,-2-1 0 0 0,9-26-1 0 0,-9 24 247 0 0,-1-1 0 0 0,0 0 1 0 0,-1 0-1 0 0,-1-1 0 0 0,-1 1 0 0 0,0 0 0 0 0,-3-28 1 0 0,-3 57 1883 0 0,0 13-1738 0 0,6-5-586 0 0,0 0 1 0 0,1 1-1 0 0,1-1 0 0 0,0 0 0 0 0,10 27 1 0 0,-6-29-7087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9674 0 0,'8'-16'9466'0'0,"-10"54"-4658"0"0,1-21-5538 0 0,1 44 922 0 0,3 0 0 0 0,12 66 1 0 0,31 120-1302 0 0,-35-199 433 0 0,-4-12-418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1 126 9218 0 0,'0'-1'84'0'0,"0"0"-1"0"0,0 0 1 0 0,0 0 0 0 0,-1-1 0 0 0,1 1-1 0 0,0 0 1 0 0,0 0 0 0 0,1 0 0 0 0,-1 0-1 0 0,0 0 1 0 0,0 0 0 0 0,0 0 0 0 0,1 0-1 0 0,-1 0 1 0 0,0 0 0 0 0,1 0 0 0 0,-1 0-1 0 0,1 0 1 0 0,0 0 0 0 0,-1 0 0 0 0,1 0-1 0 0,-1 0 1 0 0,1 0 0 0 0,0 1 0 0 0,0-1-1 0 0,0 0 1 0 0,-1 0 0 0 0,1 1 0 0 0,0-1-1 0 0,0 1 1 0 0,2-2 0 0 0,39-23 2964 0 0,-33 19-2959 0 0,5-2 20 0 0,0-1-1 0 0,0 2 0 0 0,1 0 1 0 0,0 0-1 0 0,1 2 0 0 0,-1 0 1 0 0,1 1-1 0 0,0 0 0 0 0,0 1 1 0 0,0 1-1 0 0,1 0 0 0 0,18 2 1 0 0,-13 2-109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13363 0 0,'3'-1'238'0'0,"0"1"-1"0"0,0-1 1 0 0,1 1 0 0 0,-1 0 0 0 0,0 0-1 0 0,0 0 1 0 0,0 0 0 0 0,0 1 0 0 0,0-1-1 0 0,0 1 1 0 0,0 0 0 0 0,0 0 0 0 0,0 0-1 0 0,0 0 1 0 0,0 0 0 0 0,-1 1 0 0 0,1-1-1 0 0,0 1 1 0 0,-1 0 0 0 0,1 0 0 0 0,-1 0-1 0 0,0 0 1 0 0,0 0 0 0 0,3 4 0 0 0,2 1 117 0 0,-1 0 1 0 0,-1 1-1 0 0,1 0 1 0 0,-1 0-1 0 0,0 0 1 0 0,5 16-1 0 0,-2 1-216 0 0,-1 1-1 0 0,-1-1 0 0 0,-2 1 0 0 0,3 49 1 0 0,-5 1-6645 0 0,-1-47-369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5529 0 0,'17'-9'823'0'0,"1"2"-1"0"0,0 0 0 0 0,0 1 1 0 0,32-6-1 0 0,-40 10-189 0 0,0 1 0 0 0,0 0 0 0 0,0 0 0 0 0,0 1 0 0 0,0 1 0 0 0,0-1 0 0 0,0 2 0 0 0,0-1 0 0 0,0 2 0 0 0,14 4 0 0 0,-22-7-530 0 0,0 1 0 0 0,0 0 0 0 0,-1-1 0 0 0,1 1 0 0 0,0 0 1 0 0,-1 0-1 0 0,1 0 0 0 0,-1 0 0 0 0,1 0 0 0 0,-1 0 0 0 0,1 1 1 0 0,-1-1-1 0 0,0 0 0 0 0,0 1 0 0 0,1-1 0 0 0,-1 1 0 0 0,0-1 1 0 0,0 1-1 0 0,-1 0 0 0 0,1-1 0 0 0,0 1 0 0 0,0 0 0 0 0,0 2 1 0 0,-1-1-34 0 0,0 0 0 0 0,-1 0 0 0 0,1-1 0 0 0,0 1 1 0 0,-1 0-1 0 0,0 0 0 0 0,1-1 0 0 0,-1 1 1 0 0,0-1-1 0 0,0 1 0 0 0,-1 0 0 0 0,1-1 0 0 0,-4 5 1 0 0,-5 6-97 0 0,0-1 0 0 0,-1 0 1 0 0,-1-1-1 0 0,-13 11 0 0 0,22-20 12 0 0,-65 52-2681 0 0,46-37-3576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8754 0 0,'5'4'817'0'0,"-2"0"0"0"0,1 1-1 0 0,-1-1 1 0 0,1 1 0 0 0,-1 0 0 0 0,0 0 0 0 0,-1 0 0 0 0,1 1 0 0 0,-1-1-1 0 0,2 9 1 0 0,-1 1-395 0 0,-1-1-1 0 0,1 25 1 0 0,-2-24-331 0 0,0 1-1 0 0,7 28 1 0 0,-8-44-115 0 0,0 1 0 0 0,0 0 0 0 0,0 0 0 0 0,0-1 1 0 0,0 1-1 0 0,0 0 0 0 0,0 0 0 0 0,0-1 0 0 0,1 1 0 0 0,-1 0 0 0 0,0 0 0 0 0,1-1 0 0 0,-1 1 0 0 0,0 0 0 0 0,1-1 1 0 0,-1 1-1 0 0,1-1 0 0 0,-1 1 0 0 0,1 0 0 0 0,-1-1 0 0 0,1 1 0 0 0,-1-1 0 0 0,1 1 0 0 0,0-1 0 0 0,-1 0 0 0 0,1 1 0 0 0,0-1 1 0 0,-1 0-1 0 0,1 1 0 0 0,0-1 0 0 0,0 0 0 0 0,-1 0 0 0 0,1 0 0 0 0,0 1 0 0 0,0-1 0 0 0,-1 0 0 0 0,1 0 0 0 0,0 0 0 0 0,0 0 1 0 0,-1 0-1 0 0,1 0 0 0 0,0-1 0 0 0,0 1 0 0 0,-1 0 0 0 0,1 0 0 0 0,0-1 0 0 0,0 1 0 0 0,-1 0 0 0 0,1-1 0 0 0,0 1 1 0 0,-1 0-1 0 0,1-1 0 0 0,-1 1 0 0 0,1-1 0 0 0,0 1 0 0 0,-1-1 0 0 0,1 1 0 0 0,-1-1 0 0 0,1 0 0 0 0,-1 1 0 0 0,1-2 1 0 0,3-2-103 0 0,0-1 1 0 0,0 0-1 0 0,0 0 1 0 0,-1-1-1 0 0,0 1 1 0 0,3-6 0 0 0,0-8 313 0 0,-1 0 1 0 0,5-29 0 0 0,-7 30 636 0 0,0-1 0 0 0,12-29-1 0 0,-10 42-508 0 0,0 13 207 0 0,5 27 620 0 0,-4-11-716 0 0,-2-15-1208 0 0,-1-1 1 0 0,1 0-1 0 0,1 0 0 0 0,0 0 1 0 0,0 0-1 0 0,0-1 1 0 0,0 1-1 0 0,10 7 0 0 0,3 1-5820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0,'5'52'8558'0'0,"5"4"-4465"0"0,-2-15-2485 0 0,-2-10-927 0 0,2 0 0 0 0,1 0-1 0 0,15 34 1 0 0,46 85-768 0 0,-24-57-1825 0 0,-34-65-5309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7370 0 0,'0'-1'171'0'0,"1"-1"0"0"0,0 1 0 0 0,0 0 1 0 0,0-1-1 0 0,0 1 0 0 0,0 0 0 0 0,0-1 1 0 0,0 1-1 0 0,0 0 0 0 0,0 0 1 0 0,1 0-1 0 0,-1 0 0 0 0,1 0 0 0 0,-1 1 1 0 0,3-3-1 0 0,32-15 2589 0 0,-26 13-2407 0 0,26-13 1074 0 0,0 3 0 0 0,52-17 0 0 0,-39 19-2393 0 0,71-11-1 0 0,-93 20 242 0 0,-4-3 426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7834 0 0,'19'-5'3226'0'0,"169"-63"3255"0"0,-116 40-6787 0 0,1 2-1 0 0,81-16 0 0 0,-119 35-967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0,'0'0'63'0'0,"0"0"0"0"0,0 0 1 0 0,0 0-1 0 0,0-1 0 0 0,0 1 0 0 0,0 0 1 0 0,0 0-1 0 0,0 0 0 0 0,0 0 0 0 0,1-4 1455 0 0,0 4-1455 0 0,-1 0 0 0 0,0 0 0 0 0,0 0 1 0 0,0 0-1 0 0,0 0 0 0 0,1 0 0 0 0,-1 0 0 0 0,0 0 1 0 0,0 0-1 0 0,0 0 0 0 0,0 0 0 0 0,1 0 1 0 0,-1 0-1 0 0,0 0 0 0 0,0 0 0 0 0,0 0 1 0 0,0 0-1 0 0,1 0 0 0 0,-1 0 0 0 0,0 0 0 0 0,0 0 1 0 0,0 0-1 0 0,1 0 0 0 0,19 4 2370 0 0,19 10 174 0 0,-31-8-2348 0 0,0 1-1 0 0,-1-1 1 0 0,0 1 0 0 0,0 1-1 0 0,0-1 1 0 0,-1 1-1 0 0,0 1 1 0 0,-1-1-1 0 0,0 1 1 0 0,0-1 0 0 0,-1 1-1 0 0,0 1 1 0 0,0-1-1 0 0,3 15 1 0 0,2 16-172 0 0,-1 1 0 0 0,4 48 0 0 0,-8-46 98 0 0,1-7-382 0 0,16 98-31 0 0,-18-121-228 0 0,1 1 0 0 0,1 0 0 0 0,0-1-1 0 0,0 0 1 0 0,2 0 0 0 0,-1-1 0 0 0,13 17 0 0 0,0-6-6198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1840 0 0,'26'29'3257'0'0,"-18"-21"-2192"0"0,1 1 0 0 0,-1-1-1 0 0,-1 1 1 0 0,10 15 0 0 0,20 23 3863 0 0,-41-60 60 0 0,-2-23-3807 0 0,2 11-773 0 0,0 5-434 0 0,1 1-1 0 0,1 0 0 0 0,1-1 1 0 0,1-20-1 0 0,0 32-465 0 0,1-1-1 0 0,0 1 0 0 0,1-1 1 0 0,0 1-1 0 0,0 0 0 0 0,1-1 0 0 0,0 1 1 0 0,1 0-1 0 0,-1 1 0 0 0,1-1 0 0 0,9-11 1 0 0,2 0-5467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15 4609 0 0,'0'-1'63'0'0,"0"1"0"0"0,0-1 0 0 0,0 0 1 0 0,-1 1-1 0 0,1-1 0 0 0,0 1 0 0 0,0-1 0 0 0,0 0 0 0 0,0 1 1 0 0,-1-1-1 0 0,1 1 0 0 0,0-1 0 0 0,-1 1 0 0 0,1-1 0 0 0,0 1 0 0 0,-1-1 1 0 0,1 1-1 0 0,0-1 0 0 0,-1 1 0 0 0,1 0 0 0 0,-1-1 0 0 0,1 1 1 0 0,-1 0-1 0 0,1-1 0 0 0,-1 1 0 0 0,1 0 0 0 0,-1 0 0 0 0,0-1 0 0 0,1 1 1 0 0,-1 0-1 0 0,1 0 0 0 0,-1 0 0 0 0,-1 0 0 0 0,-20 10 2428 0 0,21-10-2493 0 0,-8 7 318 0 0,-1-1 1 0 0,1 2-1 0 0,1-1 1 0 0,-1 1 0 0 0,1 1-1 0 0,1 0 1 0 0,0 0-1 0 0,0 0 1 0 0,1 1-1 0 0,0-1 1 0 0,-7 18 0 0 0,9-20-327 0 0,1 0 1 0 0,0 0 0 0 0,1 1 0 0 0,0-1 0 0 0,0 1 0 0 0,0-1 0 0 0,1 1 0 0 0,0 0 0 0 0,1-1 0 0 0,0 1 0 0 0,0 0-1 0 0,0 0 1 0 0,1-1 0 0 0,0 1 0 0 0,1 0 0 0 0,0-1 0 0 0,0 1 0 0 0,3 6 0 0 0,-4-12-99 0 0,0 0-1 0 0,-1 0 1 0 0,1-1 0 0 0,0 1 0 0 0,0 0 0 0 0,0-1-1 0 0,0 1 1 0 0,0-1 0 0 0,1 1 0 0 0,-1-1 0 0 0,0 1-1 0 0,1-1 1 0 0,-1 0 0 0 0,1 0 0 0 0,-1 0 0 0 0,1 0-1 0 0,0 0 1 0 0,-1 0 0 0 0,1 0 0 0 0,0 0 0 0 0,0-1-1 0 0,0 1 1 0 0,3 0 0 0 0,-3-1 37 0 0,0-1 0 0 0,0 1 0 0 0,1-1 0 0 0,-1 0 0 0 0,0 1 1 0 0,0-1-1 0 0,0 0 0 0 0,0 0 0 0 0,0 0 0 0 0,0-1 0 0 0,0 1 0 0 0,0 0 0 0 0,0-1 0 0 0,-1 1 0 0 0,1-1 0 0 0,2-2 0 0 0,4-6 171 0 0,-1 0 1 0 0,0 0-1 0 0,-1-1 0 0 0,0 0 0 0 0,0 0 0 0 0,4-12 0 0 0,2-17 337 0 0,-9 27 412 0 0,1 1 0 0 0,1-1 0 0 0,-1 1-1 0 0,2 0 1 0 0,13-22 0 0 0,-19 34-827 0 0,0 0-1 0 0,0 0 1 0 0,0 0-1 0 0,0-1 1 0 0,0 1-1 0 0,1 0 1 0 0,-1 0-1 0 0,0 0 1 0 0,0 0 0 0 0,0 0-1 0 0,0 0 1 0 0,1-1-1 0 0,-1 1 1 0 0,0 0-1 0 0,0 0 1 0 0,0 0-1 0 0,1 0 1 0 0,-1 0-1 0 0,0 0 1 0 0,0 0-1 0 0,1 0 1 0 0,-1 0-1 0 0,0 0 1 0 0,0 0-1 0 0,0 0 1 0 0,1 0 0 0 0,-1 0-1 0 0,0 0 1 0 0,0 0-1 0 0,0 0 1 0 0,1 0-1 0 0,-1 0 1 0 0,0 0-1 0 0,0 1 1 0 0,0-1-1 0 0,1 0 1 0 0,-1 0-1 0 0,0 0 1 0 0,0 0-1 0 0,0 0 1 0 0,0 1-1 0 0,1-1 1 0 0,-1 0-1 0 0,9 14 1533 0 0,2 14 538 0 0,7 19-3272 0 0,-13-34 80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8290 0 0,'14'-24'4809'0'0,"-13"24"-4621"0"0,0 1 1 0 0,-1-1-1 0 0,1 0 1 0 0,0 1-1 0 0,-1-1 1 0 0,1 1-1 0 0,0-1 1 0 0,-1 1 0 0 0,1-1-1 0 0,0 1 1 0 0,-1-1-1 0 0,1 1 1 0 0,-1 0-1 0 0,1-1 1 0 0,-1 1-1 0 0,0 0 1 0 0,1 0 0 0 0,-1-1-1 0 0,1 1 1 0 0,-1 0-1 0 0,0 0 1 0 0,0-1-1 0 0,0 1 1 0 0,1 0-1 0 0,-1 0 1 0 0,0 0 0 0 0,0 0-1 0 0,0-1 1 0 0,0 1-1 0 0,0 0 1 0 0,0 0-1 0 0,-1 0 1 0 0,1 1 0 0 0,1 26 403 0 0,0 0-284 0 0,6 34 0 0 0,-5-53-833 0 0,-1 0 0 0 0,2-1 0 0 0,0 1 0 0 0,0-1 1 0 0,0 1-1 0 0,1-1 0 0 0,0 0 0 0 0,6 8 0 0 0,-2-6-906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53 13827 0 0,'-4'-13'608'0'0,"1"3"128"0"0,0 2-584 0 0,2 2-152 0 0,1 2 720 0 0,0 1 113 0 0,0 1 31 0 0,0-3 0 0 0,1 4-864 0 0,2 1-224 0 0,-1 4-24 0 0,2 4 0 0 0,0 5-2129 0 0,3 2-431 0 0,3 4-81 0 0,2 1-24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34 5185 0 0,'-2'-5'231'0'0,"-6"-11"-245"0"0,8 16 75 0 0,-1-1 1 0 0,1 1-1 0 0,0 0 1 0 0,0-1-1 0 0,0 1 1 0 0,0 0-1 0 0,0-1 1 0 0,0 1-1 0 0,0-1 1 0 0,0 1-1 0 0,0 0 1 0 0,0-1-1 0 0,0 1 1 0 0,0-1-1 0 0,0 1 1 0 0,0 0-1 0 0,0-1 1 0 0,0 1-1 0 0,0 0 1 0 0,1-1-1 0 0,-1 1 1 0 0,0 0-1 0 0,0-1 1 0 0,0 1-1 0 0,1 0 1 0 0,-1-1-1 0 0,0 1 1 0 0,0 0-1 0 0,1-1 1 0 0,-1 1-1 0 0,0 0 1 0 0,1 0-1 0 0,-1 0 1 0 0,0-1-1 0 0,1 1 1 0 0,-1 0-1 0 0,1 0 1 0 0,0 1 86 0 0,0 0 1 0 0,0 1-1 0 0,0-1 0 0 0,0 1 1 0 0,0 0-1 0 0,0-1 1 0 0,0 1-1 0 0,-1 0 0 0 0,1-1 1 0 0,-1 1-1 0 0,1 0 0 0 0,-1 0 1 0 0,0 0-1 0 0,1 3 0 0 0,-1-4-90 0 0,10 51 1159 0 0,-9-39-1167 0 0,0 0 0 0 0,2-1 0 0 0,0 1 0 0 0,0 0 0 0 0,1-1 0 0 0,0 0 0 0 0,1 0 0 0 0,1 0 0 0 0,10 16 0 0 0,-16-27-86 0 0,1 0 0 0 0,0-1 0 0 0,-1 1 0 0 0,1 0 0 0 0,-1 0 0 0 0,1 0 0 0 0,0-1 0 0 0,0 1 0 0 0,-1 0 0 0 0,1-1 1 0 0,0 1-1 0 0,0-1 0 0 0,0 1 0 0 0,0-1 0 0 0,0 1 0 0 0,0-1 0 0 0,0 0 0 0 0,0 1 0 0 0,0-1 0 0 0,0 0 0 0 0,0 0 1 0 0,0 0-1 0 0,0 0 0 0 0,0 0 0 0 0,0 0 0 0 0,0 0 0 0 0,0 0 0 0 0,0 0 0 0 0,0 0 0 0 0,0-1 0 0 0,0 1 0 0 0,0 0 1 0 0,0-1-1 0 0,-1 1 0 0 0,1 0 0 0 0,0-1 0 0 0,0 1 0 0 0,0-1 0 0 0,0 0 0 0 0,0 1 0 0 0,-1-1 0 0 0,1 0 1 0 0,0 1-1 0 0,-1-1 0 0 0,1 0 0 0 0,0 0 0 0 0,-1 0 0 0 0,1 1 0 0 0,-1-1 0 0 0,1 0 0 0 0,-1 0 0 0 0,1-1 0 0 0,4-9 162 0 0,1 1 0 0 0,-2-1 0 0 0,6-19-1 0 0,-6 18-197 0 0,1 1-18 0 0,-1 0-1 0 0,2 0 0 0 0,-1 0 1 0 0,2 0-1 0 0,9-12 1 0 0,-14 20 215 0 0,0 1 1 0 0,0 0 0 0 0,0 0-1 0 0,0 0 1 0 0,1 0 0 0 0,-1 0 0 0 0,0 1-1 0 0,1-1 1 0 0,-1 1 0 0 0,1-1 0 0 0,0 1-1 0 0,4-1 1 0 0,-6 1 31 0 0,1 1 1 0 0,0 0-1 0 0,0 0 1 0 0,0 0-1 0 0,0 0 1 0 0,-1 0-1 0 0,1 1 1 0 0,0-1-1 0 0,0 0 1 0 0,0 1-1 0 0,-1 0 1 0 0,1-1-1 0 0,0 1 1 0 0,-1 0-1 0 0,1 0 1 0 0,-1 0-1 0 0,1 0 1 0 0,-1 0-1 0 0,1 0 1 0 0,-1 0-1 0 0,0 0 1 0 0,2 2-1 0 0,3 5-46 0 0,-1 0 0 0 0,0 0-1 0 0,-1 0 1 0 0,0 0 0 0 0,0 1 0 0 0,-1 0 0 0 0,0 0-1 0 0,0 0 1 0 0,-1 0 0 0 0,1 11 0 0 0,10 29-1967 0 0,-8-36 618 0 0,1 0 1 0 0,0-1 0 0 0,13 21 0 0 0,-4-11-546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8290 0 0,'10'34'6284'0'0,"0"-3"-4116"0"0,0 52-1259 0 0,-8-61-3096 0 0,1 1 0 0 0,7 31 0 0 0,1-32-1923 0 0,-4-16 3355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 7834 0 0,'1'-7'696'0'0,"2"2"-560"0"0,0 2-136 0 0,-2 3 0 0 0,0 0 328 0 0,2 0 40 0 0,0-1 8 0 0,4-1 0 0 0,0 4-208 0 0,1 0-40 0 0,2 4 0 0 0,0 4-8 0 0,1 2-120 0 0,0 2 0 0 0,5 3 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90 8290 0 0,'1'-1'264'0'0,"0"-1"0"0"0,0 0 0 0 0,-1 0-1 0 0,1 1 1 0 0,0-1 0 0 0,1 0 0 0 0,-1 1 0 0 0,0-1 0 0 0,0 1 0 0 0,1 0 0 0 0,-1-1 0 0 0,1 1 0 0 0,-1 0 0 0 0,1 0 0 0 0,-1 0 0 0 0,4-2 0 0 0,29-13 2978 0 0,-33 16-3189 0 0,1 0 0 0 0,0 0 0 0 0,0 0 0 0 0,0 0 0 0 0,0 0 0 0 0,0 0 0 0 0,0 1 0 0 0,0-1 0 0 0,0 1 0 0 0,-1 0 0 0 0,1-1 0 0 0,0 1 0 0 0,0 0 0 0 0,-1 0 0 0 0,1 0 0 0 0,0 0 0 0 0,-1 0 0 0 0,1 1 0 0 0,-1-1 0 0 0,0 0 0 0 0,1 1 0 0 0,-1-1 0 0 0,0 1 0 0 0,0-1 0 0 0,0 1 0 0 0,0 0 0 0 0,0-1 0 0 0,0 1 0 0 0,1 2 0 0 0,4 9 390 0 0,-1 0 0 0 0,0 1 0 0 0,3 14-1 0 0,-3-8-226 0 0,-2-14-226 0 0,7 28-148 0 0,-10-33 152 0 0,0 1 0 0 0,1-1 0 0 0,-1 0 0 0 0,0 0 0 0 0,0 1 0 0 0,0-1 0 0 0,0 0 0 0 0,0 1 0 0 0,0-1 0 0 0,0 0 0 0 0,0 0 0 0 0,0 1-1 0 0,-1-1 1 0 0,1 0 0 0 0,-1 0 0 0 0,1 1 0 0 0,-1-1 0 0 0,1 0 0 0 0,-1 0 0 0 0,0 0 0 0 0,-1 2 0 0 0,2-2 5 0 0,0-1 1 0 0,0 0-1 0 0,0 0 1 0 0,0 0-1 0 0,-1 0 1 0 0,1 1-1 0 0,0-1 1 0 0,0 0-1 0 0,0 0 1 0 0,0 0-1 0 0,-1 0 1 0 0,1 0-1 0 0,0 0 1 0 0,0 1-1 0 0,0-1 1 0 0,-1 0-1 0 0,1 0 1 0 0,0 0-1 0 0,0 0 1 0 0,-1 0-1 0 0,1 0 1 0 0,0 0-1 0 0,0 0 1 0 0,0 0-1 0 0,-1 0 1 0 0,1 0-1 0 0,0 0 1 0 0,0 0-1 0 0,-1 0 1 0 0,1 0-1 0 0,0 0 1 0 0,0 0-1 0 0,0 0 1 0 0,-1-1-1 0 0,1 1 1 0 0,0 0-1 0 0,0 0 1 0 0,0 0-1 0 0,-1 0 1 0 0,1 0-1 0 0,0-1 1 0 0,-1-11-37 0 0,8-13 20 0 0,9-5 289 0 0,2 0 1 0 0,1 1-1 0 0,36-42 1 0 0,-52 68-191 0 0,0-1 1 0 0,0 1-1 0 0,1 0 1 0 0,-1 0-1 0 0,1 0 0 0 0,0 0 1 0 0,-1 1-1 0 0,1-1 1 0 0,0 1-1 0 0,1 0 1 0 0,-1 0-1 0 0,0 1 1 0 0,9-3-1 0 0,-10 4-64 0 0,-1 0 1 0 0,1 0-1 0 0,0 0 0 0 0,-1 0 1 0 0,1 1-1 0 0,-1-1 0 0 0,1 1 1 0 0,0 0-1 0 0,-1 0 0 0 0,0 0 1 0 0,1 0-1 0 0,-1 0 0 0 0,1 0 1 0 0,-1 1-1 0 0,0-1 0 0 0,0 1 1 0 0,0-1-1 0 0,0 1 0 0 0,0 0 1 0 0,0 0-1 0 0,-1 0 0 0 0,1 0 1 0 0,0 0-1 0 0,-1 0 0 0 0,2 4 1 0 0,10 17 52 0 0,-1 0 0 0 0,12 35 0 0 0,-15-33-954 0 0,2-2-1 0 0,21 38 1 0 0,-21-44-1197 0 0,-1-2-4342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8 3225 0 0,'3'-3'-131'0'0,"2"-2"988"0"0,-6 13 1947 0 0,0-3-2149 0 0,-2 7-169 0 0,-1-1-54 0 0,1 0-1 0 0,1 0 1 0 0,0 0-1 0 0,0 1 1 0 0,1-1-1 0 0,1 0 1 0 0,0 1-1 0 0,0-1 1 0 0,1 0-1 0 0,3 15 1 0 0,-4-26-400 0 0,0 0 0 0 0,0 0 1 0 0,0 0-1 0 0,0 0 0 0 0,0 0 0 0 0,0 0 1 0 0,0 1-1 0 0,0-1 0 0 0,0 0 0 0 0,1 0 1 0 0,-1 0-1 0 0,0 0 0 0 0,0 0 1 0 0,0 0-1 0 0,0 0 0 0 0,0 0 0 0 0,0 1 1 0 0,0-1-1 0 0,0 0 0 0 0,0 0 1 0 0,0 0-1 0 0,0 0 0 0 0,0 0 0 0 0,1 0 1 0 0,-1 0-1 0 0,0 0 0 0 0,0 0 0 0 0,0 0 1 0 0,0 0-1 0 0,0 0 0 0 0,0 0 1 0 0,0 0-1 0 0,1 0 0 0 0,-1 1 0 0 0,0-1 1 0 0,0 0-1 0 0,0 0 0 0 0,0 0 0 0 0,0 0 1 0 0,0-1-1 0 0,1 1 0 0 0,-1 0 1 0 0,0 0-1 0 0,0 0 0 0 0,0 0 0 0 0,0 0 1 0 0,0 0-1 0 0,0 0 0 0 0,0 0 1 0 0,0 0-1 0 0,1 0 0 0 0,-1 0 0 0 0,0 0 1 0 0,0 0-1 0 0,0 0 0 0 0,7-10 1054 0 0,5-18 56 0 0,-11 24-858 0 0,4-8 31 0 0,2-5 308 0 0,17-33 0 0 0,-22 47-514 0 0,0 0 0 0 0,0 0 0 0 0,0 0 0 0 0,0 0 0 0 0,0 0 0 0 0,1 1 0 0 0,-1-1 0 0 0,1 1 0 0 0,-1-1 0 0 0,1 1 0 0 0,0 0 0 0 0,0 0-1 0 0,0 0 1 0 0,0 1 0 0 0,1-1 0 0 0,-1 1 0 0 0,4-2 0 0 0,-5 3-61 0 0,0 0 1 0 0,0 1-1 0 0,-1-1 0 0 0,1 0 0 0 0,0 1 0 0 0,0-1 0 0 0,0 1 0 0 0,-1 0 0 0 0,1-1 0 0 0,0 1 1 0 0,-1 0-1 0 0,1 0 0 0 0,-1 0 0 0 0,1 0 0 0 0,-1 1 0 0 0,1-1 0 0 0,-1 0 0 0 0,0 1 0 0 0,1-1 0 0 0,-1 0 1 0 0,0 1-1 0 0,0-1 0 0 0,0 1 0 0 0,0 0 0 0 0,0-1 0 0 0,-1 1 0 0 0,1 0 0 0 0,0 0 0 0 0,0 2 1 0 0,3 9 40 0 0,0 0 1 0 0,4 23 0 0 0,-8-35-82 0 0,4 21-51 0 0,-1 1 0 0 0,-2 0 0 0 0,0-1 0 0 0,-1 1 0 0 0,-2 0 0 0 0,-6 40 0 0 0,4-47-59 0 0,0 0 0 0 0,-1 0 0 0 0,-1 0 1 0 0,0-1-1 0 0,-1 0 0 0 0,0 0 0 0 0,-1-1 1 0 0,-1 0-1 0 0,-1 0 0 0 0,-12 13 0 0 0,10-13-398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6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13827 0 0,'4'-23'2558'0'0,"6"-13"1109"0"0,-11 91-2040 0 0,-3 19-1438 0 0,-4 58-13 0 0,13 171 1 0 0,21-96-3459 0 0,-18-165-3630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11058 0 0,'0'0'212'0'0,"0"-1"-1"0"0,0 0 1 0 0,0 0 0 0 0,1 0-1 0 0,-1 0 1 0 0,0 1-1 0 0,1-1 1 0 0,-1 0-1 0 0,0 0 1 0 0,1 0-1 0 0,-1 1 1 0 0,1-1 0 0 0,-1 0-1 0 0,1 1 1 0 0,-1-1-1 0 0,1 0 1 0 0,0 1-1 0 0,-1-1 1 0 0,1 1-1 0 0,0-1 1 0 0,0 1 0 0 0,-1-1-1 0 0,2 0 1 0 0,21-17 1584 0 0,-7 8-1430 0 0,0 0 0 0 0,0 0 0 0 0,1 2 0 0 0,26-10 0 0 0,-36 16-625 0 0,1 0 0 0 0,0 0 0 0 0,1 0 0 0 0,-1 1 0 0 0,0 0 0 0 0,0 0 0 0 0,1 1 0 0 0,-1 0 0 0 0,0 1 0 0 0,1 0 0 0 0,-1 0 0 0 0,13 4 1 0 0,-3 3 258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31 9218 0 0,'-1'-5'-45'0'0,"-6"-21"9451"0"0,5 39-7886 0 0,8 196 726 0 0,1-64-2005 0 0,-7-84-822 0 0,7 149 1724 0 0,6-107-3387 0 0,-7-70-1527 0 0,12 35 1 0 0,-11-47-2015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267 121 5529 0 0,'5'-10'144'0'0,"12"-41"3442"0"0,-16 48-3326 0 0,0 1 0 0 0,-1-1 0 0 0,0 1 0 0 0,1-1 0 0 0,-1 1 1 0 0,0-1-1 0 0,0 0 0 0 0,0 1 0 0 0,-1-1 0 0 0,1 1 0 0 0,-1-1 0 0 0,1 1 0 0 0,-1-1 0 0 0,0 1 0 0 0,0-1 0 0 0,0 1 0 0 0,-2-3 0 0 0,2 4-138 0 0,0 0 0 0 0,0 0 0 0 0,-1 0 0 0 0,1 0 0 0 0,-1 0-1 0 0,1 0 1 0 0,-1 0 0 0 0,1 0 0 0 0,-1 1 0 0 0,1-1 0 0 0,-1 1-1 0 0,0-1 1 0 0,1 1 0 0 0,-1 0 0 0 0,0-1 0 0 0,1 1 0 0 0,-1 0 0 0 0,0 0-1 0 0,1 0 1 0 0,-1 0 0 0 0,0 1 0 0 0,1-1 0 0 0,-1 0 0 0 0,0 1 0 0 0,-3 1-1 0 0,-41 17 888 0 0,42-17-871 0 0,-18 10-135 0 0,1 1 0 0 0,0 0 0 0 0,-25 23 0 0 0,38-30-4 0 0,0 1 0 0 0,1 0 0 0 0,0 0 0 0 0,0 1 0 0 0,1 0 0 0 0,0 0 0 0 0,1 1 0 0 0,0-1 0 0 0,0 1 0 0 0,0 0 0 0 0,-2 11 0 0 0,6-18 42 0 0,0 1 0 0 0,1-1 1 0 0,0 1-1 0 0,-1 0 1 0 0,1-1-1 0 0,0 1 1 0 0,0-1-1 0 0,1 1 1 0 0,-1 0-1 0 0,0-1 0 0 0,1 1 1 0 0,0-1-1 0 0,0 1 1 0 0,-1-1-1 0 0,1 1 1 0 0,1-1-1 0 0,1 4 1 0 0,0-2 50 0 0,0 1 0 0 0,1-1 0 0 0,0 0 0 0 0,0 0 0 0 0,0 0 0 0 0,0-1 1 0 0,9 7-1 0 0,5 0-99 0 0,-1-1 0 0 0,1-1 0 0 0,29 10 0 0 0,25 3-2363 0 0,-34-14-3952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6449 0 0,'3'-3'476'0'0,"1"0"-1"0"0,-1 0 0 0 0,0 0 0 0 0,1 1 1 0 0,0 0-1 0 0,-1-1 0 0 0,1 2 0 0 0,0-1 1 0 0,0 0-1 0 0,1 1 0 0 0,-1-1 0 0 0,0 1 0 0 0,0 0 1 0 0,1 1-1 0 0,-1-1 0 0 0,0 1 0 0 0,1 0 1 0 0,-1 0-1 0 0,0 0 0 0 0,1 0 0 0 0,-1 1 1 0 0,0 0-1 0 0,1 0 0 0 0,-1 0 0 0 0,5 2 1 0 0,-6-1-302 0 0,0-1 1 0 0,0 1 0 0 0,0 0-1 0 0,0 0 1 0 0,-1 0 0 0 0,1 1-1 0 0,-1-1 1 0 0,1 0 0 0 0,-1 1-1 0 0,0 0 1 0 0,0-1 0 0 0,0 1 0 0 0,2 4-1 0 0,2 9 86 0 0,1 1 0 0 0,-2-1-1 0 0,0 2 1 0 0,-2-1 0 0 0,4 34-1 0 0,3 8-90 0 0,6-128-957 0 0,-6 30 675 0 0,19-50 1 0 0,-26 79 179 0 0,2 0 1 0 0,-1 1 0 0 0,1-1-1 0 0,0 1 1 0 0,1 1 0 0 0,0-1-1 0 0,1 1 1 0 0,-1 0 0 0 0,2 0-1 0 0,12-10 1 0 0,-18 16-48 0 0,0 0 0 0 0,0 1 1 0 0,0-1-1 0 0,0 1 0 0 0,1-1 1 0 0,-1 1-1 0 0,0 0 0 0 0,1 0 1 0 0,-1 0-1 0 0,1 0 0 0 0,0 1 0 0 0,-1-1 1 0 0,1 1-1 0 0,-1-1 0 0 0,1 1 1 0 0,0 0-1 0 0,-1 0 0 0 0,1 0 1 0 0,0 1-1 0 0,-1-1 0 0 0,1 0 0 0 0,0 1 1 0 0,-1 0-1 0 0,5 1 0 0 0,-3 1-4 0 0,0 0 0 0 0,-1 0 0 0 0,1 0 0 0 0,-1 0 0 0 0,0 0 0 0 0,0 1 0 0 0,0-1 0 0 0,-1 1 0 0 0,1 0 0 0 0,-1 0 0 0 0,0 0 0 0 0,0 0 0 0 0,3 7 0 0 0,49 109-859 0 0,-14-42-2973 0 0,-29-56-3074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9 8290 0 0,'-2'0'285'0'0,"0"-1"0"0"0,1 1 0 0 0,-1 0 0 0 0,0 0 0 0 0,0 0 0 0 0,0 0 0 0 0,1 0 0 0 0,-1 0 0 0 0,0 1 0 0 0,0-1 0 0 0,1 1 0 0 0,-1-1 1 0 0,0 1-1 0 0,1 0 0 0 0,-1-1 0 0 0,1 1 0 0 0,-1 0 0 0 0,1 0 0 0 0,-1 0 0 0 0,-1 2 0 0 0,0 0 153 0 0,1 0-1 0 0,-1 0 1 0 0,1 0 0 0 0,0 0-1 0 0,-1 1 1 0 0,2-1 0 0 0,-1 1-1 0 0,-3 7 1 0 0,3-3-92 0 0,-1 1 1 0 0,1 0-1 0 0,0 1 0 0 0,1-1 1 0 0,0 0-1 0 0,0 0 0 0 0,2 14 1 0 0,0-15-293 0 0,1 1 0 0 0,1-1 0 0 0,-1 0 0 0 0,1 1 0 0 0,1-1 0 0 0,-1-1 0 0 0,2 1 0 0 0,-1 0 0 0 0,7 8 0 0 0,-9-13-39 0 0,1 0-1 0 0,-1-1 1 0 0,1 1-1 0 0,-1-1 1 0 0,1 1-1 0 0,0-1 1 0 0,0 0 0 0 0,0 0-1 0 0,0 0 1 0 0,0 0-1 0 0,4 1 1 0 0,-5-2-14 0 0,1-1-1 0 0,-1 1 1 0 0,0-1 0 0 0,0 0 0 0 0,0 0 0 0 0,0 1-1 0 0,1-2 1 0 0,-1 1 0 0 0,0 0 0 0 0,0 0 0 0 0,0-1-1 0 0,0 1 1 0 0,0-1 0 0 0,1 1 0 0 0,-1-1-1 0 0,0 0 1 0 0,0 0 0 0 0,0 0 0 0 0,3-2 0 0 0,-3 0-61 0 0,0 1 0 0 0,1 0 0 0 0,-1 0 0 0 0,0-1 0 0 0,-1 1 0 0 0,1-1 0 0 0,0 0 0 0 0,-1 1 1 0 0,0-1-1 0 0,1 0 0 0 0,-1 0 0 0 0,0 0 0 0 0,0 0 0 0 0,-1 0 0 0 0,1 0 0 0 0,-1 0 0 0 0,0 0 1 0 0,1 0-1 0 0,-1 0 0 0 0,0-1 0 0 0,-1 1 0 0 0,0-5 0 0 0,-2-9-154 0 0,0 0 1 0 0,-9-28-1 0 0,11 42 184 0 0,-19-49-718 0 0,18 48 545 0 0,0 0 0 0 0,0 0 0 0 0,0 0-1 0 0,-1 1 1 0 0,1-1 0 0 0,-1 1 0 0 0,0 0 0 0 0,0 0 0 0 0,0 0 0 0 0,-6-4 0 0 0,-2 0-968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9218 0 0,'2'-1'123'0'0,"1"0"0"0"0,-1 0 0 0 0,1 0 0 0 0,-1 1-1 0 0,1-1 1 0 0,-1 1 0 0 0,1 0 0 0 0,-1-1 0 0 0,1 1 0 0 0,-1 0 0 0 0,1 1 0 0 0,0-1-1 0 0,-1 0 1 0 0,1 1 0 0 0,-1-1 0 0 0,1 1 0 0 0,-1 0 0 0 0,0 0 0 0 0,1 0 0 0 0,-1 0 0 0 0,3 1-1 0 0,-3 1 32 0 0,0-1 0 0 0,0 0 0 0 0,0 1 0 0 0,-1-1 0 0 0,1 1 0 0 0,-1-1 0 0 0,1 1-1 0 0,-1 0 1 0 0,0 0 0 0 0,0-1 0 0 0,0 1 0 0 0,0 0 0 0 0,0 0 0 0 0,-1 0 0 0 0,0 0-1 0 0,1 0 1 0 0,-1 5 0 0 0,0 30 447 0 0,-1-28-492 0 0,1 0 0 0 0,0-1 0 0 0,0 1-1 0 0,1 0 1 0 0,0 0 0 0 0,1 0 0 0 0,0-1-1 0 0,0 1 1 0 0,1-1 0 0 0,8 18 0 0 0,-11-27-101 0 0,0 1-1 0 0,1 0 1 0 0,-1-1 0 0 0,1 1 0 0 0,-1-1 0 0 0,0 1-1 0 0,1-1 1 0 0,-1 1 0 0 0,1-1 0 0 0,-1 0 0 0 0,1 1-1 0 0,-1-1 1 0 0,1 1 0 0 0,-1-1 0 0 0,1 0 0 0 0,0 0-1 0 0,-1 1 1 0 0,1-1 0 0 0,-1 0 0 0 0,1 0 0 0 0,0 0-1 0 0,-1 0 1 0 0,1 1 0 0 0,0-1 0 0 0,-1 0 0 0 0,1 0-1 0 0,0 0 1 0 0,-1-1 0 0 0,1 1 0 0 0,0 0 0 0 0,0 0-1 0 0,1-1-6 0 0,0 0 0 0 0,0 0 0 0 0,0 0 0 0 0,-1-1 0 0 0,1 1-1 0 0,-1 0 1 0 0,1-1 0 0 0,-1 0 0 0 0,1 1 0 0 0,1-3 0 0 0,24-43-788 0 0,-27 46 732 0 0,19-59-2041 0 0,-17 50 2048 0 0,0 1-1 0 0,1 0 0 0 0,0 0 1 0 0,0 0-1 0 0,1 0 1 0 0,0 0-1 0 0,6-9 1 0 0,-9 18 151 0 0,-1-1 1 0 0,1 1-1 0 0,-1-1 1 0 0,1 1-1 0 0,0-1 1 0 0,-1 1-1 0 0,1 0 1 0 0,-1-1-1 0 0,1 1 1 0 0,0 0-1 0 0,-1-1 1 0 0,1 1 0 0 0,0 0-1 0 0,0 0 1 0 0,-1 0-1 0 0,1-1 1 0 0,0 1-1 0 0,-1 0 1 0 0,1 0-1 0 0,0 0 1 0 0,0 0-1 0 0,-1 0 1 0 0,1 1-1 0 0,0-1 1 0 0,-1 0 0 0 0,1 0-1 0 0,0 0 1 0 0,0 1-1 0 0,-1-1 1 0 0,1 0-1 0 0,-1 0 1 0 0,1 1-1 0 0,0-1 1 0 0,-1 1-1 0 0,1-1 1 0 0,-1 1-1 0 0,2 0 1 0 0,25 26 1658 0 0,-14-13-840 0 0,-3-6-517 0 0,0-1 0 0 0,1 0 0 0 0,-1-1 0 0 0,16 6 0 0 0,-22-10-358 0 0,-1 0-1 0 0,1-1 0 0 0,0 0 1 0 0,-1 0-1 0 0,1 0 0 0 0,0 0 0 0 0,0 0 1 0 0,0-1-1 0 0,-1 0 0 0 0,1 0 1 0 0,0 0-1 0 0,0 0 0 0 0,0 0 0 0 0,0-1 1 0 0,-1 0-1 0 0,1 0 0 0 0,0 0 1 0 0,3-2-1 0 0,-5 2-43 0 0,0-1 1 0 0,0 0 0 0 0,-1 1-1 0 0,1-1 1 0 0,0 0-1 0 0,-1 0 1 0 0,0 0-1 0 0,1-1 1 0 0,-1 1 0 0 0,0 0-1 0 0,0 0 1 0 0,0-1-1 0 0,-1 1 1 0 0,1 0-1 0 0,0-1 1 0 0,-1 1 0 0 0,0-1-1 0 0,1 1 1 0 0,-1-1-1 0 0,0 1 1 0 0,0-1-1 0 0,0 1 1 0 0,-1-1 0 0 0,0-2-1 0 0,-1-10-982 0 0,-1 0 0 0 0,-7-22 0 0 0,10 35 628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 10594 0 0,'8'-12'8750'0'0,"-19"61"-7595"0"0,5-25-778 0 0,-6 46 0 0 0,12-60-363 0 0,0-1 0 0 0,0 1 0 0 0,1 0 1 0 0,0-1-1 0 0,0 1 0 0 0,1-1 0 0 0,0 1 0 0 0,6 12 1 0 0,-5-14-46 0 0,1-1 1 0 0,-1 1 0 0 0,2-1 0 0 0,-1 0 0 0 0,1-1 0 0 0,0 1 0 0 0,0-1-1 0 0,1 0 1 0 0,0 0 0 0 0,0-1 0 0 0,0 1 0 0 0,1-1 0 0 0,11 7-1 0 0,-14-10 3 0 0,-1-1-1 0 0,1 1 0 0 0,-1-1 0 0 0,1 0 0 0 0,0 0 0 0 0,0 0 0 0 0,-1 0 0 0 0,1 0 0 0 0,0-1 0 0 0,0 0 1 0 0,0 0-1 0 0,0 0 0 0 0,0 0 0 0 0,-1-1 0 0 0,1 1 0 0 0,0-1 0 0 0,0 0 0 0 0,-1 0 0 0 0,1 0 0 0 0,0-1 1 0 0,-1 1-1 0 0,1-1 0 0 0,-1 0 0 0 0,0 0 0 0 0,1 0 0 0 0,-1-1 0 0 0,0 1 0 0 0,-1-1 0 0 0,1 1 0 0 0,0-1 1 0 0,3-4-1 0 0,-1-1 31 0 0,0 1 1 0 0,-1-1 0 0 0,0 0-1 0 0,0-1 1 0 0,-1 1 0 0 0,0 0-1 0 0,0-1 1 0 0,-1 0-1 0 0,0 0 1 0 0,0 1 0 0 0,-1-1-1 0 0,0 0 1 0 0,-1 0 0 0 0,0 0-1 0 0,0 0 1 0 0,-4-18 0 0 0,2 15-42 0 0,0 0-1 0 0,-1-1 1 0 0,0 2 0 0 0,-1-1 0 0 0,0 0 0 0 0,-1 1 0 0 0,-1 0-1 0 0,0 0 1 0 0,0 0 0 0 0,-1 1 0 0 0,0 0 0 0 0,-8-9 0 0 0,11 16-130 0 0,1 0 1 0 0,0 0 0 0 0,-1 1-1 0 0,1-1 1 0 0,-1 1 0 0 0,0 0-1 0 0,1 0 1 0 0,-1 1 0 0 0,-5-2-1 0 0,-5-1-897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9 5065 0 0,'7'-9'5215'0'0,"-6"19"-1317"0"0,-5 20-1611 0 0,-1-12-1762 0 0,1 0 1 0 0,1 0-1 0 0,1 0 0 0 0,-1 33 1 0 0,3-46-522 0 0,1 1 0 0 0,0-1 0 0 0,-1 1 1 0 0,2-1-1 0 0,-1 0 0 0 0,1 0 0 0 0,0 1 1 0 0,0-1-1 0 0,3 6 0 0 0,-3-9 1 0 0,0 1 0 0 0,0-1 0 0 0,0 1 0 0 0,0-1 0 0 0,0 0 0 0 0,0 1 0 0 0,1-1-1 0 0,-1 0 1 0 0,1-1 0 0 0,0 1 0 0 0,-1 0 0 0 0,1-1 0 0 0,0 0 0 0 0,0 1 0 0 0,0-1 0 0 0,0 0 0 0 0,4 0 0 0 0,-4 0-44 0 0,0-1 0 0 0,0 0-1 0 0,1 0 1 0 0,-1 0 0 0 0,0-1 0 0 0,0 1 0 0 0,1-1 0 0 0,-1 0 0 0 0,0 0-1 0 0,0 0 1 0 0,0 0 0 0 0,0 0 0 0 0,0-1 0 0 0,0 1 0 0 0,0-1 0 0 0,-1 0 0 0 0,1 0-1 0 0,0 0 1 0 0,-1 0 0 0 0,0 0 0 0 0,1-1 0 0 0,2-3 0 0 0,7-9-192 0 0,-2 1-1 0 0,18-31 1 0 0,-17 26 135 0 0,1 0 83 0 0,-3 2 70 0 0,1 1 0 0 0,1 1 0 0 0,0-1 0 0 0,19-18 0 0 0,-29 33-33 0 0,-1 1 1 0 0,1-1-1 0 0,-1 1 0 0 0,1-1 0 0 0,-1 1 1 0 0,1-1-1 0 0,-1 1 0 0 0,1-1 0 0 0,0 1 1 0 0,-1 0-1 0 0,1-1 0 0 0,0 1 1 0 0,-1 0-1 0 0,1 0 0 0 0,0-1 0 0 0,0 1 1 0 0,-1 0-1 0 0,1 0 0 0 0,0 0 0 0 0,1 0 1 0 0,-2 0 0 0 0,1 0 0 0 0,-1 1 0 0 0,1-1 0 0 0,-1 1 1 0 0,0-1-1 0 0,1 0 0 0 0,-1 1 0 0 0,0-1 1 0 0,0 1-1 0 0,1-1 0 0 0,-1 0 0 0 0,0 1 1 0 0,0-1-1 0 0,1 1 0 0 0,-1-1 0 0 0,0 1 0 0 0,0-1 1 0 0,0 1-1 0 0,0-1 0 0 0,0 1 0 0 0,0-1 1 0 0,0 2-1 0 0,-4 39 1049 0 0,3-28-749 0 0,0-8-333 0 0,1 0 0 0 0,0 0-1 0 0,0 0 1 0 0,1 0 0 0 0,0 0 0 0 0,-1-1 0 0 0,2 1 0 0 0,-1 0 0 0 0,0 0 0 0 0,1-1 0 0 0,0 1 0 0 0,0-1 0 0 0,0 1 0 0 0,1-1 0 0 0,0 0-1 0 0,3 4 1 0 0,-3-4-288 0 0,1-1 0 0 0,0 0-1 0 0,0 0 1 0 0,1 0-1 0 0,-1 0 1 0 0,1 0 0 0 0,-1-1-1 0 0,1 0 1 0 0,0 0-1 0 0,-1 0 1 0 0,1-1 0 0 0,0 0-1 0 0,0 0 1 0 0,1 0-1 0 0,5 0 1 0 0,12 0-1982 0 0,0-1-2736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10138 0 0,'-5'4'4183'0'0,"5"-3"-4101"0"0,1 17 2510 0 0,8 28 77 0 0,-8-41-2242 0 0,48 247 2657 0 0,14 55-6089 0 0,-54-273-4314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75 11979 0 0,'-4'-4'528'0'0,"3"1"112"0"0,-1 0-512 0 0,1 0-128 0 0,1 2 0 0 0,1-2 656 0 0,4 0 104 0 0,0 1 16 0 0,6-5 8 0 0,5-2-375 0 0,2 2-81 0 0,1 0-8 0 0,4 0-8 0 0,0 2-1536 0 0,4 1-313 0 0,2 1-55 0 0,3 0-9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32 9218 0 0,'0'0'30'0'0,"-11"-19"1925"0"0,11 19-1764 0 0,0-1-1 0 0,0 1 1 0 0,-1-1 0 0 0,1 1 0 0 0,0-1 0 0 0,0 1-1 0 0,0-1 1 0 0,0 1 0 0 0,0-1 0 0 0,0 1 0 0 0,0-1-1 0 0,0 1 1 0 0,0-1 0 0 0,0 1 0 0 0,0-1 0 0 0,0 1-1 0 0,1-1 1 0 0,-1 1 0 0 0,0-1 0 0 0,0 1 0 0 0,1-1 381 0 0,0 0-381 0 0,4 10 3507 0 0,0 15-2910 0 0,5 42-370 0 0,4 0 1 0 0,2-2-1 0 0,30 75 1 0 0,-33-87-3820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5065 0 0,'2'-5'280'0'0,"1"0"0"0"0,0 1 0 0 0,0-1 0 0 0,0 1-1 0 0,0 0 1 0 0,1 0 0 0 0,0 0 0 0 0,0 1 0 0 0,0-1 0 0 0,0 1-1 0 0,0 0 1 0 0,1 0 0 0 0,-1 0 0 0 0,1 0 0 0 0,0 1 0 0 0,0 0 0 0 0,0 0-1 0 0,9-2 1 0 0,-3 1 566 0 0,1 0-1 0 0,-1 0 1 0 0,1 2-1 0 0,-1-1 1 0 0,1 1-1 0 0,-1 1 1 0 0,23 2-1 0 0,-32-2-752 0 0,0 0 0 0 0,0 0 0 0 0,0 0-1 0 0,-1 1 1 0 0,1-1 0 0 0,0 1 0 0 0,0-1-1 0 0,0 1 1 0 0,0 0 0 0 0,-1 0-1 0 0,1 0 1 0 0,0 0 0 0 0,-1 0 0 0 0,1 0-1 0 0,-1 0 1 0 0,1 0 0 0 0,-1 1 0 0 0,1-1-1 0 0,-1 0 1 0 0,0 1 0 0 0,0 0 0 0 0,0-1-1 0 0,2 4 1 0 0,-2-3-59 0 0,-1 1 0 0 0,0-1 0 0 0,0 1 0 0 0,0-1 0 0 0,0 1 0 0 0,0-1 0 0 0,0 1 1 0 0,-1-1-1 0 0,1 1 0 0 0,-1-1 0 0 0,0 1 0 0 0,1-1 0 0 0,-1 0 0 0 0,0 1 0 0 0,-3 3 0 0 0,-4 7-79 0 0,-1 0 0 0 0,0-1 0 0 0,-1 0 0 0 0,-18 18 0 0 0,7-11-580 0 0,-1-2 0 0 0,0 0 0 0 0,-1-1 0 0 0,-40 21 1 0 0,48-29-5390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4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5529 0 0,'3'0'334'0'0,"0"0"-1"0"0,0 1 0 0 0,0-1 1 0 0,0 1-1 0 0,0 0 1 0 0,-1 0-1 0 0,1 0 0 0 0,0 0 1 0 0,0 0-1 0 0,-1 0 1 0 0,1 1-1 0 0,-1 0 1 0 0,1-1-1 0 0,-1 1 0 0 0,0 0 1 0 0,0 0-1 0 0,1 0 1 0 0,-1 0-1 0 0,-1 1 0 0 0,1-1 1 0 0,0 0-1 0 0,2 6 1 0 0,3 5 656 0 0,-1 1 1 0 0,0 0 0 0 0,6 22 0 0 0,6 13-508 0 0,-16-43-395 0 0,1 0 1 0 0,1-1-1 0 0,-1 1 1 0 0,1-1 0 0 0,0 0-1 0 0,0 0 1 0 0,0 0-1 0 0,7 5 1 0 0,-10-10-58 0 0,1 1 1 0 0,-1 0-1 0 0,0 0 1 0 0,0-1-1 0 0,1 1 1 0 0,-1 0-1 0 0,1-1 1 0 0,-1 1-1 0 0,1-1 0 0 0,-1 0 1 0 0,1 0-1 0 0,-1 1 1 0 0,1-1-1 0 0,-1 0 1 0 0,1 0-1 0 0,-1 0 1 0 0,1-1-1 0 0,-1 1 1 0 0,1 0-1 0 0,-1 0 1 0 0,1-1-1 0 0,-1 1 1 0 0,0-1-1 0 0,1 1 0 0 0,-1-1 1 0 0,1 0-1 0 0,-1 0 1 0 0,0 1-1 0 0,0-1 1 0 0,1 0-1 0 0,-1 0 1 0 0,0 0-1 0 0,0 0 1 0 0,0-1-1 0 0,0 1 1 0 0,0 0-1 0 0,-1 0 0 0 0,1-1 1 0 0,0 1-1 0 0,1-2 1 0 0,4-9 29 0 0,0 1 0 0 0,-1-1 1 0 0,0 0-1 0 0,-1 0 0 0 0,-1 0 1 0 0,1 0-1 0 0,2-26 0 0 0,-4 23-63 0 0,0 0-1 0 0,2 1 1 0 0,-1 0 0 0 0,2 0-1 0 0,8-20 1 0 0,-12 34 28 0 0,-1-1-1 0 0,0 0 1 0 0,0 1-1 0 0,0-1 1 0 0,0 0-1 0 0,1 1 1 0 0,-1-1 0 0 0,0 0-1 0 0,1 1 1 0 0,-1-1-1 0 0,0 1 1 0 0,1-1-1 0 0,-1 1 1 0 0,1-1-1 0 0,-1 1 1 0 0,1-1 0 0 0,-1 1-1 0 0,1-1 1 0 0,-1 1-1 0 0,1 0 1 0 0,-1-1-1 0 0,1 1 1 0 0,0 0 0 0 0,-1-1-1 0 0,1 1 1 0 0,0 0-1 0 0,-1 0 1 0 0,1 0-1 0 0,0-1 1 0 0,-1 1 0 0 0,1 0-1 0 0,0 0 1 0 0,-1 0-1 0 0,1 0 1 0 0,0 0-1 0 0,-1 0 1 0 0,1 1 0 0 0,0-1-1 0 0,0 0 1 0 0,-1 0-1 0 0,1 0 1 0 0,-1 1-1 0 0,1-1 1 0 0,0 0 0 0 0,-1 0-1 0 0,1 1 1 0 0,-1-1-1 0 0,1 1 1 0 0,0-1-1 0 0,-1 1 1 0 0,1-1-1 0 0,-1 1 1 0 0,0-1 0 0 0,1 1-1 0 0,-1-1 1 0 0,1 1-1 0 0,-1-1 1 0 0,0 1-1 0 0,1 0 1 0 0,-1-1 0 0 0,0 1-1 0 0,0 0 1 0 0,1 0-1 0 0,18 50 758 0 0,-17-44-804 0 0,1 1-11 0 0,0-1 1 0 0,0 1-1 0 0,1-1 0 0 0,0 0 1 0 0,0 0-1 0 0,1 0 1 0 0,0-1-1 0 0,0 0 0 0 0,9 9 1 0 0,-8-10-1067 0 0,0 0 1 0 0,0-1-1 0 0,0 0 1 0 0,0 0-1 0 0,1 0 0 0 0,8 3 1 0 0,5 0-5203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5985 0 0,'7'-54'401'0'0,"6"-25"8577"0"0,-10 64-6738 0 0,-3 15-2145 0 0,0-1 0 0 0,-1 1 0 0 0,1-1 0 0 0,0 1 0 0 0,1-1 0 0 0,-1 1 0 0 0,0-1 0 0 0,0 1 0 0 0,0-1 0 0 0,0 1 0 0 0,0-1 0 0 0,0 1 0 0 0,1-1 0 0 0,-1 1 0 0 0,0-1 0 0 0,0 1 0 0 0,1-1 0 0 0,-1 1 0 0 0,0 0 0 0 0,1-1 0 0 0,-1 1 0 0 0,0 0 0 0 0,1-1 0 0 0,-1 1 0 0 0,1-1 0 0 0,6 11 1100 0 0,2 22-541 0 0,-9-32-652 0 0,13 61 416 0 0,31 125 83 0 0,-34-152-500 0 0,3 0 0 0 0,0 0 0 0 0,24 41 0 0 0,3-9-2071 0 0,-27-44-2451 0 0,4 5-2470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5 149 9674 0 0,'-1'0'55'0'0,"1"-1"0"0"0,0 0 0 0 0,-1 1 0 0 0,1-1 0 0 0,-1 0 0 0 0,1 1 0 0 0,0-1 0 0 0,-1 0 0 0 0,1 1 0 0 0,0-1 0 0 0,0 0 1 0 0,-1 0-1 0 0,1 1 0 0 0,0-1 0 0 0,0 0 0 0 0,0 0 0 0 0,0 1 0 0 0,0-1 0 0 0,0 0 0 0 0,0 0 0 0 0,0 0 0 0 0,0 1 0 0 0,1-1 0 0 0,-1 0 0 0 0,0 0 0 0 0,0 1 0 0 0,1-1 0 0 0,0-1 0 0 0,0 0 131 0 0,1 0-1 0 0,0 0 1 0 0,-1 1-1 0 0,1-1 1 0 0,0 0-1 0 0,0 1 1 0 0,0-1-1 0 0,1 1 1 0 0,2-2-1 0 0,10-4 727 0 0,0 0-1 0 0,21-5 1 0 0,-22 8-754 0 0,192-58 324 0 0,-182 56-471 0 0,0 2 1 0 0,0 1-1 0 0,0 1 0 0 0,0 1 1 0 0,0 0-1 0 0,45 7 1 0 0,-43 0-12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31 7714 0 0,'0'0'28'0'0,"0"-1"1"0"0,0 1 0 0 0,-1 0 0 0 0,1 0 0 0 0,0-1 0 0 0,0 1 0 0 0,0 0-1 0 0,0-1 1 0 0,0 1 0 0 0,0 0 0 0 0,0-1 0 0 0,0 1 0 0 0,0 0-1 0 0,0 0 1 0 0,0-1 0 0 0,0 1 0 0 0,0 0 0 0 0,0-1 0 0 0,0 1-1 0 0,0 0 1 0 0,0-1 0 0 0,0 1 0 0 0,0 0 0 0 0,0 0 0 0 0,0-1-1 0 0,1 1 1 0 0,-1 0 0 0 0,0 0 0 0 0,0-1 0 0 0,0 1 0 0 0,1 0-1 0 0,-1 0 1 0 0,0-1 0 0 0,0 1 0 0 0,0 0 0 0 0,1 0 0 0 0,-1 0 0 0 0,0 0-1 0 0,0-1 1 0 0,19-17 8154 0 0,-24 17-8073 0 0,0 1 0 0 0,1-1 0 0 0,-1 1 0 0 0,0 1 0 0 0,0-1 0 0 0,1 1 0 0 0,-1 0 0 0 0,0 0 0 0 0,1 0 0 0 0,-1 0 0 0 0,1 1 0 0 0,-1 0 0 0 0,1 0 0 0 0,0 0 0 0 0,-1 0 0 0 0,1 1 0 0 0,0 0 0 0 0,1 0 0 0 0,-1 0 0 0 0,1 0 0 0 0,-1 1 0 0 0,1-1 0 0 0,-6 8 0 0 0,-36 54 657 0 0,41-58-762 0 0,0-1 0 0 0,1 1 0 0 0,-1 0 0 0 0,2 1 1 0 0,-1-1-1 0 0,1 0 0 0 0,0 1 0 0 0,-1 9 0 0 0,3-15-43 0 0,0-1 1 0 0,1 1-1 0 0,-1-1 1 0 0,0 1-1 0 0,0-1 0 0 0,1 0 1 0 0,-1 1-1 0 0,1-1 1 0 0,-1 0-1 0 0,1 1 1 0 0,0-1-1 0 0,-1 0 0 0 0,1 1 1 0 0,0-1-1 0 0,0 0 1 0 0,0 0-1 0 0,0 0 0 0 0,0 0 1 0 0,0 0-1 0 0,0 0 1 0 0,0 0-1 0 0,0 0 0 0 0,1 0 1 0 0,-1-1-1 0 0,0 1 1 0 0,1 0-1 0 0,-1-1 0 0 0,0 1 1 0 0,1-1-1 0 0,-1 0 1 0 0,1 1-1 0 0,-1-1 0 0 0,3 0 1 0 0,7 2-252 0 0,1-1 0 0 0,0 0 0 0 0,15-1 0 0 0,-5 0 121 0 0,-4 1 32 0 0,39 4-84 0 0,-55-5 211 0 0,1 1 0 0 0,0 0 0 0 0,0-1 0 0 0,0 1 0 0 0,-1 0 0 0 0,1 0 0 0 0,0 1-1 0 0,-1-1 1 0 0,1 0 0 0 0,-1 1 0 0 0,1 0 0 0 0,-1-1 0 0 0,0 1 0 0 0,0 0 0 0 0,3 4 0 0 0,-4-5-1 0 0,-1 0 0 0 0,0 0-1 0 0,1 0 1 0 0,-1 0 0 0 0,0 0 0 0 0,0 1 0 0 0,0-1 0 0 0,0 0 0 0 0,0 0 0 0 0,0 0 0 0 0,0 0 0 0 0,-1 0 0 0 0,1 1 0 0 0,0-1-1 0 0,-1 0 1 0 0,1 0 0 0 0,0 0 0 0 0,-1 0 0 0 0,1 0 0 0 0,-1 0 0 0 0,0 0 0 0 0,1 0 0 0 0,-1 0 0 0 0,0 0 0 0 0,0-1 0 0 0,1 1 0 0 0,-1 0-1 0 0,0 0 1 0 0,0-1 0 0 0,0 1 0 0 0,-1 0 0 0 0,-37 26 295 0 0,32-22-203 0 0,-139 81 879 0 0,81-55-6466 0 0,52-26-41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 7834 0 0,'-4'5'306'0'0,"0"0"0"0"0,1 1 0 0 0,-1-1 0 0 0,1 1 1 0 0,0-1-1 0 0,1 1 0 0 0,0 0 0 0 0,-1 0 0 0 0,2 1 1 0 0,-1-1-1 0 0,0 7 0 0 0,-7 71 2189 0 0,9-71-2199 0 0,0-1 0 0 0,0 0 0 0 0,2 0 0 0 0,-1 0-1 0 0,2-1 1 0 0,4 17 0 0 0,-6-24-166 0 0,0 0 1 0 0,0-1-1 0 0,1 1 0 0 0,-1-1 1 0 0,1 1-1 0 0,0-1 0 0 0,0 0 1 0 0,0 0-1 0 0,0 0 0 0 0,1 0 1 0 0,-1 0-1 0 0,1 0 0 0 0,0-1 1 0 0,0 1-1 0 0,0-1 0 0 0,0 0 1 0 0,0 1-1 0 0,0-2 0 0 0,0 1 1 0 0,1 0-1 0 0,-1-1 0 0 0,1 1 1 0 0,0-1-1 0 0,4 1 0 0 0,-6-2-61 0 0,1 0 1 0 0,-1 0-1 0 0,0-1 0 0 0,0 1 1 0 0,1-1-1 0 0,-1 1 0 0 0,0-1 1 0 0,0 0-1 0 0,0 0 0 0 0,0 0 1 0 0,1 0-1 0 0,-1 0 0 0 0,-1 0 0 0 0,1-1 1 0 0,0 1-1 0 0,0-1 0 0 0,0 1 1 0 0,-1-1-1 0 0,1 0 0 0 0,-1 1 1 0 0,1-1-1 0 0,-1 0 0 0 0,0 0 1 0 0,0 0-1 0 0,0 0 0 0 0,0 0 0 0 0,0-1 1 0 0,0 1-1 0 0,0 0 0 0 0,0-3 1 0 0,2-6 110 0 0,0 1 1 0 0,0-1-1 0 0,-1 0 1 0 0,1-22-1 0 0,-3 19-140 0 0,-1-1-1 0 0,0 1 1 0 0,-1 0-1 0 0,-1-1 1 0 0,0 1-1 0 0,-6-16 1 0 0,7 23-217 0 0,0 1 1 0 0,-1-1-1 0 0,0 1 0 0 0,0 0 1 0 0,0 0-1 0 0,-1 1 0 0 0,0-1 1 0 0,0 1-1 0 0,0-1 0 0 0,-1 1 1 0 0,0 0-1 0 0,0 1 0 0 0,0-1 1 0 0,-1 1-1 0 0,-6-4 1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44 7834 0 0,'-18'-29'4696'0'0,"17"28"-4414"0"0,0 0 0 0 0,1 0 0 0 0,-1 0 0 0 0,0 0 0 0 0,0 0 0 0 0,0 0 0 0 0,0 0 1 0 0,0 0-1 0 0,0 1 0 0 0,0-1 0 0 0,0 0 0 0 0,0 1 0 0 0,0-1 0 0 0,-1 1 0 0 0,1-1 0 0 0,0 1 0 0 0,0-1 1 0 0,-1 1-1 0 0,1 0 0 0 0,0 0 0 0 0,-1-1 0 0 0,1 1 0 0 0,-2 0 0 0 0,2 1-180 0 0,1-1 0 0 0,-1 1 1 0 0,0 0-1 0 0,0-1 0 0 0,1 1 0 0 0,-1 0 0 0 0,0-1 0 0 0,1 1 0 0 0,-1 0 1 0 0,0 0-1 0 0,1 0 0 0 0,0 0 0 0 0,-1 0 0 0 0,1 0 0 0 0,-1-1 0 0 0,1 1 0 0 0,0 0 1 0 0,-1 0-1 0 0,1 0 0 0 0,0 0 0 0 0,0 0 0 0 0,0 0 0 0 0,0 2 0 0 0,-1 30 518 0 0,1-23-508 0 0,0-3-102 0 0,9 518 350 0 0,-5-497-945 0 0,14 53 0 0 0,-4-36-5301 0 0,-4-16-909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25 154 7834 0 0,'-3'-5'445'0'0,"0"0"1"0"0,0 0-1 0 0,0-1 1 0 0,1 1 0 0 0,-1-1-1 0 0,1 0 1 0 0,1 1-1 0 0,-1-1 1 0 0,0-7-1 0 0,2 11-233 0 0,0-1-1 0 0,0 0 1 0 0,1 0-1 0 0,-1 0 0 0 0,1 0 1 0 0,-1 1-1 0 0,1-1 0 0 0,0 0 1 0 0,0 0-1 0 0,0 1 1 0 0,0-1-1 0 0,1 1 0 0 0,-1-1 1 0 0,1 1-1 0 0,0 0 0 0 0,-1-1 1 0 0,1 1-1 0 0,0 0 1 0 0,0 0-1 0 0,0 0 0 0 0,4-2 1 0 0,-2 0-290 0 0,1 1 1 0 0,0-1 0 0 0,0 1 0 0 0,0 0 0 0 0,1 0-1 0 0,-1 0 1 0 0,1 1 0 0 0,0 0 0 0 0,0 0-1 0 0,-1 1 1 0 0,1-1 0 0 0,0 1 0 0 0,0 1 0 0 0,0-1-1 0 0,0 1 1 0 0,1 0 0 0 0,-1 0 0 0 0,0 1-1 0 0,0-1 1 0 0,6 3 0 0 0,-3 0-52 0 0,-1 0 0 0 0,0 0 0 0 0,1 1 0 0 0,-1 1 0 0 0,-1-1 0 0 0,1 1 0 0 0,-1 0 0 0 0,0 1 0 0 0,0 0 0 0 0,0 0 0 0 0,-1 0 1 0 0,11 15-1 0 0,3 8 194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15 151 10594 0 0,'-9'6'944'0'0,"5"-5"-751"0"0,3 1-193 0 0,2-4 0 0 0,2 1 424 0 0,0-2 56 0 0,1-1 0 0 0,4-2 8 0 0,3-3-376 0 0,8-5-112 0 0,4-5 0 0 0,4 1 64 0 0,1-1-64 0 0,1 2 64 0 0,4 2-64 0 0,-2-2 72 0 0,0 2-72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24 12443 0 0,'-1'-2'176'0'0,"0"1"1"0"0,0-1 0 0 0,0 1 0 0 0,0-1 0 0 0,-1 1-1 0 0,1-1 1 0 0,0 1 0 0 0,-1 0 0 0 0,0-1-1 0 0,1 1 1 0 0,-1 0 0 0 0,0 0 0 0 0,1 0 0 0 0,-1 1-1 0 0,0-1 1 0 0,0 0 0 0 0,0 1 0 0 0,0-1-1 0 0,-3 0 1 0 0,1 1 109 0 0,0 0 0 0 0,0 0 0 0 0,0 0 0 0 0,0 1 0 0 0,0 0 0 0 0,0-1 0 0 0,0 1 0 0 0,0 1 0 0 0,-5 1 0 0 0,-1 2 110 0 0,1-1 0 0 0,0 2 0 0 0,1-1 0 0 0,-1 1 0 0 0,1 0 0 0 0,0 1 0 0 0,-8 8 0 0 0,9-6-366 0 0,0 1 1 0 0,0-1-1 0 0,1 1 1 0 0,0 0-1 0 0,0 0 1 0 0,1 1-1 0 0,1 0 0 0 0,0-1 1 0 0,0 2-1 0 0,1-1 1 0 0,-2 16-1 0 0,4-20-261 0 0,0 0-1 0 0,1-1 1 0 0,0 1-1 0 0,0 0 1 0 0,0 0-1 0 0,1 0 0 0 0,0 0 1 0 0,0 0-1 0 0,1-1 1 0 0,0 1-1 0 0,0-1 1 0 0,1 1-1 0 0,0-1 1 0 0,0 0-1 0 0,0 0 1 0 0,1 0-1 0 0,-1 0 1 0 0,1 0-1 0 0,1-1 1 0 0,7 8-1 0 0,5 1-1650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95 6913 0 0,'2'-4'96'0'0,"17"-38"790"0"0,-18 40-732 0 0,0 0-1 0 0,-1 0 1 0 0,1 0 0 0 0,-1 0 0 0 0,1 0 0 0 0,-1 0 0 0 0,0 0 0 0 0,0-1 0 0 0,0 1-1 0 0,0 0 1 0 0,0 0 0 0 0,-1 0 0 0 0,1 0 0 0 0,-1 0 0 0 0,1 0 0 0 0,-1 0 0 0 0,0 0-1 0 0,-1-4 1 0 0,1 6-55 0 0,0-1 0 0 0,0 0 1 0 0,0 1-1 0 0,0-1 0 0 0,1 1 0 0 0,-1-1 0 0 0,0 1 0 0 0,0-1 0 0 0,0 1 0 0 0,0 0 0 0 0,0 0 0 0 0,0-1 0 0 0,0 1 0 0 0,0 0 1 0 0,0 0-1 0 0,0 0 0 0 0,0 0 0 0 0,0 0 0 0 0,0 0 0 0 0,0 0 0 0 0,0 1 0 0 0,0-1 0 0 0,0 0 0 0 0,0 1 0 0 0,0-1 0 0 0,0 0 1 0 0,0 1-1 0 0,0-1 0 0 0,0 1 0 0 0,0-1 0 0 0,0 1 0 0 0,1 0 0 0 0,-1-1 0 0 0,0 1 0 0 0,0 0 0 0 0,1 0 0 0 0,-2 0 1 0 0,-29 31 274 0 0,30-30-329 0 0,-11 11 72 0 0,2 2 0 0 0,0 0 1 0 0,0 0-1 0 0,-13 31 0 0 0,20-40-130 0 0,0 1 1 0 0,1-1 0 0 0,0 0 0 0 0,0 1 0 0 0,0 0-1 0 0,1-1 1 0 0,0 1 0 0 0,1 0 0 0 0,-1 0-1 0 0,1 0 1 0 0,1-1 0 0 0,-1 1 0 0 0,1 0-1 0 0,0 0 1 0 0,1-1 0 0 0,1 8 0 0 0,-2-13-37 0 0,-1 0 1 0 0,1 1 0 0 0,-1-1 0 0 0,1 1-1 0 0,0-1 1 0 0,0 0 0 0 0,-1 0 0 0 0,1 1-1 0 0,0-1 1 0 0,0 0 0 0 0,0 0 0 0 0,0 0-1 0 0,0 0 1 0 0,1 0 0 0 0,-1 0 0 0 0,0 0-1 0 0,0 0 1 0 0,1-1 0 0 0,-1 1 0 0 0,0 0-1 0 0,1-1 1 0 0,-1 1 0 0 0,1-1 0 0 0,-1 1-1 0 0,3-1 1 0 0,-2 0-22 0 0,1 0 0 0 0,-1-1 0 0 0,0 1 0 0 0,1-1 0 0 0,-1 0 0 0 0,0 0 0 0 0,1 0 0 0 0,-1 0 1 0 0,0 0-1 0 0,0 0 0 0 0,0-1 0 0 0,0 1 0 0 0,4-4 0 0 0,4-4 73 0 0,-1-1 0 0 0,0-1 0 0 0,0 0 1 0 0,9-15-1 0 0,5-15 671 0 0,-18 30-202 0 0,1 0 0 0 0,0 0-1 0 0,1 0 1 0 0,1 1 0 0 0,12-15 0 0 0,-19 24-403 0 0,0 0 1 0 0,0 0 0 0 0,-1 0-1 0 0,1 1 1 0 0,0-1 0 0 0,0 0-1 0 0,0 0 1 0 0,0 1 0 0 0,0-1-1 0 0,0 0 1 0 0,0 1 0 0 0,0-1-1 0 0,0 1 1 0 0,0 0 0 0 0,1-1-1 0 0,-1 1 1 0 0,0 0 0 0 0,0 0-1 0 0,0-1 1 0 0,0 1 0 0 0,1 0-1 0 0,-1 0 1 0 0,0 0-1 0 0,0 1 1 0 0,0-1 0 0 0,0 0-1 0 0,1 0 1 0 0,-1 1 0 0 0,0-1-1 0 0,0 0 1 0 0,0 1 0 0 0,0-1-1 0 0,0 1 1 0 0,0-1 0 0 0,0 1-1 0 0,0 0 1 0 0,0 0 0 0 0,0-1-1 0 0,0 1 1 0 0,0 0 0 0 0,0 0-1 0 0,0 1 1 0 0,4 5 49 0 0,0 1-1 0 0,-1 0 1 0 0,-1-1 0 0 0,1 1-1 0 0,2 10 1 0 0,6 11-211 0 0,-11-27-17 0 0,0 1 0 0 0,1-1 0 0 0,-1 0 0 0 0,1 1 0 0 0,0-1 0 0 0,0 0 0 0 0,-1 0 0 0 0,1 0 0 0 0,0 0 0 0 0,1 0 0 0 0,-1 0 0 0 0,0 0 0 0 0,1-1 0 0 0,-1 1 0 0 0,1-1 0 0 0,-1 0 0 0 0,6 2 0 0 0,-6-3 35 0 0,1 0 0 0 0,-1 0 0 0 0,0 0-1 0 0,1-1 1 0 0,-1 1 0 0 0,1-1-1 0 0,-1 1 1 0 0,0-1 0 0 0,0 0 0 0 0,1 0-1 0 0,-1 0 1 0 0,0 0 0 0 0,0 0 0 0 0,0-1-1 0 0,0 1 1 0 0,0-1 0 0 0,0 1 0 0 0,0-1-1 0 0,-1 0 1 0 0,1 1 0 0 0,1-4 0 0 0,28-37-17 0 0,-28 37 163 0 0,0-1 1 0 0,1 1-1 0 0,-1 0 1 0 0,1 0 0 0 0,0 0-1 0 0,0 1 1 0 0,1 0 0 0 0,-1-1-1 0 0,1 1 1 0 0,0 1-1 0 0,0-1 1 0 0,0 1 0 0 0,1 0-1 0 0,-1 0 1 0 0,8-3-1 0 0,-10 5 17 0 0,0 0 0 0 0,-1 1 0 0 0,1-1 0 0 0,0 0 0 0 0,0 1 0 0 0,0-1-1 0 0,0 1 1 0 0,1 0 0 0 0,-1 0 0 0 0,0 1 0 0 0,0-1 0 0 0,0 0-1 0 0,0 1 1 0 0,0 0 0 0 0,-1-1 0 0 0,1 1 0 0 0,0 1 0 0 0,0-1 0 0 0,0 0-1 0 0,-1 1 1 0 0,1-1 0 0 0,3 4 0 0 0,1 1 145 0 0,-1 1 0 0 0,0 1 1 0 0,0-1-1 0 0,0 1 0 0 0,8 16 0 0 0,47 66-3245 0 0,-60-91 2938 0 0,1 0 1 0 0,-1 0-1 0 0,1-1 0 0 0,-1 1 1 0 0,0 0-1 0 0,1 0 1 0 0,-1-1-1 0 0,0 1 0 0 0,0-1 1 0 0,0 1-1 0 0,0-1 0 0 0,1-2 1 0 0,1-1 61 0 0,15-21 207 0 0,-4 4 107 0 0,1 2 0 0 0,0-1 0 0 0,2 2 0 0 0,35-34 0 0 0,-48 50-180 0 0,0-1 1 0 0,1 1-1 0 0,-1 0 1 0 0,1 1-1 0 0,-1-1 1 0 0,1 1-1 0 0,0 0 1 0 0,0 0-1 0 0,0 0 1 0 0,0 1-1 0 0,0-1 1 0 0,0 1-1 0 0,0 1 0 0 0,0-1 1 0 0,1 1-1 0 0,-1 0 1 0 0,0 0-1 0 0,0 0 1 0 0,1 1-1 0 0,-1-1 1 0 0,0 1-1 0 0,0 1 1 0 0,0-1-1 0 0,0 1 1 0 0,0 0-1 0 0,0 0 1 0 0,0 0-1 0 0,-1 1 1 0 0,1 0-1 0 0,3 3 1 0 0,-2-2-109 0 0,-1 0 1 0 0,0 1 0 0 0,0 0 0 0 0,7 10 0 0 0,4 3-6540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26 9218 0 0,'-1'-2'281'0'0,"-1"0"0"0"0,1 0 1 0 0,-1 0-1 0 0,1 1 0 0 0,-1-1 0 0 0,0 1 0 0 0,1-1 1 0 0,-1 1-1 0 0,0-1 0 0 0,0 1 0 0 0,0 0 1 0 0,0 0-1 0 0,0 0 0 0 0,0 0 0 0 0,0 0 0 0 0,-1 1 1 0 0,1-1-1 0 0,0 1 0 0 0,0-1 0 0 0,-1 1 0 0 0,1 0 1 0 0,0 0-1 0 0,-1 0 0 0 0,-3 0 0 0 0,2 0 34 0 0,-1 1 0 0 0,1 0 0 0 0,0-1-1 0 0,-1 1 1 0 0,1 1 0 0 0,0-1 0 0 0,0 0-1 0 0,0 1 1 0 0,0 0 0 0 0,0 0 0 0 0,0 0 0 0 0,-5 5-1 0 0,-1 3-132 0 0,1 0-1 0 0,0 1 1 0 0,0 0-1 0 0,1 1 0 0 0,1 0 1 0 0,0 1-1 0 0,1-1 0 0 0,0 1 1 0 0,0 0-1 0 0,-5 24 1 0 0,-1 10-120 0 0,-10 85 1 0 0,18-91 115 0 0,1 0 1 0 0,1 0-1 0 0,3 0 1 0 0,8 62 0 0 0,-5-83-432 0 0,0 0 0 0 0,2 0-1 0 0,0 0 1 0 0,13 27 0 0 0,-12-35-716 0 0,-1 0 0 0 0,1 0-1 0 0,1-1 1 0 0,0 0 0 0 0,1 0-1 0 0,0-1 1 0 0,16 15 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1 130 6449 0 0,'1'-3'205'0'0,"1"0"0"0"0,0 0-1 0 0,0 0 1 0 0,0 0-1 0 0,1 1 1 0 0,-1-1 0 0 0,1 0-1 0 0,0 1 1 0 0,-1 0 0 0 0,1 0-1 0 0,6-4 1 0 0,40-19 3033 0 0,-33 17-2725 0 0,11-3 495 0 0,0 1 1 0 0,1 2-1 0 0,0 0 0 0 0,0 2 1 0 0,0 1-1 0 0,30-1 1 0 0,-20 1-1789 0 0,-23 3-5968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0,'1'1'266'0'0,"0"0"-1"0"0,0-1 0 0 0,1 1 1 0 0,-1 0-1 0 0,0 0 0 0 0,0 0 1 0 0,0 0-1 0 0,0 0 0 0 0,0 0 1 0 0,0 0-1 0 0,-1 0 0 0 0,1 0 1 0 0,0 0-1 0 0,0 0 1 0 0,-1 0-1 0 0,1 1 0 0 0,-1-1 1 0 0,1 0-1 0 0,-1 1 0 0 0,1-1 1 0 0,-1 3-1 0 0,9 31 1883 0 0,-9-34-2069 0 0,7 72 1730 0 0,-4-23-3916 0 0,7-3-4449 0 0,-8-44 6385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0,'0'-6'408'0'0,"0"4"80"0"0,1-1-392 0 0,0 0-96 0 0,2 2 0 0 0,-1 1 0 0 0,0 1 0 0 0,3 0-120 0 0,2 2 24 0 0,2 4 8 0 0,4 4 88 0 0,-2 3 0 0 0,-3 0 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2761 0 0,'2'0'82'0'0,"0"1"1"0"0,0-1 0 0 0,-1 0 0 0 0,1 1 0 0 0,0-1 0 0 0,-1 1 0 0 0,1 0 0 0 0,0 0 0 0 0,-1-1 0 0 0,1 1-1 0 0,-1 0 1 0 0,1 0 0 0 0,-1 1 0 0 0,1-1 0 0 0,-1 0 0 0 0,0 0 0 0 0,0 1 0 0 0,1-1 0 0 0,-1 0 0 0 0,0 1-1 0 0,0-1 1 0 0,-1 1 0 0 0,2 1 0 0 0,18 48 3282 0 0,-6-14-1950 0 0,-14-37-1413 0 0,0 1 1 0 0,0-1-1 0 0,1 1 1 0 0,-1 0-1 0 0,1-1 0 0 0,-1 1 1 0 0,1-1-1 0 0,-1 0 1 0 0,1 1-1 0 0,-1-1 0 0 0,1 1 1 0 0,-1-1-1 0 0,1 0 0 0 0,-1 1 1 0 0,1-1-1 0 0,0 0 1 0 0,-1 1-1 0 0,1-1 0 0 0,0 0 1 0 0,-1 0-1 0 0,1 0 1 0 0,-1 0-1 0 0,1 0 0 0 0,0 0 1 0 0,-1 1-1 0 0,1-2 0 0 0,0 1 1 0 0,0 0-1 0 0,-1 0 1 0 0,1 0-1 0 0,-1 0 0 0 0,1 0 1 0 0,0 0-1 0 0,-1-1 1 0 0,1 1-1 0 0,0 0 0 0 0,-1-1 1 0 0,1 1-1 0 0,-1 0 0 0 0,1-1 1 0 0,-1 1-1 0 0,1-1 1 0 0,-1 1-1 0 0,1-1 0 0 0,-1 1 1 0 0,1-1-1 0 0,0 0 1 0 0,24-32 203 0 0,-18 22-142 0 0,22-28 607 0 0,27-34-187 0 0,-51 67-251 0 0,1 0 1 0 0,-1 1 0 0 0,2-1-1 0 0,-1 1 1 0 0,0 0-1 0 0,1 1 1 0 0,0 0 0 0 0,11-6-1 0 0,-17 10-118 0 0,1-1 0 0 0,-1 0 0 0 0,0 1 0 0 0,1-1 0 0 0,-1 1 0 0 0,0 0 0 0 0,1-1 0 0 0,-1 1 0 0 0,0 0 0 0 0,1 0 0 0 0,-1 0 1 0 0,1 0-1 0 0,-1 0 0 0 0,1 0 0 0 0,-1 0 0 0 0,0 0 0 0 0,1 1 0 0 0,-1-1 0 0 0,0 1 0 0 0,1-1 0 0 0,-1 1 0 0 0,0-1 0 0 0,1 1 0 0 0,-1 0 0 0 0,0-1 0 0 0,0 1 0 0 0,0 0 0 0 0,0 0 0 0 0,0 0 0 0 0,2 1 0 0 0,-1 3 180 0 0,1 0-1 0 0,-1-1 1 0 0,1 1-1 0 0,-1 0 1 0 0,-1 0-1 0 0,3 10 1 0 0,8 19-2728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201 421 2328 0 0,'2'-2'245'0'0,"-1"1"-1"0"0,0-1 1 0 0,1 1-1 0 0,-1-1 1 0 0,1 1-1 0 0,-1-1 0 0 0,1 1 1 0 0,0 0-1 0 0,-1 0 1 0 0,10 0 3481 0 0,-13 13-1823 0 0,2-12-1790 0 0,0 1 1 0 0,0 0-1 0 0,0-1 0 0 0,0 1 1 0 0,0-1-1 0 0,0 1 0 0 0,0-1 0 0 0,0 1 1 0 0,0 0-1 0 0,0-1 0 0 0,0 1 0 0 0,0-1 1 0 0,0 1-1 0 0,0-1 0 0 0,1 1 0 0 0,-1-1 1 0 0,0 1-1 0 0,0-1 0 0 0,1 1 0 0 0,-1-1 1 0 0,0 1-1 0 0,1-1 0 0 0,-1 1 0 0 0,0-1 1 0 0,1 1-1 0 0,-1-1 0 0 0,1 0 1 0 0,-1 1-1 0 0,1-1 0 0 0,-1 0 0 0 0,1 1 1 0 0,-1-1-1 0 0,11 1 4473 0 0,-26-5-3502 0 0,12 3-1086 0 0,0 0 1 0 0,0 0 0 0 0,0-1-1 0 0,0 1 1 0 0,0-1 0 0 0,1 0-1 0 0,-1 0 1 0 0,0 0 0 0 0,1 0-1 0 0,0 0 1 0 0,-1 0 0 0 0,1-1-1 0 0,-3-3 1 0 0,3 3 49 0 0,-1 0 0 0 0,1 0 0 0 0,-1 0 0 0 0,0 1-1 0 0,1-1 1 0 0,-1 1 0 0 0,0 0 0 0 0,-1 0 0 0 0,1 0 0 0 0,0 0 0 0 0,-7-2 0 0 0,5 3-34 0 0,0 0 0 0 0,1 0 0 0 0,-1 1 0 0 0,0 0 1 0 0,0 0-1 0 0,0 0 0 0 0,0 0 0 0 0,0 1 0 0 0,0 0 0 0 0,1 0 1 0 0,-1 0-1 0 0,0 1 0 0 0,1 0 0 0 0,-1-1 0 0 0,1 2 0 0 0,-1-1 1 0 0,1 0-1 0 0,0 1 0 0 0,0 0 0 0 0,0 0 0 0 0,0 0 0 0 0,1 0 1 0 0,-1 1-1 0 0,1 0 0 0 0,0-1 0 0 0,0 1 0 0 0,0 0 0 0 0,0 0 1 0 0,1 1-1 0 0,0-1 0 0 0,0 1 0 0 0,-3 7 0 0 0,3-7-119 0 0,0 1 0 0 0,0 0 0 0 0,0 1 0 0 0,0-1 0 0 0,1 0 0 0 0,0 1 1 0 0,1-1-1 0 0,-1 0 0 0 0,1 1 0 0 0,1-1 0 0 0,-1 0 0 0 0,1 1 0 0 0,0-1 0 0 0,0 0 0 0 0,1 1 0 0 0,0-1 0 0 0,0 0 0 0 0,0 0 0 0 0,1-1 0 0 0,0 1 0 0 0,0 0 0 0 0,0-1 0 0 0,1 0 0 0 0,8 10 0 0 0,-11-14 66 0 0,1 1-1 0 0,-1-1 0 0 0,1 0 1 0 0,0 1-1 0 0,-1-1 1 0 0,1 0-1 0 0,0 0 1 0 0,0 0-1 0 0,0 0 0 0 0,0 0 1 0 0,0-1-1 0 0,0 1 1 0 0,0 0-1 0 0,0-1 0 0 0,1 0 1 0 0,-1 1-1 0 0,0-1 1 0 0,0 0-1 0 0,0 0 1 0 0,0 0-1 0 0,4-1 0 0 0,-2-1-16 0 0,-1 1-1 0 0,1 0 1 0 0,-1-1-1 0 0,0 0 1 0 0,1 0-1 0 0,-1 0 1 0 0,0 0-1 0 0,0-1 1 0 0,-1 1-1 0 0,1-1 1 0 0,4-4-1 0 0,1-4-113 0 0,0 0 1 0 0,0-1-1 0 0,-2 0 0 0 0,1 0 1 0 0,8-24-1 0 0,-9 15-135 0 0,0-1-1 0 0,-2 1 1 0 0,0-1-1 0 0,-2 0 1 0 0,0 0 0 0 0,-3-34-1 0 0,-20-135 2100 0 0,13 133 82 0 0,7 49-1435 0 0,-4-24 865 0 0,5 31-1181 0 0,0 1 0 0 0,0 0 0 0 0,-1-1 0 0 0,1 1 0 0 0,-1 0 0 0 0,1 0 0 0 0,-1-1 0 0 0,1 1 0 0 0,-1 0 0 0 0,0 0 0 0 0,1 0 0 0 0,-1 0 0 0 0,0 0 0 0 0,0-1 0 0 0,0 2 0 0 0,0-1 0 0 0,-2-2 0 0 0,3 3-81 0 0,-1 1 0 0 0,0-1 0 0 0,1 0 1 0 0,-1 0-1 0 0,0 1 0 0 0,1-1 0 0 0,-1 1 0 0 0,0-1 0 0 0,1 0 0 0 0,-1 1 0 0 0,1-1 0 0 0,-1 1 0 0 0,1-1 0 0 0,-1 1 1 0 0,1 0-1 0 0,0-1 0 0 0,-1 1 0 0 0,1-1 0 0 0,-1 1 0 0 0,1 0 0 0 0,0-1 0 0 0,0 1 0 0 0,-1 0 0 0 0,1-1 0 0 0,0 1 1 0 0,0 0-1 0 0,0-1 0 0 0,0 1 0 0 0,0 0 0 0 0,0 0 0 0 0,0-1 0 0 0,0 2 0 0 0,-3 27 183 0 0,4-5-137 0 0,0 0 1 0 0,2 0-1 0 0,0 0 1 0 0,2-1-1 0 0,0 1 1 0 0,2-1-1 0 0,12 28 1 0 0,80 153 113 0 0,-78-163-175 0 0,33 55-2196 0 0,-36-68-5617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69 6913 0 0,'-1'-21'2618'0'0,"0"15"-1573"0"0,1 0 0 0 0,0 0 0 0 0,0 0 1 0 0,0 0-1 0 0,2-11 0 0 0,4 31 2467 0 0,5 13-2838 0 0,-3 15-386 0 0,5 55 0 0 0,4 29 433 0 0,-14-111-670 0 0,1 0 1 0 0,1 0-1 0 0,0-1 1 0 0,1 1-1 0 0,0-1 0 0 0,9 13 1 0 0,-11-21-33 0 0,0 0 1 0 0,0 0-1 0 0,0-1 1 0 0,1 0-1 0 0,-1 0 1 0 0,1 0-1 0 0,1 0 1 0 0,-1-1-1 0 0,0 0 1 0 0,1 0-1 0 0,0-1 1 0 0,0 1-1 0 0,0-1 1 0 0,1 0-1 0 0,6 2 1 0 0,-7-4-3 0 0,-1 0 1 0 0,1 0 0 0 0,0-1-1 0 0,-1 0 1 0 0,1 0 0 0 0,0 0 0 0 0,-1 0-1 0 0,1-1 1 0 0,-1 0 0 0 0,1 0-1 0 0,-1-1 1 0 0,1 1 0 0 0,-1-1-1 0 0,0 0 1 0 0,1-1 0 0 0,-1 1-1 0 0,0-1 1 0 0,7-5 0 0 0,-5 2-21 0 0,1 0 0 0 0,-1 0 0 0 0,0-1 0 0 0,0 0 0 0 0,-1 0 1 0 0,0 0-1 0 0,0-1 0 0 0,-1 0 0 0 0,0 0 0 0 0,0 0 0 0 0,-1-1 0 0 0,0 0 0 0 0,0 0 1 0 0,-1 0-1 0 0,3-11 0 0 0,-1-10-40 0 0,-1 1 1 0 0,-2-1-1 0 0,-1-45 1 0 0,-1 57 66 0 0,0 17-35 0 0,0 1 0 0 0,0 0 0 0 0,0 0 0 0 0,0-1-1 0 0,0 1 1 0 0,0 0 0 0 0,-1 0 0 0 0,1 0 0 0 0,0-1 0 0 0,0 1 0 0 0,1 0 0 0 0,-1 0 0 0 0,0-1 0 0 0,0 1 0 0 0,0 0 0 0 0,0 0 0 0 0,0-1 0 0 0,0 1 0 0 0,0 0 0 0 0,0 0 0 0 0,0 0 0 0 0,0-1 0 0 0,0 1 0 0 0,1 0 0 0 0,-1 0 0 0 0,0 0-1 0 0,0-1 1 0 0,0 1 0 0 0,0 0 0 0 0,1 0 0 0 0,-1 0 0 0 0,0 0 0 0 0,0 0 0 0 0,0 0 0 0 0,1-1 0 0 0,-1 1 0 0 0,0 0 0 0 0,0 0 0 0 0,1 0 0 0 0,-1 0 0 0 0,0 0 0 0 0,0 0 0 0 0,0 0 0 0 0,1 0 0 0 0,-1 0 0 0 0,0 0 0 0 0,0 0-1 0 0,1 0 1 0 0,-1 0 0 0 0,15 11-211 0 0,20 27 321 0 0,-28-29-29 0 0,3 2 15 0 0,0-1-1 0 0,1 0 0 0 0,1 0 1 0 0,-1-1-1 0 0,1-1 1 0 0,1 0-1 0 0,-1 0 1 0 0,1-1-1 0 0,1-1 0 0 0,-1 0 1 0 0,21 5-1 0 0,-28-9-54 0 0,0-1-1 0 0,0 0 0 0 0,0 0 1 0 0,0 0-1 0 0,0-1 1 0 0,0 0-1 0 0,0 0 1 0 0,0-1-1 0 0,0 0 1 0 0,0 0-1 0 0,0 0 1 0 0,0 0-1 0 0,0-1 0 0 0,0 0 1 0 0,-1-1-1 0 0,1 1 1 0 0,-1-1-1 0 0,1 0 1 0 0,-1 0-1 0 0,0-1 1 0 0,0 1-1 0 0,-1-1 0 0 0,1 0 1 0 0,-1-1-1 0 0,0 1 1 0 0,0-1-1 0 0,0 0 1 0 0,0 0-1 0 0,-1 0 1 0 0,3-5-1 0 0,0-3-251 0 0,-1-1-1 0 0,0 1 1 0 0,0-1 0 0 0,-2 0-1 0 0,0 0 1 0 0,0 0 0 0 0,-1 0-1 0 0,-1 0 1 0 0,-1-19 0 0 0,-1 14-1100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3225 0 0,'2'2'238'0'0,"0"0"0"0"0,0 0 0 0 0,0 0 0 0 0,0 0 0 0 0,1 0 0 0 0,-1-1 0 0 0,0 1 0 0 0,1-1 0 0 0,-1 1 0 0 0,1-1 0 0 0,0 0 0 0 0,-1 0 0 0 0,1 0 0 0 0,0-1 0 0 0,0 1 0 0 0,0 0 1 0 0,4-1-1 0 0,-2 0 259 0 0,-1 0 0 0 0,1-1-1 0 0,0 1 1 0 0,-1-1 0 0 0,1 0 0 0 0,0-1 0 0 0,-1 1 0 0 0,1-1 0 0 0,-1 0 0 0 0,5-3 0 0 0,-3 1-225 0 0,0 0 0 0 0,0 0 0 0 0,0-1 0 0 0,-1 0 0 0 0,0 0 0 0 0,0-1 0 0 0,0 1 0 0 0,-1-1 0 0 0,0 0 0 0 0,0 0 0 0 0,0-1 0 0 0,-1 1 0 0 0,0-1 0 0 0,4-10 0 0 0,-3 5-30 0 0,-1 0-1 0 0,0 0 1 0 0,-1 0 0 0 0,0 0 0 0 0,-1-1 0 0 0,0 1 0 0 0,-2-23 0 0 0,-8-2 73 0 0,9 35-305 0 0,-1 1 0 0 0,1 0 0 0 0,0-1 0 0 0,-1 1 1 0 0,0 0-1 0 0,1-1 0 0 0,-1 1 0 0 0,0 0 0 0 0,0 0 0 0 0,1-1 0 0 0,-1 1 0 0 0,0 0 0 0 0,0 0 0 0 0,0 0 0 0 0,-1 0 0 0 0,1 0 1 0 0,0 0-1 0 0,0 1 0 0 0,0-1 0 0 0,-1 0 0 0 0,1 0 0 0 0,0 1 0 0 0,-3-1 0 0 0,3 1 13 0 0,0 0-1 0 0,0 1 1 0 0,1-1-1 0 0,-1 1 0 0 0,0-1 1 0 0,1 1-1 0 0,-1-1 1 0 0,0 1-1 0 0,1 0 1 0 0,-1-1-1 0 0,1 1 1 0 0,-1 0-1 0 0,1-1 1 0 0,-1 1-1 0 0,1 0 0 0 0,-1 0 1 0 0,1-1-1 0 0,0 1 1 0 0,-1 0-1 0 0,1 0 1 0 0,0 0-1 0 0,0 0 1 0 0,0-1-1 0 0,-1 3 1 0 0,-3 23 434 0 0,4-25-428 0 0,0 6 26 0 0,0 0 0 0 0,0-1-1 0 0,0 1 1 0 0,1 0 0 0 0,0-1-1 0 0,0 1 1 0 0,1 0 0 0 0,0-1-1 0 0,0 0 1 0 0,0 1-1 0 0,1-1 1 0 0,0 0 0 0 0,0 0-1 0 0,1-1 1 0 0,-1 1 0 0 0,1-1-1 0 0,9 10 1 0 0,-8-10-312 0 0,0 0 0 0 0,1-1 0 0 0,0 1 0 0 0,0-1 0 0 0,0 0-1 0 0,0 0 1 0 0,1-1 0 0 0,-1 0 0 0 0,1 0 0 0 0,8 2 0 0 0,4 0-6540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57 5985 0 0,'14'-23'422'0'0,"-12"20"488"0"0,0-1 1 0 0,1 1-1 0 0,0 0 1 0 0,0 0-1 0 0,0 0 1 0 0,0 0-1 0 0,4-2 1 0 0,-6 4-573 0 0,0 0 0 0 0,0 0 0 0 0,1 1 0 0 0,-1-1 1 0 0,0 1-1 0 0,1-1 0 0 0,-1 1 0 0 0,1-1 0 0 0,-1 1 1 0 0,0 0-1 0 0,1 0 0 0 0,-1 0 0 0 0,1 0 0 0 0,-1 0 1 0 0,1 0-1 0 0,-1 0 0 0 0,0 0 0 0 0,1 0 0 0 0,-1 1 1 0 0,1-1-1 0 0,0 1 0 0 0,1 0-268 0 0,-1 0 0 0 0,0 1 0 0 0,0-1 0 0 0,0 1-1 0 0,0-1 1 0 0,0 1 0 0 0,0 0 0 0 0,-1-1 0 0 0,4 5 0 0 0,4 9-115 0 0,-1-1 0 0 0,-1 1 0 0 0,0 1 0 0 0,-1-1 0 0 0,0 1 0 0 0,-2 0 0 0 0,4 19-1 0 0,-3-15-1343 0 0,-1-1-5896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18 11522 0 0,'-11'-3'1025'0'0,"-3"-6"3848"0"0,15 8-4481 0 0,2-2-168 0 0,1 2-32 0 0,2 1 0 0 0,2 4-2417 0 0,2 3-479 0 0,1 4-97 0 0,0 2-15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60 358 10138 0 0,'-1'0'163'0'0,"0"0"12"0"0,0 0 0 0 0,0-1 0 0 0,0 1 0 0 0,1 0 0 0 0,-1 0 0 0 0,0 0-1 0 0,0 0 1 0 0,0 0 0 0 0,0 0 0 0 0,0 0 0 0 0,0 0 0 0 0,1 0 0 0 0,-1 1 0 0 0,0-1-1 0 0,0 0 1 0 0,0 1 0 0 0,0-1 0 0 0,1 0 0 0 0,-1 1 0 0 0,0-1 0 0 0,0 1-1 0 0,1-1 1 0 0,-1 1 0 0 0,0-1 0 0 0,1 1 0 0 0,-1 0 0 0 0,0-1 0 0 0,1 1-1 0 0,-1 0 1 0 0,1-1 0 0 0,-1 1 0 0 0,1 0 0 0 0,0 0 0 0 0,-1 0 0 0 0,1-1-1 0 0,0 1 1 0 0,-1 0 0 0 0,1 0 0 0 0,0 0 0 0 0,0 0 0 0 0,0 1 0 0 0,-1 0-327 0 0,-6 17 101 0 0,1 0 0 0 0,1 0 0 0 0,1 1 0 0 0,0-1 0 0 0,2 1 0 0 0,-1 30 0 0 0,32-95-875 0 0,-21 35 932 0 0,0 0 0 0 0,0 1 0 0 0,1 0 0 0 0,0 1 0 0 0,1-1 0 0 0,0 2 0 0 0,0-1-1 0 0,1 2 1 0 0,15-9 0 0 0,-22 13 26 0 0,-1 1 1 0 0,1-1-1 0 0,-1 1 1 0 0,1 0-1 0 0,0 0 0 0 0,-1 0 1 0 0,1 0-1 0 0,0 1 1 0 0,0 0-1 0 0,0 0 0 0 0,-1 0 1 0 0,1 0-1 0 0,0 0 1 0 0,0 1-1 0 0,0-1 0 0 0,-1 1 1 0 0,1 0-1 0 0,0 1 0 0 0,-1-1 1 0 0,1 0-1 0 0,-1 1 1 0 0,1 0-1 0 0,-1 0 0 0 0,0 0 1 0 0,0 0-1 0 0,0 0 1 0 0,0 1-1 0 0,0 0 0 0 0,-1-1 1 0 0,1 1-1 0 0,-1 0 1 0 0,1 0-1 0 0,-1 0 0 0 0,3 5 1 0 0,0 3 23 0 0,0-1-1 0 0,-1 1 1 0 0,0 0 0 0 0,0 0 0 0 0,-1 0-1 0 0,-1 1 1 0 0,0-1 0 0 0,0 1 0 0 0,-1-1 0 0 0,-1 1-1 0 0,-1 15 1 0 0,1-21-143 0 0,-1-1-1 0 0,0 1 0 0 0,0 0 1 0 0,0 0-1 0 0,-1-1 0 0 0,0 1 1 0 0,0-1-1 0 0,-1 0 0 0 0,1 1 1 0 0,-7 8-1 0 0,7-11 9 0 0,-1-1 0 0 0,1 1-1 0 0,-1 0 1 0 0,0-1 0 0 0,0 0 0 0 0,0 0-1 0 0,0 0 1 0 0,0 0 0 0 0,0 0 0 0 0,-1 0-1 0 0,1-1 1 0 0,-1 0 0 0 0,1 1 0 0 0,-1-1-1 0 0,1-1 1 0 0,-1 1 0 0 0,0 0 0 0 0,-4-1-1 0 0,6 0 83 0 0,1 1 0 0 0,0-1 0 0 0,-1 0 0 0 0,1 0 0 0 0,0 0-1 0 0,-1 0 1 0 0,1-1 0 0 0,-1 1 0 0 0,1 0 0 0 0,0-1 0 0 0,-1 1 0 0 0,1-1 0 0 0,0 1-1 0 0,0-1 1 0 0,-1 1 0 0 0,1-1 0 0 0,0 0 0 0 0,0 0 0 0 0,0 1 0 0 0,0-1-1 0 0,0 0 1 0 0,0 0 0 0 0,-1-2 0 0 0,1 1-10 0 0,0 0 0 0 0,0 0 0 0 0,1 0 0 0 0,-1 0 0 0 0,0 0 0 0 0,1 0 0 0 0,0 0 0 0 0,-1 0 0 0 0,1-1 0 0 0,0 1 0 0 0,0 0 0 0 0,0 0 0 0 0,1-3 0 0 0,1-9-114 0 0,1 1-1 0 0,1-1 1 0 0,9-22 0 0 0,-9 26 9 0 0,31-76-176 0 0,61-109 0 0 0,67-70 4420 0 0,-163 264-4045 0 0,1-1-1 0 0,0 1 0 0 0,0 0 0 0 0,0-1 1 0 0,0 1-1 0 0,0 0 0 0 0,0 0 1 0 0,0-1-1 0 0,0 1 0 0 0,0 0 1 0 0,0 0-1 0 0,1 0 0 0 0,-1 0 0 0 0,0 1 1 0 0,1-1-1 0 0,-1 0 0 0 0,3 0 1 0 0,-3 1-49 0 0,0 1 0 0 0,0 0 1 0 0,-1-1-1 0 0,1 1 0 0 0,0 0 1 0 0,0-1-1 0 0,-1 1 0 0 0,1 0 1 0 0,0 0-1 0 0,-1 0 0 0 0,1 0 1 0 0,-1 0-1 0 0,1 0 0 0 0,-1 0 1 0 0,0 0-1 0 0,1 0 0 0 0,-1 0 1 0 0,0 0-1 0 0,0 0 0 0 0,1 0 1 0 0,-1 0-1 0 0,0 0 0 0 0,0 0 1 0 0,0 0-1 0 0,0 0 1 0 0,-1 2-1 0 0,7 129 824 0 0,-6-86-878 0 0,2 1 0 0 0,2-1 0 0 0,2 1 0 0 0,13 47 1 0 0,-14-72-116 0 0,-4-16 72 0 0,0 0-1 0 0,0-1 1 0 0,1 1 0 0 0,-1 0-1 0 0,1-1 1 0 0,1 0 0 0 0,-1 1-1 0 0,1-1 1 0 0,3 6 0 0 0,-5-11 70 0 0,0 0 1 0 0,-1 0-1 0 0,1 0 0 0 0,-1 0 1 0 0,1 0-1 0 0,0 0 1 0 0,-1 0-1 0 0,1 0 1 0 0,-1 0-1 0 0,1 0 1 0 0,-1 0-1 0 0,1 0 1 0 0,0 0-1 0 0,-1-1 1 0 0,1 1-1 0 0,-1 0 1 0 0,1 0-1 0 0,-1-1 1 0 0,1 1-1 0 0,-1 0 1 0 0,1-1-1 0 0,-1 1 1 0 0,0 0-1 0 0,1-1 1 0 0,-1 1-1 0 0,1-1 1 0 0,-1 1-1 0 0,0-1 1 0 0,1 1-1 0 0,-1-1 1 0 0,0 1-1 0 0,0-1 1 0 0,1 1-1 0 0,-1-2 1 0 0,13-19 140 0 0,-13 20-146 0 0,24-46 135 0 0,26-48 158 0 0,-45 86-238 0 0,1 1 0 0 0,0-1 0 0 0,1 2 1 0 0,-1-1-1 0 0,1 1 0 0 0,1 0 0 0 0,0 0 0 0 0,9-5 1 0 0,-15 10-43 0 0,0 1 1 0 0,0 0 0 0 0,0 0-1 0 0,0 1 1 0 0,0-1 0 0 0,1 0-1 0 0,-1 1 1 0 0,0-1 0 0 0,0 1-1 0 0,1 0 1 0 0,-1 0 0 0 0,0 0-1 0 0,1 0 1 0 0,-1 0 0 0 0,0 0-1 0 0,0 1 1 0 0,1-1 0 0 0,-1 1-1 0 0,0 0 1 0 0,0-1 0 0 0,0 1-1 0 0,0 0 1 0 0,0 0 0 0 0,0 0-1 0 0,0 1 1 0 0,0-1 0 0 0,0 0-1 0 0,3 4 1 0 0,5 5 31 0 0,0 0 1 0 0,0 1-1 0 0,14 21 0 0 0,-2-3-58 0 0,-11-17-774 0 0,0-1 0 0 0,18 14 1 0 0,-9-11-6847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7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 10138 0 0,'-12'-5'10151'0'0,"9"34"-8082"0"0,3-28-2100 0 0,-1 64 551 0 0,4 0 0 0 0,14 85-1 0 0,-12-112-456 0 0,29 168-1859 0 0,-27-179 824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31 142 9674 0 0,'-1'-1'139'0'0,"-1"1"1"0"0,0-1-1 0 0,1 1 0 0 0,-1-1 0 0 0,1 0 0 0 0,-1 1 1 0 0,1-1-1 0 0,0 0 0 0 0,-1 0 0 0 0,1 0 1 0 0,0 0-1 0 0,-1 0 0 0 0,1 0 0 0 0,0-1 1 0 0,0 1-1 0 0,0 0 0 0 0,0 0 0 0 0,0-1 0 0 0,0 1 1 0 0,1-1-1 0 0,-1 1 0 0 0,0-1 0 0 0,1 1 1 0 0,-1-1-1 0 0,1 0 0 0 0,-1 1 0 0 0,1-4 1 0 0,0 3 68 0 0,0-1 1 0 0,1 0 0 0 0,-1 0 0 0 0,1 1-1 0 0,0-1 1 0 0,0 0 0 0 0,0 1-1 0 0,0-1 1 0 0,0 1 0 0 0,1-1 0 0 0,-1 1-1 0 0,1 0 1 0 0,0-1 0 0 0,-1 1 0 0 0,1 0-1 0 0,4-3 1 0 0,1-2-205 0 0,1 1 1 0 0,0 0-1 0 0,0 1 0 0 0,0 0 1 0 0,1 0-1 0 0,0 1 0 0 0,0 0 0 0 0,0 0 1 0 0,0 1-1 0 0,0 0 0 0 0,18-3 1 0 0,-11 4-129 0 0,1 1 1 0 0,-1 0-1 0 0,1 1 0 0 0,-1 1 1 0 0,1 0-1 0 0,20 5 0 0 0,4 4 124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8 3225 0 0,'-4'-2'533'0'0,"-1"1"0"0"0,0-1 0 0 0,0 1 0 0 0,1 0 0 0 0,-1 1 1 0 0,0-1-1 0 0,0 1 0 0 0,0 0 0 0 0,0 0 0 0 0,0 1 0 0 0,1-1 0 0 0,-1 1 1 0 0,0 0-1 0 0,0 1 0 0 0,1-1 0 0 0,-1 1 0 0 0,1 0 0 0 0,-1 0 0 0 0,1 0 1 0 0,0 0-1 0 0,0 1 0 0 0,-8 6 0 0 0,9-7-374 0 0,0 0 0 0 0,0 0 0 0 0,1 0 0 0 0,-1 1-1 0 0,0 0 1 0 0,1-1 0 0 0,0 1 0 0 0,0 0 0 0 0,-1 0 0 0 0,2 0 0 0 0,-1 1 0 0 0,0-1 0 0 0,1 0-1 0 0,-1 1 1 0 0,1-1 0 0 0,0 1 0 0 0,0-1 0 0 0,0 1 0 0 0,1-1 0 0 0,-1 1 0 0 0,1 0-1 0 0,0-1 1 0 0,0 1 0 0 0,0 0 0 0 0,1-1 0 0 0,-1 1 0 0 0,1 0 0 0 0,0-1 0 0 0,0 1 0 0 0,2 4-1 0 0,2 0-125 0 0,1 0 0 0 0,-1-1-1 0 0,2 1 1 0 0,-1-1 0 0 0,1-1 0 0 0,0 1-1 0 0,0-1 1 0 0,15 9 0 0 0,-15-10-140 0 0,0-1 1 0 0,-1 1-1 0 0,1 0 1 0 0,-1 0-1 0 0,0 1 0 0 0,-1 0 1 0 0,1 0-1 0 0,-1 1 1 0 0,0-1-1 0 0,-1 1 1 0 0,7 13-1 0 0,-10-19 26 0 0,-1 1 1 0 0,1 0-1 0 0,-1 0 1 0 0,0-1-1 0 0,0 1 0 0 0,0 0 1 0 0,0 0-1 0 0,0 0 0 0 0,0 0 1 0 0,0-1-1 0 0,0 1 0 0 0,-1 0 1 0 0,1 0-1 0 0,-1 0 0 0 0,1-1 1 0 0,-1 1-1 0 0,0 0 0 0 0,1-1 1 0 0,-3 3-1 0 0,1 0 7 0 0,-1 0 0 0 0,0-1 0 0 0,0 1 0 0 0,-1-1 0 0 0,1 0 0 0 0,-1 0-1 0 0,-5 4 1 0 0,-4 1 171 0 0,0-1-1 0 0,-1-1 0 0 0,-25 10 1 0 0,23-11-414 0 0,0-1 1 0 0,-27 4-1 0 0,20-5-5619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0,'16'5'1152'0'0,"-8"-2"-928"0"0,2 0-224 0 0,-2-2 0 0 0,-1 3 2465 0 0,-3-2-1105 0 0,3 0 8 0 0,4 3-600 0 0,2-1-128 0 0,0 1-15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330 180 8754 0 0,'-6'-16'896'0'0,"-1"0"1"0"0,-1 1-1 0 0,0 0 1 0 0,-1 0 0 0 0,-1 1-1 0 0,-22-25 1 0 0,29 34-697 0 0,-1 1 1 0 0,0 0-1 0 0,0 0 1 0 0,-1 1-1 0 0,1-1 0 0 0,-1 1 1 0 0,0 0-1 0 0,0 0 1 0 0,0 0-1 0 0,0 1 1 0 0,0 0-1 0 0,-1 0 1 0 0,1 0-1 0 0,-1 0 1 0 0,1 1-1 0 0,-1 0 1 0 0,0 0-1 0 0,1 1 1 0 0,-1 0-1 0 0,0 0 1 0 0,0 0-1 0 0,1 0 1 0 0,-1 1-1 0 0,-6 2 1 0 0,6-1-118 0 0,0 1 0 0 0,0 0 0 0 0,1 0 1 0 0,0 0-1 0 0,0 1 0 0 0,0 0 0 0 0,0 0 0 0 0,0 0 1 0 0,1 1-1 0 0,-1-1 0 0 0,1 1 0 0 0,0 0 1 0 0,1 0-1 0 0,-1 1 0 0 0,1-1 0 0 0,0 1 0 0 0,1-1 1 0 0,-4 11-1 0 0,0 2 49 0 0,0 1 0 0 0,1 0-1 0 0,1 1 1 0 0,-3 32 0 0 0,5 5-32 0 0,2-1-1 0 0,3 1 1 0 0,2-1-1 0 0,21 95 1 0 0,78 214 529 0 0,-59-219-545 0 0,-39-127-338 0 0,-1 1-1 0 0,4 28 1 0 0,-8-42 35 0 0,-1 0 0 0 0,1 0 0 0 0,-1-1 0 0 0,-1 1 0 0 0,1 0 0 0 0,-1 0 0 0 0,0 0 0 0 0,-1-1 0 0 0,1 1 0 0 0,-1 0 0 0 0,0-1 0 0 0,0 1 0 0 0,-4 5 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9218 0 0,'3'-6'440'0'0,"0"0"1"0"0,1 1-1 0 0,0-1 0 0 0,0 1 0 0 0,0 0 1 0 0,0 0-1 0 0,1 0 0 0 0,0 1 0 0 0,7-6 1 0 0,2-3 58 0 0,25-23 1583 0 0,50-36 1 0 0,-75 61-1800 0 0,0 2 1 0 0,1 0-1 0 0,0 1 0 0 0,0 0 1 0 0,1 2-1 0 0,0 0 1 0 0,32-8-1 0 0,-39 12-500 0 0,0 2 0 0 0,0-1 0 0 0,1 1 0 0 0,-1 0 0 0 0,0 1 0 0 0,17 3 0 0 0,53 19-5725 0 0,-66-18 4652 0 0,20 6-1597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8 10138 0 0,'-1'-1'144'0'0,"0"0"0"0"0,0 0 0 0 0,0 0 0 0 0,-1 1 0 0 0,1-1 0 0 0,0 1 1 0 0,0-1-1 0 0,0 1 0 0 0,-1-1 0 0 0,1 1 0 0 0,0 0 0 0 0,-1-1 0 0 0,1 1 0 0 0,0 0 0 0 0,-1 0 0 0 0,1 0 0 0 0,0 0 0 0 0,-1 0 0 0 0,1 0 0 0 0,0 1 0 0 0,0-1 0 0 0,-1 0 0 0 0,1 1 0 0 0,0-1 0 0 0,0 1 0 0 0,-1-1 0 0 0,1 1 1 0 0,0 0-1 0 0,0-1 0 0 0,-2 2 0 0 0,-37 26 2696 0 0,29-17-2517 0 0,1 1 0 0 0,0 1 0 0 0,0-1 0 0 0,1 2 0 0 0,1-1 0 0 0,0 1 0 0 0,1 0 0 0 0,-9 26 0 0 0,2 3 122 0 0,-16 80 0 0 0,26-96-311 0 0,0-1 0 0 0,2 0 1 0 0,1 1-1 0 0,2 0 1 0 0,0-1-1 0 0,1 1 0 0 0,2-1 1 0 0,1 0-1 0 0,10 34 1 0 0,-11-47-108 0 0,1 0 1 0 0,0 0 0 0 0,0-1-1 0 0,2 1 1 0 0,-1-2-1 0 0,1 1 1 0 0,1-1 0 0 0,0 0-1 0 0,1 0 1 0 0,0-1 0 0 0,0 0-1 0 0,1-1 1 0 0,1 0 0 0 0,-1-1-1 0 0,1 0 1 0 0,1 0-1 0 0,0-1 1 0 0,0-1 0 0 0,0 0-1 0 0,13 5 1 0 0,-16-9-138 0 0,-1 0 0 0 0,1 0 0 0 0,0-1 0 0 0,0 0 0 0 0,-1 0 0 0 0,11-1 0 0 0,27-8-6691 0 0,-22 0 89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5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11 184 8754 0 0,'-2'-2'282'0'0,"1"-1"1"0"0,0 1 0 0 0,0 0-1 0 0,0 0 1 0 0,0 0 0 0 0,0-1-1 0 0,1 1 1 0 0,-1 0-1 0 0,1-1 1 0 0,-1 1 0 0 0,1 0-1 0 0,0-1 1 0 0,0 1-1 0 0,0 0 1 0 0,0-1 0 0 0,0 1-1 0 0,1-1 1 0 0,-1 1-1 0 0,1 0 1 0 0,0-1 0 0 0,-1 1-1 0 0,1 0 1 0 0,0 0-1 0 0,0 0 1 0 0,0-1 0 0 0,1 1-1 0 0,-1 0 1 0 0,1 0-1 0 0,1-2 1 0 0,3 0-95 0 0,-1 0-1 0 0,1 0 0 0 0,-1 1 1 0 0,1-1-1 0 0,0 1 1 0 0,0 1-1 0 0,1-1 1 0 0,-1 1-1 0 0,11-2 1 0 0,-13 3-141 0 0,0-1-1 0 0,1 2 1 0 0,-1-1 0 0 0,1 0 0 0 0,-1 1 0 0 0,0 0 0 0 0,1 0-1 0 0,-1 0 1 0 0,1 1 0 0 0,-1-1 0 0 0,0 1 0 0 0,1 0 0 0 0,-1 0-1 0 0,0 1 1 0 0,0-1 0 0 0,0 1 0 0 0,0 0 0 0 0,8 5 0 0 0,-8-4-85 0 0,-1 1 1 0 0,1-1 0 0 0,-1 1 0 0 0,0 0-1 0 0,1 0 1 0 0,-2 0 0 0 0,1 0-1 0 0,0 1 1 0 0,-1-1 0 0 0,0 1 0 0 0,0-1-1 0 0,-1 1 1 0 0,1 0 0 0 0,-1 0-1 0 0,0 0 1 0 0,1 7 0 0 0,0 9-252 0 0,-2-1 0 0 0,0 1 0 0 0,-1-1 0 0 0,-1 0-1 0 0,0 1 1 0 0,-2-1 0 0 0,-6 20 0 0 0,-53 135-1150 0 0,47-136 1461 0 0,54-109 243 0 0,-5 12-1049 0 0,65-160-1987 0 0,-87 184 3017 0 0,10-46 1 0 0,-16 55 1066 0 0,-2-1 1 0 0,-1-34 3541 0 0,-12 115-3912 0 0,7-22-800 0 0,2 1 0 0 0,2 0 1 0 0,0-1-1 0 0,9 42 1 0 0,0-20 140 0 0,32 95 0 0 0,-38-140-356 0 0,-1 0-1 0 0,1 0 1 0 0,1 0 0 0 0,0-1-1 0 0,0 0 1 0 0,1 0-1 0 0,0 0 1 0 0,1-1 0 0 0,13 14-1 0 0,-17-19-187 0 0,1 0 0 0 0,0 0 0 0 0,0-1 0 0 0,0 1 0 0 0,0-1 0 0 0,0 0-1 0 0,0 0 1 0 0,1-1 0 0 0,-1 1 0 0 0,1-1 0 0 0,-1 0 0 0 0,1 0 0 0 0,0 0 0 0 0,-1-1-1 0 0,1 0 1 0 0,0 0 0 0 0,-1 0 0 0 0,1 0 0 0 0,0-1 0 0 0,-1 0 0 0 0,1 0 0 0 0,0 0 0 0 0,-1 0-1 0 0,6-3 1 0 0,18-8-384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1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10594 0 0,'-1'6'592'0'0,"0"0"-1"0"0,0 0 0 0 0,0 0 0 0 0,1 0 1 0 0,0 0-1 0 0,0 0 0 0 0,1 0 1 0 0,-1 0-1 0 0,1 0 0 0 0,2 5 1 0 0,-1 4 95 0 0,1 2-123 0 0,1 0-1 0 0,8 23 0 0 0,17 32-5663 0 0,-29-71 5004 0 0,0 0 0 0 0,1 0 0 0 0,-1 0-1 0 0,1 1 1 0 0,0-1 0 0 0,-1 0-1 0 0,1 0 1 0 0,0 0 0 0 0,0 0 0 0 0,-1 0-1 0 0,1 0 1 0 0,0-1 0 0 0,0 1-1 0 0,0 0 1 0 0,0 0 0 0 0,0-1 0 0 0,0 1-1 0 0,0 0 1 0 0,2 0 0 0 0,-2-3 80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60 10138 0 0,'-8'-9'448'0'0,"4"3"96"0"0,1-1-440 0 0,1 2-104 0 0,2 2 0 0 0,0 0 0 0 0,2 2 120 0 0,1-4 0 0 0,1-2 0 0 0,4 0 1 0 0,3 3-121 0 0,3 1 72 0 0,0 5-72 0 0,0 5 88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6913 0 0,'-1'0'94'0'0,"1"0"-1"0"0,-1 0 0 0 0,1 0 0 0 0,-1 0 0 0 0,1-1 0 0 0,-1 1 1 0 0,1 0-1 0 0,-1 0 0 0 0,1 0 0 0 0,-1 0 0 0 0,1 0 0 0 0,-1 0 0 0 0,1 0 1 0 0,-1 1-1 0 0,1-1 0 0 0,-1 0 0 0 0,1 0 0 0 0,-1 0 0 0 0,1 0 1 0 0,-1 1-1 0 0,1-1 0 0 0,-1 0 0 0 0,1 0 0 0 0,-1 1 0 0 0,1-1 0 0 0,0 0 1 0 0,-1 1-1 0 0,1-1 0 0 0,-1 0 0 0 0,1 1 0 0 0,0-1 0 0 0,-1 1 0 0 0,-7 23 2001 0 0,6 39 366 0 0,3-52-1950 0 0,-2 18-58 0 0,1 11-135 0 0,1-1 0 0 0,7 45 0 0 0,-7-75-315 0 0,1 1 1 0 0,0-1-1 0 0,0 0 1 0 0,1 0-1 0 0,1 0 1 0 0,-1-1-1 0 0,1 1 1 0 0,1-1-1 0 0,-1 0 1 0 0,1 0-1 0 0,1 0 1 0 0,0 0-1 0 0,0-1 1 0 0,11 10 0 0 0,-15-15-23 0 0,0 0 1 0 0,0-1-1 0 0,0 1 1 0 0,0-1-1 0 0,0 0 0 0 0,1 1 1 0 0,-1-1-1 0 0,0 0 1 0 0,1 0-1 0 0,-1 0 1 0 0,1-1-1 0 0,0 1 1 0 0,-1-1-1 0 0,1 1 1 0 0,-1-1-1 0 0,1 0 1 0 0,0 0-1 0 0,-1 0 1 0 0,1 0-1 0 0,4-1 1 0 0,-3-1-62 0 0,-1 1 1 0 0,0-1-1 0 0,0 1 0 0 0,0-1 1 0 0,0 0-1 0 0,0 0 0 0 0,0-1 1 0 0,0 1-1 0 0,-1-1 0 0 0,1 1 1 0 0,-1-1-1 0 0,0 0 0 0 0,3-4 1 0 0,2-4-134 0 0,-1 0 0 0 0,-1-1 1 0 0,0 0-1 0 0,0 0 0 0 0,-1 0 0 0 0,-1 0 1 0 0,4-21-1 0 0,-3-26-240 0 0,-3 37 990 0 0,5-35 1 0 0,-6 56-515 0 0,0 1 1 0 0,0 0 0 0 0,0 0-1 0 0,0 0 1 0 0,0 0 0 0 0,0-1 0 0 0,0 1-1 0 0,0 0 1 0 0,0 0 0 0 0,0 0-1 0 0,0 0 1 0 0,0-1 0 0 0,0 1-1 0 0,0 0 1 0 0,0 0 0 0 0,0 0 0 0 0,1 0-1 0 0,-1-1 1 0 0,0 1 0 0 0,0 0-1 0 0,0 0 1 0 0,0 0 0 0 0,0 0 0 0 0,0 0-1 0 0,0-1 1 0 0,0 1 0 0 0,1 0-1 0 0,-1 0 1 0 0,0 0 0 0 0,0 0-1 0 0,0 0 1 0 0,0 0 0 0 0,1 0 0 0 0,-1 0-1 0 0,0-1 1 0 0,0 1 0 0 0,0 0-1 0 0,0 0 1 0 0,1 0 0 0 0,-1 0-1 0 0,0 0 1 0 0,0 0 0 0 0,0 0 0 0 0,0 0-1 0 0,1 0 1 0 0,5 9 530 0 0,5 18-145 0 0,-10-24-322 0 0,3 5 35 0 0,0 1 0 0 0,1-1-1 0 0,0 0 1 0 0,1 0 0 0 0,-1 0 0 0 0,1-1 0 0 0,1 0 0 0 0,-1 0 0 0 0,1-1 0 0 0,1 1-1 0 0,10 6 1 0 0,-14-10-7 0 0,0 0 0 0 0,0-1-1 0 0,0 1 1 0 0,0-1 0 0 0,0 0-1 0 0,1 0 1 0 0,-1-1-1 0 0,1 1 1 0 0,-1-1 0 0 0,1 0-1 0 0,-1 0 1 0 0,1-1 0 0 0,0 1-1 0 0,0-1 1 0 0,-1 0 0 0 0,1 0-1 0 0,0-1 1 0 0,-1 0-1 0 0,1 1 1 0 0,0-1 0 0 0,-1-1-1 0 0,1 1 1 0 0,-1-1 0 0 0,9-3-1 0 0,-9 1-8 0 0,0 1 1 0 0,0-1-1 0 0,-1 0 0 0 0,1 0 0 0 0,-1 0 0 0 0,0 0 0 0 0,0 0 0 0 0,0-1 1 0 0,0 0-1 0 0,-1 1 0 0 0,0-1 0 0 0,0 0 0 0 0,0 0 0 0 0,-1 0 0 0 0,1 0 1 0 0,0-9-1 0 0,1-9-21 0 0,0 0 0 0 0,-2-31 1 0 0,-4 3-491 0 0,-2 17-3040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12443 0 0,'-2'7'713'0'0,"1"1"1"0"0,0 0 0 0 0,0-1-1 0 0,1 1 1 0 0,0 0 0 0 0,2 13-1 0 0,-1 22 1016 0 0,-2-26-1320 0 0,-3 27-1307 0 0,-3-19-5219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11 9218 0 0,'-15'-5'774'0'0,"-13"0"6117"0"0,27 4-6733 0 0,1 1 0 0 0,-1 0 0 0 0,1 0 0 0 0,-1 0 0 0 0,0 0 0 0 0,1 0 0 0 0,-1 0 0 0 0,0 0-1 0 0,1 0 1 0 0,-1 1 0 0 0,1-1 0 0 0,-1 0 0 0 0,0 0 0 0 0,1 0 0 0 0,-1 1 0 0 0,1-1 0 0 0,-1 0 0 0 0,1 1 0 0 0,-1-1 0 0 0,1 0 0 0 0,-1 1 0 0 0,1-1 0 0 0,-1 1 0 0 0,1 0-395 0 0,0 0 1 0 0,0 0-1 0 0,0 0 0 0 0,0 0 1 0 0,0 0-1 0 0,0 0 0 0 0,0 0 1 0 0,1 0-1 0 0,-1 0 1 0 0,0 0-1 0 0,1 0 0 0 0,-1 0 1 0 0,1 0-1 0 0,-1-1 0 0 0,1 1 1 0 0,-1 0-1 0 0,1 0 1 0 0,0-1-1 0 0,-1 1 0 0 0,3 1 1 0 0,5 7-2094 0 0,1-1-27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0 6913 0 0,'-9'1'1247'0'0,"0"1"0"0"0,0 0 0 0 0,0 1 0 0 0,0-1 0 0 0,1 2 0 0 0,-16 7 0 0 0,56-4 1671 0 0,62-3-1511 0 0,120 4 795 0 0,-71-6-5764 0 0,-119-2 1285 0 0,-2 2-3819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8754 0 0,'43'-17'2842'0'0,"-41"16"-2543"0"0,1 0 0 0 0,-1 1 1 0 0,1-1-1 0 0,-1 1 0 0 0,1-1 0 0 0,0 1 0 0 0,-1 0 0 0 0,1 0 0 0 0,-1 0 0 0 0,1 0 0 0 0,-1 0 0 0 0,1 1 0 0 0,0-1 0 0 0,-1 1 0 0 0,4 1 0 0 0,-4-1-122 0 0,-1 0 0 0 0,0 1-1 0 0,0-1 1 0 0,0 0 0 0 0,0 1 0 0 0,0-1 0 0 0,-1 1 0 0 0,1-1 0 0 0,0 1-1 0 0,-1-1 1 0 0,1 1 0 0 0,-1-1 0 0 0,1 1 0 0 0,-1 0 0 0 0,0-1 0 0 0,1 1-1 0 0,-1 2 1 0 0,0 35 947 0 0,0-24-719 0 0,2 48 260 0 0,6 142 795 0 0,-4-161-2465 0 0,3 0 1 0 0,18 69-1 0 0,-18-88-6300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0,'1'1'251'0'0,"1"-1"1"0"0,-1 0 0 0 0,1 1 0 0 0,-1-1 0 0 0,0 1 0 0 0,0 0-1 0 0,1-1 1 0 0,-1 1 0 0 0,0 0 0 0 0,0 0 0 0 0,0 0 0 0 0,0 0 0 0 0,0 0-1 0 0,0 0 1 0 0,0 0 0 0 0,0 0 0 0 0,0 0 0 0 0,0 0 0 0 0,0 0-1 0 0,-1 1 1 0 0,1-1 0 0 0,-1 0 0 0 0,1 1 0 0 0,-1-1 0 0 0,1 0 0 0 0,-1 1-1 0 0,0-1 1 0 0,1 1 0 0 0,-1-1 0 0 0,0 2 0 0 0,4 52 1517 0 0,-4-46-1338 0 0,1 34 139 0 0,2 1-1 0 0,11 56 1 0 0,-12-88-519 0 0,1 0 1 0 0,0-1-1 0 0,1 1 0 0 0,0-1 1 0 0,1 0-1 0 0,0 0 0 0 0,1-1 0 0 0,0 1 1 0 0,0-1-1 0 0,1-1 0 0 0,1 1 1 0 0,0-1-1 0 0,14 13 0 0 0,-20-20 10 0 0,1 0 0 0 0,-1-1 1 0 0,0 1-1 0 0,1 0 0 0 0,-1-1 0 0 0,1 0 0 0 0,-1 1 0 0 0,1-1 0 0 0,0 0 1 0 0,0-1-1 0 0,-1 1 0 0 0,1 0 0 0 0,0-1 0 0 0,0 1 0 0 0,0-1 0 0 0,0 0 0 0 0,0 0 1 0 0,0 0-1 0 0,0-1 0 0 0,4 0 0 0 0,-3 0-2 0 0,0-1 0 0 0,0 0 0 0 0,0 0 0 0 0,0 0 0 0 0,0-1 0 0 0,0 1 0 0 0,-1-1 0 0 0,1 0 0 0 0,-1 0 0 0 0,1 0 0 0 0,4-7 0 0 0,3-6-27 0 0,-1 1 0 0 0,0-2 0 0 0,-1 1 0 0 0,-1-1 0 0 0,7-21-1 0 0,-13 34-121 0 0,-1 1-54 0 0,1 0-1 0 0,-1 1 1 0 0,0-1 0 0 0,0 0 0 0 0,-1 0 0 0 0,1 0 0 0 0,-1 0 0 0 0,1 0-1 0 0,-1 0 1 0 0,0 0 0 0 0,0-4 0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 11979 0 0,'-11'-15'6548'0'0,"28"23"-3979"0"0,28 23-1547 0 0,-23-13-942 0 0,-1 0 0 0 0,-1 0-1 0 0,-1 2 1 0 0,-1 1 0 0 0,-1 0 0 0 0,-1 1-1 0 0,0 1 1 0 0,-2 1 0 0 0,-1 0 0 0 0,0 0 0 0 0,-2 1-1 0 0,-1 1 1 0 0,12 49 0 0 0,-12-36-204 0 0,-3 0-1 0 0,-1 1 1 0 0,-2 0 0 0 0,-2 0 0 0 0,-1 0-1 0 0,-2 0 1 0 0,-2 0 0 0 0,-15 74 0 0 0,11-86-352 0 0,-1 0 0 0 0,-18 39 1 0 0,11-34-283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9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1 193 9674 0 0,'0'0'748'0'0,"31"18"3896"0"0,-11-4-3743 0 0,-1 1-1 0 0,25 22 1 0 0,-32-25-782 0 0,1 0 0 0 0,0-1-1 0 0,1-1 1 0 0,1 0-1 0 0,-1-1 1 0 0,28 13 0 0 0,-39-21-98 0 0,0 0 0 0 0,1 0 0 0 0,-1 0 0 0 0,1 0 0 0 0,-1-1 0 0 0,0 1-1 0 0,1-1 1 0 0,-1 0 0 0 0,1 0 0 0 0,-1 0 0 0 0,1-1 0 0 0,-1 1 0 0 0,1-1 0 0 0,-1 0 0 0 0,0 0 0 0 0,0 0 0 0 0,7-3 0 0 0,-5 1-3 0 0,0 0-1 0 0,-1-1 1 0 0,1 1 0 0 0,-1-1-1 0 0,1 0 1 0 0,-1-1-1 0 0,0 1 1 0 0,-1-1 0 0 0,6-8-1 0 0,3-8-119 0 0,-2-1 0 0 0,0 0 0 0 0,-1 0 0 0 0,5-25 0 0 0,-13 43 48 0 0,41-159 263 0 0,-42 162-174 0 0,0 1-1 0 0,0-1 1 0 0,0 1 0 0 0,0 0-1 0 0,0-1 1 0 0,0 1-1 0 0,1-1 1 0 0,-1 1-1 0 0,0 0 1 0 0,0-1-1 0 0,0 1 1 0 0,0-1 0 0 0,1 1-1 0 0,-1 0 1 0 0,0-1-1 0 0,0 1 1 0 0,1 0-1 0 0,-1-1 1 0 0,0 1-1 0 0,0 0 1 0 0,1 0-1 0 0,-1-1 1 0 0,0 1 0 0 0,1 0-1 0 0,-1 0 1 0 0,0 0-1 0 0,1-1 1 0 0,-1 1-1 0 0,1 0 1 0 0,-1 0-1 0 0,0 0 1 0 0,1 0 0 0 0,-1 0-1 0 0,1 0 1 0 0,-1 0-1 0 0,1 0 1 0 0,10 13 689 0 0,5 28-194 0 0,-15-39-499 0 0,11 36 89 0 0,-2 0 1 0 0,-1 0 0 0 0,-2 1 0 0 0,3 59 0 0 0,-10-74-100 0 0,0-1 0 0 0,-2 0 0 0 0,-1 1 0 0 0,0-1-1 0 0,-2 0 1 0 0,0-1 0 0 0,-2 1 0 0 0,-1-1 0 0 0,-10 21 0 0 0,7-19 39 0 0,-1 0 1 0 0,-2 0-1 0 0,0-2 0 0 0,-1 1 0 0 0,-28 29 0 0 0,37-47 849 0 0,4-25-9670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8754 0 0,'11'-2'638'0'0,"0"0"0"0"0,0 0-1 0 0,0-1 1 0 0,0-1 0 0 0,0 0 0 0 0,-1 0 0 0 0,18-11-1 0 0,10-3 93 0 0,26-4 155 0 0,-52 19-1569 0 0,-1 0 0 0 0,1 1 0 0 0,0 0-1 0 0,0 1 1 0 0,0 1 0 0 0,0 0 0 0 0,0 1 0 0 0,0 0 0 0 0,0 0 0 0 0,20 6 0 0 0,-21-3 684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8754 0 0,'0'0'384'0'0,"0"-1"88"0"0,1-1-376 0 0,1 1-96 0 0,0 0 0 0 0,0-2 0 0 0,2 0 352 0 0,3-3 64 0 0,4-2 0 0 0,6-3 8 0 0,2-2-888 0 0,1 1-176 0 0,2 1-40 0 0,1 2-8 0 0,2 2 528 0 0,1 2 160 0 0,-1 3-64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7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29 6449 0 0,'-1'1'79'0'0,"1"-1"0"0"0,-1 1 0 0 0,0-1 0 0 0,1 1-1 0 0,-1 0 1 0 0,1-1 0 0 0,-1 1 0 0 0,1 0-1 0 0,-1-1 1 0 0,1 1 0 0 0,-1 0 0 0 0,1 0 0 0 0,0-1-1 0 0,-1 1 1 0 0,1 0 0 0 0,0 0 0 0 0,0 0 0 0 0,-1-1-1 0 0,1 1 1 0 0,0 0 0 0 0,0 0 0 0 0,0 0-1 0 0,0 0 1 0 0,0-1 0 0 0,0 1 0 0 0,1 1 0 0 0,1 25 626 0 0,-1-25-665 0 0,1 1-1 0 0,0 0 1 0 0,0 0-1 0 0,0-1 1 0 0,0 1 0 0 0,1-1-1 0 0,-1 0 1 0 0,1 0-1 0 0,-1 0 1 0 0,1 0 0 0 0,0 0-1 0 0,-1 0 1 0 0,1-1 0 0 0,0 1-1 0 0,0-1 1 0 0,1 0-1 0 0,-1 0 1 0 0,0 0 0 0 0,5 0-1 0 0,10 3-45 0 0,1-1 0 0 0,21 1 0 0 0,-26-3 35 0 0,228-1 1320 0 0,-137-3-546 0 0,244-17 1952 0 0,-175 7-2666 0 0,103-16-522 0 0,9-1 460 0 0,350 10 453 0 0,-322 13-617 0 0,226 3-87 0 0,-2 33 273 0 0,-106 7-137 0 0,112 7 96 0 0,-204-15-110 0 0,-107-7-476 0 0,11 2 0 0 0,159 8 292 0 0,893-36 1557 0 0,-690-18-2542 0 0,-90 6 2495 0 0,-148-1 1026 0 0,-204 8-1717 0 0,10-1-381 0 0,209-5-1711 0 0,-276 16 853 0 0,85 4 2098 0 0,-165-1-664 0 0,-1 1 0 0 0,0 1 0 0 0,-1 1 1 0 0,1 1-1 0 0,32 14 0 0 0,-55-20-703 0 0,-1 1 0 0 0,1-1 0 0 0,0 1 0 0 0,-1 0 0 0 0,1-1 0 0 0,-1 1 0 0 0,0 0 0 0 0,0 1 0 0 0,1-1 0 0 0,-2 0 0 0 0,1 1 0 0 0,0-1 0 0 0,0 1 0 0 0,-1-1 0 0 0,1 1 1 0 0,-1 0-1 0 0,0-1 0 0 0,0 1 0 0 0,0 0 0 0 0,0 0 0 0 0,0 0 0 0 0,-1 0 0 0 0,1 0 0 0 0,-1 0 0 0 0,0 0 0 0 0,0 5 0 0 0,-1 8 160 0 0,-1 0-1 0 0,-1 0 1 0 0,0-1-1 0 0,-6 18 1 0 0,-4 18 43 0 0,9-13-228 0 0,1 1 0 0 0,5 73 0 0 0,19 77 0 0 0,0-17 0 0 0,100 839 128 0 0,-41-551-128 0 0,25-4 0 0 0,-1-55 0 0 0,-85-306 0 0 0,-4 1 0 0 0,3 125 0 0 0,-25 248-839 0 0,1-227 515 0 0,4-129 410 0 0,-6 0 0 0 0,-22 116 1 0 0,22-181-18 0 0,0 53 1 0 0,7-74-249 0 0,0-20 157 0 0,-1 0 1 0 0,1-1-1 0 0,-1 1 1 0 0,0 0 0 0 0,-1-1-1 0 0,-4 10 1 0 0,3-9 3 0 0,1 0 0 0 0,0 0 0 0 0,1 0 0 0 0,-3 12 0 0 0,3 10 93 0 0,2-24-48 0 0,0 0 0 0 0,0-1 0 0 0,-1 1-1 0 0,1 0 1 0 0,-1 0 0 0 0,0-1 0 0 0,-1 1 0 0 0,1 0 0 0 0,-3 5 0 0 0,2-11 70 0 0,-1 1-1 0 0,1-1 1 0 0,0 1 0 0 0,0 0 0 0 0,0 0 0 0 0,0 0 0 0 0,-1 0 0 0 0,1 0-1 0 0,0 0 1 0 0,0 0 0 0 0,0 1 0 0 0,0-1 0 0 0,0 1 0 0 0,0 0 0 0 0,0 0-1 0 0,0-1 1 0 0,0 1 0 0 0,-2 2 0 0 0,-30 23-152 0 0,-1 1-161 0 0,0-1 0 0 0,-2-2-1 0 0,-1-1 1 0 0,-40 17 0 0 0,4-12 114 0 0,-2-3 0 0 0,0-4 1 0 0,-128 19-1 0 0,-170 12 450 0 0,93-15-451 0 0,-77 1-74 0 0,194-23 132 0 0,-98 5 153 0 0,-40 5 72 0 0,-677 102 71 0 0,413-36-324 0 0,-367 51 79 0 0,385-73-6 0 0,346-39 4 0 0,-58 7-75 0 0,151-27 8 0 0,-414 31-31 0 0,304-31 94 0 0,-194 2-88 0 0,-415-68 295 0 0,742 47-202 0 0,-1 3 0 0 0,1 4 0 0 0,-95 10 0 0 0,68 4-60 0 0,27-4-230 0 0,-128 29 0 0 0,14 4 94 0 0,8-2 713 0 0,173-33-535 0 0,0 0 0 0 0,-29 16 0 0 0,31-14-5 0 0,-1 0 0 0 0,-31 10 0 0 0,46-21 44 0 0,1 1 1 0 0,0-1-1 0 0,0 0 0 0 0,0 1 1 0 0,0-1-1 0 0,0 0 1 0 0,1 0-1 0 0,-1 0 0 0 0,1 0 1 0 0,-1-4-1 0 0,0 4-9 0 0,-19-55-75 0 0,2 0 1 0 0,3-2-1 0 0,-10-68 1 0 0,9 47 136 0 0,-154-777 213 0 0,63 293-343 0 0,37-5 219 0 0,35-509 133 0 0,36 1062-295 0 0,-26-500 148 0 0,16 377-40 0 0,7 44-54 0 0,3-1 0 0 0,5 0 0 0 0,4 0 0 0 0,26-115 0 0 0,3 39-90 0 0,24-128-95 0 0,-49 223 87 0 0,3-146-1 0 0,-17 194 95 0 0,-1 0 1 0 0,-2 1-1 0 0,-1-1 1 0 0,-1 1-1 0 0,-1 1 1 0 0,-2-1-1 0 0,0 1 1 0 0,-2 1-1 0 0,-2-1 1 0 0,0 2-1 0 0,-25-36 1 0 0,17 25-166 0 0,-16-23 365 0 0,34 55-824 0 0,-1 0-1 0 0,0 1 1 0 0,0-1-1 0 0,-1 1 0 0 0,1 0 1 0 0,-1 0-1 0 0,0 0 1 0 0,-9-5-1 0 0,10 7-1132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25 188 5529 0 0,'-3'-2'258'0'0,"1"-1"0"0"0,0 0 0 0 0,0 1 0 0 0,0-1 1 0 0,0 0-1 0 0,0 0 0 0 0,1 0 0 0 0,-1 0 0 0 0,1 0 0 0 0,0-1 0 0 0,0 1 0 0 0,0 0 0 0 0,0-1 0 0 0,1 1 0 0 0,-1 0 0 0 0,1-1 0 0 0,0 1 0 0 0,0-1 0 0 0,0 1 0 0 0,0-1 1 0 0,1 1-1 0 0,-1 0 0 0 0,1-1 0 0 0,0 1 0 0 0,0 0 0 0 0,0-1 0 0 0,3-4 0 0 0,-1 0 383 0 0,1-1 1 0 0,0 1-1 0 0,1 0 0 0 0,0 0 1 0 0,0 0-1 0 0,1 1 0 0 0,0-1 0 0 0,0 2 1 0 0,9-9-1 0 0,-13 14-524 0 0,-1 0 1 0 0,1 0-1 0 0,0 0 1 0 0,0 0-1 0 0,0 0 0 0 0,-1 1 1 0 0,1-1-1 0 0,0 1 1 0 0,0 0-1 0 0,0-1 0 0 0,0 1 1 0 0,0 0-1 0 0,0 0 0 0 0,0 0 1 0 0,0 0-1 0 0,3 1 1 0 0,37 11 539 0 0,-12-4-549 0 0,-27-7-93 0 0,1 0 0 0 0,-1 0 0 0 0,1 0 0 0 0,-1 1 0 0 0,0-1 0 0 0,1 1 0 0 0,-1 0 1 0 0,0 0-1 0 0,0 0 0 0 0,0 0 0 0 0,0 0 0 0 0,0 1 0 0 0,-1 0 0 0 0,1-1 0 0 0,-1 1 0 0 0,0 0 1 0 0,0 0-1 0 0,0 0 0 0 0,0 0 0 0 0,2 6 0 0 0,2 5 89 0 0,-1 1 0 0 0,0-1 0 0 0,4 27 1 0 0,-4-16-67 0 0,-1-8-34 0 0,-2 0 1 0 0,0 0 0 0 0,-1 0-1 0 0,-1 0 1 0 0,0 0-1 0 0,-3 17 1 0 0,-24 101 58 0 0,3-8-18 0 0,13-61 85 0 0,-2-1 0 0 0,-33 97 1 0 0,36-138-80 0 0,7-19-25 0 0,1 0 0 0 0,0 1-1 0 0,0-1 1 0 0,0 1 0 0 0,1 0 0 0 0,-1-1-1 0 0,0 8 1 0 0,6-10-1339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0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101 309 920 0 0,'-3'-4'777'0'0,"-1"0"0"0"0,1 0 0 0 0,-1 1 0 0 0,0-1-1 0 0,0 1 1 0 0,0 0 0 0 0,-1 1 0 0 0,1-1 0 0 0,-1 1 0 0 0,1 0-1 0 0,-1 0 1 0 0,0 0 0 0 0,-14-5 5984 0 0,7 2-2476 0 0,-3 4-3620 0 0,15 5-609 0 0,1 1-58 0 0,0 0-1 0 0,0 0 1 0 0,0 0 0 0 0,0-1-1 0 0,1 1 1 0 0,0 0 0 0 0,0-1-1 0 0,0 1 1 0 0,1-1 0 0 0,-1 0-1 0 0,1 0 1 0 0,0 0 0 0 0,0 0-1 0 0,0 0 1 0 0,1-1-1 0 0,0 1 1 0 0,-1-1 0 0 0,1 0-1 0 0,0 0 1 0 0,0-1 0 0 0,1 1-1 0 0,-1-1 1 0 0,0 0 0 0 0,1 0-1 0 0,6 2 1 0 0,-8-3 2 0 0,-1 0 0 0 0,0 0 0 0 0,0 0 0 0 0,0 0-1 0 0,0 1 1 0 0,0-1 0 0 0,0 1 0 0 0,0-1 0 0 0,0 1 0 0 0,-1 0 0 0 0,3 2 0 0 0,-4-3-14 0 0,1 0 1 0 0,0 0-1 0 0,0 0 0 0 0,0 0 1 0 0,0 0-1 0 0,0 0 1 0 0,0 0-1 0 0,0 0 1 0 0,1 0-1 0 0,-1 0 0 0 0,0 0 1 0 0,0-1-1 0 0,1 1 1 0 0,-1 0-1 0 0,0-1 0 0 0,1 0 1 0 0,-1 1-1 0 0,0-1 1 0 0,1 0-1 0 0,-1 1 1 0 0,1-1-1 0 0,-1 0 0 0 0,1 0 1 0 0,-1 0-1 0 0,1 0 1 0 0,-1-1-1 0 0,3 1 0 0 0,47-22-210 0 0,-45 18 223 0 0,0 1 0 0 0,0 0-1 0 0,0 0 1 0 0,0 0 0 0 0,1 1 0 0 0,-1 0-1 0 0,1 0 1 0 0,0 1 0 0 0,0 0 0 0 0,-1 0 0 0 0,1 0-1 0 0,0 1 1 0 0,0 0 0 0 0,8 1 0 0 0,-10-1-25 0 0,0-1 1 0 0,0 1-1 0 0,-1-1 1 0 0,1 0 0 0 0,-1-1-1 0 0,1 1 1 0 0,-1-1-1 0 0,1 0 1 0 0,-1 0 0 0 0,0-1-1 0 0,0 1 1 0 0,0-1-1 0 0,4-3 1 0 0,5-2-11 0 0,-2 0 106 0 0,1 0 1 0 0,-1 0 0 0 0,-1-1-1 0 0,1 0 1 0 0,-2-1 0 0 0,1-1-1 0 0,11-15 1 0 0,-6 3 131 0 0,-2 0 0 0 0,21-46 0 0 0,-5 26 80 0 0,-25 38-547 0 0,0 0 0 0 0,0 0 1 0 0,-1 0-1 0 0,1 0 0 0 0,-1-1 0 0 0,0 1 0 0 0,-1-1 0 0 0,1 0 1 0 0,2-11-1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13 311 12443 0 0,'-12'-7'7734'0'0,"12"7"-7669"0"0,1 12-72 0 0,2-1 1 0 0,0 1-1 0 0,0 0 1 0 0,1-1-1 0 0,1 0 1 0 0,0 0-1 0 0,7 11 1 0 0,48 76 438 0 0,-56-91-390 0 0,1 0 0 0 0,0-1 1 0 0,1 1-1 0 0,-1-1 0 0 0,1-1 1 0 0,1 1-1 0 0,-1-1 0 0 0,1 0 0 0 0,0 0 1 0 0,0-1-1 0 0,0 0 0 0 0,16 6 1 0 0,-20-9-85 0 0,1 0 1 0 0,0 0-1 0 0,0 0 0 0 0,0-1 1 0 0,0 1-1 0 0,0-1 1 0 0,0 0-1 0 0,0 0 0 0 0,0-1 1 0 0,0 1-1 0 0,0-1 1 0 0,0 0-1 0 0,0 0 0 0 0,0 0 1 0 0,0 0-1 0 0,0-1 1 0 0,-1 0-1 0 0,1 0 0 0 0,-1 0 1 0 0,1 0-1 0 0,-1 0 1 0 0,0-1-1 0 0,0 1 1 0 0,0-1-1 0 0,0 0 0 0 0,0 0 1 0 0,0 0-1 0 0,2-4 1 0 0,0 0-199 0 0,0-1-1 0 0,0 0 1 0 0,0 1 0 0 0,-1-1 0 0 0,-1-1 0 0 0,1 1 0 0 0,-1-1 0 0 0,-1 1 0 0 0,1-1 0 0 0,0-11 0 0 0,-1 2-53 0 0,-2-1 0 0 0,0 1 0 0 0,-5-37 0 0 0,5 55 295 0 0,1-1 0 0 0,-1 0 0 0 0,0 1-1 0 0,0-1 1 0 0,1 1 0 0 0,-1-1 0 0 0,1 0 0 0 0,-1 1 0 0 0,1-1 0 0 0,-1 1 0 0 0,0-1 0 0 0,1 1 0 0 0,0-1 0 0 0,-1 1 0 0 0,1 0 0 0 0,-1-1 0 0 0,1 1-1 0 0,0 0 1 0 0,-1-1 0 0 0,1 1 0 0 0,-1 0 0 0 0,1 0 0 0 0,0-1 0 0 0,-1 1 0 0 0,1 0 0 0 0,0 0 0 0 0,0 0 0 0 0,-1 0 0 0 0,1 0 0 0 0,0 0-1 0 0,-1 0 1 0 0,1 0 0 0 0,0 0 0 0 0,-1 0 0 0 0,1 1 0 0 0,1-1 0 0 0,36 4 64 0 0,-28-2 128 0 0,-2-1 52 0 0,0-1 0 0 0,-1 0 0 0 0,1 0 0 0 0,0 0 0 0 0,0-1 1 0 0,-1 0-1 0 0,1-1 0 0 0,0 1 0 0 0,-1-2 0 0 0,14-4 0 0 0,-18 5-126 0 0,1 0 0 0 0,-1-1 0 0 0,0 1 0 0 0,0-1 0 0 0,0 1 0 0 0,0-1 0 0 0,0 0-1 0 0,0 0 1 0 0,-1 0 0 0 0,1-1 0 0 0,-1 1 0 0 0,0-1 0 0 0,0 1 0 0 0,0-1 0 0 0,-1 0 0 0 0,1 1-1 0 0,-1-1 1 0 0,0 0 0 0 0,0 0 0 0 0,0 0 0 0 0,-1 0 0 0 0,1-6 0 0 0,0-7-176 0 0,-1 0 0 0 0,0 0 1 0 0,-1 0-1 0 0,-1 0 0 0 0,-1 0 1 0 0,0 0-1 0 0,-1 1 0 0 0,-1 0 1 0 0,-1 0-1 0 0,0 0 0 0 0,-16-28 1 0 0,17 38-1931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75 920 0 0,'-20'6'3526'0'0,"20"-5"-3452"0"0,-1-1 0 0 0,1 0 0 0 0,0 0 0 0 0,0 0-1 0 0,-1 0 1 0 0,1 0 0 0 0,0 1 0 0 0,-1-1 0 0 0,1 0 0 0 0,0 0 0 0 0,-1 0 0 0 0,1 0 0 0 0,0 0 0 0 0,0 0-1 0 0,-1 0 1 0 0,1 0 0 0 0,0 0 0 0 0,-1 0 0 0 0,1 0 0 0 0,0-1 0 0 0,-1 1 0 0 0,1 0 0 0 0,0 0 0 0 0,0 0-1 0 0,-1 0 1 0 0,1 0 0 0 0,0-1 0 0 0,0 1 0 0 0,-1 0 0 0 0,1 0 0 0 0,0 0 0 0 0,0-1 0 0 0,-1 1 0 0 0,1 0-1 0 0,0 0 1 0 0,0-1 0 0 0,0 1 0 0 0,0 0 0 0 0,-1 0 0 0 0,1-1 0 0 0,0 1 0 0 0,0 0 0 0 0,0-1 0 0 0,0 1 0 0 0,0 0-1 0 0,0 0 1 0 0,0-1 0 0 0,0 1 0 0 0,0 0 0 0 0,0-1 0 0 0,0 1 0 0 0,0 0 0 0 0,0-1 0 0 0,0 1 0 0 0,0 0-1 0 0,0-1 1 0 0,0 1 0 0 0,0 0 0 0 0,0 0 0 0 0,1-1 0 0 0,0-2 303 0 0,1 1-1 0 0,-1 0 1 0 0,1-1 0 0 0,0 1 0 0 0,0 0-1 0 0,0 0 1 0 0,0 0 0 0 0,0 0 0 0 0,0 0-1 0 0,1 1 1 0 0,3-3 0 0 0,14-7 1684 0 0,-10 6-1466 0 0,0-1-1 0 0,0 2 1 0 0,1-1-1 0 0,0 1 1 0 0,0 1 0 0 0,12-3-1 0 0,-20 6-548 0 0,0 0 0 0 0,1 0-1 0 0,-1 0 1 0 0,0 0 0 0 0,0 0 0 0 0,1 1-1 0 0,-1-1 1 0 0,0 1 0 0 0,0 0-1 0 0,0 0 1 0 0,0 0 0 0 0,0 1 0 0 0,0-1-1 0 0,0 1 1 0 0,0 0 0 0 0,-1-1-1 0 0,1 1 1 0 0,-1 0 0 0 0,1 1-1 0 0,-1-1 1 0 0,0 0 0 0 0,0 1 0 0 0,0-1-1 0 0,0 1 1 0 0,0 0 0 0 0,2 4-1 0 0,-1 0-30 0 0,0 0-1 0 0,0 1 0 0 0,-1-1 0 0 0,0 1 0 0 0,0 0 0 0 0,-1 0 0 0 0,0-1 0 0 0,0 1 0 0 0,-1 0 0 0 0,0 0 1 0 0,0 0-1 0 0,-1 0 0 0 0,0 0 0 0 0,0 0 0 0 0,-1-1 0 0 0,0 1 0 0 0,0 0 0 0 0,-1-1 0 0 0,0 0 0 0 0,-6 10 1 0 0,11-19-7 0 0,-1 1 0 0 0,0 0 1 0 0,0-1-1 0 0,0 1 1 0 0,1 0-1 0 0,-1 0 1 0 0,1 0-1 0 0,-1 0 1 0 0,1 0-1 0 0,-1 0 0 0 0,1 0 1 0 0,0 0-1 0 0,-1 0 1 0 0,1 1-1 0 0,0-1 1 0 0,0 1-1 0 0,-1-1 1 0 0,1 1-1 0 0,0 0 0 0 0,0 0 1 0 0,0 0-1 0 0,-1 0 1 0 0,1 0-1 0 0,0 0 1 0 0,0 0-1 0 0,0 1 1 0 0,-1-1-1 0 0,1 1 0 0 0,0-1 1 0 0,0 1-1 0 0,-1 0 1 0 0,3 0-1 0 0,3 2-15 0 0,-1 0 0 0 0,1 0 0 0 0,0 0 0 0 0,-1 1-1 0 0,1 0 1 0 0,-1 0 0 0 0,6 6 0 0 0,-9-7 29 0 0,0 0 1 0 0,0 0-1 0 0,0 0 0 0 0,0 0 0 0 0,-1 0 1 0 0,1 1-1 0 0,-1-1 0 0 0,0 1 1 0 0,0 0-1 0 0,0 0 0 0 0,-1 0 0 0 0,1 0 1 0 0,-1 0-1 0 0,0 0 0 0 0,0 0 1 0 0,-1 0-1 0 0,1 0 0 0 0,-1 5 1 0 0,0-4 38 0 0,-1 0 0 0 0,0 0 0 0 0,0 0 1 0 0,0 0-1 0 0,-1 0 0 0 0,0 0 1 0 0,0 0-1 0 0,0-1 0 0 0,0 1 0 0 0,-1-1 1 0 0,0 1-1 0 0,-6 7 0 0 0,0-3 24 0 0,1 0 0 0 0,-1-1-1 0 0,0 0 1 0 0,-1-1 0 0 0,0 0-1 0 0,0 0 1 0 0,-1-1 0 0 0,0 0-1 0 0,0-1 1 0 0,0 0 0 0 0,-20 5-1 0 0,11-5-221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6449 0 0,'-9'-14'369'0'0,"7"12"-80"0"0,1 1 0 0 0,-1-1 0 0 0,1 0 0 0 0,0 0 0 0 0,0 0 1 0 0,0 0-1 0 0,0 0 0 0 0,0 0 0 0 0,1 0 0 0 0,-1 0 1 0 0,0 0-1 0 0,1-3 0 0 0,6 72 3974 0 0,0-23-3636 0 0,-6-39-555 0 0,4 37 608 0 0,16 76 1 0 0,-17-107-675 0 0,0 0 1 0 0,1 0 0 0 0,0 0-1 0 0,1-1 1 0 0,0 1 0 0 0,0-1-1 0 0,1 0 1 0 0,1 0 0 0 0,-1-1-1 0 0,2 0 1 0 0,15 16 0 0 0,-21-24-16 0 0,0 1 0 0 0,-1-1-1 0 0,1 1 1 0 0,0-1 0 0 0,0 0 0 0 0,0 0 0 0 0,0 0 0 0 0,0 0 0 0 0,0 0 0 0 0,0-1 0 0 0,0 1 0 0 0,0 0 0 0 0,1-1 0 0 0,-1 0 0 0 0,0 1 0 0 0,0-1 0 0 0,1 0 0 0 0,-1 0 0 0 0,0 0 0 0 0,0-1 0 0 0,5 0 0 0 0,-4 0-16 0 0,0-1 0 0 0,1 1 0 0 0,-1-1 0 0 0,0 0 0 0 0,0 0 0 0 0,0 0 0 0 0,0-1 0 0 0,0 1 0 0 0,-1-1 0 0 0,1 1 0 0 0,-1-1 0 0 0,3-4 0 0 0,2-3-52 0 0,-1 1 0 0 0,-1-1 1 0 0,0-1-1 0 0,0 1 0 0 0,-1-1 0 0 0,0 0 0 0 0,3-21 0 0 0,-4-34-143 0 0,-4 51 182 0 0,2 0-1 0 0,3-28 1 0 0,-4 44 47 0 0,0 0 1 0 0,1 0-1 0 0,-1 0 1 0 0,1 1-1 0 0,-1-1 0 0 0,1-1 1 0 0,-1 1-1 0 0,1 0 1 0 0,-1 0-1 0 0,1 0 1 0 0,0 0-1 0 0,0 0 0 0 0,0 0 1 0 0,-1-1-1 0 0,1 1 1 0 0,0 0-1 0 0,0-1 0 0 0,0 1 1 0 0,0-1-1 0 0,0 1 1 0 0,0-1-1 0 0,0 1 0 0 0,0-1 1 0 0,2 1-1 0 0,28 9 643 0 0,-17-9-312 0 0,0 0 0 0 0,0 0-1 0 0,0-1 1 0 0,0-1 0 0 0,0 0 0 0 0,27-6 0 0 0,-37 6-282 0 0,1 0 0 0 0,0 0 0 0 0,-1-1 0 0 0,1 1 0 0 0,-1-1 0 0 0,1 0 0 0 0,-1-1 0 0 0,0 1 0 0 0,0-1 0 0 0,0 1 0 0 0,0-1 0 0 0,-1 0 0 0 0,1-1 0 0 0,-1 1 0 0 0,1-1 0 0 0,-1 1 0 0 0,0-1 0 0 0,-1 0 0 0 0,1 0 0 0 0,-1 0 0 0 0,1 0 0 0 0,-1-1 0 0 0,2-7 0 0 0,-3 8 17 0 0,-1 0-1 0 0,0 1 0 0 0,0-1 0 0 0,0 0 1 0 0,0 0-1 0 0,0 0 0 0 0,-1 0 1 0 0,0 1-1 0 0,1-1 0 0 0,-2 0 0 0 0,1 1 1 0 0,0-1-1 0 0,-1 1 0 0 0,-1-5 1 0 0,-33-44-2529 0 0,24 38-1404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13827 0 0,'6'74'2002'0'0,"-5"-43"-1063"0"0,2-1-1 0 0,9 44 1 0 0,-10-66-1268 0 0,0 0-1 0 0,1 0 1 0 0,0 0 0 0 0,0 0-1 0 0,1 0 1 0 0,0-1-1 0 0,1 1 1 0 0,-1-1 0 0 0,1 0-1 0 0,1 0 1 0 0,-1-1-1 0 0,1 0 1 0 0,9 8 0 0 0,1-3-126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35 156 8754 0 0,'-1'-2'438'0'0,"0"1"0"0"0,0-1 1 0 0,0 0-1 0 0,0 0 0 0 0,0 0 1 0 0,-1 1-1 0 0,1-1 0 0 0,0 1 1 0 0,-1-1-1 0 0,0 1 0 0 0,1 0 0 0 0,-1-1 1 0 0,-2 0-1 0 0,3 2-365 0 0,1-1-1 0 0,0 1 1 0 0,-1 0 0 0 0,1 0 0 0 0,0 0-1 0 0,-1 0 1 0 0,1 0 0 0 0,0 0-1 0 0,-1 0 1 0 0,1 0 0 0 0,0 0-1 0 0,-1 0 1 0 0,1 0 0 0 0,0 0 0 0 0,-1 0-1 0 0,1 0 1 0 0,0 1 0 0 0,-1-1-1 0 0,1 0 1 0 0,0 0 0 0 0,0 0 0 0 0,-1 0-1 0 0,1 1 1 0 0,0-1 0 0 0,0 0-1 0 0,-1 0 1 0 0,1 0 0 0 0,0 1-1 0 0,-1-1 1 0 0,-3 19 899 0 0,5-4-886 0 0,1-1 1 0 0,0 1-1 0 0,1-1 0 0 0,1 1 1 0 0,0-1-1 0 0,1 0 1 0 0,1-1-1 0 0,0 1 1 0 0,0-1-1 0 0,1 0 1 0 0,1-1-1 0 0,0 0 1 0 0,1 0-1 0 0,0 0 1 0 0,1-1-1 0 0,0-1 1 0 0,1 0-1 0 0,0 0 1 0 0,21 13-1 0 0,-28-21-24 0 0,0 1-1 0 0,1-1 0 0 0,-1 0 1 0 0,1 0-1 0 0,-1 0 1 0 0,1-1-1 0 0,0 0 1 0 0,0 1-1 0 0,0-2 0 0 0,0 1 1 0 0,0-1-1 0 0,0 1 1 0 0,6-2-1 0 0,-8 0-54 0 0,0 1 1 0 0,0-1-1 0 0,0 0 1 0 0,-1-1-1 0 0,1 1 0 0 0,0 0 1 0 0,-1-1-1 0 0,1 0 1 0 0,-1 1-1 0 0,0-1 0 0 0,1 0 1 0 0,-1 0-1 0 0,0 0 1 0 0,0-1-1 0 0,0 1 1 0 0,-1 0-1 0 0,1-1 0 0 0,0 1 1 0 0,-1-1-1 0 0,0 0 1 0 0,1 1-1 0 0,-1-1 0 0 0,1-4 1 0 0,1-4-7 0 0,0 1 1 0 0,-1-1 0 0 0,0 0-1 0 0,-1 1 1 0 0,0-1-1 0 0,-1 0 1 0 0,0 0 0 0 0,-1-13-1 0 0,-2 2-54 0 0,-1 0 0 0 0,-1 0 0 0 0,-8-21 0 0 0,15 47 91 0 0,0-1-1 0 0,0 1 1 0 0,0-1-1 0 0,0 0 1 0 0,1 0-1 0 0,0 0 0 0 0,-1 0 1 0 0,1-1-1 0 0,0 1 1 0 0,0-1-1 0 0,1 1 1 0 0,-1-1-1 0 0,0 0 1 0 0,1 0-1 0 0,0-1 0 0 0,-1 1 1 0 0,1-1-1 0 0,0 0 1 0 0,-1 1-1 0 0,1-2 1 0 0,0 1-1 0 0,0 0 0 0 0,0-1 1 0 0,0 0-1 0 0,0 0 1 0 0,0 0-1 0 0,5-1 1 0 0,-5 1-6 0 0,-1 0 1 0 0,1 0-1 0 0,-1-1 1 0 0,1 1-1 0 0,-1-1 1 0 0,0 0-1 0 0,1 0 1 0 0,-1 0-1 0 0,0 0 1 0 0,1-1-1 0 0,-1 0 1 0 0,0 1-1 0 0,0-1 1 0 0,-1 0-1 0 0,1 0 1 0 0,0 0-1 0 0,0-1 0 0 0,-1 1 1 0 0,0-1-1 0 0,1 1 1 0 0,-1-1-1 0 0,0 0 1 0 0,0 0-1 0 0,-1 0 1 0 0,1 0-1 0 0,0 0 1 0 0,-1 0-1 0 0,0-1 1 0 0,0 1-1 0 0,0 0 1 0 0,0-1-1 0 0,0-5 1 0 0,-1-3-246 0 0,-1-1 1 0 0,0 0-1 0 0,-1 0 1 0 0,-5-19-1 0 0,-4-16-866 0 0,10 33-388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8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14 6913 0 0,'-23'20'7309'0'0,"35"-32"-5344"0"0,-11 10-1825 0 0,0 0-1 0 0,1 1 1 0 0,-1-1-1 0 0,1 1 1 0 0,0-1-1 0 0,-1 1 1 0 0,1 0-1 0 0,0-1 1 0 0,0 1-1 0 0,0 0 0 0 0,0 0 1 0 0,0 0-1 0 0,0 1 1 0 0,0-1-1 0 0,0 0 1 0 0,0 1-1 0 0,0-1 1 0 0,0 1-1 0 0,1 0 1 0 0,-1 0-1 0 0,0 0 1 0 0,0 0-1 0 0,0 0 0 0 0,1 0 1 0 0,-1 1-1 0 0,0-1 1 0 0,0 1-1 0 0,0-1 1 0 0,4 3-1 0 0,-2-1-40 0 0,-1 1-1 0 0,0-1 1 0 0,0 1 0 0 0,0 0-1 0 0,0 0 1 0 0,-1 1-1 0 0,1-1 1 0 0,-1 0 0 0 0,0 1-1 0 0,0 0 1 0 0,0-1-1 0 0,0 1 1 0 0,-1 0-1 0 0,1 0 1 0 0,0 5 0 0 0,6 47 290 0 0,-3-9-2 0 0,-5-47-379 0 0,0 0 1 0 0,0 1 0 0 0,0-1-1 0 0,0 0 1 0 0,0 0 0 0 0,0 1-1 0 0,0-1 1 0 0,0 0-1 0 0,0 0 1 0 0,0 0 0 0 0,0 1-1 0 0,1-1 1 0 0,-1 0 0 0 0,0 0-1 0 0,0 0 1 0 0,0 1-1 0 0,0-1 1 0 0,0 0 0 0 0,0 0-1 0 0,0 0 1 0 0,1 1 0 0 0,-1-1-1 0 0,0 0 1 0 0,0 0-1 0 0,0 0 1 0 0,1 0 0 0 0,-1 0-1 0 0,0 1 1 0 0,0-1 0 0 0,0 0-1 0 0,1 0 1 0 0,-1 0-1 0 0,0 0 1 0 0,0 0 0 0 0,0 0-1 0 0,1 0 1 0 0,-1 0 0 0 0,0 0-1 0 0,0 0 1 0 0,1 0-1 0 0,-1 0 1 0 0,0 0 0 0 0,0 0-1 0 0,1 0 1 0 0,9-10 205 0 0,6-18-3 0 0,-15 27-192 0 0,48-108-1887 0 0,-40 89-5922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23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8080 3088 14371 0 0,'-4'3'231'0'0,"0"0"0"0"0,0-1 0 0 0,1 1 0 0 0,0 0-1 0 0,-1 1 1 0 0,1-1 0 0 0,0 1 0 0 0,1-1 0 0 0,-1 1 0 0 0,-2 4 0 0 0,1-1 311 0 0,-18 24-430 0 0,15-20-90 0 0,0 0 0 0 0,-1 0-1 0 0,-1 0 1 0 0,0-1 0 0 0,0-1 0 0 0,-1 1 0 0 0,-13 8 0 0 0,-3-2 60 0 0,-1-1 0 0 0,0-1 0 0 0,-1-1 1 0 0,-34 10-1 0 0,-123 28 604 0 0,91-27-494 0 0,57-15-130 0 0,-2-1-1 0 0,1-3 0 0 0,-41 2 1 0 0,-116-8 218 0 0,49 0-191 0 0,-83-2-217 0 0,-121 6-144 0 0,208 5 216 0 0,0-7-1 0 0,-213-25 1 0 0,245 6 261 0 0,2-6-1 0 0,0-4 1 0 0,-162-65 0 0 0,-295-165 696 0 0,514 233-892 0 0,-33-19-81 0 0,-110-77-1 0 0,-67-71-138 0 0,160 115 183 0 0,-218-189 291 0 0,16-22 202 0 0,96 91-282 0 0,8-3-1392 0 0,-31-28-721 0 0,192 196 1885 0 0,0 2 1 0 0,-64-38 0 0 0,-93-37 93 0 0,53 29 74 0 0,-91-50-159 0 0,-147-87-75 0 0,103 55 708 0 0,211 126-379 0 0,-2 2 1 0 0,-92-25-1 0 0,-108-10 468 0 0,-7-3-18 0 0,173 45-331 0 0,70 17-151 0 0,0-2 1 0 0,0-1-1 0 0,-55-23 1 0 0,48 8-218 0 0,32 18 21 0 0,-1 0 0 0 0,0 1 0 0 0,-1 1 0 0 0,-13-6 1 0 0,21 9 9 0 0,-1 1 0 0 0,2 0-6 0 0,0 0 1 0 0,1 0 0 0 0,-1 0-1 0 0,0 0 1 0 0,0 1 0 0 0,0-1 0 0 0,0 0-1 0 0,0 0 1 0 0,1 0 0 0 0,-1 0-1 0 0,0 0 1 0 0,0 0 0 0 0,0 0 0 0 0,0 0-1 0 0,0 0 1 0 0,0 0 0 0 0,0 0-1 0 0,1 1 1 0 0,-1-1 0 0 0,0 0-1 0 0,0 0 1 0 0,0 0 0 0 0,0 0 0 0 0,0 0-1 0 0,0 0 1 0 0,0 1 0 0 0,0-1-1 0 0,0 0 1 0 0,0 0 0 0 0,0 0 0 0 0,0 0-1 0 0,0 0 1 0 0,0 1 0 0 0,0-1-1 0 0,0 0 1 0 0,0 0 0 0 0,0 0 0 0 0,0 0-1 0 0,0 0 1 0 0,0 1 0 0 0,0-1-1 0 0,0 0 1 0 0,0 0 0 0 0,0 0-1 0 0,0 0 1 0 0,0 0 0 0 0,0 0 0 0 0,0 1-1 0 0,-1-1 1 0 0,1 0 0 0 0,0 0-1 0 0,0 0 1 0 0,0 0 0 0 0,0 0 0 0 0,0 0-1 0 0,0 0 1 0 0,0 0 0 0 0,-1 0-1 0 0,1 1 1 0 0,0-1 0 0 0,0 0-1 0 0,0 0 1 0 0,0 0 0 0 0,-1 0 0 0 0,2 0 23 0 0,0 1 1 0 0,-1 0 0 0 0,1-1 0 0 0,0 1-1 0 0,-1-1 1 0 0,1 1 0 0 0,0-1-1 0 0,0 0 1 0 0,0 1 0 0 0,-1-1 0 0 0,1 0-1 0 0,0 1 1 0 0,0-1 0 0 0,0 0 0 0 0,0 0-1 0 0,-1 0 1 0 0,1 0 0 0 0,0 0 0 0 0,0 0-1 0 0,0 0 1 0 0,0 0 0 0 0,0 0 0 0 0,1-1-1 0 0,15-14 323 0 0,-6 3-477 0 0,99-107-790 0 0,-103 114 884 0 0,1 1 0 0 0,-1 0 1 0 0,0 0-1 0 0,1 0 1 0 0,0 1-1 0 0,0 0 0 0 0,16-3 1 0 0,-2-1-11 0 0,-19 7 80 0 0,-9 9 703 0 0,-30 22-471 0 0,23-21-272 0 0,0 0 0 0 0,1 1 0 0 0,0 1 0 0 0,1 0 0 0 0,-12 17 0 0 0,-16 16 86 0 0,32-38-62 0 0,1-1 0 0 0,-1 1 0 0 0,1 1 0 0 0,0-1 0 0 0,1 1 0 0 0,-6 11 0 0 0,11-18-10 0 0,0 0 1 0 0,-1 0-1 0 0,1-1 1 0 0,0 1 0 0 0,0 0-1 0 0,0 0 1 0 0,0 0-1 0 0,0-1 1 0 0,1 1 0 0 0,-1 0-1 0 0,0 0 1 0 0,0-1-1 0 0,0 1 1 0 0,1 0-1 0 0,-1 0 1 0 0,0-1 0 0 0,1 1-1 0 0,-1 0 1 0 0,1-1-1 0 0,-1 1 1 0 0,1-1 0 0 0,-1 1-1 0 0,1 0 1 0 0,-1-1-1 0 0,1 1 1 0 0,-1-1 0 0 0,1 1-1 0 0,0-1 1 0 0,-1 0-1 0 0,1 1 1 0 0,0-1-1 0 0,-1 0 1 0 0,1 1 0 0 0,0-1-1 0 0,1 1 1 0 0,35 10 163 0 0,-26-8-113 0 0,5 4 32 0 0,-1 1 1 0 0,0 0-1 0 0,-1 1 1 0 0,0 1-1 0 0,0 0 1 0 0,-1 1-1 0 0,-1 1 1 0 0,19 21-1 0 0,33 28 154 0 0,-61-60-235 0 0,4 6-124 0 0,0-1 1 0 0,1 0-1 0 0,-1-1 0 0 0,1 0 1 0 0,1 0-1 0 0,-1 0 1 0 0,1-1-1 0 0,0-1 0 0 0,9 4 1 0 0,5-4-7691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7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40 6449 0 0,'-2'-3'352'0'0,"0"1"0"0"0,0-1 0 0 0,0 0 0 0 0,0 0 0 0 0,0 1 0 0 0,0-1 0 0 0,-1 1 0 0 0,1 0 0 0 0,-1-1 0 0 0,0 1 0 0 0,1 0 0 0 0,-1 1 0 0 0,0-1 1 0 0,-4-1-1 0 0,6 2-230 0 0,-1 1 0 0 0,1-1 0 0 0,0 1 0 0 0,-1 0 0 0 0,1-1 1 0 0,0 1-1 0 0,-1 0 0 0 0,1 0 0 0 0,0 0 0 0 0,-1 0 0 0 0,1 0 0 0 0,0 0 1 0 0,-1 0-1 0 0,1 1 0 0 0,-1-1 0 0 0,1 0 0 0 0,0 1 0 0 0,0-1 1 0 0,-1 1-1 0 0,1-1 0 0 0,0 1 0 0 0,0 0 0 0 0,0-1 0 0 0,-1 1 1 0 0,1 0-1 0 0,0 0 0 0 0,0 0 0 0 0,0 0 0 0 0,0 0 0 0 0,1 0 1 0 0,-1 0-1 0 0,0 0 0 0 0,0 0 0 0 0,1 1 0 0 0,-2 0 0 0 0,-16 42 707 0 0,1 1 0 0 0,3 0 0 0 0,-10 50 0 0 0,7-27-413 0 0,6-25-221 0 0,1 0 0 0 0,3 1 1 0 0,1 0-1 0 0,2 0 0 0 0,3 49 0 0 0,1-76-136 0 0,2 0 1 0 0,0-1-1 0 0,0 1 0 0 0,2-1 0 0 0,0 0 0 0 0,0 0 0 0 0,2 0 0 0 0,0-1 0 0 0,1 0 0 0 0,0 0 0 0 0,1 0 0 0 0,1-1 0 0 0,1 0 0 0 0,0-1 0 0 0,0 0 0 0 0,22 20 0 0 0,-25-27-58 0 0,0-1 0 0 0,0 0 0 0 0,1 0 0 0 0,0-1 0 0 0,0 0 0 0 0,0 0 0 0 0,0-1 0 0 0,1 0 0 0 0,0 0 1 0 0,8 1-1 0 0,0-2-354 0 0,0 0 1 0 0,0-1 0 0 0,-1 0 0 0 0,25-4-1 0 0,-17 1-703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7.7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131 62 8754 0 0,'0'-1'102'0'0,"-1"1"-1"0"0,1-1 1 0 0,-1 0 0 0 0,0 1 0 0 0,1-1 0 0 0,-1 0-1 0 0,0 1 1 0 0,1-1 0 0 0,-1 1 0 0 0,0-1 0 0 0,0 1-1 0 0,0 0 1 0 0,1-1 0 0 0,-1 1 0 0 0,0 0 0 0 0,0-1-1 0 0,0 1 1 0 0,0 0 0 0 0,0 0 0 0 0,0 0 0 0 0,1 0-1 0 0,-1 0 1 0 0,0 0 0 0 0,0 0 0 0 0,0 0 0 0 0,0 0-1 0 0,-1 0 1 0 0,0 1 81 0 0,-1 0-1 0 0,0 1 0 0 0,1-1 1 0 0,-1 0-1 0 0,1 1 1 0 0,-1-1-1 0 0,1 1 1 0 0,0 0-1 0 0,-2 2 1 0 0,-3 2 255 0 0,1 1 0 0 0,0 0 0 0 0,0 1 0 0 0,-9 15 0 0 0,8-8-309 0 0,0 0-1 0 0,2 0 0 0 0,-1 1 1 0 0,2 0-1 0 0,0 0 1 0 0,1 0-1 0 0,0 1 0 0 0,2-1 1 0 0,0 1-1 0 0,1-1 1 0 0,0 1-1 0 0,1 0 0 0 0,1-1 1 0 0,4 18-1 0 0,-5-31-139 0 0,0 0-1 0 0,0-1 0 0 0,0 1 1 0 0,1 0-1 0 0,-1-1 1 0 0,0 1-1 0 0,1 0 1 0 0,0-1-1 0 0,0 0 1 0 0,0 1-1 0 0,0-1 0 0 0,0 0 1 0 0,0 0-1 0 0,0 0 1 0 0,1 0-1 0 0,-1-1 1 0 0,1 1-1 0 0,-1-1 0 0 0,1 1 1 0 0,0-1-1 0 0,-1 0 1 0 0,1 0-1 0 0,0 0 1 0 0,0 0-1 0 0,0-1 1 0 0,0 1-1 0 0,0-1 0 0 0,0 0 1 0 0,0 1-1 0 0,0-1 1 0 0,0-1-1 0 0,0 1 1 0 0,0 0-1 0 0,0-1 1 0 0,3-1-1 0 0,2 0-11 0 0,0 0-1 0 0,-1 0 1 0 0,0-1-1 0 0,1-1 1 0 0,-1 1 0 0 0,-1-1-1 0 0,1 0 1 0 0,0-1-1 0 0,-1 1 1 0 0,0-1 0 0 0,0-1-1 0 0,8-8 1 0 0,-5 2 95 0 0,-1-1 1 0 0,0 0 0 0 0,-1 0-1 0 0,-1 0 1 0 0,0-1-1 0 0,0 0 1 0 0,-2 0-1 0 0,6-26 1 0 0,-7 27 31 0 0,-1 0 1 0 0,-1 0-1 0 0,0 0 0 0 0,-1 0 1 0 0,0-1-1 0 0,-1 1 0 0 0,0 0 0 0 0,-1 0 1 0 0,-1 0-1 0 0,-4-14 0 0 0,6 23-87 0 0,-1 0-1 0 0,1 0 1 0 0,-1 0-1 0 0,0 0 1 0 0,0 1-1 0 0,-1-1 1 0 0,1 1-1 0 0,-1 0 0 0 0,0-1 1 0 0,0 1-1 0 0,0 0 1 0 0,0 1-1 0 0,0-1 1 0 0,0 0-1 0 0,-1 1 1 0 0,1 0-1 0 0,-1 0 1 0 0,-6-3-1 0 0,7 4-435 0 0,-1 0 0 0 0,0 1 0 0 0,1-1 0 0 0,-1 1 0 0 0,1-1 0 0 0,-1 1 0 0 0,0 0 0 0 0,1 1 0 0 0,-1-1 0 0 0,1 0 0 0 0,-1 1 0 0 0,1 0 0 0 0,-1 0 0 0 0,-3 2 0 0 0,-11 5-5040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0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0 10138 0 0,'-2'1'200'0'0,"0"-1"-1"0"0,1 1 1 0 0,-1 0-1 0 0,0 0 1 0 0,0-1-1 0 0,1 1 1 0 0,-1 0 0 0 0,1 1-1 0 0,-1-1 1 0 0,1 0-1 0 0,-1 0 1 0 0,1 1-1 0 0,0-1 1 0 0,-2 3-1 0 0,-1-1 112 0 0,-10 10 238 0 0,1 1 0 0 0,0 0 1 0 0,1 1-1 0 0,0 0 1 0 0,1 0-1 0 0,1 2 1 0 0,-14 28-1 0 0,24-44-536 0 0,-1 0 0 0 0,1 1 1 0 0,-1-1-1 0 0,1 1 0 0 0,-1-1 0 0 0,1 1 0 0 0,0-1 0 0 0,0 1 0 0 0,-1-1 0 0 0,1 1 0 0 0,0-1 1 0 0,0 1-1 0 0,1-1 0 0 0,-1 1 0 0 0,0-1 0 0 0,0 1 0 0 0,1-1 0 0 0,-1 1 0 0 0,1-1 1 0 0,0 0-1 0 0,-1 1 0 0 0,1-1 0 0 0,0 0 0 0 0,0 1 0 0 0,-1-1 0 0 0,1 0 0 0 0,0 0 1 0 0,0 0-1 0 0,0 0 0 0 0,1 0 0 0 0,-1 0 0 0 0,0 0 0 0 0,0 0 0 0 0,1 0 0 0 0,-1 0 0 0 0,0-1 1 0 0,3 2-1 0 0,6 1-33 0 0,0 1 0 0 0,0-1 0 0 0,1-1 0 0 0,17 2 0 0 0,16 5 17 0 0,-41-8-4 0 0,0 0-1 0 0,0 0 1 0 0,0 1-1 0 0,0-1 1 0 0,-1 1-1 0 0,1 0 1 0 0,-1 0 0 0 0,1 0-1 0 0,-1 0 1 0 0,0 0-1 0 0,0 0 1 0 0,0 1-1 0 0,0-1 1 0 0,0 1-1 0 0,0-1 1 0 0,-1 1-1 0 0,1 0 1 0 0,1 5 0 0 0,-2-3 0 0 0,0 0 1 0 0,0 0-1 0 0,0 0 1 0 0,-1 0-1 0 0,0 0 1 0 0,0 0-1 0 0,0 0 1 0 0,-1 0-1 0 0,1 0 1 0 0,-3 9-1 0 0,-3 3 24 0 0,0-1 0 0 0,-1 1 0 0 0,-1-1 0 0 0,0-1 0 0 0,-16 24 1 0 0,10-19-501 0 0,1-2-185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6449 0 0,'2'-4'231'0'0,"0"-1"-1"0"0,1 1 1 0 0,-1-1-1 0 0,1 1 1 0 0,0 0-1 0 0,0 0 1 0 0,1 1-1 0 0,6-7 1 0 0,-9 9-103 0 0,0 0 1 0 0,0 1 0 0 0,0-1-1 0 0,0 1 1 0 0,0-1 0 0 0,0 0-1 0 0,1 1 1 0 0,-1 0 0 0 0,0-1-1 0 0,0 1 1 0 0,1 0 0 0 0,-1 0-1 0 0,0 0 1 0 0,0 0 0 0 0,1 0 0 0 0,-1 0-1 0 0,0 0 1 0 0,0 0 0 0 0,1 0-1 0 0,-1 0 1 0 0,0 1 0 0 0,0-1-1 0 0,1 1 1 0 0,-1-1 0 0 0,0 1-1 0 0,0-1 1 0 0,0 1 0 0 0,0-1-1 0 0,0 1 1 0 0,0 0 0 0 0,0 0-1 0 0,0 0 1 0 0,0 0 0 0 0,0 0 0 0 0,0 0-1 0 0,0 0 1 0 0,-1 0 0 0 0,1 0-1 0 0,1 2 1 0 0,4 6 599 0 0,0 1 1 0 0,0 1-1 0 0,-1-1 0 0 0,0 1 1 0 0,5 19-1 0 0,12 62 665 0 0,-14-55-900 0 0,32 169 404 0 0,24 95-2162 0 0,-36-223-2292 0 0,-19-57-2339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8.5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134 184 7834 0 0,'-10'-3'672'0'0,"0"-1"1"0"0,0-1 0 0 0,1 0 0 0 0,-1 0 0 0 0,1-1 0 0 0,0 0-1 0 0,1-1 1 0 0,-1 0 0 0 0,2 0 0 0 0,-1-1 0 0 0,1 1-1 0 0,0-2 1 0 0,-9-13 0 0 0,15 21-556 0 0,1 0 0 0 0,-1-1 0 0 0,0 1 0 0 0,1 0 0 0 0,-1-1 0 0 0,1 1 0 0 0,0-1 0 0 0,0 1 0 0 0,-1 0 0 0 0,1-1 0 0 0,0 1 0 0 0,0-1 0 0 0,0 1 0 0 0,1-1 0 0 0,-1 1 0 0 0,0-1 0 0 0,0 1 0 0 0,1 0 0 0 0,-1-1-1 0 0,1 1 1 0 0,-1 0 0 0 0,1-1 0 0 0,0 1 0 0 0,-1 0 0 0 0,1 0 0 0 0,0-1 0 0 0,0 1 0 0 0,0 0 0 0 0,0 0 0 0 0,0 0 0 0 0,1-1 0 0 0,19-13 152 0 0,2 3-3660 0 0,-16 9 982 0 0,14-7-4230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38 9218 0 0,'-1'-2'175'0'0,"0"0"1"0"0,0 0-1 0 0,0 0 1 0 0,0 0-1 0 0,0 0 1 0 0,-1 0-1 0 0,1 0 1 0 0,0 0-1 0 0,-1 0 1 0 0,0 1-1 0 0,1-1 1 0 0,-1 1-1 0 0,0-1 1 0 0,0 1-1 0 0,0 0 1 0 0,0-1-1 0 0,0 1 1 0 0,0 0-1 0 0,0 0 0 0 0,0 1 1 0 0,0-1-1 0 0,0 0 1 0 0,-1 1-1 0 0,1-1 1 0 0,-4 0-1 0 0,3 1 63 0 0,-1-1-1 0 0,0 1 0 0 0,0 0 1 0 0,0 0-1 0 0,0 1 1 0 0,0-1-1 0 0,0 1 0 0 0,0-1 1 0 0,0 1-1 0 0,1 1 1 0 0,-1-1-1 0 0,0 0 0 0 0,1 1 1 0 0,-7 3-1 0 0,1 2-104 0 0,1 1-1 0 0,-1 0 1 0 0,1 1-1 0 0,1-1 1 0 0,-1 1-1 0 0,2 1 1 0 0,-1 0-1 0 0,1 0 1 0 0,1 0-1 0 0,-1 0 1 0 0,2 1-1 0 0,0 0 1 0 0,0 0-1 0 0,1 0 1 0 0,0 0-1 0 0,1 1 1 0 0,0-1-1 0 0,0 15 1 0 0,1-1 29 0 0,1 0 0 0 0,1 0 0 0 0,1 0 0 0 0,1-1 0 0 0,1 1 0 0 0,2 0 0 0 0,11 34 0 0 0,-7-34-115 0 0,0-1 0 0 0,2 0 1 0 0,23 36-1 0 0,-26-47-499 0 0,0-1 0 0 0,0 0 1 0 0,1 0-1 0 0,1-1 0 0 0,0-1 1 0 0,1 1-1 0 0,20 13 0 0 0,-5-16-2510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6913 0 0,'45'-30'165'0'0,"1"3"-1"0"0,1 2 0 0 0,84-31 0 0 0,-105 47 132 0 0,0 1 1 0 0,0 2 0 0 0,45-6 0 0 0,-61 10-3389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09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16 3225 0 0,'-2'-2'208'0'0,"1"0"1"0"0,0 1 0 0 0,-1-1 0 0 0,1 0-1 0 0,-1 1 1 0 0,0-1 0 0 0,0 1 0 0 0,1 0 0 0 0,-1 0-1 0 0,-28 6 12809 0 0,30-4-12769 0 0,0 15 69 0 0,2 0-1 0 0,0 0 1 0 0,0 0-1 0 0,2-1 1 0 0,0 1 0 0 0,8 20-1 0 0,-8-27-154 0 0,0 0-1 0 0,0-1 1 0 0,0 1 0 0 0,1-1-1 0 0,1 0 1 0 0,-1 0 0 0 0,1 0-1 0 0,1-1 1 0 0,-1 0 0 0 0,1 0-1 0 0,13 10 1 0 0,-18-16-166 0 0,0 0 1 0 0,0 0-1 0 0,0 0 1 0 0,0 0-1 0 0,0 0 1 0 0,0-1-1 0 0,0 1 1 0 0,0 0-1 0 0,0-1 1 0 0,0 0-1 0 0,0 1 1 0 0,0-1-1 0 0,0 0 1 0 0,0 0-1 0 0,0 0 1 0 0,0-1-1 0 0,0 1 1 0 0,1 0-1 0 0,1-2 1 0 0,0 1-11 0 0,0-1 0 0 0,-1 0 0 0 0,0 0 0 0 0,1 0 0 0 0,-1 0 0 0 0,0 0 0 0 0,0-1 0 0 0,0 1 0 0 0,-1-1 0 0 0,4-3 0 0 0,0-2-14 0 0,0 0 0 0 0,-1 0 0 0 0,0-1 0 0 0,0 1 0 0 0,-1-1 0 0 0,0-1 0 0 0,4-13 0 0 0,28-97 92 0 0,-25 152 320 0 0,0-4-439 0 0,1 0 1 0 0,1-1 0 0 0,2-1-1 0 0,1 0 1 0 0,26 33-1 0 0,-4-4-98 0 0,-36-53-62 0 0,-1 1 0 0 0,0-1 0 0 0,1 0 0 0 0,0 0 0 0 0,-1 0 0 0 0,1-1 0 0 0,0 1 0 0 0,0 0 0 0 0,0-1 0 0 0,0 1 0 0 0,0-1 0 0 0,5 3 0 0 0,-6-4-12 0 0,1 0-1 0 0,-1 0 1 0 0,0 0-1 0 0,1 0 1 0 0,-1 0-1 0 0,1 0 1 0 0,-1 0-1 0 0,0 0 1 0 0,1-1-1 0 0,-1 1 1 0 0,0 0-1 0 0,1-1 1 0 0,-1 1-1 0 0,0-1 1 0 0,1 0-1 0 0,-1 1 1 0 0,0-1-1 0 0,0 0 1 0 0,0 0-1 0 0,0 0 1 0 0,1 0-1 0 0,-1 0 1 0 0,-1 0-1 0 0,2-1 1 0 0,5-5-925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12 6449 0 0,'0'0'126'0'0,"-1"-1"0"0"0,1 1 0 0 0,-1 0-1 0 0,1 0 1 0 0,-1 0 0 0 0,0-1-1 0 0,1 1 1 0 0,-1 0 0 0 0,1 0-1 0 0,-1 0 1 0 0,0 0 0 0 0,1 0 0 0 0,-1 0-1 0 0,1 0 1 0 0,-1 0 0 0 0,0 1-1 0 0,1-1 1 0 0,-1 0 0 0 0,1 0 0 0 0,-1 0-1 0 0,0 1 1 0 0,1-1 0 0 0,-1 0-1 0 0,1 1 1 0 0,-1-1 0 0 0,1 0 0 0 0,-1 1-1 0 0,1-1 1 0 0,-1 1 0 0 0,2 18 4420 0 0,0-13-4799 0 0,4 18 1922 0 0,13 38 1 0 0,16 19-2118 0 0,-32-90 131 0 0,0 1-1 0 0,0-1 1 0 0,0 1-1 0 0,1-1 1 0 0,7-13 0 0 0,-2 7 456 0 0,1 0 1 0 0,0 0 0 0 0,17-21-1 0 0,-21 29 58 0 0,1 1-1 0 0,0 0 1 0 0,0 0 0 0 0,0 1-1 0 0,1 0 1 0 0,0 0-1 0 0,0 0 1 0 0,0 1 0 0 0,11-5-1 0 0,-16 8-115 0 0,0 1 0 0 0,0-1 1 0 0,-1 1-1 0 0,1 0 0 0 0,0-1 0 0 0,0 1 0 0 0,0 0 0 0 0,0 0 0 0 0,0 1 0 0 0,0-1 0 0 0,0 0 1 0 0,-1 1-1 0 0,1-1 0 0 0,0 1 0 0 0,0-1 0 0 0,0 1 0 0 0,-1 0 0 0 0,1 0 0 0 0,0 0 0 0 0,-1 0 1 0 0,1 0-1 0 0,-1 0 0 0 0,1 0 0 0 0,-1 1 0 0 0,0-1 0 0 0,1 0 0 0 0,-1 1 0 0 0,0-1 1 0 0,0 1-1 0 0,0-1 0 0 0,0 1 0 0 0,0 0 0 0 0,0 0 0 0 0,0 2 0 0 0,5 9 57 0 0,0 1 0 0 0,-1-1 0 0 0,4 23 0 0 0,-4-15-80 0 0,17 40-2545 0 0,-13-41-4393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162 31 5529 0 0,'1'-1'203'0'0,"-1"0"0"0"0,0-1-1 0 0,0 1 1 0 0,0 0 0 0 0,0 0 0 0 0,-1 0 0 0 0,1 0-1 0 0,0 0 1 0 0,0-1 0 0 0,-1 1 0 0 0,1 0-1 0 0,-1 0 1 0 0,1 0 0 0 0,-1 0 0 0 0,1 0-1 0 0,-1 0 1 0 0,1 0 0 0 0,-1 0 0 0 0,0 0 0 0 0,0 0-1 0 0,0 1 1 0 0,1-1 0 0 0,-1 0 0 0 0,0 0-1 0 0,0 1 1 0 0,0-1 0 0 0,0 1 0 0 0,0-1-1 0 0,0 1 1 0 0,0-1 0 0 0,0 1 0 0 0,-1-1-1 0 0,1 1 1 0 0,0 0 0 0 0,0 0 0 0 0,0-1 0 0 0,0 1-1 0 0,0 0 1 0 0,-1 0 0 0 0,1 0 0 0 0,0 0-1 0 0,-2 1 1 0 0,-2 0 208 0 0,1 0 0 0 0,-1 0 1 0 0,1 0-1 0 0,0 1 0 0 0,-1-1 0 0 0,1 1 0 0 0,0 0 1 0 0,0 0-1 0 0,-7 6 0 0 0,4-1-224 0 0,0 0 0 0 0,0 0 1 0 0,0 1-1 0 0,1 0 0 0 0,0 1 0 0 0,1-1 0 0 0,0 1 1 0 0,0 0-1 0 0,1 1 0 0 0,0-1 0 0 0,1 1 1 0 0,0-1-1 0 0,0 1 0 0 0,1 0 0 0 0,0 0 0 0 0,0 11 1 0 0,2-16-188 0 0,-1 0 1 0 0,1 0 0 0 0,0 0 0 0 0,0 0 0 0 0,1 0-1 0 0,-1 0 1 0 0,1 0 0 0 0,0 0 0 0 0,1 0 0 0 0,-1-1-1 0 0,1 1 1 0 0,0 0 0 0 0,0-1 0 0 0,1 1 0 0 0,-1-1-1 0 0,1 0 1 0 0,0 1 0 0 0,0-2 0 0 0,0 1 0 0 0,1 0 0 0 0,-1 0-1 0 0,1-1 1 0 0,0 0 0 0 0,0 0 0 0 0,0 0 0 0 0,0 0-1 0 0,1-1 1 0 0,-1 0 0 0 0,1 1 0 0 0,-1-2 0 0 0,1 1-1 0 0,0 0 1 0 0,9 1 0 0 0,-3-2-205 0 0,0-1 0 0 0,1 0 0 0 0,0 0 0 0 0,-1-1 0 0 0,0 0 0 0 0,1-1 0 0 0,15-5 0 0 0,8-1-738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0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46 7370 0 0,'-2'-4'614'0'0,"0"1"1"0"0,-1-1 0 0 0,1 0-1 0 0,-1 1 1 0 0,0 0-1 0 0,0-1 1 0 0,-1 1 0 0 0,1 0-1 0 0,-1 1 1 0 0,1-1 0 0 0,-1 1-1 0 0,-5-3 1 0 0,8 4-474 0 0,-1 1-1 0 0,1-1 1 0 0,-1 1-1 0 0,1 0 1 0 0,-1-1-1 0 0,1 1 1 0 0,-1 0 0 0 0,1 0-1 0 0,0 0 1 0 0,-1 0-1 0 0,1 1 1 0 0,-1-1-1 0 0,1 0 1 0 0,-1 0 0 0 0,1 1-1 0 0,-1-1 1 0 0,1 1-1 0 0,0-1 1 0 0,-1 1 0 0 0,1 0-1 0 0,0 0 1 0 0,0-1-1 0 0,-1 1 1 0 0,1 0-1 0 0,0 0 1 0 0,0 0 0 0 0,0 0-1 0 0,0 0 1 0 0,0 1-1 0 0,0-1 1 0 0,0 0 0 0 0,1 0-1 0 0,-1 1 1 0 0,0-1-1 0 0,1 0 1 0 0,-1 1-1 0 0,1-1 1 0 0,-1 0 0 0 0,1 3-1 0 0,-7 15 18 0 0,2 0 1 0 0,1 1-1 0 0,0-1 0 0 0,2 1 1 0 0,0 0-1 0 0,1 0 0 0 0,1 0 1 0 0,1 0-1 0 0,0 0 0 0 0,2-1 0 0 0,0 1 1 0 0,8 24-1 0 0,8 18-467 0 0,2-2 0 0 0,44 86 0 0 0,-50-116-1009 0 0,1-1-3847 0 0,0-4-1568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8 170 6017 0 0,'0'0'36'0'0,"-1"-1"-1"0"0,0 0 0 0 0,1 0 0 0 0,-1 1 0 0 0,0-1 1 0 0,1 0-1 0 0,-1 0 0 0 0,1 0 0 0 0,-1 0 0 0 0,1 0 1 0 0,-1 0-1 0 0,1 0 0 0 0,0 0 0 0 0,0 0 1 0 0,-1 0-1 0 0,1 0 0 0 0,0 0 0 0 0,0 0 0 0 0,0 0 1 0 0,0 0-1 0 0,0 0 0 0 0,0 0 0 0 0,1 0 0 0 0,-1 0 1 0 0,0 0-1 0 0,0 0 0 0 0,1 0 0 0 0,-1 0 1 0 0,1 0-1 0 0,-1 0 0 0 0,1 0 0 0 0,-1 0 0 0 0,1 0 1 0 0,-1 1-1 0 0,1-1 0 0 0,0 0 0 0 0,-1 0 0 0 0,1 1 1 0 0,0-1-1 0 0,0 0 0 0 0,0 1 0 0 0,-1-1 1 0 0,1 1-1 0 0,0-1 0 0 0,0 1 0 0 0,0-1 0 0 0,1 1 1 0 0,8-6 684 0 0,1 1 0 0 0,0 0 0 0 0,15-5-1 0 0,-15 7-210 0 0,37-13 808 0 0,75-15 0 0 0,53 1-3550 0 0,-60 12-1002 0 0,-86 12 3103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6449 0 0,'1'1'141'0'0,"0"-1"-1"0"0,0 1 0 0 0,0 0 1 0 0,0-1-1 0 0,0 1 0 0 0,0 0 0 0 0,-1 0 1 0 0,1-1-1 0 0,0 1 0 0 0,0 0 1 0 0,-1 0-1 0 0,1 0 0 0 0,0 0 0 0 0,-1 0 1 0 0,1 0-1 0 0,-1 0 0 0 0,0 0 1 0 0,1 0-1 0 0,-1 1 0 0 0,0-1 1 0 0,1 0-1 0 0,-1 1 0 0 0,6 37 2631 0 0,-3-16-1150 0 0,2 0-767 0 0,23 103 4680 0 0,-13-41-10919 0 0,-12-67-1084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40 9674 0 0,'-4'-14'424'0'0,"1"4"96"0"0,1 3-416 0 0,1 3-104 0 0,1 0 1409 0 0,1 7-1785 0 0,-1 5-145 0 0,3 3-31 0 0,1 5-8 0 0,3 3 456 0 0,-1 3 104 0 0,-2-1 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11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79 222 7834 0 0,'-3'8'560'0'0,"-1"1"1"0"0,0-1-1 0 0,0 0 1 0 0,-1 0 0 0 0,-5 8-1 0 0,-10 17 1376 0 0,15-23-1383 0 0,0 0-1 0 0,1 0 0 0 0,0 1 0 0 0,1 0 0 0 0,-3 17 0 0 0,6-25-455 0 0,-1 0 1 0 0,1-1-1 0 0,0 1 0 0 0,-1 0 0 0 0,1 0 0 0 0,1 0 0 0 0,-1 0 0 0 0,0 0 0 0 0,1-1 0 0 0,-1 1 0 0 0,1 0 0 0 0,0 0 0 0 0,0 0 0 0 0,0-1 0 0 0,1 1 0 0 0,-1-1 0 0 0,0 1 0 0 0,1-1 1 0 0,0 1-1 0 0,-1-1 0 0 0,1 0 0 0 0,0 0 0 0 0,0 0 0 0 0,0 0 0 0 0,1 0 0 0 0,-1 0 0 0 0,3 1 0 0 0,-4-2-100 0 0,0-1 1 0 0,0 1-1 0 0,0-1 0 0 0,0 1 0 0 0,0-1 1 0 0,0 1-1 0 0,0-1 0 0 0,0 1 0 0 0,0-1 1 0 0,0 0-1 0 0,1 0 0 0 0,-1 0 0 0 0,0 0 1 0 0,0 0-1 0 0,0 0 0 0 0,0 0 0 0 0,0 0 1 0 0,0 0-1 0 0,1 0 0 0 0,-1 0 1 0 0,0-1-1 0 0,0 1 0 0 0,0 0 0 0 0,0-1 1 0 0,0 1-1 0 0,0-1 0 0 0,0 0 0 0 0,0 1 1 0 0,0-1-1 0 0,0 0 0 0 0,-1 1 0 0 0,1-1 1 0 0,0 0-1 0 0,0 0 0 0 0,0 0 0 0 0,-1 1 1 0 0,1-1-1 0 0,-1 0 0 0 0,1 0 0 0 0,-1 0 1 0 0,1 0-1 0 0,-1 0 0 0 0,1-1 0 0 0,-1 1 1 0 0,0 0-1 0 0,1 0 0 0 0,-1 0 0 0 0,0-2 1 0 0,1-3 5 0 0,0 1-1 0 0,0-1 1 0 0,-1 0 0 0 0,1 0 0 0 0,-1 0 0 0 0,-1 0-1 0 0,-1-11 1 0 0,-18-34 173 0 0,16 43-160 0 0,0-1 0 0 0,1 1 1 0 0,0-1-1 0 0,0 1 0 0 0,-3-19 0 0 0,6 24-29 0 0,0 1-1 0 0,0-1 0 0 0,1 0 0 0 0,-1 0 1 0 0,1 0-1 0 0,-1 0 0 0 0,1 1 1 0 0,0-1-1 0 0,0 0 0 0 0,0 1 0 0 0,0-1 1 0 0,0 0-1 0 0,1 1 0 0 0,-1-1 1 0 0,1 1-1 0 0,0 0 0 0 0,-1 0 0 0 0,1 0 1 0 0,0 0-1 0 0,1 0 0 0 0,-1 0 0 0 0,0 0 1 0 0,4-2-1 0 0,11-7-112 0 0,1 1 1 0 0,0 0-1 0 0,0 1 0 0 0,37-11 1 0 0,-43 16 175 0 0,0 1 1 0 0,0 0 0 0 0,0 1 0 0 0,0 0 0 0 0,0 1 0 0 0,1 0-1 0 0,-1 1 1 0 0,0 1 0 0 0,17 2 0 0 0,-26-3-6 0 0,1 1 1 0 0,0 0-1 0 0,-1 0 0 0 0,1 0 1 0 0,-1 1-1 0 0,0-1 0 0 0,1 1 1 0 0,-1 0-1 0 0,0 0 1 0 0,0 0-1 0 0,0 0 0 0 0,-1 0 1 0 0,1 1-1 0 0,0 0 0 0 0,-1-1 1 0 0,1 1-1 0 0,-1 0 0 0 0,0 0 1 0 0,0 0-1 0 0,0 0 0 0 0,1 5 1 0 0,1 2-22 0 0,-1 1 1 0 0,-1-1 0 0 0,0 1 0 0 0,0 0-1 0 0,0 17 1 0 0,4 27-460 0 0,-6-54 438 0 0,0-1 1 0 0,0 0-1 0 0,0 1 0 0 0,0-1 1 0 0,0 0-1 0 0,0 1 0 0 0,0-1 1 0 0,1 0-1 0 0,-1 1 0 0 0,0-1 1 0 0,0 0-1 0 0,0 1 1 0 0,0-1-1 0 0,0 0 0 0 0,1 1 1 0 0,-1-1-1 0 0,0 0 0 0 0,0 0 1 0 0,0 1-1 0 0,1-1 0 0 0,-1 0 1 0 0,0 0-1 0 0,1 0 0 0 0,-1 1 1 0 0,0-1-1 0 0,0 0 1 0 0,1 0-1 0 0,-1 0 0 0 0,0 0 1 0 0,1 1-1 0 0,-1-1 0 0 0,0 0 1 0 0,1 0-1 0 0,0 0 0 0 0,10-8 154 0 0,9-22 126 0 0,-19 28-261 0 0,49-93 484 0 0,-32 58-365 0 0,2 0-1 0 0,44-61 1 0 0,-63 96-98 0 0,0 1 1 0 0,0-1-1 0 0,0 1 1 0 0,0 0-1 0 0,0 0 0 0 0,0 0 1 0 0,0-1-1 0 0,1 1 1 0 0,-1 0-1 0 0,0 0 1 0 0,1 0-1 0 0,-1 1 1 0 0,0-1-1 0 0,1 0 0 0 0,-1 0 1 0 0,1 1-1 0 0,-1-1 1 0 0,1 1-1 0 0,0-1 1 0 0,1 1-1 0 0,-2 1-9 0 0,0-1 0 0 0,0 1 0 0 0,0 0 0 0 0,0 0 0 0 0,-1 0 0 0 0,1 0 0 0 0,0 0 0 0 0,-1 0 0 0 0,1 0 0 0 0,0 0 0 0 0,-1 0 0 0 0,1 0 0 0 0,-1 0 0 0 0,1 1 0 0 0,-1-1 0 0 0,0 0 0 0 0,0 0 0 0 0,1 0 0 0 0,-1 1 0 0 0,0-1 0 0 0,0 0 0 0 0,0 0 0 0 0,0 0 0 0 0,0 1 0 0 0,-1-1 0 0 0,1 1 0 0 0,-1 46 186 0 0,0-6 224 0 0,7 61 1 0 0,-5-90-650 0 0,1-1-1 0 0,1 0 1 0 0,0 1 0 0 0,1-1 0 0 0,0 0 0 0 0,1-1-1 0 0,0 1 1 0 0,1-1 0 0 0,9 14 0 0 0,7 3-7677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5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433 111 5065 0 0,'1'-3'260'0'0,"-1"0"-1"0"0,1 1 1 0 0,0-1-1 0 0,-1 1 1 0 0,0-1 0 0 0,1 0-1 0 0,-1 0 1 0 0,0 1-1 0 0,0-1 1 0 0,-1 0 0 0 0,1 1-1 0 0,0-1 1 0 0,-1 0-1 0 0,0 1 1 0 0,0-1 0 0 0,1 1-1 0 0,-1-1 1 0 0,-1 1-1 0 0,1-1 1 0 0,0 1 0 0 0,-1 0-1 0 0,-1-3 1 0 0,0 1 118 0 0,0 0 0 0 0,0 0 0 0 0,0 1 0 0 0,-1-1 0 0 0,1 1 0 0 0,-1 0 0 0 0,0 0 0 0 0,0 0-1 0 0,0 0 1 0 0,0 1 0 0 0,-6-3 0 0 0,6 3-216 0 0,0 1-1 0 0,0-1 1 0 0,-1 2-1 0 0,1-1 1 0 0,0 0-1 0 0,0 1 1 0 0,0-1-1 0 0,-1 1 1 0 0,1 0-1 0 0,0 1 1 0 0,-1-1 0 0 0,1 1-1 0 0,0 0 1 0 0,0 0-1 0 0,0 0 1 0 0,-7 3-1 0 0,5 0-81 0 0,0-1 1 0 0,0 1-1 0 0,0 0 1 0 0,1 1-1 0 0,-1-1 0 0 0,1 1 1 0 0,0 0-1 0 0,0 1 1 0 0,-4 6-1 0 0,-6 11-53 0 0,1 1 1 0 0,2 0-1 0 0,0 0 1 0 0,-8 28-1 0 0,19-51-20 0 0,-42 132 18 0 0,5 1 0 0 0,-22 154 0 0 0,52-245-27 0 0,2 0 0 0 0,1 0 0 0 0,3 0 1 0 0,2 0-1 0 0,5 54 0 0 0,-2-76 13 0 0,1-1 1 0 0,0 0-1 0 0,2 0 1 0 0,0 0 0 0 0,1 0-1 0 0,1-1 1 0 0,1 0-1 0 0,1-1 1 0 0,0 0-1 0 0,1-1 1 0 0,1 0-1 0 0,28 31 1 0 0,-15-24 136 0 0,1-1 1 0 0,1-1-1 0 0,1-1 0 0 0,1-2 1 0 0,59 30-1 0 0,-36-26 211 0 0,0-2-1 0 0,101 25 1 0 0,-100-32-137 0 0,94 20 394 0 0,-126-30-494 0 0,0-2 0 0 0,0 0 0 0 0,0-1 0 0 0,41-5 0 0 0,-58 4-112 0 0,1-1 0 0 0,-1 0 0 0 0,0 0 0 0 0,1 0 0 0 0,-1-1 0 0 0,0 1 0 0 0,0-1 1 0 0,7-4-1 0 0,-2-2-101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8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47 215 3225 0 0,'-16'-12'2265'0'0,"13"10"-1906"0"0,1 1-1 0 0,0-1 1 0 0,-1 1 0 0 0,1-1 0 0 0,0 1 0 0 0,0-1-1 0 0,1 0 1 0 0,-1 0 0 0 0,0 0 0 0 0,1 0-1 0 0,-1-1 1 0 0,1 1 0 0 0,-1 0 0 0 0,1-1 0 0 0,-1-2-1 0 0,2 5-283 0 0,0-1-1 0 0,0 0 0 0 0,0 1 0 0 0,0-1 0 0 0,0 1 1 0 0,0-1-1 0 0,0 0 0 0 0,0 1 0 0 0,0-1 0 0 0,0 0 1 0 0,1 1-1 0 0,-1-1 0 0 0,0 1 0 0 0,0-1 0 0 0,1 0 1 0 0,-1 1-1 0 0,0-1 0 0 0,1 1 0 0 0,-1-1 0 0 0,0 1 1 0 0,1-1-1 0 0,-1 1 0 0 0,1-1 0 0 0,-1 1 0 0 0,1 0 1 0 0,-1-1-1 0 0,1 1 0 0 0,-1 0 0 0 0,1-1 0 0 0,0 1 1 0 0,-1 0-1 0 0,1 0 0 0 0,-1-1 0 0 0,1 1 0 0 0,0 0 1 0 0,-1 0-1 0 0,1 0 0 0 0,-1 0 0 0 0,1 0 0 0 0,0 0 1 0 0,-1 0-1 0 0,1 0 0 0 0,0 0 0 0 0,-1 0 0 0 0,2 1 1 0 0,1-1 103 0 0,0 0 1 0 0,0 0 0 0 0,0 1-1 0 0,0-1 1 0 0,0 1 0 0 0,-1 0-1 0 0,1 0 1 0 0,4 2-1 0 0,0 2 15 0 0,1 1 0 0 0,-1 0 0 0 0,0 1 0 0 0,-1 0 0 0 0,1 0 0 0 0,-2 0 0 0 0,7 10-1 0 0,33 61 371 0 0,-28-47-337 0 0,7 16-195 0 0,-15-29-22 0 0,0 0 0 0 0,1 0 1 0 0,1-1-1 0 0,1 0 0 0 0,15 17 0 0 0,-29-37 288 0 0,0 0 0 0 0,1-1-1 0 0,0 1 1 0 0,-1 0 0 0 0,1 0-1 0 0,0-1 1 0 0,1 1 0 0 0,-1-1-1 0 0,0 1 1 0 0,1-7 0 0 0,-1-40 551 0 0,3 13-782 0 0,3 1 0 0 0,1 0 0 0 0,1 0 0 0 0,2 1-1 0 0,2-1 1 0 0,25-54 0 0 0,-30 76-116 0 0,1 1 0 0 0,13-21-1 0 0,-18 31-166 0 0,1 0 0 0 0,-1-1 0 0 0,1 1-1 0 0,0 1 1 0 0,0-1 0 0 0,0 0 0 0 0,0 1 0 0 0,1-1 0 0 0,-1 1-1 0 0,1 0 1 0 0,-1 0 0 0 0,1 0 0 0 0,0 1 0 0 0,7-3 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8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43 387 6913 0 0,'-5'3'560'0'0,"1"1"0"0"0,0 1 0 0 0,0-1-1 0 0,1 0 1 0 0,-6 9 0 0 0,8-11-324 0 0,-1 0 1 0 0,1 0 0 0 0,0 0-1 0 0,-1 0 1 0 0,1 1 0 0 0,0-1-1 0 0,0 0 1 0 0,0 1 0 0 0,1-1-1 0 0,-1 1 1 0 0,1-1 0 0 0,-1 1-1 0 0,1-1 1 0 0,0 5 0 0 0,0-7-164 0 0,1 0 0 0 0,-1 1 0 0 0,1-1-1 0 0,-1 1 1 0 0,1-1 0 0 0,0 0 0 0 0,-1 0 0 0 0,1 1 0 0 0,-1-1 0 0 0,1 0 0 0 0,0 0 0 0 0,-1 0 0 0 0,1 1 0 0 0,0-1 0 0 0,-1 0 0 0 0,1 0 0 0 0,0 0 0 0 0,-1 0 0 0 0,1 0 0 0 0,0 0 0 0 0,-1-1 0 0 0,1 1 0 0 0,-1 0 0 0 0,1 0 0 0 0,0 0 0 0 0,-1-1 0 0 0,1 1 0 0 0,-1 0-1 0 0,1 0 1 0 0,0-1 0 0 0,20-9 1032 0 0,-11 3-877 0 0,0 0 1 0 0,0 0-1 0 0,-1-1 1 0 0,0-1-1 0 0,-1 1 1 0 0,0-2-1 0 0,8-9 1 0 0,5-11-82 0 0,18-33 1 0 0,-26 38-294 0 0,0 0 1 0 0,16-46-1 0 0,-26 61 87 0 0,0 1 0 0 0,-1-1 0 0 0,0 0 0 0 0,0-1 0 0 0,-1 1-1 0 0,0 0 1 0 0,-1 0 0 0 0,0 0 0 0 0,-1-1 0 0 0,-3-17 0 0 0,3 26 58 0 0,1 0 1 0 0,0 1-1 0 0,-1-1 0 0 0,1 1 1 0 0,-1-1-1 0 0,0 1 0 0 0,1 0 1 0 0,-1-1-1 0 0,0 1 1 0 0,0 0-1 0 0,0-1 0 0 0,0 1 1 0 0,0 0-1 0 0,0 0 0 0 0,0 0 1 0 0,-1 0-1 0 0,1 0 0 0 0,0 0 1 0 0,0 0-1 0 0,-1 0 1 0 0,1 1-1 0 0,-1-1 0 0 0,1 0 1 0 0,-1 1-1 0 0,1-1 0 0 0,-1 1 1 0 0,1 0-1 0 0,-1-1 0 0 0,1 1 1 0 0,-1 0-1 0 0,0 0 1 0 0,1 0-1 0 0,-1 0 0 0 0,1 0 1 0 0,-1 0-1 0 0,1 1 0 0 0,-1-1 1 0 0,0 0-1 0 0,1 1 1 0 0,-1-1-1 0 0,-1 2 0 0 0,-3 0-43 0 0,0 1 0 0 0,0 0-1 0 0,1 0 1 0 0,-1 0 0 0 0,1 1 0 0 0,0 0-1 0 0,0 0 1 0 0,0 0 0 0 0,-5 5-1 0 0,1 2-73 0 0,1 0-1 0 0,0 0 1 0 0,0 1-1 0 0,1 0 0 0 0,0 1 1 0 0,1 0-1 0 0,1 0 1 0 0,0 0-1 0 0,-5 24 0 0 0,8-32 140 0 0,1-1-1 0 0,1 1 0 0 0,-1 0 1 0 0,1 0-1 0 0,0 0 1 0 0,0 0-1 0 0,0-1 0 0 0,1 1 1 0 0,-1 0-1 0 0,1 0 0 0 0,0 0 1 0 0,1-1-1 0 0,-1 1 0 0 0,1-1 1 0 0,0 1-1 0 0,0-1 0 0 0,0 0 1 0 0,1 1-1 0 0,0-1 0 0 0,0 0 1 0 0,0-1-1 0 0,0 1 1 0 0,0 0-1 0 0,1-1 0 0 0,-1 0 1 0 0,1 0-1 0 0,0 0 0 0 0,0 0 1 0 0,0-1-1 0 0,0 1 0 0 0,7 1 1 0 0,-1 0-150 0 0,0 0 0 0 0,1-1 0 0 0,-1-1 0 0 0,1 0 1 0 0,0 0-1 0 0,0-1 0 0 0,0-1 0 0 0,-1 1 0 0 0,18-3 0 0 0,4-2-5608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29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5 3225 0 0,'0'-1'105'0'0,"0"1"0"0"0,0 0 1 0 0,-1 0-1 0 0,1-1 211 0 0,-1 1-210 0 0,1-1-1 0 0,0 1 0 0 0,0 0 1 0 0,-1 0-1 0 0,1 0 1 0 0,0 0-1 0 0,-1-1 0 0 0,1 1 1 0 0,0 0-1 0 0,0 0 0 0 0,-1 0 1 0 0,1 0-1 0 0,0 0 1 0 0,-1 0-1 0 0,1 0 0 0 0,0 0 1 0 0,-1 0-1 0 0,1 0 0 0 0,0 0 1 0 0,-1 0-1 0 0,1 0 1 0 0,0 0-1 0 0,-1 0 0 0 0,1 0 1 0 0,0 0-1 0 0,-1 0 1 0 0,1 1-1 0 0,0-1 0 0 0,-1 0 1 0 0,1 0-1 0 0,0 0 0 0 0,0 1 1 0 0,-1-1 210 0 0,0 1-211 0 0,-14 18 2274 0 0,-7 29-460 0 0,18-37-1816 0 0,-1 0 100 0 0,1-1 1 0 0,0 1 0 0 0,1 0 0 0 0,0 0 0 0 0,-1 15-1 0 0,4-24-176 0 0,-1 1 0 0 0,1-1 0 0 0,0 1 0 0 0,1-1-1 0 0,-1 0 1 0 0,0 1 0 0 0,1-1 0 0 0,0 1 0 0 0,-1-1-1 0 0,1 0 1 0 0,0 1 0 0 0,0-1 0 0 0,0 0-1 0 0,0 0 1 0 0,1 0 0 0 0,-1 0 0 0 0,0 0 0 0 0,1 0-1 0 0,0 0 1 0 0,-1 0 0 0 0,1-1 0 0 0,0 1 0 0 0,0-1-1 0 0,0 1 1 0 0,0-1 0 0 0,0 0 0 0 0,0 1 0 0 0,1-1-1 0 0,-1 0 1 0 0,3 0 0 0 0,32 10 32 0 0,-25-9 1 0 0,-1 2 1 0 0,1-1 0 0 0,18 9-1 0 0,-28-10-49 0 0,1-1 1 0 0,-1 0-1 0 0,0 1 0 0 0,1 0 0 0 0,-1-1 0 0 0,0 1 0 0 0,0 0 0 0 0,0 0 0 0 0,0 0 1 0 0,0 1-1 0 0,-1-1 0 0 0,1 0 0 0 0,-1 1 0 0 0,1-1 0 0 0,-1 1 0 0 0,0-1 0 0 0,0 1 0 0 0,0 0 1 0 0,0-1-1 0 0,0 5 0 0 0,-1-3 90 0 0,0-1 1 0 0,0 1 0 0 0,0-1-1 0 0,-1 0 1 0 0,0 1 0 0 0,0-1-1 0 0,0 0 1 0 0,0 1 0 0 0,0-1-1 0 0,-1 0 1 0 0,1 0 0 0 0,-1 0-1 0 0,0 0 1 0 0,0 0 0 0 0,0-1-1 0 0,-4 4 1 0 0,-40 39 1652 0 0,34-34-1617 0 0,0-2 1 0 0,-1 1-1 0 0,-1-1 0 0 0,0-1 1 0 0,0 0-1 0 0,-15 5 0 0 0,19-10-794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0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 9218 0 0,'4'3'5357'0'0,"5"29"-4864"0"0,2 0 0 0 0,2 0 0 0 0,17 32 1 0 0,-30-62-522 0 0,1 0 0 0 0,0-1 0 0 0,0 1 1 0 0,0 0-1 0 0,0-1 0 0 0,0 1 0 0 0,0 0 1 0 0,0-1-1 0 0,1 1 0 0 0,-1-1 0 0 0,1 0 1 0 0,-1 1-1 0 0,1-1 0 0 0,-1 0 0 0 0,1 0 1 0 0,-1 0-1 0 0,1 0 0 0 0,0 0 0 0 0,0-1 1 0 0,0 1-1 0 0,-1 0 0 0 0,1-1 0 0 0,0 1 1 0 0,0-1-1 0 0,0 0 0 0 0,0 0 0 0 0,0 0 1 0 0,0 0-1 0 0,0 0 0 0 0,0 0 0 0 0,0 0 1 0 0,0 0-1 0 0,-1-1 0 0 0,1 1 0 0 0,0-1 1 0 0,0 0-1 0 0,0 1 0 0 0,0-1 0 0 0,-1 0 1 0 0,1 0-1 0 0,0 0 0 0 0,-1 0 0 0 0,1 0 1 0 0,-1-1-1 0 0,1 1 0 0 0,1-2 0 0 0,3-3-117 0 0,1-1 0 0 0,-2 1 1 0 0,1-1-1 0 0,-1 0 0 0 0,0-1 0 0 0,0 1 0 0 0,-1-1 0 0 0,7-16 0 0 0,9-54-15 0 0,-14 56 5069 0 0,-7 30-4820 0 0,1 1 0 0 0,1-1 0 0 0,0 1-1 0 0,0-1 1 0 0,0 1 0 0 0,1-1 0 0 0,0 0 0 0 0,1 0 0 0 0,0 0 0 0 0,0 0-1 0 0,1 0 1 0 0,0-1 0 0 0,0 1 0 0 0,0-1 0 0 0,1 0 0 0 0,0-1-1 0 0,1 1 1 0 0,0-1 0 0 0,0 0 0 0 0,0 0 0 0 0,1-1 0 0 0,-1 1 0 0 0,9 3-1 0 0,39 18-2557 0 0,-42-23 1258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6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52 11867 0 0,'-1'-5'466'0'0,"1"0"1"0"0,-1 0 0 0 0,1 0 0 0 0,0 0 0 0 0,0 0 0 0 0,0 0 0 0 0,0 0 0 0 0,2-6 0 0 0,-1 11-409 0 0,-1-1 0 0 0,1 1 0 0 0,-1 0 0 0 0,0 0 0 0 0,1 0 0 0 0,-1 0-1 0 0,0 0 1 0 0,1 0 0 0 0,-1 0 0 0 0,0 0 0 0 0,1 0 0 0 0,-1 1 0 0 0,1-1 0 0 0,-1 0 0 0 0,0 0 0 0 0,1 0 0 0 0,-1 0 0 0 0,0 0 0 0 0,1 1 0 0 0,-1-1 0 0 0,0 0 0 0 0,0 0 0 0 0,1 1 0 0 0,-1-1 0 0 0,0 0 0 0 0,0 0 0 0 0,1 1 0 0 0,-1-1 0 0 0,0 0-1 0 0,0 1 1 0 0,0-1 0 0 0,1 0 0 0 0,-1 1 0 0 0,0-1 0 0 0,0 0 0 0 0,0 1 0 0 0,0-1 0 0 0,0 0 0 0 0,0 1 0 0 0,0-1 0 0 0,0 0 0 0 0,0 1 0 0 0,9 17 488 0 0,4 16-283 0 0,-1 0 0 0 0,-2 1 0 0 0,7 48 0 0 0,7 110-291 0 0,-22-174 11 0 0,9 144-260 0 0,-4-36-1877 0 0,2-43-2868 0 0,-2-37-445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6.8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36 142 4145 0 0,'-20'-55'2832'0'0,"16"42"-1145"0"0,1 0 0 0 0,0-1 0 0 0,1 0-1 0 0,-1-18 352 0 0,5 35-1756 0 0,0 1-1 0 0,0-1 1 0 0,0 1 0 0 0,0 0-1 0 0,-1 0 1 0 0,0 0 0 0 0,0 0-1 0 0,0 0 1 0 0,1 4 0 0 0,-1-5-110 0 0,40 196 453 0 0,8 31-638 0 0,-37-188 23 0 0,1 0 1 0 0,3-1-1 0 0,27 53 0 0 0,-42-91-61 0 0,1-1-1 0 0,-1 1 0 0 0,1 0 1 0 0,-1-1-1 0 0,1 0 1 0 0,0 1-1 0 0,0-1 1 0 0,0 0-1 0 0,0 0 0 0 0,0 0 1 0 0,1 0-1 0 0,-1 0 1 0 0,0-1-1 0 0,1 1 0 0 0,0-1 1 0 0,4 3-1 0 0,-5-4-85 0 0,1 0 1 0 0,0 0-1 0 0,0 0 0 0 0,-1 0 0 0 0,1 0 0 0 0,0 0 0 0 0,-1-1 1 0 0,1 1-1 0 0,0-1 0 0 0,-1 0 0 0 0,1 0 0 0 0,-1 0 0 0 0,1 0 1 0 0,-1 0-1 0 0,0-1 0 0 0,1 1 0 0 0,-1-1 0 0 0,4-3 0 0 0,26-20-2862 0 0,53-57 0 0 0,-63 58-785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7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17 168 10594 0 0,'-17'-1'4519'0'0,"17"1"-4482"0"0,24-16 3665 0 0,-12 9-3937 0 0,51-31 686 0 0,125-52 0 0 0,-155 74-462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7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62 6913 0 0,'-23'12'588'0'0,"-13"2"5287"0"0,58-34-3572 0 0,53-24 1758 0 0,-34 27-4156 0 0,0 11-5339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8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20 6913 0 0,'-1'-2'216'0'0,"0"1"0"0"0,0 0 0 0 0,0 0 0 0 0,0-1 0 0 0,0 1-1 0 0,0 0 1 0 0,0 0 0 0 0,0 0 0 0 0,0 0 0 0 0,0 0 0 0 0,-1 0 0 0 0,1 0-1 0 0,0 1 1 0 0,-1-1 0 0 0,1 0 0 0 0,-1 1 0 0 0,1-1 0 0 0,-1 1-1 0 0,1 0 1 0 0,-1-1 0 0 0,1 1 0 0 0,-1 0 0 0 0,1 0 0 0 0,-1 0-1 0 0,1 0 1 0 0,-3 0 0 0 0,1 1 215 0 0,-1-1 0 0 0,1 1 0 0 0,0 0 0 0 0,-1-1 0 0 0,1 2 0 0 0,0-1 0 0 0,0 0 0 0 0,0 1 0 0 0,0-1 0 0 0,-4 4 0 0 0,2 0-166 0 0,0 0 0 0 0,0 1 0 0 0,0 0 0 0 0,1 0 0 0 0,0 0 0 0 0,0 0 0 0 0,0 1 0 0 0,1-1 0 0 0,0 1 0 0 0,1 0 0 0 0,-3 10 0 0 0,-1 4 27 0 0,1 0 1 0 0,-3 35-1 0 0,8-46-244 0 0,-1-1 0 0 0,1 1 0 0 0,1 0 0 0 0,0-1 0 0 0,1 1 0 0 0,-1-1-1 0 0,2 0 1 0 0,-1 1 0 0 0,1-1 0 0 0,1 0 0 0 0,0-1 0 0 0,0 1 0 0 0,0 0-1 0 0,1-1 1 0 0,1 0 0 0 0,9 11 0 0 0,-11-14-83 0 0,1-1 1 0 0,-1 1-1 0 0,1-1 0 0 0,1 0 0 0 0,-1 0 0 0 0,1-1 1 0 0,-1 1-1 0 0,1-1 0 0 0,0 0 0 0 0,0-1 0 0 0,0 0 1 0 0,1 0-1 0 0,-1 0 0 0 0,1 0 0 0 0,-1-1 0 0 0,1 0 1 0 0,-1-1-1 0 0,1 1 0 0 0,-1-1 0 0 0,1-1 0 0 0,-1 1 1 0 0,1-1-1 0 0,0 0 0 0 0,11-4 0 0 0,18-8-1518 0 0,-19 4 259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8.8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46 920 0 0,'-1'-2'246'0'0,"1"1"1"0"0,-1 0-1 0 0,0-1 0 0 0,1 1 1 0 0,-1 0-1 0 0,0-1 0 0 0,0 1 0 0 0,0 0 1 0 0,0 0-1 0 0,0 0 0 0 0,0 0 0 0 0,0 0 1 0 0,-1 0-1 0 0,1 0 0 0 0,0 0 0 0 0,-1 0 1 0 0,1 0-1 0 0,0 1 0 0 0,-1-1 1 0 0,1 1-1 0 0,-1-1 0 0 0,1 1 0 0 0,-1-1 1 0 0,-1 1-1 0 0,1-1 46 0 0,0 1 0 0 0,1-1-1 0 0,-1 1 1 0 0,0-1 0 0 0,1 1 0 0 0,-1 0 0 0 0,0 0 0 0 0,0 0 0 0 0,1 0-1 0 0,-1 0 1 0 0,0 0 0 0 0,0 0 0 0 0,1 1 0 0 0,-1-1 0 0 0,0 1 0 0 0,0-1-1 0 0,1 1 1 0 0,-1 0 0 0 0,1-1 0 0 0,-1 1 0 0 0,1 0 0 0 0,-3 2 0 0 0,3-1 26 0 0,0 0 1 0 0,0 0-1 0 0,0 1 1 0 0,1-1-1 0 0,-1 1 1 0 0,1-1 0 0 0,-1 0-1 0 0,1 1 1 0 0,0-1-1 0 0,0 1 1 0 0,0-1-1 0 0,1 5 1 0 0,5 35 448 0 0,-4-34-422 0 0,0 8-156 0 0,2-1 0 0 0,0 1 0 0 0,0-1 0 0 0,1 0-1 0 0,10 19 1 0 0,-14-32-178 0 0,0 1 0 0 0,0-1 0 0 0,1 0 0 0 0,-1 0 0 0 0,1 0 0 0 0,-1 0 0 0 0,1 0 0 0 0,0 0 0 0 0,0 0 0 0 0,0 0 0 0 0,0-1 0 0 0,0 1 0 0 0,0-1 0 0 0,0 1 0 0 0,1-1 0 0 0,-1 0 0 0 0,0 0 0 0 0,1 0 0 0 0,-1 0-1 0 0,1 0 1 0 0,-1-1 0 0 0,1 1 0 0 0,-1-1 0 0 0,1 1 0 0 0,0-1 0 0 0,-1 0 0 0 0,1 0 0 0 0,-1 0 0 0 0,1-1 0 0 0,0 1 0 0 0,-1-1 0 0 0,1 1 0 0 0,-1-1 0 0 0,1 0 0 0 0,-1 0 0 0 0,0 0 0 0 0,1 0 0 0 0,-1 0 0 0 0,0 0 0 0 0,0-1-1 0 0,3-2 1 0 0,1 0-14 0 0,1 0 0 0 0,-1 0 0 0 0,-1-1 0 0 0,1 0-1 0 0,-1-1 1 0 0,0 1 0 0 0,0-1 0 0 0,-1 0-1 0 0,1 0 1 0 0,-1 0 0 0 0,-1-1 0 0 0,1 1 0 0 0,-1-1-1 0 0,0 0 1 0 0,-1 0 0 0 0,1 0 0 0 0,1-10-1 0 0,-4 13 1 0 0,1-1 0 0 0,-1 1-1 0 0,0-1 1 0 0,0 1-1 0 0,0-1 1 0 0,-1 1 0 0 0,0-1-1 0 0,0 1 1 0 0,0-1-1 0 0,0 1 1 0 0,0 0 0 0 0,-1-1-1 0 0,0 1 1 0 0,0 0-1 0 0,0 0 1 0 0,-1 0 0 0 0,1 0-1 0 0,-1 1 1 0 0,0-1-1 0 0,0 1 1 0 0,0 0 0 0 0,0-1-1 0 0,-1 1 1 0 0,1 1-1 0 0,-1-1 1 0 0,0 0 0 0 0,0 1-1 0 0,0 0 1 0 0,-5-2-1 0 0,3 1-642 0 0,-1 0 0 0 0,1 1 0 0 0,-1 0 0 0 0,0 0 0 0 0,0 1 0 0 0,-8-1 0 0 0,13 1 467 0 0,0 1 0 0 0,1 0 0 0 0,-1 0 0 0 0,1 0 0 0 0,-1 0 0 0 0,0 0 0 0 0,1 0-1 0 0,-1 0 1 0 0,1 1 0 0 0,-1-1 0 0 0,0 1 0 0 0,1-1 0 0 0,-1 1 0 0 0,1-1 0 0 0,-1 1 0 0 0,1 0 0 0 0,0 0 0 0 0,-1-1 0 0 0,1 1-1 0 0,0 0 1 0 0,-1 0 0 0 0,1 1 0 0 0,0-1 0 0 0,0 0 0 0 0,0 0 0 0 0,0 1 0 0 0,0-1 0 0 0,0 0 0 0 0,1 1 0 0 0,-1-1 0 0 0,-1 3 0 0 0,-1 6-2243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9.1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94 9218 0 0,'11'-3'630'0'0,"1"0"-1"0"0,-1 1 1 0 0,0 0-1 0 0,1 0 1 0 0,-1 2-1 0 0,1-1 1 0 0,12 2-1 0 0,-18 0-362 0 0,0 0 0 0 0,0 0 0 0 0,0 1-1 0 0,0 0 1 0 0,-1 0 0 0 0,1 0 0 0 0,-1 1 0 0 0,1 0-1 0 0,-1 0 1 0 0,0 0 0 0 0,0 1 0 0 0,0-1-1 0 0,0 1 1 0 0,-1 1 0 0 0,5 5 0 0 0,63 83 1920 0 0,-76-100-2010 0 0,0 0 0 0 0,1-1 1 0 0,0 1-1 0 0,0-1 0 0 0,0 1 1 0 0,1-1-1 0 0,0 0 0 0 0,0 0 1 0 0,1 0-1 0 0,0 0 0 0 0,1 0 1 0 0,0 0-1 0 0,1-15 0 0 0,8-20-2319 0 0,7 1-3449 0 0,-6 27-1066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39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6913 0 0,'0'-1'92'0'0,"0"0"0"0"0,1 1 0 0 0,-1-1 0 0 0,0 0 0 0 0,1 1 0 0 0,-1-1-1 0 0,1 1 1 0 0,-1-1 0 0 0,1 1 0 0 0,-1-1 0 0 0,1 1 0 0 0,-1-1 0 0 0,1 1-1 0 0,0-1 1 0 0,-1 1 0 0 0,1 0 0 0 0,-1-1 0 0 0,1 1 0 0 0,0 0-1 0 0,-1 0 1 0 0,1-1 0 0 0,0 1 0 0 0,0 0 0 0 0,-1 0 0 0 0,1 0 0 0 0,1 0-1 0 0,21-7 2185 0 0,-19 6-1960 0 0,1 1 0 0 0,-1 0 0 0 0,1 0 0 0 0,-1 1 0 0 0,1-1 0 0 0,-1 1 0 0 0,0 0 0 0 0,1 0-1 0 0,-1 0 1 0 0,0 1 0 0 0,0 0 0 0 0,0 0 0 0 0,0 0 0 0 0,0 0 0 0 0,0 0 0 0 0,0 1 0 0 0,-1-1 0 0 0,1 1 0 0 0,-1 0 0 0 0,4 5 0 0 0,8 8 84 0 0,-1 0 1 0 0,22 36-1 0 0,-24-35-143 0 0,3 18 1360 0 0,-15-34-1586 0 0,0-1 0 0 0,-1 0 0 0 0,1 0 0 0 0,0 0 0 0 0,0 0 0 0 0,0 0 0 0 0,0 0 0 0 0,0 0 0 0 0,0 0 0 0 0,0 0 0 0 0,0 0 0 0 0,1 0 0 0 0,-1 1 93 0 0,0-1-93 0 0,-11-19 885 0 0,8 13-842 0 0,0-1 0 0 0,1 1 0 0 0,0-1 0 0 0,0 0 0 0 0,0 1 0 0 0,1-1 0 0 0,0 0 0 0 0,0 0 0 0 0,1 0 0 0 0,0 0 0 0 0,0 0 0 0 0,1 0 0 0 0,-1 0 0 0 0,2 0 0 0 0,-1 1 0 0 0,5-14 0 0 0,-2 11-354 0 0,0-1 0 0 0,0 1-1 0 0,1 1 1 0 0,9-14 0 0 0,-6 12-1344 0 0,0 0 0 0 0,1 0 0 0 0,11-9 0 0 0,-2 5-5356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0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14 267 7370 0 0,'6'-1'741'0'0,"0"1"0"0"0,0-1 0 0 0,-1 0 0 0 0,1 0 1 0 0,0-1-1 0 0,-1 1 0 0 0,1-1 0 0 0,-1 0 1 0 0,6-4-1 0 0,-3 2-294 0 0,0-1 1 0 0,-1 0-1 0 0,0 0 1 0 0,0-1-1 0 0,10-11 1 0 0,-11 10-414 0 0,0 1 1 0 0,-1-1-1 0 0,0 0 0 0 0,0 0 1 0 0,-1-1-1 0 0,0 1 0 0 0,0-1 1 0 0,-1 0-1 0 0,0 0 0 0 0,0 0 1 0 0,-1 0-1 0 0,0-1 0 0 0,1-12 1 0 0,-3 16-25 0 0,0 0 0 0 0,0 0 1 0 0,0 0-1 0 0,-1 0 0 0 0,1 0 1 0 0,-1 0-1 0 0,-1 0 0 0 0,1 1 0 0 0,-1-1 1 0 0,0 0-1 0 0,-3-7 0 0 0,3 10 17 0 0,1 1 1 0 0,0-1-1 0 0,-1 0 0 0 0,1 1 0 0 0,-1-1 0 0 0,0 1 1 0 0,0-1-1 0 0,1 1 0 0 0,-1 0 0 0 0,0 0 0 0 0,0 0 1 0 0,0 0-1 0 0,0 0 0 0 0,0 0 0 0 0,-1 1 0 0 0,1-1 1 0 0,0 0-1 0 0,0 1 0 0 0,0 0 0 0 0,0 0 0 0 0,-1-1 1 0 0,1 1-1 0 0,0 1 0 0 0,0-1 0 0 0,-1 0 0 0 0,1 0 1 0 0,0 1-1 0 0,-3 0 0 0 0,0 0-6 0 0,-1 1-1 0 0,0-1 1 0 0,1 1 0 0 0,0 0-1 0 0,-1 0 1 0 0,1 1-1 0 0,0 0 1 0 0,0-1 0 0 0,0 2-1 0 0,0-1 1 0 0,1 1 0 0 0,0-1-1 0 0,-1 1 1 0 0,1 0-1 0 0,1 1 1 0 0,-1-1 0 0 0,0 1-1 0 0,1 0 1 0 0,0-1 0 0 0,0 1-1 0 0,1 1 1 0 0,-1-1-1 0 0,1 0 1 0 0,0 1 0 0 0,1-1-1 0 0,-1 1 1 0 0,1-1 0 0 0,0 1-1 0 0,0 0 1 0 0,1 0-1 0 0,0-1 1 0 0,0 1 0 0 0,0 0-1 0 0,1 0 1 0 0,0-1 0 0 0,0 1-1 0 0,0 0 1 0 0,1-1-1 0 0,-1 1 1 0 0,1-1 0 0 0,1 0-1 0 0,-1 1 1 0 0,1-1 0 0 0,6 8-1 0 0,-4-5-591 0 0,1 1-1 0 0,0-1 1 0 0,0-1 0 0 0,1 1-1 0 0,0-1 1 0 0,0 0-1 0 0,0-1 1 0 0,1 0 0 0 0,0 0-1 0 0,17 8 1 0 0,-3-4-5242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1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28 1840 0 0,'-1'-2'332'0'0,"0"1"-1"0"0,1-1 0 0 0,-1 1 1 0 0,0-1-1 0 0,0 1 0 0 0,0-1 1 0 0,0 1-1 0 0,0-1 0 0 0,0 1 1 0 0,0 0-1 0 0,0 0 0 0 0,-1-1 1 0 0,1 1-1 0 0,0 0 0 0 0,-1 0 1 0 0,1 0-1 0 0,-1 1 0 0 0,1-1 1 0 0,-1 0-1 0 0,0 1 0 0 0,1-1 1 0 0,-1 0-1 0 0,-1 1 1 0 0,1 0-57 0 0,0 0 0 0 0,0 1 0 0 0,0-1 0 0 0,0 1 1 0 0,0-1-1 0 0,0 1 0 0 0,0 0 0 0 0,1 0 0 0 0,-1-1 1 0 0,0 2-1 0 0,1-1 0 0 0,-1 0 0 0 0,1 0 0 0 0,-1 0 1 0 0,1 1-1 0 0,-3 2 0 0 0,-2 3 110 0 0,0 1 0 0 0,0 0 0 0 0,1 0 0 0 0,0 1 0 0 0,1 0 1 0 0,0-1-1 0 0,-3 11 0 0 0,3-6-117 0 0,1 1 0 0 0,1 0 1 0 0,0 1-1 0 0,1-1 0 0 0,0 0 1 0 0,3 26-1 0 0,-2-33-225 0 0,1 1 0 0 0,0-1 0 0 0,1 1 0 0 0,0-1 0 0 0,0 0 0 0 0,0 1 0 0 0,1-1 0 0 0,0 0 0 0 0,0-1 0 0 0,1 1 0 0 0,0 0 0 0 0,0-1 0 0 0,1 0 0 0 0,6 8 0 0 0,-8-12-81 0 0,-1 0-1 0 0,1 0 1 0 0,-1-1 0 0 0,1 1 0 0 0,0-1-1 0 0,-1 1 1 0 0,1-1 0 0 0,0 0 0 0 0,0 0-1 0 0,0 0 1 0 0,0-1 0 0 0,0 1 0 0 0,0-1-1 0 0,0 1 1 0 0,0-1 0 0 0,0 0 0 0 0,0 0-1 0 0,0 0 1 0 0,6-2 0 0 0,-2 0-425 0 0,0 0 1 0 0,0 0-1 0 0,0-1 1 0 0,0 0-1 0 0,-1 0 1 0 0,1-1-1 0 0,6-4 1 0 0,8-7-5314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99 4609 0 0,'-2'-9'542'0'0,"0"1"-1"0"0,0-1 1 0 0,0 0-1 0 0,-1 1 1 0 0,-7-15-1 0 0,9 20-199 0 0,0 1 0 0 0,0 0-1 0 0,0 0 1 0 0,-1 0 0 0 0,1 1-1 0 0,-1-1 1 0 0,1 0 0 0 0,-1 0-1 0 0,1 1 1 0 0,-1-1 0 0 0,0 1-1 0 0,0 0 1 0 0,0-1 0 0 0,0 1-1 0 0,0 0 1 0 0,0 0 0 0 0,0 0-1 0 0,0 0 1 0 0,0 0-1 0 0,0 1 1 0 0,-1-1 0 0 0,1 1-1 0 0,0 0 1 0 0,-1-1 0 0 0,1 1-1 0 0,0 0 1 0 0,0 0 0 0 0,-4 1-1 0 0,4-1-203 0 0,0 1 0 0 0,1 0 0 0 0,-1 0 0 0 0,0 0 0 0 0,1 0 0 0 0,-1 1 0 0 0,1-1 0 0 0,0 0 0 0 0,-1 1 0 0 0,1-1 0 0 0,0 1 0 0 0,0-1 0 0 0,0 1 0 0 0,0-1 0 0 0,0 1 0 0 0,0 0 0 0 0,0-1 0 0 0,0 1 0 0 0,1 0 0 0 0,-1 0 0 0 0,1 0 0 0 0,-1 0 0 0 0,1 0 0 0 0,0-1 0 0 0,0 1 0 0 0,0 0 0 0 0,0 0 0 0 0,0 2 0 0 0,3 57 533 0 0,-2-61-665 0 0,3 26 141 0 0,1-1 0 0 0,2 0 0 0 0,19 46 0 0 0,41 71 58 0 0,-23-53-174 0 0,-36-72-149 0 0,54 106-3279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1.5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7 171 7370 0 0,'-4'-7'656'0'0,"1"2"-528"0"0,3 1-128 0 0,9-7 3889 0 0,-2 5-2489 0 0,4-2-408 0 0,4-6-88 0 0,5 0-8 0 0,2-3-7 0 0,-1 2-761 0 0,1 0-128 0 0,2 1 0 0 0,0 0-104 0 0,2 1 104 0 0,-2-1 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2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6 12899 0 0,'-9'-6'4620'0'0,"9"13"-2066"0"0,6 11-1727 0 0,4-4-619 0 0,0 0-1 0 0,1 0 1 0 0,1-1-1 0 0,0 0 1 0 0,23 18-1 0 0,-7-5-125 0 0,36 34 24 0 0,110 109-64 0 0,-140-132-103 0 0,-2 2 0 0 0,50 78 1 0 0,-65-87-16 0 0,-1 1 1 0 0,-2 1 0 0 0,-1 0-1 0 0,-1 1 1 0 0,-1 0-1 0 0,-3 1 1 0 0,10 67 0 0 0,-15-58-19 0 0,-1 1 1 0 0,-3-1-1 0 0,-1 1 1 0 0,-2-1-1 0 0,-19 84 0 0 0,-16 22 630 0 0,-100 254-1 0 0,79-278-30 0 0,52-110-415 0 0,-2 0 1 0 0,0-1 0 0 0,0 0 0 0 0,-1 0 0 0 0,-24 21 0 0 0,9-17 94 0 0,26-17-272 0 0,-1-1-1 0 0,0 1 0 0 0,0-1 0 0 0,0 1 0 0 0,0-1 0 0 0,0 0 0 0 0,0 1 0 0 0,0-1 0 0 0,0 0 0 0 0,0 0 0 0 0,0 1 0 0 0,1-1 0 0 0,-1 0 0 0 0,0 0 1 0 0,0 0-1 0 0,0 0 0 0 0,0-1 0 0 0,0 1 0 0 0,0 0 0 0 0,0 0 0 0 0,0 0 0 0 0,0-1 0 0 0,0 1 0 0 0,0 0 0 0 0,0-1 0 0 0,-2 0 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3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5 251 1840 0 0,'-4'4'9181'0'0,"13"14"-7463"0"0,3 8-110 0 0,-10-21-1528 0 0,0-1-1 0 0,0 1 1 0 0,1 0-1 0 0,0-1 1 0 0,0 0 0 0 0,0 1-1 0 0,0-1 1 0 0,1 0-1 0 0,-1-1 1 0 0,1 1 0 0 0,0-1-1 0 0,0 0 1 0 0,0 1-1 0 0,1-2 1 0 0,-1 1 0 0 0,10 4-1 0 0,5 0 598 0 0,1 1 0 0 0,39 7-1 0 0,-37-10 595 0 0,-21-4-1201 0 0,1-1 0 0 0,0 0-1 0 0,0 0 1 0 0,0 1-1 0 0,-1-1 1 0 0,1 0 0 0 0,0-1-1 0 0,0 1 1 0 0,0 0-1 0 0,-1 0 1 0 0,1-1 0 0 0,0 1-1 0 0,0-1 1 0 0,-1 0 0 0 0,1 1-1 0 0,-1-1 1 0 0,1 0-1 0 0,0 0 1 0 0,-1 0 0 0 0,0 0-1 0 0,1 0 1 0 0,-1-1-1 0 0,0 1 1 0 0,1 0 0 0 0,0-3-1 0 0,4-3 182 0 0,-1-1 1 0 0,0 0-1 0 0,-1 0 0 0 0,4-9 0 0 0,9-15 320 0 0,13-9-539 0 0,2 2-1 0 0,2 1 0 0 0,1 2 1 0 0,1 1-1 0 0,82-59 0 0 0,-96 81-1744 0 0,0 2-5877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4:44.8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57 432 1840 0 0,'-24'-2'1278'0'0,"0"0"517"0"0,23 1-1718 0 0,1 1 0 0 0,-1 0 0 0 0,1-1 0 0 0,-1 1 0 0 0,1-1-1 0 0,-1 1 1 0 0,1-1 0 0 0,-1 1 0 0 0,1-1 0 0 0,-1 0 0 0 0,1 1 0 0 0,0-1-1 0 0,-1 1 1 0 0,1-1 0 0 0,0 0 0 0 0,0 1 0 0 0,-1-1 0 0 0,1 0 0 0 0,0 1-1 0 0,0-1 1 0 0,0 0 0 0 0,0 0 0 0 0,0 1 0 0 0,0-1 0 0 0,0 0 0 0 0,0 1-1 0 0,0-1 1 0 0,0 0 0 0 0,1 1 0 0 0,-1-1 0 0 0,0 0 0 0 0,1 0 0 0 0,0-6 632 0 0,1 0 1 0 0,0 0 0 0 0,1 0 0 0 0,-1 1-1 0 0,1-1 1 0 0,1 1 0 0 0,-1 0-1 0 0,1-1 1 0 0,0 2 0 0 0,0-1 0 0 0,1 0-1 0 0,8-7 1 0 0,-10 11-550 0 0,1-1 0 0 0,-1 1 0 0 0,1-1 0 0 0,-1 1 0 0 0,1 0 0 0 0,0 1-1 0 0,0-1 1 0 0,0 1 0 0 0,0 0 0 0 0,0 0 0 0 0,0 0 0 0 0,0 0 0 0 0,0 0 0 0 0,0 1 0 0 0,0 0 0 0 0,1 0-1 0 0,-1 0 1 0 0,0 1 0 0 0,0-1 0 0 0,0 1 0 0 0,0 0 0 0 0,0 0 0 0 0,5 2 0 0 0,0 1-97 0 0,1 1 0 0 0,-1 0 1 0 0,-1 1-1 0 0,1-1 0 0 0,-1 2 1 0 0,0-1-1 0 0,0 1 0 0 0,0 0 1 0 0,-1 1-1 0 0,-1 0 0 0 0,1 0 1 0 0,5 10-1 0 0,-3-5-65 0 0,-1 1 0 0 0,-1 0 0 0 0,0 0 1 0 0,-1 0-1 0 0,0 1 0 0 0,-1 0 0 0 0,4 22 0 0 0,-9-33 54 0 0,0 1 0 0 0,0-1 0 0 0,0 0 0 0 0,-1 1 0 0 0,1-1 1 0 0,-1 0-1 0 0,0 0 0 0 0,0 1 0 0 0,0-1 0 0 0,-1 0 0 0 0,0 0 0 0 0,1 0 0 0 0,-1 0 0 0 0,-1-1 0 0 0,1 1 1 0 0,-1-1-1 0 0,1 1 0 0 0,-1-1 0 0 0,0 0 0 0 0,0 0 0 0 0,0 0 0 0 0,-1 0 0 0 0,1 0 0 0 0,-1-1 0 0 0,1 0 1 0 0,-1 1-1 0 0,0-1 0 0 0,0-1 0 0 0,-4 2 0 0 0,37-46 291 0 0,79-106-305 0 0,50-66 1113 0 0,-72 114-3154 0 0,10 7-3582 0 0,-59 62-1650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49.9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63 415 3225 0 0,'-7'-7'790'0'0,"1"0"0"0"0,0-1 0 0 0,0 1 1 0 0,0-1-1 0 0,1 0 0 0 0,1-1 0 0 0,-1 1 1 0 0,1-1-1 0 0,1 0 0 0 0,-5-16 0 0 0,8 25-686 0 0,0 0-1 0 0,-1 0 1 0 0,1-1 0 0 0,0 1-1 0 0,0 0 1 0 0,-1-1 0 0 0,1 1-1 0 0,0-1 1 0 0,0 1-1 0 0,0 0 1 0 0,0-1 0 0 0,0 1-1 0 0,0-1 1 0 0,-1 1-1 0 0,1 0 1 0 0,0-1 0 0 0,0 1-1 0 0,0 0 1 0 0,0-1 0 0 0,0 1-1 0 0,1-1 1 0 0,-1 1-1 0 0,0 0 1 0 0,0-1 0 0 0,0 1-1 0 0,0-1 1 0 0,0 1 0 0 0,0 0-1 0 0,1-1 1 0 0,-1 1-1 0 0,0 0 1 0 0,0-1 0 0 0,1 1-1 0 0,-1 0 1 0 0,0-1-1 0 0,0 1 1 0 0,1 0 0 0 0,-1 0-1 0 0,0-1 1 0 0,1 1 0 0 0,-1 0-1 0 0,1 0 1 0 0,17 9 1399 0 0,18 24-1040 0 0,-22-19-316 0 0,99 111 193 0 0,-92-100-406 0 0,-2 2 0 0 0,-1 0 0 0 0,17 34 1 0 0,-37-71 742 0 0,1 0 0 0 0,-1 1 1 0 0,1-1-1 0 0,1-17 1 0 0,-1 4-247 0 0,2-19-372 0 0,1-1 0 0 0,2 1 0 0 0,2-1 0 0 0,2 1 0 0 0,2 1 1 0 0,1 0-1 0 0,3 0 0 0 0,27-58 0 0 0,-36 87-421 0 0,1 1 1 0 0,0 0-1 0 0,1 0 0 0 0,0 1 1 0 0,11-12-1 0 0,-2 6-1097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0.2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39 452 8754 0 0,'44'-62'4722'0'0,"-25"36"-3198"0"0,0-1 0 0 0,-2-1-1 0 0,25-53 1 0 0,-36 64-1414 0 0,0 0-1 0 0,-1 0 1 0 0,5-34 0 0 0,-9 44-101 0 0,0 0 0 0 0,-1 0-1 0 0,0 1 1 0 0,0-1 0 0 0,-1 0-1 0 0,1 0 1 0 0,-1 1 0 0 0,-1-1 0 0 0,1 0-1 0 0,-1 1 1 0 0,-1-1 0 0 0,1 1 0 0 0,-5-9-1 0 0,5 13-11 0 0,1 0 0 0 0,0 1 0 0 0,0-1 0 0 0,-1 0-1 0 0,1 1 1 0 0,-1 0 0 0 0,1-1 0 0 0,-1 1 0 0 0,0 0 0 0 0,1 0-1 0 0,-1 0 1 0 0,0 0 0 0 0,0 0 0 0 0,0 0 0 0 0,0 0 0 0 0,0 1-1 0 0,0-1 1 0 0,-4 0 0 0 0,2 1-15 0 0,0 0 0 0 0,0 0 1 0 0,0 0-1 0 0,0 1 0 0 0,0-1 0 0 0,0 1 0 0 0,1 0 0 0 0,-1 0 1 0 0,-5 2-1 0 0,-1 2-76 0 0,1-1 1 0 0,0 1 0 0 0,1 1 0 0 0,-1-1 0 0 0,1 2 0 0 0,-14 12-1 0 0,19-15 104 0 0,-1-1 0 0 0,1 0-1 0 0,0 1 1 0 0,1 0 0 0 0,-1 0-1 0 0,1 0 1 0 0,-1 0 0 0 0,1 0-1 0 0,0 0 1 0 0,1 0 0 0 0,-1 1-1 0 0,1-1 1 0 0,0 1 0 0 0,0-1-1 0 0,0 1 1 0 0,1 0 0 0 0,-1-1-1 0 0,1 1 1 0 0,0 0 0 0 0,0-1-1 0 0,1 1 1 0 0,0-1 0 0 0,0 1-1 0 0,0 0 1 0 0,0-1 0 0 0,0 0-1 0 0,1 1 1 0 0,0-1 0 0 0,0 0-1 0 0,0 0 1 0 0,1 0 0 0 0,-1 0-1 0 0,1 0 1 0 0,0 0 0 0 0,0-1-1 0 0,4 4 1 0 0,1 2-187 0 0,1-1 0 0 0,0 0 1 0 0,0-1-1 0 0,1 0 0 0 0,0 0 0 0 0,0-1 0 0 0,17 7 0 0 0,-17-9-696 0 0,0 0 0 0 0,0-1-1 0 0,0 0 1 0 0,17 3 0 0 0,1-4-5063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0.7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247 46 5065 0 0,'0'-1'125'0'0,"0"0"1"0"0,0 1-1 0 0,1-1 0 0 0,-1 0 1 0 0,0 0-1 0 0,0 1 0 0 0,0-1 1 0 0,0 0-1 0 0,0 1 0 0 0,0-1 0 0 0,0 0 1 0 0,0 0-1 0 0,0 1 0 0 0,0-1 1 0 0,0 0-1 0 0,0 1 0 0 0,0-1 1 0 0,-1 0-1 0 0,1 0 0 0 0,0 1 0 0 0,0-1 1 0 0,-1 1-1 0 0,1-1 0 0 0,-1 0 1 0 0,1 1-1 0 0,0-1 0 0 0,-1 1 1 0 0,1-1-1 0 0,-1 1 0 0 0,0-1 1 0 0,1 1-1 0 0,-1-1 0 0 0,1 1 0 0 0,-1-1 1 0 0,0 1-1 0 0,1 0 0 0 0,-1-1 1 0 0,0 1-1 0 0,1 0 0 0 0,-1 0 1 0 0,0 0-1 0 0,1-1 0 0 0,-1 1 0 0 0,0 0 1 0 0,0 0-1 0 0,1 0 0 0 0,-1 0 1 0 0,0 0-1 0 0,-1 1 0 0 0,-2-2 268 0 0,1 1-1 0 0,-1 0 0 0 0,0 0 1 0 0,0 0-1 0 0,0 0 1 0 0,0 1-1 0 0,0-1 0 0 0,-5 3 1 0 0,-5 4 45 0 0,0 1 0 0 0,1 0 1 0 0,1 1-1 0 0,-1 1 0 0 0,2 0 1 0 0,-1 0-1 0 0,-10 13 0 0 0,11-11-551 0 0,1 1 0 0 0,0 0 0 0 0,1 0-1 0 0,1 1 1 0 0,0 0 0 0 0,-10 26 0 0 0,18-40 50 0 0,-1 1 0 0 0,1 0 0 0 0,-1-1 1 0 0,1 1-1 0 0,0 0 0 0 0,0 0 0 0 0,0-1 1 0 0,-1 1-1 0 0,1 0 0 0 0,0 0 0 0 0,0 0 1 0 0,0-1-1 0 0,0 1 0 0 0,0 0 0 0 0,0 0 0 0 0,0 0 1 0 0,0-1-1 0 0,1 1 0 0 0,-1 0 0 0 0,0 0 1 0 0,0-1-1 0 0,1 1 0 0 0,-1 0 0 0 0,1 0 1 0 0,-1-1-1 0 0,0 1 0 0 0,1 0 0 0 0,0 0-39 0 0,1-1 0 0 0,-1 1 0 0 0,0-1-1 0 0,0 1 1 0 0,0-1 0 0 0,0 0 0 0 0,0 0-1 0 0,1 0 1 0 0,-1 1 0 0 0,0-1 0 0 0,0 0-1 0 0,0-1 1 0 0,0 1 0 0 0,1 0 0 0 0,-1 0 0 0 0,1-1-1 0 0,46-16-2400 0 0,-47 17 2440 0 0,12-7-418 0 0,0-1-1 0 0,0 0 0 0 0,-1 0 1 0 0,0-1-1 0 0,-1-1 0 0 0,0 0 1 0 0,0 0-1 0 0,13-18 1 0 0,4-9 1425 0 0,39-63 4139 0 0,-64 111-3642 0 0,0 10-151 0 0,-2 15 213 0 0,-1-16-1003 0 0,1 0 0 0 0,4 26 0 0 0,-4-39-833 0 0,1-1 1 0 0,0 0-1 0 0,0 1 1 0 0,0-1-1 0 0,1 0 0 0 0,5 9 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05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160 30 5065 0 0,'1'-1'95'0'0,"-1"0"0"0"0,0 0 1 0 0,1 0-1 0 0,-1 0 0 0 0,0 0 0 0 0,0 0 1 0 0,0 0-1 0 0,0 0 0 0 0,0 0 0 0 0,0 0 0 0 0,0 0 1 0 0,0 0-1 0 0,0 0 0 0 0,0 0 0 0 0,0 0 0 0 0,-1 1 1 0 0,1-1-1 0 0,0 0 0 0 0,-1 0 0 0 0,1 0 0 0 0,-1 0 1 0 0,1 0-1 0 0,-1 0 0 0 0,1 1 0 0 0,-1-1 0 0 0,0 0 1 0 0,1 0-1 0 0,-1 1 0 0 0,0-1 0 0 0,0 1 0 0 0,1-1 1 0 0,-1 0-1 0 0,-1 0 0 0 0,0 1 137 0 0,0 0 0 0 0,0 0-1 0 0,0 1 1 0 0,1-1 0 0 0,-1 0 0 0 0,0 1 0 0 0,0-1 0 0 0,0 1-1 0 0,1 0 1 0 0,-1-1 0 0 0,0 1 0 0 0,1 0 0 0 0,-1 0-1 0 0,1 0 1 0 0,-1 0 0 0 0,1 0 0 0 0,-3 3 0 0 0,-5 5 205 0 0,0 0 0 0 0,0 1 0 0 0,1 0 0 0 0,0 1 0 0 0,1 0 1 0 0,0 0-1 0 0,-8 19 0 0 0,5-8-402 0 0,1 1 0 0 0,1 0 0 0 0,-5 27-1 0 0,12-47-38 0 0,0 1 0 0 0,0-1 0 0 0,0 1 0 0 0,1 0 0 0 0,0-1 0 0 0,0 1 0 0 0,0 0 0 0 0,0-1 0 0 0,1 1 0 0 0,-1-1 0 0 0,1 1 0 0 0,0 0 0 0 0,0-1 0 0 0,0 0 0 0 0,0 1-1 0 0,1-1 1 0 0,0 0 0 0 0,-1 1 0 0 0,1-1 0 0 0,0 0 0 0 0,4 4 0 0 0,-2-4-9 0 0,-1 0 0 0 0,1-1 1 0 0,0 1-1 0 0,0-1 0 0 0,0 0 0 0 0,0 0 0 0 0,0 0 1 0 0,0-1-1 0 0,0 1 0 0 0,1-1 0 0 0,-1 0 0 0 0,0-1 0 0 0,1 1 1 0 0,-1-1-1 0 0,1 0 0 0 0,-1 0 0 0 0,7 0 0 0 0,58-11-94 0 0,-54 8 87 0 0,0 0-1 0 0,-1 1 0 0 0,1 1 0 0 0,0 0 1 0 0,0 1-1 0 0,15 2 0 0 0,-29-2 38 0 0,0 0-1 0 0,0 0 1 0 0,1 0-1 0 0,-1 0 0 0 0,0 1 1 0 0,0-1-1 0 0,0 0 1 0 0,0 1-1 0 0,0-1 0 0 0,0 1 1 0 0,1-1-1 0 0,-1 1 1 0 0,0-1-1 0 0,-1 1 0 0 0,1 0 1 0 0,0 0-1 0 0,0-1 1 0 0,0 1-1 0 0,0 0 0 0 0,0 0 1 0 0,-1 0-1 0 0,1 0 1 0 0,0 0-1 0 0,-1 0 0 0 0,1 0 1 0 0,0 1-1 0 0,-1 0 50 0 0,0 0 1 0 0,0 0-1 0 0,0 0 0 0 0,0 0 0 0 0,-1-1 0 0 0,1 1 0 0 0,0 0 1 0 0,-1 0-1 0 0,1 0 0 0 0,-1 0 0 0 0,0-1 0 0 0,0 1 1 0 0,1 0-1 0 0,-3 2 0 0 0,-5 7 340 0 0,-1 0 0 0 0,1 0 0 0 0,-16 14 0 0 0,20-22-389 0 0,-29 27-705 0 0,10-11-3988 0 0,6-5-1022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157 1 9218 0 0,'-17'27'2518'0'0,"-31"34"0"0"0,29-38-716 0 0,-26 41 0 0 0,42-60-1679 0 0,-1 3 53 0 0,0 0-1 0 0,1 0 1 0 0,-1 0-1 0 0,1 0 1 0 0,-2 10-1 0 0,4-16-167 0 0,1 0 0 0 0,0 0 0 0 0,0 0-1 0 0,0 0 1 0 0,0 0 0 0 0,-1 0 0 0 0,2 0-1 0 0,-1 0 1 0 0,0 0 0 0 0,0 1 0 0 0,0-1-1 0 0,0 0 1 0 0,1 0 0 0 0,-1 0 0 0 0,1 0-1 0 0,-1 0 1 0 0,0 0 0 0 0,1 0 0 0 0,0 0-1 0 0,-1-1 1 0 0,1 1 0 0 0,0 0 0 0 0,-1 0-1 0 0,1 0 1 0 0,0 0 0 0 0,0-1 0 0 0,-1 1-1 0 0,1 0 1 0 0,0-1 0 0 0,0 1 0 0 0,0-1-1 0 0,0 1 1 0 0,0-1 0 0 0,0 1 0 0 0,0-1-1 0 0,0 0 1 0 0,0 0 0 0 0,0 1 0 0 0,1-1-1 0 0,-1 0 1 0 0,0 0 0 0 0,0 0 0 0 0,0 0-1 0 0,0 0 1 0 0,2-1 0 0 0,10 1-120 0 0,0-1 0 0 0,1-1 0 0 0,-1 0 0 0 0,0-1 0 0 0,24-8 1 0 0,33-7-357 0 0,-61 17 409 0 0,1 0-1 0 0,-1 1 1 0 0,1 0 0 0 0,-1 0 0 0 0,1 1-1 0 0,-1 0 1 0 0,1 1 0 0 0,-1 0 0 0 0,0 1-1 0 0,0 0 1 0 0,0 0 0 0 0,15 8-1 0 0,-20-9 98 0 0,-1 0-1 0 0,0 0 0 0 0,0 1 0 0 0,0-1 0 0 0,0 1 0 0 0,0-1 0 0 0,-1 1 1 0 0,1 0-1 0 0,-1 0 0 0 0,0 0 0 0 0,0 0 0 0 0,0 0 0 0 0,0 1 0 0 0,0-1 1 0 0,-1 1-1 0 0,0-1 0 0 0,1 1 0 0 0,-1-1 0 0 0,-1 1 0 0 0,1 0 0 0 0,0 0 1 0 0,-1-1-1 0 0,0 1 0 0 0,0 0 0 0 0,0 0 0 0 0,0-1 0 0 0,-1 1 0 0 0,1 0 0 0 0,-1 0 1 0 0,0-1-1 0 0,0 1 0 0 0,0 0 0 0 0,-1-1 0 0 0,-3 7 0 0 0,-5 8 52 0 0,-1 0 0 0 0,0 0-1 0 0,-2-1 1 0 0,0-1 0 0 0,-1 0-1 0 0,0-1 1 0 0,-22 17 0 0 0,17-14-864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5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 6913 0 0,'29'-5'675'0'0,"9"4"5114"0"0,-34 2-5189 0 0,-1 0 0 0 0,0 0 0 0 0,0 0-1 0 0,1 0 1 0 0,-1 0 0 0 0,0 1 0 0 0,0-1 0 0 0,0 1 0 0 0,2 2-1 0 0,17 17 449 0 0,-11-3-684 0 0,0 1 0 0 0,-1 0 0 0 0,0 1-1 0 0,-2 0 1 0 0,9 34 0 0 0,-3-15-668 0 0,-11-28 154 0 0,16 36-1711 0 0,-17-44 1339 0 0,0 0 1 0 0,-1 0-1 0 0,1 0 1 0 0,0 0 0 0 0,0-1-1 0 0,1 1 1 0 0,-1-1-1 0 0,0 1 1 0 0,1-1-1 0 0,0 0 1 0 0,-1 0 0 0 0,4 2-1 0 0,7 1-2100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1.7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10 12899 0 0,'-7'-4'576'0'0,"5"1"112"0"0,0 2-552 0 0,2 0-136 0 0,2 2-80 0 0,-1 0-48 0 0,2 4 0 0 0,4 9-2377 0 0,3 2-471 0 0,2 5-97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2.2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27 6913 0 0,'-7'1'350'0'0,"1"0"-1"0"0,-1 0 1 0 0,1 1-1 0 0,0-1 1 0 0,-1 1-1 0 0,1 1 0 0 0,0-1 1 0 0,0 1-1 0 0,0 0 1 0 0,1 0-1 0 0,-1 1 1 0 0,1 0-1 0 0,0 0 0 0 0,-6 5 1 0 0,7-5-129 0 0,0 0 0 0 0,0 0 1 0 0,0 0-1 0 0,0 1 0 0 0,1-1 1 0 0,0 1-1 0 0,0 0 0 0 0,0 0 0 0 0,0 0 1 0 0,1 0-1 0 0,0 1 0 0 0,0-1 1 0 0,0 0-1 0 0,1 1 0 0 0,-1 0 0 0 0,1 7 1 0 0,0-12-260 0 0,1-1 0 0 0,0 1 0 0 0,0 0 0 0 0,0-1 0 0 0,0 1 1 0 0,0 0-1 0 0,0-1 0 0 0,0 1 0 0 0,1 0 0 0 0,-1-1 0 0 0,0 1 0 0 0,0-1 0 0 0,0 1 1 0 0,1 0-1 0 0,-1-1 0 0 0,0 1 0 0 0,1-1 0 0 0,-1 1 0 0 0,0-1 0 0 0,1 1 0 0 0,-1-1 1 0 0,1 1-1 0 0,-1-1 0 0 0,1 1 0 0 0,-1-1 0 0 0,1 0 0 0 0,-1 1 0 0 0,1-1 1 0 0,0 1-1 0 0,1-1-34 0 0,-1 0 0 0 0,0 0 1 0 0,1 0-1 0 0,-1 0 0 0 0,0 0 1 0 0,1 0-1 0 0,-1-1 0 0 0,0 1 0 0 0,1 0 1 0 0,-1-1-1 0 0,0 1 0 0 0,0-1 1 0 0,2 0-1 0 0,35-24-820 0 0,-37 25 898 0 0,56-56 802 0 0,-49 46-528 0 0,0 0 0 0 0,1 1 0 0 0,0 0 0 0 0,1 1 0 0 0,0 0 0 0 0,0 0 0 0 0,0 1 0 0 0,1 1 0 0 0,19-9 1 0 0,-28 14-243 0 0,-1 1 0 0 0,1-1 1 0 0,0 1-1 0 0,-1 0 1 0 0,1-1-1 0 0,0 1 1 0 0,0 0-1 0 0,-1 0 1 0 0,1 0-1 0 0,0 0 1 0 0,-1 1-1 0 0,1-1 1 0 0,0 0-1 0 0,0 1 1 0 0,-1-1-1 0 0,1 1 1 0 0,-1-1-1 0 0,1 1 1 0 0,0 0-1 0 0,-1 0 1 0 0,3 2-1 0 0,-2-1 87 0 0,0 0-1 0 0,0 1 1 0 0,0-1 0 0 0,0 1-1 0 0,0-1 1 0 0,-1 1 0 0 0,1 0-1 0 0,-1 0 1 0 0,1 0-1 0 0,-1-1 1 0 0,1 5 0 0 0,1 9 443 0 0,0-1 0 0 0,-1 1 0 0 0,0 28 0 0 0,-2-39-549 0 0,1 13-451 0 0,-1-1 0 0 0,0 0 0 0 0,-2 0 0 0 0,0 0 0 0 0,0 0 1 0 0,-2-1-1 0 0,0 1 0 0 0,-1-1 0 0 0,-7 17 0 0 0,25-108 2 0 0,28-42 921 0 0,-34 98-58 0 0,2 1 1 0 0,0 1-1 0 0,1-1 1 0 0,15-19 0 0 0,-24 35-350 0 0,1 1 0 0 0,-1-1 0 0 0,0 0 1 0 0,1 1-1 0 0,-1-1 0 0 0,1 1 0 0 0,0 0 0 0 0,-1 0 1 0 0,1-1-1 0 0,0 1 0 0 0,0 0 0 0 0,-1 1 1 0 0,1-1-1 0 0,0 0 0 0 0,0 0 0 0 0,0 1 0 0 0,0-1 1 0 0,0 1-1 0 0,0 0 0 0 0,1-1 0 0 0,2 1 0 0 0,-2 1-2 0 0,0 0-1 0 0,0-1 0 0 0,1 1 1 0 0,-1 0-1 0 0,0 1 0 0 0,0-1 1 0 0,0 1-1 0 0,0-1 0 0 0,0 1 1 0 0,-1 0-1 0 0,1 0 0 0 0,3 3 1 0 0,5 5 22 0 0,-1 2 1 0 0,0-1 0 0 0,0 2 0 0 0,13 21 0 0 0,-23-33-121 0 0,13 19-105 0 0,-2 1 1 0 0,11 23-1 0 0,-11-4-3063 0 0,-10-31 2081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2.9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86 8290 0 0,'7'-8'574'0'0,"0"1"0"0"0,0 0 0 0 0,1 0 1 0 0,0 0-1 0 0,0 1 0 0 0,0 0 0 0 0,1 0 0 0 0,0 1 1 0 0,0 1-1 0 0,0-1 0 0 0,1 1 0 0 0,-1 1 0 0 0,1 0 1 0 0,0 0-1 0 0,17-2 0 0 0,-22 5-331 0 0,0 1-1 0 0,0 0 1 0 0,0-1-1 0 0,-1 2 0 0 0,1-1 1 0 0,0 0-1 0 0,0 1 1 0 0,-1 0-1 0 0,1 0 1 0 0,-1 0-1 0 0,0 1 1 0 0,0-1-1 0 0,0 1 1 0 0,0 0-1 0 0,0 1 1 0 0,0-1-1 0 0,-1 0 1 0 0,6 8-1 0 0,4 6 50 0 0,-1 1 0 0 0,-1 0 0 0 0,11 24 0 0 0,-13-24-686 0 0,1 1 1 0 0,13 17-1 0 0,4-6-1930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3.66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97 52 7546 0 0,'-3'0'147'0'0,"0"-1"1"0"0,0 1 0 0 0,0 0 0 0 0,0 1-1 0 0,0-1 1 0 0,0 1 0 0 0,0-1 0 0 0,1 1-1 0 0,-1 0 1 0 0,0 0 0 0 0,0 0 0 0 0,0 0-1 0 0,1 0 1 0 0,-1 1 0 0 0,1 0 0 0 0,-1-1-1 0 0,1 1 1 0 0,0 0 0 0 0,-1 0 0 0 0,1 0-1 0 0,0 0 1 0 0,0 0 0 0 0,1 1 0 0 0,-1-1-1 0 0,0 1 1 0 0,-2 4 0 0 0,0 0 267 0 0,1 0 1 0 0,-1 0-1 0 0,1 0 1 0 0,0 1-1 0 0,1-1 1 0 0,0 1-1 0 0,0 0 0 0 0,-1 15 1 0 0,3-16-231 0 0,0 1 0 0 0,0-1 0 0 0,0 0 0 0 0,1 0 0 0 0,0 0 0 0 0,1 1 1 0 0,0-1-1 0 0,0 0 0 0 0,0-1 0 0 0,1 1 0 0 0,0 0 0 0 0,5 8 0 0 0,-5-12-104 0 0,-1 1 0 0 0,1-1 0 0 0,1 1 0 0 0,-1-1 0 0 0,0 0 0 0 0,1 0 0 0 0,0-1 0 0 0,0 1 0 0 0,-1-1 0 0 0,1 1 0 0 0,1-1 0 0 0,-1 0 0 0 0,0-1-1 0 0,0 1 1 0 0,1-1 0 0 0,-1 0 0 0 0,1 0 0 0 0,-1 0 0 0 0,1-1 0 0 0,7 1 0 0 0,-6-1-84 0 0,1 0 0 0 0,0-1 0 0 0,0 1 0 0 0,0-1 0 0 0,-1 0 0 0 0,1-1 0 0 0,-1 1 0 0 0,1-2 0 0 0,-1 1 0 0 0,1-1 0 0 0,-1 1 0 0 0,0-2 0 0 0,0 1 0 0 0,-1-1 0 0 0,1 0 0 0 0,-1 0 0 0 0,1 0 0 0 0,-1-1 0 0 0,0 0 0 0 0,4-5 0 0 0,-4 3 16 0 0,0-1-1 0 0,-1 1 1 0 0,0-1 0 0 0,0 0 0 0 0,0 0-1 0 0,-1-1 1 0 0,0 1 0 0 0,-1-1 0 0 0,0 1-1 0 0,0-1 1 0 0,-1 0 0 0 0,0 0 0 0 0,-1 0-1 0 0,-1-16 1 0 0,1 13 124 0 0,-1 0 1 0 0,-1 0-1 0 0,0 1 0 0 0,-1-1 0 0 0,0 1 0 0 0,-7-17 0 0 0,15 45 462 0 0,-4-10-502 0 0,1 0 1 0 0,0 0 0 0 0,0-1 0 0 0,5 10-1 0 0,-3-10-66 0 0,0 0 1 0 0,1-1-1 0 0,0 1 0 0 0,0-1 0 0 0,0 0 0 0 0,0 0 0 0 0,1-1 0 0 0,0 0 1 0 0,0 0-1 0 0,0 0 0 0 0,1 0 0 0 0,-1-1 0 0 0,1 0 0 0 0,-1-1 1 0 0,1 0-1 0 0,13 3 0 0 0,-14-3-16 0 0,0-1 1 0 0,0-1-1 0 0,0 1 1 0 0,0-1-1 0 0,0 0 1 0 0,0 0-1 0 0,0 0 1 0 0,0-1-1 0 0,0 0 1 0 0,0 0-1 0 0,0-1 1 0 0,0 0-1 0 0,-1 0 1 0 0,1 0-1 0 0,-1 0 1 0 0,1-1-1 0 0,-1 0 1 0 0,0 0-1 0 0,0-1 1 0 0,7-5-1 0 0,-10 6 8 0 0,0 1-1 0 0,0 0 1 0 0,-1 0 0 0 0,1-1-1 0 0,-1 1 1 0 0,0-1 0 0 0,1 0-1 0 0,-1 1 1 0 0,0-1-1 0 0,-1 0 1 0 0,1 1 0 0 0,0-1-1 0 0,-1 0 1 0 0,1 0 0 0 0,-1-5-1 0 0,-6-45-1631 0 0,2 31-3371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4.0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1 247 7370 0 0,'1'2'119'0'0,"0"-1"1"0"0,1 1 0 0 0,-1-1-1 0 0,0 1 1 0 0,1-1 0 0 0,-1 0-1 0 0,1 0 1 0 0,-1 0 0 0 0,1 0-1 0 0,0 0 1 0 0,-1 0 0 0 0,1 0 0 0 0,0 0-1 0 0,0-1 1 0 0,0 1 0 0 0,0-1-1 0 0,0 1 1 0 0,-1-1 0 0 0,1 0-1 0 0,0 0 1 0 0,0 0 0 0 0,3 0-1 0 0,-2 0 95 0 0,0-1 0 0 0,1 0 0 0 0,-1-1 0 0 0,0 1 0 0 0,0 0 1 0 0,0-1-1 0 0,0 0 0 0 0,0 1 0 0 0,0-1 0 0 0,-1 0 0 0 0,5-5 0 0 0,2-2 283 0 0,-1 0 0 0 0,-1-1 0 0 0,1 1 1 0 0,-2-2-1 0 0,1 1 0 0 0,5-14 0 0 0,-6 10-47 0 0,-1-1-1 0 0,0 1 0 0 0,4-20 0 0 0,-8 29-321 0 0,0 1 1 0 0,-1-1 0 0 0,1 1 0 0 0,-1-1 0 0 0,0 0-1 0 0,0 1 1 0 0,0-1 0 0 0,0 1 0 0 0,-1-1 0 0 0,0 1-1 0 0,0-1 1 0 0,0 1 0 0 0,-1 0 0 0 0,0-1-1 0 0,-3-6 1 0 0,5 11-123 0 0,0 0 0 0 0,0-1 0 0 0,0 1 0 0 0,0 0 0 0 0,0-1-1 0 0,0 1 1 0 0,-1 0 0 0 0,1 0 0 0 0,0-1 0 0 0,0 1 0 0 0,0 0-1 0 0,0 0 1 0 0,-1-1 0 0 0,1 1 0 0 0,0 0 0 0 0,0 0 0 0 0,0 0-1 0 0,-1-1 1 0 0,1 1 0 0 0,0 0 0 0 0,0 0 0 0 0,-1 0 0 0 0,1 0 0 0 0,0 0-1 0 0,-1-1 1 0 0,1 1 0 0 0,0 0 0 0 0,0 0 0 0 0,-1 0 0 0 0,1 0-1 0 0,0 0 1 0 0,-1 0 0 0 0,1 0 0 0 0,0 0 0 0 0,-1 0 0 0 0,1 0 0 0 0,0 0-1 0 0,0 0 1 0 0,-1 0 0 0 0,1 0 0 0 0,0 1 0 0 0,-1-1 0 0 0,1 0-1 0 0,-4 16 149 0 0,6 21 11 0 0,-1-30-179 0 0,1-1 0 0 0,-1 1 0 0 0,1-1 0 0 0,1 1 0 0 0,-1-1 0 0 0,1 0 0 0 0,1 0 0 0 0,-1 0 0 0 0,1 0 0 0 0,0 0 0 0 0,0-1 0 0 0,0 0 0 0 0,1 0 0 0 0,0 0-1 0 0,0 0 1 0 0,0-1 0 0 0,9 6 0 0 0,-6-6-223 0 0,-1 0 0 0 0,1-1 0 0 0,0 0 0 0 0,0-1 0 0 0,0 1 0 0 0,0-1-1 0 0,1-1 1 0 0,-1 0 0 0 0,1 0 0 0 0,-1-1 0 0 0,1 0 0 0 0,-1 0 0 0 0,16-3 0 0 0,-17 2-88 0 0,0 0 0 0 0,0-1 0 0 0,0 0 0 0 0,0 0 0 0 0,0-1 0 0 0,-1 0 0 0 0,1 0 0 0 0,-1-1 0 0 0,1 1 0 0 0,-1-1 0 0 0,-1-1 0 0 0,1 1 0 0 0,0-1 0 0 0,-1 0 0 0 0,0 0 0 0 0,0-1 0 0 0,19 0 8371 0 0,-24 7-7837 0 0,20 29 2004 0 0,-6-7-1749 0 0,-8-16-507 0 0,-1-1 0 0 0,0-1-1 0 0,1 1 1 0 0,10 6-1 0 0,15 4-2887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4.2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5 11058 0 0,'-16'-5'6962'0'0,"14"11"-6426"0"0,-1 4-200 0 0,2 4-40 0 0,1 3-8 0 0,4 2-288 0 0,0-2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141 260 8754 0 0,'-7'3'685'0'0,"0"-1"1"0"0,0 1-1 0 0,0 0 0 0 0,1 0 1 0 0,-1 1-1 0 0,1-1 1 0 0,0 2-1 0 0,0-1 0 0 0,-6 6 1 0 0,0 2 215 0 0,0-1 0 0 0,-20 27 0 0 0,31-37-934 0 0,-1 1 1 0 0,1 0-1 0 0,0-1 1 0 0,0 1-1 0 0,-1 0 1 0 0,1 0-1 0 0,1 0 1 0 0,-1 0-1 0 0,0 0 1 0 0,0 0-1 0 0,1 0 1 0 0,-1 0 0 0 0,1 0-1 0 0,0 0 1 0 0,0 1-1 0 0,-1-1 1 0 0,1 0-1 0 0,1 3 1 0 0,0-4-42 0 0,-1 0 0 0 0,1 0 0 0 0,0 0 0 0 0,0 0 1 0 0,0 0-1 0 0,0 0 0 0 0,0 0 0 0 0,0 0 0 0 0,0-1 1 0 0,0 1-1 0 0,0 0 0 0 0,0-1 0 0 0,1 1 0 0 0,-1-1 0 0 0,0 1 1 0 0,0-1-1 0 0,1 0 0 0 0,-1 1 0 0 0,0-1 0 0 0,0 0 0 0 0,1 0 1 0 0,-1 0-1 0 0,0 0 0 0 0,1 0 0 0 0,-1 0 0 0 0,0 0 0 0 0,1-1 1 0 0,-1 1-1 0 0,0 0 0 0 0,0-1 0 0 0,2 0 0 0 0,9-2-45 0 0,0 0 0 0 0,0-2 1 0 0,0 1-1 0 0,-1-1 0 0 0,13-8 0 0 0,-16 8 225 0 0,1 0 0 0 0,0 1 0 0 0,0 0 0 0 0,0 0 0 0 0,1 1 0 0 0,-1 0-1 0 0,1 1 1 0 0,19-2 0 0 0,-27 4-88 0 0,0 0-1 0 0,0 0 0 0 0,-1 0 0 0 0,1 0 0 0 0,0 1 1 0 0,0-1-1 0 0,-1 1 0 0 0,1-1 0 0 0,0 1 1 0 0,-1 0-1 0 0,1 0 0 0 0,0 0 0 0 0,-1 0 0 0 0,1 0 1 0 0,-1 0-1 0 0,1 0 0 0 0,-1 0 0 0 0,0 1 1 0 0,0-1-1 0 0,2 2 0 0 0,0 1 18 0 0,-1 0 0 0 0,0 0-1 0 0,0 0 1 0 0,-1 0 0 0 0,1 0 0 0 0,-1 0-1 0 0,0 1 1 0 0,1 4 0 0 0,1 9 19 0 0,-2 0-1 0 0,0 0 1 0 0,-3 21 0 0 0,2-37-62 0 0,-1 14-108 0 0,-1 1 0 0 0,0-1 0 0 0,-2 0-1 0 0,-5 18 1 0 0,7-27 119 0 0,0-1 0 0 0,-1 1-1 0 0,0-1 1 0 0,0 0 0 0 0,-1 0-1 0 0,1 0 1 0 0,-1 0 0 0 0,-1-1 0 0 0,1 1-1 0 0,-1-1 1 0 0,0 0 0 0 0,-7 6-1 0 0,11-11 7 0 0,1 1-1 0 0,-1 0 0 0 0,0 0 0 0 0,0-1 0 0 0,0 1 1 0 0,0 0-1 0 0,0-1 0 0 0,0 1 0 0 0,0-1 0 0 0,1 1 0 0 0,-1-1 1 0 0,-1 0-1 0 0,1 1 0 0 0,0-1 0 0 0,0 0 0 0 0,0 0 1 0 0,0 1-1 0 0,0-1 0 0 0,0 0 0 0 0,0 0 0 0 0,0 0 1 0 0,0 0-1 0 0,0-1 0 0 0,0 1 0 0 0,0 0 0 0 0,-1 0 0 0 0,1-1 1 0 0,0 1-1 0 0,0 0 0 0 0,0-1 0 0 0,1 1 0 0 0,-1-1 1 0 0,0 0-1 0 0,0 1 0 0 0,0-1 0 0 0,0 0 0 0 0,0 1 1 0 0,1-1-1 0 0,-1 0 0 0 0,0 0 0 0 0,0 0 0 0 0,1 0 0 0 0,-1 1 1 0 0,1-1-1 0 0,-1 0 0 0 0,1 0 0 0 0,-1 0 0 0 0,1 0 1 0 0,0 0-1 0 0,-1 0 0 0 0,1-1 0 0 0,0 1 0 0 0,0 0 0 0 0,0-2 1 0 0,-2-4-141 0 0,2-1 0 0 0,-1 0 0 0 0,1 0 0 0 0,0 1 0 0 0,0-1 0 0 0,2-11 0 0 0,56-187-1910 0 0,-15 69 1613 0 0,-17 50 304 0 0,-13 48 1559 0 0,-2 0 0 0 0,8-51 0 0 0,-20 97-775 0 0,1 0 0 0 0,0-1 0 0 0,0 1 1 0 0,1 0-1 0 0,0-1 0 0 0,0 1 0 0 0,4 11 0 0 0,-1-6-335 0 0,1-1-1 0 0,0 1 0 0 0,11 17 1 0 0,8 6-1237 0 0,47 51 0 0 0,-29-37 1421 0 0,-35-40-563 0 0,41 44-189 0 0,-46-50 154 0 0,1 0 0 0 0,1-1 0 0 0,-1 1 0 0 0,0-1 0 0 0,0 0 0 0 0,1 0 0 0 0,0 0 0 0 0,-1 0 0 0 0,1 0-1 0 0,0-1 1 0 0,0 0 0 0 0,0 0 0 0 0,0 0 0 0 0,5 1 0 0 0,-7-3 29 0 0,0 1 0 0 0,0 0 0 0 0,-1-1 0 0 0,1 1 0 0 0,0-1 0 0 0,-1 0 0 0 0,1 1 0 0 0,0-1 1 0 0,-1 0-1 0 0,1 0 0 0 0,-1 0 0 0 0,0 0 0 0 0,1 0 0 0 0,-1-1 0 0 0,0 1 0 0 0,0 0 0 0 0,1-1 0 0 0,-1 1 0 0 0,0-1 0 0 0,0 1 0 0 0,1-4 0 0 0,17-40-97 0 0,-13 30 130 0 0,4-10 73 0 0,25-54 545 0 0,-32 74-417 0 0,0-1-1 0 0,0 1 1 0 0,0 0-1 0 0,1 0 1 0 0,0 1-1 0 0,0-1 0 0 0,0 1 1 0 0,1 0-1 0 0,-1 0 1 0 0,1 0-1 0 0,7-3 1 0 0,-11 6-132 0 0,1 0 1 0 0,-1 1 0 0 0,1 0 0 0 0,-1-1-1 0 0,1 1 1 0 0,-1 0 0 0 0,1 0 0 0 0,-1 0-1 0 0,1 0 1 0 0,-1 0 0 0 0,1 0 0 0 0,-1 0 0 0 0,1 1-1 0 0,-1-1 1 0 0,1 0 0 0 0,-1 1 0 0 0,1-1-1 0 0,-1 1 1 0 0,1 0 0 0 0,-1-1 0 0 0,0 1-1 0 0,0 0 1 0 0,1 0 0 0 0,-1 0 0 0 0,0 0-1 0 0,0 0 1 0 0,0 0 0 0 0,1 2 0 0 0,6 4-95 0 0,-2 2 0 0 0,1-1 0 0 0,5 12 1 0 0,2 1-71 0 0,24 17-1070 0 0,-23-28 300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1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65 8290 0 0,'-3'-16'307'0'0,"2"9"-137"0"0,0-1 1 0 0,-1 0 0 0 0,0 0-1 0 0,-5-10 1 0 0,25 49 11613 0 0,13 18-9270 0 0,42 69-3417 0 0,-10-15-1004 0 0,-48-79-5604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5.3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3 103 12899 0 0,'-1'-1'46'0'0,"1"1"0"0"0,0-1 1 0 0,-1 1-1 0 0,1-1 0 0 0,0 1 0 0 0,0-1 1 0 0,0 1-1 0 0,-1-1 0 0 0,1 1 0 0 0,0-1 1 0 0,0 1-1 0 0,0-1 0 0 0,0 0 0 0 0,0 1 1 0 0,0-1-1 0 0,0 1 0 0 0,0-1 1 0 0,0 1-1 0 0,0-1 0 0 0,1 1 0 0 0,-1-1 1 0 0,0 1-1 0 0,0-1 0 0 0,0 1 0 0 0,1-1 1 0 0,-1 1-1 0 0,0-1 0 0 0,0 1 1 0 0,1-1-1 0 0,18-10 1613 0 0,35-1 1006 0 0,-38 10-2365 0 0,233-52 2038 0 0,-207 47-2350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6.9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41 1840 0 0,'-12'-23'2273'0'0,"12"21"-1841"0"0,-1 1-1 0 0,0 0 1 0 0,1 0 0 0 0,-1 0-1 0 0,-3-4 1727 0 0,3 4-1726 0 0,-9-4 3550 0 0,3 19 347 0 0,4-5-4027 0 0,-6 17 93 0 0,0 0 1 0 0,2 0 0 0 0,-6 41-1 0 0,12-59-390 0 0,1 0 0 0 0,0 0 0 0 0,0-1 0 0 0,1 1 0 0 0,0 0 0 0 0,0 0 0 0 0,4 11 0 0 0,-4-15-13 0 0,1 0 0 0 0,0 0-1 0 0,-1 0 1 0 0,2 0 0 0 0,-1-1 0 0 0,0 1 0 0 0,1-1 0 0 0,0 0 0 0 0,-1 1 0 0 0,1-1 0 0 0,0 0 0 0 0,1-1 0 0 0,-1 1 0 0 0,7 4 0 0 0,-5-5-24 0 0,0-1 1 0 0,-1 1-1 0 0,1-1 1 0 0,0 0-1 0 0,0 0 1 0 0,-1 0-1 0 0,1 0 1 0 0,0-1-1 0 0,0 0 1 0 0,0 0-1 0 0,0-1 1 0 0,0 1-1 0 0,0-1 1 0 0,-1 0-1 0 0,1 0 1 0 0,0-1-1 0 0,-1 1 1 0 0,1-1 0 0 0,-1 0-1 0 0,1 0 1 0 0,-1-1-1 0 0,0 1 1 0 0,0-1-1 0 0,0 0 1 0 0,5-4-1 0 0,-4 3 91 0 0,-1 0 0 0 0,1 0 0 0 0,-1 0 1 0 0,1 0-1 0 0,-1-1 0 0 0,-1 0 0 0 0,1 0 0 0 0,-1 0 0 0 0,1 0 0 0 0,-2 0 0 0 0,1-1 0 0 0,0 1 1 0 0,-1-1-1 0 0,0 0 0 0 0,-1 0 0 0 0,1 0 0 0 0,-1 0 0 0 0,0 0 0 0 0,0 0 0 0 0,-1-7 0 0 0,0 13-27 0 0,0 0-1 0 0,0-1 0 0 0,0 1 0 0 0,0-1 0 0 0,0 1 0 0 0,0-1 0 0 0,0 1 0 0 0,0 0 0 0 0,0-1 0 0 0,0 1 0 0 0,0-1 0 0 0,0 1 0 0 0,0-1 0 0 0,-1 1 0 0 0,1 0 0 0 0,0-1 1 0 0,0 1-1 0 0,0 0 0 0 0,-1-1 0 0 0,1 1 0 0 0,0-1 0 0 0,0 1 0 0 0,-1 0 0 0 0,1 0 0 0 0,0-1 0 0 0,-1 1 0 0 0,1 0 0 0 0,-1 0 0 0 0,1-1 0 0 0,0 1 0 0 0,-1 0 0 0 0,1 0 1 0 0,-1 0-1 0 0,1-1 0 0 0,0 1 0 0 0,-1 0 0 0 0,1 0 0 0 0,-1 0 0 0 0,0 0 0 0 0,1 0-22 0 0,-1 1 0 0 0,1-1 0 0 0,-1 1 0 0 0,1-1-1 0 0,-1 1 1 0 0,1-1 0 0 0,0 1 0 0 0,-1-1 0 0 0,1 1 0 0 0,0-1 0 0 0,0 1 0 0 0,-1-1 0 0 0,1 1-1 0 0,0-1 1 0 0,0 1 0 0 0,0-1 0 0 0,0 1 0 0 0,0 0 0 0 0,0-1 0 0 0,0 1 0 0 0,0-1 0 0 0,0 1-1 0 0,0 0 1 0 0,0-1 0 0 0,0 1 0 0 0,0-1 0 0 0,0 1 0 0 0,0-1 0 0 0,1 1 0 0 0,-1 0 0 0 0,1 0-1 0 0,2 5-69 0 0,0 0-1 0 0,0 0 1 0 0,1 0-1 0 0,0 0 1 0 0,0-1-1 0 0,1 0 0 0 0,-1 0 1 0 0,1 0-1 0 0,0 0 1 0 0,1-1-1 0 0,-1 0 1 0 0,7 4-1 0 0,-7-5 118 0 0,0 1 0 0 0,0-1 0 0 0,1 0 0 0 0,-1-1 0 0 0,1 1 0 0 0,-1-1 0 0 0,1 0 0 0 0,0-1 0 0 0,0 1 0 0 0,0-1 0 0 0,0 0 0 0 0,0-1 0 0 0,11 1 0 0 0,-13-2-5 0 0,0 0 0 0 0,-1 0 0 0 0,1 0-1 0 0,0-1 1 0 0,0 1 0 0 0,0-1-1 0 0,-1 0 1 0 0,1 0 0 0 0,-1 0-1 0 0,0 0 1 0 0,1-1 0 0 0,-1 1 0 0 0,0-1-1 0 0,0 0 1 0 0,-1 0 0 0 0,1 0-1 0 0,-1 0 1 0 0,1 0 0 0 0,-1-1-1 0 0,0 1 1 0 0,0-1 0 0 0,0 1-1 0 0,-1-1 1 0 0,1 0 0 0 0,-1 0 0 0 0,0 0-1 0 0,0 0 1 0 0,0-5 0 0 0,0 2-30 0 0,0-1 1 0 0,-1 0-1 0 0,0 0 1 0 0,0 0-1 0 0,-1 0 1 0 0,0 1-1 0 0,0-1 1 0 0,0 0-1 0 0,-1 1 1 0 0,-1-1-1 0 0,1 1 1 0 0,-1-1-1 0 0,-6-10 1 0 0,-20-19-136 0 0,28 35-167 0 0,-1 0 1 0 0,1 1-1 0 0,0-1 1 0 0,-1 1 0 0 0,1-1-1 0 0,-1 1 1 0 0,0 0-1 0 0,0 0 1 0 0,1-1-1 0 0,-1 1 1 0 0,0 0 0 0 0,0 1-1 0 0,0-1 1 0 0,0 0-1 0 0,0 1 1 0 0,0-1-1 0 0,0 1 1 0 0,0-1-1 0 0,-4 1 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7.1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6913 0 0,'3'0'311'0'0,"0"1"0"0"0,-1-1-1 0 0,1 1 1 0 0,-1 0 0 0 0,1-1-1 0 0,-1 1 1 0 0,0 0-1 0 0,1 0 1 0 0,-1 1 0 0 0,0-1-1 0 0,0 0 1 0 0,0 1 0 0 0,0-1-1 0 0,0 1 1 0 0,0 0-1 0 0,0 0 1 0 0,0 0 0 0 0,-1 0-1 0 0,1 0 1 0 0,-1 0-1 0 0,1 0 1 0 0,-1 0 0 0 0,0 1-1 0 0,0-1 1 0 0,0 0 0 0 0,1 5-1 0 0,3 9-24 0 0,0 0 0 0 0,-1 1 0 0 0,2 18 0 0 0,-2-7 504 0 0,-2-18-1117 0 0,1-1 0 0 0,0 1-1 0 0,6 15 1 0 0,-2-11-5388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3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3681 0 0,'-1'11'12472'0'0,"-3"0"-11931"0"0,-20 72 2251 0 0,13-24-5716 0 0,11-44-3140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25 10594 0 0,'-1'0'66'0'0,"1"-1"0"0"0,0 1 0 0 0,-1-1 0 0 0,1 1 0 0 0,0-1 0 0 0,-1 0 0 0 0,1 1 0 0 0,0-1 0 0 0,0 1 0 0 0,0-1-1 0 0,-1 0 1 0 0,1 1 0 0 0,0-1 0 0 0,0 0 0 0 0,0 1 0 0 0,0-1 0 0 0,0 0 0 0 0,0 1 0 0 0,0-1 0 0 0,0 0 0 0 0,1 1 0 0 0,-1-1 0 0 0,0 1-1 0 0,0-1 1 0 0,0 0 0 0 0,1 1 0 0 0,-1-1 0 0 0,0 1 0 0 0,1-1 0 0 0,-1 1 0 0 0,1-1 0 0 0,-1 0 0 0 0,0 1 0 0 0,1 0 0 0 0,-1-1 0 0 0,1 1 0 0 0,-1-1-1 0 0,1 1 1 0 0,-1 0 0 0 0,1-1 0 0 0,0 1 0 0 0,-1 0 0 0 0,1-1 0 0 0,-1 1 0 0 0,1 0 0 0 0,0 0 0 0 0,-1 0 0 0 0,1 0 0 0 0,0 0 0 0 0,-1-1-1 0 0,1 1 1 0 0,0 0 0 0 0,-1 0 0 0 0,1 1 0 0 0,1-1 0 0 0,-2 0-136 0 0,2 0 97 0 0,0 0 0 0 0,0 0 0 0 0,0 0 0 0 0,-1 1 0 0 0,1-1 0 0 0,0 0 0 0 0,0 1 0 0 0,-1 0 0 0 0,1-1 0 0 0,0 1-1 0 0,-1 0 1 0 0,1 0 0 0 0,0 0 0 0 0,-1 0 0 0 0,1 0 0 0 0,-1 0 0 0 0,0 1 0 0 0,1-1 0 0 0,-1 0 0 0 0,0 1 0 0 0,0-1 0 0 0,0 1-1 0 0,0-1 1 0 0,0 1 0 0 0,2 3 0 0 0,1 2 141 0 0,-1 1-1 0 0,1 0 1 0 0,4 16-1 0 0,-6-13-193 0 0,0 1 1 0 0,0-1-1 0 0,-1 1 0 0 0,-1 0 1 0 0,0-1-1 0 0,0 1 1 0 0,-5 21-1 0 0,-1-2 657 0 0,-18 49-1 0 0,47-98 3427 0 0,27-46-2625 0 0,8-8-1682 0 0,-13 30-6020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9.9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5681 0 0,'10'-8'13489'0'0,"-9"19"-15018"0"0,2 26 2504 0 0,-3-22-629 0 0,1 0 0 0 0,1 0 1 0 0,0 0-1 0 0,8 26 0 0 0,-9-38-326 0 0,0 0-1 0 0,1 0 1 0 0,-1-1-1 0 0,0 1 1 0 0,1 0-1 0 0,0 0 1 0 0,0-1-1 0 0,0 1 1 0 0,0-1 0 0 0,0 0-1 0 0,0 1 1 0 0,0-1-1 0 0,1 0 1 0 0,-1 0-1 0 0,1-1 1 0 0,0 1-1 0 0,-1 0 1 0 0,1-1-1 0 0,0 0 1 0 0,0 0-1 0 0,0 1 1 0 0,0-2 0 0 0,0 1-1 0 0,0 0 1 0 0,0-1-1 0 0,0 1 1 0 0,1-1-1 0 0,3 0 1 0 0,-3-1-60 0 0,0 1-1 0 0,0-1 1 0 0,0 0 0 0 0,-1-1 0 0 0,1 1 0 0 0,0-1 0 0 0,0 0 0 0 0,-1 0-1 0 0,1 0 1 0 0,-1 0 0 0 0,0 0 0 0 0,0-1 0 0 0,0 1 0 0 0,0-1-1 0 0,0 0 1 0 0,0 0 0 0 0,-1 0 0 0 0,1-1 0 0 0,-1 1 0 0 0,0 0 0 0 0,2-5-1 0 0,0 1 117 0 0,0 0-1 0 0,0-1 0 0 0,-1 1 0 0 0,0-1 1 0 0,-1 0-1 0 0,1 0 0 0 0,-1 0 1 0 0,-1 0-1 0 0,1-12 0 0 0,-3 7 287 0 0,0 18-258 0 0,2 26-475 0 0,0-28 358 0 0,0-1 0 0 0,0 1 0 0 0,0 0 0 0 0,0-1 0 0 0,1 1 0 0 0,-1-1 0 0 0,1 1 0 0 0,0-1 0 0 0,0 0 0 0 0,0 1 0 0 0,0-1 0 0 0,0 0 0 0 0,0-1 0 0 0,0 1 1 0 0,1 0-1 0 0,-1 0 0 0 0,4 1 0 0 0,-2-1 43 0 0,1-1 0 0 0,0 1 1 0 0,0-1-1 0 0,0 1 1 0 0,0-2-1 0 0,0 1 1 0 0,0 0-1 0 0,0-1 0 0 0,7 0 1 0 0,-2-1 71 0 0,-1 0-1 0 0,1-1 1 0 0,-1 0 0 0 0,1 0 0 0 0,-1-1 0 0 0,0 0-1 0 0,0-1 1 0 0,0 1 0 0 0,0-2 0 0 0,8-5 0 0 0,-11 6-57 0 0,-1-1 0 0 0,1 0 0 0 0,-1 0 0 0 0,0 0 1 0 0,-1-1-1 0 0,1 1 0 0 0,-1-1 0 0 0,0 0 0 0 0,-1 0 1 0 0,1-1-1 0 0,-1 1 0 0 0,0-1 0 0 0,-1 0 0 0 0,0 1 1 0 0,0-1-1 0 0,1-9 0 0 0,-2 11-151 0 0,0-1 0 0 0,-1 0 1 0 0,0 0-1 0 0,0 1 0 0 0,-1-1 0 0 0,1 0 0 0 0,-1 0 1 0 0,0 1-1 0 0,-1-1 0 0 0,1 1 0 0 0,-1-1 0 0 0,0 1 0 0 0,-1 0 1 0 0,1-1-1 0 0,-1 1 0 0 0,0 0 0 0 0,-1 1 0 0 0,1-1 1 0 0,-1 1-1 0 0,-7-8 0 0 0,2 5-2066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61 10138 0 0,'2'-4'208'0'0,"0"1"1"0"0,0 0-1 0 0,0-1 0 0 0,0 1 0 0 0,1 0 1 0 0,-1 1-1 0 0,1-1 0 0 0,0 0 0 0 0,0 1 1 0 0,0-1-1 0 0,0 1 0 0 0,0 0 0 0 0,7-3 1 0 0,-5 2 163 0 0,1 0 0 0 0,-1 1 0 0 0,1 0 0 0 0,-1 0 0 0 0,1 0 0 0 0,0 1 0 0 0,0-1 0 0 0,8 1 0 0 0,-12 1-316 0 0,0-1-1 0 0,-1 2 1 0 0,1-1-1 0 0,-1 0 0 0 0,1 0 1 0 0,0 0-1 0 0,-1 1 1 0 0,1-1-1 0 0,0 1 1 0 0,-1-1-1 0 0,1 1 1 0 0,-1 0-1 0 0,1-1 1 0 0,-1 1-1 0 0,0 0 1 0 0,1 0-1 0 0,-1 0 0 0 0,0 0 1 0 0,0 0-1 0 0,1 0 1 0 0,-1 1-1 0 0,0-1 1 0 0,0 0-1 0 0,1 3 1 0 0,0 0-39 0 0,-1-1 1 0 0,0 1 0 0 0,0-1 0 0 0,-1 1-1 0 0,1-1 1 0 0,-1 1 0 0 0,1-1 0 0 0,-1 1-1 0 0,0-1 1 0 0,0 1 0 0 0,-1 3 0 0 0,-2 10-12 0 0,-1-1 1 0 0,0 0-1 0 0,-12 29 1 0 0,11-35 97 0 0,-8 23 547 0 0,13-32-580 0 0,-1 0-1 0 0,1 1 1 0 0,0-1 0 0 0,-1 0 0 0 0,1 0-1 0 0,0 1 1 0 0,0-1 0 0 0,0 0-1 0 0,0 1 1 0 0,0-1 0 0 0,0 0 0 0 0,0 1-1 0 0,1-1 1 0 0,-1 0 0 0 0,0 0 0 0 0,1 1-1 0 0,-1-1 1 0 0,1 0 0 0 0,-1 0 0 0 0,1 0-1 0 0,1 2 1 0 0,-1-3-38 0 0,0 1 1 0 0,0-1-1 0 0,0 0 1 0 0,0 1-1 0 0,0-1 1 0 0,-1 0-1 0 0,1 0 1 0 0,0 0-1 0 0,0 0 1 0 0,0 0-1 0 0,0 0 0 0 0,0 0 1 0 0,0 0-1 0 0,0 0 1 0 0,0-1-1 0 0,0 1 1 0 0,0 0-1 0 0,0-1 1 0 0,0 1-1 0 0,0 0 1 0 0,0-1-1 0 0,0 1 0 0 0,0-1 1 0 0,0 0-1 0 0,28-19-463 0 0,-22 15-25 0 0,7-3-1328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7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1 2761 0 0,'-5'4'7727'0'0,"2"6"-3417"0"0,1 15-1285 0 0,1-18-2168 0 0,-8 78 2127 0 0,-3 0-5473 0 0,10-66-4443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1.0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 9674 0 0,'2'-1'418'0'0,"0"1"0"0"0,0 0 1 0 0,0 0-1 0 0,0 0 0 0 0,1 0 0 0 0,-1 0 0 0 0,0 0 1 0 0,0 0-1 0 0,0 1 0 0 0,0-1 0 0 0,0 1 0 0 0,0-1 0 0 0,0 1 1 0 0,0 0-1 0 0,0 0 0 0 0,0 0 0 0 0,-1 0 0 0 0,1 0 1 0 0,0 1-1 0 0,0-1 0 0 0,-1 0 0 0 0,1 1 0 0 0,-1-1 0 0 0,2 3 1 0 0,1 0-90 0 0,0 1 1 0 0,-1-1-1 0 0,0 1 1 0 0,0 0-1 0 0,0 0 1 0 0,-1 0-1 0 0,1 0 1 0 0,1 6-1 0 0,11 55 202 0 0,-9-40-1293 0 0,0 0-1 0 0,19 45 1 0 0,-15-50-6909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2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89 3225 0 0,'-2'-2'231'0'0,"1"1"0"0"0,-1 0 1 0 0,1 0-1 0 0,-1-1 1 0 0,1 1-1 0 0,0-1 0 0 0,0 1 1 0 0,-1-1-1 0 0,1 0 1 0 0,0 1-1 0 0,1-1 0 0 0,-1 0 1 0 0,0 0-1 0 0,0 0 1 0 0,1 1-1 0 0,-1-1 1 0 0,1 0-1 0 0,0 0 0 0 0,-1 0 1 0 0,1 0-1 0 0,0 0 1 0 0,0 0-1 0 0,0 0 0 0 0,0 0 1 0 0,1 0-1 0 0,-1 0 1 0 0,1 0-1 0 0,-1 0 0 0 0,1 1 1 0 0,-1-1-1 0 0,1 0 1 0 0,0 0-1 0 0,0 0 0 0 0,0 1 1 0 0,0-1-1 0 0,2-2 1 0 0,0 1 138 0 0,0 1 0 0 0,0 0 0 0 0,0 0 0 0 0,0 0 0 0 0,1 0 0 0 0,-1 1 1 0 0,0-1-1 0 0,1 1 0 0 0,0 0 0 0 0,-1 0 0 0 0,1 0 0 0 0,-1 0 0 0 0,1 1 1 0 0,0-1-1 0 0,0 1 0 0 0,-1 0 0 0 0,8 1 0 0 0,-9-1-287 0 0,1 1-1 0 0,0 0 0 0 0,-1 0 1 0 0,1 0-1 0 0,0 0 1 0 0,-1 0-1 0 0,1 1 0 0 0,-1-1 1 0 0,0 1-1 0 0,0-1 1 0 0,1 1-1 0 0,-1 0 1 0 0,0 0-1 0 0,0 0 0 0 0,0 0 1 0 0,-1 1-1 0 0,1-1 1 0 0,-1 0-1 0 0,1 1 0 0 0,-1-1 1 0 0,0 1-1 0 0,1-1 1 0 0,0 5-1 0 0,3 13-109 0 0,-1 0 0 0 0,-1 0-1 0 0,-1 0 1 0 0,0 0 0 0 0,-2 0 0 0 0,-3 37 0 0 0,1 11 24 0 0,2-68 47 0 0,0 1 0 0 0,0 0 0 0 0,0 0 0 0 0,0-1-1 0 0,0 1 1 0 0,0 0 0 0 0,0 0 0 0 0,0 0 0 0 0,0-1 0 0 0,0 1 0 0 0,0 0 0 0 0,1 0 0 0 0,-1-1 0 0 0,0 1 0 0 0,1 0 0 0 0,-1 0 0 0 0,1-1 0 0 0,-1 1 0 0 0,0 0 0 0 0,1-1 0 0 0,-1 1 0 0 0,1-1 0 0 0,0 1 0 0 0,-1-1 0 0 0,1 1 0 0 0,1 0 0 0 0,-1-1 2 0 0,0 1 1 0 0,0-1 0 0 0,1 0 0 0 0,-1 0 0 0 0,0 0-1 0 0,0 0 1 0 0,1-1 0 0 0,-1 1 0 0 0,0 0-1 0 0,0 0 1 0 0,1-1 0 0 0,-1 1 0 0 0,0-1 0 0 0,0 1-1 0 0,2-2 1 0 0,7-4 183 0 0,0-1 0 0 0,17-15-1 0 0,-20 16-141 0 0,58-48 324 0 0,-9 6-865 0 0,68-45-1 0 0,-106 82-1423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4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77 7370 0 0,'0'-1'208'0'0,"0"0"-1"0"0,-1 1 1 0 0,1-1 0 0 0,-1 0 0 0 0,0 1 0 0 0,1-1 0 0 0,-1 1 0 0 0,1-1 0 0 0,-1 1 0 0 0,0-1 0 0 0,1 1 0 0 0,-1-1 0 0 0,0 1 0 0 0,0 0 0 0 0,1-1 0 0 0,-1 1 0 0 0,0 0 0 0 0,0 0 0 0 0,0 0 0 0 0,1 0 0 0 0,-1-1 0 0 0,0 1 0 0 0,0 0 0 0 0,0 0 0 0 0,1 1 0 0 0,-1-1 0 0 0,0 0-1 0 0,0 0 1 0 0,0 0 0 0 0,1 0 0 0 0,-1 1 0 0 0,0-1 0 0 0,-1 1 0 0 0,1 0-24 0 0,-1 1-1 0 0,1 0 1 0 0,0-1-1 0 0,-1 1 1 0 0,1 0-1 0 0,0 0 1 0 0,0 0-1 0 0,0 0 1 0 0,0 0 0 0 0,1 0-1 0 0,-1 0 1 0 0,0 3-1 0 0,-2 8 117 0 0,0 1-1 0 0,0 25 1 0 0,3-32-239 0 0,0 0-1 0 0,0 0 0 0 0,1 0 1 0 0,0 0-1 0 0,0 0 1 0 0,0 0-1 0 0,1 0 0 0 0,0 0 1 0 0,1-1-1 0 0,0 1 1 0 0,0-1-1 0 0,6 11 0 0 0,-7-14-21 0 0,1 0 0 0 0,-1-1 0 0 0,0 0 0 0 0,1 1-1 0 0,-1-1 1 0 0,1 0 0 0 0,0 0 0 0 0,0 0 0 0 0,0 0 0 0 0,0-1-1 0 0,0 1 1 0 0,0-1 0 0 0,0 0 0 0 0,1 0 0 0 0,-1 0-1 0 0,0 0 1 0 0,1-1 0 0 0,-1 1 0 0 0,0-1 0 0 0,1 0 0 0 0,-1 0-1 0 0,1 0 1 0 0,-1 0 0 0 0,0 0 0 0 0,1-1 0 0 0,-1 0 0 0 0,0 0-1 0 0,5-1 1 0 0,-6 1-13 0 0,0 1 0 0 0,-1-1-1 0 0,1 1 1 0 0,0-1 0 0 0,-1 0-1 0 0,1 1 1 0 0,-1-1 0 0 0,1 0 0 0 0,-1 0-1 0 0,0 0 1 0 0,1 0 0 0 0,-1 0 0 0 0,0 0-1 0 0,0-1 1 0 0,0 1 0 0 0,0 0-1 0 0,0-1 1 0 0,0 1 0 0 0,0-1 0 0 0,0 1-1 0 0,0-1 1 0 0,-1 1 0 0 0,2-3-1 0 0,-2-1 46 0 0,1 1-1 0 0,-1-1 0 0 0,0 1 1 0 0,0-1-1 0 0,-1 0 0 0 0,-1-8 1 0 0,-1-17-5 0 0,45 56-1823 0 0,-38-24 1814 0 0,1 1 0 0 0,0-1 0 0 0,0 0 1 0 0,0-1-1 0 0,0 1 0 0 0,1-1 0 0 0,-1 0 1 0 0,0 0-1 0 0,0-1 0 0 0,1 1 0 0 0,-1-1 1 0 0,0-1-1 0 0,1 1 0 0 0,-1-1 0 0 0,0 1 1 0 0,0-2-1 0 0,1 1 0 0 0,-1 0 0 0 0,0-1 1 0 0,0 0-1 0 0,0 0 0 0 0,-1-1 0 0 0,1 1 1 0 0,0-1-1 0 0,-1 0 0 0 0,0 0 0 0 0,6-5 1 0 0,-4 1 43 0 0,0 1 0 0 0,0 0 0 0 0,0-1 0 0 0,-1 0 1 0 0,0-1-1 0 0,0 1 0 0 0,-1-1 0 0 0,0 0 0 0 0,0 0 1 0 0,-1 0-1 0 0,0 0 0 0 0,-1-1 0 0 0,0 1 0 0 0,0-1 1 0 0,1-15-1 0 0,-3 22-110 0 0,1-3-238 0 0,-1 0 1 0 0,1-1 0 0 0,-2 1 0 0 0,1 0 0 0 0,0 0 0 0 0,-1 0 0 0 0,0 1 0 0 0,0-1 0 0 0,-3-7 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6449 0 0,'0'-2'281'0'0,"1"0"0"0"0,-1 0 0 0 0,1 0-1 0 0,-1 0 1 0 0,1 0 0 0 0,-1 0 0 0 0,1 1-1 0 0,0-1 1 0 0,0 0 0 0 0,0 0-1 0 0,0 1 1 0 0,0-1 0 0 0,0 1 0 0 0,1-1-1 0 0,-1 1 1 0 0,0-1 0 0 0,1 1 0 0 0,-1 0-1 0 0,3-2 1 0 0,-1 1 94 0 0,1-1-1 0 0,0 1 1 0 0,1 0 0 0 0,-1 0-1 0 0,0 0 1 0 0,1 0-1 0 0,-1 1 1 0 0,8-2 0 0 0,-9 2-227 0 0,0 1 1 0 0,1-1 0 0 0,-1 1 0 0 0,0 0 0 0 0,1 0 0 0 0,-1 0-1 0 0,0 1 1 0 0,0-1 0 0 0,1 1 0 0 0,-1 0 0 0 0,0 0 0 0 0,4 1-1 0 0,-6-1-95 0 0,1 0-1 0 0,-1-1 0 0 0,0 1 0 0 0,1 0 0 0 0,-1 0 0 0 0,0 1 1 0 0,1-1-1 0 0,-1 0 0 0 0,0 0 0 0 0,0 1 0 0 0,0-1 0 0 0,0 0 1 0 0,0 1-1 0 0,0-1 0 0 0,-1 1 0 0 0,1-1 0 0 0,0 1 0 0 0,-1 0 1 0 0,1-1-1 0 0,-1 1 0 0 0,0 0 0 0 0,1-1 0 0 0,-1 1 1 0 0,0 1-1 0 0,0 7-128 0 0,-1 0 0 0 0,-1 0 1 0 0,1 0-1 0 0,-1 0 0 0 0,-1 0 0 0 0,-7 17 1 0 0,7-19-99 0 0,-1 1 0 0 0,2 0 0 0 0,-1 0 1 0 0,1-1-1 0 0,0 1 0 0 0,1 1 0 0 0,0-1 1 0 0,1 14-1 0 0,0-22 182 0 0,1 1 0 0 0,-1-1 0 0 0,1 1 0 0 0,-1-1 0 0 0,1 1 0 0 0,0-1 0 0 0,0 1 0 0 0,-1-1 0 0 0,1 0 0 0 0,0 1 0 0 0,0-1 0 0 0,0 0 0 0 0,1 0 0 0 0,-1 0 0 0 0,0 1 0 0 0,0-1 0 0 0,1-1 0 0 0,-1 1 0 0 0,0 0 0 0 0,1 0 0 0 0,-1 0 0 0 0,1-1 0 0 0,-1 1 0 0 0,1-1 0 0 0,-1 1 0 0 0,1-1 0 0 0,-1 0 0 0 0,1 1 0 0 0,0-1 0 0 0,-1 0 0 0 0,1 0 0 0 0,2 0 0 0 0,8 0 276 0 0,1-1 0 0 0,-1 0 0 0 0,17-3 0 0 0,-10 1 131 0 0,-17 2-365 0 0,0 1 1 0 0,0 0-1 0 0,-1-1 1 0 0,1 1-1 0 0,0 0 1 0 0,0 0-1 0 0,0 0 0 0 0,0 0 1 0 0,0 1-1 0 0,-1-1 1 0 0,1 0-1 0 0,0 1 1 0 0,0-1-1 0 0,-1 1 0 0 0,1 0 1 0 0,0-1-1 0 0,-1 1 1 0 0,1 0-1 0 0,0 0 1 0 0,-1 0-1 0 0,1 0 0 0 0,2 3 1 0 0,-4-2 9 0 0,1 0 0 0 0,0 0 0 0 0,-1 0 0 0 0,1 1 0 0 0,-1-1 0 0 0,0 0 1 0 0,0 0-1 0 0,0 0 0 0 0,0 0 0 0 0,0 1 0 0 0,0-1 0 0 0,0 0 0 0 0,-1 0 0 0 0,1 0 0 0 0,-1 0 0 0 0,0 1 0 0 0,1-1 1 0 0,-1 0-1 0 0,-1 2 0 0 0,-23 43 467 0 0,20-40-1002 0 0,1-1-1 0 0,0 1 1 0 0,0 0 0 0 0,1 0 0 0 0,0 0-1 0 0,0 1 1 0 0,1-1 0 0 0,0 1 0 0 0,0 0-1 0 0,1-1 1 0 0,-1 11 0 0 0,3-8 528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1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0 12443 0 0,'0'1'167'0'0,"1"-1"1"0"0,-1 0 0 0 0,1 0 0 0 0,0 1 0 0 0,-1-1 0 0 0,1 0-1 0 0,-1 1 1 0 0,1-1 0 0 0,-1 1 0 0 0,1-1 0 0 0,-1 1-1 0 0,1-1 1 0 0,-1 1 0 0 0,1-1 0 0 0,-1 1 0 0 0,0-1 0 0 0,1 1-1 0 0,-1-1 1 0 0,0 1 0 0 0,1 0 0 0 0,-1-1 0 0 0,0 1-1 0 0,0 0 1 0 0,0-1 0 0 0,0 1 0 0 0,0 0 0 0 0,1-1-1 0 0,-1 1 1 0 0,0 0 0 0 0,0-1 0 0 0,-1 1 0 0 0,1 0 0 0 0,0 1-1 0 0,-3 26 1335 0 0,3-25-1288 0 0,-8 36 616 0 0,-20 60 0 0 0,5-24-3899 0 0,17-55-3663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48 6449 0 0,'22'-12'383'0'0,"-14"7"412"0"0,0 0 0 0 0,0 1 0 0 0,0 0 0 0 0,1 1 0 0 0,-1 0 1 0 0,1 0-1 0 0,0 1 0 0 0,0 0 0 0 0,0 0 0 0 0,9 0 0 0 0,-17 2-742 0 0,1 1-1 0 0,-1-1 1 0 0,1 0-1 0 0,-1 1 1 0 0,1 0-1 0 0,-1-1 1 0 0,0 1-1 0 0,0 0 1 0 0,1 0-1 0 0,-1-1 1 0 0,0 1-1 0 0,0 0 1 0 0,0 0-1 0 0,0 0 1 0 0,0 1-1 0 0,0-1 1 0 0,0 0-1 0 0,0 0 1 0 0,0 0-1 0 0,0 1 1 0 0,-1-1-1 0 0,1 1 1 0 0,-1-1-1 0 0,1 0 1 0 0,-1 1-1 0 0,1-1 1 0 0,-1 1-1 0 0,0-1 1 0 0,0 1 0 0 0,1 2-1 0 0,0 6 206 0 0,-1 1 1 0 0,0-1-1 0 0,-1 13 1 0 0,1-15-68 0 0,-3 18 474 0 0,-11 45 1 0 0,9-51-191 0 0,1-1 1 0 0,1 1 0 0 0,0 0 0 0 0,1 27 0 0 0,2-46-416 0 0,0 1 0 0 0,0-1 0 0 0,0 1-1 0 0,1-1 1 0 0,-1 1 0 0 0,0-1 0 0 0,0 1 0 0 0,1-1 0 0 0,-1 0 0 0 0,1 1 0 0 0,0-1 0 0 0,-1 0 0 0 0,1 1 0 0 0,0-1 0 0 0,0 0 0 0 0,-1 0 0 0 0,1 0 0 0 0,0 1 0 0 0,0-1 0 0 0,0 0-1 0 0,1 0 1 0 0,1 1 0 0 0,-1-1-10 0 0,0-1 0 0 0,0 1 0 0 0,0-1 0 0 0,0 1 0 0 0,0-1-1 0 0,0 0 1 0 0,0 0 0 0 0,0 0 0 0 0,0 0 0 0 0,0 0 0 0 0,0 0 0 0 0,0-1-1 0 0,0 1 1 0 0,3-2 0 0 0,9-3 91 0 0,-1 0-1 0 0,0-2 1 0 0,23-14 0 0 0,-24 14-20 0 0,14-8 144 0 0,26-15-1841 0 0,-17 11-3636 0 0,8-2-2694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0.9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 55 6913 0 0,'-10'-55'8162'0'0,"6"76"-4470"0"0,0 2-3128 0 0,-13 85-52 0 0,-14 117 96 0 0,27-170-1495 0 0,1 0 0 0 0,7 63 0 0 0,-2-95-1185 0 0,2-4-3772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12 10594 0 0,'-9'-12'2513'0'0,"10"29"395"0"0,0 2-2702 0 0,-1-8-309 0 0,0 0-1 0 0,0 0 1 0 0,1 0 0 0 0,1 0-1 0 0,0 0 1 0 0,0 0 0 0 0,1-1 0 0 0,7 18-1 0 0,0-11 104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8754 0 0,'1'-3'238'0'0,"0"1"1"0"0,1-1-1 0 0,-1 0 0 0 0,1 1 1 0 0,0-1-1 0 0,-1 1 0 0 0,1-1 1 0 0,0 1-1 0 0,1 0 1 0 0,-1 0-1 0 0,0 0 0 0 0,0 0 1 0 0,1 0-1 0 0,-1 1 0 0 0,1-1 1 0 0,0 1-1 0 0,-1 0 1 0 0,1-1-1 0 0,0 1 0 0 0,0 0 1 0 0,0 1-1 0 0,0-1 0 0 0,0 0 1 0 0,0 1-1 0 0,5 0 1 0 0,-4 0-28 0 0,0 0 0 0 0,0 0 0 0 0,0 1 0 0 0,-1-1 0 0 0,1 1 0 0 0,0 0 0 0 0,0 0 0 0 0,-1 1 0 0 0,1-1 0 0 0,-1 1 0 0 0,1-1 0 0 0,-1 1 0 0 0,0 1 0 0 0,1-1 0 0 0,-1 0 0 0 0,0 1 0 0 0,0-1 0 0 0,-1 1 0 0 0,5 5 0 0 0,16 27 483 0 0,32 64 0 0 0,-8-12-153 0 0,-47-87-542 0 0,0 0 1 0 0,1 0-1 0 0,-1 0 1 0 0,0 1-1 0 0,0-1 1 0 0,0 0-1 0 0,0 0 1 0 0,0 0-1 0 0,0 0 1 0 0,0 0-1 0 0,0 1 1 0 0,1-1-1 0 0,-1 0 1 0 0,0 0-1 0 0,0 0 1 0 0,0 0-1 0 0,0 0 1 0 0,0 0-1 0 0,1 0 1 0 0,-1 0-1 0 0,0 0 1 0 0,0 0-1 0 0,0 1 1 0 0,0-1-1 0 0,1 0 1 0 0,-1 0-1 0 0,0 0 1 0 0,0 0-1 0 0,0 0 1 0 0,0 0-1 0 0,1 0 1 0 0,-1 0 0 0 0,0 0-1 0 0,0 0 1 0 0,0-1-1 0 0,0 1 1 0 0,1 0-1 0 0,-1 0 1 0 0,0 0-1 0 0,0 0 1 0 0,0 0-1 0 0,0 0 1 0 0,1 0-1 0 0,-1 0 1 0 0,7-11-53 0 0,5-19-67 0 0,-10 25 98 0 0,13-36 29 0 0,40-77 0 0 0,-49 107 37 0 0,0 1 1 0 0,1-1 0 0 0,0 1 0 0 0,1 1 0 0 0,1-1-1 0 0,-1 1 1 0 0,1 1 0 0 0,1 0 0 0 0,-1 0 0 0 0,1 0-1 0 0,21-10 1 0 0,-30 17-21 0 0,0 0 0 0 0,1 0 0 0 0,-1 1 0 0 0,0-1-1 0 0,0 1 1 0 0,1-1 0 0 0,-1 0 0 0 0,1 1 0 0 0,-1 0 0 0 0,0-1-1 0 0,1 1 1 0 0,-1 0 0 0 0,1 0 0 0 0,-1 0 0 0 0,1 0 0 0 0,-1 0 0 0 0,1 0-1 0 0,-1 0 1 0 0,0 1 0 0 0,1-1 0 0 0,-1 0 0 0 0,1 1 0 0 0,-1-1-1 0 0,0 1 1 0 0,1-1 0 0 0,-1 1 0 0 0,0 0 0 0 0,0 0 0 0 0,1 0-1 0 0,-1-1 1 0 0,0 1 0 0 0,0 0 0 0 0,0 0 0 0 0,0 1 0 0 0,0-1-1 0 0,0 0 1 0 0,-1 0 0 0 0,1 0 0 0 0,0 1 0 0 0,0-1 0 0 0,-1 0-1 0 0,1 0 1 0 0,-1 1 0 0 0,1-1 0 0 0,-1 3 0 0 0,3 7 13 0 0,-1 0 0 0 0,-1 1 0 0 0,0-1 0 0 0,-1 22 0 0 0,0-14-42 0 0,0-17-13 0 0,0 20-329 0 0,1 0 1 0 0,0 0-1 0 0,2 0 1 0 0,1-1-1 0 0,0 1 1 0 0,10 24-1 0 0,-6-25-6974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1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6449 0 0,'11'-8'10082'0'0,"2"43"-8441"0"0,56 321 1126 0 0,-53-252-4724 0 0,2-1-3326 0 0,-14-82-622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1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5065 0 0,'1'-6'130'0'0,"0"-1"0"0"0,0 0 0 0 0,1 0 0 0 0,0 1 0 0 0,0-1 0 0 0,0 1 1 0 0,1-1-1 0 0,0 1 0 0 0,1 0 0 0 0,-1 0 0 0 0,1 0 0 0 0,0 0 0 0 0,0 1 0 0 0,1 0 0 0 0,-1 0 0 0 0,7-5 0 0 0,7-6 956 0 0,1 2 0 0 0,0 0 0 0 0,1 1 0 0 0,24-12 0 0 0,-37 21-726 0 0,0 1-1 0 0,1 0 1 0 0,-1 0-1 0 0,1 0 1 0 0,0 1 0 0 0,0 0-1 0 0,-1 1 1 0 0,1 0-1 0 0,0 0 1 0 0,0 1-1 0 0,0 0 1 0 0,0 0-1 0 0,0 1 1 0 0,0 0 0 0 0,0 0-1 0 0,10 3 1 0 0,-16-3-320 0 0,0 0 1 0 0,0-1-1 0 0,-1 1 1 0 0,1 0-1 0 0,0 0 1 0 0,0 0 0 0 0,-1 0-1 0 0,1 1 1 0 0,-1-1-1 0 0,1 0 1 0 0,-1 1-1 0 0,0-1 1 0 0,1 1-1 0 0,-1-1 1 0 0,0 1-1 0 0,0 0 1 0 0,0-1 0 0 0,0 1-1 0 0,0 0 1 0 0,-1 0-1 0 0,2 2 1 0 0,-2 0-14 0 0,1 0 0 0 0,-1 0 0 0 0,0 0 0 0 0,1 0 1 0 0,-2 0-1 0 0,1 0 0 0 0,0 0 0 0 0,-1 0 0 0 0,-2 7 0 0 0,-2 4-49 0 0,0-1-1 0 0,-2 0 0 0 0,1 0 0 0 0,-13 17 0 0 0,0-1-473 0 0,-28 35 0 0 0,13-30-2649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72 2304 0 0,'1'15'7314'0'0,"0"-1"-6619"0"0,1-1 0 0 0,0 1 0 0 0,0 0 0 0 0,2-1 0 0 0,0 0 0 0 0,6 15 0 0 0,-9-24-590 0 0,1 1 0 0 0,0-1 1 0 0,1 0-1 0 0,-1 0 1 0 0,1 0-1 0 0,0 0 1 0 0,0-1-1 0 0,0 1 1 0 0,0-1-1 0 0,1 1 0 0 0,-1-1 1 0 0,1 0-1 0 0,0-1 1 0 0,0 1-1 0 0,0-1 1 0 0,0 1-1 0 0,0-1 0 0 0,1 0 1 0 0,-1-1-1 0 0,1 1 1 0 0,-1-1-1 0 0,7 1 1 0 0,-7-2-143 0 0,0 0 1 0 0,-1 0-1 0 0,1-1 1 0 0,0 1-1 0 0,-1-1 1 0 0,1 0-1 0 0,0 0 1 0 0,-1 0-1 0 0,1-1 1 0 0,-1 1-1 0 0,0-1 1 0 0,0 0-1 0 0,1 0 1 0 0,-1 0-1 0 0,0 0 1 0 0,0-1 0 0 0,-1 1-1 0 0,1-1 1 0 0,-1 1-1 0 0,1-1 1 0 0,-1 0-1 0 0,0 0 1 0 0,3-4-1 0 0,5-9 68 0 0,-1-1 0 0 0,0 0 0 0 0,7-19-1 0 0,-15 33-3 0 0,13-34 652 0 0,-11 26-233 0 0,1 0-1 0 0,0 1 1 0 0,1-1-1 0 0,0 1 1 0 0,0 0 0 0 0,12-15-1 0 0,-17 24-402 0 0,1 1-1 0 0,-1-1 0 0 0,0 1 0 0 0,1-1 1 0 0,-1 1-1 0 0,1-1 0 0 0,-1 1 1 0 0,1 0-1 0 0,-1-1 0 0 0,1 1 0 0 0,0 0 1 0 0,-1-1-1 0 0,1 1 0 0 0,-1 0 1 0 0,1 0-1 0 0,-1 0 0 0 0,1-1 1 0 0,0 1-1 0 0,-1 0 0 0 0,1 0 0 0 0,0 0 1 0 0,-1 0-1 0 0,1 0 0 0 0,0 0 1 0 0,-1 0-1 0 0,1 0 0 0 0,-1 0 0 0 0,1 1 1 0 0,0-1-1 0 0,-1 0 0 0 0,1 0 1 0 0,-1 1-1 0 0,1-1 0 0 0,0 0 0 0 0,-1 0 1 0 0,1 1-1 0 0,-1-1 0 0 0,1 1 1 0 0,-1-1-1 0 0,1 0 0 0 0,-1 1 1 0 0,0-1-1 0 0,1 1 0 0 0,-1-1 0 0 0,1 1 1 0 0,-1 0-1 0 0,0-1 0 0 0,0 1 1 0 0,1-1-1 0 0,-1 1 0 0 0,0-1 0 0 0,0 1 1 0 0,0 0-1 0 0,1-1 0 0 0,-1 2 1 0 0,12 37 163 0 0,-12-37-178 0 0,7 32-66 0 0,-5-22-366 0 0,0 0-1 0 0,1 0 1 0 0,1 0 0 0 0,0 0 0 0 0,0 0-1 0 0,1 0 1 0 0,12 19 0 0 0,-3-12-6632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2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6449 0 0,'28'-1'14046'0'0,"-25"15"-14582"0"0,58 356 3686 0 0,-48-242-4627 0 0,11 68-4773 0 0,-17-165-378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3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97 158 6913 0 0,'-11'-4'-270'0'0,"0"-1"875"0"0,0 1-1 0 0,0-2 0 0 0,-13-7 1 0 0,22 11-285 0 0,0 1 0 0 0,0 0 1 0 0,0-1-1 0 0,0 1 0 0 0,0-1 0 0 0,1 0 0 0 0,-1 0 1 0 0,0 0-1 0 0,1 0 0 0 0,0 0 0 0 0,-1 0 1 0 0,1 0-1 0 0,0 0 0 0 0,0 0 0 0 0,0 0 1 0 0,0-1-1 0 0,0 1 0 0 0,1 0 0 0 0,-1-1 0 0 0,1 1 1 0 0,0-1-1 0 0,-1-3 0 0 0,2 4-155 0 0,-1 1-1 0 0,1-1 0 0 0,0 0 1 0 0,0 1-1 0 0,-1-1 0 0 0,1 0 1 0 0,0 1-1 0 0,0-1 1 0 0,0 1-1 0 0,1-1 0 0 0,-1 1 1 0 0,0 0-1 0 0,1 0 0 0 0,-1-1 1 0 0,0 1-1 0 0,1 0 0 0 0,-1 0 1 0 0,1 0-1 0 0,0 1 1 0 0,-1-1-1 0 0,1 0 0 0 0,0 0 1 0 0,2 0-1 0 0,47-12 326 0 0,-40 11-160 0 0,73-15-112 0 0,-28 9-5978 0 0,-17 3-959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4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1019 160 5529 0 0,'0'-6'314'0'0,"-1"1"-1"0"0,0 0 1 0 0,0-1-1 0 0,-1 1 1 0 0,0 0-1 0 0,1 0 1 0 0,-2 0 0 0 0,1 0-1 0 0,-1 0 1 0 0,1 1-1 0 0,-1-1 1 0 0,-1 1-1 0 0,-4-6 1 0 0,1 2 88 0 0,0 1 0 0 0,0 0 0 0 0,-1 0 0 0 0,0 1 0 0 0,0-1 0 0 0,-10-4 0 0 0,8 6-129 0 0,1 0 0 0 0,-1 1 1 0 0,-1 0-1 0 0,1 1 0 0 0,0 0 0 0 0,-1 0 0 0 0,0 1 0 0 0,1 1 0 0 0,-1 0 0 0 0,0 0 0 0 0,-19 2 0 0 0,15 1-54 0 0,0 1 1 0 0,0 0 0 0 0,0 1-1 0 0,1 1 1 0 0,-1 0-1 0 0,1 1 1 0 0,-20 11-1 0 0,-8 11 40 0 0,1 1 0 0 0,2 2-1 0 0,-70 70 1 0 0,108-99-256 0 0,-50 48 258 0 0,-85 112 0 0 0,115-133-144 0 0,1 2 0 0 0,2 1 0 0 0,1 0 0 0 0,1 1 0 0 0,-19 62 0 0 0,9-4-9 0 0,4 1-1 0 0,4 1 0 0 0,5 1 0 0 0,-4 161 0 0 0,18-208-104 0 0,3 1 0 0 0,1-1-1 0 0,3 1 1 0 0,1-2-1 0 0,3 1 1 0 0,18 45-1 0 0,-18-61 2 0 0,1-1-1 0 0,2 0 1 0 0,1-1-1 0 0,2 0 1 0 0,0-2 0 0 0,2 0-1 0 0,1-1 1 0 0,1-1-1 0 0,37 33 1 0 0,15-2-92 0 0,1-2 1 0 0,3-4 0 0 0,163 76-1 0 0,-191-104 179 0 0,0-2-1 0 0,1-3 0 0 0,1-2 0 0 0,0-2 1 0 0,63 7-1 0 0,-89-18-40 0 0,-1-1 1 0 0,1-2-1 0 0,0 0 1 0 0,-1-2-1 0 0,43-9 1 0 0,-21 0-27 0 0,-2-2 0 0 0,50-22 0 0 0,-68 23-18 0 0,-1-2 0 0 0,0 0 0 0 0,-2-1 0 0 0,0-2 1 0 0,0 0-1 0 0,-2-2 0 0 0,0 0 0 0 0,19-25 1 0 0,-5 2 238 0 0,-2-2 0 0 0,-2-1 0 0 0,34-65 0 0 0,-46 68-109 0 0,-1-1 0 0 0,-2 0 0 0 0,-2-1 0 0 0,-2-1 0 0 0,10-67 0 0 0,-9 12 163 0 0,0-149 1 0 0,-14 178-234 0 0,-4 0 0 0 0,-3 0 0 0 0,-3 1 0 0 0,-3 0 0 0 0,-3 0 0 0 0,-41-111 0 0 0,41 145-5 0 0,-1 1 0 0 0,-2 1 0 0 0,-47-64-1 0 0,27 48-123 0 0,-79-76 0 0 0,94 105-61 0 0,-1 1 1 0 0,-1 2-1 0 0,-1 0 1 0 0,0 2-1 0 0,-2 0 1 0 0,-43-17-1 0 0,-39-8-6825 0 0,84 34-98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37 10138 0 0,'-2'3'541'0'0,"0"1"-1"0"0,0-1 1 0 0,0 1-1 0 0,1 0 1 0 0,-1-1 0 0 0,1 1-1 0 0,-1 4 1 0 0,1-7-240 0 0,-1 6-146 0 0,1 0 0 0 0,-1 1 0 0 0,2-1-1 0 0,-1 0 1 0 0,1 1 0 0 0,0-1 0 0 0,0 1-1 0 0,1-1 1 0 0,0 0 0 0 0,0 1 0 0 0,1-1-1 0 0,0 0 1 0 0,0 0 0 0 0,0 0-1 0 0,1 0 1 0 0,1 0 0 0 0,-1-1 0 0 0,1 1-1 0 0,4 5 1 0 0,-2-3-199 0 0,1-1 0 0 0,0 1-1 0 0,0-2 1 0 0,0 1 0 0 0,1-1 0 0 0,0 0-1 0 0,1-1 1 0 0,-1 0 0 0 0,1 0-1 0 0,1 0 1 0 0,-1-2 0 0 0,19 8 0 0 0,-26-11 108 0 0,0 0 1 0 0,0 0-1 0 0,0 0 1 0 0,0-1-1 0 0,-1 1 1 0 0,1-1-1 0 0,0 0 1 0 0,0 1-1 0 0,0-1 1 0 0,0 0 0 0 0,0 0-1 0 0,0 0 1 0 0,0 0-1 0 0,0-1 1 0 0,0 1-1 0 0,0 0 1 0 0,0-1-1 0 0,0 0 1 0 0,0 1-1 0 0,0-1 1 0 0,0 0-1 0 0,-1 0 1 0 0,1 0-1 0 0,0 0 1 0 0,-1 0 0 0 0,1 0-1 0 0,-1-1 1 0 0,1 1-1 0 0,-1 0 1 0 0,1-1-1 0 0,-1 1 1 0 0,0-1-1 0 0,0 0 1 0 0,0 1-1 0 0,0-1 1 0 0,0 0-1 0 0,0 0 1 0 0,0 1-1 0 0,0-1 1 0 0,-1 0-1 0 0,1 0 1 0 0,-1 0 0 0 0,0 0-1 0 0,1-4 1 0 0,0-4 110 0 0,-1 1 0 0 0,0-1 0 0 0,0 1 0 0 0,-1-1 0 0 0,0 1 0 0 0,-1 0 0 0 0,0-1 0 0 0,-3-10 0 0 0,0 8-231 0 0,1-1 0 0 0,-1 1 1 0 0,-1 0-1 0 0,0 1 0 0 0,-1-1 0 0 0,0 1 0 0 0,-1 1 0 0 0,0-1 0 0 0,0 1 0 0 0,-1 1 0 0 0,-1 0 0 0 0,1 0 0 0 0,-2 0 0 0 0,1 2 0 0 0,-15-9 0 0 0,15 11-976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7834 0 0,'0'6'7499'0'0,"1"5"-3676"0"0,0 0-3249 0 0,0 0 0 0 0,0 1 0 0 0,6 19 1 0 0,-2-20-480 0 0,0 0 0 0 0,0-1 1 0 0,1 0-1 0 0,8 10 0 0 0,-11-16-130 0 0,0 0 0 0 0,0 0 0 0 0,1 0 0 0 0,0 0 0 0 0,0 0 0 0 0,0-1 0 0 0,0 0 0 0 0,1 0 0 0 0,-1 0 0 0 0,1 0 0 0 0,5 2 0 0 0,-8-5-23 0 0,0 1 1 0 0,-1-1-1 0 0,1 1 1 0 0,0-1-1 0 0,0 0 0 0 0,0 0 1 0 0,0 0-1 0 0,0 0 1 0 0,-1 0-1 0 0,1 0 1 0 0,0 0-1 0 0,0-1 1 0 0,0 1-1 0 0,0-1 1 0 0,-1 1-1 0 0,1-1 1 0 0,0 0-1 0 0,-1 0 1 0 0,3-1-1 0 0,0-1-14 0 0,-1 1-1 0 0,0-1 1 0 0,0 0-1 0 0,0 0 1 0 0,0 0-1 0 0,0-1 1 0 0,-1 1-1 0 0,3-5 1 0 0,2-5-52 0 0,0 0 1 0 0,-2-1 0 0 0,9-26-1 0 0,-9 24 247 0 0,-1-1 0 0 0,0 0 1 0 0,-1 0-1 0 0,-1-1 0 0 0,-1 1 0 0 0,0 0 0 0 0,-3-28 1 0 0,-3 57 1883 0 0,0 13-1738 0 0,6-5-586 0 0,0 0 1 0 0,1 1-1 0 0,1-1 0 0 0,0 0 0 0 0,10 27 1 0 0,-6-29-7087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5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9674 0 0,'8'-16'9466'0'0,"-10"54"-4658"0"0,1-21-5538 0 0,1 44 922 0 0,3 0 0 0 0,12 66 1 0 0,31 120-1302 0 0,-35-199 433 0 0,-4-12-418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1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1 126 9218 0 0,'0'-1'84'0'0,"0"0"-1"0"0,0 0 1 0 0,0 0 0 0 0,-1-1 0 0 0,1 1-1 0 0,0 0 1 0 0,0 0 0 0 0,1 0 0 0 0,-1 0-1 0 0,0 0 1 0 0,0 0 0 0 0,0 0 0 0 0,1 0-1 0 0,-1 0 1 0 0,0 0 0 0 0,1 0 0 0 0,-1 0-1 0 0,1 0 1 0 0,0 0 0 0 0,-1 0 0 0 0,1 0-1 0 0,-1 0 1 0 0,1 0 0 0 0,0 1 0 0 0,0-1-1 0 0,0 0 1 0 0,-1 0 0 0 0,1 1 0 0 0,0-1-1 0 0,0 1 1 0 0,2-2 0 0 0,39-23 2964 0 0,-33 19-2959 0 0,5-2 20 0 0,0-1-1 0 0,0 2 0 0 0,1 0 1 0 0,0 0-1 0 0,1 2 0 0 0,-1 0 1 0 0,1 1-1 0 0,0 0 0 0 0,0 1 1 0 0,0 1-1 0 0,1 0 0 0 0,18 2 1 0 0,-13 2-109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13363 0 0,'3'-1'238'0'0,"0"1"-1"0"0,0-1 1 0 0,1 1 0 0 0,-1 0 0 0 0,0 0-1 0 0,0 0 1 0 0,0 0 0 0 0,0 1 0 0 0,0-1-1 0 0,0 1 1 0 0,0 0 0 0 0,0 0 0 0 0,0 0-1 0 0,0 0 1 0 0,0 0 0 0 0,-1 1 0 0 0,1-1-1 0 0,0 1 1 0 0,-1 0 0 0 0,1 0 0 0 0,-1 0-1 0 0,0 0 1 0 0,0 0 0 0 0,3 4 0 0 0,2 1 117 0 0,-1 0 1 0 0,-1 1-1 0 0,1 0 1 0 0,-1 0-1 0 0,0 0 1 0 0,5 16-1 0 0,-2 1-216 0 0,-1 1-1 0 0,-1-1 0 0 0,-2 1 0 0 0,3 49 1 0 0,-5 1-6645 0 0,-1-47-369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6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5529 0 0,'17'-9'823'0'0,"1"2"-1"0"0,0 0 0 0 0,0 1 1 0 0,32-6-1 0 0,-40 10-189 0 0,0 1 0 0 0,0 0 0 0 0,0 0 0 0 0,0 1 0 0 0,0 1 0 0 0,0-1 0 0 0,0 2 0 0 0,0-1 0 0 0,0 2 0 0 0,14 4 0 0 0,-22-7-530 0 0,0 1 0 0 0,0 0 0 0 0,-1-1 0 0 0,1 1 0 0 0,0 0 1 0 0,-1 0-1 0 0,1 0 0 0 0,-1 0 0 0 0,1 0 0 0 0,-1 0 0 0 0,1 1 1 0 0,-1-1-1 0 0,0 0 0 0 0,0 1 0 0 0,1-1 0 0 0,-1 1 0 0 0,0-1 1 0 0,0 1-1 0 0,-1 0 0 0 0,1-1 0 0 0,0 1 0 0 0,0 0 0 0 0,0 2 1 0 0,-1-1-34 0 0,0 0 0 0 0,-1 0 0 0 0,1-1 0 0 0,0 1 1 0 0,-1 0-1 0 0,0 0 0 0 0,1-1 0 0 0,-1 1 1 0 0,0-1-1 0 0,0 1 0 0 0,-1 0 0 0 0,1-1 0 0 0,-4 5 1 0 0,-5 6-97 0 0,0-1 0 0 0,-1 0 1 0 0,-1-1-1 0 0,-13 11 0 0 0,22-20 12 0 0,-65 52-2681 0 0,46-37-3576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8754 0 0,'5'4'817'0'0,"-2"0"0"0"0,1 1-1 0 0,-1-1 1 0 0,1 1 0 0 0,-1 0 0 0 0,0 0 0 0 0,-1 0 0 0 0,1 1 0 0 0,-1-1-1 0 0,2 9 1 0 0,-1 1-395 0 0,-1-1-1 0 0,1 25 1 0 0,-2-24-331 0 0,0 1-1 0 0,7 28 1 0 0,-8-44-115 0 0,0 1 0 0 0,0 0 0 0 0,0 0 0 0 0,0-1 1 0 0,0 1-1 0 0,0 0 0 0 0,0 0 0 0 0,0-1 0 0 0,1 1 0 0 0,-1 0 0 0 0,0 0 0 0 0,1-1 0 0 0,-1 1 0 0 0,0 0 0 0 0,1-1 1 0 0,-1 1-1 0 0,1-1 0 0 0,-1 1 0 0 0,1 0 0 0 0,-1-1 0 0 0,1 1 0 0 0,-1-1 0 0 0,1 1 0 0 0,0-1 0 0 0,-1 0 0 0 0,1 1 0 0 0,0-1 1 0 0,-1 0-1 0 0,1 1 0 0 0,0-1 0 0 0,0 0 0 0 0,-1 0 0 0 0,1 0 0 0 0,0 1 0 0 0,0-1 0 0 0,-1 0 0 0 0,1 0 0 0 0,0 0 0 0 0,0 0 1 0 0,-1 0-1 0 0,1 0 0 0 0,0-1 0 0 0,0 1 0 0 0,-1 0 0 0 0,1 0 0 0 0,0-1 0 0 0,0 1 0 0 0,-1 0 0 0 0,1-1 0 0 0,0 1 1 0 0,-1 0-1 0 0,1-1 0 0 0,-1 1 0 0 0,1-1 0 0 0,0 1 0 0 0,-1-1 0 0 0,1 1 0 0 0,-1-1 0 0 0,1 0 0 0 0,-1 1 0 0 0,1-2 1 0 0,3-2-103 0 0,0-1 1 0 0,0 0-1 0 0,0 0 1 0 0,-1-1-1 0 0,0 1 1 0 0,3-6 0 0 0,0-8 313 0 0,-1 0 1 0 0,5-29 0 0 0,-7 30 636 0 0,0-1 0 0 0,12-29-1 0 0,-10 42-508 0 0,0 13 207 0 0,5 27 620 0 0,-4-11-716 0 0,-2-15-1208 0 0,-1-1 1 0 0,1 0-1 0 0,1 0 0 0 0,0 0 1 0 0,0 0-1 0 0,0-1 1 0 0,0 1-1 0 0,10 7 0 0 0,3 1-5820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5065 0 0,'5'52'8558'0'0,"5"4"-4465"0"0,-2-15-2485 0 0,-2-10-927 0 0,2 0 0 0 0,1 0-1 0 0,15 34 1 0 0,46 85-768 0 0,-24-57-1825 0 0,-34-65-5309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2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7370 0 0,'0'-1'171'0'0,"1"-1"0"0"0,0 1 0 0 0,0 0 1 0 0,0-1-1 0 0,0 1 0 0 0,0 0 0 0 0,0-1 1 0 0,0 1-1 0 0,0 0 0 0 0,0 0 1 0 0,1 0-1 0 0,-1 0 0 0 0,1 0 0 0 0,-1 1 1 0 0,3-3-1 0 0,32-15 2589 0 0,-26 13-2407 0 0,26-13 1074 0 0,0 3 0 0 0,52-17 0 0 0,-39 19-2393 0 0,71-11-1 0 0,-93 20 242 0 0,-4-3 426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7834 0 0,'19'-5'3226'0'0,"169"-63"3255"0"0,-116 40-6787 0 0,1 2-1 0 0,81-16 0 0 0,-119 35-967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2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0,'0'0'63'0'0,"0"0"0"0"0,0 0 1 0 0,0 0-1 0 0,0-1 0 0 0,0 1 0 0 0,0 0 1 0 0,0 0-1 0 0,0 0 0 0 0,0 0 0 0 0,1-4 1455 0 0,0 4-1455 0 0,-1 0 0 0 0,0 0 0 0 0,0 0 1 0 0,0 0-1 0 0,0 0 0 0 0,1 0 0 0 0,-1 0 0 0 0,0 0 1 0 0,0 0-1 0 0,0 0 0 0 0,0 0 0 0 0,1 0 1 0 0,-1 0-1 0 0,0 0 0 0 0,0 0 0 0 0,0 0 1 0 0,0 0-1 0 0,1 0 0 0 0,-1 0 0 0 0,0 0 0 0 0,0 0 1 0 0,0 0-1 0 0,1 0 0 0 0,19 4 2370 0 0,19 10 174 0 0,-31-8-2348 0 0,0 1-1 0 0,-1-1 1 0 0,0 1 0 0 0,0 1-1 0 0,0-1 1 0 0,-1 1-1 0 0,0 1 1 0 0,-1-1-1 0 0,0 1 1 0 0,0-1 0 0 0,-1 1-1 0 0,0 1 1 0 0,0-1-1 0 0,3 15 1 0 0,2 16-172 0 0,-1 1 0 0 0,4 48 0 0 0,-8-46 98 0 0,1-7-382 0 0,16 98-31 0 0,-18-121-228 0 0,1 1 0 0 0,1 0 0 0 0,0-1-1 0 0,0 0 1 0 0,2 0 0 0 0,-1-1 0 0 0,13 17 0 0 0,0-6-6198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1840 0 0,'26'29'3257'0'0,"-18"-21"-2192"0"0,1 1 0 0 0,-1-1-1 0 0,-1 1 1 0 0,10 15 0 0 0,20 23 3863 0 0,-41-60 60 0 0,-2-23-3807 0 0,2 11-773 0 0,0 5-434 0 0,1 1-1 0 0,1 0 0 0 0,1-1 1 0 0,1-20-1 0 0,0 32-465 0 0,1-1-1 0 0,0 1 0 0 0,1-1 1 0 0,0 1-1 0 0,0 0 0 0 0,1-1 0 0 0,0 1 1 0 0,1 0-1 0 0,-1 1 0 0 0,1-1 0 0 0,9-11 1 0 0,2 0-5467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15 4609 0 0,'0'-1'63'0'0,"0"1"0"0"0,0-1 0 0 0,0 0 1 0 0,-1 1-1 0 0,1-1 0 0 0,0 1 0 0 0,0-1 0 0 0,0 0 0 0 0,0 1 1 0 0,-1-1-1 0 0,1 1 0 0 0,0-1 0 0 0,-1 1 0 0 0,1-1 0 0 0,0 1 0 0 0,-1-1 1 0 0,1 1-1 0 0,0-1 0 0 0,-1 1 0 0 0,1 0 0 0 0,-1-1 0 0 0,1 1 1 0 0,-1 0-1 0 0,1-1 0 0 0,-1 1 0 0 0,1 0 0 0 0,-1 0 0 0 0,0-1 0 0 0,1 1 1 0 0,-1 0-1 0 0,1 0 0 0 0,-1 0 0 0 0,-1 0 0 0 0,-20 10 2428 0 0,21-10-2493 0 0,-8 7 318 0 0,-1-1 1 0 0,1 2-1 0 0,1-1 1 0 0,-1 1 0 0 0,1 1-1 0 0,1 0 1 0 0,0 0-1 0 0,0 0 1 0 0,1 1-1 0 0,0-1 1 0 0,-7 18 0 0 0,9-20-327 0 0,1 0 1 0 0,0 0 0 0 0,1 1 0 0 0,0-1 0 0 0,0 1 0 0 0,0-1 0 0 0,1 1 0 0 0,0 0 0 0 0,1-1 0 0 0,0 1 0 0 0,0 0-1 0 0,0 0 1 0 0,1-1 0 0 0,0 1 0 0 0,1 0 0 0 0,0-1 0 0 0,0 1 0 0 0,3 6 0 0 0,-4-12-99 0 0,0 0-1 0 0,-1 0 1 0 0,1-1 0 0 0,0 1 0 0 0,0 0 0 0 0,0-1-1 0 0,0 1 1 0 0,0-1 0 0 0,1 1 0 0 0,-1-1 0 0 0,0 1-1 0 0,1-1 1 0 0,-1 0 0 0 0,1 0 0 0 0,-1 0 0 0 0,1 0-1 0 0,0 0 1 0 0,-1 0 0 0 0,1 0 0 0 0,0 0 0 0 0,0-1-1 0 0,0 1 1 0 0,3 0 0 0 0,-3-1 37 0 0,0-1 0 0 0,0 1 0 0 0,1-1 0 0 0,-1 0 0 0 0,0 1 1 0 0,0-1-1 0 0,0 0 0 0 0,0 0 0 0 0,0 0 0 0 0,0-1 0 0 0,0 1 0 0 0,0 0 0 0 0,0-1 0 0 0,-1 1 0 0 0,1-1 0 0 0,2-2 0 0 0,4-6 171 0 0,-1 0 1 0 0,0 0-1 0 0,-1-1 0 0 0,0 0 0 0 0,0 0 0 0 0,4-12 0 0 0,2-17 337 0 0,-9 27 412 0 0,1 1 0 0 0,1-1 0 0 0,-1 1-1 0 0,2 0 1 0 0,13-22 0 0 0,-19 34-827 0 0,0 0-1 0 0,0 0 1 0 0,0 0-1 0 0,0-1 1 0 0,0 1-1 0 0,1 0 1 0 0,-1 0-1 0 0,0 0 1 0 0,0 0 0 0 0,0 0-1 0 0,0 0 1 0 0,1-1-1 0 0,-1 1 1 0 0,0 0-1 0 0,0 0 1 0 0,0 0-1 0 0,1 0 1 0 0,-1 0-1 0 0,0 0 1 0 0,0 0-1 0 0,1 0 1 0 0,-1 0-1 0 0,0 0 1 0 0,0 0-1 0 0,0 0 1 0 0,1 0 0 0 0,-1 0-1 0 0,0 0 1 0 0,0 0-1 0 0,0 0 1 0 0,1 0-1 0 0,-1 0 1 0 0,0 0-1 0 0,0 1 1 0 0,0-1-1 0 0,1 0 1 0 0,-1 0-1 0 0,0 0 1 0 0,0 0-1 0 0,0 0 1 0 0,0 1-1 0 0,1-1 1 0 0,-1 0-1 0 0,9 14 1533 0 0,2 14 538 0 0,7 19-3272 0 0,-13-34 80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6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8290 0 0,'14'-24'4809'0'0,"-13"24"-4621"0"0,0 1 1 0 0,-1-1-1 0 0,1 0 1 0 0,0 1-1 0 0,-1-1 1 0 0,1 1-1 0 0,0-1 1 0 0,-1 1 0 0 0,1-1-1 0 0,0 1 1 0 0,-1-1-1 0 0,1 1 1 0 0,-1 0-1 0 0,1-1 1 0 0,-1 1-1 0 0,0 0 1 0 0,1 0 0 0 0,-1-1-1 0 0,1 1 1 0 0,-1 0-1 0 0,0 0 1 0 0,0-1-1 0 0,0 1 1 0 0,1 0-1 0 0,-1 0 1 0 0,0 0 0 0 0,0 0-1 0 0,0-1 1 0 0,0 1-1 0 0,0 0 1 0 0,0 0-1 0 0,-1 0 1 0 0,1 1 0 0 0,1 26 403 0 0,0 0-284 0 0,6 34 0 0 0,-5-53-833 0 0,-1 0 0 0 0,2-1 0 0 0,0 1 0 0 0,0-1 1 0 0,0 1-1 0 0,1-1 0 0 0,0 0 0 0 0,6 8 0 0 0,-2-6-906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53 13827 0 0,'-4'-13'608'0'0,"1"3"128"0"0,0 2-584 0 0,2 2-152 0 0,1 2 720 0 0,0 1 113 0 0,0 1 31 0 0,0-3 0 0 0,1 4-864 0 0,2 1-224 0 0,-1 4-24 0 0,2 4 0 0 0,0 5-2129 0 0,3 2-431 0 0,3 4-81 0 0,2 1-24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34 5185 0 0,'-2'-5'231'0'0,"-6"-11"-245"0"0,8 16 75 0 0,-1-1 1 0 0,1 1-1 0 0,0 0 1 0 0,0-1-1 0 0,0 1 1 0 0,0 0-1 0 0,0-1 1 0 0,0 1-1 0 0,0-1 1 0 0,0 1-1 0 0,0 0 1 0 0,0-1-1 0 0,0 1 1 0 0,0-1-1 0 0,0 1 1 0 0,0 0-1 0 0,0-1 1 0 0,0 1-1 0 0,0 0 1 0 0,1-1-1 0 0,-1 1 1 0 0,0 0-1 0 0,0-1 1 0 0,0 1-1 0 0,1 0 1 0 0,-1-1-1 0 0,0 1 1 0 0,0 0-1 0 0,1-1 1 0 0,-1 1-1 0 0,0 0 1 0 0,1 0-1 0 0,-1 0 1 0 0,0-1-1 0 0,1 1 1 0 0,-1 0-1 0 0,1 0 1 0 0,0 1 86 0 0,0 0 1 0 0,0 1-1 0 0,0-1 0 0 0,0 1 1 0 0,0 0-1 0 0,0-1 1 0 0,0 1-1 0 0,-1 0 0 0 0,1-1 1 0 0,-1 1-1 0 0,1 0 0 0 0,-1 0 1 0 0,0 0-1 0 0,1 3 0 0 0,-1-4-90 0 0,10 51 1159 0 0,-9-39-1167 0 0,0 0 0 0 0,2-1 0 0 0,0 1 0 0 0,0 0 0 0 0,1-1 0 0 0,0 0 0 0 0,1 0 0 0 0,1 0 0 0 0,10 16 0 0 0,-16-27-86 0 0,1 0 0 0 0,0-1 0 0 0,-1 1 0 0 0,1 0 0 0 0,-1 0 0 0 0,1 0 0 0 0,0-1 0 0 0,0 1 0 0 0,-1 0 0 0 0,1-1 1 0 0,0 1-1 0 0,0-1 0 0 0,0 1 0 0 0,0-1 0 0 0,0 1 0 0 0,0-1 0 0 0,0 0 0 0 0,0 1 0 0 0,0-1 0 0 0,0 0 0 0 0,0 0 1 0 0,0 0-1 0 0,0 0 0 0 0,0 0 0 0 0,0 0 0 0 0,0 0 0 0 0,0 0 0 0 0,0 0 0 0 0,0 0 0 0 0,0-1 0 0 0,0 1 0 0 0,0 0 1 0 0,0-1-1 0 0,-1 1 0 0 0,1 0 0 0 0,0-1 0 0 0,0 1 0 0 0,0-1 0 0 0,0 0 0 0 0,0 1 0 0 0,-1-1 0 0 0,1 0 1 0 0,0 1-1 0 0,-1-1 0 0 0,1 0 0 0 0,0 0 0 0 0,-1 0 0 0 0,1 1 0 0 0,-1-1 0 0 0,1 0 0 0 0,-1 0 0 0 0,1-1 0 0 0,4-9 162 0 0,1 1 0 0 0,-2-1 0 0 0,6-19-1 0 0,-6 18-197 0 0,1 1-18 0 0,-1 0-1 0 0,2 0 0 0 0,-1 0 1 0 0,2 0-1 0 0,9-12 1 0 0,-14 20 215 0 0,0 1 1 0 0,0 0 0 0 0,0 0-1 0 0,0 0 1 0 0,1 0 0 0 0,-1 0 0 0 0,0 1-1 0 0,1-1 1 0 0,-1 1 0 0 0,1-1 0 0 0,0 1-1 0 0,4-1 1 0 0,-6 1 31 0 0,1 1 1 0 0,0 0-1 0 0,0 0 1 0 0,0 0-1 0 0,0 0 1 0 0,-1 0-1 0 0,1 1 1 0 0,0-1-1 0 0,0 0 1 0 0,0 1-1 0 0,-1 0 1 0 0,1-1-1 0 0,0 1 1 0 0,-1 0-1 0 0,1 0 1 0 0,-1 0-1 0 0,1 0 1 0 0,-1 0-1 0 0,1 0 1 0 0,-1 0-1 0 0,0 0 1 0 0,2 2-1 0 0,3 5-46 0 0,-1 0 0 0 0,0 0-1 0 0,-1 0 1 0 0,0 0 0 0 0,0 1 0 0 0,-1 0 0 0 0,0 0-1 0 0,0 0 1 0 0,-1 0 0 0 0,1 11 0 0 0,10 29-1967 0 0,-8-36 618 0 0,1 0 1 0 0,0-1 0 0 0,13 21 0 0 0,-4-11-546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8290 0 0,'10'34'6284'0'0,"0"-3"-4116"0"0,0 52-1259 0 0,-8-61-3096 0 0,1 1 0 0 0,7 31 0 0 0,1-32-1923 0 0,-4-16 3355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4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 7834 0 0,'1'-7'696'0'0,"2"2"-560"0"0,0 2-136 0 0,-2 3 0 0 0,0 0 328 0 0,2 0 40 0 0,0-1 8 0 0,4-1 0 0 0,0 4-208 0 0,1 0-40 0 0,2 4 0 0 0,0 4-8 0 0,1 2-120 0 0,0 2 0 0 0,5 3 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90 8290 0 0,'1'-1'264'0'0,"0"-1"0"0"0,0 0 0 0 0,-1 0-1 0 0,1 1 1 0 0,0-1 0 0 0,1 0 0 0 0,-1 1 0 0 0,0-1 0 0 0,0 1 0 0 0,1 0 0 0 0,-1-1 0 0 0,1 1 0 0 0,-1 0 0 0 0,1 0 0 0 0,-1 0 0 0 0,4-2 0 0 0,29-13 2978 0 0,-33 16-3189 0 0,1 0 0 0 0,0 0 0 0 0,0 0 0 0 0,0 0 0 0 0,0 0 0 0 0,0 0 0 0 0,0 1 0 0 0,0-1 0 0 0,0 1 0 0 0,-1 0 0 0 0,1-1 0 0 0,0 1 0 0 0,0 0 0 0 0,-1 0 0 0 0,1 0 0 0 0,0 0 0 0 0,-1 0 0 0 0,1 1 0 0 0,-1-1 0 0 0,0 0 0 0 0,1 1 0 0 0,-1-1 0 0 0,0 1 0 0 0,0-1 0 0 0,0 1 0 0 0,0 0 0 0 0,0-1 0 0 0,0 1 0 0 0,1 2 0 0 0,4 9 390 0 0,-1 0 0 0 0,0 1 0 0 0,3 14-1 0 0,-3-8-226 0 0,-2-14-226 0 0,7 28-148 0 0,-10-33 152 0 0,0 1 0 0 0,1-1 0 0 0,-1 0 0 0 0,0 0 0 0 0,0 1 0 0 0,0-1 0 0 0,0 0 0 0 0,0 1 0 0 0,0-1 0 0 0,0 0 0 0 0,0 0 0 0 0,0 1-1 0 0,-1-1 1 0 0,1 0 0 0 0,-1 0 0 0 0,1 1 0 0 0,-1-1 0 0 0,1 0 0 0 0,-1 0 0 0 0,0 0 0 0 0,-1 2 0 0 0,2-2 5 0 0,0-1 1 0 0,0 0-1 0 0,0 0 1 0 0,0 0-1 0 0,-1 0 1 0 0,1 1-1 0 0,0-1 1 0 0,0 0-1 0 0,0 0 1 0 0,0 0-1 0 0,-1 0 1 0 0,1 0-1 0 0,0 0 1 0 0,0 1-1 0 0,0-1 1 0 0,-1 0-1 0 0,1 0 1 0 0,0 0-1 0 0,0 0 1 0 0,-1 0-1 0 0,1 0 1 0 0,0 0-1 0 0,0 0 1 0 0,0 0-1 0 0,-1 0 1 0 0,1 0-1 0 0,0 0 1 0 0,0 0-1 0 0,-1 0 1 0 0,1 0-1 0 0,0 0 1 0 0,0 0-1 0 0,0 0 1 0 0,-1-1-1 0 0,1 1 1 0 0,0 0-1 0 0,0 0 1 0 0,0 0-1 0 0,-1 0 1 0 0,1 0-1 0 0,0-1 1 0 0,-1-11-37 0 0,8-13 20 0 0,9-5 289 0 0,2 0 1 0 0,1 1-1 0 0,36-42 1 0 0,-52 68-191 0 0,0-1 1 0 0,0 1-1 0 0,1 0 1 0 0,-1 0-1 0 0,1 0 0 0 0,0 0 1 0 0,-1 1-1 0 0,1-1 1 0 0,0 1-1 0 0,1 0 1 0 0,-1 0-1 0 0,0 1 1 0 0,9-3-1 0 0,-10 4-64 0 0,-1 0 1 0 0,1 0-1 0 0,0 0 0 0 0,-1 0 1 0 0,1 1-1 0 0,-1-1 0 0 0,1 1 1 0 0,0 0-1 0 0,-1 0 0 0 0,0 0 1 0 0,1 0-1 0 0,-1 0 0 0 0,1 0 1 0 0,-1 1-1 0 0,0-1 0 0 0,0 1 1 0 0,0-1-1 0 0,0 1 0 0 0,0 0 1 0 0,0 0-1 0 0,-1 0 0 0 0,1 0 1 0 0,0 0-1 0 0,-1 0 0 0 0,2 4 1 0 0,10 17 52 0 0,-1 0 0 0 0,12 35 0 0 0,-15-33-954 0 0,2-2-1 0 0,21 38 1 0 0,-21-44-1197 0 0,-1-2-4342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8 3225 0 0,'3'-3'-131'0'0,"2"-2"988"0"0,-6 13 1947 0 0,0-3-2149 0 0,-2 7-169 0 0,-1-1-54 0 0,1 0-1 0 0,1 0 1 0 0,0 0-1 0 0,0 1 1 0 0,1-1-1 0 0,1 0 1 0 0,0 1-1 0 0,0-1 1 0 0,1 0-1 0 0,3 15 1 0 0,-4-26-400 0 0,0 0 0 0 0,0 0 1 0 0,0 0-1 0 0,0 0 0 0 0,0 0 0 0 0,0 0 1 0 0,0 1-1 0 0,0-1 0 0 0,0 0 0 0 0,1 0 1 0 0,-1 0-1 0 0,0 0 0 0 0,0 0 1 0 0,0 0-1 0 0,0 0 0 0 0,0 0 0 0 0,0 1 1 0 0,0-1-1 0 0,0 0 0 0 0,0 0 1 0 0,0 0-1 0 0,0 0 0 0 0,0 0 0 0 0,1 0 1 0 0,-1 0-1 0 0,0 0 0 0 0,0 0 0 0 0,0 0 1 0 0,0 0-1 0 0,0 0 0 0 0,0 0 1 0 0,0 0-1 0 0,1 0 0 0 0,-1 1 0 0 0,0-1 1 0 0,0 0-1 0 0,0 0 0 0 0,0 0 0 0 0,0 0 1 0 0,0-1-1 0 0,1 1 0 0 0,-1 0 1 0 0,0 0-1 0 0,0 0 0 0 0,0 0 0 0 0,0 0 1 0 0,0 0-1 0 0,0 0 0 0 0,0 0 1 0 0,0 0-1 0 0,1 0 0 0 0,-1 0 0 0 0,0 0 1 0 0,0 0-1 0 0,0 0 0 0 0,7-10 1054 0 0,5-18 56 0 0,-11 24-858 0 0,4-8 31 0 0,2-5 308 0 0,17-33 0 0 0,-22 47-514 0 0,0 0 0 0 0,0 0 0 0 0,0 0 0 0 0,0 0 0 0 0,0 0 0 0 0,1 1 0 0 0,-1-1 0 0 0,1 1 0 0 0,-1-1 0 0 0,1 1 0 0 0,0 0 0 0 0,0 0-1 0 0,0 0 1 0 0,0 1 0 0 0,1-1 0 0 0,-1 1 0 0 0,4-2 0 0 0,-5 3-61 0 0,0 0 1 0 0,0 1-1 0 0,-1-1 0 0 0,1 0 0 0 0,0 1 0 0 0,0-1 0 0 0,0 1 0 0 0,-1 0 0 0 0,1-1 0 0 0,0 1 1 0 0,-1 0-1 0 0,1 0 0 0 0,-1 0 0 0 0,1 0 0 0 0,-1 1 0 0 0,1-1 0 0 0,-1 0 0 0 0,0 1 0 0 0,1-1 0 0 0,-1 0 1 0 0,0 1-1 0 0,0-1 0 0 0,0 1 0 0 0,0 0 0 0 0,0-1 0 0 0,-1 1 0 0 0,1 0 0 0 0,0 0 0 0 0,0 2 1 0 0,3 9 40 0 0,0 0 1 0 0,4 23 0 0 0,-8-35-82 0 0,4 21-51 0 0,-1 1 0 0 0,-2 0 0 0 0,0-1 0 0 0,-1 1 0 0 0,-2 0 0 0 0,-6 40 0 0 0,4-47-59 0 0,0 0 0 0 0,-1 0 0 0 0,-1 0 1 0 0,0-1-1 0 0,-1 0 0 0 0,0 0 0 0 0,-1-1 1 0 0,-1 0-1 0 0,-1 0 0 0 0,-12 13 0 0 0,10-13-398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6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13827 0 0,'4'-23'2558'0'0,"6"-13"1109"0"0,-11 91-2040 0 0,-3 19-1438 0 0,-4 58-13 0 0,13 171 1 0 0,21-96-3459 0 0,-18-165-3630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11058 0 0,'0'0'212'0'0,"0"-1"-1"0"0,0 0 1 0 0,0 0 0 0 0,1 0-1 0 0,-1 0 1 0 0,0 1-1 0 0,1-1 1 0 0,-1 0-1 0 0,0 0 1 0 0,1 0-1 0 0,-1 1 1 0 0,1-1 0 0 0,-1 0-1 0 0,1 1 1 0 0,-1-1-1 0 0,1 0 1 0 0,0 1-1 0 0,-1-1 1 0 0,1 1-1 0 0,0-1 1 0 0,0 1 0 0 0,-1-1-1 0 0,2 0 1 0 0,21-17 1584 0 0,-7 8-1430 0 0,0 0 0 0 0,0 0 0 0 0,1 2 0 0 0,26-10 0 0 0,-36 16-625 0 0,1 0 0 0 0,0 0 0 0 0,1 0 0 0 0,-1 1 0 0 0,0 0 0 0 0,0 0 0 0 0,1 1 0 0 0,-1 0 0 0 0,0 1 0 0 0,1 0 0 0 0,-1 0 0 0 0,13 4 1 0 0,-3 3 258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31 9218 0 0,'-1'-5'-45'0'0,"-6"-21"9451"0"0,5 39-7886 0 0,8 196 726 0 0,1-64-2005 0 0,-7-84-822 0 0,7 149 1724 0 0,6-107-3387 0 0,-7-70-1527 0 0,12 35 1 0 0,-11-47-2015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7.8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267 121 5529 0 0,'5'-10'144'0'0,"12"-41"3442"0"0,-16 48-3326 0 0,0 1 0 0 0,-1-1 0 0 0,0 1 0 0 0,1-1 0 0 0,-1 1 1 0 0,0-1-1 0 0,0 0 0 0 0,0 1 0 0 0,-1-1 0 0 0,1 1 0 0 0,-1-1 0 0 0,1 1 0 0 0,-1-1 0 0 0,0 1 0 0 0,0-1 0 0 0,0 1 0 0 0,-2-3 0 0 0,2 4-138 0 0,0 0 0 0 0,0 0 0 0 0,-1 0 0 0 0,1 0 0 0 0,-1 0-1 0 0,1 0 1 0 0,-1 0 0 0 0,1 0 0 0 0,-1 1 0 0 0,1-1 0 0 0,-1 1-1 0 0,0-1 1 0 0,1 1 0 0 0,-1 0 0 0 0,0-1 0 0 0,1 1 0 0 0,-1 0 0 0 0,0 0-1 0 0,1 0 1 0 0,-1 0 0 0 0,0 1 0 0 0,1-1 0 0 0,-1 0 0 0 0,0 1 0 0 0,-3 1-1 0 0,-41 17 888 0 0,42-17-871 0 0,-18 10-135 0 0,1 1 0 0 0,0 0 0 0 0,-25 23 0 0 0,38-30-4 0 0,0 1 0 0 0,1 0 0 0 0,0 0 0 0 0,0 1 0 0 0,1 0 0 0 0,0 0 0 0 0,1 1 0 0 0,0-1 0 0 0,0 1 0 0 0,0 0 0 0 0,-2 11 0 0 0,6-18 42 0 0,0 1 0 0 0,1-1 1 0 0,0 1-1 0 0,-1 0 1 0 0,1-1-1 0 0,0 1 1 0 0,0-1-1 0 0,1 1 1 0 0,-1 0-1 0 0,0-1 0 0 0,1 1 1 0 0,0-1-1 0 0,0 1 1 0 0,-1-1-1 0 0,1 1 1 0 0,1-1-1 0 0,1 4 1 0 0,0-2 50 0 0,0 1 0 0 0,1-1 0 0 0,0 0 0 0 0,0 0 0 0 0,0 0 0 0 0,0-1 1 0 0,9 7-1 0 0,5 0-99 0 0,-1-1 0 0 0,1-1 0 0 0,29 10 0 0 0,25 3-2363 0 0,-34-14-3952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6449 0 0,'3'-3'476'0'0,"1"0"-1"0"0,-1 0 0 0 0,0 0 0 0 0,1 1 1 0 0,0 0-1 0 0,-1-1 0 0 0,1 2 0 0 0,0-1 1 0 0,0 0-1 0 0,1 1 0 0 0,-1-1 0 0 0,0 1 0 0 0,0 0 1 0 0,1 1-1 0 0,-1-1 0 0 0,0 1 0 0 0,1 0 1 0 0,-1 0-1 0 0,0 0 0 0 0,1 0 0 0 0,-1 1 1 0 0,0 0-1 0 0,1 0 0 0 0,-1 0 0 0 0,5 2 1 0 0,-6-1-302 0 0,0-1 1 0 0,0 1 0 0 0,0 0-1 0 0,0 0 1 0 0,-1 0 0 0 0,1 1-1 0 0,-1-1 1 0 0,1 0 0 0 0,-1 1-1 0 0,0 0 1 0 0,0-1 0 0 0,0 1 0 0 0,2 4-1 0 0,2 9 86 0 0,1 1 0 0 0,-2-1-1 0 0,0 2 1 0 0,-2-1 0 0 0,4 34-1 0 0,3 8-90 0 0,6-128-957 0 0,-6 30 675 0 0,19-50 1 0 0,-26 79 179 0 0,2 0 1 0 0,-1 1 0 0 0,1-1-1 0 0,0 1 1 0 0,1 1 0 0 0,0-1-1 0 0,1 1 1 0 0,-1 0 0 0 0,2 0-1 0 0,12-10 1 0 0,-18 16-48 0 0,0 0 0 0 0,0 1 1 0 0,0-1-1 0 0,0 1 0 0 0,1-1 1 0 0,-1 1-1 0 0,0 0 0 0 0,1 0 1 0 0,-1 0-1 0 0,1 0 0 0 0,0 1 0 0 0,-1-1 1 0 0,1 1-1 0 0,-1-1 0 0 0,1 1 1 0 0,0 0-1 0 0,-1 0 0 0 0,1 0 1 0 0,0 1-1 0 0,-1-1 0 0 0,1 0 0 0 0,0 1 1 0 0,-1 0-1 0 0,5 1 0 0 0,-3 1-4 0 0,0 0 0 0 0,-1 0 0 0 0,1 0 0 0 0,-1 0 0 0 0,0 0 0 0 0,0 1 0 0 0,0-1 0 0 0,-1 1 0 0 0,1 0 0 0 0,-1 0 0 0 0,0 0 0 0 0,0 0 0 0 0,3 7 0 0 0,49 109-859 0 0,-14-42-2973 0 0,-29-56-3074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8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9 8290 0 0,'-2'0'285'0'0,"0"-1"0"0"0,1 1 0 0 0,-1 0 0 0 0,0 0 0 0 0,0 0 0 0 0,0 0 0 0 0,1 0 0 0 0,-1 0 0 0 0,0 1 0 0 0,0-1 0 0 0,1 1 0 0 0,-1-1 1 0 0,0 1-1 0 0,1 0 0 0 0,-1-1 0 0 0,1 1 0 0 0,-1 0 0 0 0,1 0 0 0 0,-1 0 0 0 0,-1 2 0 0 0,0 0 153 0 0,1 0-1 0 0,-1 0 1 0 0,1 0 0 0 0,0 0-1 0 0,-1 1 1 0 0,2-1 0 0 0,-1 1-1 0 0,-3 7 1 0 0,3-3-92 0 0,-1 1 1 0 0,1 0-1 0 0,0 1 0 0 0,1-1 1 0 0,0 0-1 0 0,0 0 0 0 0,2 14 1 0 0,0-15-293 0 0,1 1 0 0 0,1-1 0 0 0,-1 0 0 0 0,1 1 0 0 0,1-1 0 0 0,-1-1 0 0 0,2 1 0 0 0,-1 0 0 0 0,7 8 0 0 0,-9-13-39 0 0,1 0-1 0 0,-1-1 1 0 0,1 1-1 0 0,-1-1 1 0 0,1 1-1 0 0,0-1 1 0 0,0 0 0 0 0,0 0-1 0 0,0 0 1 0 0,0 0-1 0 0,4 1 1 0 0,-5-2-14 0 0,1-1-1 0 0,-1 1 1 0 0,0-1 0 0 0,0 0 0 0 0,0 0 0 0 0,0 1-1 0 0,1-2 1 0 0,-1 1 0 0 0,0 0 0 0 0,0 0 0 0 0,0-1-1 0 0,0 1 1 0 0,0-1 0 0 0,1 1 0 0 0,-1-1-1 0 0,0 0 1 0 0,0 0 0 0 0,0 0 0 0 0,3-2 0 0 0,-3 0-61 0 0,0 1 0 0 0,1 0 0 0 0,-1 0 0 0 0,0-1 0 0 0,-1 1 0 0 0,1-1 0 0 0,0 0 0 0 0,-1 1 1 0 0,0-1-1 0 0,1 0 0 0 0,-1 0 0 0 0,0 0 0 0 0,0 0 0 0 0,-1 0 0 0 0,1 0 0 0 0,-1 0 0 0 0,0 0 1 0 0,1 0-1 0 0,-1 0 0 0 0,0-1 0 0 0,-1 1 0 0 0,0-5 0 0 0,-2-9-154 0 0,0 0 1 0 0,-9-28-1 0 0,11 42 184 0 0,-19-49-718 0 0,18 48 545 0 0,0 0 0 0 0,0 0 0 0 0,0 0-1 0 0,-1 1 1 0 0,1-1 0 0 0,-1 1 0 0 0,0 0 0 0 0,0 0 0 0 0,0 0 0 0 0,-6-4 0 0 0,-2 0-968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9218 0 0,'2'-1'123'0'0,"1"0"0"0"0,-1 0 0 0 0,1 0 0 0 0,-1 1-1 0 0,1-1 1 0 0,-1 1 0 0 0,1 0 0 0 0,-1-1 0 0 0,1 1 0 0 0,-1 0 0 0 0,1 1 0 0 0,0-1-1 0 0,-1 0 1 0 0,1 1 0 0 0,-1-1 0 0 0,1 1 0 0 0,-1 0 0 0 0,0 0 0 0 0,1 0 0 0 0,-1 0 0 0 0,3 1-1 0 0,-3 1 32 0 0,0-1 0 0 0,0 0 0 0 0,0 1 0 0 0,-1-1 0 0 0,1 1 0 0 0,-1-1 0 0 0,1 1-1 0 0,-1 0 1 0 0,0 0 0 0 0,0-1 0 0 0,0 1 0 0 0,0 0 0 0 0,0 0 0 0 0,-1 0 0 0 0,0 0-1 0 0,1 0 1 0 0,-1 5 0 0 0,0 30 447 0 0,-1-28-492 0 0,1 0 0 0 0,0-1 0 0 0,0 1-1 0 0,1 0 1 0 0,0 0 0 0 0,1 0 0 0 0,0-1-1 0 0,0 1 1 0 0,1-1 0 0 0,8 18 0 0 0,-11-27-101 0 0,0 1-1 0 0,1 0 1 0 0,-1-1 0 0 0,1 1 0 0 0,-1-1 0 0 0,0 1-1 0 0,1-1 1 0 0,-1 1 0 0 0,1-1 0 0 0,-1 0 0 0 0,1 1-1 0 0,-1-1 1 0 0,1 1 0 0 0,-1-1 0 0 0,1 0 0 0 0,0 0-1 0 0,-1 1 1 0 0,1-1 0 0 0,-1 0 0 0 0,1 0 0 0 0,0 0-1 0 0,-1 0 1 0 0,1 1 0 0 0,0-1 0 0 0,-1 0 0 0 0,1 0-1 0 0,0 0 1 0 0,-1-1 0 0 0,1 1 0 0 0,0 0 0 0 0,0 0-1 0 0,1-1-6 0 0,0 0 0 0 0,0 0 0 0 0,0 0 0 0 0,-1-1 0 0 0,1 1-1 0 0,-1 0 1 0 0,1-1 0 0 0,-1 0 0 0 0,1 1 0 0 0,1-3 0 0 0,24-43-788 0 0,-27 46 732 0 0,19-59-2041 0 0,-17 50 2048 0 0,0 1-1 0 0,1 0 0 0 0,0 0 1 0 0,0 0-1 0 0,1 0 1 0 0,0 0-1 0 0,6-9 1 0 0,-9 18 151 0 0,-1-1 1 0 0,1 1-1 0 0,-1-1 1 0 0,1 1-1 0 0,0-1 1 0 0,-1 1-1 0 0,1 0 1 0 0,-1-1-1 0 0,1 1 1 0 0,0 0-1 0 0,-1-1 1 0 0,1 1 0 0 0,0 0-1 0 0,0 0 1 0 0,-1 0-1 0 0,1-1 1 0 0,0 1-1 0 0,-1 0 1 0 0,1 0-1 0 0,0 0 1 0 0,0 0-1 0 0,-1 0 1 0 0,1 1-1 0 0,0-1 1 0 0,-1 0 0 0 0,1 0-1 0 0,0 0 1 0 0,0 1-1 0 0,-1-1 1 0 0,1 0-1 0 0,-1 0 1 0 0,1 1-1 0 0,0-1 1 0 0,-1 1-1 0 0,1-1 1 0 0,-1 1-1 0 0,2 0 1 0 0,25 26 1658 0 0,-14-13-840 0 0,-3-6-517 0 0,0-1 0 0 0,1 0 0 0 0,-1-1 0 0 0,16 6 0 0 0,-22-10-358 0 0,-1 0-1 0 0,1-1 0 0 0,0 0 1 0 0,-1 0-1 0 0,1 0 0 0 0,0 0 0 0 0,0 0 1 0 0,0-1-1 0 0,-1 0 0 0 0,1 0 1 0 0,0 0-1 0 0,0 0 0 0 0,0 0 0 0 0,0-1 1 0 0,-1 0-1 0 0,1 0 0 0 0,0 0 1 0 0,3-2-1 0 0,-5 2-43 0 0,0-1 1 0 0,0 0 0 0 0,-1 1-1 0 0,1-1 1 0 0,0 0-1 0 0,-1 0 1 0 0,0 0-1 0 0,1-1 1 0 0,-1 1 0 0 0,0 0-1 0 0,0 0 1 0 0,0-1-1 0 0,-1 1 1 0 0,1 0-1 0 0,0-1 1 0 0,-1 1 0 0 0,0-1-1 0 0,1 1 1 0 0,-1-1-1 0 0,0 1 1 0 0,0-1-1 0 0,0 1 1 0 0,-1-1 0 0 0,0-2-1 0 0,-1-10-982 0 0,-1 0 0 0 0,-7-22 0 0 0,10 35 628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3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 10594 0 0,'8'-12'8750'0'0,"-19"61"-7595"0"0,5-25-778 0 0,-6 46 0 0 0,12-60-363 0 0,0-1 0 0 0,0 1 0 0 0,1 0 1 0 0,0-1-1 0 0,0 1 0 0 0,1-1 0 0 0,0 1 0 0 0,6 12 1 0 0,-5-14-46 0 0,1-1 1 0 0,-1 1 0 0 0,2-1 0 0 0,-1 0 0 0 0,1-1 0 0 0,0 1 0 0 0,0-1-1 0 0,1 0 1 0 0,0 0 0 0 0,0-1 0 0 0,0 1 0 0 0,1-1 0 0 0,11 7-1 0 0,-14-10 3 0 0,-1-1-1 0 0,1 1 0 0 0,-1-1 0 0 0,1 0 0 0 0,0 0 0 0 0,0 0 0 0 0,-1 0 0 0 0,1 0 0 0 0,0-1 0 0 0,0 0 1 0 0,0 0-1 0 0,0 0 0 0 0,0 0 0 0 0,-1-1 0 0 0,1 1 0 0 0,0-1 0 0 0,0 0 0 0 0,-1 0 0 0 0,1 0 0 0 0,0-1 1 0 0,-1 1-1 0 0,1-1 0 0 0,-1 0 0 0 0,0 0 0 0 0,1 0 0 0 0,-1-1 0 0 0,0 1 0 0 0,-1-1 0 0 0,1 1 0 0 0,0-1 1 0 0,3-4-1 0 0,-1-1 31 0 0,0 1 1 0 0,-1-1 0 0 0,0 0-1 0 0,0-1 1 0 0,-1 1 0 0 0,0 0-1 0 0,0-1 1 0 0,-1 0-1 0 0,0 0 1 0 0,0 1 0 0 0,-1-1-1 0 0,0 0 1 0 0,-1 0 0 0 0,0 0-1 0 0,0 0 1 0 0,-4-18 0 0 0,2 15-42 0 0,0 0-1 0 0,-1-1 1 0 0,0 2 0 0 0,-1-1 0 0 0,0 0 0 0 0,-1 1 0 0 0,-1 0-1 0 0,0 0 1 0 0,0 0 0 0 0,-1 1 0 0 0,0 0 0 0 0,-8-9 0 0 0,11 16-130 0 0,1 0 1 0 0,0 0 0 0 0,-1 1-1 0 0,1-1 1 0 0,-1 1 0 0 0,0 0-1 0 0,1 0 1 0 0,-1 1 0 0 0,-5-2-1 0 0,-5-1-897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9 5065 0 0,'7'-9'5215'0'0,"-6"19"-1317"0"0,-5 20-1611 0 0,-1-12-1762 0 0,1 0 1 0 0,1 0-1 0 0,1 0 0 0 0,-1 33 1 0 0,3-46-522 0 0,1 1 0 0 0,0-1 0 0 0,-1 1 1 0 0,2-1-1 0 0,-1 0 0 0 0,1 0 0 0 0,0 1 1 0 0,0-1-1 0 0,3 6 0 0 0,-3-9 1 0 0,0 1 0 0 0,0-1 0 0 0,0 1 0 0 0,0-1 0 0 0,0 0 0 0 0,0 1 0 0 0,1-1-1 0 0,-1 0 1 0 0,1-1 0 0 0,0 1 0 0 0,-1 0 0 0 0,1-1 0 0 0,0 0 0 0 0,0 1 0 0 0,0-1 0 0 0,0 0 0 0 0,4 0 0 0 0,-4 0-44 0 0,0-1 0 0 0,0 0-1 0 0,1 0 1 0 0,-1 0 0 0 0,0-1 0 0 0,0 1 0 0 0,1-1 0 0 0,-1 0 0 0 0,0 0-1 0 0,0 0 1 0 0,0 0 0 0 0,0 0 0 0 0,0-1 0 0 0,0 1 0 0 0,0-1 0 0 0,-1 0 0 0 0,1 0-1 0 0,0 0 1 0 0,-1 0 0 0 0,0 0 0 0 0,1-1 0 0 0,2-3 0 0 0,7-9-192 0 0,-2 1-1 0 0,18-31 1 0 0,-17 26 135 0 0,1 0 83 0 0,-3 2 70 0 0,1 1 0 0 0,1 1 0 0 0,0-1 0 0 0,19-18 0 0 0,-29 33-33 0 0,-1 1 1 0 0,1-1-1 0 0,-1 1 0 0 0,1-1 0 0 0,-1 1 1 0 0,1-1-1 0 0,-1 1 0 0 0,1-1 0 0 0,0 1 1 0 0,-1 0-1 0 0,1-1 0 0 0,0 1 1 0 0,-1 0-1 0 0,1 0 0 0 0,0-1 0 0 0,0 1 1 0 0,-1 0-1 0 0,1 0 0 0 0,0 0 0 0 0,1 0 1 0 0,-2 0 0 0 0,1 0 0 0 0,-1 1 0 0 0,1-1 0 0 0,-1 1 1 0 0,0-1-1 0 0,1 0 0 0 0,-1 1 0 0 0,0-1 1 0 0,0 1-1 0 0,1-1 0 0 0,-1 0 0 0 0,0 1 1 0 0,0-1-1 0 0,1 1 0 0 0,-1-1 0 0 0,0 1 0 0 0,0-1 1 0 0,0 1-1 0 0,0-1 0 0 0,0 1 0 0 0,0-1 1 0 0,0 2-1 0 0,-4 39 1049 0 0,3-28-749 0 0,0-8-333 0 0,1 0 0 0 0,0 0-1 0 0,0 0 1 0 0,1 0 0 0 0,0 0 0 0 0,-1-1 0 0 0,2 1 0 0 0,-1 0 0 0 0,0 0 0 0 0,1-1 0 0 0,0 1 0 0 0,0-1 0 0 0,0 1 0 0 0,1-1 0 0 0,0 0-1 0 0,3 4 1 0 0,-3-4-288 0 0,1-1 0 0 0,0 0-1 0 0,0 0 1 0 0,1 0-1 0 0,-1 0 1 0 0,1 0 0 0 0,-1-1-1 0 0,1 0 1 0 0,0 0-1 0 0,-1 0 1 0 0,1-1 0 0 0,0 0-1 0 0,0 0 1 0 0,1 0-1 0 0,5 0 1 0 0,12 0-1982 0 0,0-1-2736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10138 0 0,'-5'4'4183'0'0,"5"-3"-4101"0"0,1 17 2510 0 0,8 28 77 0 0,-8-41-2242 0 0,48 247 2657 0 0,14 55-6089 0 0,-54-273-4314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75 11979 0 0,'-4'-4'528'0'0,"3"1"112"0"0,-1 0-512 0 0,1 0-128 0 0,1 2 0 0 0,1-2 656 0 0,4 0 104 0 0,0 1 16 0 0,6-5 8 0 0,5-2-375 0 0,2 2-81 0 0,1 0-8 0 0,4 0-8 0 0,0 2-1536 0 0,4 1-313 0 0,2 1-55 0 0,3 0-9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32 9218 0 0,'0'0'30'0'0,"-11"-19"1925"0"0,11 19-1764 0 0,0-1-1 0 0,0 1 1 0 0,-1-1 0 0 0,1 1 0 0 0,0-1 0 0 0,0 1-1 0 0,0-1 1 0 0,0 1 0 0 0,0-1 0 0 0,0 1 0 0 0,0-1-1 0 0,0 1 1 0 0,0-1 0 0 0,0 1 0 0 0,0-1 0 0 0,0 1-1 0 0,1-1 1 0 0,-1 1 0 0 0,0-1 0 0 0,0 1 0 0 0,1-1 381 0 0,0 0-381 0 0,4 10 3507 0 0,0 15-2910 0 0,5 42-370 0 0,4 0 1 0 0,2-2-1 0 0,30 75 1 0 0,-33-87-3820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5065 0 0,'2'-5'280'0'0,"1"0"0"0"0,0 1 0 0 0,0-1 0 0 0,0 1-1 0 0,0 0 1 0 0,1 0 0 0 0,0 0 0 0 0,0 1 0 0 0,0-1 0 0 0,0 1-1 0 0,0 0 1 0 0,1 0 0 0 0,-1 0 0 0 0,1 0 0 0 0,0 1 0 0 0,0 0 0 0 0,0 0-1 0 0,9-2 1 0 0,-3 1 566 0 0,1 0-1 0 0,-1 0 1 0 0,1 2-1 0 0,-1-1 1 0 0,1 1-1 0 0,-1 1 1 0 0,23 2-1 0 0,-32-2-752 0 0,0 0 0 0 0,0 0 0 0 0,0 0-1 0 0,-1 1 1 0 0,1-1 0 0 0,0 1 0 0 0,0-1-1 0 0,0 1 1 0 0,0 0 0 0 0,-1 0-1 0 0,1 0 1 0 0,0 0 0 0 0,-1 0 0 0 0,1 0-1 0 0,-1 0 1 0 0,1 0 0 0 0,-1 1 0 0 0,1-1-1 0 0,-1 0 1 0 0,0 1 0 0 0,0 0 0 0 0,0-1-1 0 0,2 4 1 0 0,-2-3-59 0 0,-1 1 0 0 0,0-1 0 0 0,0 1 0 0 0,0-1 0 0 0,0 1 0 0 0,0-1 0 0 0,0 1 1 0 0,-1-1-1 0 0,1 1 0 0 0,-1-1 0 0 0,0 1 0 0 0,1-1 0 0 0,-1 0 0 0 0,0 1 0 0 0,-3 3 0 0 0,-4 7-79 0 0,-1 0 0 0 0,0-1 0 0 0,-1 0 0 0 0,-18 18 0 0 0,7-11-580 0 0,-1-2 0 0 0,0 0 0 0 0,-1-1 0 0 0,-40 21 1 0 0,48-29-5390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4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5529 0 0,'3'0'334'0'0,"0"0"-1"0"0,0 1 0 0 0,0-1 1 0 0,0 1-1 0 0,0 0 1 0 0,-1 0-1 0 0,1 0 0 0 0,0 0 1 0 0,0 0-1 0 0,-1 0 1 0 0,1 1-1 0 0,-1 0 1 0 0,1-1-1 0 0,-1 1 0 0 0,0 0 1 0 0,0 0-1 0 0,1 0 1 0 0,-1 0-1 0 0,-1 1 0 0 0,1-1 1 0 0,0 0-1 0 0,2 6 1 0 0,3 5 656 0 0,-1 1 1 0 0,0 0 0 0 0,6 22 0 0 0,6 13-508 0 0,-16-43-395 0 0,1 0 1 0 0,1-1-1 0 0,-1 1 1 0 0,1-1 0 0 0,0 0-1 0 0,0 0 1 0 0,0 0-1 0 0,7 5 1 0 0,-10-10-58 0 0,1 1 1 0 0,-1 0-1 0 0,0 0 1 0 0,0-1-1 0 0,1 1 1 0 0,-1 0-1 0 0,1-1 1 0 0,-1 1-1 0 0,1-1 0 0 0,-1 0 1 0 0,1 0-1 0 0,-1 1 1 0 0,1-1-1 0 0,-1 0 1 0 0,1 0-1 0 0,-1 0 1 0 0,1-1-1 0 0,-1 1 1 0 0,1 0-1 0 0,-1 0 1 0 0,1-1-1 0 0,-1 1 1 0 0,0-1-1 0 0,1 1 0 0 0,-1-1 1 0 0,1 0-1 0 0,-1 0 1 0 0,0 1-1 0 0,0-1 1 0 0,1 0-1 0 0,-1 0 1 0 0,0 0-1 0 0,0 0 1 0 0,0-1-1 0 0,0 1 1 0 0,0 0-1 0 0,-1 0 0 0 0,1-1 1 0 0,0 1-1 0 0,1-2 1 0 0,4-9 29 0 0,0 1 0 0 0,-1-1 1 0 0,0 0-1 0 0,-1 0 0 0 0,-1 0 1 0 0,1 0-1 0 0,2-26 0 0 0,-4 23-63 0 0,0 0-1 0 0,2 1 1 0 0,-1 0 0 0 0,2 0-1 0 0,8-20 1 0 0,-12 34 28 0 0,-1-1-1 0 0,0 0 1 0 0,0 1-1 0 0,0-1 1 0 0,0 0-1 0 0,1 1 1 0 0,-1-1 0 0 0,0 0-1 0 0,1 1 1 0 0,-1-1-1 0 0,0 1 1 0 0,1-1-1 0 0,-1 1 1 0 0,1-1-1 0 0,-1 1 1 0 0,1-1 0 0 0,-1 1-1 0 0,1-1 1 0 0,-1 1-1 0 0,1 0 1 0 0,-1-1-1 0 0,1 1 1 0 0,0 0 0 0 0,-1-1-1 0 0,1 1 1 0 0,0 0-1 0 0,-1 0 1 0 0,1 0-1 0 0,0-1 1 0 0,-1 1 0 0 0,1 0-1 0 0,0 0 1 0 0,-1 0-1 0 0,1 0 1 0 0,0 0-1 0 0,-1 0 1 0 0,1 1 0 0 0,0-1-1 0 0,0 0 1 0 0,-1 0-1 0 0,1 0 1 0 0,-1 1-1 0 0,1-1 1 0 0,0 0 0 0 0,-1 0-1 0 0,1 1 1 0 0,-1-1-1 0 0,1 1 1 0 0,0-1-1 0 0,-1 1 1 0 0,1-1-1 0 0,-1 1 1 0 0,0-1 0 0 0,1 1-1 0 0,-1-1 1 0 0,1 1-1 0 0,-1-1 1 0 0,0 1-1 0 0,1 0 1 0 0,-1-1 0 0 0,0 1-1 0 0,0 0 1 0 0,1 0-1 0 0,18 50 758 0 0,-17-44-804 0 0,1 1-11 0 0,0-1 1 0 0,0 1-1 0 0,1-1 0 0 0,0 0 1 0 0,0 0-1 0 0,1 0 1 0 0,0-1-1 0 0,0 0 0 0 0,9 9 1 0 0,-8-10-1067 0 0,0 0 1 0 0,0-1-1 0 0,0 0 1 0 0,0 0-1 0 0,1 0 0 0 0,8 3 1 0 0,5 0-5203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0 160 5985 0 0,'7'-54'401'0'0,"6"-25"8577"0"0,-10 64-6738 0 0,-3 15-2145 0 0,0-1 0 0 0,-1 1 0 0 0,1-1 0 0 0,0 1 0 0 0,1-1 0 0 0,-1 1 0 0 0,0-1 0 0 0,0 1 0 0 0,0-1 0 0 0,0 1 0 0 0,0-1 0 0 0,0 1 0 0 0,1-1 0 0 0,-1 1 0 0 0,0-1 0 0 0,0 1 0 0 0,1-1 0 0 0,-1 1 0 0 0,0 0 0 0 0,1-1 0 0 0,-1 1 0 0 0,0 0 0 0 0,1-1 0 0 0,-1 1 0 0 0,1-1 0 0 0,6 11 1100 0 0,2 22-541 0 0,-9-32-652 0 0,13 61 416 0 0,31 125 83 0 0,-34-152-500 0 0,3 0 0 0 0,0 0 0 0 0,24 41 0 0 0,3-9-2071 0 0,-27-44-2451 0 0,4 5-2470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1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5 149 9674 0 0,'-1'0'55'0'0,"1"-1"0"0"0,0 0 0 0 0,-1 1 0 0 0,1-1 0 0 0,-1 0 0 0 0,1 1 0 0 0,0-1 0 0 0,-1 0 0 0 0,1 1 0 0 0,0-1 0 0 0,0 0 1 0 0,-1 0-1 0 0,1 1 0 0 0,0-1 0 0 0,0 0 0 0 0,0 0 0 0 0,0 1 0 0 0,0-1 0 0 0,0 0 0 0 0,0 0 0 0 0,0 0 0 0 0,0 1 0 0 0,1-1 0 0 0,-1 0 0 0 0,0 0 0 0 0,0 1 0 0 0,1-1 0 0 0,0-1 0 0 0,0 0 131 0 0,1 0-1 0 0,0 0 1 0 0,-1 1-1 0 0,1-1 1 0 0,0 0-1 0 0,0 1 1 0 0,0-1-1 0 0,1 1 1 0 0,2-2-1 0 0,10-4 727 0 0,0 0-1 0 0,21-5 1 0 0,-22 8-754 0 0,192-58 324 0 0,-182 56-471 0 0,0 2 1 0 0,0 1-1 0 0,0 1 0 0 0,0 1 1 0 0,0 0-1 0 0,45 7 1 0 0,-43 0-12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31 7714 0 0,'0'0'28'0'0,"0"-1"1"0"0,0 1 0 0 0,-1 0 0 0 0,1 0 0 0 0,0-1 0 0 0,0 1 0 0 0,0 0-1 0 0,0-1 1 0 0,0 1 0 0 0,0 0 0 0 0,0-1 0 0 0,0 1 0 0 0,0 0-1 0 0,0 0 1 0 0,0-1 0 0 0,0 1 0 0 0,0 0 0 0 0,0-1 0 0 0,0 1-1 0 0,0 0 1 0 0,0-1 0 0 0,0 1 0 0 0,0 0 0 0 0,0 0 0 0 0,0-1-1 0 0,1 1 1 0 0,-1 0 0 0 0,0 0 0 0 0,0-1 0 0 0,0 1 0 0 0,1 0-1 0 0,-1 0 1 0 0,0-1 0 0 0,0 1 0 0 0,0 0 0 0 0,1 0 0 0 0,-1 0 0 0 0,0 0-1 0 0,0-1 1 0 0,19-17 8154 0 0,-24 17-8073 0 0,0 1 0 0 0,1-1 0 0 0,-1 1 0 0 0,0 1 0 0 0,0-1 0 0 0,1 1 0 0 0,-1 0 0 0 0,0 0 0 0 0,1 0 0 0 0,-1 0 0 0 0,1 1 0 0 0,-1 0 0 0 0,1 0 0 0 0,0 0 0 0 0,-1 0 0 0 0,1 1 0 0 0,0 0 0 0 0,1 0 0 0 0,-1 0 0 0 0,1 0 0 0 0,-1 1 0 0 0,1-1 0 0 0,-6 8 0 0 0,-36 54 657 0 0,41-58-762 0 0,0-1 0 0 0,1 1 0 0 0,-1 0 0 0 0,2 1 1 0 0,-1-1-1 0 0,1 0 0 0 0,0 1 0 0 0,-1 9 0 0 0,3-15-43 0 0,0-1 1 0 0,1 1-1 0 0,-1-1 1 0 0,0 1-1 0 0,0-1 0 0 0,1 0 1 0 0,-1 1-1 0 0,1-1 1 0 0,-1 0-1 0 0,1 1 1 0 0,0-1-1 0 0,-1 0 0 0 0,1 1 1 0 0,0-1-1 0 0,0 0 1 0 0,0 0-1 0 0,0 0 0 0 0,0 0 1 0 0,0 0-1 0 0,0 0 1 0 0,0 0-1 0 0,0 0 0 0 0,1 0 1 0 0,-1-1-1 0 0,0 1 1 0 0,1 0-1 0 0,-1-1 0 0 0,0 1 1 0 0,1-1-1 0 0,-1 0 1 0 0,1 1-1 0 0,-1-1 0 0 0,3 0 1 0 0,7 2-252 0 0,1-1 0 0 0,0 0 0 0 0,15-1 0 0 0,-5 0 121 0 0,-4 1 32 0 0,39 4-84 0 0,-55-5 211 0 0,1 1 0 0 0,0 0 0 0 0,0-1 0 0 0,0 1 0 0 0,-1 0 0 0 0,1 0 0 0 0,0 1-1 0 0,-1-1 1 0 0,1 0 0 0 0,-1 1 0 0 0,1 0 0 0 0,-1-1 0 0 0,0 1 0 0 0,0 0 0 0 0,3 4 0 0 0,-4-5-1 0 0,-1 0 0 0 0,0 0-1 0 0,1 0 1 0 0,-1 0 0 0 0,0 0 0 0 0,0 1 0 0 0,0-1 0 0 0,0 0 0 0 0,0 0 0 0 0,0 0 0 0 0,0 0 0 0 0,-1 0 0 0 0,1 1 0 0 0,0-1-1 0 0,-1 0 1 0 0,1 0 0 0 0,0 0 0 0 0,-1 0 0 0 0,1 0 0 0 0,-1 0 0 0 0,0 0 0 0 0,1 0 0 0 0,-1 0 0 0 0,0 0 0 0 0,0-1 0 0 0,1 1 0 0 0,-1 0-1 0 0,0 0 1 0 0,0-1 0 0 0,0 1 0 0 0,-1 0 0 0 0,-37 26 295 0 0,32-22-203 0 0,-139 81 879 0 0,81-55-6466 0 0,52-26-41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3.9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 7834 0 0,'-4'5'306'0'0,"0"0"0"0"0,1 1 0 0 0,-1-1 0 0 0,1 1 1 0 0,0-1-1 0 0,1 1 0 0 0,0 0 0 0 0,-1 0 0 0 0,2 1 1 0 0,-1-1-1 0 0,0 7 0 0 0,-7 71 2189 0 0,9-71-2199 0 0,0-1 0 0 0,0 0 0 0 0,2 0 0 0 0,-1 0-1 0 0,2-1 1 0 0,4 17 0 0 0,-6-24-166 0 0,0 0 1 0 0,0-1-1 0 0,1 1 0 0 0,-1-1 1 0 0,1 1-1 0 0,0-1 0 0 0,0 0 1 0 0,0 0-1 0 0,0 0 0 0 0,1 0 1 0 0,-1 0-1 0 0,1 0 0 0 0,0-1 1 0 0,0 1-1 0 0,0-1 0 0 0,0 0 1 0 0,0 1-1 0 0,0-2 0 0 0,0 1 1 0 0,1 0-1 0 0,-1-1 0 0 0,1 1 1 0 0,0-1-1 0 0,4 1 0 0 0,-6-2-61 0 0,1 0 1 0 0,-1 0-1 0 0,0-1 0 0 0,0 1 1 0 0,1-1-1 0 0,-1 1 0 0 0,0-1 1 0 0,0 0-1 0 0,0 0 0 0 0,0 0 1 0 0,1 0-1 0 0,-1 0 0 0 0,-1 0 0 0 0,1-1 1 0 0,0 1-1 0 0,0-1 0 0 0,0 1 1 0 0,-1-1-1 0 0,1 0 0 0 0,-1 1 1 0 0,1-1-1 0 0,-1 0 0 0 0,0 0 1 0 0,0 0-1 0 0,0 0 0 0 0,0 0 0 0 0,0-1 1 0 0,0 1-1 0 0,0 0 0 0 0,0-3 1 0 0,2-6 110 0 0,0 1 1 0 0,0-1-1 0 0,-1 0 1 0 0,1-22-1 0 0,-3 19-140 0 0,-1-1-1 0 0,0 1 1 0 0,-1 0-1 0 0,-1-1 1 0 0,0 1-1 0 0,-6-16 1 0 0,7 23-217 0 0,0 1 1 0 0,-1-1-1 0 0,0 1 0 0 0,0 0 1 0 0,0 0-1 0 0,-1 1 0 0 0,0-1 1 0 0,0 1-1 0 0,0-1 0 0 0,-1 1 1 0 0,0 0-1 0 0,0 1 0 0 0,0-1 1 0 0,-1 1-1 0 0,-6-4 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44 7834 0 0,'-18'-29'4696'0'0,"17"28"-4414"0"0,0 0 0 0 0,1 0 0 0 0,-1 0 0 0 0,0 0 0 0 0,0 0 0 0 0,0 0 0 0 0,0 0 1 0 0,0 0-1 0 0,0 1 0 0 0,0-1 0 0 0,0 0 0 0 0,0 1 0 0 0,0-1 0 0 0,-1 1 0 0 0,1-1 0 0 0,0 1 0 0 0,0-1 1 0 0,-1 1-1 0 0,1 0 0 0 0,0 0 0 0 0,-1-1 0 0 0,1 1 0 0 0,-2 0 0 0 0,2 1-180 0 0,1-1 0 0 0,-1 1 1 0 0,0 0-1 0 0,0-1 0 0 0,1 1 0 0 0,-1 0 0 0 0,0-1 0 0 0,1 1 0 0 0,-1 0 1 0 0,0 0-1 0 0,1 0 0 0 0,0 0 0 0 0,-1 0 0 0 0,1 0 0 0 0,-1-1 0 0 0,1 1 0 0 0,0 0 1 0 0,-1 0-1 0 0,1 0 0 0 0,0 0 0 0 0,0 0 0 0 0,0 0 0 0 0,0 2 0 0 0,-1 30 518 0 0,1-23-508 0 0,0-3-102 0 0,9 518 350 0 0,-5-497-945 0 0,14 53 0 0 0,-4-36-5301 0 0,-4-16-909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25 154 7834 0 0,'-3'-5'445'0'0,"0"0"1"0"0,0 0-1 0 0,0-1 1 0 0,1 1 0 0 0,-1-1-1 0 0,1 0 1 0 0,1 1-1 0 0,-1-1 1 0 0,0-7-1 0 0,2 11-233 0 0,0-1-1 0 0,0 0 1 0 0,1 0-1 0 0,-1 0 0 0 0,1 0 1 0 0,-1 1-1 0 0,1-1 0 0 0,0 0 1 0 0,0 0-1 0 0,0 1 1 0 0,0-1-1 0 0,1 1 0 0 0,-1-1 1 0 0,1 1-1 0 0,0 0 0 0 0,-1-1 1 0 0,1 1-1 0 0,0 0 1 0 0,0 0-1 0 0,0 0 0 0 0,4-2 1 0 0,-2 0-290 0 0,1 1 1 0 0,0-1 0 0 0,0 1 0 0 0,0 0 0 0 0,1 0-1 0 0,-1 0 1 0 0,1 1 0 0 0,0 0 0 0 0,0 0-1 0 0,-1 1 1 0 0,1-1 0 0 0,0 1 0 0 0,0 1 0 0 0,0-1-1 0 0,0 1 1 0 0,1 0 0 0 0,-1 0 0 0 0,0 1-1 0 0,0-1 1 0 0,6 3 0 0 0,-3 0-52 0 0,-1 0 0 0 0,0 0 0 0 0,1 1 0 0 0,-1 1 0 0 0,-1-1 0 0 0,1 1 0 0 0,-1 0 0 0 0,0 1 0 0 0,0 0 0 0 0,0 0 0 0 0,-1 0 1 0 0,11 15-1 0 0,3 8 194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15 151 10594 0 0,'-9'6'944'0'0,"5"-5"-751"0"0,3 1-193 0 0,2-4 0 0 0,2 1 424 0 0,0-2 56 0 0,1-1 0 0 0,4-2 8 0 0,3-3-376 0 0,8-5-112 0 0,4-5 0 0 0,4 1 64 0 0,1-1-64 0 0,1 2 64 0 0,4 2-64 0 0,-2-2 72 0 0,0 2-72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223 24 12443 0 0,'-1'-2'176'0'0,"0"1"1"0"0,0-1 0 0 0,0 1 0 0 0,0-1 0 0 0,-1 1-1 0 0,1-1 1 0 0,0 1 0 0 0,-1 0 0 0 0,0-1-1 0 0,1 1 1 0 0,-1 0 0 0 0,0 0 0 0 0,1 0 0 0 0,-1 1-1 0 0,0-1 1 0 0,0 0 0 0 0,0 1 0 0 0,0-1-1 0 0,-3 0 1 0 0,1 1 109 0 0,0 0 0 0 0,0 0 0 0 0,0 0 0 0 0,0 1 0 0 0,0 0 0 0 0,0-1 0 0 0,0 1 0 0 0,0 1 0 0 0,-5 1 0 0 0,-1 2 110 0 0,1-1 0 0 0,0 2 0 0 0,1-1 0 0 0,-1 1 0 0 0,1 0 0 0 0,0 1 0 0 0,-8 8 0 0 0,9-6-366 0 0,0 1 1 0 0,0-1-1 0 0,1 1 1 0 0,0 0-1 0 0,0 0 1 0 0,1 1-1 0 0,1 0 0 0 0,0-1 1 0 0,0 2-1 0 0,1-1 1 0 0,-2 16-1 0 0,4-20-261 0 0,0 0-1 0 0,1-1 1 0 0,0 1-1 0 0,0 0 1 0 0,0 0-1 0 0,1 0 0 0 0,0 0 1 0 0,0 0-1 0 0,1-1 1 0 0,0 1-1 0 0,0-1 1 0 0,1 1-1 0 0,0-1 1 0 0,0 0-1 0 0,0 0 1 0 0,1 0-1 0 0,-1 0 1 0 0,1 0-1 0 0,1-1 1 0 0,7 8-1 0 0,5 1-1650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5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95 6913 0 0,'2'-4'96'0'0,"17"-38"790"0"0,-18 40-732 0 0,0 0-1 0 0,-1 0 1 0 0,1 0 0 0 0,-1 0 0 0 0,1 0 0 0 0,-1 0 0 0 0,0 0 0 0 0,0-1 0 0 0,0 1-1 0 0,0 0 1 0 0,0 0 0 0 0,-1 0 0 0 0,1 0 0 0 0,-1 0 0 0 0,1 0 0 0 0,-1 0 0 0 0,0 0-1 0 0,-1-4 1 0 0,1 6-55 0 0,0-1 0 0 0,0 0 1 0 0,0 1-1 0 0,0-1 0 0 0,1 1 0 0 0,-1-1 0 0 0,0 1 0 0 0,0-1 0 0 0,0 1 0 0 0,0 0 0 0 0,0 0 0 0 0,0-1 0 0 0,0 1 0 0 0,0 0 1 0 0,0 0-1 0 0,0 0 0 0 0,0 0 0 0 0,0 0 0 0 0,0 0 0 0 0,0 0 0 0 0,0 1 0 0 0,0-1 0 0 0,0 0 0 0 0,0 1 0 0 0,0-1 0 0 0,0 0 1 0 0,0 1-1 0 0,0-1 0 0 0,0 1 0 0 0,0-1 0 0 0,0 1 0 0 0,1 0 0 0 0,-1-1 0 0 0,0 1 0 0 0,0 0 0 0 0,1 0 0 0 0,-2 0 1 0 0,-29 31 274 0 0,30-30-329 0 0,-11 11 72 0 0,2 2 0 0 0,0 0 1 0 0,0 0-1 0 0,-13 31 0 0 0,20-40-130 0 0,0 1 1 0 0,1-1 0 0 0,0 0 0 0 0,0 1 0 0 0,0 0-1 0 0,1-1 1 0 0,0 1 0 0 0,1 0 0 0 0,-1 0-1 0 0,1 0 1 0 0,1-1 0 0 0,-1 1 0 0 0,1 0-1 0 0,0 0 1 0 0,1-1 0 0 0,1 8 0 0 0,-2-13-37 0 0,-1 0 1 0 0,1 1 0 0 0,-1-1 0 0 0,1 1-1 0 0,0-1 1 0 0,0 0 0 0 0,-1 0 0 0 0,1 1-1 0 0,0-1 1 0 0,0 0 0 0 0,0 0 0 0 0,0 0-1 0 0,0 0 1 0 0,1 0 0 0 0,-1 0 0 0 0,0 0-1 0 0,0 0 1 0 0,1-1 0 0 0,-1 1 0 0 0,0 0-1 0 0,1-1 1 0 0,-1 1 0 0 0,1-1 0 0 0,-1 1-1 0 0,3-1 1 0 0,-2 0-22 0 0,1 0 0 0 0,-1-1 0 0 0,0 1 0 0 0,1-1 0 0 0,-1 0 0 0 0,0 0 0 0 0,1 0 0 0 0,-1 0 1 0 0,0 0-1 0 0,0 0 0 0 0,0-1 0 0 0,0 1 0 0 0,4-4 0 0 0,4-4 73 0 0,-1-1 0 0 0,0-1 0 0 0,0 0 1 0 0,9-15-1 0 0,5-15 671 0 0,-18 30-202 0 0,1 0 0 0 0,0 0-1 0 0,1 0 1 0 0,1 1 0 0 0,12-15 0 0 0,-19 24-403 0 0,0 0 1 0 0,0 0 0 0 0,-1 0-1 0 0,1 1 1 0 0,0-1 0 0 0,0 0-1 0 0,0 0 1 0 0,0 1 0 0 0,0-1-1 0 0,0 0 1 0 0,0 1 0 0 0,0-1-1 0 0,0 1 1 0 0,0 0 0 0 0,1-1-1 0 0,-1 1 1 0 0,0 0 0 0 0,0 0-1 0 0,0-1 1 0 0,0 1 0 0 0,1 0-1 0 0,-1 0 1 0 0,0 0-1 0 0,0 1 1 0 0,0-1 0 0 0,0 0-1 0 0,1 0 1 0 0,-1 1 0 0 0,0-1-1 0 0,0 0 1 0 0,0 1 0 0 0,0-1-1 0 0,0 1 1 0 0,0-1 0 0 0,0 1-1 0 0,0 0 1 0 0,0 0 0 0 0,0-1-1 0 0,0 1 1 0 0,0 0 0 0 0,0 0-1 0 0,0 1 1 0 0,4 5 49 0 0,0 1-1 0 0,-1 0 1 0 0,-1-1 0 0 0,1 1-1 0 0,2 10 1 0 0,6 11-211 0 0,-11-27-17 0 0,0 1 0 0 0,1-1 0 0 0,-1 0 0 0 0,1 1 0 0 0,0-1 0 0 0,0 0 0 0 0,-1 0 0 0 0,1 0 0 0 0,0 0 0 0 0,1 0 0 0 0,-1 0 0 0 0,0 0 0 0 0,1-1 0 0 0,-1 1 0 0 0,1-1 0 0 0,-1 0 0 0 0,6 2 0 0 0,-6-3 35 0 0,1 0 0 0 0,-1 0 0 0 0,0 0-1 0 0,1-1 1 0 0,-1 1 0 0 0,1-1-1 0 0,-1 1 1 0 0,0-1 0 0 0,0 0 0 0 0,1 0-1 0 0,-1 0 1 0 0,0 0 0 0 0,0 0 0 0 0,0-1-1 0 0,0 1 1 0 0,0-1 0 0 0,0 1 0 0 0,0-1-1 0 0,-1 0 1 0 0,1 1 0 0 0,1-4 0 0 0,28-37-17 0 0,-28 37 163 0 0,0-1 1 0 0,1 1-1 0 0,-1 0 1 0 0,1 0 0 0 0,0 0-1 0 0,0 1 1 0 0,1 0 0 0 0,-1-1-1 0 0,1 1 1 0 0,0 1-1 0 0,0-1 1 0 0,0 1 0 0 0,1 0-1 0 0,-1 0 1 0 0,8-3-1 0 0,-10 5 17 0 0,0 0 0 0 0,-1 1 0 0 0,1-1 0 0 0,0 0 0 0 0,0 1 0 0 0,0-1-1 0 0,0 1 1 0 0,1 0 0 0 0,-1 0 0 0 0,0 1 0 0 0,0-1 0 0 0,0 0-1 0 0,0 1 1 0 0,0 0 0 0 0,-1-1 0 0 0,1 1 0 0 0,0 1 0 0 0,0-1 0 0 0,0 0-1 0 0,-1 1 1 0 0,1-1 0 0 0,3 4 0 0 0,1 1 145 0 0,-1 1 0 0 0,0 1 1 0 0,0-1-1 0 0,0 1 0 0 0,8 16 0 0 0,47 66-3245 0 0,-60-91 2938 0 0,1 0 1 0 0,-1 0-1 0 0,1-1 0 0 0,-1 1 1 0 0,0 0-1 0 0,1 0 1 0 0,-1-1-1 0 0,0 1 0 0 0,0-1 1 0 0,0 1-1 0 0,0-1 0 0 0,1-2 1 0 0,1-1 61 0 0,15-21 207 0 0,-4 4 107 0 0,1 2 0 0 0,0-1 0 0 0,2 2 0 0 0,35-34 0 0 0,-48 50-180 0 0,0-1 1 0 0,1 1-1 0 0,-1 0 1 0 0,1 1-1 0 0,-1-1 1 0 0,1 1-1 0 0,0 0 1 0 0,0 0-1 0 0,0 0 1 0 0,0 1-1 0 0,0-1 1 0 0,0 1-1 0 0,0 1 0 0 0,0-1 1 0 0,1 1-1 0 0,-1 0 1 0 0,0 0-1 0 0,0 0 1 0 0,1 1-1 0 0,-1-1 1 0 0,0 1-1 0 0,0 1 1 0 0,0-1-1 0 0,0 1 1 0 0,0 0-1 0 0,0 0 1 0 0,0 0-1 0 0,-1 1 1 0 0,1 0-1 0 0,3 3 1 0 0,-2-2-109 0 0,-1 0 1 0 0,0 1 0 0 0,0 0 0 0 0,7 10 0 0 0,4 3-6540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26 9218 0 0,'-1'-2'281'0'0,"-1"0"0"0"0,1 0 1 0 0,-1 0-1 0 0,1 1 0 0 0,-1-1 0 0 0,0 1 0 0 0,1-1 1 0 0,-1 1-1 0 0,0-1 0 0 0,0 1 0 0 0,0 0 1 0 0,0 0-1 0 0,0 0 0 0 0,0 0 0 0 0,0 0 0 0 0,-1 1 1 0 0,1-1-1 0 0,0 1 0 0 0,0-1 0 0 0,-1 1 0 0 0,1 0 1 0 0,0 0-1 0 0,-1 0 0 0 0,-3 0 0 0 0,2 0 34 0 0,-1 1 0 0 0,1 0 0 0 0,0-1-1 0 0,-1 1 1 0 0,1 1 0 0 0,0-1 0 0 0,0 0-1 0 0,0 1 1 0 0,0 0 0 0 0,0 0 0 0 0,0 0 0 0 0,-5 5-1 0 0,-1 3-132 0 0,1 0-1 0 0,0 1 1 0 0,0 0-1 0 0,1 1 0 0 0,1 0 1 0 0,0 1-1 0 0,1-1 0 0 0,0 1 1 0 0,0 0-1 0 0,-5 24 1 0 0,-1 10-120 0 0,-10 85 1 0 0,18-91 115 0 0,1 0 1 0 0,1 0-1 0 0,3 0 1 0 0,8 62 0 0 0,-5-83-432 0 0,0 0 0 0 0,2 0-1 0 0,0 0 1 0 0,13 27 0 0 0,-12-35-716 0 0,-1 0 0 0 0,1 0-1 0 0,1-1 1 0 0,0 0 0 0 0,1 0-1 0 0,0-1 1 0 0,16 15 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6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1 130 6449 0 0,'1'-3'205'0'0,"1"0"0"0"0,0 0-1 0 0,0 0 1 0 0,0 0-1 0 0,1 1 1 0 0,-1-1 0 0 0,1 0-1 0 0,0 1 1 0 0,-1 0 0 0 0,1 0-1 0 0,6-4 1 0 0,40-19 3033 0 0,-33 17-2725 0 0,11-3 495 0 0,0 1 1 0 0,1 2-1 0 0,0 0 0 0 0,0 2 1 0 0,0 1-1 0 0,30-1 1 0 0,-20 1-1789 0 0,-23 3-5968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0,'1'1'266'0'0,"0"0"-1"0"0,0-1 0 0 0,1 1 1 0 0,-1 0-1 0 0,0 0 0 0 0,0 0 1 0 0,0 0-1 0 0,0 0 0 0 0,0 0 1 0 0,0 0-1 0 0,-1 0 0 0 0,1 0 1 0 0,0 0-1 0 0,0 0 1 0 0,-1 0-1 0 0,1 1 0 0 0,-1-1 1 0 0,1 0-1 0 0,-1 1 0 0 0,1-1 1 0 0,-1 3-1 0 0,9 31 1883 0 0,-9-34-2069 0 0,7 72 1730 0 0,-4-23-3916 0 0,7-3-4449 0 0,-8-44 6385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0,'0'-6'408'0'0,"0"4"80"0"0,1-1-392 0 0,0 0-96 0 0,2 2 0 0 0,-1 1 0 0 0,0 1 0 0 0,3 0-120 0 0,2 2 24 0 0,2 4 8 0 0,4 4 88 0 0,-2 3 0 0 0,-3 0 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7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2761 0 0,'2'0'82'0'0,"0"1"1"0"0,0-1 0 0 0,-1 0 0 0 0,1 1 0 0 0,0-1 0 0 0,-1 1 0 0 0,1 0 0 0 0,0 0 0 0 0,-1-1 0 0 0,1 1-1 0 0,-1 0 1 0 0,1 0 0 0 0,-1 1 0 0 0,1-1 0 0 0,-1 0 0 0 0,0 0 0 0 0,0 1 0 0 0,1-1 0 0 0,-1 0 0 0 0,0 1-1 0 0,0-1 1 0 0,-1 1 0 0 0,2 1 0 0 0,18 48 3282 0 0,-6-14-1950 0 0,-14-37-1413 0 0,0 1 1 0 0,0-1-1 0 0,1 1 1 0 0,-1 0-1 0 0,1-1 0 0 0,-1 1 1 0 0,1-1-1 0 0,-1 0 1 0 0,1 1-1 0 0,-1-1 0 0 0,1 1 1 0 0,-1-1-1 0 0,1 0 0 0 0,-1 1 1 0 0,1-1-1 0 0,0 0 1 0 0,-1 1-1 0 0,1-1 0 0 0,0 0 1 0 0,-1 0-1 0 0,1 0 1 0 0,-1 0-1 0 0,1 0 0 0 0,0 0 1 0 0,-1 1-1 0 0,1-2 0 0 0,0 1 1 0 0,0 0-1 0 0,-1 0 1 0 0,1 0-1 0 0,-1 0 0 0 0,1 0 1 0 0,0 0-1 0 0,-1-1 1 0 0,1 1-1 0 0,0 0 0 0 0,-1-1 1 0 0,1 1-1 0 0,-1 0 0 0 0,1-1 1 0 0,-1 1-1 0 0,1-1 1 0 0,-1 1-1 0 0,1-1 0 0 0,-1 1 1 0 0,1-1-1 0 0,0 0 1 0 0,24-32 203 0 0,-18 22-142 0 0,22-28 607 0 0,27-34-187 0 0,-51 67-251 0 0,1 0 1 0 0,-1 1 0 0 0,2-1-1 0 0,-1 1 1 0 0,0 0-1 0 0,1 1 1 0 0,0 0 0 0 0,11-6-1 0 0,-17 10-118 0 0,1-1 0 0 0,-1 0 0 0 0,0 1 0 0 0,1-1 0 0 0,-1 1 0 0 0,0 0 0 0 0,1-1 0 0 0,-1 1 0 0 0,0 0 0 0 0,1 0 0 0 0,-1 0 1 0 0,1 0-1 0 0,-1 0 0 0 0,1 0 0 0 0,-1 0 0 0 0,0 0 0 0 0,1 1 0 0 0,-1-1 0 0 0,0 1 0 0 0,1-1 0 0 0,-1 1 0 0 0,0-1 0 0 0,1 1 0 0 0,-1 0 0 0 0,0-1 0 0 0,0 1 0 0 0,0 0 0 0 0,0 0 0 0 0,0 0 0 0 0,2 1 0 0 0,-1 3 180 0 0,1 0-1 0 0,-1-1 1 0 0,1 1-1 0 0,-1 0 1 0 0,-1 0-1 0 0,3 10 1 0 0,8 19-2728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201 421 2328 0 0,'2'-2'245'0'0,"-1"1"-1"0"0,0-1 1 0 0,1 1-1 0 0,-1-1 1 0 0,1 1-1 0 0,-1-1 0 0 0,1 1 1 0 0,0 0-1 0 0,-1 0 1 0 0,10 0 3481 0 0,-13 13-1823 0 0,2-12-1790 0 0,0 1 1 0 0,0 0-1 0 0,0-1 0 0 0,0 1 1 0 0,0-1-1 0 0,0 1 0 0 0,0-1 0 0 0,0 1 1 0 0,0 0-1 0 0,0-1 0 0 0,0 1 0 0 0,0-1 1 0 0,0 1-1 0 0,0-1 0 0 0,1 1 0 0 0,-1-1 1 0 0,0 1-1 0 0,0-1 0 0 0,1 1 0 0 0,-1-1 1 0 0,0 1-1 0 0,1-1 0 0 0,-1 1 0 0 0,0-1 1 0 0,1 1-1 0 0,-1-1 0 0 0,1 0 1 0 0,-1 1-1 0 0,1-1 0 0 0,-1 0 0 0 0,1 1 1 0 0,-1-1-1 0 0,11 1 4473 0 0,-26-5-3502 0 0,12 3-1086 0 0,0 0 1 0 0,0 0 0 0 0,0-1-1 0 0,0 1 1 0 0,0-1 0 0 0,1 0-1 0 0,-1 0 1 0 0,0 0 0 0 0,1 0-1 0 0,0 0 1 0 0,-1 0 0 0 0,1-1-1 0 0,-3-3 1 0 0,3 3 49 0 0,-1 0 0 0 0,1 0 0 0 0,-1 0 0 0 0,0 1-1 0 0,1-1 1 0 0,-1 1 0 0 0,0 0 0 0 0,-1 0 0 0 0,1 0 0 0 0,0 0 0 0 0,-7-2 0 0 0,5 3-34 0 0,0 0 0 0 0,1 0 0 0 0,-1 1 0 0 0,0 0 1 0 0,0 0-1 0 0,0 0 0 0 0,0 0 0 0 0,0 1 0 0 0,0 0 0 0 0,1 0 1 0 0,-1 0-1 0 0,0 1 0 0 0,1 0 0 0 0,-1-1 0 0 0,1 2 0 0 0,-1-1 1 0 0,1 0-1 0 0,0 1 0 0 0,0 0 0 0 0,0 0 0 0 0,0 0 0 0 0,1 0 1 0 0,-1 1-1 0 0,1 0 0 0 0,0-1 0 0 0,0 1 0 0 0,0 0 0 0 0,0 0 1 0 0,1 1-1 0 0,0-1 0 0 0,0 1 0 0 0,-3 7 0 0 0,3-7-119 0 0,0 1 0 0 0,0 0 0 0 0,0 1 0 0 0,0-1 0 0 0,1 0 0 0 0,0 1 1 0 0,1-1-1 0 0,-1 0 0 0 0,1 1 0 0 0,1-1 0 0 0,-1 0 0 0 0,1 1 0 0 0,0-1 0 0 0,0 0 0 0 0,1 1 0 0 0,0-1 0 0 0,0 0 0 0 0,0 0 0 0 0,1-1 0 0 0,0 1 0 0 0,0 0 0 0 0,0-1 0 0 0,1 0 0 0 0,8 10 0 0 0,-11-14 66 0 0,1 1-1 0 0,-1-1 0 0 0,1 0 1 0 0,0 1-1 0 0,-1-1 1 0 0,1 0-1 0 0,0 0 1 0 0,0 0-1 0 0,0 0 0 0 0,0 0 1 0 0,0-1-1 0 0,0 1 1 0 0,0 0-1 0 0,0-1 0 0 0,1 0 1 0 0,-1 1-1 0 0,0-1 1 0 0,0 0-1 0 0,0 0 1 0 0,0 0-1 0 0,4-1 0 0 0,-2-1-16 0 0,-1 1-1 0 0,1 0 1 0 0,-1-1-1 0 0,0 0 1 0 0,1 0-1 0 0,-1 0 1 0 0,0 0-1 0 0,0-1 1 0 0,-1 1-1 0 0,1-1 1 0 0,4-4-1 0 0,1-4-113 0 0,0 0 1 0 0,0-1-1 0 0,-2 0 0 0 0,1 0 1 0 0,8-24-1 0 0,-9 15-135 0 0,0-1-1 0 0,-2 1 1 0 0,0-1-1 0 0,-2 0 1 0 0,0 0 0 0 0,-3-34-1 0 0,-20-135 2100 0 0,13 133 82 0 0,7 49-1435 0 0,-4-24 865 0 0,5 31-1181 0 0,0 1 0 0 0,0 0 0 0 0,-1-1 0 0 0,1 1 0 0 0,-1 0 0 0 0,1 0 0 0 0,-1-1 0 0 0,1 1 0 0 0,-1 0 0 0 0,0 0 0 0 0,1 0 0 0 0,-1 0 0 0 0,0 0 0 0 0,0-1 0 0 0,0 2 0 0 0,0-1 0 0 0,-2-2 0 0 0,3 3-81 0 0,-1 1 0 0 0,0-1 0 0 0,1 0 1 0 0,-1 0-1 0 0,0 1 0 0 0,1-1 0 0 0,-1 1 0 0 0,0-1 0 0 0,1 0 0 0 0,-1 1 0 0 0,1-1 0 0 0,-1 1 0 0 0,1-1 0 0 0,-1 1 1 0 0,1 0-1 0 0,0-1 0 0 0,-1 1 0 0 0,1-1 0 0 0,-1 1 0 0 0,1 0 0 0 0,0-1 0 0 0,0 1 0 0 0,-1 0 0 0 0,1-1 0 0 0,0 1 1 0 0,0 0-1 0 0,0-1 0 0 0,0 1 0 0 0,0 0 0 0 0,0 0 0 0 0,0-1 0 0 0,0 2 0 0 0,-3 27 183 0 0,4-5-137 0 0,0 0 1 0 0,2 0-1 0 0,0 0 1 0 0,2-1-1 0 0,0 1 1 0 0,2-1-1 0 0,12 28 1 0 0,80 153 113 0 0,-78-163-175 0 0,33 55-2196 0 0,-36-68-5617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69 6913 0 0,'-1'-21'2618'0'0,"0"15"-1573"0"0,1 0 0 0 0,0 0 0 0 0,0 0 1 0 0,0 0-1 0 0,2-11 0 0 0,4 31 2467 0 0,5 13-2838 0 0,-3 15-386 0 0,5 55 0 0 0,4 29 433 0 0,-14-111-670 0 0,1 0 1 0 0,1 0-1 0 0,0-1 1 0 0,1 1-1 0 0,0-1 0 0 0,9 13 1 0 0,-11-21-33 0 0,0 0 1 0 0,0 0-1 0 0,0-1 1 0 0,1 0-1 0 0,-1 0 1 0 0,1 0-1 0 0,1 0 1 0 0,-1-1-1 0 0,0 0 1 0 0,1 0-1 0 0,0-1 1 0 0,0 1-1 0 0,0-1 1 0 0,1 0-1 0 0,6 2 1 0 0,-7-4-3 0 0,-1 0 1 0 0,1 0 0 0 0,0-1-1 0 0,-1 0 1 0 0,1 0 0 0 0,0 0 0 0 0,-1 0-1 0 0,1-1 1 0 0,-1 0 0 0 0,1 0-1 0 0,-1-1 1 0 0,1 1 0 0 0,-1-1-1 0 0,0 0 1 0 0,1-1 0 0 0,-1 1-1 0 0,0-1 1 0 0,7-5 0 0 0,-5 2-21 0 0,1 0 0 0 0,-1 0 0 0 0,0-1 0 0 0,0 0 0 0 0,-1 0 1 0 0,0 0-1 0 0,0-1 0 0 0,-1 0 0 0 0,0 0 0 0 0,0 0 0 0 0,-1-1 0 0 0,0 0 0 0 0,0 0 1 0 0,-1 0-1 0 0,3-11 0 0 0,-1-10-40 0 0,-1 1 1 0 0,-2-1-1 0 0,-1-45 1 0 0,-1 57 66 0 0,0 17-35 0 0,0 1 0 0 0,0 0 0 0 0,0 0 0 0 0,0-1-1 0 0,0 1 1 0 0,0 0 0 0 0,-1 0 0 0 0,1 0 0 0 0,0-1 0 0 0,0 1 0 0 0,1 0 0 0 0,-1 0 0 0 0,0-1 0 0 0,0 1 0 0 0,0 0 0 0 0,0 0 0 0 0,0-1 0 0 0,0 1 0 0 0,0 0 0 0 0,0 0 0 0 0,0 0 0 0 0,0-1 0 0 0,0 1 0 0 0,1 0 0 0 0,-1 0 0 0 0,0 0-1 0 0,0-1 1 0 0,0 1 0 0 0,0 0 0 0 0,1 0 0 0 0,-1 0 0 0 0,0 0 0 0 0,0 0 0 0 0,0 0 0 0 0,1-1 0 0 0,-1 1 0 0 0,0 0 0 0 0,0 0 0 0 0,1 0 0 0 0,-1 0 0 0 0,0 0 0 0 0,0 0 0 0 0,0 0 0 0 0,1 0 0 0 0,-1 0 0 0 0,0 0 0 0 0,0 0-1 0 0,1 0 1 0 0,-1 0 0 0 0,15 11-211 0 0,20 27 321 0 0,-28-29-29 0 0,3 2 15 0 0,0-1-1 0 0,1 0 0 0 0,1 0 1 0 0,-1-1-1 0 0,1-1 1 0 0,1 0-1 0 0,-1 0 1 0 0,1-1-1 0 0,1-1 0 0 0,-1 0 1 0 0,21 5-1 0 0,-28-9-54 0 0,0-1-1 0 0,0 0 0 0 0,0 0 1 0 0,0 0-1 0 0,0-1 1 0 0,0 0-1 0 0,0 0 1 0 0,0-1-1 0 0,0 0 1 0 0,0 0-1 0 0,0 0 1 0 0,0 0-1 0 0,0-1 0 0 0,0 0 1 0 0,-1-1-1 0 0,1 1 1 0 0,-1-1-1 0 0,1 0 1 0 0,-1 0-1 0 0,0-1 1 0 0,0 1-1 0 0,-1-1 0 0 0,1 0 1 0 0,-1-1-1 0 0,0 1 1 0 0,0-1-1 0 0,0 0 1 0 0,0 0-1 0 0,-1 0 1 0 0,3-5-1 0 0,0-3-251 0 0,-1-1-1 0 0,0 1 1 0 0,0-1 0 0 0,-2 0-1 0 0,0 0 1 0 0,0 0 0 0 0,-1 0-1 0 0,-1 0 1 0 0,-1-19 0 0 0,-1 14-1100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0 268 3225 0 0,'2'2'238'0'0,"0"0"0"0"0,0 0 0 0 0,0 0 0 0 0,0 0 0 0 0,1 0 0 0 0,-1-1 0 0 0,0 1 0 0 0,1-1 0 0 0,-1 1 0 0 0,1-1 0 0 0,0 0 0 0 0,-1 0 0 0 0,1 0 0 0 0,0-1 0 0 0,0 1 0 0 0,0 0 1 0 0,4-1-1 0 0,-2 0 259 0 0,-1 0 0 0 0,1-1-1 0 0,0 1 1 0 0,-1-1 0 0 0,1 0 0 0 0,0-1 0 0 0,-1 1 0 0 0,1-1 0 0 0,-1 0 0 0 0,5-3 0 0 0,-3 1-225 0 0,0 0 0 0 0,0 0 0 0 0,0-1 0 0 0,-1 0 0 0 0,0 0 0 0 0,0-1 0 0 0,0 1 0 0 0,-1-1 0 0 0,0 0 0 0 0,0 0 0 0 0,0-1 0 0 0,-1 1 0 0 0,0-1 0 0 0,4-10 0 0 0,-3 5-30 0 0,-1 0-1 0 0,0 0 1 0 0,-1 0 0 0 0,0 0 0 0 0,-1-1 0 0 0,0 1 0 0 0,-2-23 0 0 0,-8-2 73 0 0,9 35-305 0 0,-1 1 0 0 0,1 0 0 0 0,0-1 0 0 0,-1 1 1 0 0,0 0-1 0 0,1-1 0 0 0,-1 1 0 0 0,0 0 0 0 0,0 0 0 0 0,1-1 0 0 0,-1 1 0 0 0,0 0 0 0 0,0 0 0 0 0,0 0 0 0 0,-1 0 0 0 0,1 0 1 0 0,0 0-1 0 0,0 1 0 0 0,0-1 0 0 0,-1 0 0 0 0,1 0 0 0 0,0 1 0 0 0,-3-1 0 0 0,3 1 13 0 0,0 0-1 0 0,0 1 1 0 0,1-1-1 0 0,-1 1 0 0 0,0-1 1 0 0,1 1-1 0 0,-1-1 1 0 0,0 1-1 0 0,1 0 1 0 0,-1-1-1 0 0,1 1 1 0 0,-1 0-1 0 0,1-1 1 0 0,-1 1-1 0 0,1 0 0 0 0,-1 0 1 0 0,1-1-1 0 0,0 1 1 0 0,-1 0-1 0 0,1 0 1 0 0,0 0-1 0 0,0 0 1 0 0,0-1-1 0 0,-1 3 1 0 0,-3 23 434 0 0,4-25-428 0 0,0 6 26 0 0,0 0 0 0 0,0-1-1 0 0,0 1 1 0 0,1 0 0 0 0,0-1-1 0 0,0 1 1 0 0,1 0 0 0 0,0-1-1 0 0,0 0 1 0 0,0 1-1 0 0,1-1 1 0 0,0 0 0 0 0,0 0-1 0 0,1-1 1 0 0,-1 1 0 0 0,1-1-1 0 0,9 10 1 0 0,-8-10-312 0 0,0 0 0 0 0,1-1 0 0 0,0 1 0 0 0,0-1 0 0 0,0 0-1 0 0,0 0 1 0 0,1-1 0 0 0,-1 0 0 0 0,1 0 0 0 0,8 2 0 0 0,4 0-6540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57 5985 0 0,'14'-23'422'0'0,"-12"20"488"0"0,0-1 1 0 0,1 1-1 0 0,0 0 1 0 0,0 0-1 0 0,0 0 1 0 0,0 0-1 0 0,4-2 1 0 0,-6 4-573 0 0,0 0 0 0 0,0 0 0 0 0,1 1 0 0 0,-1-1 1 0 0,0 1-1 0 0,1-1 0 0 0,-1 1 0 0 0,1-1 0 0 0,-1 1 1 0 0,0 0-1 0 0,1 0 0 0 0,-1 0 0 0 0,1 0 0 0 0,-1 0 1 0 0,1 0-1 0 0,-1 0 0 0 0,0 0 0 0 0,1 0 0 0 0,-1 1 1 0 0,1-1-1 0 0,0 1 0 0 0,1 0-268 0 0,-1 0 0 0 0,0 1 0 0 0,0-1 0 0 0,0 1-1 0 0,0-1 1 0 0,0 1 0 0 0,0 0 0 0 0,-1-1 0 0 0,4 5 0 0 0,4 9-115 0 0,-1-1 0 0 0,-1 1 0 0 0,0 1 0 0 0,-1-1 0 0 0,0 1 0 0 0,-2 0 0 0 0,4 19-1 0 0,-3-15-1343 0 0,-1-1-5896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4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18 11522 0 0,'-11'-3'1025'0'0,"-3"-6"3848"0"0,15 8-4481 0 0,2-2-168 0 0,1 2-32 0 0,2 1 0 0 0,2 4-2417 0 0,2 3-479 0 0,1 4-97 0 0,0 2-15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60 358 10138 0 0,'-1'0'163'0'0,"0"0"12"0"0,0 0 0 0 0,0-1 0 0 0,0 1 0 0 0,1 0 0 0 0,-1 0 0 0 0,0 0-1 0 0,0 0 1 0 0,0 0 0 0 0,0 0 0 0 0,0 0 0 0 0,0 0 0 0 0,1 0 0 0 0,-1 1 0 0 0,0-1-1 0 0,0 0 1 0 0,0 1 0 0 0,0-1 0 0 0,1 0 0 0 0,-1 1 0 0 0,0-1 0 0 0,0 1-1 0 0,1-1 1 0 0,-1 1 0 0 0,0-1 0 0 0,1 1 0 0 0,-1 0 0 0 0,0-1 0 0 0,1 1-1 0 0,-1 0 1 0 0,1-1 0 0 0,-1 1 0 0 0,1 0 0 0 0,0 0 0 0 0,-1 0 0 0 0,1-1-1 0 0,0 1 1 0 0,-1 0 0 0 0,1 0 0 0 0,0 0 0 0 0,0 0 0 0 0,0 1 0 0 0,-1 0-327 0 0,-6 17 101 0 0,1 0 0 0 0,1 0 0 0 0,1 1 0 0 0,0-1 0 0 0,2 1 0 0 0,-1 30 0 0 0,32-95-875 0 0,-21 35 932 0 0,0 0 0 0 0,0 1 0 0 0,1 0 0 0 0,0 1 0 0 0,1-1 0 0 0,0 2 0 0 0,0-1-1 0 0,1 2 1 0 0,15-9 0 0 0,-22 13 26 0 0,-1 1 1 0 0,1-1-1 0 0,-1 1 1 0 0,1 0-1 0 0,0 0 0 0 0,-1 0 1 0 0,1 0-1 0 0,0 1 1 0 0,0 0-1 0 0,0 0 0 0 0,-1 0 1 0 0,1 0-1 0 0,0 0 1 0 0,0 1-1 0 0,0-1 0 0 0,-1 1 1 0 0,1 0-1 0 0,0 1 0 0 0,-1-1 1 0 0,1 0-1 0 0,-1 1 1 0 0,1 0-1 0 0,-1 0 0 0 0,0 0 1 0 0,0 0-1 0 0,0 0 1 0 0,0 1-1 0 0,0 0 0 0 0,-1-1 1 0 0,1 1-1 0 0,-1 0 1 0 0,1 0-1 0 0,-1 0 0 0 0,3 5 1 0 0,0 3 23 0 0,0-1-1 0 0,-1 1 1 0 0,0 0 0 0 0,0 0 0 0 0,-1 0-1 0 0,-1 1 1 0 0,0-1 0 0 0,0 1 0 0 0,-1-1 0 0 0,-1 1-1 0 0,-1 15 1 0 0,1-21-143 0 0,-1-1-1 0 0,0 1 0 0 0,0 0 1 0 0,0 0-1 0 0,-1-1 0 0 0,0 1 1 0 0,0-1-1 0 0,-1 0 0 0 0,1 1 1 0 0,-7 8-1 0 0,7-11 9 0 0,-1-1 0 0 0,1 1-1 0 0,-1 0 1 0 0,0-1 0 0 0,0 0 0 0 0,0 0-1 0 0,0 0 1 0 0,0 0 0 0 0,0 0 0 0 0,-1 0-1 0 0,1-1 1 0 0,-1 0 0 0 0,1 1 0 0 0,-1-1-1 0 0,1-1 1 0 0,-1 1 0 0 0,0 0 0 0 0,-4-1-1 0 0,6 0 83 0 0,1 1 0 0 0,0-1 0 0 0,-1 0 0 0 0,1 0 0 0 0,0 0-1 0 0,-1 0 1 0 0,1-1 0 0 0,-1 1 0 0 0,1 0 0 0 0,0-1 0 0 0,-1 1 0 0 0,1-1 0 0 0,0 1-1 0 0,0-1 1 0 0,-1 1 0 0 0,1-1 0 0 0,0 0 0 0 0,0 0 0 0 0,0 1 0 0 0,0-1-1 0 0,0 0 1 0 0,0 0 0 0 0,-1-2 0 0 0,1 1-10 0 0,0 0 0 0 0,0 0 0 0 0,1 0 0 0 0,-1 0 0 0 0,0 0 0 0 0,1 0 0 0 0,0 0 0 0 0,-1 0 0 0 0,1-1 0 0 0,0 1 0 0 0,0 0 0 0 0,0 0 0 0 0,1-3 0 0 0,1-9-114 0 0,1 1-1 0 0,1-1 1 0 0,9-22 0 0 0,-9 26 9 0 0,31-76-176 0 0,61-109 0 0 0,67-70 4420 0 0,-163 264-4045 0 0,1-1-1 0 0,0 1 0 0 0,0 0 0 0 0,0-1 1 0 0,0 1-1 0 0,0 0 0 0 0,0 0 1 0 0,0-1-1 0 0,0 1 0 0 0,0 0 1 0 0,0 0-1 0 0,1 0 0 0 0,-1 0 0 0 0,0 1 1 0 0,1-1-1 0 0,-1 0 0 0 0,3 0 1 0 0,-3 1-49 0 0,0 1 0 0 0,0 0 1 0 0,-1-1-1 0 0,1 1 0 0 0,0 0 1 0 0,0-1-1 0 0,-1 1 0 0 0,1 0 1 0 0,0 0-1 0 0,-1 0 0 0 0,1 0 1 0 0,-1 0-1 0 0,1 0 0 0 0,-1 0 1 0 0,0 0-1 0 0,1 0 0 0 0,-1 0 1 0 0,0 0-1 0 0,0 0 0 0 0,1 0 1 0 0,-1 0-1 0 0,0 0 0 0 0,0 0 1 0 0,0 0-1 0 0,0 0 1 0 0,-1 2-1 0 0,7 129 824 0 0,-6-86-878 0 0,2 1 0 0 0,2-1 0 0 0,2 1 0 0 0,13 47 1 0 0,-14-72-116 0 0,-4-16 72 0 0,0 0-1 0 0,0-1 1 0 0,1 1 0 0 0,-1 0-1 0 0,1-1 1 0 0,1 0 0 0 0,-1 1-1 0 0,1-1 1 0 0,3 6 0 0 0,-5-11 70 0 0,0 0 1 0 0,-1 0-1 0 0,1 0 0 0 0,-1 0 1 0 0,1 0-1 0 0,0 0 1 0 0,-1 0-1 0 0,1 0 1 0 0,-1 0-1 0 0,1 0 1 0 0,-1 0-1 0 0,1 0 1 0 0,0 0-1 0 0,-1-1 1 0 0,1 1-1 0 0,-1 0 1 0 0,1 0-1 0 0,-1-1 1 0 0,1 1-1 0 0,-1 0 1 0 0,1-1-1 0 0,-1 1 1 0 0,0 0-1 0 0,1-1 1 0 0,-1 1-1 0 0,1-1 1 0 0,-1 1-1 0 0,0-1 1 0 0,1 1-1 0 0,-1-1 1 0 0,0 1-1 0 0,0-1 1 0 0,1 1-1 0 0,-1-2 1 0 0,13-19 140 0 0,-13 20-146 0 0,24-46 135 0 0,26-48 158 0 0,-45 86-238 0 0,1 1 0 0 0,0-1 0 0 0,1 2 1 0 0,-1-1-1 0 0,1 1 0 0 0,1 0 0 0 0,0 0 0 0 0,9-5 1 0 0,-15 10-43 0 0,0 1 1 0 0,0 0 0 0 0,0 0-1 0 0,0 1 1 0 0,0-1 0 0 0,1 0-1 0 0,-1 1 1 0 0,0-1 0 0 0,0 1-1 0 0,1 0 1 0 0,-1 0 0 0 0,0 0-1 0 0,1 0 1 0 0,-1 0 0 0 0,0 0-1 0 0,0 1 1 0 0,1-1 0 0 0,-1 1-1 0 0,0 0 1 0 0,0-1 0 0 0,0 1-1 0 0,0 0 1 0 0,0 0 0 0 0,0 0-1 0 0,0 1 1 0 0,0-1 0 0 0,0 0-1 0 0,3 4 1 0 0,5 5 31 0 0,0 0 1 0 0,0 1-1 0 0,14 21 0 0 0,-2-3-58 0 0,-11-17-774 0 0,0-1 0 0 0,18 14 1 0 0,-9-11-6847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7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 10138 0 0,'-12'-5'10151'0'0,"9"34"-8082"0"0,3-28-2100 0 0,-1 64 551 0 0,4 0 0 0 0,14 85-1 0 0,-12-112-456 0 0,29 168-1859 0 0,-27-179 824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0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31 142 9674 0 0,'-1'-1'139'0'0,"-1"1"1"0"0,0-1-1 0 0,1 1 0 0 0,-1-1 0 0 0,1 0 0 0 0,-1 1 1 0 0,1-1-1 0 0,0 0 0 0 0,-1 0 0 0 0,1 0 1 0 0,0 0-1 0 0,-1 0 0 0 0,1 0 0 0 0,0-1 1 0 0,0 1-1 0 0,0 0 0 0 0,0 0 0 0 0,0-1 0 0 0,0 1 1 0 0,1-1-1 0 0,-1 1 0 0 0,0-1 0 0 0,1 1 1 0 0,-1-1-1 0 0,1 0 0 0 0,-1 1 0 0 0,1-4 1 0 0,0 3 68 0 0,0-1 1 0 0,1 0 0 0 0,-1 0 0 0 0,1 1-1 0 0,0-1 1 0 0,0 0 0 0 0,0 1-1 0 0,0-1 1 0 0,0 1 0 0 0,1-1 0 0 0,-1 1-1 0 0,1 0 1 0 0,0-1 0 0 0,-1 1 0 0 0,1 0-1 0 0,4-3 1 0 0,1-2-205 0 0,1 1 1 0 0,0 0-1 0 0,0 1 0 0 0,0 0 1 0 0,1 0-1 0 0,0 1 0 0 0,0 0 0 0 0,0 0 1 0 0,0 1-1 0 0,0 0 0 0 0,18-3 1 0 0,-11 4-129 0 0,1 1 1 0 0,-1 0-1 0 0,1 1 0 0 0,-1 1 1 0 0,1 0-1 0 0,20 5 0 0 0,4 4 124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8 3225 0 0,'-4'-2'533'0'0,"-1"1"0"0"0,0-1 0 0 0,0 1 0 0 0,1 0 0 0 0,-1 1 1 0 0,0-1-1 0 0,0 1 0 0 0,0 0 0 0 0,0 0 0 0 0,0 1 0 0 0,1-1 0 0 0,-1 1 1 0 0,0 0-1 0 0,0 1 0 0 0,1-1 0 0 0,-1 1 0 0 0,1 0 0 0 0,-1 0 0 0 0,1 0 1 0 0,0 0-1 0 0,0 1 0 0 0,-8 6 0 0 0,9-7-374 0 0,0 0 0 0 0,0 0 0 0 0,1 0 0 0 0,-1 1-1 0 0,0 0 1 0 0,1-1 0 0 0,0 1 0 0 0,0 0 0 0 0,-1 0 0 0 0,2 0 0 0 0,-1 1 0 0 0,0-1 0 0 0,1 0-1 0 0,-1 1 1 0 0,1-1 0 0 0,0 1 0 0 0,0-1 0 0 0,0 1 0 0 0,1-1 0 0 0,-1 1 0 0 0,1 0-1 0 0,0-1 1 0 0,0 1 0 0 0,0 0 0 0 0,1-1 0 0 0,-1 1 0 0 0,1 0 0 0 0,0-1 0 0 0,0 1 0 0 0,2 4-1 0 0,2 0-125 0 0,1 0 0 0 0,-1-1-1 0 0,2 1 1 0 0,-1-1 0 0 0,1-1 0 0 0,0 1-1 0 0,0-1 1 0 0,15 9 0 0 0,-15-10-140 0 0,0-1 1 0 0,-1 1-1 0 0,1 0 1 0 0,-1 0-1 0 0,0 1 0 0 0,-1 0 1 0 0,1 0-1 0 0,-1 1 1 0 0,0-1-1 0 0,-1 1 1 0 0,7 13-1 0 0,-10-19 26 0 0,-1 1 1 0 0,1 0-1 0 0,-1 0 1 0 0,0-1-1 0 0,0 1 0 0 0,0 0 1 0 0,0 0-1 0 0,0 0 0 0 0,0 0 1 0 0,0-1-1 0 0,0 1 0 0 0,-1 0 1 0 0,1 0-1 0 0,-1 0 0 0 0,1-1 1 0 0,-1 1-1 0 0,0 0 0 0 0,1-1 1 0 0,-3 3-1 0 0,1 0 7 0 0,-1 0 0 0 0,0-1 0 0 0,0 1 0 0 0,-1-1 0 0 0,1 0 0 0 0,-1 0-1 0 0,-5 4 1 0 0,-4 1 171 0 0,0-1-1 0 0,-1-1 0 0 0,-25 10 1 0 0,23-11-414 0 0,0-1 1 0 0,-27 4-1 0 0,20-5-5619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1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0,'16'5'1152'0'0,"-8"-2"-928"0"0,2 0-224 0 0,-2-2 0 0 0,-1 3 2465 0 0,-3-2-1105 0 0,3 0 8 0 0,4 3-600 0 0,2-1-128 0 0,0 1-15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330 180 8754 0 0,'-6'-16'896'0'0,"-1"0"1"0"0,-1 1-1 0 0,0 0 1 0 0,-1 0 0 0 0,-1 1-1 0 0,-22-25 1 0 0,29 34-697 0 0,-1 1 1 0 0,0 0-1 0 0,0 0 1 0 0,-1 1-1 0 0,1-1 0 0 0,-1 1 1 0 0,0 0-1 0 0,0 0 1 0 0,0 0-1 0 0,0 1 1 0 0,0 0-1 0 0,-1 0 1 0 0,1 0-1 0 0,-1 0 1 0 0,1 1-1 0 0,-1 0 1 0 0,0 0-1 0 0,1 1 1 0 0,-1 0-1 0 0,0 0 1 0 0,0 0-1 0 0,1 0 1 0 0,-1 1-1 0 0,-6 2 1 0 0,6-1-118 0 0,0 1 0 0 0,0 0 0 0 0,1 0 1 0 0,0 0-1 0 0,0 1 0 0 0,0 0 0 0 0,0 0 0 0 0,0 0 1 0 0,1 1-1 0 0,-1-1 0 0 0,1 1 0 0 0,0 0 1 0 0,1 0-1 0 0,-1 1 0 0 0,1-1 0 0 0,0 1 0 0 0,1-1 1 0 0,-4 11-1 0 0,0 2 49 0 0,0 1 0 0 0,1 0-1 0 0,1 1 1 0 0,-3 32 0 0 0,5 5-32 0 0,2-1-1 0 0,3 1 1 0 0,2-1-1 0 0,21 95 1 0 0,78 214 529 0 0,-59-219-545 0 0,-39-127-338 0 0,-1 1-1 0 0,4 28 1 0 0,-8-42 35 0 0,-1 0 0 0 0,1 0 0 0 0,-1-1 0 0 0,-1 1 0 0 0,1 0 0 0 0,-1 0 0 0 0,0 0 0 0 0,-1-1 0 0 0,1 1 0 0 0,-1 0 0 0 0,0-1 0 0 0,0 1 0 0 0,-4 5 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9218 0 0,'3'-6'440'0'0,"0"0"1"0"0,1 1-1 0 0,0-1 0 0 0,0 1 0 0 0,0 0 1 0 0,0 0-1 0 0,1 0 0 0 0,0 1 0 0 0,7-6 1 0 0,2-3 58 0 0,25-23 1583 0 0,50-36 1 0 0,-75 61-1800 0 0,0 2 1 0 0,1 0-1 0 0,0 1 0 0 0,0 0 1 0 0,1 2-1 0 0,0 0 1 0 0,32-8-1 0 0,-39 12-500 0 0,0 2 0 0 0,0-1 0 0 0,1 1 0 0 0,-1 0 0 0 0,0 1 0 0 0,17 3 0 0 0,53 19-5725 0 0,-66-18 4652 0 0,20 6-1597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3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8 10138 0 0,'-1'-1'144'0'0,"0"0"0"0"0,0 0 0 0 0,0 0 0 0 0,-1 1 0 0 0,1-1 0 0 0,0 1 1 0 0,0-1-1 0 0,0 1 0 0 0,-1-1 0 0 0,1 1 0 0 0,0 0 0 0 0,-1-1 0 0 0,1 1 0 0 0,0 0 0 0 0,-1 0 0 0 0,1 0 0 0 0,0 0 0 0 0,-1 0 0 0 0,1 0 0 0 0,0 1 0 0 0,0-1 0 0 0,-1 0 0 0 0,1 1 0 0 0,0-1 0 0 0,0 1 0 0 0,-1-1 0 0 0,1 1 1 0 0,0 0-1 0 0,0-1 0 0 0,-2 2 0 0 0,-37 26 2696 0 0,29-17-2517 0 0,1 1 0 0 0,0 1 0 0 0,0-1 0 0 0,1 2 0 0 0,1-1 0 0 0,0 1 0 0 0,1 0 0 0 0,-9 26 0 0 0,2 3 122 0 0,-16 80 0 0 0,26-96-311 0 0,0-1 0 0 0,2 0 1 0 0,1 1-1 0 0,2 0 1 0 0,0-1-1 0 0,1 1 0 0 0,2-1 1 0 0,1 0-1 0 0,10 34 1 0 0,-11-47-108 0 0,1 0 1 0 0,0 0 0 0 0,0-1-1 0 0,2 1 1 0 0,-1-2-1 0 0,1 1 1 0 0,1-1 0 0 0,0 0-1 0 0,1 0 1 0 0,0-1 0 0 0,0 0-1 0 0,1-1 1 0 0,1 0 0 0 0,-1-1-1 0 0,1 0 1 0 0,1 0-1 0 0,0-1 1 0 0,0-1 0 0 0,0 0-1 0 0,13 5 1 0 0,-16-9-138 0 0,-1 0 0 0 0,1 0 0 0 0,0-1 0 0 0,0 0 0 0 0,-1 0 0 0 0,11-1 0 0 0,27-8-6691 0 0,-22 0 89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5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11 184 8754 0 0,'-2'-2'282'0'0,"1"-1"1"0"0,0 1 0 0 0,0 0-1 0 0,0 0 1 0 0,0 0 0 0 0,0-1-1 0 0,1 1 1 0 0,-1 0-1 0 0,1-1 1 0 0,-1 1 0 0 0,1 0-1 0 0,0-1 1 0 0,0 1-1 0 0,0 0 1 0 0,0-1 0 0 0,0 1-1 0 0,1-1 1 0 0,-1 1-1 0 0,1 0 1 0 0,0-1 0 0 0,-1 1-1 0 0,1 0 1 0 0,0 0-1 0 0,0 0 1 0 0,0-1 0 0 0,1 1-1 0 0,-1 0 1 0 0,1 0-1 0 0,1-2 1 0 0,3 0-95 0 0,-1 0-1 0 0,1 0 0 0 0,-1 1 1 0 0,1-1-1 0 0,0 1 1 0 0,0 1-1 0 0,1-1 1 0 0,-1 1-1 0 0,11-2 1 0 0,-13 3-141 0 0,0-1-1 0 0,1 2 1 0 0,-1-1 0 0 0,1 0 0 0 0,-1 1 0 0 0,0 0 0 0 0,1 0-1 0 0,-1 0 1 0 0,1 1 0 0 0,-1-1 0 0 0,0 1 0 0 0,1 0 0 0 0,-1 0-1 0 0,0 1 1 0 0,0-1 0 0 0,0 1 0 0 0,0 0 0 0 0,8 5 0 0 0,-8-4-85 0 0,-1 1 1 0 0,1-1 0 0 0,-1 1 0 0 0,0 0-1 0 0,1 0 1 0 0,-2 0 0 0 0,1 0-1 0 0,0 1 1 0 0,-1-1 0 0 0,0 1 0 0 0,0-1-1 0 0,-1 1 1 0 0,1 0 0 0 0,-1 0-1 0 0,0 0 1 0 0,1 7 0 0 0,0 9-252 0 0,-2-1 0 0 0,0 1 0 0 0,-1-1 0 0 0,-1 0-1 0 0,0 1 1 0 0,-2-1 0 0 0,-6 20 0 0 0,-53 135-1150 0 0,47-136 1461 0 0,54-109 243 0 0,-5 12-1049 0 0,65-160-1987 0 0,-87 184 3017 0 0,10-46 1 0 0,-16 55 1066 0 0,-2-1 1 0 0,-1-34 3541 0 0,-12 115-3912 0 0,7-22-800 0 0,2 1 0 0 0,2 0 1 0 0,0-1-1 0 0,9 42 1 0 0,0-20 140 0 0,32 95 0 0 0,-38-140-356 0 0,-1 0-1 0 0,1 0 1 0 0,1 0 0 0 0,0-1-1 0 0,0 0 1 0 0,1 0-1 0 0,0 0 1 0 0,1-1 0 0 0,13 14-1 0 0,-17-19-187 0 0,1 0 0 0 0,0 0 0 0 0,0-1 0 0 0,0 1 0 0 0,0-1 0 0 0,0 0-1 0 0,0 0 1 0 0,1-1 0 0 0,-1 1 0 0 0,1-1 0 0 0,-1 0 0 0 0,1 0 0 0 0,0 0 0 0 0,-1-1-1 0 0,1 0 1 0 0,0 0 0 0 0,-1 0 0 0 0,1 0 0 0 0,0-1 0 0 0,-1 0 0 0 0,1 0 0 0 0,0 0 0 0 0,-1 0-1 0 0,6-3 1 0 0,18-8-384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1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10594 0 0,'-1'6'592'0'0,"0"0"-1"0"0,0 0 0 0 0,0 0 0 0 0,1 0 1 0 0,0 0-1 0 0,0 0 0 0 0,1 0 1 0 0,-1 0-1 0 0,1 0 0 0 0,2 5 1 0 0,-1 4 95 0 0,1 2-123 0 0,1 0-1 0 0,8 23 0 0 0,17 32-5663 0 0,-29-71 5004 0 0,0 0 0 0 0,1 0 0 0 0,-1 0-1 0 0,1 1 1 0 0,0-1 0 0 0,-1 0-1 0 0,1 0 1 0 0,0 0 0 0 0,0 0 0 0 0,-1 0-1 0 0,1 0 1 0 0,0-1 0 0 0,0 1-1 0 0,0 0 1 0 0,0 0 0 0 0,0-1 0 0 0,0 1-1 0 0,0 0 1 0 0,2 0 0 0 0,-2-3 80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60 10138 0 0,'-8'-9'448'0'0,"4"3"96"0"0,1-1-440 0 0,1 2-104 0 0,2 2 0 0 0,0 0 0 0 0,2 2 120 0 0,1-4 0 0 0,1-2 0 0 0,4 0 1 0 0,3 3-121 0 0,3 1 72 0 0,0 5-72 0 0,0 5 88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6913 0 0,'-1'0'94'0'0,"1"0"-1"0"0,-1 0 0 0 0,1 0 0 0 0,-1 0 0 0 0,1-1 0 0 0,-1 1 1 0 0,1 0-1 0 0,-1 0 0 0 0,1 0 0 0 0,-1 0 0 0 0,1 0 0 0 0,-1 0 0 0 0,1 0 1 0 0,-1 1-1 0 0,1-1 0 0 0,-1 0 0 0 0,1 0 0 0 0,-1 0 0 0 0,1 0 1 0 0,-1 1-1 0 0,1-1 0 0 0,-1 0 0 0 0,1 0 0 0 0,-1 1 0 0 0,1-1 0 0 0,0 0 1 0 0,-1 1-1 0 0,1-1 0 0 0,-1 0 0 0 0,1 1 0 0 0,0-1 0 0 0,-1 1 0 0 0,-7 23 2001 0 0,6 39 366 0 0,3-52-1950 0 0,-2 18-58 0 0,1 11-135 0 0,1-1 0 0 0,7 45 0 0 0,-7-75-315 0 0,1 1 1 0 0,0-1-1 0 0,0 0 1 0 0,1 0-1 0 0,1 0 1 0 0,-1-1-1 0 0,1 1 1 0 0,1-1-1 0 0,-1 0 1 0 0,1 0-1 0 0,1 0 1 0 0,0 0-1 0 0,0-1 1 0 0,11 10 0 0 0,-15-15-23 0 0,0 0 1 0 0,0-1-1 0 0,0 1 1 0 0,0-1-1 0 0,0 0 0 0 0,1 1 1 0 0,-1-1-1 0 0,0 0 1 0 0,1 0-1 0 0,-1 0 1 0 0,1-1-1 0 0,0 1 1 0 0,-1-1-1 0 0,1 1 1 0 0,-1-1-1 0 0,1 0 1 0 0,0 0-1 0 0,-1 0 1 0 0,1 0-1 0 0,4-1 1 0 0,-3-1-62 0 0,-1 1 1 0 0,0-1-1 0 0,0 1 0 0 0,0-1 1 0 0,0 0-1 0 0,0 0 0 0 0,0-1 1 0 0,0 1-1 0 0,-1-1 0 0 0,1 1 1 0 0,-1-1-1 0 0,0 0 0 0 0,3-4 1 0 0,2-4-134 0 0,-1 0 0 0 0,-1-1 1 0 0,0 0-1 0 0,0 0 0 0 0,-1 0 0 0 0,-1 0 1 0 0,4-21-1 0 0,-3-26-240 0 0,-3 37 990 0 0,5-35 1 0 0,-6 56-515 0 0,0 1 1 0 0,0 0 0 0 0,0 0-1 0 0,0 0 1 0 0,0 0 0 0 0,0-1 0 0 0,0 1-1 0 0,0 0 1 0 0,0 0 0 0 0,0 0-1 0 0,0 0 1 0 0,0-1 0 0 0,0 1-1 0 0,0 0 1 0 0,0 0 0 0 0,0 0 0 0 0,1 0-1 0 0,-1-1 1 0 0,0 1 0 0 0,0 0-1 0 0,0 0 1 0 0,0 0 0 0 0,0 0 0 0 0,0 0-1 0 0,0-1 1 0 0,0 1 0 0 0,1 0-1 0 0,-1 0 1 0 0,0 0 0 0 0,0 0-1 0 0,0 0 1 0 0,0 0 0 0 0,1 0 0 0 0,-1 0-1 0 0,0-1 1 0 0,0 1 0 0 0,0 0-1 0 0,0 0 1 0 0,1 0 0 0 0,-1 0-1 0 0,0 0 1 0 0,0 0 0 0 0,0 0 0 0 0,0 0-1 0 0,1 0 1 0 0,5 9 530 0 0,5 18-145 0 0,-10-24-322 0 0,3 5 35 0 0,0 1 0 0 0,1-1-1 0 0,0 0 1 0 0,1 0 0 0 0,-1 0 0 0 0,1-1 0 0 0,1 0 0 0 0,-1 0 0 0 0,1-1 0 0 0,1 1-1 0 0,10 6 1 0 0,-14-10-7 0 0,0 0 0 0 0,0-1-1 0 0,0 1 1 0 0,0-1 0 0 0,0 0-1 0 0,1 0 1 0 0,-1-1-1 0 0,1 1 1 0 0,-1-1 0 0 0,1 0-1 0 0,-1 0 1 0 0,1-1 0 0 0,0 1-1 0 0,0-1 1 0 0,-1 0 0 0 0,1 0-1 0 0,0-1 1 0 0,-1 0-1 0 0,1 1 1 0 0,0-1 0 0 0,-1-1-1 0 0,1 1 1 0 0,-1-1 0 0 0,9-3-1 0 0,-9 1-8 0 0,0 1 1 0 0,0-1-1 0 0,-1 0 0 0 0,1 0 0 0 0,-1 0 0 0 0,0 0 0 0 0,0 0 0 0 0,0-1 1 0 0,0 0-1 0 0,-1 1 0 0 0,0-1 0 0 0,0 0 0 0 0,0 0 0 0 0,-1 0 0 0 0,1 0 1 0 0,0-9-1 0 0,1-9-21 0 0,0 0 0 0 0,-2-31 1 0 0,-4 3-491 0 0,-2 17-3040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6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 12443 0 0,'-2'7'713'0'0,"1"1"1"0"0,0 0 0 0 0,0-1-1 0 0,1 1 1 0 0,0 0 0 0 0,2 13-1 0 0,-1 22 1016 0 0,-2-26-1320 0 0,-3 27-1307 0 0,-3-19-5219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11 9218 0 0,'-15'-5'774'0'0,"-13"0"6117"0"0,27 4-6733 0 0,1 1 0 0 0,-1 0 0 0 0,1 0 0 0 0,-1 0 0 0 0,0 0 0 0 0,1 0 0 0 0,-1 0 0 0 0,0 0-1 0 0,1 0 1 0 0,-1 1 0 0 0,1-1 0 0 0,-1 0 0 0 0,0 0 0 0 0,1 0 0 0 0,-1 1 0 0 0,1-1 0 0 0,-1 0 0 0 0,1 1 0 0 0,-1-1 0 0 0,1 0 0 0 0,-1 1 0 0 0,1-1 0 0 0,-1 1 0 0 0,1 0-395 0 0,0 0 1 0 0,0 0-1 0 0,0 0 0 0 0,0 0 1 0 0,0 0-1 0 0,0 0 0 0 0,0 0 1 0 0,1 0-1 0 0,-1 0 1 0 0,0 0-1 0 0,1 0 0 0 0,-1 0 1 0 0,1 0-1 0 0,-1-1 0 0 0,1 1 1 0 0,-1 0-1 0 0,1 0 1 0 0,0-1-1 0 0,-1 1 0 0 0,3 1 1 0 0,5 7-2094 0 0,1-1-27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7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0 6913 0 0,'-9'1'1247'0'0,"0"1"0"0"0,0 0 0 0 0,0 1 0 0 0,0-1 0 0 0,1 2 0 0 0,-16 7 0 0 0,56-4 1671 0 0,62-3-1511 0 0,120 4 795 0 0,-71-6-5764 0 0,-119-2 1285 0 0,-2 2-3819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8754 0 0,'43'-17'2842'0'0,"-41"16"-2543"0"0,1 0 0 0 0,-1 1 1 0 0,1-1-1 0 0,-1 1 0 0 0,1-1 0 0 0,0 1 0 0 0,-1 0 0 0 0,1 0 0 0 0,-1 0 0 0 0,1 0 0 0 0,-1 0 0 0 0,1 1 0 0 0,0-1 0 0 0,-1 1 0 0 0,4 1 0 0 0,-4-1-122 0 0,-1 0 0 0 0,0 1-1 0 0,0-1 1 0 0,0 0 0 0 0,0 1 0 0 0,0-1 0 0 0,-1 1 0 0 0,1-1 0 0 0,0 1-1 0 0,-1-1 1 0 0,1 1 0 0 0,-1-1 0 0 0,1 1 0 0 0,-1 0 0 0 0,0-1 0 0 0,1 1-1 0 0,-1 2 1 0 0,0 35 947 0 0,0-24-719 0 0,2 48 260 0 0,6 142 795 0 0,-4-161-2465 0 0,3 0 1 0 0,18 69-1 0 0,-18-88-6300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7370 0 0,'1'1'251'0'0,"1"-1"1"0"0,-1 0 0 0 0,1 1 0 0 0,-1-1 0 0 0,0 1 0 0 0,0 0-1 0 0,1-1 1 0 0,-1 1 0 0 0,0 0 0 0 0,0 0 0 0 0,0 0 0 0 0,0 0 0 0 0,0 0-1 0 0,0 0 1 0 0,0 0 0 0 0,0 0 0 0 0,0 0 0 0 0,0 0 0 0 0,0 0-1 0 0,-1 1 1 0 0,1-1 0 0 0,-1 0 0 0 0,1 1 0 0 0,-1-1 0 0 0,1 0 0 0 0,-1 1-1 0 0,0-1 1 0 0,1 1 0 0 0,-1-1 0 0 0,0 2 0 0 0,4 52 1517 0 0,-4-46-1338 0 0,1 34 139 0 0,2 1-1 0 0,11 56 1 0 0,-12-88-519 0 0,1 0 1 0 0,0-1-1 0 0,1 1 0 0 0,0-1 1 0 0,1 0-1 0 0,0 0 0 0 0,1-1 0 0 0,0 1 1 0 0,0-1-1 0 0,1-1 0 0 0,1 1 1 0 0,0-1-1 0 0,14 13 0 0 0,-20-20 10 0 0,1 0 0 0 0,-1-1 1 0 0,0 1-1 0 0,1 0 0 0 0,-1-1 0 0 0,1 0 0 0 0,-1 1 0 0 0,1-1 0 0 0,0 0 1 0 0,0-1-1 0 0,-1 1 0 0 0,1 0 0 0 0,0-1 0 0 0,0 1 0 0 0,0-1 0 0 0,0 0 0 0 0,0 0 1 0 0,0 0-1 0 0,0-1 0 0 0,4 0 0 0 0,-3 0-2 0 0,0-1 0 0 0,0 0 0 0 0,0 0 0 0 0,0 0 0 0 0,0-1 0 0 0,0 1 0 0 0,-1-1 0 0 0,1 0 0 0 0,-1 0 0 0 0,1 0 0 0 0,4-7 0 0 0,3-6-27 0 0,-1 1 0 0 0,0-2 0 0 0,-1 1 0 0 0,-1-1 0 0 0,7-21-1 0 0,-13 34-121 0 0,-1 1-54 0 0,1 0-1 0 0,-1 1 1 0 0,0-1 0 0 0,0 0 0 0 0,-1 0 0 0 0,1 0 0 0 0,-1 0 0 0 0,1 0-1 0 0,-1 0 1 0 0,0 0 0 0 0,0-4 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8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 11979 0 0,'-11'-15'6548'0'0,"28"23"-3979"0"0,28 23-1547 0 0,-23-13-942 0 0,-1 0 0 0 0,-1 0-1 0 0,-1 2 1 0 0,-1 1 0 0 0,-1 0 0 0 0,-1 1-1 0 0,0 1 1 0 0,-2 1 0 0 0,-1 0 0 0 0,0 0 0 0 0,-2 1-1 0 0,-1 1 1 0 0,12 49 0 0 0,-12-36-204 0 0,-3 0-1 0 0,-1 1 1 0 0,-2 0 0 0 0,-2 0 0 0 0,-1 0-1 0 0,-2 0 1 0 0,-2 0 0 0 0,-15 74 0 0 0,11-86-352 0 0,-1 0 0 0 0,-18 39 1 0 0,11-34-283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1:59.7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1 193 9674 0 0,'0'0'748'0'0,"31"18"3896"0"0,-11-4-3743 0 0,-1 1-1 0 0,25 22 1 0 0,-32-25-782 0 0,1 0 0 0 0,0-1-1 0 0,1-1 1 0 0,1 0-1 0 0,-1-1 1 0 0,28 13 0 0 0,-39-21-98 0 0,0 0 0 0 0,1 0 0 0 0,-1 0 0 0 0,1 0 0 0 0,-1-1 0 0 0,0 1-1 0 0,1-1 1 0 0,-1 0 0 0 0,1 0 0 0 0,-1 0 0 0 0,1-1 0 0 0,-1 1 0 0 0,1-1 0 0 0,-1 0 0 0 0,0 0 0 0 0,0 0 0 0 0,7-3 0 0 0,-5 1-3 0 0,0 0-1 0 0,-1-1 1 0 0,1 1 0 0 0,-1-1-1 0 0,1 0 1 0 0,-1-1-1 0 0,0 1 1 0 0,-1-1 0 0 0,6-8-1 0 0,3-8-119 0 0,-2-1 0 0 0,0 0 0 0 0,-1 0 0 0 0,5-25 0 0 0,-13 43 48 0 0,41-159 263 0 0,-42 162-174 0 0,0 1-1 0 0,0-1 1 0 0,0 1 0 0 0,0 0-1 0 0,0-1 1 0 0,0 1-1 0 0,1-1 1 0 0,-1 1-1 0 0,0 0 1 0 0,0-1-1 0 0,0 1 1 0 0,0-1 0 0 0,1 1-1 0 0,-1 0 1 0 0,0-1-1 0 0,0 1 1 0 0,1 0-1 0 0,-1-1 1 0 0,0 1-1 0 0,0 0 1 0 0,1 0-1 0 0,-1-1 1 0 0,0 1 0 0 0,1 0-1 0 0,-1 0 1 0 0,0 0-1 0 0,1-1 1 0 0,-1 1-1 0 0,1 0 1 0 0,-1 0-1 0 0,0 0 1 0 0,1 0 0 0 0,-1 0-1 0 0,1 0 1 0 0,-1 0-1 0 0,1 0 1 0 0,10 13 689 0 0,5 28-194 0 0,-15-39-499 0 0,11 36 89 0 0,-2 0 1 0 0,-1 0 0 0 0,-2 1 0 0 0,3 59 0 0 0,-10-74-100 0 0,0-1 0 0 0,-2 0 0 0 0,-1 1 0 0 0,0-1-1 0 0,-2 0 1 0 0,0-1 0 0 0,-2 1 0 0 0,-1-1 0 0 0,-10 21 0 0 0,7-19 39 0 0,-1 0 1 0 0,-2 0-1 0 0,0-2 0 0 0,-1 1 0 0 0,-28 29 0 0 0,37-47 849 0 0,4-25-9670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8754 0 0,'11'-2'638'0'0,"0"0"0"0"0,0 0-1 0 0,0-1 1 0 0,0-1 0 0 0,0 0 0 0 0,-1 0 0 0 0,18-11-1 0 0,10-3 93 0 0,26-4 155 0 0,-52 19-1569 0 0,-1 0 0 0 0,1 1 0 0 0,0 0-1 0 0,0 1 1 0 0,0 1 0 0 0,0 0 0 0 0,0 1 0 0 0,0 0 0 0 0,0 0 0 0 0,20 6 0 0 0,-21-3 684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95 8754 0 0,'0'0'384'0'0,"0"-1"88"0"0,1-1-376 0 0,1 1-96 0 0,0 0 0 0 0,0-2 0 0 0,2 0 352 0 0,3-3 64 0 0,4-2 0 0 0,6-3 8 0 0,2-2-888 0 0,1 1-176 0 0,2 1-40 0 0,1 2-8 0 0,2 2 528 0 0,1 2 160 0 0,-1 3-64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7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29 6449 0 0,'-1'1'79'0'0,"1"-1"0"0"0,-1 1 0 0 0,0-1 0 0 0,1 1-1 0 0,-1 0 1 0 0,1-1 0 0 0,-1 1 0 0 0,1 0-1 0 0,-1-1 1 0 0,1 1 0 0 0,-1 0 0 0 0,1 0 0 0 0,0-1-1 0 0,-1 1 1 0 0,1 0 0 0 0,0 0 0 0 0,0 0 0 0 0,-1-1-1 0 0,1 1 1 0 0,0 0 0 0 0,0 0 0 0 0,0 0-1 0 0,0 0 1 0 0,0-1 0 0 0,0 1 0 0 0,1 1 0 0 0,1 25 626 0 0,-1-25-665 0 0,1 1-1 0 0,0 0 1 0 0,0 0-1 0 0,0-1 1 0 0,0 1 0 0 0,1-1-1 0 0,-1 0 1 0 0,1 0-1 0 0,-1 0 1 0 0,1 0 0 0 0,0 0-1 0 0,-1 0 1 0 0,1-1 0 0 0,0 1-1 0 0,0-1 1 0 0,1 0-1 0 0,-1 0 1 0 0,0 0 0 0 0,5 0-1 0 0,10 3-45 0 0,1-1 0 0 0,21 1 0 0 0,-26-3 35 0 0,228-1 1320 0 0,-137-3-546 0 0,244-17 1952 0 0,-175 7-2666 0 0,103-16-522 0 0,9-1 460 0 0,350 10 453 0 0,-322 13-617 0 0,226 3-87 0 0,-2 33 273 0 0,-106 7-137 0 0,112 7 96 0 0,-204-15-110 0 0,-107-7-476 0 0,11 2 0 0 0,159 8 292 0 0,893-36 1557 0 0,-690-18-2542 0 0,-90 6 2495 0 0,-148-1 1026 0 0,-204 8-1717 0 0,10-1-381 0 0,209-5-1711 0 0,-276 16 853 0 0,85 4 2098 0 0,-165-1-664 0 0,-1 1 0 0 0,0 1 0 0 0,-1 1 1 0 0,1 1-1 0 0,32 14 0 0 0,-55-20-703 0 0,-1 1 0 0 0,1-1 0 0 0,0 1 0 0 0,-1 0 0 0 0,1-1 0 0 0,-1 1 0 0 0,0 0 0 0 0,0 1 0 0 0,1-1 0 0 0,-2 0 0 0 0,1 1 0 0 0,0-1 0 0 0,0 1 0 0 0,-1-1 0 0 0,1 1 1 0 0,-1 0-1 0 0,0-1 0 0 0,0 1 0 0 0,0 0 0 0 0,0 0 0 0 0,0 0 0 0 0,-1 0 0 0 0,1 0 0 0 0,-1 0 0 0 0,0 0 0 0 0,0 5 0 0 0,-1 8 160 0 0,-1 0-1 0 0,-1 0 1 0 0,0-1-1 0 0,-6 18 1 0 0,-4 18 43 0 0,9-13-228 0 0,1 1 0 0 0,5 73 0 0 0,19 77 0 0 0,0-17 0 0 0,100 839 128 0 0,-41-551-128 0 0,25-4 0 0 0,-1-55 0 0 0,-85-306 0 0 0,-4 1 0 0 0,3 125 0 0 0,-25 248-839 0 0,1-227 515 0 0,4-129 410 0 0,-6 0 0 0 0,-22 116 1 0 0,22-181-18 0 0,0 53 1 0 0,7-74-249 0 0,0-20 157 0 0,-1 0 1 0 0,1-1-1 0 0,-1 1 1 0 0,0 0 0 0 0,-1-1-1 0 0,-4 10 1 0 0,3-9 3 0 0,1 0 0 0 0,0 0 0 0 0,1 0 0 0 0,-3 12 0 0 0,3 10 93 0 0,2-24-48 0 0,0 0 0 0 0,0-1 0 0 0,-1 1-1 0 0,1 0 1 0 0,-1 0 0 0 0,0-1 0 0 0,-1 1 0 0 0,1 0 0 0 0,-3 5 0 0 0,2-11 70 0 0,-1 1-1 0 0,1-1 1 0 0,0 1 0 0 0,0 0 0 0 0,0 0 0 0 0,0 0 0 0 0,-1 0 0 0 0,1 0-1 0 0,0 0 1 0 0,0 0 0 0 0,0 1 0 0 0,0-1 0 0 0,0 1 0 0 0,0 0 0 0 0,0 0-1 0 0,0-1 1 0 0,0 1 0 0 0,-2 2 0 0 0,-30 23-152 0 0,-1 1-161 0 0,0-1 0 0 0,-2-2-1 0 0,-1-1 1 0 0,-40 17 0 0 0,4-12 114 0 0,-2-3 0 0 0,0-4 1 0 0,-128 19-1 0 0,-170 12 450 0 0,93-15-451 0 0,-77 1-74 0 0,194-23 132 0 0,-98 5 153 0 0,-40 5 72 0 0,-677 102 71 0 0,413-36-324 0 0,-367 51 79 0 0,385-73-6 0 0,346-39 4 0 0,-58 7-75 0 0,151-27 8 0 0,-414 31-31 0 0,304-31 94 0 0,-194 2-88 0 0,-415-68 295 0 0,742 47-202 0 0,-1 3 0 0 0,1 4 0 0 0,-95 10 0 0 0,68 4-60 0 0,27-4-230 0 0,-128 29 0 0 0,14 4 94 0 0,8-2 713 0 0,173-33-535 0 0,0 0 0 0 0,-29 16 0 0 0,31-14-5 0 0,-1 0 0 0 0,-31 10 0 0 0,46-21 44 0 0,1 1 1 0 0,0-1-1 0 0,0 0 0 0 0,0 1 1 0 0,0-1-1 0 0,0 0 1 0 0,1 0-1 0 0,-1 0 0 0 0,1 0 1 0 0,-1-4-1 0 0,0 4-9 0 0,-19-55-75 0 0,2 0 1 0 0,3-2-1 0 0,-10-68 1 0 0,9 47 136 0 0,-154-777 213 0 0,63 293-343 0 0,37-5 219 0 0,35-509 133 0 0,36 1062-295 0 0,-26-500 148 0 0,16 377-40 0 0,7 44-54 0 0,3-1 0 0 0,5 0 0 0 0,4 0 0 0 0,26-115 0 0 0,3 39-90 0 0,24-128-95 0 0,-49 223 87 0 0,3-146-1 0 0,-17 194 95 0 0,-1 0 1 0 0,-2 1-1 0 0,-1-1 1 0 0,-1 1-1 0 0,-1 1 1 0 0,-2-1-1 0 0,0 1 1 0 0,-2 1-1 0 0,-2-1 1 0 0,0 2-1 0 0,-25-36 1 0 0,17 25-166 0 0,-16-23 365 0 0,34 55-824 0 0,-1 0-1 0 0,0 1 1 0 0,0-1-1 0 0,-1 1 0 0 0,1 0 1 0 0,-1 0-1 0 0,0 0 1 0 0,-9-5-1 0 0,10 7-1132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25 188 5529 0 0,'-3'-2'258'0'0,"1"-1"0"0"0,0 0 0 0 0,0 1 0 0 0,0-1 1 0 0,0 0-1 0 0,0 0 0 0 0,1 0 0 0 0,-1 0 0 0 0,1 0 0 0 0,0-1 0 0 0,0 1 0 0 0,0 0 0 0 0,0-1 0 0 0,1 1 0 0 0,-1 0 0 0 0,1-1 0 0 0,0 1 0 0 0,0-1 0 0 0,0 1 0 0 0,0-1 1 0 0,1 1-1 0 0,-1 0 0 0 0,1-1 0 0 0,0 1 0 0 0,0 0 0 0 0,0-1 0 0 0,3-4 0 0 0,-1 0 383 0 0,1-1 1 0 0,0 1-1 0 0,1 0 0 0 0,0 0 1 0 0,0 0-1 0 0,1 1 0 0 0,0-1 0 0 0,0 2 1 0 0,9-9-1 0 0,-13 14-524 0 0,-1 0 1 0 0,1 0-1 0 0,0 0 1 0 0,0 0-1 0 0,0 0 0 0 0,-1 1 1 0 0,1-1-1 0 0,0 1 1 0 0,0 0-1 0 0,0-1 0 0 0,0 1 1 0 0,0 0-1 0 0,0 0 0 0 0,0 0 1 0 0,0 0-1 0 0,3 1 1 0 0,37 11 539 0 0,-12-4-549 0 0,-27-7-93 0 0,1 0 0 0 0,-1 0 0 0 0,1 0 0 0 0,-1 1 0 0 0,0-1 0 0 0,1 1 0 0 0,-1 0 1 0 0,0 0-1 0 0,0 0 0 0 0,0 0 0 0 0,0 0 0 0 0,0 1 0 0 0,-1 0 0 0 0,1-1 0 0 0,-1 1 0 0 0,0 0 1 0 0,0 0-1 0 0,0 0 0 0 0,0 0 0 0 0,2 6 0 0 0,2 5 89 0 0,-1 1 0 0 0,0-1 0 0 0,4 27 1 0 0,-4-16-67 0 0,-1-8-34 0 0,-2 0 1 0 0,0 0 0 0 0,-1 0-1 0 0,-1 0 1 0 0,0 0-1 0 0,-3 17 1 0 0,-24 101 58 0 0,3-8-18 0 0,13-61 85 0 0,-2-1 0 0 0,-33 97 1 0 0,36-138-80 0 0,7-19-25 0 0,1 0 0 0 0,0 1-1 0 0,0-1 1 0 0,0 1 0 0 0,1 0 0 0 0,-1-1-1 0 0,0 8 1 0 0,6-10-1339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0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101 309 920 0 0,'-3'-4'777'0'0,"-1"0"0"0"0,1 0 0 0 0,-1 1 0 0 0,0-1-1 0 0,0 1 1 0 0,0 0 0 0 0,-1 1 0 0 0,1-1 0 0 0,-1 1 0 0 0,1 0-1 0 0,-1 0 1 0 0,0 0 0 0 0,-14-5 5984 0 0,7 2-2476 0 0,-3 4-3620 0 0,15 5-609 0 0,1 1-58 0 0,0 0-1 0 0,0 0 1 0 0,0 0 0 0 0,0-1-1 0 0,1 1 1 0 0,0 0 0 0 0,0-1-1 0 0,0 1 1 0 0,1-1 0 0 0,-1 0-1 0 0,1 0 1 0 0,0 0 0 0 0,0 0-1 0 0,0 0 1 0 0,1-1-1 0 0,0 1 1 0 0,-1-1 0 0 0,1 0-1 0 0,0 0 1 0 0,0-1 0 0 0,1 1-1 0 0,-1-1 1 0 0,0 0 0 0 0,1 0-1 0 0,6 2 1 0 0,-8-3 2 0 0,-1 0 0 0 0,0 0 0 0 0,0 0 0 0 0,0 0-1 0 0,0 1 1 0 0,0-1 0 0 0,0 1 0 0 0,0-1 0 0 0,0 1 0 0 0,-1 0 0 0 0,3 2 0 0 0,-4-3-14 0 0,1 0 1 0 0,0 0-1 0 0,0 0 0 0 0,0 0 1 0 0,0 0-1 0 0,0 0 1 0 0,0 0-1 0 0,0 0 1 0 0,1 0-1 0 0,-1 0 0 0 0,0 0 1 0 0,0-1-1 0 0,1 1 1 0 0,-1 0-1 0 0,0-1 0 0 0,1 0 1 0 0,-1 1-1 0 0,0-1 1 0 0,1 0-1 0 0,-1 1 1 0 0,1-1-1 0 0,-1 0 0 0 0,1 0 1 0 0,-1 0-1 0 0,1 0 1 0 0,-1-1-1 0 0,3 1 0 0 0,47-22-210 0 0,-45 18 223 0 0,0 1 0 0 0,0 0-1 0 0,0 0 1 0 0,0 0 0 0 0,1 1 0 0 0,-1 0-1 0 0,1 0 1 0 0,0 1 0 0 0,0 0 0 0 0,-1 0 0 0 0,1 0-1 0 0,0 1 1 0 0,0 0 0 0 0,8 1 0 0 0,-10-1-25 0 0,0-1 1 0 0,0 1-1 0 0,-1-1 1 0 0,1 0 0 0 0,-1-1-1 0 0,1 1 1 0 0,-1-1-1 0 0,1 0 1 0 0,-1 0 0 0 0,0-1-1 0 0,0 1 1 0 0,0-1-1 0 0,4-3 1 0 0,5-2-11 0 0,-2 0 106 0 0,1 0 1 0 0,-1 0 0 0 0,-1-1-1 0 0,1 0 1 0 0,-2-1 0 0 0,1-1-1 0 0,11-15 1 0 0,-6 3 131 0 0,-2 0 0 0 0,21-46 0 0 0,-5 26 80 0 0,-25 38-547 0 0,0 0 0 0 0,0 0 1 0 0,-1 0-1 0 0,1 0 0 0 0,-1-1 0 0 0,0 1 0 0 0,-1-1 0 0 0,1 0 1 0 0,2-11-1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7.6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13 311 12443 0 0,'-12'-7'7734'0'0,"12"7"-7669"0"0,1 12-72 0 0,2-1 1 0 0,0 1-1 0 0,0 0 1 0 0,1-1-1 0 0,1 0 1 0 0,0 0-1 0 0,7 11 1 0 0,48 76 438 0 0,-56-91-390 0 0,1 0 0 0 0,0-1 1 0 0,1 1-1 0 0,-1-1 0 0 0,1-1 1 0 0,1 1-1 0 0,-1-1 0 0 0,1 0 0 0 0,0 0 1 0 0,0-1-1 0 0,0 0 0 0 0,16 6 1 0 0,-20-9-85 0 0,1 0 1 0 0,0 0-1 0 0,0 0 0 0 0,0-1 1 0 0,0 1-1 0 0,0-1 1 0 0,0 0-1 0 0,0 0 0 0 0,0-1 1 0 0,0 1-1 0 0,0-1 1 0 0,0 0-1 0 0,0 0 0 0 0,0 0 1 0 0,0 0-1 0 0,0-1 1 0 0,-1 0-1 0 0,1 0 0 0 0,-1 0 1 0 0,1 0-1 0 0,-1 0 1 0 0,0-1-1 0 0,0 1 1 0 0,0-1-1 0 0,0 0 0 0 0,0 0 1 0 0,0 0-1 0 0,2-4 1 0 0,0 0-199 0 0,0-1-1 0 0,0 0 1 0 0,0 1 0 0 0,-1-1 0 0 0,-1-1 0 0 0,1 1 0 0 0,-1-1 0 0 0,-1 1 0 0 0,1-1 0 0 0,0-11 0 0 0,-1 2-53 0 0,-2-1 0 0 0,0 1 0 0 0,-5-37 0 0 0,5 55 295 0 0,1-1 0 0 0,-1 0 0 0 0,0 1-1 0 0,0-1 1 0 0,1 1 0 0 0,-1-1 0 0 0,1 0 0 0 0,-1 1 0 0 0,1-1 0 0 0,-1 1 0 0 0,0-1 0 0 0,1 1 0 0 0,0-1 0 0 0,-1 1 0 0 0,1 0 0 0 0,-1-1 0 0 0,1 1-1 0 0,0 0 1 0 0,-1-1 0 0 0,1 1 0 0 0,-1 0 0 0 0,1 0 0 0 0,0-1 0 0 0,-1 1 0 0 0,1 0 0 0 0,0 0 0 0 0,0 0 0 0 0,-1 0 0 0 0,1 0 0 0 0,0 0-1 0 0,-1 0 1 0 0,1 0 0 0 0,0 0 0 0 0,-1 0 0 0 0,1 1 0 0 0,1-1 0 0 0,36 4 64 0 0,-28-2 128 0 0,-2-1 52 0 0,0-1 0 0 0,-1 0 0 0 0,1 0 0 0 0,0 0 0 0 0,0-1 1 0 0,-1 0-1 0 0,1-1 0 0 0,0 1 0 0 0,-1-2 0 0 0,14-4 0 0 0,-18 5-126 0 0,1 0 0 0 0,-1-1 0 0 0,0 1 0 0 0,0-1 0 0 0,0 1 0 0 0,0-1 0 0 0,0 0-1 0 0,0 0 1 0 0,-1 0 0 0 0,1-1 0 0 0,-1 1 0 0 0,0-1 0 0 0,0 1 0 0 0,0-1 0 0 0,-1 0 0 0 0,1 1-1 0 0,-1-1 1 0 0,0 0 0 0 0,0 0 0 0 0,0 0 0 0 0,-1 0 0 0 0,1-6 0 0 0,0-7-176 0 0,-1 0 0 0 0,0 0 1 0 0,-1 0-1 0 0,-1 0 0 0 0,-1 0 1 0 0,0 0-1 0 0,-1 1 0 0 0,-1 0 1 0 0,-1 0-1 0 0,0 0 0 0 0,-16-28 1 0 0,17 38-1931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8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75 920 0 0,'-20'6'3526'0'0,"20"-5"-3452"0"0,-1-1 0 0 0,1 0 0 0 0,0 0 0 0 0,0 0-1 0 0,-1 0 1 0 0,1 0 0 0 0,0 1 0 0 0,-1-1 0 0 0,1 0 0 0 0,0 0 0 0 0,-1 0 0 0 0,1 0 0 0 0,0 0 0 0 0,0 0-1 0 0,-1 0 1 0 0,1 0 0 0 0,0 0 0 0 0,-1 0 0 0 0,1 0 0 0 0,0-1 0 0 0,-1 1 0 0 0,1 0 0 0 0,0 0 0 0 0,0 0-1 0 0,-1 0 1 0 0,1 0 0 0 0,0-1 0 0 0,0 1 0 0 0,-1 0 0 0 0,1 0 0 0 0,0 0 0 0 0,0-1 0 0 0,-1 1 0 0 0,1 0-1 0 0,0 0 1 0 0,0-1 0 0 0,0 1 0 0 0,0 0 0 0 0,-1 0 0 0 0,1-1 0 0 0,0 1 0 0 0,0 0 0 0 0,0-1 0 0 0,0 1 0 0 0,0 0-1 0 0,0 0 1 0 0,0-1 0 0 0,0 1 0 0 0,0 0 0 0 0,0-1 0 0 0,0 1 0 0 0,0 0 0 0 0,0-1 0 0 0,0 1 0 0 0,0 0-1 0 0,0-1 1 0 0,0 1 0 0 0,0 0 0 0 0,0 0 0 0 0,1-1 0 0 0,0-2 303 0 0,1 1-1 0 0,-1 0 1 0 0,1-1 0 0 0,0 1 0 0 0,0 0-1 0 0,0 0 1 0 0,0 0 0 0 0,0 0 0 0 0,0 0-1 0 0,1 1 1 0 0,3-3 0 0 0,14-7 1684 0 0,-10 6-1466 0 0,0-1-1 0 0,0 2 1 0 0,1-1-1 0 0,0 1 1 0 0,0 1 0 0 0,12-3-1 0 0,-20 6-548 0 0,0 0 0 0 0,1 0-1 0 0,-1 0 1 0 0,0 0 0 0 0,0 0 0 0 0,1 1-1 0 0,-1-1 1 0 0,0 1 0 0 0,0 0-1 0 0,0 0 1 0 0,0 0 0 0 0,0 1 0 0 0,0-1-1 0 0,0 1 1 0 0,0 0 0 0 0,-1-1-1 0 0,1 1 1 0 0,-1 0 0 0 0,1 1-1 0 0,-1-1 1 0 0,0 0 0 0 0,0 1 0 0 0,0-1-1 0 0,0 1 1 0 0,0 0 0 0 0,2 4-1 0 0,-1 0-30 0 0,0 0-1 0 0,0 1 0 0 0,-1-1 0 0 0,0 1 0 0 0,0 0 0 0 0,-1 0 0 0 0,0-1 0 0 0,0 1 0 0 0,-1 0 0 0 0,0 0 1 0 0,0 0-1 0 0,-1 0 0 0 0,0 0 0 0 0,0 0 0 0 0,-1-1 0 0 0,0 1 0 0 0,0 0 0 0 0,-1-1 0 0 0,0 0 0 0 0,-6 10 1 0 0,11-19-7 0 0,-1 1 0 0 0,0 0 1 0 0,0-1-1 0 0,0 1 1 0 0,1 0-1 0 0,-1 0 1 0 0,1 0-1 0 0,-1 0 1 0 0,1 0-1 0 0,-1 0 0 0 0,1 0 1 0 0,0 0-1 0 0,-1 0 1 0 0,1 1-1 0 0,0-1 1 0 0,0 1-1 0 0,-1-1 1 0 0,1 1-1 0 0,0 0 0 0 0,0 0 1 0 0,0 0-1 0 0,-1 0 1 0 0,1 0-1 0 0,0 0 1 0 0,0 0-1 0 0,0 1 1 0 0,-1-1-1 0 0,1 1 0 0 0,0-1 1 0 0,0 1-1 0 0,-1 0 1 0 0,3 0-1 0 0,3 2-15 0 0,-1 0 0 0 0,1 0 0 0 0,0 0 0 0 0,-1 1-1 0 0,1 0 1 0 0,-1 0 0 0 0,6 6 0 0 0,-9-7 29 0 0,0 0 1 0 0,0 0-1 0 0,0 0 0 0 0,0 0 0 0 0,-1 0 1 0 0,1 1-1 0 0,-1-1 0 0 0,0 1 1 0 0,0 0-1 0 0,0 0 0 0 0,-1 0 0 0 0,1 0 1 0 0,-1 0-1 0 0,0 0 0 0 0,0 0 1 0 0,-1 0-1 0 0,1 0 0 0 0,-1 5 1 0 0,0-4 38 0 0,-1 0 0 0 0,0 0 0 0 0,0 0 1 0 0,0 0-1 0 0,-1 0 0 0 0,0 0 1 0 0,0 0-1 0 0,0-1 0 0 0,0 1 0 0 0,-1-1 1 0 0,0 1-1 0 0,-6 7 0 0 0,0-3 24 0 0,1 0 0 0 0,-1-1-1 0 0,0 0 1 0 0,-1-1 0 0 0,0 0-1 0 0,0 0 1 0 0,-1-1 0 0 0,0 0-1 0 0,0-1 1 0 0,0 0 0 0 0,-20 5-1 0 0,11-5-221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4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70 6449 0 0,'-9'-14'369'0'0,"7"12"-80"0"0,1 1 0 0 0,-1-1 0 0 0,1 0 0 0 0,0 0 0 0 0,0 0 1 0 0,0 0-1 0 0,0 0 0 0 0,0 0 0 0 0,1 0 0 0 0,-1 0 1 0 0,0 0-1 0 0,1-3 0 0 0,6 72 3974 0 0,0-23-3636 0 0,-6-39-555 0 0,4 37 608 0 0,16 76 1 0 0,-17-107-675 0 0,0 0 1 0 0,1 0 0 0 0,0 0-1 0 0,1-1 1 0 0,0 1 0 0 0,0-1-1 0 0,1 0 1 0 0,1 0 0 0 0,-1-1-1 0 0,2 0 1 0 0,15 16 0 0 0,-21-24-16 0 0,0 1 0 0 0,-1-1-1 0 0,1 1 1 0 0,0-1 0 0 0,0 0 0 0 0,0 0 0 0 0,0 0 0 0 0,0 0 0 0 0,0 0 0 0 0,0-1 0 0 0,0 1 0 0 0,0 0 0 0 0,1-1 0 0 0,-1 0 0 0 0,0 1 0 0 0,0-1 0 0 0,1 0 0 0 0,-1 0 0 0 0,0 0 0 0 0,0-1 0 0 0,5 0 0 0 0,-4 0-16 0 0,0-1 0 0 0,1 1 0 0 0,-1-1 0 0 0,0 0 0 0 0,0 0 0 0 0,0 0 0 0 0,0-1 0 0 0,0 1 0 0 0,-1-1 0 0 0,1 1 0 0 0,-1-1 0 0 0,3-4 0 0 0,2-3-52 0 0,-1 1 0 0 0,-1-1 1 0 0,0-1-1 0 0,0 1 0 0 0,-1-1 0 0 0,0 0 0 0 0,3-21 0 0 0,-4-34-143 0 0,-4 51 182 0 0,2 0-1 0 0,3-28 1 0 0,-4 44 47 0 0,0 0 1 0 0,1 0-1 0 0,-1 0 1 0 0,1 1-1 0 0,-1-1 0 0 0,1-1 1 0 0,-1 1-1 0 0,1 0 1 0 0,-1 0-1 0 0,1 0 1 0 0,0 0-1 0 0,0 0 0 0 0,0 0 1 0 0,-1-1-1 0 0,1 1 1 0 0,0 0-1 0 0,0-1 0 0 0,0 1 1 0 0,0-1-1 0 0,0 1 1 0 0,0-1-1 0 0,0 1 0 0 0,0-1 1 0 0,2 1-1 0 0,28 9 643 0 0,-17-9-312 0 0,0 0 0 0 0,0 0-1 0 0,0-1 1 0 0,0-1 0 0 0,0 0 0 0 0,27-6 0 0 0,-37 6-282 0 0,1 0 0 0 0,0 0 0 0 0,-1-1 0 0 0,1 1 0 0 0,-1-1 0 0 0,1 0 0 0 0,-1-1 0 0 0,0 1 0 0 0,0-1 0 0 0,0 1 0 0 0,0-1 0 0 0,-1 0 0 0 0,1-1 0 0 0,-1 1 0 0 0,1-1 0 0 0,-1 1 0 0 0,0-1 0 0 0,-1 0 0 0 0,1 0 0 0 0,-1 0 0 0 0,1 0 0 0 0,-1-1 0 0 0,2-7 0 0 0,-3 8 17 0 0,-1 0-1 0 0,0 1 0 0 0,0-1 0 0 0,0 0 1 0 0,0 0-1 0 0,0 0 0 0 0,-1 0 1 0 0,0 1-1 0 0,1-1 0 0 0,-2 0 0 0 0,1 1 1 0 0,0-1-1 0 0,-1 1 0 0 0,-1-5 1 0 0,-33-44-2529 0 0,24 38-1404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5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13827 0 0,'6'74'2002'0'0,"-5"-43"-1063"0"0,2-1-1 0 0,9 44 1 0 0,-10-66-1268 0 0,0 0-1 0 0,1 0 1 0 0,0 0 0 0 0,0 0-1 0 0,1 0 1 0 0,0-1-1 0 0,1 1 1 0 0,-1-1 0 0 0,1 0-1 0 0,1 0 1 0 0,-1-1-1 0 0,1 0 1 0 0,9 8 0 0 0,1-3-126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35 156 8754 0 0,'-1'-2'438'0'0,"0"1"0"0"0,0-1 1 0 0,0 0-1 0 0,0 0 0 0 0,0 0 1 0 0,-1 1-1 0 0,1-1 0 0 0,0 1 1 0 0,-1-1-1 0 0,0 1 0 0 0,1 0 0 0 0,-1-1 1 0 0,-2 0-1 0 0,3 2-365 0 0,1-1-1 0 0,0 1 1 0 0,-1 0 0 0 0,1 0 0 0 0,0 0-1 0 0,-1 0 1 0 0,1 0 0 0 0,0 0-1 0 0,-1 0 1 0 0,1 0 0 0 0,0 0-1 0 0,-1 0 1 0 0,1 0 0 0 0,0 0 0 0 0,-1 0-1 0 0,1 0 1 0 0,0 1 0 0 0,-1-1-1 0 0,1 0 1 0 0,0 0 0 0 0,0 0 0 0 0,-1 0-1 0 0,1 1 1 0 0,0-1 0 0 0,0 0-1 0 0,-1 0 1 0 0,1 0 0 0 0,0 1-1 0 0,-1-1 1 0 0,-3 19 899 0 0,5-4-886 0 0,1-1 1 0 0,0 1-1 0 0,1-1 0 0 0,1 1 1 0 0,0-1-1 0 0,1 0 1 0 0,1-1-1 0 0,0 1 1 0 0,0-1-1 0 0,1 0 1 0 0,1-1-1 0 0,0 0 1 0 0,1 0-1 0 0,0 0 1 0 0,1-1-1 0 0,0-1 1 0 0,1 0-1 0 0,0 0 1 0 0,21 13-1 0 0,-28-21-24 0 0,0 1-1 0 0,1-1 0 0 0,-1 0 1 0 0,1 0-1 0 0,-1 0 1 0 0,1-1-1 0 0,0 0 1 0 0,0 1-1 0 0,0-2 0 0 0,0 1 1 0 0,0-1-1 0 0,0 1 1 0 0,6-2-1 0 0,-8 0-54 0 0,0 1 1 0 0,0-1-1 0 0,0 0 1 0 0,-1-1-1 0 0,1 1 0 0 0,0 0 1 0 0,-1-1-1 0 0,1 0 1 0 0,-1 1-1 0 0,0-1 0 0 0,1 0 1 0 0,-1 0-1 0 0,0 0 1 0 0,0-1-1 0 0,0 1 1 0 0,-1 0-1 0 0,1-1 0 0 0,0 1 1 0 0,-1-1-1 0 0,0 0 1 0 0,1 1-1 0 0,-1-1 0 0 0,1-4 1 0 0,1-4-7 0 0,0 1 1 0 0,-1-1 0 0 0,0 0-1 0 0,-1 1 1 0 0,0-1-1 0 0,-1 0 1 0 0,0 0 0 0 0,-1-13-1 0 0,-2 2-54 0 0,-1 0 0 0 0,-1 0 0 0 0,-8-21 0 0 0,15 47 91 0 0,0-1-1 0 0,0 1 1 0 0,0-1-1 0 0,0 0 1 0 0,1 0-1 0 0,0 0 0 0 0,-1 0 1 0 0,1-1-1 0 0,0 1 1 0 0,0-1-1 0 0,1 1 1 0 0,-1-1-1 0 0,0 0 1 0 0,1 0-1 0 0,0-1 0 0 0,-1 1 1 0 0,1-1-1 0 0,0 0 1 0 0,-1 1-1 0 0,1-2 1 0 0,0 1-1 0 0,0 0 0 0 0,0-1 1 0 0,0 0-1 0 0,0 0 1 0 0,0 0-1 0 0,5-1 1 0 0,-5 1-6 0 0,-1 0 1 0 0,1 0-1 0 0,-1-1 1 0 0,1 1-1 0 0,-1-1 1 0 0,0 0-1 0 0,1 0 1 0 0,-1 0-1 0 0,0 0 1 0 0,1-1-1 0 0,-1 0 1 0 0,0 1-1 0 0,0-1 1 0 0,-1 0-1 0 0,1 0 1 0 0,0 0-1 0 0,0-1 0 0 0,-1 1 1 0 0,0-1-1 0 0,1 1 1 0 0,-1-1-1 0 0,0 0 1 0 0,0 0-1 0 0,-1 0 1 0 0,1 0-1 0 0,0 0 1 0 0,-1 0-1 0 0,0-1 1 0 0,0 1-1 0 0,0 0 1 0 0,0-1-1 0 0,0-5 1 0 0,-1-3-246 0 0,-1-1 1 0 0,0 0-1 0 0,-1 0 1 0 0,-5-19-1 0 0,-4-16-866 0 0,10 33-388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16.8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14 6913 0 0,'-23'20'7309'0'0,"35"-32"-5344"0"0,-11 10-1825 0 0,0 0-1 0 0,1 1 1 0 0,-1-1-1 0 0,1 1 1 0 0,0-1-1 0 0,-1 1 1 0 0,1 0-1 0 0,0-1 1 0 0,0 1-1 0 0,0 0 0 0 0,0 0 1 0 0,0 0-1 0 0,0 1 1 0 0,0-1-1 0 0,0 0 1 0 0,0 1-1 0 0,0-1 1 0 0,0 1-1 0 0,1 0 1 0 0,-1 0-1 0 0,0 0 1 0 0,0 0-1 0 0,0 0 0 0 0,1 0 1 0 0,-1 1-1 0 0,0-1 1 0 0,0 1-1 0 0,0-1 1 0 0,4 3-1 0 0,-2-1-40 0 0,-1 1-1 0 0,0-1 1 0 0,0 1 0 0 0,0 0-1 0 0,0 0 1 0 0,-1 1-1 0 0,1-1 1 0 0,-1 0 0 0 0,0 1-1 0 0,0 0 1 0 0,0-1-1 0 0,0 1 1 0 0,-1 0-1 0 0,1 0 1 0 0,0 5 0 0 0,6 47 290 0 0,-3-9-2 0 0,-5-47-379 0 0,0 0 1 0 0,0 1 0 0 0,0-1-1 0 0,0 0 1 0 0,0 0 0 0 0,0 1-1 0 0,0-1 1 0 0,0 0-1 0 0,0 0 1 0 0,0 0 0 0 0,0 1-1 0 0,1-1 1 0 0,-1 0 0 0 0,0 0-1 0 0,0 0 1 0 0,0 1-1 0 0,0-1 1 0 0,0 0 0 0 0,0 0-1 0 0,0 0 1 0 0,1 1 0 0 0,-1-1-1 0 0,0 0 1 0 0,0 0-1 0 0,0 0 1 0 0,1 0 0 0 0,-1 0-1 0 0,0 1 1 0 0,0-1 0 0 0,0 0-1 0 0,1 0 1 0 0,-1 0-1 0 0,0 0 1 0 0,0 0 0 0 0,0 0-1 0 0,1 0 1 0 0,-1 0 0 0 0,0 0-1 0 0,0 0 1 0 0,1 0-1 0 0,-1 0 1 0 0,0 0 0 0 0,0 0-1 0 0,1 0 1 0 0,9-10 205 0 0,6-18-3 0 0,-15 27-192 0 0,48-108-1887 0 0,-40 89-5922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2:23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8080 3088 14371 0 0,'-4'3'231'0'0,"0"0"0"0"0,0-1 0 0 0,1 1 0 0 0,0 0-1 0 0,-1 1 1 0 0,1-1 0 0 0,0 1 0 0 0,1-1 0 0 0,-1 1 0 0 0,-2 4 0 0 0,1-1 311 0 0,-18 24-430 0 0,15-20-90 0 0,0 0 0 0 0,-1 0-1 0 0,-1 0 1 0 0,0-1 0 0 0,0-1 0 0 0,-1 1 0 0 0,-13 8 0 0 0,-3-2 60 0 0,-1-1 0 0 0,0-1 0 0 0,-1-1 1 0 0,-34 10-1 0 0,-123 28 604 0 0,91-27-494 0 0,57-15-130 0 0,-2-1-1 0 0,1-3 0 0 0,-41 2 1 0 0,-116-8 218 0 0,49 0-191 0 0,-83-2-217 0 0,-121 6-144 0 0,208 5 216 0 0,0-7-1 0 0,-213-25 1 0 0,245 6 261 0 0,2-6-1 0 0,0-4 1 0 0,-162-65 0 0 0,-295-165 696 0 0,514 233-892 0 0,-33-19-81 0 0,-110-77-1 0 0,-67-71-138 0 0,160 115 183 0 0,-218-189 291 0 0,16-22 202 0 0,96 91-282 0 0,8-3-1392 0 0,-31-28-721 0 0,192 196 1885 0 0,0 2 1 0 0,-64-38 0 0 0,-93-37 93 0 0,53 29 74 0 0,-91-50-159 0 0,-147-87-75 0 0,103 55 708 0 0,211 126-379 0 0,-2 2 1 0 0,-92-25-1 0 0,-108-10 468 0 0,-7-3-18 0 0,173 45-331 0 0,70 17-151 0 0,0-2 1 0 0,0-1-1 0 0,-55-23 1 0 0,48 8-218 0 0,32 18 21 0 0,-1 0 0 0 0,0 1 0 0 0,-1 1 0 0 0,-13-6 1 0 0,21 9 9 0 0,-1 1 0 0 0,2 0-6 0 0,0 0 1 0 0,1 0 0 0 0,-1 0-1 0 0,0 0 1 0 0,0 1 0 0 0,0-1 0 0 0,0 0-1 0 0,0 0 1 0 0,1 0 0 0 0,-1 0-1 0 0,0 0 1 0 0,0 0 0 0 0,0 0 0 0 0,0 0-1 0 0,0 0 1 0 0,0 0 0 0 0,0 0-1 0 0,1 1 1 0 0,-1-1 0 0 0,0 0-1 0 0,0 0 1 0 0,0 0 0 0 0,0 0 0 0 0,0 0-1 0 0,0 0 1 0 0,0 1 0 0 0,0-1-1 0 0,0 0 1 0 0,0 0 0 0 0,0 0 0 0 0,0 0-1 0 0,0 0 1 0 0,0 1 0 0 0,0-1-1 0 0,0 0 1 0 0,0 0 0 0 0,0 0 0 0 0,0 0-1 0 0,0 0 1 0 0,0 1 0 0 0,0-1-1 0 0,0 0 1 0 0,0 0 0 0 0,0 0-1 0 0,0 0 1 0 0,0 0 0 0 0,0 0 0 0 0,0 1-1 0 0,-1-1 1 0 0,1 0 0 0 0,0 0-1 0 0,0 0 1 0 0,0 0 0 0 0,0 0 0 0 0,0 0-1 0 0,0 0 1 0 0,0 0 0 0 0,-1 0-1 0 0,1 1 1 0 0,0-1 0 0 0,0 0-1 0 0,0 0 1 0 0,0 0 0 0 0,-1 0 0 0 0,2 0 23 0 0,0 1 1 0 0,-1 0 0 0 0,1-1 0 0 0,0 1-1 0 0,-1-1 1 0 0,1 1 0 0 0,0-1-1 0 0,0 0 1 0 0,0 1 0 0 0,-1-1 0 0 0,1 0-1 0 0,0 1 1 0 0,0-1 0 0 0,0 0 0 0 0,0 0-1 0 0,-1 0 1 0 0,1 0 0 0 0,0 0 0 0 0,0 0-1 0 0,0 0 1 0 0,0 0 0 0 0,0 0 0 0 0,1-1-1 0 0,15-14 323 0 0,-6 3-477 0 0,99-107-790 0 0,-103 114 884 0 0,1 1 0 0 0,-1 0 1 0 0,0 0-1 0 0,1 0 1 0 0,0 1-1 0 0,0 0 0 0 0,16-3 1 0 0,-2-1-11 0 0,-19 7 80 0 0,-9 9 703 0 0,-30 22-471 0 0,23-21-272 0 0,0 0 0 0 0,1 1 0 0 0,0 1 0 0 0,1 0 0 0 0,-12 17 0 0 0,-16 16 86 0 0,32-38-62 0 0,1-1 0 0 0,-1 1 0 0 0,1 1 0 0 0,0-1 0 0 0,1 1 0 0 0,-6 11 0 0 0,11-18-10 0 0,0 0 1 0 0,-1 0-1 0 0,1-1 1 0 0,0 1 0 0 0,0 0-1 0 0,0 0 1 0 0,0 0-1 0 0,0-1 1 0 0,1 1 0 0 0,-1 0-1 0 0,0 0 1 0 0,0-1-1 0 0,0 1 1 0 0,1 0-1 0 0,-1 0 1 0 0,0-1 0 0 0,1 1-1 0 0,-1 0 1 0 0,1-1-1 0 0,-1 1 1 0 0,1-1 0 0 0,-1 1-1 0 0,1 0 1 0 0,-1-1-1 0 0,1 1 1 0 0,-1-1 0 0 0,1 1-1 0 0,0-1 1 0 0,-1 0-1 0 0,1 1 1 0 0,0-1-1 0 0,-1 0 1 0 0,1 1 0 0 0,0-1-1 0 0,1 1 1 0 0,35 10 163 0 0,-26-8-113 0 0,5 4 32 0 0,-1 1 1 0 0,0 0-1 0 0,-1 1 1 0 0,0 1-1 0 0,0 0 1 0 0,-1 1-1 0 0,-1 1 1 0 0,19 21-1 0 0,33 28 154 0 0,-61-60-235 0 0,4 6-124 0 0,0-1 1 0 0,1 0-1 0 0,-1-1 0 0 0,1 0 1 0 0,1 0-1 0 0,-1 0 1 0 0,1-1-1 0 0,0-1 0 0 0,9 4 1 0 0,5-4-7691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6.9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41 1840 0 0,'-12'-23'2273'0'0,"12"21"-1841"0"0,-1 1-1 0 0,0 0 1 0 0,1 0 0 0 0,-1 0-1 0 0,-3-4 1727 0 0,3 4-1726 0 0,-9-4 3550 0 0,3 19 347 0 0,4-5-4027 0 0,-6 17 93 0 0,0 0 1 0 0,2 0 0 0 0,-6 41-1 0 0,12-59-390 0 0,1 0 0 0 0,0 0 0 0 0,0-1 0 0 0,1 1 0 0 0,0 0 0 0 0,0 0 0 0 0,4 11 0 0 0,-4-15-13 0 0,1 0 0 0 0,0 0-1 0 0,-1 0 1 0 0,2 0 0 0 0,-1-1 0 0 0,0 1 0 0 0,1-1 0 0 0,0 0 0 0 0,-1 1 0 0 0,1-1 0 0 0,0 0 0 0 0,1-1 0 0 0,-1 1 0 0 0,7 4 0 0 0,-5-5-24 0 0,0-1 1 0 0,-1 1-1 0 0,1-1 1 0 0,0 0-1 0 0,0 0 1 0 0,-1 0-1 0 0,1 0 1 0 0,0-1-1 0 0,0 0 1 0 0,0 0-1 0 0,0-1 1 0 0,0 1-1 0 0,0-1 1 0 0,-1 0-1 0 0,1 0 1 0 0,0-1-1 0 0,-1 1 1 0 0,1-1 0 0 0,-1 0-1 0 0,1 0 1 0 0,-1-1-1 0 0,0 1 1 0 0,0-1-1 0 0,0 0 1 0 0,5-4-1 0 0,-4 3 91 0 0,-1 0 0 0 0,1 0 0 0 0,-1 0 1 0 0,1 0-1 0 0,-1-1 0 0 0,-1 0 0 0 0,1 0 0 0 0,-1 0 0 0 0,1 0 0 0 0,-2 0 0 0 0,1-1 0 0 0,0 1 1 0 0,-1-1-1 0 0,0 0 0 0 0,-1 0 0 0 0,1 0 0 0 0,-1 0 0 0 0,0 0 0 0 0,0 0 0 0 0,-1-7 0 0 0,0 13-27 0 0,0 0-1 0 0,0-1 0 0 0,0 1 0 0 0,0-1 0 0 0,0 1 0 0 0,0-1 0 0 0,0 1 0 0 0,0 0 0 0 0,0-1 0 0 0,0 1 0 0 0,0-1 0 0 0,0 1 0 0 0,0-1 0 0 0,-1 1 0 0 0,1 0 0 0 0,0-1 1 0 0,0 1-1 0 0,0 0 0 0 0,-1-1 0 0 0,1 1 0 0 0,0-1 0 0 0,0 1 0 0 0,-1 0 0 0 0,1 0 0 0 0,0-1 0 0 0,-1 1 0 0 0,1 0 0 0 0,-1 0 0 0 0,1-1 0 0 0,0 1 0 0 0,-1 0 0 0 0,1 0 1 0 0,-1 0-1 0 0,1-1 0 0 0,0 1 0 0 0,-1 0 0 0 0,1 0 0 0 0,-1 0 0 0 0,0 0 0 0 0,1 0-22 0 0,-1 1 0 0 0,1-1 0 0 0,-1 1 0 0 0,1-1-1 0 0,-1 1 1 0 0,1-1 0 0 0,0 1 0 0 0,-1-1 0 0 0,1 1 0 0 0,0-1 0 0 0,0 1 0 0 0,-1-1 0 0 0,1 1-1 0 0,0-1 1 0 0,0 1 0 0 0,0-1 0 0 0,0 1 0 0 0,0 0 0 0 0,0-1 0 0 0,0 1 0 0 0,0-1 0 0 0,0 1-1 0 0,0 0 1 0 0,0-1 0 0 0,0 1 0 0 0,0-1 0 0 0,0 1 0 0 0,0-1 0 0 0,1 1 0 0 0,-1 0 0 0 0,1 0-1 0 0,2 5-69 0 0,0 0-1 0 0,0 0 1 0 0,1 0-1 0 0,0 0 1 0 0,0-1-1 0 0,1 0 0 0 0,-1 0 1 0 0,1 0-1 0 0,0 0 1 0 0,1-1-1 0 0,-1 0 1 0 0,7 4-1 0 0,-7-5 118 0 0,0 1 0 0 0,0-1 0 0 0,1 0 0 0 0,-1-1 0 0 0,1 1 0 0 0,-1-1 0 0 0,1 0 0 0 0,0-1 0 0 0,0 1 0 0 0,0-1 0 0 0,0 0 0 0 0,0-1 0 0 0,11 1 0 0 0,-13-2-5 0 0,0 0 0 0 0,-1 0 0 0 0,1 0-1 0 0,0-1 1 0 0,0 1 0 0 0,0-1-1 0 0,-1 0 1 0 0,1 0 0 0 0,-1 0-1 0 0,0 0 1 0 0,1-1 0 0 0,-1 1 0 0 0,0-1-1 0 0,0 0 1 0 0,-1 0 0 0 0,1 0-1 0 0,-1 0 1 0 0,1 0 0 0 0,-1-1-1 0 0,0 1 1 0 0,0-1 0 0 0,0 1-1 0 0,-1-1 1 0 0,1 0 0 0 0,-1 0 0 0 0,0 0-1 0 0,0 0 1 0 0,0-5 0 0 0,0 2-30 0 0,0-1 1 0 0,-1 0-1 0 0,0 0 1 0 0,0 0-1 0 0,-1 0 1 0 0,0 1-1 0 0,0-1 1 0 0,0 0-1 0 0,-1 1 1 0 0,-1-1-1 0 0,1 1 1 0 0,-1-1-1 0 0,-6-10 1 0 0,-20-19-136 0 0,28 35-167 0 0,-1 0 1 0 0,1 1-1 0 0,0-1 1 0 0,-1 1 0 0 0,1-1-1 0 0,-1 1 1 0 0,0 0-1 0 0,0 0 1 0 0,1-1-1 0 0,-1 1 1 0 0,0 0 0 0 0,0 1-1 0 0,0-1 1 0 0,0 0-1 0 0,0 1 1 0 0,0-1-1 0 0,0 1 1 0 0,0-1-1 0 0,-4 1 1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7.1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6913 0 0,'3'0'311'0'0,"0"1"0"0"0,-1-1-1 0 0,1 1 1 0 0,-1 0 0 0 0,1-1-1 0 0,-1 1 1 0 0,0 0-1 0 0,1 0 1 0 0,-1 1 0 0 0,0-1-1 0 0,0 0 1 0 0,0 1 0 0 0,0-1-1 0 0,0 1 1 0 0,0 0-1 0 0,0 0 1 0 0,0 0 0 0 0,-1 0-1 0 0,1 0 1 0 0,-1 0-1 0 0,1 0 1 0 0,-1 0 0 0 0,0 1-1 0 0,0-1 1 0 0,0 0 0 0 0,1 5-1 0 0,3 9-24 0 0,0 0 0 0 0,-1 1 0 0 0,2 18 0 0 0,-2-7 504 0 0,-2-18-1117 0 0,1-1 0 0 0,0 1-1 0 0,6 15 1 0 0,-2-11-5388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3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41 1 3681 0 0,'-1'11'12472'0'0,"-3"0"-11931"0"0,-20 72 2251 0 0,13-24-5716 0 0,11-44-3140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8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25 10594 0 0,'-1'0'66'0'0,"1"-1"0"0"0,0 1 0 0 0,-1-1 0 0 0,1 1 0 0 0,0-1 0 0 0,-1 0 0 0 0,1 1 0 0 0,0-1 0 0 0,0 1 0 0 0,0-1-1 0 0,-1 0 1 0 0,1 1 0 0 0,0-1 0 0 0,0 0 0 0 0,0 1 0 0 0,0-1 0 0 0,0 0 0 0 0,0 1 0 0 0,0-1 0 0 0,0 0 0 0 0,1 1 0 0 0,-1-1 0 0 0,0 1-1 0 0,0-1 1 0 0,0 0 0 0 0,1 1 0 0 0,-1-1 0 0 0,0 1 0 0 0,1-1 0 0 0,-1 1 0 0 0,1-1 0 0 0,-1 0 0 0 0,0 1 0 0 0,1 0 0 0 0,-1-1 0 0 0,1 1 0 0 0,-1-1-1 0 0,1 1 1 0 0,-1 0 0 0 0,1-1 0 0 0,0 1 0 0 0,-1 0 0 0 0,1-1 0 0 0,-1 1 0 0 0,1 0 0 0 0,0 0 0 0 0,-1 0 0 0 0,1 0 0 0 0,0 0 0 0 0,-1-1-1 0 0,1 1 1 0 0,0 0 0 0 0,-1 0 0 0 0,1 1 0 0 0,1-1 0 0 0,-2 0-136 0 0,2 0 97 0 0,0 0 0 0 0,0 0 0 0 0,0 0 0 0 0,-1 1 0 0 0,1-1 0 0 0,0 0 0 0 0,0 1 0 0 0,-1 0 0 0 0,1-1 0 0 0,0 1-1 0 0,-1 0 1 0 0,1 0 0 0 0,0 0 0 0 0,-1 0 0 0 0,1 0 0 0 0,-1 0 0 0 0,0 1 0 0 0,1-1 0 0 0,-1 0 0 0 0,0 1 0 0 0,0-1 0 0 0,0 1-1 0 0,0-1 1 0 0,0 1 0 0 0,2 3 0 0 0,1 2 141 0 0,-1 1-1 0 0,1 0 1 0 0,4 16-1 0 0,-6-13-193 0 0,0 1 1 0 0,0-1-1 0 0,-1 1 0 0 0,-1 0 1 0 0,0-1-1 0 0,0 1 1 0 0,-5 21-1 0 0,-1-2 657 0 0,-18 49-1 0 0,47-98 3427 0 0,27-46-2625 0 0,8-8-1682 0 0,-13 30-6020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5:59.9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5681 0 0,'10'-8'13489'0'0,"-9"19"-15018"0"0,2 26 2504 0 0,-3-22-629 0 0,1 0 0 0 0,1 0 1 0 0,0 0-1 0 0,8 26 0 0 0,-9-38-326 0 0,0 0-1 0 0,1 0 1 0 0,-1-1-1 0 0,0 1 1 0 0,1 0-1 0 0,0 0 1 0 0,0-1-1 0 0,0 1 1 0 0,0-1 0 0 0,0 0-1 0 0,0 1 1 0 0,0-1-1 0 0,1 0 1 0 0,-1 0-1 0 0,1-1 1 0 0,0 1-1 0 0,-1 0 1 0 0,1-1-1 0 0,0 0 1 0 0,0 0-1 0 0,0 1 1 0 0,0-2 0 0 0,0 1-1 0 0,0 0 1 0 0,0-1-1 0 0,0 1 1 0 0,1-1-1 0 0,3 0 1 0 0,-3-1-60 0 0,0 1-1 0 0,0-1 1 0 0,0 0 0 0 0,-1-1 0 0 0,1 1 0 0 0,0-1 0 0 0,0 0 0 0 0,-1 0-1 0 0,1 0 1 0 0,-1 0 0 0 0,0 0 0 0 0,0-1 0 0 0,0 1 0 0 0,0-1-1 0 0,0 0 1 0 0,0 0 0 0 0,-1 0 0 0 0,1-1 0 0 0,-1 1 0 0 0,0 0 0 0 0,2-5-1 0 0,0 1 117 0 0,0 0-1 0 0,0-1 0 0 0,-1 1 0 0 0,0-1 1 0 0,-1 0-1 0 0,1 0 0 0 0,-1 0 1 0 0,-1 0-1 0 0,1-12 0 0 0,-3 7 287 0 0,0 18-258 0 0,2 26-475 0 0,0-28 358 0 0,0-1 0 0 0,0 1 0 0 0,0 0 0 0 0,0-1 0 0 0,1 1 0 0 0,-1-1 0 0 0,1 1 0 0 0,0-1 0 0 0,0 0 0 0 0,0 1 0 0 0,0-1 0 0 0,0 0 0 0 0,0-1 0 0 0,0 1 1 0 0,1 0-1 0 0,-1 0 0 0 0,4 1 0 0 0,-2-1 43 0 0,1-1 0 0 0,0 1 1 0 0,0-1-1 0 0,0 1 1 0 0,0-2-1 0 0,0 1 1 0 0,0 0-1 0 0,0-1 0 0 0,7 0 1 0 0,-2-1 71 0 0,-1 0-1 0 0,1-1 1 0 0,-1 0 0 0 0,1 0 0 0 0,-1-1 0 0 0,0 0-1 0 0,0-1 1 0 0,0 1 0 0 0,0-2 0 0 0,8-5 0 0 0,-11 6-57 0 0,-1-1 0 0 0,1 0 0 0 0,-1 0 0 0 0,0 0 1 0 0,-1-1-1 0 0,1 1 0 0 0,-1-1 0 0 0,0 0 0 0 0,-1 0 1 0 0,1-1-1 0 0,-1 1 0 0 0,0-1 0 0 0,-1 0 0 0 0,0 1 1 0 0,0-1-1 0 0,1-9 0 0 0,-2 11-151 0 0,0-1 0 0 0,-1 0 1 0 0,0 0-1 0 0,0 1 0 0 0,-1-1 0 0 0,1 0 0 0 0,-1 0 1 0 0,0 1-1 0 0,-1-1 0 0 0,1 1 0 0 0,-1-1 0 0 0,0 1 0 0 0,-1 0 1 0 0,1-1-1 0 0,-1 1 0 0 0,0 0 0 0 0,-1 1 0 0 0,1-1 1 0 0,-1 1-1 0 0,-7-8 0 0 0,2 5-2066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5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61 10138 0 0,'2'-4'208'0'0,"0"1"1"0"0,0 0-1 0 0,0-1 0 0 0,0 1 0 0 0,1 0 1 0 0,-1 1-1 0 0,1-1 0 0 0,0 0 0 0 0,0 1 1 0 0,0-1-1 0 0,0 1 0 0 0,0 0 0 0 0,7-3 1 0 0,-5 2 163 0 0,1 0 0 0 0,-1 1 0 0 0,1 0 0 0 0,-1 0 0 0 0,1 0 0 0 0,0 1 0 0 0,0-1 0 0 0,8 1 0 0 0,-12 1-316 0 0,0-1-1 0 0,-1 2 1 0 0,1-1-1 0 0,-1 0 0 0 0,1 0 1 0 0,0 0-1 0 0,-1 1 1 0 0,1-1-1 0 0,0 1 1 0 0,-1-1-1 0 0,1 1 1 0 0,-1 0-1 0 0,1-1 1 0 0,-1 1-1 0 0,0 0 1 0 0,1 0-1 0 0,-1 0 0 0 0,0 0 1 0 0,0 0-1 0 0,1 0 1 0 0,-1 1-1 0 0,0-1 1 0 0,0 0-1 0 0,1 3 1 0 0,0 0-39 0 0,-1-1 1 0 0,0 1 0 0 0,0-1 0 0 0,-1 1-1 0 0,1-1 1 0 0,-1 1 0 0 0,1-1 0 0 0,-1 1-1 0 0,0-1 1 0 0,0 1 0 0 0,-1 3 0 0 0,-2 10-12 0 0,-1-1 1 0 0,0 0-1 0 0,-12 29 1 0 0,11-35 97 0 0,-8 23 547 0 0,13-32-580 0 0,-1 0-1 0 0,1 1 1 0 0,0-1 0 0 0,-1 0 0 0 0,1 0-1 0 0,0 1 1 0 0,0-1 0 0 0,0 0-1 0 0,0 1 1 0 0,0-1 0 0 0,0 0 0 0 0,0 1-1 0 0,1-1 1 0 0,-1 0 0 0 0,0 0 0 0 0,1 1-1 0 0,-1-1 1 0 0,1 0 0 0 0,-1 0 0 0 0,1 0-1 0 0,1 2 1 0 0,-1-3-38 0 0,0 1 1 0 0,0-1-1 0 0,0 0 1 0 0,0 1-1 0 0,0-1 1 0 0,-1 0-1 0 0,1 0 1 0 0,0 0-1 0 0,0 0 1 0 0,0 0-1 0 0,0 0 0 0 0,0 0 1 0 0,0 0-1 0 0,0 0 1 0 0,0-1-1 0 0,0 1 1 0 0,0 0-1 0 0,0-1 1 0 0,0 1-1 0 0,0 0 1 0 0,0-1-1 0 0,0 1 0 0 0,0-1 1 0 0,0 0-1 0 0,28-19-463 0 0,-22 15-25 0 0,7-3-1328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0.7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1 2761 0 0,'-5'4'7727'0'0,"2"6"-3417"0"0,1 15-1285 0 0,1-18-2168 0 0,-8 78 2127 0 0,-3 0-5473 0 0,10-66-4443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1.0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 9674 0 0,'2'-1'418'0'0,"0"1"0"0"0,0 0 1 0 0,0 0-1 0 0,0 0 0 0 0,1 0 0 0 0,-1 0 0 0 0,0 0 1 0 0,0 0-1 0 0,0 1 0 0 0,0-1 0 0 0,0 1 0 0 0,0-1 0 0 0,0 1 1 0 0,0 0-1 0 0,0 0 0 0 0,0 0 0 0 0,-1 0 0 0 0,1 0 1 0 0,0 1-1 0 0,0-1 0 0 0,-1 0 0 0 0,1 1 0 0 0,-1-1 0 0 0,2 3 1 0 0,1 0-90 0 0,0 1 1 0 0,-1-1-1 0 0,0 1 1 0 0,0 0-1 0 0,0 0 1 0 0,-1 0-1 0 0,1 0 1 0 0,1 6-1 0 0,11 55 202 0 0,-9-40-1293 0 0,0 0-1 0 0,19 45 1 0 0,-15-50-6909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2.3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89 3225 0 0,'-2'-2'231'0'0,"1"1"0"0"0,-1 0 1 0 0,1 0-1 0 0,-1-1 1 0 0,1 1-1 0 0,0-1 0 0 0,0 1 1 0 0,-1-1-1 0 0,1 0 1 0 0,0 1-1 0 0,1-1 0 0 0,-1 0 1 0 0,0 0-1 0 0,0 0 1 0 0,1 1-1 0 0,-1-1 1 0 0,1 0-1 0 0,0 0 0 0 0,-1 0 1 0 0,1 0-1 0 0,0 0 1 0 0,0 0-1 0 0,0 0 0 0 0,0 0 1 0 0,1 0-1 0 0,-1 0 1 0 0,1 0-1 0 0,-1 0 0 0 0,1 1 1 0 0,-1-1-1 0 0,1 0 1 0 0,0 0-1 0 0,0 0 0 0 0,0 1 1 0 0,0-1-1 0 0,2-2 1 0 0,0 1 138 0 0,0 1 0 0 0,0 0 0 0 0,0 0 0 0 0,0 0 0 0 0,1 0 0 0 0,-1 1 1 0 0,0-1-1 0 0,1 1 0 0 0,0 0 0 0 0,-1 0 0 0 0,1 0 0 0 0,-1 0 0 0 0,1 1 1 0 0,0-1-1 0 0,0 1 0 0 0,-1 0 0 0 0,8 1 0 0 0,-9-1-287 0 0,1 1-1 0 0,0 0 0 0 0,-1 0 1 0 0,1 0-1 0 0,0 0 1 0 0,-1 0-1 0 0,1 1 0 0 0,-1-1 1 0 0,0 1-1 0 0,0-1 1 0 0,1 1-1 0 0,-1 0 1 0 0,0 0-1 0 0,0 0 0 0 0,0 0 1 0 0,-1 1-1 0 0,1-1 1 0 0,-1 0-1 0 0,1 1 0 0 0,-1-1 1 0 0,0 1-1 0 0,1-1 1 0 0,0 5-1 0 0,3 13-109 0 0,-1 0 0 0 0,-1 0-1 0 0,-1 0 1 0 0,0 0 0 0 0,-2 0 0 0 0,-3 37 0 0 0,1 11 24 0 0,2-68 47 0 0,0 1 0 0 0,0 0 0 0 0,0 0 0 0 0,0-1-1 0 0,0 1 1 0 0,0 0 0 0 0,0 0 0 0 0,0 0 0 0 0,0-1 0 0 0,0 1 0 0 0,0 0 0 0 0,1 0 0 0 0,-1-1 0 0 0,0 1 0 0 0,1 0 0 0 0,-1 0 0 0 0,1-1 0 0 0,-1 1 0 0 0,0 0 0 0 0,1-1 0 0 0,-1 1 0 0 0,1-1 0 0 0,0 1 0 0 0,-1-1 0 0 0,1 1 0 0 0,1 0 0 0 0,-1-1 2 0 0,0 1 1 0 0,0-1 0 0 0,1 0 0 0 0,-1 0 0 0 0,0 0-1 0 0,0 0 1 0 0,1-1 0 0 0,-1 1 0 0 0,0 0-1 0 0,0 0 1 0 0,1-1 0 0 0,-1 1 0 0 0,0-1 0 0 0,0 1-1 0 0,2-2 1 0 0,7-4 183 0 0,0-1 0 0 0,17-15-1 0 0,-20 16-141 0 0,58-48 324 0 0,-9 6-865 0 0,68-45-1 0 0,-106 82-1423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40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77 7370 0 0,'0'-1'208'0'0,"0"0"-1"0"0,-1 1 1 0 0,1-1 0 0 0,-1 0 0 0 0,0 1 0 0 0,1-1 0 0 0,-1 1 0 0 0,1-1 0 0 0,-1 1 0 0 0,0-1 0 0 0,1 1 0 0 0,-1-1 0 0 0,0 1 0 0 0,0 0 0 0 0,1-1 0 0 0,-1 1 0 0 0,0 0 0 0 0,0 0 0 0 0,0 0 0 0 0,1 0 0 0 0,-1-1 0 0 0,0 1 0 0 0,0 0 0 0 0,0 0 0 0 0,1 1 0 0 0,-1-1 0 0 0,0 0-1 0 0,0 0 1 0 0,0 0 0 0 0,1 0 0 0 0,-1 1 0 0 0,0-1 0 0 0,-1 1 0 0 0,1 0-24 0 0,-1 1-1 0 0,1 0 1 0 0,0-1-1 0 0,-1 1 1 0 0,1 0-1 0 0,0 0 1 0 0,0 0-1 0 0,0 0 1 0 0,0 0 0 0 0,1 0-1 0 0,-1 0 1 0 0,0 3-1 0 0,-2 8 117 0 0,0 1-1 0 0,0 25 1 0 0,3-32-239 0 0,0 0-1 0 0,0 0 0 0 0,1 0 1 0 0,0 0-1 0 0,0 0 1 0 0,0 0-1 0 0,1 0 0 0 0,0 0 1 0 0,1-1-1 0 0,0 1 1 0 0,0-1-1 0 0,6 11 0 0 0,-7-14-21 0 0,1 0 0 0 0,-1-1 0 0 0,0 0 0 0 0,1 1-1 0 0,-1-1 1 0 0,1 0 0 0 0,0 0 0 0 0,0 0 0 0 0,0 0 0 0 0,0-1-1 0 0,0 1 1 0 0,0-1 0 0 0,0 0 0 0 0,1 0 0 0 0,-1 0-1 0 0,0 0 1 0 0,1-1 0 0 0,-1 1 0 0 0,0-1 0 0 0,1 0 0 0 0,-1 0-1 0 0,1 0 1 0 0,-1 0 0 0 0,0 0 0 0 0,1-1 0 0 0,-1 0 0 0 0,0 0-1 0 0,5-1 1 0 0,-6 1-13 0 0,0 1 0 0 0,-1-1-1 0 0,1 1 1 0 0,0-1 0 0 0,-1 0-1 0 0,1 1 1 0 0,-1-1 0 0 0,1 0 0 0 0,-1 0-1 0 0,0 0 1 0 0,1 0 0 0 0,-1 0 0 0 0,0 0-1 0 0,0-1 1 0 0,0 1 0 0 0,0 0-1 0 0,0-1 1 0 0,0 1 0 0 0,0-1 0 0 0,0 1-1 0 0,0-1 1 0 0,-1 1 0 0 0,2-3-1 0 0,-2-1 46 0 0,1 1-1 0 0,-1-1 0 0 0,0 1 1 0 0,0-1-1 0 0,-1 0 0 0 0,-1-8 1 0 0,-1-17-5 0 0,45 56-1823 0 0,-38-24 1814 0 0,1 1 0 0 0,0-1 0 0 0,0 0 1 0 0,0-1-1 0 0,0 1 0 0 0,1-1 0 0 0,-1 0 1 0 0,0 0-1 0 0,0-1 0 0 0,1 1 0 0 0,-1-1 1 0 0,0-1-1 0 0,1 1 0 0 0,-1-1 0 0 0,0 1 1 0 0,0-2-1 0 0,1 1 0 0 0,-1 0 0 0 0,0-1 1 0 0,0 0-1 0 0,0 0 0 0 0,-1-1 0 0 0,1 1 1 0 0,0-1-1 0 0,-1 0 0 0 0,0 0 0 0 0,6-5 1 0 0,-4 1 43 0 0,0 1 0 0 0,0 0 0 0 0,0-1 0 0 0,-1 0 1 0 0,0-1-1 0 0,0 1 0 0 0,-1-1 0 0 0,0 0 0 0 0,0 0 1 0 0,-1 0-1 0 0,0 0 0 0 0,-1-1 0 0 0,0 1 0 0 0,0-1 1 0 0,1-15-1 0 0,-3 22-110 0 0,1-3-238 0 0,-1 0 1 0 0,1-1 0 0 0,-2 1 0 0 0,1 0 0 0 0,0 0 0 0 0,-1 0 0 0 0,0 1 0 0 0,0-1 0 0 0,-3-7 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3.9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6449 0 0,'0'-2'281'0'0,"1"0"0"0"0,-1 0 0 0 0,1 0-1 0 0,-1 0 1 0 0,1 0 0 0 0,-1 0 0 0 0,1 1-1 0 0,0-1 1 0 0,0 0 0 0 0,0 0-1 0 0,0 1 1 0 0,0-1 0 0 0,0 1 0 0 0,1-1-1 0 0,-1 1 1 0 0,0-1 0 0 0,1 1 0 0 0,-1 0-1 0 0,3-2 1 0 0,-1 1 94 0 0,1-1-1 0 0,0 1 1 0 0,1 0 0 0 0,-1 0-1 0 0,0 0 1 0 0,1 0-1 0 0,-1 1 1 0 0,8-2 0 0 0,-9 2-227 0 0,0 1 1 0 0,1-1 0 0 0,-1 1 0 0 0,0 0 0 0 0,1 0 0 0 0,-1 0-1 0 0,0 1 1 0 0,0-1 0 0 0,1 1 0 0 0,-1 0 0 0 0,0 0 0 0 0,4 1-1 0 0,-6-1-95 0 0,1 0-1 0 0,-1-1 0 0 0,0 1 0 0 0,1 0 0 0 0,-1 0 0 0 0,0 1 1 0 0,1-1-1 0 0,-1 0 0 0 0,0 0 0 0 0,0 1 0 0 0,0-1 0 0 0,0 0 1 0 0,0 1-1 0 0,0-1 0 0 0,-1 1 0 0 0,1-1 0 0 0,0 1 0 0 0,-1 0 1 0 0,1-1-1 0 0,-1 1 0 0 0,0 0 0 0 0,1-1 0 0 0,-1 1 1 0 0,0 1-1 0 0,0 7-128 0 0,-1 0 0 0 0,-1 0 1 0 0,1 0-1 0 0,-1 0 0 0 0,-1 0 0 0 0,-7 17 1 0 0,7-19-99 0 0,-1 1 0 0 0,2 0 0 0 0,-1 0 1 0 0,1-1-1 0 0,0 1 0 0 0,1 1 0 0 0,0-1 1 0 0,1 14-1 0 0,0-22 182 0 0,1 1 0 0 0,-1-1 0 0 0,1 1 0 0 0,-1-1 0 0 0,1 1 0 0 0,0-1 0 0 0,0 1 0 0 0,-1-1 0 0 0,1 0 0 0 0,0 1 0 0 0,0-1 0 0 0,0 0 0 0 0,1 0 0 0 0,-1 0 0 0 0,0 1 0 0 0,0-1 0 0 0,1-1 0 0 0,-1 1 0 0 0,0 0 0 0 0,1 0 0 0 0,-1 0 0 0 0,1-1 0 0 0,-1 1 0 0 0,1-1 0 0 0,-1 1 0 0 0,1-1 0 0 0,-1 0 0 0 0,1 1 0 0 0,0-1 0 0 0,-1 0 0 0 0,1 0 0 0 0,2 0 0 0 0,8 0 276 0 0,1-1 0 0 0,-1 0 0 0 0,17-3 0 0 0,-10 1 131 0 0,-17 2-365 0 0,0 1 1 0 0,0 0-1 0 0,-1-1 1 0 0,1 1-1 0 0,0 0 1 0 0,0 0-1 0 0,0 0 0 0 0,0 0 1 0 0,0 1-1 0 0,-1-1 1 0 0,1 0-1 0 0,0 1 1 0 0,0-1-1 0 0,-1 1 0 0 0,1 0 1 0 0,0-1-1 0 0,-1 1 1 0 0,1 0-1 0 0,0 0 1 0 0,-1 0-1 0 0,1 0 0 0 0,2 3 1 0 0,-4-2 9 0 0,1 0 0 0 0,0 0 0 0 0,-1 0 0 0 0,1 1 0 0 0,-1-1 0 0 0,0 0 1 0 0,0 0-1 0 0,0 0 0 0 0,0 0 0 0 0,0 1 0 0 0,0-1 0 0 0,0 0 0 0 0,-1 0 0 0 0,1 0 0 0 0,-1 0 0 0 0,0 1 0 0 0,1-1 1 0 0,-1 0-1 0 0,-1 2 0 0 0,-23 43 467 0 0,20-40-1002 0 0,1-1-1 0 0,0 1 1 0 0,0 0 0 0 0,1 0 0 0 0,0 0-1 0 0,0 1 1 0 0,1-1 0 0 0,0 1 0 0 0,0 0-1 0 0,1-1 1 0 0,-1 11 0 0 0,3-8 528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1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0 12443 0 0,'0'1'167'0'0,"1"-1"1"0"0,-1 0 0 0 0,1 0 0 0 0,0 1 0 0 0,-1-1 0 0 0,1 0-1 0 0,-1 1 1 0 0,1-1 0 0 0,-1 1 0 0 0,1-1 0 0 0,-1 1-1 0 0,1-1 1 0 0,-1 1 0 0 0,1-1 0 0 0,-1 1 0 0 0,0-1 0 0 0,1 1-1 0 0,-1-1 1 0 0,0 1 0 0 0,1 0 0 0 0,-1-1 0 0 0,0 1-1 0 0,0 0 1 0 0,0-1 0 0 0,0 1 0 0 0,0 0 0 0 0,1-1-1 0 0,-1 1 1 0 0,0 0 0 0 0,0-1 0 0 0,-1 1 0 0 0,1 0 0 0 0,0 1-1 0 0,-3 26 1335 0 0,3-25-1288 0 0,-8 36 616 0 0,-20 60 0 0 0,5-24-3899 0 0,17-55-3663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04.56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48 6449 0 0,'22'-12'383'0'0,"-14"7"412"0"0,0 0 0 0 0,0 1 0 0 0,0 0 0 0 0,1 1 0 0 0,-1 0 1 0 0,1 0-1 0 0,0 1 0 0 0,0 0 0 0 0,0 0 0 0 0,9 0 0 0 0,-17 2-742 0 0,1 1-1 0 0,-1-1 1 0 0,1 0-1 0 0,-1 1 1 0 0,1 0-1 0 0,-1-1 1 0 0,0 1-1 0 0,0 0 1 0 0,1 0-1 0 0,-1-1 1 0 0,0 1-1 0 0,0 0 1 0 0,0 0-1 0 0,0 0 1 0 0,0 1-1 0 0,0-1 1 0 0,0 0-1 0 0,0 0 1 0 0,0 0-1 0 0,0 1 1 0 0,-1-1-1 0 0,1 1 1 0 0,-1-1-1 0 0,1 0 1 0 0,-1 1-1 0 0,1-1 1 0 0,-1 1-1 0 0,0-1 1 0 0,0 1 0 0 0,1 2-1 0 0,0 6 206 0 0,-1 1 1 0 0,0-1-1 0 0,-1 13 1 0 0,1-15-68 0 0,-3 18 474 0 0,-11 45 1 0 0,9-51-191 0 0,1-1 1 0 0,1 1 0 0 0,0 0 0 0 0,1 27 0 0 0,2-46-416 0 0,0 1 0 0 0,0-1 0 0 0,0 1-1 0 0,1-1 1 0 0,-1 1 0 0 0,0-1 0 0 0,0 1 0 0 0,1-1 0 0 0,-1 0 0 0 0,1 1 0 0 0,0-1 0 0 0,-1 0 0 0 0,1 1 0 0 0,0-1 0 0 0,0 0 0 0 0,-1 0 0 0 0,1 0 0 0 0,0 1 0 0 0,0-1 0 0 0,0 0-1 0 0,1 0 1 0 0,1 1 0 0 0,-1-1-10 0 0,0-1 0 0 0,0 1 0 0 0,0-1 0 0 0,0 1 0 0 0,0-1-1 0 0,0 0 1 0 0,0 0 0 0 0,0 0 0 0 0,0 0 0 0 0,0 0 0 0 0,0 0 0 0 0,0-1-1 0 0,0 1 1 0 0,3-2 0 0 0,9-3 91 0 0,-1 0-1 0 0,0-2 1 0 0,23-14 0 0 0,-24 14-20 0 0,14-8 144 0 0,26-15-1841 0 0,-17 11-3636 0 0,8-2-2694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3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78 43 920 0 0,'-21'-35'11484'0'0,"21"28"-9621"0"0,5 38 1151 0 0,3 6-2725 0 0,-2 1 0 0 0,-1 0-1 0 0,-1 62 1 0 0,0-19-34 0 0,14 386 98 0 0,-15 238-1357 0 0,-35-2-130 0 0,29-648 1122 0 0,-26 651 247 0 0,16-338 1732 0 0,-11 34-227 0 0,16-289-5616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4.4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164 476 5529 0 0,'-13'-2'672'0'0,"-1"2"0"0"0,0-1 0 0 0,0 2 1 0 0,0 0-1 0 0,0 0 0 0 0,0 2 0 0 0,1 0 0 0 0,-19 6 0 0 0,10-4 961 0 0,153-33-215 0 0,234-19 0 0 0,-236 31-843 0 0,156-40 0 0 0,24 6 501 0 0,-123 25-585 0 0,146-7-215 0 0,-116 16 8 0 0,392-24 819 0 0,-93 9-518 0 0,-334 16-484 0 0,361-41 239 0 0,-433 39-61 0 0,401-48 86 0 0,-490 64-496 0 0,-1 0 1 0 0,32 5 0 0 0,-13 3-6491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4.9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137 6 2761 0 0,'-9'-2'877'0'0,"1"1"0"0"0,-1 0 0 0 0,0 0 0 0 0,1 1 0 0 0,-1 0 1 0 0,0 0-1 0 0,1 1 0 0 0,-1 0 0 0 0,0 0 0 0 0,1 1 0 0 0,-1 1 1 0 0,1-1-1 0 0,0 1 0 0 0,-8 4 0 0 0,16-6-674 0 0,0 0-1 0 0,1 0 1 0 0,-1-1 0 0 0,0 1 0 0 0,1 0-1 0 0,-1-1 1 0 0,1 1 0 0 0,-1 0-1 0 0,1-1 1 0 0,0 1 0 0 0,-1-1 0 0 0,1 1-1 0 0,0-1 1 0 0,-1 1 0 0 0,1-1-1 0 0,0 1 1 0 0,-1-1 0 0 0,1 0-1 0 0,0 1 1 0 0,0-1 0 0 0,-1 0 0 0 0,1 0-1 0 0,0 1 1 0 0,1-1 0 0 0,33 15-324 0 0,-31-13 509 0 0,30 12-12 0 0,0 2 0 0 0,42 27 0 0 0,-67-36-367 0 0,0-1-1 0 0,1 1 1 0 0,-2 0-1 0 0,1 1 1 0 0,-1 0 0 0 0,0 0-1 0 0,-1 1 1 0 0,0 0-1 0 0,-1 0 1 0 0,1 1 0 0 0,-2-1-1 0 0,6 12 1 0 0,-10-14-15 0 0,1 0 1 0 0,-1 0-1 0 0,0 0 1 0 0,0 0-1 0 0,-1 0 1 0 0,0 0 0 0 0,0 0-1 0 0,-1 0 1 0 0,0 0-1 0 0,0 0 1 0 0,-1-1-1 0 0,0 1 1 0 0,0 0-1 0 0,0 0 1 0 0,-1-1-1 0 0,0 0 1 0 0,-8 13-1 0 0,-2 3 40 0 0,-2-1 0 0 0,-1 0 0 0 0,-26 27 0 0 0,26-31-60 0 0,-1-1 1 0 0,-37 29-1 0 0,42-37-158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5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162 104 4145 0 0,'-7'-19'6909'0'0,"7"19"-6833"0"0,-18 24 3659 0 0,14-18-4009 0 0,-126 215-1872 0 0,127-214 1232 0 0,13-18 566 0 0,14-20 119 0 0,-2-5 349 0 0,21-45 0 0 0,-31 53 864 0 0,2 1 0 0 0,1 1 1 0 0,2 1-1 0 0,21-28 0 0 0,-36 51-831 0 0,0 0 0 0 0,-1 0-1 0 0,1 0 1 0 0,0 1 0 0 0,0-1-1 0 0,0 0 1 0 0,0 1 0 0 0,0-1-1 0 0,0 1 1 0 0,0 0 0 0 0,1 0-1 0 0,-1 0 1 0 0,0 0-1 0 0,1 0 1 0 0,-1 1 0 0 0,1-1-1 0 0,-1 1 1 0 0,1-1 0 0 0,-1 1-1 0 0,1 0 1 0 0,-1 0 0 0 0,6 0-1 0 0,-4 2 45 0 0,1-1 0 0 0,0 1 0 0 0,-1 0 0 0 0,1 0-1 0 0,-1 1 1 0 0,0 0 0 0 0,0-1 0 0 0,0 1 0 0 0,0 0 0 0 0,7 7-1 0 0,10 13 182 0 0,23 30-1 0 0,5 5-2219 0 0,-28-37-5579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6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11522 0 0,'7'9'4582'0'0,"11"30"-2030"0"0,-13-23-2120 0 0,0 0 0 0 0,-1 1 0 0 0,-1-1-1 0 0,0 1 1 0 0,-1 20 0 0 0,-3 89-69 0 0,-2-47-607 0 0,3-65-342 0 0,-1 27-710 0 0,-6-16-6225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8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0 249 920 0 0,'8'-19'952'0'0,"2"1"0"0"0,-1 1 0 0 0,2-1 0 0 0,1 2-1 0 0,0-1 1 0 0,1 2 0 0 0,0 0 0 0 0,1 0 0 0 0,1 1 0 0 0,0 1 0 0 0,1 1-1 0 0,1 0 1 0 0,0 1 0 0 0,31-16 0 0 0,-45 26-960 0 0,1-1 0 0 0,-1 1 0 0 0,1 0 1 0 0,-1 0-1 0 0,1 0 0 0 0,-1 0 0 0 0,1 0 0 0 0,0 1 1 0 0,-1 0-1 0 0,1 0 0 0 0,0 0 0 0 0,4 0 0 0 0,-6 1-236 0 0,-1-1-1 0 0,1 1 1 0 0,-1 0-1 0 0,1-1 1 0 0,-1 1-1 0 0,0 0 1 0 0,1 0-1 0 0,-1 0 1 0 0,0 0-1 0 0,1 0 1 0 0,-1 0-1 0 0,0 0 1 0 0,0 1-1 0 0,0-1 1 0 0,0 0-1 0 0,0 1 1 0 0,0-1-1 0 0,0 0 1 0 0,-1 1 0 0 0,1-1-1 0 0,0 1 1 0 0,-1 0-1 0 0,1-1 1 0 0,-1 1-1 0 0,0-1 1 0 0,1 1-1 0 0,-1 0 1 0 0,0-1-1 0 0,0 3 1 0 0,-1 11-1591 0 0,-4 2 1109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6.98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0 122 1840 0 0,'6'-7'160'0'0,"-4"1"-160"0"0,3 0 0 0 0,-3 2 0 0 0,1 2 641 0 0,0-1 87 0 0,1-1 16 0 0,5-5 8 0 0,3-3-88 0 0,2-2-24 0 0,3 0 0 0 0,-2 3 1 0 0,0 2-1218 0 0,-1 2-239 0 0,-1 0-48 0 0,-3 0-16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1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67 5985 0 0,'4'0'536'0'0,"0"0"-432"0"0,0 0-104 0 0,-1 0 0 0 0,1-1 817 0 0,2-1 143 0 0,5 1 24 0 0,6-3 8 0 0,5-2-520 0 0,5-2-104 0 0,-4-2-16 0 0,4-1-7 0 0,1 0-273 0 0,-3-2-72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5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59 234 7834 0 0,'-1'2'379'0'0,"0"0"0"0"0,0 0 0 0 0,0 1 0 0 0,0-1 1 0 0,1 0-1 0 0,-1 1 0 0 0,1-1 0 0 0,0 1 0 0 0,0-1 0 0 0,0 1 1 0 0,0-1-1 0 0,0 1 0 0 0,0-1 0 0 0,1 4 0 0 0,10 43 2218 0 0,-6-25-1346 0 0,8 40 419 0 0,6 38-274 0 0,-11-35-3268 0 0,-7-66 1507 0 0,-1 0 0 0 0,0 0 0 0 0,0 0 0 0 0,0 1 1 0 0,0-1-1 0 0,0 0 0 0 0,0 0 0 0 0,0 0 0 0 0,-1 0 0 0 0,1 0 1 0 0,0 0-1 0 0,-1 0 0 0 0,1 0 0 0 0,0 0 0 0 0,-1 0 0 0 0,0 2 1 0 0,0-3 221 0 0,1 0 0 0 0,0 0 0 0 0,-1 1 0 0 0,1-1 0 0 0,-1 0 0 0 0,1 0 0 0 0,0 0 0 0 0,-1 0 0 0 0,1 0 0 0 0,-1 1 0 0 0,1-1 1 0 0,0 0-1 0 0,-1 0 0 0 0,1 0 0 0 0,-1 0 0 0 0,1 0 0 0 0,-1-1 0 0 0,1 1 0 0 0,0 0 0 0 0,-1 0 0 0 0,1 0 0 0 0,-1 0 0 0 0,1 0 0 0 0,0 0 0 0 0,-1-1 1 0 0,1 1-1 0 0,0 0 0 0 0,-1-1 0 0 0,-2 0 22 0 0,1-1 1 0 0,-1 0 0 0 0,1 0-1 0 0,0-1 1 0 0,0 1 0 0 0,0 0-1 0 0,0-1 1 0 0,0 1 0 0 0,-3-7-1 0 0,-8-19 47 0 0,2 0 1 0 0,1-1-1 0 0,1-1 0 0 0,1 1 0 0 0,1-1 0 0 0,-2-33 1 0 0,8 45 325 0 0,0 1 0 0 0,1 0 0 0 0,0-1 0 0 0,2 1 0 0 0,0 0 0 0 0,1 0 0 0 0,0 0 0 0 0,2 0 0 0 0,0 1-1 0 0,1 0 1 0 0,0 0 0 0 0,12-21 0 0 0,-12 29 304 0 0,-1 0 0 0 0,2 0-1 0 0,-1 0 1 0 0,1 1-1 0 0,0 0 1 0 0,1 0-1 0 0,0 1 1 0 0,0 0 0 0 0,11-7-1 0 0,-16 11-415 0 0,0 1 0 0 0,1-1 1 0 0,-1 0-1 0 0,0 1 0 0 0,1-1 0 0 0,-1 1 0 0 0,1 0 1 0 0,-1 0-1 0 0,1 0 0 0 0,0 1 0 0 0,-1-1 0 0 0,1 1 0 0 0,0 0 1 0 0,-1 0-1 0 0,1 0 0 0 0,0 1 0 0 0,-1-1 0 0 0,1 1 0 0 0,-1 0 1 0 0,1 0-1 0 0,0 0 0 0 0,-1 0 0 0 0,0 1 0 0 0,1 0 0 0 0,-1-1 1 0 0,0 1-1 0 0,0 0 0 0 0,4 3 0 0 0,-5-2-80 0 0,0 0-1 0 0,1 1 1 0 0,-1-1-1 0 0,-1 0 1 0 0,1 1-1 0 0,0-1 1 0 0,-1 1-1 0 0,1 0 0 0 0,-1-1 1 0 0,0 1-1 0 0,-1 0 1 0 0,1 0-1 0 0,-1 0 1 0 0,1-1-1 0 0,-1 1 1 0 0,0 0-1 0 0,0 0 1 0 0,-1 0-1 0 0,1 0 1 0 0,-1 0-1 0 0,0-1 1 0 0,-2 7-1 0 0,-3 8-41 0 0,0 1 0 0 0,-1-1 0 0 0,-10 17 0 0 0,-48 78-1971 0 0,53-98 934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7.96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94 75 8290 0 0,'-20'14'3219'0'0,"13"-7"-2829"0"0,0 1 0 0 0,1-1 0 0 0,0 1 0 0 0,1 0 0 0 0,0 1 0 0 0,0-1-1 0 0,1 1 1 0 0,0 0 0 0 0,0 0 0 0 0,1 0 0 0 0,0 1 0 0 0,1-1 0 0 0,-3 19 0 0 0,4-23-334 0 0,1 1 1 0 0,0-1-1 0 0,0 1 1 0 0,0-1-1 0 0,1 0 1 0 0,-1 1-1 0 0,1-1 1 0 0,1 1 0 0 0,-1-1-1 0 0,1 0 1 0 0,4 9-1 0 0,-5-11-56 0 0,1 0-1 0 0,0 0 1 0 0,1 0-1 0 0,-1-1 1 0 0,0 1-1 0 0,1-1 1 0 0,0 1-1 0 0,-1-1 0 0 0,1 0 1 0 0,0 0-1 0 0,0 0 1 0 0,0 0-1 0 0,1-1 1 0 0,-1 1-1 0 0,0-1 1 0 0,1 0-1 0 0,-1 0 1 0 0,0 0-1 0 0,6 1 1 0 0,-5-1 58 0 0,0-1-1 0 0,1 1 1 0 0,-1-1 0 0 0,0 0 0 0 0,1 0 0 0 0,-1 0-1 0 0,0 0 1 0 0,1-1 0 0 0,-1 0 0 0 0,0 0 0 0 0,0 0 0 0 0,0 0-1 0 0,0-1 1 0 0,0 1 0 0 0,0-1 0 0 0,0 0 0 0 0,0 0-1 0 0,-1-1 1 0 0,1 1 0 0 0,-1-1 0 0 0,1 0 0 0 0,-1 1 0 0 0,0-2-1 0 0,0 1 1 0 0,0 0 0 0 0,-1 0 0 0 0,1-1 0 0 0,2-6-1 0 0,-1 3 96 0 0,-2 1 0 0 0,1-1 0 0 0,-1 0 0 0 0,0-1 0 0 0,0 1 0 0 0,-1 0-1 0 0,0 0 1 0 0,0-1 0 0 0,-1 1 0 0 0,0 0 0 0 0,0-1 0 0 0,-1 1-1 0 0,0-1 1 0 0,0 1 0 0 0,-5-14 0 0 0,1 8-45 0 0,0 1-1 0 0,-1 0 1 0 0,0 0-1 0 0,-1 1 1 0 0,0-1 0 0 0,-1 1-1 0 0,-11-12 1 0 0,15 18-344 0 0,0 1 0 0 0,-1-1 0 0 0,1 1-1 0 0,-1 0 1 0 0,0 0 0 0 0,0 1 0 0 0,0-1 0 0 0,-1 1 0 0 0,1 0 0 0 0,-1 1 0 0 0,0-1 0 0 0,0 1 0 0 0,1 0 0 0 0,-1 1 0 0 0,-1-1-1 0 0,1 1 1 0 0,-10 0 0 0 0,0 4-1705 0 0,0 2-12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8.7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155 220 10594 0 0,'-3'-4'381'0'0,"0"0"-1"0"0,-1 0 1 0 0,1 0 0 0 0,-1 1-1 0 0,0-1 1 0 0,0 1-1 0 0,0 0 1 0 0,-1 0 0 0 0,-5-3-1 0 0,8 6-232 0 0,0-1 0 0 0,0 1 1 0 0,0-1-1 0 0,0 1 0 0 0,0 0 0 0 0,-1 0 0 0 0,1 0 0 0 0,0 1 0 0 0,0-1 0 0 0,0 0 0 0 0,0 1 0 0 0,0-1 0 0 0,0 1 0 0 0,-1 0 1 0 0,1 0-1 0 0,1 0 0 0 0,-1 0 0 0 0,0 0 0 0 0,0 0 0 0 0,0 0 0 0 0,0 1 0 0 0,1-1 0 0 0,-1 1 0 0 0,1-1 0 0 0,-2 3 1 0 0,-4 3-157 0 0,1 0 1 0 0,1 1 0 0 0,-1 0 0 0 0,1 0 0 0 0,1 0 0 0 0,-1 0 0 0 0,1 1 0 0 0,1-1 0 0 0,0 1-1 0 0,0 0 1 0 0,1 1 0 0 0,0-1 0 0 0,0 0 0 0 0,1 0 0 0 0,0 1 0 0 0,1 14 0 0 0,0-19-91 0 0,1-1 0 0 0,-1 1 1 0 0,1-1-1 0 0,0 1 1 0 0,0-1-1 0 0,1 1 1 0 0,-1-1-1 0 0,1 0 1 0 0,0 0-1 0 0,0 0 1 0 0,0 0-1 0 0,1 0 1 0 0,-1 0-1 0 0,1-1 0 0 0,4 5 1 0 0,-4-5-7 0 0,1-1-1 0 0,0 1 1 0 0,-1-1 0 0 0,1 0-1 0 0,0 0 1 0 0,0-1 0 0 0,0 1-1 0 0,0-1 1 0 0,1 1 0 0 0,-1-1 0 0 0,0-1-1 0 0,1 1 1 0 0,-1-1 0 0 0,0 1-1 0 0,1-1 1 0 0,-1-1 0 0 0,0 1-1 0 0,8-2 1 0 0,4 0-51 0 0,-1-2 0 0 0,1 0 0 0 0,-1-1 0 0 0,0 0 0 0 0,0-2 1 0 0,-1 1-1 0 0,0-2 0 0 0,0 0 0 0 0,0 0 0 0 0,-1-2 0 0 0,0 1 0 0 0,-1-2 0 0 0,0 0 0 0 0,-1 0 0 0 0,13-17 0 0 0,-12 13-179 0 0,-1-1-1 0 0,0 0 1 0 0,-2 0-1 0 0,0-1 0 0 0,-1-1 1 0 0,0 1-1 0 0,-1-1 1 0 0,-2 0-1 0 0,1-1 1 0 0,-2 1-1 0 0,-1-1 1 0 0,2-29-1 0 0,-5 31 1584 0 0,-5-12-4732 0 0,4 28 3425 0 0,1 1 0 0 0,0-1 0 0 0,-1 0-1 0 0,1 0 1 0 0,0 1 0 0 0,-1-1 0 0 0,1 0-1 0 0,-1 1 1 0 0,1-1 0 0 0,-1 0 0 0 0,1 1-1 0 0,-1-1 1 0 0,1 0 0 0 0,-1 1 0 0 0,0-1-1 0 0,1 1 1 0 0,-1 0 0 0 0,0-1 0 0 0,-1 0-1 0 0,1 1 371 0 0,0 0 0 0 0,0 0 0 0 0,0 0 0 0 0,0 0 0 0 0,0 1-1 0 0,0-1 1 0 0,0 0 0 0 0,0 0 0 0 0,0 1 0 0 0,0-1 0 0 0,0 1 0 0 0,0-1-1 0 0,1 1 1 0 0,-1-1 0 0 0,0 1 0 0 0,0-1 0 0 0,0 1 0 0 0,1 0 0 0 0,-1-1-1 0 0,0 1 1 0 0,0 1 0 0 0,0-1 136 0 0,-1 0 1 0 0,1 0-1 0 0,0 0 0 0 0,0 1 0 0 0,0-1 0 0 0,0 0 1 0 0,0 1-1 0 0,0-1 0 0 0,0 1 0 0 0,1-1 0 0 0,-1 1 1 0 0,0 0-1 0 0,1-1 0 0 0,-1 1 0 0 0,1-1 1 0 0,0 1-1 0 0,-1 0 0 0 0,1-1 0 0 0,0 4 0 0 0,1-3-261 0 0,-1 1 0 0 0,1-1 0 0 0,0 0-1 0 0,0 0 1 0 0,0 1 0 0 0,1-1 0 0 0,-1 0-1 0 0,0 0 1 0 0,1 0 0 0 0,-1 0-1 0 0,1 0 1 0 0,3 2 0 0 0,-5-3-248 0 0,0-1 1 0 0,1 0 0 0 0,-1 0-1 0 0,0 1 1 0 0,0-1-1 0 0,0 0 1 0 0,0 1 0 0 0,0-1-1 0 0,1 0 1 0 0,-1 0-1 0 0,0 1 1 0 0,0-1 0 0 0,0 0-1 0 0,0 1 1 0 0,0-1-1 0 0,0 0 1 0 0,0 1 0 0 0,0-1-1 0 0,0 0 1 0 0,0 1-1 0 0,0-1 1 0 0,0 0 0 0 0,0 1-1 0 0,0-1 1 0 0,-1 0-1 0 0,1 1 1 0 0,0-1 0 0 0,0 0-1 0 0,0 0 1 0 0,0 1-1 0 0,-1-1 1 0 0,-3-23 502 0 0,-2 42 89 0 0,4-5-344 0 0,1-1 1 0 0,0 0-1 0 0,1 1 1 0 0,0-1-1 0 0,5 25 1 0 0,-3-14-113 0 0,3 33-100 0 0,10 84-59 0 0,-12-124-78 0 0,1-1-1 0 0,0 0 0 0 0,1 0 1 0 0,1-1-1 0 0,1 1 1 0 0,10 18-1 0 0,-14-30-93 0 0,-1 0-1 0 0,1 0 1 0 0,1 0-1 0 0,-1-1 1 0 0,0 1-1 0 0,7 4 1 0 0,5 2-671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9.05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 14283 0 0,'0'0'96'0'0,"-1"-1"0"0"0,1 1 0 0 0,-1 0 0 0 0,1 0 0 0 0,-1 0 0 0 0,1 0 0 0 0,-1-1 0 0 0,1 1 0 0 0,-1 0 0 0 0,1 0 0 0 0,-1 0-1 0 0,1 0 1 0 0,-1 0 0 0 0,1 0 0 0 0,-1 0 0 0 0,1 1 0 0 0,-1-1 0 0 0,1 0 0 0 0,-1 0 0 0 0,1 0 0 0 0,-1 0 0 0 0,1 1 0 0 0,-1-1 0 0 0,1 0 0 0 0,-1 0 0 0 0,1 1 0 0 0,-1-1 0 0 0,1 0 0 0 0,0 1 0 0 0,-1-1 0 0 0,1 1-1 0 0,0-1 1 0 0,-1 0 0 0 0,1 1 0 0 0,0-1 0 0 0,-1 1 0 0 0,1-1 0 0 0,0 1 0 0 0,0-1 0 0 0,0 1 0 0 0,-1-1 0 0 0,1 1 0 0 0,0-1 0 0 0,0 1 0 0 0,0-1 0 0 0,0 1 0 0 0,0-1 0 0 0,0 1 0 0 0,0 0 0 0 0,0-1 0 0 0,0 1-1 0 0,0-1 1 0 0,0 1 0 0 0,1 0 0 0 0,-2 8 292 0 0,-1 15 1164 0 0,2 39 1 0 0,7 27-1734 0 0,-2-29-841 0 0,-3-30-4280 0 0,2 1-1804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49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0 303 1376 0 0,'15'-14'456'0'0,"0"0"-1"0"0,0 2 0 0 0,1 0 1 0 0,1 0-1 0 0,0 2 0 0 0,36-17 1 0 0,-14 7-35 0 0,37-23 1133 0 0,3 3-1 0 0,155-54 1 0 0,-232 93-1439 0 0,1 0 0 0 0,-1 0 0 0 0,0 1 0 0 0,1-1 1 0 0,-1 1-1 0 0,1-1 0 0 0,-1 1 0 0 0,1 0 0 0 0,-1 0 0 0 0,1 0 0 0 0,-1 1 0 0 0,0-1 0 0 0,1 0 0 0 0,3 2 0 0 0,-6-2-32 0 0,0 0-1 0 0,1 1 1 0 0,-1-1-1 0 0,0 0 1 0 0,1 1-1 0 0,-1-1 1 0 0,0 0-1 0 0,1 1 1 0 0,-1-1-1 0 0,0 1 1 0 0,0-1-1 0 0,1 0 0 0 0,-1 1 1 0 0,0-1-1 0 0,0 1 1 0 0,0-1-1 0 0,0 1 1 0 0,0-1-1 0 0,0 0 1 0 0,0 1-1 0 0,1-1 1 0 0,-1 1-1 0 0,0-1 1 0 0,0 1-1 0 0,-1-1 1 0 0,1 1-1 0 0,-11 22 1770 0 0,5-14-1524 0 0,-1 0-1 0 0,1 1 1 0 0,0 0-1 0 0,1 1 1 0 0,0-1-1 0 0,-4 14 1 0 0,8-20-333 0 0,0 0 0 0 0,1 1 1 0 0,-1-1-1 0 0,1 0 0 0 0,0 0 0 0 0,0 0 1 0 0,0 1-1 0 0,0-1 0 0 0,1 0 0 0 0,-1 0 0 0 0,1 0 1 0 0,0 0-1 0 0,1 1 0 0 0,-1-2 0 0 0,1 1 1 0 0,0 0-1 0 0,0 0 0 0 0,0 0 0 0 0,0-1 1 0 0,4 5-1 0 0,6 5 59 0 0,0 0 1 0 0,21 15-1 0 0,-18-15 251 0 0,0 0 0 0 0,17 20-1 0 0,-29-30-234 0 0,0 1 0 0 0,0 0 0 0 0,0 0 0 0 0,-1 1 0 0 0,1-1 0 0 0,-1 0-1 0 0,0 1 1 0 0,-1 0 0 0 0,1-1 0 0 0,-1 1 0 0 0,0 0 0 0 0,0 0 0 0 0,0-1 0 0 0,0 6 0 0 0,-4 6-1331 0 0,-4 1-5341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0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67 56 5985 0 0,'-12'-5'2118'0'0,"8"3"-1699"0"0,0 1-1 0 0,1 0 1 0 0,-1-1 0 0 0,1 0-1 0 0,-1 0 1 0 0,1 0-1 0 0,-1 0 1 0 0,1 0 0 0 0,0-1-1 0 0,0 0 1 0 0,0 1-1 0 0,1-1 1 0 0,-1 0-1 0 0,1 0 1 0 0,-1-1 0 0 0,0-9 1847 0 0,11 15-1282 0 0,6 7-143 0 0,0 5-533 0 0,-1 0 1 0 0,-1 1-1 0 0,0 0 0 0 0,-1 0 1 0 0,12 26-1 0 0,40 93-155 0 0,-28-55-214 0 0,-26-59 90 0 0,23 44-245 0 0,-29-59 278 0 0,1 1 0 0 0,0-1 0 0 0,-1 0 0 0 0,2 0 0 0 0,-1 0 0 0 0,0-1 0 0 0,1 1 0 0 0,7 5 0 0 0,-10-10-32 0 0,-1 1 1 0 0,0-1-1 0 0,0 0 0 0 0,1 1 1 0 0,-1-1-1 0 0,0 0 1 0 0,0 0-1 0 0,1 0 1 0 0,-1 0-1 0 0,0 0 1 0 0,1 0-1 0 0,-1 0 1 0 0,0 0-1 0 0,1-1 1 0 0,-1 1-1 0 0,0 0 1 0 0,0-1-1 0 0,1 1 1 0 0,-1-1-1 0 0,0 0 1 0 0,0 1-1 0 0,0-1 1 0 0,0 0-1 0 0,0 1 1 0 0,0-1-1 0 0,0 0 1 0 0,0 0-1 0 0,0 0 1 0 0,0 0-1 0 0,1-1 1 0 0,27-38 205 0 0,-23 32-181 0 0,69-103-1431 0 0,-58 87 283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3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97 0 6913 0 0,'-4'1'234'0'0,"0"-1"0"0"0,0 1 0 0 0,0 0 0 0 0,0 0 0 0 0,0 0 0 0 0,0 0 0 0 0,0 1 0 0 0,0 0 0 0 0,1 0 0 0 0,-1 0 0 0 0,1 0 0 0 0,-1 0 0 0 0,1 1-1 0 0,0-1 1 0 0,0 1 0 0 0,0 0 0 0 0,0 0 0 0 0,1 0 0 0 0,-1 0 0 0 0,1 1 0 0 0,0-1 0 0 0,-1 1 0 0 0,2-1 0 0 0,-1 1 0 0 0,0 0 0 0 0,-1 4 0 0 0,1-2-10 0 0,0 0 1 0 0,0 1 0 0 0,0-1 0 0 0,1 0 0 0 0,0 1 0 0 0,1-1 0 0 0,-1 1 0 0 0,1-1-1 0 0,0 0 1 0 0,0 1 0 0 0,1-1 0 0 0,0 1 0 0 0,0-1 0 0 0,1 0 0 0 0,4 12 0 0 0,-4-13-169 0 0,0-1 1 0 0,1 1-1 0 0,0-1 1 0 0,0 0-1 0 0,0 0 0 0 0,0 0 1 0 0,1 0-1 0 0,0 0 1 0 0,-1-1-1 0 0,1 0 1 0 0,0 0-1 0 0,1 0 1 0 0,-1 0-1 0 0,1-1 1 0 0,-1 1-1 0 0,1-1 1 0 0,0 0-1 0 0,-1-1 1 0 0,1 1-1 0 0,0-1 1 0 0,0 0-1 0 0,0 0 1 0 0,0 0-1 0 0,0-1 1 0 0,1 0-1 0 0,-1 0 1 0 0,0 0-1 0 0,0-1 1 0 0,0 1-1 0 0,0-1 0 0 0,0 0 1 0 0,0-1-1 0 0,0 1 1 0 0,0-1-1 0 0,-1 0 1 0 0,1-1-1 0 0,-1 1 1 0 0,1-1-1 0 0,-1 1 1 0 0,0-1-1 0 0,0 0 1 0 0,0-1-1 0 0,0 1 1 0 0,0-1-1 0 0,-1 0 1 0 0,0 0-1 0 0,0 0 1 0 0,0 0-1 0 0,0 0 1 0 0,-1-1-1 0 0,1 1 1 0 0,-1-1-1 0 0,0 0 1 0 0,-1 0-1 0 0,1 0 1 0 0,1-8-1 0 0,-3 11-52 0 0,0 0 0 0 0,1-1 0 0 0,-1 1 0 0 0,-1-1 0 0 0,1 1 1 0 0,0 0-1 0 0,0-1 0 0 0,-1 1 0 0 0,1 0 0 0 0,-1 0 0 0 0,0-1 0 0 0,0 1 0 0 0,0 0 0 0 0,0 0 1 0 0,0 0-1 0 0,0 0 0 0 0,-3-3 0 0 0,1 1-23 0 0,-1 0 1 0 0,0 1-1 0 0,1 0 1 0 0,-1 0 0 0 0,0 0-1 0 0,-1 0 1 0 0,1 0-1 0 0,-5-1 1 0 0,-2-1-223 0 0,0 1 1 0 0,0 0 0 0 0,0 1 0 0 0,-1 0 0 0 0,1 1-1 0 0,-19-1 1 0 0,2 2-1260 0 0,10 2-3190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6.7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73 38 3225 0 0,'17'-16'173'0'0,"20"-6"9221"0"0,-52 51-6797 0 0,-9 6-376 0 0,11-17-1486 0 0,0 1-1 0 0,1 0 0 0 0,1 1 1 0 0,1 0-1 0 0,-15 42 1 0 0,24-58-716 0 0,0 0 1 0 0,1 0 0 0 0,-1-1 0 0 0,1 1 0 0 0,-1 0-1 0 0,1 0 1 0 0,0 0 0 0 0,0 0 0 0 0,1 0-1 0 0,-1 0 1 0 0,1 0 0 0 0,0-1 0 0 0,0 1-1 0 0,0 0 1 0 0,1 0 0 0 0,-1-1 0 0 0,1 1-1 0 0,0-1 1 0 0,0 1 0 0 0,0-1 0 0 0,0 0 0 0 0,1 0-1 0 0,-1 0 1 0 0,1 0 0 0 0,0 0 0 0 0,0-1-1 0 0,0 1 1 0 0,0-1 0 0 0,5 3 0 0 0,0-1-17 0 0,0 0 0 0 0,1 0 1 0 0,-1-1-1 0 0,1 0 1 0 0,0-1-1 0 0,0 0 0 0 0,0 0 1 0 0,0-1-1 0 0,1 0 0 0 0,-1-1 1 0 0,12-1-1 0 0,2-1-85 0 0,-17 1 13 0 0,0 0 0 0 0,1 0 0 0 0,-1 0 0 0 0,0 1 0 0 0,0 0 0 0 0,0 1 0 0 0,1-1 0 0 0,-1 1 0 0 0,0 0-1 0 0,0 0 1 0 0,10 5 0 0 0,-15-6 37 0 0,0 1 0 0 0,0 0-1 0 0,0 0 1 0 0,-1 0-1 0 0,1 0 1 0 0,0 0-1 0 0,-1 0 1 0 0,1 0 0 0 0,0 0-1 0 0,-1 1 1 0 0,0-1-1 0 0,1 0 1 0 0,-1 0 0 0 0,0 0-1 0 0,1 1 1 0 0,-1-1-1 0 0,0 0 1 0 0,0 0 0 0 0,0 1-1 0 0,0-1 1 0 0,0 0-1 0 0,0 0 1 0 0,0 1-1 0 0,-1-1 1 0 0,1 0 0 0 0,0 0-1 0 0,-1 0 1 0 0,1 1-1 0 0,-1-1 1 0 0,0 2 0 0 0,-22 38-423 0 0,19-34 366 0 0,-73 99-2045 0 0,63-88 959 0 0,2-3 184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7.0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63 5529 0 0,'0'-5'633'0'0,"0"1"0"0"0,-1 0 0 0 0,0 0-1 0 0,0-1 1 0 0,0 1 0 0 0,-1 0 0 0 0,1 0 0 0 0,-1 0 0 0 0,0 0-1 0 0,0 1 1 0 0,-4-6 0 0 0,6 8-485 0 0,0 0-1 0 0,-1 1 1 0 0,1-1 0 0 0,-1 1 0 0 0,1-1-1 0 0,-1 1 1 0 0,1-1 0 0 0,-1 1 0 0 0,1-1-1 0 0,-1 1 1 0 0,0 0 0 0 0,1-1-1 0 0,-1 1 1 0 0,1 0 0 0 0,-1 0 0 0 0,0-1-1 0 0,1 1 1 0 0,-1 0 0 0 0,0 0 0 0 0,1 0-1 0 0,-1 0 1 0 0,0 0 0 0 0,0 0-1 0 0,1 0 1 0 0,-1 0 0 0 0,-1 0 0 0 0,1 1-38 0 0,-1 0-1 0 0,1 0 1 0 0,0 0 0 0 0,0 0 0 0 0,0 0 0 0 0,0 1 0 0 0,0-1 0 0 0,0 0 0 0 0,0 1 0 0 0,0-1 0 0 0,0 1 0 0 0,0-1 0 0 0,1 1 0 0 0,-1-1 0 0 0,1 1 0 0 0,-1-1 0 0 0,1 3 0 0 0,-3 7 83 0 0,0-1 1 0 0,1 1 0 0 0,0 0-1 0 0,1 0 1 0 0,0 0-1 0 0,1 0 1 0 0,0 0 0 0 0,1 0-1 0 0,2 13 1 0 0,-2-21-186 0 0,0 1-1 0 0,0 0 1 0 0,0 0 0 0 0,0-1 0 0 0,0 1-1 0 0,1 0 1 0 0,0-1 0 0 0,0 1-1 0 0,0-1 1 0 0,0 0 0 0 0,0 0 0 0 0,0 0-1 0 0,1 0 1 0 0,0 0 0 0 0,0 0 0 0 0,0-1-1 0 0,0 1 1 0 0,0-1 0 0 0,0 0 0 0 0,0 0-1 0 0,1 0 1 0 0,-1 0 0 0 0,1-1 0 0 0,-1 1-1 0 0,1-1 1 0 0,0 0 0 0 0,0 0-1 0 0,6 1 1 0 0,18-1 59 0 0,-18-1-38 0 0,-1 1 0 0 0,1 0-1 0 0,-1 0 1 0 0,1 1 0 0 0,-1 0-1 0 0,12 4 1 0 0,-20-5-17 0 0,1-1 0 0 0,-1 1 0 0 0,1 0 0 0 0,-1 0 0 0 0,1 0 0 0 0,-1 0 0 0 0,0 0 0 0 0,1 1 0 0 0,-1-1 0 0 0,0 0 1 0 0,0 1-1 0 0,0-1 0 0 0,0 1 0 0 0,0-1 0 0 0,0 1 0 0 0,1 1 0 0 0,-2 0 12 0 0,1-1 0 0 0,-1 1 0 0 0,1-1 0 0 0,-1 1 0 0 0,0 0 0 0 0,0-1 0 0 0,0 1 0 0 0,0 0 0 0 0,-1-1 0 0 0,1 1 1 0 0,-1-1-1 0 0,0 1 0 0 0,-1 4 0 0 0,-7 14-326 0 0,-1-1 1 0 0,0-1 0 0 0,-27 37-1 0 0,9-18-7126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6:59.3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149 25 2761 0 0,'-13'1'714'0'0,"-1"0"0"0"0,1 2 1 0 0,-25 6-1 0 0,-8 3 758 0 0,21-6-389 0 0,41-8-214 0 0,293-40 3015 0 0,-218 33-3255 0 0,-64 7-435 0 0,0 1 0 0 0,-1 1 0 0 0,52 8 1 0 0,75 24 214 0 0,11 1 437 0 0,310 39 1848 0 0,-443-67-2492 0 0,213 43 872 0 0,-214-39-960 0 0,-1 1 1 0 0,0 1 0 0 0,0 1-1 0 0,-1 2 1 0 0,51 33-1 0 0,-51-27-95 0 0,32 23 66 0 0,2-1-1 0 0,76 36 0 0 0,-104-61-85 0 0,0 2-1 0 0,-2 1 1 0 0,34 28-1 0 0,82 81-13 0 0,-41-34-1 0 0,20 9 153 0 0,117 103 430 0 0,-171-135-433 0 0,69 90-1 0 0,31 64-62 0 0,56 45 69 0 0,-209-246-133 0 0,36 48 192 0 0,102 103 0 0 0,60 15-4 0 0,112 98 197 0 0,-294-256-2801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5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28 169 5065 0 0,'0'-1'109'0'0,"0"1"-1"0"0,0 0 1 0 0,-1-1 434 0 0,0 0-434 0 0,1 1-1 0 0,0 0 1 0 0,0 0 0 0 0,-1 0-1 0 0,1-1 1 0 0,0 1-1 0 0,-1 0 1 0 0,1 0 0 0 0,0 0-1 0 0,-1 0 1 0 0,1 0 0 0 0,0 0-1 0 0,-1 0 1 0 0,1 0-1 0 0,0 0 1 0 0,-1 0 0 0 0,1 0-1 0 0,0 0 1 0 0,-1 0 0 0 0,1 0-1 0 0,0 0 1 0 0,-1 0-1 0 0,1 0 1 0 0,0 0 0 0 0,-1 0-1 0 0,1 0 1 0 0,0 0-1 0 0,0 1 1 0 0,-1-1 0 0 0,1 0-1 0 0,-1 0 1 0 0,-5 16 1999 0 0,6 21-735 0 0,1-34-1282 0 0,0 0 0 0 0,0-1 0 0 0,0 1 0 0 0,0 0 0 0 0,1-1 0 0 0,-1 1 0 0 0,1-1 0 0 0,-1 1 0 0 0,1-1 0 0 0,0 0 0 0 0,0 0 0 0 0,0 0 0 0 0,0 0 0 0 0,1 0 0 0 0,-1 0 0 0 0,0 0 1 0 0,1-1-1 0 0,-1 1 0 0 0,1-1 0 0 0,0 0 0 0 0,-1 1 0 0 0,1-1 0 0 0,0-1 0 0 0,4 2 0 0 0,-3-2-12 0 0,-1 0 0 0 0,1 0 0 0 0,0 0 0 0 0,0 0 0 0 0,-1-1 0 0 0,1 0 1 0 0,0 0-1 0 0,-1 0 0 0 0,1 0 0 0 0,-1 0 0 0 0,1-1 0 0 0,-1 0 0 0 0,0 1 0 0 0,1-1 0 0 0,-1 0 1 0 0,0-1-1 0 0,0 1 0 0 0,0-1 0 0 0,2-2 0 0 0,0 0 40 0 0,-1 0 0 0 0,0 0-1 0 0,0-1 1 0 0,0 1 0 0 0,-1-1 0 0 0,0 0 0 0 0,0 0-1 0 0,0 0 1 0 0,-1 0 0 0 0,0-1 0 0 0,0 1 0 0 0,-1 0-1 0 0,1-1 1 0 0,-1 0 0 0 0,-1 1 0 0 0,1-1 0 0 0,-1 1-1 0 0,0-1 1 0 0,-2-9 0 0 0,1 11-47 0 0,0-1 1 0 0,-1 0 0 0 0,1 1-1 0 0,-1-1 1 0 0,0 1-1 0 0,0 0 1 0 0,-1 0-1 0 0,0 0 1 0 0,0 0 0 0 0,0 0-1 0 0,0 0 1 0 0,-1 1-1 0 0,0 0 1 0 0,0-1-1 0 0,0 1 1 0 0,0 1-1 0 0,-1-1 1 0 0,1 1 0 0 0,-1 0-1 0 0,0 0 1 0 0,0 0-1 0 0,-10-3 1 0 0,14 5-69 0 0,-1 0 0 0 0,0 0 1 0 0,0 1-1 0 0,0-1 0 0 0,1 1 1 0 0,-1 0-1 0 0,0-1 0 0 0,0 1 1 0 0,0 0-1 0 0,0 0 0 0 0,0 0 1 0 0,0 1-1 0 0,0-1 0 0 0,1 0 1 0 0,-1 1-1 0 0,0-1 0 0 0,0 1 1 0 0,0-1-1 0 0,0 1 0 0 0,1 0 1 0 0,-1 0-1 0 0,0 0 1 0 0,-1 1-1 0 0,1 1-19 0 0,-1-1 1 0 0,1 1-1 0 0,-1 0 1 0 0,1 0-1 0 0,0 0 1 0 0,0 0-1 0 0,1 0 1 0 0,-1 0-1 0 0,1 0 1 0 0,-1 1-1 0 0,0 5 1 0 0,-1 2-79 0 0,1 1 1 0 0,0-1-1 0 0,1 1 1 0 0,0 0-1 0 0,1 0 1 0 0,1 19-1 0 0,0-28 60 0 0,-1 0 1 0 0,1 0-1 0 0,0 0 0 0 0,0 0 0 0 0,0 0 0 0 0,0 0 0 0 0,0 0 0 0 0,0 0 1 0 0,1 0-1 0 0,0 0 0 0 0,-1-1 0 0 0,1 1 0 0 0,0-1 0 0 0,0 1 0 0 0,1-1 1 0 0,-1 0-1 0 0,0 0 0 0 0,1 0 0 0 0,4 3 0 0 0,-5-4 20 0 0,0 0-1 0 0,0-1 1 0 0,0 1-1 0 0,0-1 1 0 0,1 1 0 0 0,-1-1-1 0 0,0 0 1 0 0,0 0-1 0 0,1 0 1 0 0,-1 0-1 0 0,0 0 1 0 0,1 0-1 0 0,-1-1 1 0 0,0 1 0 0 0,0-1-1 0 0,0 1 1 0 0,1-1-1 0 0,-1 0 1 0 0,0 0-1 0 0,0 0 1 0 0,0 0-1 0 0,0 0 1 0 0,0-1 0 0 0,-1 1-1 0 0,1 0 1 0 0,0-1-1 0 0,-1 0 1 0 0,3-2-1 0 0,-1 1 75 0 0,-1 0-1 0 0,0 0 0 0 0,0 0 0 0 0,0 0 0 0 0,0 0 0 0 0,0-1 0 0 0,-1 1 0 0 0,0-1 0 0 0,1 1 0 0 0,-1-1 1 0 0,-1 1-1 0 0,1-1 0 0 0,0 0 0 0 0,-1 0 0 0 0,0 1 0 0 0,0-1 0 0 0,0 0 0 0 0,0 0 0 0 0,0 1 0 0 0,-1-1 1 0 0,-1-6-1 0 0,0 6 18 0 0,1-1 0 0 0,0 1 0 0 0,-1-1 0 0 0,0 1 0 0 0,0 0 0 0 0,0 0 0 0 0,-1 0 0 0 0,1 0 0 0 0,-1 0 0 0 0,0 1 0 0 0,0-1 0 0 0,0 1 0 0 0,-1-1 0 0 0,1 1 0 0 0,-1 0 1 0 0,0 1-1 0 0,-4-4 0 0 0,7 6-57 0 0,0-1 0 0 0,-1 1 0 0 0,1-1 0 0 0,0 1 1 0 0,0-1-1 0 0,-1 1 0 0 0,1 0 0 0 0,0 0 1 0 0,-1-1-1 0 0,1 1 0 0 0,0 0 0 0 0,-1 0 0 0 0,1 0 1 0 0,0 1-1 0 0,-1-1 0 0 0,1 0 0 0 0,0 0 0 0 0,0 1 1 0 0,-1-1-1 0 0,1 1 0 0 0,0-1 0 0 0,0 1 0 0 0,0-1 1 0 0,-2 2-1 0 0,0 0-6 0 0,1 1 0 0 0,-1-1 0 0 0,1 1 1 0 0,0-1-1 0 0,0 1 0 0 0,0 0 0 0 0,0 0 0 0 0,0 0 0 0 0,-2 4 1 0 0,0 4-53 0 0,0 1 0 0 0,0-1 1 0 0,1 1-1 0 0,-3 18 0 0 0,5-26-27 0 0,1 0-1 0 0,0 0 0 0 0,0 0 0 0 0,0 1 1 0 0,0-1-1 0 0,1 0 0 0 0,-1 0 0 0 0,3 7 1 0 0,2 1-452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6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24 383 2304 0 0,'-2'-2'602'0'0,"0"1"-1"0"0,0 0 0 0 0,1 0 1 0 0,-1-1-1 0 0,1 1 0 0 0,-1-1 0 0 0,1 1 1 0 0,0-1-1 0 0,0 0 0 0 0,-1 1 0 0 0,1-1 1 0 0,0 0-1 0 0,0 0 0 0 0,1 0 0 0 0,-1 0 1 0 0,0 0-1 0 0,1 0 0 0 0,-1 0 1 0 0,1 0-1 0 0,0 0 0 0 0,-1 0 0 0 0,1 0 1 0 0,0 0-1 0 0,0 0 0 0 0,1 0 0 0 0,-1-4 1 0 0,2 4-382 0 0,0 0 0 0 0,-1 0-1 0 0,0 0 1 0 0,1 0 0 0 0,-1 0 0 0 0,0 0 0 0 0,0 0 0 0 0,0-1 0 0 0,0 1 0 0 0,-1 0 0 0 0,1-1 0 0 0,-1 1 0 0 0,1-1 0 0 0,-1 1 0 0 0,0-1 0 0 0,0 1 0 0 0,0-3 0 0 0,2-20-49 0 0,3 11-98 0 0,0 23 26 0 0,-1 3-154 0 0,5 6-7 0 0,0 4 30 0 0,1-2-1 0 0,1 1 0 0 0,22 29 0 0 0,-31-47-7 0 0,0 0-1 0 0,1 1 0 0 0,-1-1 0 0 0,1 0 1 0 0,0-1-1 0 0,0 1 0 0 0,0 0 0 0 0,0-1 1 0 0,1 1-1 0 0,-1-1 0 0 0,1 0 0 0 0,-1 0 0 0 0,1-1 1 0 0,0 1-1 0 0,0-1 0 0 0,-1 0 0 0 0,1 0 1 0 0,0 0-1 0 0,0 0 0 0 0,0-1 0 0 0,0 1 0 0 0,1-1 1 0 0,-1 0-1 0 0,0 0 0 0 0,0-1 0 0 0,7-1 1 0 0,-9 2 1 0 0,0-1 0 0 0,0 1 0 0 0,0-1 0 0 0,0 0 0 0 0,0 0 1 0 0,-1 1-1 0 0,1-1 0 0 0,0-1 0 0 0,0 1 0 0 0,0 0 0 0 0,-1 0 1 0 0,1-1-1 0 0,-1 1 0 0 0,1-1 0 0 0,-1 1 0 0 0,0-1 0 0 0,1 0 0 0 0,-1 1 1 0 0,0-1-1 0 0,0 0 0 0 0,0 0 0 0 0,0 0 0 0 0,-1 0 0 0 0,1 0 1 0 0,1-4-1 0 0,-2 3 86 0 0,0 0 0 0 0,-1-1 0 0 0,1 1 0 0 0,0 0 0 0 0,-1 0 0 0 0,0 0 0 0 0,1 0 0 0 0,-1-1 1 0 0,-1 1-1 0 0,1 0 0 0 0,0 1 0 0 0,-1-1 0 0 0,1 0 0 0 0,-1 0 0 0 0,0 1 0 0 0,-3-4 0 0 0,1 1 1 0 0,1 0-1 0 0,0-1 1 0 0,0 1-1 0 0,0-1 0 0 0,1 0 1 0 0,-1 0-1 0 0,1 0 1 0 0,1 0-1 0 0,-1 0 1 0 0,1 0-1 0 0,-1-9 1 0 0,3 15-58 0 0,-1-1 0 0 0,1 1 0 0 0,0 0 0 0 0,-1 0 0 0 0,1 0 0 0 0,0 0-1 0 0,-1 0 1 0 0,1-1 0 0 0,0 1 0 0 0,-1 0 0 0 0,1 1 0 0 0,0-1 0 0 0,-1 0 0 0 0,1 0 0 0 0,0 0 0 0 0,-1 0 0 0 0,1 0 0 0 0,0 1 0 0 0,-1-1 0 0 0,1 0 0 0 0,-1 1 0 0 0,1-1 0 0 0,0 0 0 0 0,-1 1 0 0 0,1-1 0 0 0,-1 1 0 0 0,1-1 0 0 0,-1 0 0 0 0,1 2 0 0 0,22 13-375 0 0,-15-11 326 0 0,-1 1 1 0 0,1-1-1 0 0,0-1 0 0 0,0 1 0 0 0,1-1 0 0 0,-1-1 0 0 0,1 1 0 0 0,-1-2 1 0 0,1 1-1 0 0,0-1 0 0 0,0 0 0 0 0,0-1 0 0 0,-1 0 0 0 0,1 0 1 0 0,9-2-1 0 0,-11 1 105 0 0,0 0 0 0 0,0-1 0 0 0,0 1 1 0 0,-1-1-1 0 0,1-1 0 0 0,-1 1 0 0 0,1-1 0 0 0,-1 0 1 0 0,0 0-1 0 0,0-1 0 0 0,0 0 0 0 0,0 0 0 0 0,-1 0 1 0 0,0-1-1 0 0,0 0 0 0 0,0 0 0 0 0,0 0 0 0 0,-1-1 1 0 0,7-9-1 0 0,-10 10 13 0 0,1 0 0 0 0,0 0 1 0 0,-1-1-1 0 0,0 1 0 0 0,-1 0 1 0 0,1-1-1 0 0,-1 1 0 0 0,0-1 0 0 0,0 1 1 0 0,-1-1-1 0 0,1 1 0 0 0,-1 0 1 0 0,0-1-1 0 0,-1 1 0 0 0,1 0 0 0 0,-1 0 1 0 0,0 0-1 0 0,-1 0 0 0 0,1 0 1 0 0,-4-5-1 0 0,-2-4-63 0 0,-1 1-1 0 0,0 0 1 0 0,0 0-1 0 0,-2 1 1 0 0,-19-19 0 0 0,-2 6-896 0 0,16 18-2333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6.6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9674 0 0,'8'3'8868'0'0,"14"11"-6955"0"0,51 66-2462 0 0,-60-64-761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7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88 1840 0 0,'-19'6'9442'0'0,"29"1"-7429"0"0,-20-6-2136 0 0,8-1 197 0 0,1 1-1 0 0,0-1 1 0 0,0 0 0 0 0,-1 0-1 0 0,1 1 1 0 0,-1-1 0 0 0,1 0 0 0 0,0 0-1 0 0,-9-2 3800 0 0,13 4-3820 0 0,9 3-42 0 0,-9-13-112 0 0,-12-24-150 0 0,9 30 243 0 0,-2-2-36 0 0,0-1-1 0 0,1 1 1 0 0,-2 0 0 0 0,1 0 0 0 0,0 0 0 0 0,-1 0 0 0 0,0 0-1 0 0,0 0 1 0 0,0 1 0 0 0,0 0 0 0 0,0-1 0 0 0,-1 1 0 0 0,1 0 0 0 0,-1 1-1 0 0,0-1 1 0 0,0 1 0 0 0,-9-5 0 0 0,12 8 73 0 0,0-1-1 0 0,0 0 1 0 0,0 0 0 0 0,0 1-1 0 0,0-1 1 0 0,0 0 0 0 0,-1 1-1 0 0,1-1 1 0 0,0 1 0 0 0,0-1-1 0 0,0 1 1 0 0,1 0 0 0 0,-1-1-1 0 0,0 1 1 0 0,0 0 0 0 0,0 0-1 0 0,0 0 1 0 0,1-1 0 0 0,-1 1-1 0 0,0 0 1 0 0,1 0 0 0 0,-1 0-1 0 0,1 0 1 0 0,-1 0 0 0 0,1 0-1 0 0,-1 0 1 0 0,1 1 0 0 0,0-1-1 0 0,0 0 1 0 0,-1 2 0 0 0,-6 35 373 0 0,7-35-385 0 0,0-1 0 0 0,0 1 0 0 0,0-1 0 0 0,0 1 0 0 0,0-1 0 0 0,1 1 0 0 0,-1-1 0 0 0,1 1 0 0 0,0-1 0 0 0,-1 0 0 0 0,1 1 0 0 0,0-1 0 0 0,0 0 0 0 0,1 1 0 0 0,-1-1 0 0 0,3 3 0 0 0,-3-4 40 0 0,1 0 0 0 0,-1 0 0 0 0,0 0 0 0 0,0 0 0 0 0,1 0 0 0 0,-1-1 0 0 0,0 1 0 0 0,1-1 0 0 0,-1 1 1 0 0,1-1-1 0 0,-1 1 0 0 0,1-1 0 0 0,-1 0 0 0 0,1 0 0 0 0,-1 0 0 0 0,1 0 0 0 0,-1 0 0 0 0,1 0 0 0 0,-1 0 0 0 0,1 0 1 0 0,-1 0-1 0 0,1-1 0 0 0,-1 1 0 0 0,0-1 0 0 0,1 1 0 0 0,-1-1 0 0 0,1 0 0 0 0,1-1 0 0 0,-3 2-46 0 0,0 0-1 0 0,0 0 0 0 0,1 0 1 0 0,-1 0-1 0 0,0 0 1 0 0,0 0-1 0 0,0 0 0 0 0,0 0 1 0 0,1 0-1 0 0,-1 0 1 0 0,0 0-1 0 0,0 0 0 0 0,0-1 1 0 0,0 1-1 0 0,0 0 0 0 0,1 0 1 0 0,-1 0-1 0 0,0 0 1 0 0,0 0-1 0 0,0 0 0 0 0,0-1 1 0 0,0 1-1 0 0,0 0 1 0 0,0 0-1 0 0,0 0 0 0 0,0 0 1 0 0,1-1-1 0 0,-1 1 1 0 0,0 0-1 0 0,0 0 0 0 0,0 0 1 0 0,0 0-1 0 0,0-1 0 0 0,0 1 1 0 0,0 0-1 0 0,0 0 1 0 0,0 0-1 0 0,0-1 0 0 0,0 1 1 0 0,0 0-1 0 0,-1 0 1 0 0,1 0-1 0 0,0 0 0 0 0,0-1 1 0 0,-9-5-28 0 0,-13 0-875 0 0,21 6 670 0 0,0 0-1 0 0,0 0 1 0 0,0 0 0 0 0,0 0-1 0 0,0 1 1 0 0,0-1 0 0 0,0 0-1 0 0,0 0 1 0 0,0 1 0 0 0,0-1 0 0 0,0 0-1 0 0,0 1 1 0 0,0-1 0 0 0,0 1-1 0 0,-2 1 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8.5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49 217 6913 0 0,'-2'-3'488'0'0,"0"1"0"0"0,-1-1 0 0 0,1 1 0 0 0,-1 0 0 0 0,0 0 0 0 0,0 0 0 0 0,1 0 0 0 0,-1 1 0 0 0,-5-3-1 0 0,7 4-347 0 0,1 0 0 0 0,-1 0 0 0 0,1 0 0 0 0,-1 0 0 0 0,1 0 0 0 0,-1 0 0 0 0,1 0 0 0 0,-1 0-1 0 0,1 0 1 0 0,0 0 0 0 0,-1 0 0 0 0,1 0 0 0 0,-1 0 0 0 0,1 1 0 0 0,-1-1 0 0 0,1 0-1 0 0,0 0 1 0 0,-1 1 0 0 0,1-1 0 0 0,-1 0 0 0 0,1 0 0 0 0,0 1 0 0 0,-1-1 0 0 0,1 0 0 0 0,0 1-1 0 0,-1-1 1 0 0,-4 22 1480 0 0,4-14-1544 0 0,1 0-1 0 0,1 0 1 0 0,-1 0-1 0 0,1 0 1 0 0,0 0 0 0 0,1 0-1 0 0,0 0 1 0 0,0 0-1 0 0,1 0 1 0 0,0-1 0 0 0,1 1-1 0 0,-1-1 1 0 0,1 0-1 0 0,0 0 1 0 0,1 0 0 0 0,5 6-1 0 0,-6-9-52 0 0,0-1 0 0 0,0 1 0 0 0,0-1 0 0 0,0 0 1 0 0,0 0-1 0 0,1 0 0 0 0,-1-1 0 0 0,1 0 0 0 0,0 0 0 0 0,0 0 0 0 0,-1 0 0 0 0,1-1 0 0 0,1 1 0 0 0,-1-1 0 0 0,0 0 0 0 0,0-1 1 0 0,0 0-1 0 0,0 1 0 0 0,1-2 0 0 0,-1 1 0 0 0,0 0 0 0 0,0-1 0 0 0,0 0 0 0 0,0-1 0 0 0,0 1 0 0 0,5-3 0 0 0,-6 4-27 0 0,-1-1 0 0 0,0-1 0 0 0,1 1 0 0 0,-1 0 0 0 0,0-1 0 0 0,0 0 0 0 0,0 0 0 0 0,0 0 0 0 0,0 0 0 0 0,0 0-1 0 0,-1 0 1 0 0,1-1 0 0 0,-1 1 0 0 0,1-1 0 0 0,-1 0 0 0 0,0 0 0 0 0,0 0 0 0 0,0 0 0 0 0,-1 0 0 0 0,1 0-1 0 0,-1 0 1 0 0,1-1 0 0 0,-1 1 0 0 0,0 0 0 0 0,-1-1 0 0 0,1 1 0 0 0,0-1 0 0 0,-1 1 0 0 0,0-1 0 0 0,0 1 0 0 0,0-1-1 0 0,0 0 1 0 0,-1 1 0 0 0,1-1 0 0 0,-1 1 0 0 0,0-1 0 0 0,0 1 0 0 0,0 0 0 0 0,0-1 0 0 0,-1 1 0 0 0,1 0 0 0 0,-1 0-1 0 0,-4-6 1 0 0,3 5 85 0 0,0-1 0 0 0,1 1 0 0 0,0-1 0 0 0,-1 0 0 0 0,-1-9 0 0 0,3 13-63 0 0,1 1-1 0 0,0-1 0 0 0,0 1 1 0 0,0-1-1 0 0,0 1 1 0 0,0-1-1 0 0,0 1 0 0 0,0-1 1 0 0,0 1-1 0 0,0-1 0 0 0,0 1 1 0 0,1-1-1 0 0,-1 1 1 0 0,0-1-1 0 0,0 1 0 0 0,0-1 1 0 0,1 1-1 0 0,-1-1 1 0 0,0 1-1 0 0,1-1 0 0 0,-1 1 1 0 0,0 0-1 0 0,1-1 1 0 0,0 0-1 0 0,0 1 13 0 0,0-1 1 0 0,0 1-1 0 0,1-1 0 0 0,-1 1 1 0 0,0 0-1 0 0,1-1 1 0 0,-1 1-1 0 0,0 0 0 0 0,1 0 1 0 0,-1 0-1 0 0,0 0 1 0 0,1 0-1 0 0,-1 0 0 0 0,3 1 1 0 0,27 5 474 0 0,-18-3-306 0 0,0 0 1 0 0,0-1-1 0 0,0-1 1 0 0,1 0-1 0 0,18-2 1 0 0,-28 1-166 0 0,1-1 0 0 0,-1 0 0 0 0,0 0 1 0 0,0-1-1 0 0,0 1 0 0 0,0-1 0 0 0,0 0 1 0 0,0 0-1 0 0,0 0 0 0 0,-1-1 0 0 0,1 1 0 0 0,-1-1 1 0 0,1 0-1 0 0,-1 0 0 0 0,0 0 0 0 0,0 0 1 0 0,0-1-1 0 0,-1 1 0 0 0,1-1 0 0 0,-1 0 1 0 0,2-4-1 0 0,-2 5-16 0 0,-1 0 0 0 0,1 0 0 0 0,-1-1-1 0 0,0 1 1 0 0,0 0 0 0 0,0-1 0 0 0,0 1 0 0 0,-1-1 0 0 0,1 1 0 0 0,-1-1 0 0 0,0 1 0 0 0,0-1 0 0 0,0 1-1 0 0,-1-1 1 0 0,1 1 0 0 0,-1-1 0 0 0,0 1 0 0 0,0-1 0 0 0,0 1 0 0 0,-2-4 0 0 0,-2-3-181 0 0,-1 0 1 0 0,0 1 0 0 0,-1-1-1 0 0,-13-13 1 0 0,0-1-1757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8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7834 0 0,'2'7'771'0'0,"0"0"1"0"0,1 0 0 0 0,0 0-1 0 0,0-1 1 0 0,0 1 0 0 0,0-1-1 0 0,1 0 1 0 0,0 0 0 0 0,5 5-1 0 0,-3-3 304 0 0,-1-1-1 0 0,0 1 1 0 0,0 0-1 0 0,6 14 1 0 0,-10-18-1018 0 0,0 0 0 0 0,0 0-1 0 0,0 0 1 0 0,0 1 0 0 0,-1-1 0 0 0,1 0-1 0 0,-1 0 1 0 0,-1 6 0 0 0,1-3-1748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10138 0 0,'0'7'957'0'0,"2"1"0"0"0,-1-1 1 0 0,1 1-1 0 0,0-1 0 0 0,4 8 0 0 0,4 20 662 0 0,2 43-38 0 0,3 16-4104 0 0,-8-79 2437 0 0,-4-12 74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1 185 4145 0 0,'0'-2'145'0'0,"1"1"1"0"0,-1-1-1 0 0,1 1 1 0 0,0-1-1 0 0,-1 1 1 0 0,1-1-1 0 0,0 1 1 0 0,0-1-1 0 0,0 1 1 0 0,0 0-1 0 0,1 0 1 0 0,-1-1-1 0 0,0 1 1 0 0,3-1-1 0 0,24-19 2476 0 0,-20 15-1870 0 0,1 0 208 0 0,0-1-1 0 0,1 1 0 0 0,0 1 1 0 0,0 0-1 0 0,1 0 0 0 0,0 1 1 0 0,12-3-1 0 0,-21 7-859 0 0,0-1 0 0 0,1 0 0 0 0,-1 1 0 0 0,1 0 1 0 0,-1 0-1 0 0,1-1 0 0 0,-1 1 0 0 0,1 1 0 0 0,-1-1 0 0 0,1 0 0 0 0,-1 1 0 0 0,1-1 1 0 0,-1 1-1 0 0,0 0 0 0 0,1-1 0 0 0,-1 1 0 0 0,0 0 0 0 0,0 1 0 0 0,1-1 1 0 0,-1 0-1 0 0,0 1 0 0 0,0-1 0 0 0,0 1 0 0 0,-1 0 0 0 0,1-1 0 0 0,0 1 0 0 0,-1 0 1 0 0,1 0-1 0 0,-1 0 0 0 0,1 0 0 0 0,-1 0 0 0 0,0 1 0 0 0,0-1 0 0 0,0 0 1 0 0,0 1-1 0 0,0-1 0 0 0,-1 0 0 0 0,1 1 0 0 0,0 2 0 0 0,4 7 1004 0 0,4-21-224 0 0,-2-1-952 0 0,28-34 183 0 0,40-45-2313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09.9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20 3681 0 0,'-19'28'8295'0'0,"18"-28"-8124"0"0,1 1 0 0 0,-1 0-1 0 0,1 0 1 0 0,-1 0 0 0 0,1 0 0 0 0,0 0-1 0 0,-1 0 1 0 0,1 0 0 0 0,0 0-1 0 0,0 0 1 0 0,-1 0 0 0 0,1 0 0 0 0,0 0-1 0 0,0 0 1 0 0,0 0 0 0 0,0 1 0 0 0,1-1-1 0 0,-1 0 1 0 0,0 0 0 0 0,0 0 0 0 0,1 0-1 0 0,-1 0 1 0 0,0 0 0 0 0,1 0 0 0 0,-1 0-1 0 0,1-1 1 0 0,-1 1 0 0 0,1 0 0 0 0,1 2-1 0 0,-2-3-125 0 0,1 0-1 0 0,-1 0 0 0 0,1 0 0 0 0,0 0 0 0 0,-1 0 1 0 0,1 0-1 0 0,-1 0 0 0 0,1 0 0 0 0,-1 0 0 0 0,1 0 0 0 0,-1 0 1 0 0,1 0-1 0 0,-1-1 0 0 0,1 1 0 0 0,-1 0 0 0 0,1 0 1 0 0,-1-1-1 0 0,1 1 0 0 0,-1 0 0 0 0,1 0 0 0 0,-1-1 1 0 0,0 1-1 0 0,1 0 0 0 0,-1-1 0 0 0,0 1 0 0 0,1-1 1 0 0,-1 1-1 0 0,0-1 0 0 0,1 1 0 0 0,-1 0 0 0 0,0-1 1 0 0,0 1-1 0 0,1-1 0 0 0,-1 1 0 0 0,0-1 0 0 0,0 1 1 0 0,0-1-1 0 0,0 1 0 0 0,0-1 0 0 0,0 0 0 0 0,0 1 1 0 0,0-1-1 0 0,0 1 0 0 0,0-1 0 0 0,0 1 0 0 0,0-1 1 0 0,0 1-1 0 0,0-1 0 0 0,-1 0 0 0 0,-24-53 900 0 0,25 47-574 0 0,7 11-1268 0 0,-3 2-78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0.6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89 186 4609 0 0,'-23'-13'825'0'0,"11"5"1549"0"0,0 1 0 0 0,-1 0 1 0 0,-16 1 3211 0 0,39 36-4957 0 0,-5-18-563 0 0,0 0 0 0 0,1 0-1 0 0,1-1 1 0 0,0 0 0 0 0,1 0 0 0 0,0-1-1 0 0,15 16 1 0 0,-19-23-48 0 0,-1 0-1 0 0,1 0 1 0 0,0-1 0 0 0,0 1-1 0 0,0-1 1 0 0,0 0-1 0 0,0 0 1 0 0,0 0 0 0 0,0 0-1 0 0,1-1 1 0 0,-1 0 0 0 0,1 0-1 0 0,-1 0 1 0 0,1 0-1 0 0,0-1 1 0 0,-1 0 0 0 0,1 1-1 0 0,0-2 1 0 0,-1 1-1 0 0,1-1 1 0 0,-1 1 0 0 0,1-1-1 0 0,-1-1 1 0 0,1 1 0 0 0,4-3-1 0 0,-5 2-55 0 0,-1 0 0 0 0,1 0 0 0 0,-1 0 1 0 0,0-1-1 0 0,0 0 0 0 0,0 0 0 0 0,0 0 0 0 0,0 0 0 0 0,-1 0 0 0 0,1 0 0 0 0,-1-1 0 0 0,0 1 0 0 0,0-1 0 0 0,0 0 0 0 0,0 0 0 0 0,2-7 0 0 0,-3 9 19 0 0,-1 0-1 0 0,1-1 1 0 0,0 1-1 0 0,-1 0 1 0 0,1 0-1 0 0,-1-1 1 0 0,0 1-1 0 0,0 0 1 0 0,0 0-1 0 0,0-1 1 0 0,0 1-1 0 0,0 0 1 0 0,-1-1-1 0 0,1 1 1 0 0,-1 0-1 0 0,0 0 1 0 0,1 0-1 0 0,-1 0 0 0 0,0-1 1 0 0,0 1-1 0 0,0 0 1 0 0,-1 1-1 0 0,1-1 1 0 0,0 0-1 0 0,-1 0 1 0 0,1 0-1 0 0,-1 1 1 0 0,0-1-1 0 0,1 1 1 0 0,-1-1-1 0 0,-4-1 1 0 0,6 3 28 0 0,0 0 0 0 0,0 0 0 0 0,0 0 0 0 0,0 0 0 0 0,0 0 0 0 0,0 0 0 0 0,-1-1 0 0 0,1 1 0 0 0,0 0 0 0 0,0 0 0 0 0,0 0 0 0 0,0 0 0 0 0,0 0 0 0 0,-1 0 0 0 0,1 0 0 0 0,0 0 0 0 0,0 0 0 0 0,0 0 0 0 0,0 1 0 0 0,0-1 0 0 0,0 0 0 0 0,-1 0 0 0 0,1 0 0 0 0,0 0 0 0 0,0 0 0 0 0,0 0 0 0 0,0 0 0 0 0,0 0 0 0 0,0 0 0 0 0,-1 0 0 0 0,1 0 0 0 0,0 0 0 0 0,0 1 0 0 0,0-1 0 0 0,0 0 0 0 0,0 0 0 0 0,0 0 0 0 0,0 0 0 0 0,0 0 0 0 0,0 0 0 0 0,0 0 0 0 0,0 1 0 0 0,0-1 0 0 0,0 0 0 0 0,0 0 0 0 0,0 0 0 0 0,-1 1 0 0 0,1 10 206 0 0,4 9-97 0 0,-2-17-96 0 0,-1 0 0 0 0,1-1 0 0 0,0 1 0 0 0,-1-1 0 0 0,1 1 0 0 0,0-1 0 0 0,1 0 0 0 0,-1 0 0 0 0,0 0 0 0 0,1 0 0 0 0,-1 0 0 0 0,1 0 0 0 0,-1-1 0 0 0,1 1 0 0 0,0-1 0 0 0,0 0 0 0 0,0 0 0 0 0,0 0 0 0 0,0 0 0 0 0,0 0 0 0 0,0-1 0 0 0,0 1 0 0 0,0-1-1 0 0,0 0 1 0 0,0 0 0 0 0,0 0 0 0 0,0 0 0 0 0,0 0 0 0 0,0-1 0 0 0,0 0 0 0 0,0 1 0 0 0,0-1 0 0 0,5-2 0 0 0,-2 1 75 0 0,-1 0 0 0 0,1 0 0 0 0,-1-1-1 0 0,1 0 1 0 0,-1 0 0 0 0,0 0 0 0 0,0 0 0 0 0,0-1-1 0 0,-1 0 1 0 0,1 0 0 0 0,-1 0 0 0 0,0-1-1 0 0,0 1 1 0 0,0-1 0 0 0,-1 0 0 0 0,5-9 0 0 0,-6 6-46 0 0,0 1 1 0 0,0-1-1 0 0,-1 0 1 0 0,0 0-1 0 0,-1 1 1 0 0,0-1 0 0 0,0 0-1 0 0,-1 0 1 0 0,0 1-1 0 0,0-1 1 0 0,-1 0-1 0 0,0 1 1 0 0,0-1 0 0 0,-5-10-1 0 0,5 12-675 0 0,-1 0 0 0 0,0 1 0 0 0,0-1 0 0 0,-1 1 0 0 0,0 0 0 0 0,-6-7 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0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1 456 0 0,'4'15'8992'0'0,"-1"7"-3291"0"0,0 33-1327 0 0,-3-30-4164 0 0,1 0 1 0 0,9 43 0 0 0,1-31-1991 0 0,-4-22-4840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1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 5985 0 0,'1'-2'308'0'0,"1"0"0"0"0,0 0-1 0 0,0 1 1 0 0,-1-1 0 0 0,1 1-1 0 0,0 0 1 0 0,0-1 0 0 0,1 1-1 0 0,-1 0 1 0 0,0 0 0 0 0,0 0-1 0 0,1 1 1 0 0,-1-1 0 0 0,0 0-1 0 0,4 0 1 0 0,-4 1-105 0 0,0 1 0 0 0,-1-1 0 0 0,1 0 0 0 0,0 0 0 0 0,-1 1 0 0 0,1-1 0 0 0,0 1 0 0 0,-1-1 1 0 0,1 1-1 0 0,-1 0 0 0 0,1 0 0 0 0,-1 0 0 0 0,1 0 0 0 0,-1 0 0 0 0,0 0 0 0 0,0 0 0 0 0,2 2 0 0 0,0 1 79 0 0,1 0 1 0 0,-1 1-1 0 0,-1-1 1 0 0,1 1-1 0 0,-1 0 1 0 0,0 0-1 0 0,0 0 0 0 0,0 0 1 0 0,-1 0-1 0 0,1 0 1 0 0,-1 0-1 0 0,0 8 1 0 0,0 9-152 0 0,0 0 1 0 0,-4 23 0 0 0,-3-7-6109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1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2304 0 0,'8'-9'2048'0'0,"-5"6"-1144"0"0,-1 0 0 0 0,1 0 1 0 0,-1 1-1 0 0,1-1 0 0 0,0 1 0 0 0,0 0 1 0 0,5-4-1 0 0,-7 6-777 0 0,0 0 0 0 0,0 0-1 0 0,-1 0 1 0 0,1 0 0 0 0,0 0 0 0 0,0 0 0 0 0,0 0-1 0 0,0 0 1 0 0,0 0 0 0 0,0 0 0 0 0,0 0-1 0 0,0 0 1 0 0,0 1 0 0 0,-1-1 0 0 0,1 0-1 0 0,0 1 1 0 0,0-1 0 0 0,0 0 0 0 0,-1 1 0 0 0,1-1-1 0 0,0 1 1 0 0,0 0 0 0 0,-1-1 0 0 0,1 1-1 0 0,0-1 1 0 0,-1 1 0 0 0,1 0 0 0 0,-1 0-1 0 0,1-1 1 0 0,-1 1 0 0 0,1 0 0 0 0,-1 0 0 0 0,1 0-1 0 0,-1 0 1 0 0,0-1 0 0 0,0 1 0 0 0,1 0-1 0 0,-1 1 1 0 0,14 51 1660 0 0,-12-43-1715 0 0,0 0-1 0 0,1 0 1 0 0,0 0 0 0 0,0-1-1 0 0,5 10 1 0 0,-6-16-62 0 0,-1-1-1 0 0,1 0 0 0 0,-1 1 1 0 0,1-1-1 0 0,0 0 1 0 0,0 0-1 0 0,0 0 1 0 0,0 0-1 0 0,0-1 0 0 0,1 1 1 0 0,-1 0-1 0 0,1-1 1 0 0,-1 0-1 0 0,1 1 1 0 0,-1-1-1 0 0,1 0 0 0 0,-1-1 1 0 0,1 1-1 0 0,0 0 1 0 0,0-1-1 0 0,-1 1 1 0 0,6-1-1 0 0,19 0 252 0 0,-21-1-106 0 0,0 1 1 0 0,0 0-1 0 0,0 0 1 0 0,-1 0-1 0 0,1 1 1 0 0,9 2-1 0 0,-14-3-115 0 0,1 1 1 0 0,-1 0-1 0 0,1 0 0 0 0,-1 0 0 0 0,1 0 0 0 0,-1 0 0 0 0,1 0 0 0 0,-1 0 0 0 0,0 0 1 0 0,0 0-1 0 0,0 1 0 0 0,0-1 0 0 0,0 0 0 0 0,0 1 0 0 0,0-1 0 0 0,0 1 0 0 0,0-1 0 0 0,0 1 1 0 0,-1 0-1 0 0,1-1 0 0 0,-1 1 0 0 0,1 0 0 0 0,-1-1 0 0 0,0 1 0 0 0,0 0 0 0 0,0 3 1 0 0,1 12-5 0 0,-2 0 0 0 0,-1 0 1 0 0,0-1-1 0 0,-1 1 1 0 0,0 0-1 0 0,-2-1 1 0 0,0 1-1 0 0,-8 17 1 0 0,4-12-405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2.9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72 100 4609 0 0,'-6'1'15022'0'0,"0"14"-15889"0"0,0-53 2095 0 0,6 36-1182 0 0,-1 0 0 0 0,1 0 0 0 0,-1 1 0 0 0,1-1 0 0 0,-1 0 0 0 0,1 0 0 0 0,-1 1 0 0 0,0-1 0 0 0,0 0 0 0 0,0 1 0 0 0,0-1 0 0 0,0 1 0 0 0,0-1 0 0 0,0 1 0 0 0,-1 0 0 0 0,1-1 0 0 0,0 1 0 0 0,-1 0 0 0 0,1 0 0 0 0,-1 0 0 0 0,0 0 1 0 0,1 0-1 0 0,-1 0 0 0 0,0 0 0 0 0,-2 0 0 0 0,3 2-57 0 0,1-1 0 0 0,-1 1 1 0 0,1-1-1 0 0,-1 1 0 0 0,1 0 1 0 0,-1 0-1 0 0,1-1 0 0 0,0 1 1 0 0,-1 0-1 0 0,1 0 0 0 0,0-1 1 0 0,0 1-1 0 0,-1 0 1 0 0,1 0-1 0 0,0 0 0 0 0,0-1 1 0 0,0 1-1 0 0,0 0 0 0 0,0 0 1 0 0,0 0-1 0 0,0 0 0 0 0,0-1 1 0 0,0 1-1 0 0,1 1 0 0 0,4 23-291 0 0,-4-24 305 0 0,0 0 0 0 0,0-1-1 0 0,0 1 1 0 0,0 0-1 0 0,0 0 1 0 0,0 0 0 0 0,0-1-1 0 0,0 1 1 0 0,1-1 0 0 0,-1 1-1 0 0,0-1 1 0 0,0 1-1 0 0,1-1 1 0 0,-1 0 0 0 0,0 1-1 0 0,1-1 1 0 0,-1 0-1 0 0,0 0 1 0 0,1 0 0 0 0,-1 0-1 0 0,0 0 1 0 0,1 0 0 0 0,-1-1-1 0 0,0 1 1 0 0,1 0-1 0 0,-1-1 1 0 0,0 1 0 0 0,1-1-1 0 0,-1 1 1 0 0,0-1-1 0 0,0 0 1 0 0,0 1 0 0 0,0-1-1 0 0,1 0 1 0 0,-1 0-1 0 0,0 0 1 0 0,0-1 0 0 0,1 1 43 0 0,0 0 1 0 0,0-1 0 0 0,-1 1 0 0 0,1 0-1 0 0,-1-1 1 0 0,1 0 0 0 0,-1 1-1 0 0,0-1 1 0 0,1 0 0 0 0,-1 0-1 0 0,0 1 1 0 0,0-1 0 0 0,0 0 0 0 0,0 0-1 0 0,-1 0 1 0 0,1 0 0 0 0,-1 0-1 0 0,1-1 1 0 0,-1 1 0 0 0,0 0 0 0 0,1 0-1 0 0,-1 0 1 0 0,0 0 0 0 0,-1-3-1 0 0,0 2-31 0 0,0 1 0 0 0,0 0 0 0 0,0 0-1 0 0,0 0 1 0 0,0 0 0 0 0,-1 0 0 0 0,1 0-1 0 0,-1 0 1 0 0,1 1 0 0 0,-1-1 0 0 0,0 1-1 0 0,0-1 1 0 0,0 1 0 0 0,0-1 0 0 0,0 1-1 0 0,0 0 1 0 0,0 0 0 0 0,0 0 0 0 0,0 0 0 0 0,0 0-1 0 0,-1 1 1 0 0,1-1 0 0 0,0 1 0 0 0,-1-1-1 0 0,1 1 1 0 0,-3 0 0 0 0,3 0-8 0 0,0 0 0 0 0,0 0 0 0 0,1 0 0 0 0,-1 0 0 0 0,1 1 0 0 0,-1-1 1 0 0,0 1-1 0 0,1-1 0 0 0,-1 1 0 0 0,1-1 0 0 0,-1 1 0 0 0,1 0 0 0 0,-1 0 0 0 0,1 0 0 0 0,-1 0 1 0 0,1 0-1 0 0,0 0 0 0 0,0 0 0 0 0,0 0 0 0 0,-1 0 0 0 0,1 1 0 0 0,0-1 0 0 0,0 0 0 0 0,1 1 1 0 0,-1-1-1 0 0,0 1 0 0 0,0-1 0 0 0,1 1 0 0 0,-1-1 0 0 0,1 1 0 0 0,-1 0 0 0 0,1-1 0 0 0,0 1 0 0 0,-1-1 1 0 0,1 1-1 0 0,0 3 0 0 0,0-4-10 0 0,0-1-1 0 0,0 0 1 0 0,0 1 0 0 0,0-1 0 0 0,0 1 0 0 0,0-1-1 0 0,0 1 1 0 0,1-1 0 0 0,-1 0 0 0 0,0 1-1 0 0,0-1 1 0 0,0 1 0 0 0,0-1 0 0 0,0 0 0 0 0,1 1-1 0 0,-1-1 1 0 0,0 1 0 0 0,0-1 0 0 0,1 0 0 0 0,-1 1-1 0 0,0-1 1 0 0,1 0 0 0 0,-1 0 0 0 0,0 1-1 0 0,1-1 1 0 0,-1 0 0 0 0,0 0 0 0 0,1 1 0 0 0,-1-1-1 0 0,1 0 1 0 0,-1 0 0 0 0,0 0 0 0 0,1 0 0 0 0,-1 0-1 0 0,1 1 1 0 0,-1-1 0 0 0,1 0 0 0 0,21-6-85 0 0,17-16 42 0 0,-35 18-69 0 0,-4 3 50 0 0,0 1-1 0 0,1-1 0 0 0,-1 1 1 0 0,0-1-1 0 0,0 1 0 0 0,1-1 1 0 0,-1 1-1 0 0,0-1 0 0 0,1 1 1 0 0,-1 0-1 0 0,1-1 0 0 0,-1 1 0 0 0,0 0 1 0 0,1-1-1 0 0,-1 1 0 0 0,1 0 1 0 0,-1 0-1 0 0,1-1 0 0 0,-1 1 1 0 0,1 0-1 0 0,-1 0 0 0 0,1 0 0 0 0,-1 0 1 0 0,1 0-1 0 0,-1 0 0 0 0,1 0 1 0 0,0 0-1 0 0,2 3-717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3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31 179 3225 0 0,'-17'-39'3229'0'0,"6"11"2384"0"0,10 49-1124 0 0,-1-6-3724 0 0,2 1-603 0 0,1-1 0 0 0,1 1 0 0 0,0 0 0 0 0,1-1 0 0 0,9 26 0 0 0,-11-36-129 0 0,1 0 0 0 0,-1-1 0 0 0,1 1 0 0 0,1-1-1 0 0,-1 1 1 0 0,0-1 0 0 0,1 0 0 0 0,0 0 0 0 0,0 0 0 0 0,0 0 0 0 0,1-1 0 0 0,-1 1 0 0 0,1-1-1 0 0,0 0 1 0 0,0 0 0 0 0,0 0 0 0 0,0-1 0 0 0,0 1 0 0 0,1-1 0 0 0,-1 0 0 0 0,1 0 0 0 0,5 1-1 0 0,-8-2 19 0 0,0-1 1 0 0,-1 0-1 0 0,1 0 0 0 0,-1 0 0 0 0,1 0 0 0 0,0 0 0 0 0,-1-1 0 0 0,1 1 0 0 0,-1 0 0 0 0,1-1 0 0 0,-1 1 0 0 0,1-1 0 0 0,-1 0 0 0 0,1 1 1 0 0,-1-1-1 0 0,0 0 0 0 0,1 0 0 0 0,-1 0 0 0 0,2-2 0 0 0,0 0-63 0 0,0 0 0 0 0,0 0-1 0 0,-1 0 1 0 0,1-1 0 0 0,-1 1 0 0 0,0-1 0 0 0,3-6 0 0 0,-1 0-239 0 0,-1 0 1 0 0,0 0 0 0 0,0-1 0 0 0,-1 1-1 0 0,1-14 1 0 0,-6-25 21 0 0,4 52 250 0 0,0-1 0 0 0,0 1 0 0 0,0 0 1 0 0,0 0-1 0 0,1-1 0 0 0,-1 1 0 0 0,1-1 1 0 0,-1 0-1 0 0,1 1 0 0 0,0-1 0 0 0,0 0 1 0 0,0 0-1 0 0,0 0 0 0 0,1 0 1 0 0,-1 0-1 0 0,3 1 0 0 0,0 1-54 0 0,1 0-1 0 0,0 0 0 0 0,0-1 1 0 0,0 0-1 0 0,0 0 1 0 0,9 3-1 0 0,-6-5 108 0 0,0 0-1 0 0,0-1 1 0 0,0 0 0 0 0,-1 0-1 0 0,1-1 1 0 0,0 0-1 0 0,0-1 1 0 0,-1 0-1 0 0,1 0 1 0 0,-1-1 0 0 0,0 0-1 0 0,0 0 1 0 0,0-1-1 0 0,0 0 1 0 0,0 0 0 0 0,-1-1-1 0 0,10-7 1 0 0,-11 7 62 0 0,0 0 0 0 0,-1 0 1 0 0,1-1-1 0 0,-1 0 0 0 0,0 0 0 0 0,0 0 1 0 0,-1 0-1 0 0,0-1 0 0 0,4-7 1 0 0,-7 10-70 0 0,1-1 0 0 0,0 0 0 0 0,-1 1 0 0 0,0-1 0 0 0,0 0 0 0 0,0 0 0 0 0,0 1 0 0 0,-1-1 0 0 0,0 0 0 0 0,0 0 0 0 0,0 0 0 0 0,-1 0 0 0 0,0 0 0 0 0,-2-8 0 0 0,1 9-71 0 0,1 0 0 0 0,-1 0 0 0 0,0 1-1 0 0,0-1 1 0 0,-1 1 0 0 0,1 0 0 0 0,-1-1 0 0 0,0 1 0 0 0,0 0 0 0 0,0 1-1 0 0,0-1 1 0 0,0 1 0 0 0,0-1 0 0 0,-1 1 0 0 0,1 0 0 0 0,-7-3 0 0 0,7 4-243 0 0,1 0 0 0 0,0 1 0 0 0,0-1 0 0 0,-1 1 0 0 0,1-1 0 0 0,0 1 0 0 0,-1 0 0 0 0,1 0 0 0 0,-1 0 0 0 0,1 0 0 0 0,-3 0 0 0 0,0 3-1249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3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10594 0 0,'12'25'1706'0'0,"-1"0"-1"0"0,-1 0 1 0 0,-1 1-1 0 0,-1 0 1 0 0,6 38-1 0 0,0-6-4455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0,'0'0'819'0'0,"24"20"3030"0"0,-21-14-3384 0 0,0-1 0 0 0,0 1 0 0 0,-1 0 0 0 0,0 0 0 0 0,0 0 0 0 0,0 0 0 0 0,-1 0 0 0 0,1 1-1 0 0,-2-1 1 0 0,1 0 0 0 0,-1 1 0 0 0,0-1 0 0 0,-1 13 0 0 0,-2 0-594 0 0,0 0 0 0 0,-1 0 0 0 0,-9 24 0 0 0,7-29-5029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4609 0 0,'4'73'10973'0'0,"-1"-51"-10507"0"0,0 1 0 0 0,1-1-1 0 0,2 1 1 0 0,0-1 0 0 0,1 0 0 0 0,13 24 0 0 0,-19-43-415 0 0,0 0 1 0 0,1 0 0 0 0,-1 0-1 0 0,1-1 1 0 0,0 1-1 0 0,0-1 1 0 0,0 1 0 0 0,0-1-1 0 0,1 0 1 0 0,-1 0 0 0 0,1 0-1 0 0,-1 0 1 0 0,1 0 0 0 0,0 0-1 0 0,0-1 1 0 0,-1 1-1 0 0,1-1 1 0 0,0 0 0 0 0,0 0-1 0 0,0 0 1 0 0,1 0 0 0 0,4 0-1 0 0,-3-1 25 0 0,-1 0-1 0 0,0-1 1 0 0,0 1-1 0 0,0-1 1 0 0,0 0-1 0 0,0-1 0 0 0,0 1 1 0 0,0-1-1 0 0,0 1 1 0 0,0-1-1 0 0,-1 0 1 0 0,1-1-1 0 0,-1 1 1 0 0,0 0-1 0 0,1-1 1 0 0,-1 0-1 0 0,3-3 1 0 0,14-16-68 0 0,-1-2 0 0 0,-1 0 0 0 0,16-26 1 0 0,-1-5-6027 0 0,-30 49 4925 0 0,7-11-5080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4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 7370 0 0,'-1'0'181'0'0,"0"0"0"0"0,0 0 0 0 0,1 0 0 0 0,-1 0 0 0 0,0 0 0 0 0,0 1 0 0 0,0-1 0 0 0,0 0 0 0 0,0 0 0 0 0,0 1 0 0 0,1-1 0 0 0,-1 1 0 0 0,0-1 0 0 0,0 1 0 0 0,0-1 0 0 0,1 1 0 0 0,-1 0 0 0 0,0-1 0 0 0,1 1 0 0 0,-1 0 0 0 0,1-1 0 0 0,-1 1 0 0 0,1 0 0 0 0,-1 1 0 0 0,-6 26 2765 0 0,7-14-1904 0 0,1 0 1 0 0,4 21-1 0 0,-4-29-727 0 0,32 176 3858 0 0,-7-93-4731 0 0,10-3-5186 0 0,-24-61-1200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5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16 141 6449 0 0,'-2'1'381'0'0,"1"0"-1"0"0,0 1 1 0 0,0-1-1 0 0,-1 0 0 0 0,1 1 1 0 0,0-1-1 0 0,0 1 1 0 0,0-1-1 0 0,0 1 0 0 0,1 0 1 0 0,-1-1-1 0 0,0 1 1 0 0,0 3-1 0 0,1-5-268 0 0,0 1 0 0 0,0-1 1 0 0,0 1-1 0 0,0-1 0 0 0,0 0 0 0 0,0 1 0 0 0,1-1 1 0 0,-1 1-1 0 0,0-1 0 0 0,0 0 0 0 0,0 1 0 0 0,1-1 0 0 0,-1 1 1 0 0,0-1-1 0 0,0 0 0 0 0,1 1 0 0 0,-1-1 0 0 0,0 0 0 0 0,1 1 1 0 0,-1-1-1 0 0,0 0 0 0 0,1 0 0 0 0,-1 1 0 0 0,1-1 0 0 0,-1 0 1 0 0,0 0-1 0 0,1 0 0 0 0,-1 0 0 0 0,1 1 0 0 0,-1-1 0 0 0,1 0 1 0 0,0 0-1 0 0,2 0 79 0 0,-1 0 0 0 0,1 0 0 0 0,0 0 0 0 0,0 0 0 0 0,0 0 0 0 0,0-1 0 0 0,0 1 0 0 0,-1-1-1 0 0,1 0 1 0 0,0 0 0 0 0,0 0 0 0 0,-1 0 0 0 0,1-1 0 0 0,3-2 0 0 0,-2 2-112 0 0,0-1 0 0 0,-1 0 0 0 0,1-1 0 0 0,-1 1 0 0 0,0 0 0 0 0,0-1 0 0 0,0 0 0 0 0,0 0 1 0 0,-1 0-1 0 0,1 0 0 0 0,-1 0 0 0 0,0 0 0 0 0,0-1 0 0 0,-1 1 0 0 0,2-8 0 0 0,-2 8-93 0 0,-1 1 1 0 0,0 0 0 0 0,0 0-1 0 0,0 0 1 0 0,0 0 0 0 0,0 0-1 0 0,-1-1 1 0 0,1 1 0 0 0,-1 0-1 0 0,0 0 1 0 0,0 0 0 0 0,0 0-1 0 0,-1 1 1 0 0,1-1 0 0 0,-1 0-1 0 0,1 0 1 0 0,-1 1 0 0 0,0-1-1 0 0,0 1 1 0 0,0-1-1 0 0,0 1 1 0 0,-1 0 0 0 0,1 0-1 0 0,-5-3 1 0 0,6 4 26 0 0,0 1 0 0 0,1-1 0 0 0,-1 1 0 0 0,0-1 0 0 0,1 1 0 0 0,-1 0 0 0 0,0-1 0 0 0,1 1 0 0 0,-1 0-1 0 0,0 0 1 0 0,0-1 0 0 0,1 1 0 0 0,-1 0 0 0 0,0 0 0 0 0,0 0 0 0 0,0 0 0 0 0,1 0 0 0 0,-1 0 0 0 0,0 0 0 0 0,0 0 0 0 0,1 0 0 0 0,-1 1 0 0 0,0-1 0 0 0,0 0-1 0 0,1 0 1 0 0,-1 1 0 0 0,0-1 0 0 0,0 0 0 0 0,1 1 0 0 0,-2 0 0 0 0,0 1-3 0 0,1-1-1 0 0,-1 1 1 0 0,0 0-1 0 0,1 0 1 0 0,0 0 0 0 0,-1 1-1 0 0,1-1 1 0 0,0 0-1 0 0,-2 5 1 0 0,0 4-145 0 0,0 0 0 0 0,0 0 0 0 0,-1 14 0 0 0,3-24 122 0 0,1 1-1 0 0,0 0 1 0 0,0 0-1 0 0,-1 0 0 0 0,1 0 1 0 0,0-1-1 0 0,0 1 0 0 0,1 0 1 0 0,-1 0-1 0 0,0 0 0 0 0,1-1 1 0 0,-1 1-1 0 0,1 0 1 0 0,-1 0-1 0 0,1-1 0 0 0,0 1 1 0 0,0 0-1 0 0,0-1 0 0 0,0 1 1 0 0,0-1-1 0 0,0 1 1 0 0,0-1-1 0 0,1 0 0 0 0,-1 1 1 0 0,0-1-1 0 0,1 0 0 0 0,1 2 1 0 0,-1-3 47 0 0,0 0-1 0 0,0 1 1 0 0,-1-1 0 0 0,1 0 0 0 0,0 0 0 0 0,0 0-1 0 0,0 0 1 0 0,0 0 0 0 0,-1 0 0 0 0,1-1 0 0 0,0 1-1 0 0,0-1 1 0 0,-1 1 0 0 0,1-1 0 0 0,0 0 0 0 0,-1 1 0 0 0,1-1-1 0 0,-1 0 1 0 0,1 0 0 0 0,-1 0 0 0 0,1 0 0 0 0,-1-1-1 0 0,1 1 1 0 0,-1 0 0 0 0,0-1 0 0 0,0 1 0 0 0,0 0-1 0 0,1-2 1 0 0,1 0 25 0 0,-1 0 0 0 0,0 0 1 0 0,0 0-1 0 0,1 0 0 0 0,-2 0 0 0 0,1 0 0 0 0,0-1 0 0 0,-1 1 0 0 0,0 0 0 0 0,1-1 0 0 0,-1 1 0 0 0,-1-1 0 0 0,1 0 0 0 0,0 1 1 0 0,-1-1-1 0 0,0 0 0 0 0,0 1 0 0 0,0-1 0 0 0,0 0 0 0 0,-1 1 0 0 0,1-1 0 0 0,-1 1 0 0 0,0-1 0 0 0,0 0 0 0 0,0 1 1 0 0,-1 0-1 0 0,1-1 0 0 0,-1 1 0 0 0,1 0 0 0 0,-1 0 0 0 0,0 0 0 0 0,-1 0 0 0 0,1 0 0 0 0,0 0 0 0 0,-1 0 0 0 0,0 1 1 0 0,1 0-1 0 0,-5-4 0 0 0,-2 3-877 0 0,5 5-53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6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30 192 5065 0 0,'-2'-1'74'0'0,"1"0"-1"0"0,-1 1 0 0 0,1-1 1 0 0,0 0-1 0 0,-1 0 1 0 0,1 0-1 0 0,0 0 1 0 0,0 0-1 0 0,0 0 1 0 0,-1-1-1 0 0,1 1 0 0 0,1 0 1 0 0,-1 0-1 0 0,0-1 1 0 0,0 1-1 0 0,0-1 1 0 0,1 1-1 0 0,-1-1 1 0 0,0 1-1 0 0,1-2 1 0 0,-7-21 10111 0 0,8 44-9660 0 0,1 1 1 0 0,1-1-1 0 0,1 0 0 0 0,1 0 1 0 0,13 33-1 0 0,-17-48-529 0 0,1-1-1 0 0,0 0 0 0 0,0 0 1 0 0,1 0-1 0 0,-1 0 0 0 0,1 0 1 0 0,0 0-1 0 0,0-1 1 0 0,0 1-1 0 0,0-1 0 0 0,0 0 1 0 0,1 0-1 0 0,0 0 1 0 0,-1 0-1 0 0,1-1 0 0 0,0 1 1 0 0,1-1-1 0 0,-1 0 1 0 0,0 0-1 0 0,0-1 0 0 0,1 0 1 0 0,-1 1-1 0 0,1-1 0 0 0,-1-1 1 0 0,1 1-1 0 0,0 0 1 0 0,-1-1-1 0 0,1 0 0 0 0,0 0 1 0 0,-1-1-1 0 0,10-1 1 0 0,-11 1-38 0 0,0 1 0 0 0,0-1 1 0 0,1 0-1 0 0,-1 0 1 0 0,0 0-1 0 0,0 0 1 0 0,0-1-1 0 0,0 1 1 0 0,0-1-1 0 0,0 0 1 0 0,-1 0-1 0 0,1 0 1 0 0,-1 0-1 0 0,1 0 1 0 0,-1-1-1 0 0,0 1 0 0 0,0-1 1 0 0,0 0-1 0 0,0 1 1 0 0,0-1-1 0 0,0 0 1 0 0,-1 0-1 0 0,1 0 1 0 0,-1 0-1 0 0,1-5 1 0 0,1-4-142 0 0,-2 0 1 0 0,0 0 0 0 0,0 0 0 0 0,-1 0-1 0 0,-3-20 1 0 0,1-9 232 0 0,2 40-7 0 0,0 0-1 0 0,0 0 0 0 0,0 0 0 0 0,0 0 0 0 0,0 0 0 0 0,0 0 0 0 0,0 0 0 0 0,0 0 0 0 0,0 0 0 0 0,0 0 0 0 0,1 0 0 0 0,-1 0 0 0 0,0 0 0 0 0,1 0 0 0 0,-1 0 0 0 0,1 0 0 0 0,-1 0 0 0 0,1 1 0 0 0,0-1 0 0 0,-1 0 0 0 0,1 0 0 0 0,0 0 0 0 0,-1 1 1 0 0,1-1-1 0 0,0 0 0 0 0,0 1 0 0 0,0-1 0 0 0,0 1 0 0 0,0-1 0 0 0,0 1 0 0 0,-1-1 0 0 0,1 1 0 0 0,0 0 0 0 0,0 0 0 0 0,0-1 0 0 0,0 1 0 0 0,0 0 0 0 0,0 0 0 0 0,1 0 0 0 0,-1 0 0 0 0,0 0 0 0 0,0 0 0 0 0,0 0 0 0 0,0 0 0 0 0,0 0 0 0 0,0 1 1 0 0,0-1-1 0 0,0 0 0 0 0,0 1 0 0 0,0-1 0 0 0,1 1 0 0 0,10 4 150 0 0,-1 0 0 0 0,0 1 0 0 0,18 11 1 0 0,-12-7 61 0 0,-7-5-115 0 0,-1 0-1 0 0,1-1 1 0 0,0 0-1 0 0,1-1 1 0 0,-1 0-1 0 0,1-1 1 0 0,18 2-1 0 0,-27-3-110 0 0,1-1 0 0 0,0 0 0 0 0,-1 0 0 0 0,1 0 0 0 0,0-1 0 0 0,0 1 0 0 0,-1-1 0 0 0,1 1 0 0 0,-1-1 0 0 0,1 0 0 0 0,0 0 0 0 0,-1 0 0 0 0,0 0 0 0 0,1 0 0 0 0,-1-1 0 0 0,0 1 0 0 0,1-1 0 0 0,-1 0 0 0 0,0 1 0 0 0,0-1 0 0 0,0 0 0 0 0,-1 0 0 0 0,1 0 0 0 0,0-1 0 0 0,-1 1 0 0 0,1 0 0 0 0,-1 0 0 0 0,0-1 0 0 0,0 1 0 0 0,0-1 0 0 0,0 1 0 0 0,0-1 0 0 0,-1 0 0 0 0,1 1 0 0 0,0-4 0 0 0,0-2 13 0 0,-1 1 0 0 0,0-1 0 0 0,0 1 0 0 0,-1-1 0 0 0,1 1 0 0 0,-2-1 0 0 0,1 1 0 0 0,-1-1 0 0 0,0 1 0 0 0,-1 0 0 0 0,1 0 0 0 0,-1 0 0 0 0,-1 0 0 0 0,-6-10 0 0 0,-10-22-542 0 0,19 31-1745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6.7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19 5529 0 0,'-19'-11'100'0'0,"2"4"7231"0"0,17 7-7096 0 0,-1 1 0 0 0,0 0 0 0 0,1 0 0 0 0,-1-1 1 0 0,1 1-1 0 0,-1 0 0 0 0,1 0 0 0 0,-1 0 0 0 0,1-1 0 0 0,0 1 1 0 0,-1 0-1 0 0,1 0 0 0 0,0 0 0 0 0,0 0 0 0 0,-1 0 1 0 0,1 0-1 0 0,0 0 0 0 0,0 0 0 0 0,0 0 0 0 0,0 0 0 0 0,0-1 1 0 0,1 1-1 0 0,-1 2 0 0 0,0 16 666 0 0,1 0 0 0 0,1 1 0 0 0,1-1 0 0 0,6 26 0 0 0,-6-35-1123 0 0,1 0-1 0 0,0-1 1 0 0,9 18 0 0 0,-9-21-625 0 0,0 1 1 0 0,1-1 0 0 0,0 0 0 0 0,0 0 0 0 0,11 9-1 0 0,-4-5 746 0 0,-1 0 88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7.2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0,'4'4'943'0'0,"-1"0"-1"0"0,0 1 0 0 0,0-1 0 0 0,0 1 0 0 0,0 0 0 0 0,-1 0 0 0 0,0 0 0 0 0,0 0 1 0 0,2 8-1 0 0,11 64 2069 0 0,-13-61-2817 0 0,0 0 0 0 0,2 0 0 0 0,-1 0 0 0 0,2 0 1 0 0,0-1-1 0 0,1 0 0 0 0,8 15 0 0 0,-12-27-149 0 0,0 0 1 0 0,-1 0-1 0 0,1-1 0 0 0,0 0 0 0 0,1 1 0 0 0,-1-1 1 0 0,0 0-1 0 0,1 0 0 0 0,-1 0 0 0 0,1 0 0 0 0,-1 0 1 0 0,1-1-1 0 0,0 1 0 0 0,0-1 0 0 0,0 0 1 0 0,0 0-1 0 0,0 0 0 0 0,0 0 0 0 0,0 0 0 0 0,0-1 1 0 0,0 1-1 0 0,0-1 0 0 0,1 0 0 0 0,-1 0 0 0 0,0 0 1 0 0,0 0-1 0 0,0 0 0 0 0,0-1 0 0 0,0 0 1 0 0,0 0-1 0 0,1 1 0 0 0,-1-2 0 0 0,-1 1 0 0 0,1 0 1 0 0,3-2-1 0 0,10-7-91 0 0,0 0 1 0 0,0 0-1 0 0,-1-2 1 0 0,24-23-1 0 0,-18 17-410 0 0,21-15-4663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7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47 1376 0 0,'-13'-47'18129'0'0,"22"64"-15728"0"0,37 128-750 0 0,-37-110-2128 0 0,2 1-1 0 0,1-2 1 0 0,30 61-1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8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99 301 3225 0 0,'-16'11'410'0'0,"6"-3"1594"0"0,-1-1 0 0 0,0 0-1 0 0,0-1 1 0 0,-1 0 0 0 0,-16 0 4291 0 0,48-35-5313 0 0,32-38-787 0 0,61-83-2171 0 0,-46 44-5930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19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93 3769 0 0,'-24'-65'4237'0'0,"16"38"2855"0"0,15 64-1483 0 0,1 7-5521 0 0,-5-34-78 0 0,1 6-7 0 0,2 0 0 0 0,0 0 1 0 0,11 22-1 0 0,-16-36-4 0 0,0 1 1 0 0,1-1-1 0 0,-1 1 1 0 0,0-1 0 0 0,1 0-1 0 0,0 0 1 0 0,-1 0-1 0 0,1 0 1 0 0,0 0-1 0 0,0 0 1 0 0,0 0-1 0 0,0-1 1 0 0,1 1 0 0 0,-1-1-1 0 0,0 1 1 0 0,1-1-1 0 0,-1 0 1 0 0,1 0-1 0 0,-1 0 1 0 0,1 0-1 0 0,0 0 1 0 0,-1-1 0 0 0,1 1-1 0 0,0-1 1 0 0,-1 0-1 0 0,1 0 1 0 0,0 0-1 0 0,-1 0 1 0 0,5 0-1 0 0,0-4 14 0 0,1 1 0 0 0,-1-1 0 0 0,0 0-1 0 0,0-1 1 0 0,0 0 0 0 0,0 0-1 0 0,-1 0 1 0 0,0-1 0 0 0,0 0-1 0 0,8-10 1 0 0,26-24 58 0 0,-36 37-53 0 0,-1 1 1 0 0,1-1-1 0 0,-1 1 0 0 0,1 0 1 0 0,0 0-1 0 0,0 0 0 0 0,-1 1 0 0 0,1-1 1 0 0,1 1-1 0 0,-1 0 0 0 0,5-1 1 0 0,-7 2-5 0 0,-1 0 1 0 0,1 1-1 0 0,0-1 1 0 0,0 0 0 0 0,-1 1-1 0 0,1-1 1 0 0,0 1-1 0 0,-1-1 1 0 0,1 1 0 0 0,0 0-1 0 0,-1 0 1 0 0,1 0-1 0 0,-1 0 1 0 0,0 0 0 0 0,1 0-1 0 0,-1 0 1 0 0,0 1-1 0 0,0-1 1 0 0,1 0 0 0 0,-1 1-1 0 0,0-1 1 0 0,0 1-1 0 0,0-1 1 0 0,-1 1 0 0 0,1-1-1 0 0,0 1 1 0 0,-1 0-1 0 0,2 3 1 0 0,1 4 37 0 0,0 0 1 0 0,0 1-1 0 0,-1-1 1 0 0,-1 1-1 0 0,1 0 0 0 0,-2 0 1 0 0,1 0-1 0 0,-1 0 1 0 0,-1-1-1 0 0,0 1 0 0 0,0 0 1 0 0,-1 0-1 0 0,0-1 1 0 0,0 1-1 0 0,-1-1 1 0 0,-1 1-1 0 0,1-1 0 0 0,-2 0 1 0 0,1-1-1 0 0,-1 1 1 0 0,-1-1-1 0 0,1 0 0 0 0,-1 0 1 0 0,-1 0-1 0 0,1-1 1 0 0,-1 0-1 0 0,-1 0 0 0 0,1-1 1 0 0,-1 0-1 0 0,0-1 1 0 0,0 1-1 0 0,-1-1 1 0 0,0-1-1 0 0,0 0 0 0 0,0 0 1 0 0,0 0-1 0 0,-1-2 1 0 0,1 1-1 0 0,-17 2 0 0 0,6-5-3363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2 151 4145 0 0,'1'-1'277'0'0,"-1"0"0"0"0,1 0 0 0 0,-1 0 0 0 0,0 0 0 0 0,1 0 0 0 0,-1 0 0 0 0,0 0 0 0 0,1 0 0 0 0,-1 0 0 0 0,0 0 0 0 0,0 0 0 0 0,0 0 0 0 0,0 0 0 0 0,0-1 0 0 0,0 1 0 0 0,0 0 0 0 0,-1 0 1 0 0,1 0-1 0 0,0 0 0 0 0,0 0 0 0 0,-1 0 0 0 0,0-1 0 0 0,0 0-166 0 0,1 0 0 0 0,-1 0 0 0 0,1 0 1 0 0,0 0-1 0 0,-1 0 0 0 0,1 0 0 0 0,0 0 1 0 0,0 0-1 0 0,1-4 0 0 0,1-2 165 0 0,0 1 1 0 0,1 0-1 0 0,0 0 0 0 0,0 0 0 0 0,1 0 1 0 0,0 1-1 0 0,0-1 0 0 0,0 1 0 0 0,1 0 1 0 0,0 0-1 0 0,0 1 0 0 0,0-1 0 0 0,1 1 0 0 0,7-5 1 0 0,-12 10-42 0 0,-1 0 0 0 0,1-1 0 0 0,0 1 0 0 0,0 0 0 0 0,-1 0 0 0 0,1 0 0 0 0,0 0 0 0 0,0 0 0 0 0,0 0 1 0 0,-1 0-1 0 0,1 0 0 0 0,0 0 0 0 0,0 0 0 0 0,-1 0 0 0 0,1 1 0 0 0,0-1 0 0 0,0 0 0 0 0,-1 0 0 0 0,1 1 0 0 0,0-1 0 0 0,-1 1 0 0 0,1-1 1 0 0,1 1-1 0 0,17 20 968 0 0,-14-13-1240 0 0,-1-1 1 0 0,1 2-1 0 0,-1-1 0 0 0,3 10 0 0 0,27 103 336 0 0,-14-46-259 0 0,32 77 0 0 0,-48-132-930 0 0,-6-6-4947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4489 0 0,'0'3'192'0'0,"0"-2"56"0"0,0 1-248 0 0,0-1 0 0 0,0 1 0 0 0,1-1 0 0 0,1 0 0 0 0,-2 2 64 0 0,1 0-64 0 0,0 1 0 0 0,1-1 0 0 0,-2 0 0 0 0,1 0-88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2:57:20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42 3225 0 0,'0'-9'1229'0'0,"10"-24"12227"0"0,-10 33-13331 0 0,1 0-1 0 0,-1 0 1 0 0,1 0 0 0 0,-1 0-1 0 0,0 0 1 0 0,1 1 0 0 0,-1-1 0 0 0,1 0-1 0 0,-1 0 1 0 0,1 0 0 0 0,-1 0-1 0 0,0 0 1 0 0,1 1 0 0 0,-1-1 0 0 0,0 0-1 0 0,1 0 1 0 0,-1 0 0 0 0,0 1-1 0 0,1-1 1 0 0,-1 0 0 0 0,0 1 0 0 0,1-1-1 0 0,-1 0 1 0 0,0 1 0 0 0,0-1-1 0 0,0 0 1 0 0,1 1 0 0 0,-1-1 0 0 0,0 1-1 0 0,0-1 1 0 0,0 1 0 0 0,2 4 32 0 0,0 0 1 0 0,-1 0 0 0 0,0 0 0 0 0,0 1-1 0 0,0-1 1 0 0,-1 0 0 0 0,0 0 0 0 0,0 1-1 0 0,0-1 1 0 0,-2 10 0 0 0,1 2 50 0 0,-5 65-14 0 0,-4-2-1 0 0,-27 111 1 0 0,24-143-534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1:56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8754 0 0,'0'2'90'0'0,"0"1"0"0"0,0 0 1 0 0,0-1-1 0 0,0 1 0 0 0,0-1 1 0 0,1 1-1 0 0,0 0 0 0 0,-1-1 1 0 0,1 1-1 0 0,0-1 0 0 0,0 1 1 0 0,2 1-1 0 0,18 35-69 0 0,-13-27 104 0 0,0 0 46 0 0,1 1 0 0 0,0-2 1 0 0,1 0-1 0 0,0 0 0 0 0,1 0 0 0 0,0-1 0 0 0,1-1 0 0 0,0 0 0 0 0,0-1 0 0 0,1 0 0 0 0,0-1 1 0 0,0 0-1 0 0,1-1 0 0 0,18 6 0 0 0,15 2 636 0 0,0-2 0 0 0,0-2 1 0 0,53 4-1 0 0,326 14-398 0 0,-317-24-385 0 0,310 11-200 0 0,-314-18 193 0 0,181-29 0 0 0,-53 2-135 0 0,112-19-368 0 0,-205 25 133 0 0,164-7 0 0 0,51 31 797 0 0,-5 1 106 0 0,180-27 777 0 0,-327 24-1263 0 0,0 9 0 0 0,225 37 0 0 0,-395-38-1259 0 0,0-3 1 0 0,1-1-1 0 0,53-3 0 0 0,-69-1-4212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09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35 114 456 0 0,'0'-10'530'0'0,"-1"1"0"0"0,0 0 1 0 0,0 0-1 0 0,-1-1 0 0 0,0 1 0 0 0,0 0 0 0 0,-1 0 0 0 0,-1 1 1 0 0,1-1-1 0 0,-12-14 2259 0 0,15 33-1657 0 0,7 25-731 0 0,-1-11-115 0 0,1 201 2363 0 0,0-7-1854 0 0,58 255-463 0 0,-28 323-135 0 0,8-181 1668 0 0,-9-253-593 0 0,3 950 180 0 0,-52-762 1265 0 0,32-72-1918 0 0,0-45-1374 0 0,-20-399-434 0 0,2-28 321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0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184 309 920 0 0,'-140'-37'4001'0'0,"100"25"-1932"0"0,40 12-2041 0 0,0 0 0 0 0,0 0-1 0 0,0 0 1 0 0,0 0 0 0 0,0 0 0 0 0,0 0-1 0 0,0 0 1 0 0,0 0 0 0 0,-1 0-1 0 0,1 0 1 0 0,0 0 0 0 0,0 0 0 0 0,0 0-1 0 0,0 0 1 0 0,0 0 0 0 0,0 0 0 0 0,0 0-1 0 0,-1 0 1 0 0,1 0 0 0 0,0 0-1 0 0,0 0 1 0 0,0 0 0 0 0,0 0 0 0 0,0 0-1 0 0,0 0 1 0 0,0 0 0 0 0,0 0-1 0 0,-1 0 1 0 0,1 0 0 0 0,0 0 0 0 0,0-1-1 0 0,0 1 1 0 0,0 0 0 0 0,0 0-1 0 0,0 0 1 0 0,0 0 0 0 0,0 0 0 0 0,0 0-1 0 0,0 0 1 0 0,0 0 0 0 0,0-1-1 0 0,0 1 1 0 0,0 0 0 0 0,0 0 0 0 0,0 0-1 0 0,0 0 1 0 0,0 0 0 0 0,0 0 0 0 0,0 0-1 0 0,0-1 1 0 0,0 1 0 0 0,0 0-1 0 0,0 0 1 0 0,0 0 0 0 0,0 0 0 0 0,0 0-1 0 0,0 0 1 0 0,0 0 0 0 0,0-1-1 0 0,0 1 1 0 0,0 0 0 0 0,0 0 0 0 0,0 0-1 0 0,0 0 1 0 0,0 0 0 0 0,0 0-1 0 0,0 0 1 0 0,1 0 0 0 0,21-1 612 0 0,86 2-743 0 0,178-21 0 0 0,-51 1 11 0 0,-13 6 9 0 0,70-3-142 0 0,-33 8-82 0 0,619-3-449 0 0,-217 13 377 0 0,-2-40 363 0 0,295-23 651 0 0,164 68 256 0 0,-1105-6-852 0 0,440 6 1599 0 0,-399-11-1279 0 0,1-3-1 0 0,-2-3 0 0 0,56-16 0 0 0,53-10 290 0 0,-162 36-649 0 0,7-1-90 0 0,0 0-1 0 0,1 0 1 0 0,0 0-1 0 0,-1 1 1 0 0,13 1-1 0 0,-14 1-439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3.22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39 139 1840 0 0,'-26'-18'1280'0'0,"25"18"-1266"0"0,0-1 0 0 0,0 0 1 0 0,0 1-1 0 0,1-1 1 0 0,-1 0-1 0 0,0 1 1 0 0,0-1-1 0 0,1 0 0 0 0,-1 0 1 0 0,1 0-1 0 0,-1 0 1 0 0,0 0-1 0 0,1 1 1 0 0,0-1-1 0 0,-1 0 0 0 0,1 0 1 0 0,0 0-1 0 0,-1 0 1 0 0,1-1-1 0 0,0 1 0 0 0,0 0 1 0 0,0 0-1 0 0,0 0 1 0 0,0 0-1 0 0,0 0 1 0 0,0 0-1 0 0,0-1 0 0 0,3 1 13 0 0,0 0 0 0 0,0 0 0 0 0,0 1 0 0 0,0-1 0 0 0,0 1-1 0 0,0-1 1 0 0,0 1 0 0 0,0 0 0 0 0,0 0 0 0 0,0 1 0 0 0,-1-1-1 0 0,6 1 1 0 0,-2 0 189 0 0,138 15 2095 0 0,-83-7-2289 0 0,-1-3 0 0 0,99-3 0 0 0,104-33 1061 0 0,-35 3-205 0 0,-155 21-850 0 0,-1 1 58 0 0,90-18 0 0 0,30-9 510 0 0,-164 30-472 0 0,1 1 0 0 0,0 1 0 0 0,-1 2 0 0 0,51 9 0 0 0,-22 0-88 0 0,1-2 0 0 0,0-3 0 0 0,91-2 0 0 0,-46-6 256 0 0,-1 4-1 0 0,114 17 1 0 0,-100 3 1618 0 0,-113-21-1982 0 0,0 1-64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3.88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33 2656 1840 0 0,'-2'0'77'0'0,"1"0"0"0"0,0 0 0 0 0,-1 0 0 0 0,1-1 0 0 0,0 1 0 0 0,0 0 0 0 0,-1 0 0 0 0,1-1 0 0 0,0 1 0 0 0,0-1 0 0 0,-1 1 0 0 0,1-1-1 0 0,0 1 1 0 0,0-1 0 0 0,0 0 0 0 0,0 0 0 0 0,0 1 0 0 0,0-1 0 0 0,0 0 0 0 0,0 0 0 0 0,0 0 0 0 0,0 0 0 0 0,1 0 0 0 0,-1 0 0 0 0,0 0 0 0 0,1 0-1 0 0,-1-1 1 0 0,0 1 0 0 0,1 0 0 0 0,0 0 0 0 0,-1-3 0 0 0,1 2 84 0 0,1 0-1 0 0,-1-1 1 0 0,1 1 0 0 0,0 0-1 0 0,0 0 1 0 0,0-1 0 0 0,0 1-1 0 0,0 0 1 0 0,1 0 0 0 0,-1 0-1 0 0,0 0 1 0 0,1 0 0 0 0,0 1-1 0 0,-1-1 1 0 0,1 0 0 0 0,4-2 0 0 0,47-42 865 0 0,-2-2 1 0 0,46-55 0 0 0,20-29 899 0 0,-41 49-1200 0 0,104-148 0 0 0,-18-8 648 0 0,-112 173-896 0 0,87-88 0 0 0,393-448-369 0 0,-433 478-23 0 0,125-140 196 0 0,-96 139-227 0 0,56-58 99 0 0,-130 130 382 0 0,98-77 0 0 0,-141 119-1060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9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73 6449 0 0,'0'-4'427'0'0,"0"-1"-1"0"0,0 0 1 0 0,0 0-1 0 0,0 1 0 0 0,1-1 1 0 0,1-6-1 0 0,-1 9-166 0 0,-1 0-1 0 0,1 0 0 0 0,-1 0 0 0 0,1 0 1 0 0,0 0-1 0 0,0 0 0 0 0,0 0 1 0 0,0 0-1 0 0,0 0 0 0 0,0 0 0 0 0,1 0 1 0 0,-1 1-1 0 0,1-1 0 0 0,-1 0 1 0 0,4-2-1 0 0,-4 4-181 0 0,0 0-1 0 0,0 0 1 0 0,0 0-1 0 0,0 0 1 0 0,0 0 0 0 0,0 0-1 0 0,0 0 1 0 0,0 1-1 0 0,0-1 1 0 0,0 0 0 0 0,-1 0-1 0 0,1 1 1 0 0,0-1-1 0 0,0 1 1 0 0,0-1 0 0 0,0 1-1 0 0,0-1 1 0 0,-1 1-1 0 0,1-1 1 0 0,0 1 0 0 0,0 0-1 0 0,-1-1 1 0 0,1 1-1 0 0,-1 0 1 0 0,1 0 0 0 0,0-1-1 0 0,-1 1 1 0 0,0 0-1 0 0,1 0 1 0 0,-1 0 0 0 0,1 0-1 0 0,-1 0 1 0 0,0 0-1 0 0,0 0 1 0 0,1 1 0 0 0,11 38 957 0 0,-12-39-979 0 0,11 53 660 0 0,-2 0 0 0 0,2 83 0 0 0,-12 112-606 0 0,-2-89-368 0 0,3-143-764 0 0,-1-1 0 0 0,-1 1 0 0 0,-6 28-1 0 0,4-34-321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19.9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6449 0 0,'2'-11'201'0'0,"0"1"-1"0"0,0 0 1 0 0,1-1-1 0 0,0 1 1 0 0,1 0-1 0 0,0 0 1 0 0,1 1-1 0 0,0-1 1 0 0,0 1-1 0 0,13-17 1 0 0,-12 19 98 0 0,0 0 0 0 0,0 0 0 0 0,1 0 0 0 0,-1 1 1 0 0,1 0-1 0 0,1 0 0 0 0,-1 1 0 0 0,1-1 0 0 0,0 2 1 0 0,1-1-1 0 0,-1 1 0 0 0,16-5 0 0 0,-22 8-249 0 0,0 1 1 0 0,0-1-1 0 0,0 0 1 0 0,0 1-1 0 0,0 0 1 0 0,0-1-1 0 0,0 1 1 0 0,0 0-1 0 0,0 0 1 0 0,0 0-1 0 0,0 0 1 0 0,0 0-1 0 0,0 1 1 0 0,0-1-1 0 0,0 1 1 0 0,0-1-1 0 0,0 1 1 0 0,-1 0-1 0 0,1-1 1 0 0,0 1-1 0 0,0 0 1 0 0,0 0-1 0 0,-1 0 1 0 0,1 1-1 0 0,-1-1 1 0 0,1 0-1 0 0,-1 1 1 0 0,1-1-1 0 0,-1 1 1 0 0,0-1-1 0 0,0 1 1 0 0,1-1-1 0 0,-1 1 1 0 0,-1 0-1 0 0,1 0 1 0 0,0 0-1 0 0,0-1 0 0 0,0 1 1 0 0,0 4-1 0 0,0 1-16 0 0,0 0 0 0 0,-1 0 0 0 0,1 1 0 0 0,-2-1 0 0 0,1 0-1 0 0,-1 0 1 0 0,0 1 0 0 0,0-1 0 0 0,-5 13 0 0 0,-10 20-170 0 0,-2 0 0 0 0,-34 56 1 0 0,31-60 32 0 0,1 1 1 0 0,-26 70-1 0 0,45-104 225 0 0,0 0-1 0 0,0 1 1 0 0,0-1-1 0 0,0 1 1 0 0,1-1 0 0 0,-1 0-1 0 0,1 1 1 0 0,0-1-1 0 0,0 1 1 0 0,1-1-1 0 0,0 4 1 0 0,-1-6-32 0 0,1 0-1 0 0,-1 0 1 0 0,1 0-1 0 0,0 1 1 0 0,-1-2 0 0 0,1 1-1 0 0,0 0 1 0 0,0 0-1 0 0,0 0 1 0 0,0 0-1 0 0,0 0 1 0 0,0-1 0 0 0,0 1-1 0 0,0 0 1 0 0,0-1-1 0 0,0 1 1 0 0,0-1 0 0 0,0 1-1 0 0,0-1 1 0 0,0 0-1 0 0,1 1 1 0 0,-1-1 0 0 0,0 0-1 0 0,0 0 1 0 0,0 0-1 0 0,1 0 1 0 0,-1 0-1 0 0,0 0 1 0 0,0 0 0 0 0,1 0-1 0 0,-1-1 1 0 0,0 1-1 0 0,2-1 1 0 0,24-5 233 0 0,46-16 0 0 0,1 0-1924 0 0,-45 15 420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0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1 397 6449 0 0,'13'0'432'0'0,"-1"-2"0"0"0,1 0 0 0 0,0 0 0 0 0,0-1 0 0 0,-1-1 0 0 0,0 0-1 0 0,15-7 1 0 0,-3 0 478 0 0,-2-1 1 0 0,36-25-1 0 0,-46 28-759 0 0,-1 0 1 0 0,0-1 0 0 0,-1-1 0 0 0,-1 1 0 0 0,1-2-1 0 0,-1 1 1 0 0,-1-1 0 0 0,9-18 0 0 0,-12 22-152 0 0,-1-1 1 0 0,0 1 0 0 0,-1-1-1 0 0,0 1 1 0 0,-1-1 0 0 0,1 0-1 0 0,-2 0 1 0 0,1 0 0 0 0,-1-1 0 0 0,-1 1-1 0 0,0 0 1 0 0,0 0 0 0 0,0 0-1 0 0,-3-13 1 0 0,2 20 2 0 0,0-1 1 0 0,0 0-1 0 0,0 1 0 0 0,0-1 1 0 0,0 1-1 0 0,0 0 0 0 0,-1-1 1 0 0,1 1-1 0 0,-1 0 1 0 0,0 0-1 0 0,0 0 0 0 0,1 0 1 0 0,-1 0-1 0 0,-1 0 0 0 0,1 0 1 0 0,0 1-1 0 0,0-1 0 0 0,0 1 1 0 0,-1 0-1 0 0,1 0 0 0 0,-1-1 1 0 0,1 1-1 0 0,-1 1 0 0 0,0-1 1 0 0,1 0-1 0 0,-1 1 1 0 0,0-1-1 0 0,1 1 0 0 0,-1 0 1 0 0,0 0-1 0 0,1 0 0 0 0,-1 0 1 0 0,0 1-1 0 0,0-1 0 0 0,1 1 1 0 0,-1-1-1 0 0,1 1 0 0 0,-5 2 1 0 0,3-2 16 0 0,0 0 0 0 0,0 1 1 0 0,0-1-1 0 0,0 1 0 0 0,0 0 0 0 0,1 0 1 0 0,-1 0-1 0 0,0 1 0 0 0,1-1 0 0 0,0 1 1 0 0,0 0-1 0 0,0 0 0 0 0,0 0 1 0 0,0 0-1 0 0,1 1 0 0 0,-1-1 0 0 0,1 1 1 0 0,0 0-1 0 0,0-1 0 0 0,0 1 0 0 0,0 0 1 0 0,1 0-1 0 0,0 0 0 0 0,-2 7 0 0 0,3 0 126 0 0,1 1 0 0 0,0-1 0 0 0,1 0-1 0 0,0 1 1 0 0,1-1 0 0 0,0 0-1 0 0,1-1 1 0 0,0 1 0 0 0,11 19 0 0 0,-7-16-20 0 0,0 0 0 0 0,2 0 0 0 0,-1 0 0 0 0,2-1 1 0 0,0-1-1 0 0,14 14 0 0 0,-18-21-276 0 0,-1 0 0 0 0,1 0 0 0 0,0-1 0 0 0,0 0 1 0 0,0 0-1 0 0,15 5 0 0 0,-17-7-314 0 0,0-1 0 0 0,0 1 0 0 0,0-1 1 0 0,1-1-1 0 0,-1 1 0 0 0,0-1 0 0 0,6 0 0 0 0,9-2-4163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0.6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12 151 3681 0 0,'-2'-10'-25'0'0,"-7"-58"3100"0"0,9 61-2307 0 0,-1 1 1 0 0,1-1-1 0 0,1 1 1 0 0,-1-1 0 0 0,1 1-1 0 0,0-1 1 0 0,1 1 0 0 0,2-7-1 0 0,-4 12-692 0 0,0 1 0 0 0,0-1 0 0 0,0 1 0 0 0,1 0 0 0 0,-1-1 0 0 0,0 1-1 0 0,0 0 1 0 0,0-1 0 0 0,0 1 0 0 0,1 0 0 0 0,-1 0 0 0 0,0-1 0 0 0,0 1 0 0 0,1 0 0 0 0,-1 0-1 0 0,0-1 1 0 0,0 1 0 0 0,1 0 0 0 0,-1 0 0 0 0,0 0 0 0 0,1-1 0 0 0,-1 1 0 0 0,0 0 0 0 0,1 0 0 0 0,-1 0-1 0 0,0 0 1 0 0,1 0 0 0 0,-1 0 0 0 0,1 0 0 0 0,-1 0 0 0 0,0 0 0 0 0,1 0 0 0 0,-1 0 0 0 0,0 0-1 0 0,1 0 1 0 0,11 10 1131 0 0,5 19-279 0 0,-10-2-771 0 0,-1 0 0 0 0,-1 0 0 0 0,-2 1 1 0 0,0 0-1 0 0,-2-1 0 0 0,-3 29 0 0 0,6 73 653 0 0,-3-112-748 0 0,2-1 0 0 0,0 0 0 0 0,1 0 0 0 0,1 0 0 0 0,12 28-1 0 0,-17-42-56 0 0,1 0-1 0 0,0 1 1 0 0,0-2-1 0 0,0 1 0 0 0,0 0 1 0 0,0 0-1 0 0,0 0 1 0 0,1 0-1 0 0,-1-1 0 0 0,1 1 1 0 0,-1-1-1 0 0,1 1 1 0 0,0-1-1 0 0,-1 1 0 0 0,1-1 1 0 0,0 0-1 0 0,0 0 1 0 0,0 0-1 0 0,2 1 0 0 0,-2-2 4 0 0,1 0 0 0 0,-1 0-1 0 0,0-1 1 0 0,0 1-1 0 0,1-1 1 0 0,-1 1 0 0 0,0-1-1 0 0,0 0 1 0 0,0 0-1 0 0,0 1 1 0 0,0-2-1 0 0,0 1 1 0 0,0 0 0 0 0,0 0-1 0 0,0-1 1 0 0,0 1-1 0 0,-1-1 1 0 0,3-2-1 0 0,125-100 702 0 0,-111 92-764 0 0,2 0-1 0 0,-1 1 0 0 0,2 1 0 0 0,-1 1 0 0 0,31-8 0 0 0,-18 7-2033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1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3 144 3681 0 0,'-3'-7'8773'0'0,"10"22"-6978"0"0,10 33-1385 0 0,-8 0 134 0 0,1 0-1 0 0,22 60 1 0 0,-27-95-546 0 0,0 0 0 0 0,1 0 1 0 0,0 0-1 0 0,1-1 0 0 0,1 0 0 0 0,0 0 1 0 0,1-1-1 0 0,0 0 0 0 0,0 0 1 0 0,1-1-1 0 0,1-1 0 0 0,19 15 0 0 0,-26-21 93 0 0,0 0-1 0 0,1-1 0 0 0,-1 0 0 0 0,0 0 0 0 0,1 0 0 0 0,0-1 0 0 0,-1 1 0 0 0,1-1 0 0 0,0 0 0 0 0,-1 0 0 0 0,1-1 1 0 0,0 0-1 0 0,0 1 0 0 0,0-1 0 0 0,0-1 0 0 0,-1 1 0 0 0,9-3 0 0 0,-6 1 127 0 0,0-1 0 0 0,0 0 1 0 0,0 0-1 0 0,-1-1 0 0 0,1 1 0 0 0,-1-2 0 0 0,0 1 0 0 0,0-1 0 0 0,-1 0 1 0 0,9-8-1 0 0,-1-3 91 0 0,0-1 1 0 0,0 0-1 0 0,-2-1 1 0 0,0-1 0 0 0,-2 1-1 0 0,0-1 1 0 0,8-25-1 0 0,-13 32-280 0 0,0 0-1 0 0,-1-1 0 0 0,0 1 1 0 0,-1-1-1 0 0,0 0 0 0 0,-1 1 1 0 0,-1-1-1 0 0,0 0 1 0 0,0 0-1 0 0,-2 0 0 0 0,1 1 1 0 0,-2-1-1 0 0,0 1 1 0 0,-5-15-1 0 0,4 17-175 0 0,0-1 1 0 0,1 1-1 0 0,0 0 0 0 0,0-1 0 0 0,1 0 1 0 0,1 1-1 0 0,0-1 0 0 0,0 0 1 0 0,1 0-1 0 0,0 0 0 0 0,3-14 1 0 0,2 3-7515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5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28 117 4145 0 0,'-7'-36'935'0'0,"6"23"603"0"0,-1 1 0 0 0,-1 0 0 0 0,0 0 1 0 0,-9-20-1 0 0,27 63-148 0 0,-3 1 0 0 0,0 0 0 0 0,10 46 0 0 0,10 103-196 0 0,-21-105-3492 0 0,26 90 0 0 0,-33-154 628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5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0 276 2761 0 0,'2'-20'679'0'0,"1"0"1"0"0,1 1 0 0 0,1-1 0 0 0,0 1-1 0 0,12-26 1 0 0,-13 35-105 0 0,1 0 0 0 0,1 0 0 0 0,-1 0 0 0 0,2 1-1 0 0,-1-1 1 0 0,1 2 0 0 0,1-1 0 0 0,-1 1 0 0 0,1 0 0 0 0,1 0 0 0 0,10-6 0 0 0,-16 11-501 0 0,0 1 1 0 0,1 0-1 0 0,-1 0 1 0 0,1 0-1 0 0,-1 1 0 0 0,1 0 1 0 0,0-1-1 0 0,0 1 1 0 0,0 0-1 0 0,0 1 1 0 0,-1-1-1 0 0,1 1 1 0 0,0-1-1 0 0,0 1 1 0 0,0 1-1 0 0,0-1 1 0 0,0 0-1 0 0,0 1 1 0 0,0 0-1 0 0,0 0 1 0 0,0 0-1 0 0,-1 0 1 0 0,1 1-1 0 0,0-1 0 0 0,-1 1 1 0 0,1 0-1 0 0,-1 0 1 0 0,0 0-1 0 0,1 1 1 0 0,4 4-1 0 0,-2 0-37 0 0,0-1 0 0 0,-1 1 0 0 0,1 0 0 0 0,-2 0 0 0 0,1 0 0 0 0,-1 1 0 0 0,0-1 0 0 0,0 1 0 0 0,-1 0 0 0 0,0 1 0 0 0,-1-1 0 0 0,1 0 0 0 0,0 11 0 0 0,-1-3 67 0 0,-2 0 0 0 0,1 1 0 0 0,-2-1 0 0 0,0 0 0 0 0,-5 22 0 0 0,5-31-207 0 0,0 0 0 0 0,-1 0 0 0 0,0 0 0 0 0,-1 0 0 0 0,1-1 0 0 0,-1 1 0 0 0,0-1 0 0 0,-1 0 0 0 0,0 1 0 0 0,0-2 0 0 0,0 1 0 0 0,-1 0 0 0 0,1-1 0 0 0,-10 8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8754 0 0,'0'1'148'0'0,"0"0"1"0"0,0 0-1 0 0,0-1 1 0 0,0 1-1 0 0,0 0 1 0 0,0 0-1 0 0,0-1 0 0 0,0 1 1 0 0,0 0-1 0 0,0 0 1 0 0,1-1-1 0 0,-1 1 1 0 0,0 0-1 0 0,1-1 1 0 0,-1 1-1 0 0,0 0 0 0 0,1-1 1 0 0,-1 1-1 0 0,1 0 1 0 0,-1-1-1 0 0,1 1 1 0 0,-1-1-1 0 0,1 1 1 0 0,0-1-1 0 0,-1 1 0 0 0,1-1 1 0 0,1 1-1 0 0,-1-1 64 0 0,1 1 1 0 0,-1-1-1 0 0,1 0 0 0 0,-1 0 0 0 0,1 0 0 0 0,-1 0 0 0 0,0 0 0 0 0,1 0 0 0 0,-1-1 0 0 0,1 1 1 0 0,-1 0-1 0 0,1-1 0 0 0,1 0 0 0 0,2-1 48 0 0,0 0 0 0 0,0-1 0 0 0,0 0 0 0 0,-1 0 0 0 0,1 0 0 0 0,-1 0 0 0 0,5-5 0 0 0,38-49-42 0 0,27-29-341 0 0,-65 77 82 0 0,0 0-1 0 0,1 1 0 0 0,0 0 0 0 0,0 1 0 0 0,1 0 0 0 0,19-9 0 0 0,-29 16-51 0 0,-1-1 0 0 0,1 1-1 0 0,-1 0 1 0 0,1 0-1 0 0,-1-1 1 0 0,1 1-1 0 0,-1 0 1 0 0,1 0 0 0 0,0 0-1 0 0,-1 0 1 0 0,1-1-1 0 0,-1 1 1 0 0,1 0-1 0 0,0 0 1 0 0,-1 0-1 0 0,1 0 1 0 0,-1 1 0 0 0,1-1-1 0 0,-1 0 1 0 0,1 0-1 0 0,0 0 1 0 0,-1 0-1 0 0,1 1 1 0 0,0-1 0 0 0,0 12-4234 0 0,-21 9 9915 0 0,-6-26-4869 0 0,24 4-654 0 0,0 0 0 0 0,-1 0 0 0 0,1 1-1 0 0,0-1 1 0 0,-1 1 0 0 0,1-1 0 0 0,-1 1-1 0 0,1 0 1 0 0,-1 0 0 0 0,1 0 0 0 0,-1 0-1 0 0,1 1 1 0 0,-1-1 0 0 0,1 1-1 0 0,0-1 1 0 0,-4 2 0 0 0,3 0-9 0 0,1 0 0 0 0,-1 1 0 0 0,0-1 0 0 0,1 1 1 0 0,-1 0-1 0 0,1 0 0 0 0,0 0 0 0 0,0 0 0 0 0,0 0 0 0 0,0 0 0 0 0,0 0 0 0 0,1 1 0 0 0,0-1 1 0 0,-1 1-1 0 0,1-1 0 0 0,1 1 0 0 0,-1-1 0 0 0,0 1 0 0 0,1 7 0 0 0,-2-1 113 0 0,2 0 0 0 0,-1 0 0 0 0,1 0 0 0 0,1 1 0 0 0,0-1 0 0 0,3 12-1 0 0,-4-19-149 0 0,2 1-1 0 0,-1-1 0 0 0,0 1 0 0 0,1-1 0 0 0,-1 0 0 0 0,1 0 0 0 0,0 0 0 0 0,0 0 0 0 0,1 0 1 0 0,-1 0-1 0 0,0-1 0 0 0,1 1 0 0 0,0-1 0 0 0,-1 1 0 0 0,1-1 0 0 0,0 0 0 0 0,0 0 0 0 0,0 0 0 0 0,1-1 1 0 0,-1 1-1 0 0,0-1 0 0 0,1 1 0 0 0,-1-1 0 0 0,6 1 0 0 0,-2-1-168 0 0,-1-1 1 0 0,1 1-1 0 0,-1-1 0 0 0,1 0 1 0 0,-1-1-1 0 0,1 1 0 0 0,-1-1 0 0 0,1-1 1 0 0,-1 1-1 0 0,0-1 0 0 0,1 0 1 0 0,10-6-1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4145 0 0,'17'2'9563'0'0,"-14"-1"-9371"0"0,1 0 0 0 0,0 0 0 0 0,-1 1 0 0 0,1-1 0 0 0,-1 1 0 0 0,1 0 0 0 0,-1 0 0 0 0,0 0 0 0 0,0 0 0 0 0,0 0-1 0 0,4 5 1 0 0,85 100 6098 0 0,-100-125-6083 0 0,0 0 0 0 0,2-1-1 0 0,0 0 1 0 0,-5-25 0 0 0,9 33-550 0 0,0 0 1 0 0,1 0-1 0 0,0 0 0 0 0,1-1 1 0 0,0 1-1 0 0,1 0 0 0 0,1 0 1 0 0,-1 0-1 0 0,4-11 0 0 0,2 3-6898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6.9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9674 0 0,'-1'-1'82'0'0,"1"0"0"0"0,-1 0 0 0 0,0 1 0 0 0,0-1 0 0 0,1 0 0 0 0,-1 1 0 0 0,0-1 0 0 0,0 1 0 0 0,0-1 1 0 0,0 0-1 0 0,0 1 0 0 0,0 0 0 0 0,0-1 0 0 0,0 1 0 0 0,0 0 0 0 0,0-1 0 0 0,0 1 0 0 0,0 0 0 0 0,0 0 0 0 0,0 0 0 0 0,0 0 0 0 0,-1 0 0 0 0,-21 15 2220 0 0,14-6-1801 0 0,0 1 0 0 0,0 0 0 0 0,1 0 0 0 0,0 1 0 0 0,1 0 0 0 0,-11 21 0 0 0,15-26-363 0 0,0 0-1 0 0,0 0 1 0 0,1 1 0 0 0,0-1-1 0 0,0 1 1 0 0,1-1-1 0 0,-1 1 1 0 0,2-1 0 0 0,-1 1-1 0 0,1 0 1 0 0,0-1 0 0 0,0 1-1 0 0,0 0 1 0 0,1-1 0 0 0,2 9-1 0 0,-2-12-70 0 0,0-1 1 0 0,0 0-1 0 0,0 1 0 0 0,1-1 0 0 0,-1 0 0 0 0,1 0 0 0 0,-1 1 0 0 0,1-1 1 0 0,0 0-1 0 0,0-1 0 0 0,0 1 0 0 0,0 0 0 0 0,0-1 0 0 0,0 1 1 0 0,0-1-1 0 0,1 1 0 0 0,-1-1 0 0 0,0 0 0 0 0,1 0 0 0 0,-1 0 1 0 0,1 0-1 0 0,-1-1 0 0 0,1 1 0 0 0,0-1 0 0 0,4 1 0 0 0,0-1-151 0 0,1 0 0 0 0,-1 0-1 0 0,0-1 1 0 0,0 0 0 0 0,0 0-1 0 0,-1-1 1 0 0,1 0-1 0 0,10-4 1 0 0,0-2-983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4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1 288 10594 0 0,'1'1'221'0'0,"0"0"1"0"0,0 0-1 0 0,0-1 0 0 0,1 1 0 0 0,-1 0 0 0 0,0-1 1 0 0,0 1-1 0 0,1 0 0 0 0,-1-1 0 0 0,0 1 0 0 0,1-1 1 0 0,-1 0-1 0 0,0 0 0 0 0,1 1 0 0 0,-1-1 0 0 0,1 0 0 0 0,-1 0 1 0 0,0 0-1 0 0,1 0 0 0 0,2-1 0 0 0,0 0 112 0 0,1 0 0 0 0,-1-1-1 0 0,0 1 1 0 0,0-1 0 0 0,0 0 0 0 0,7-5-1 0 0,0 0 89 0 0,0-1 0 0 0,-1-1 0 0 0,17-18 0 0 0,-18 16-350 0 0,0 0 1 0 0,-1 0-1 0 0,-1-1 0 0 0,0 0 1 0 0,11-25-1 0 0,-16 32-52 0 0,0 1-1 0 0,-1-1 1 0 0,1 0 0 0 0,-1 0 0 0 0,0 1-1 0 0,0-1 1 0 0,-1 0 0 0 0,0 0 0 0 0,1 0-1 0 0,-2 0 1 0 0,1 0 0 0 0,0 0 0 0 0,-1 0-1 0 0,0 0 1 0 0,0 0 0 0 0,-1 1 0 0 0,1-1-1 0 0,-1 0 1 0 0,-4-8 0 0 0,5 12-5 0 0,0 0 0 0 0,1 0 0 0 0,-1 0 0 0 0,0 0 0 0 0,1 0 0 0 0,-1 1 0 0 0,0-1 0 0 0,0 0 0 0 0,0 0 0 0 0,1 1 0 0 0,-1-1 0 0 0,0 0 0 0 0,0 1 0 0 0,0-1 0 0 0,0 1 0 0 0,0-1 0 0 0,0 1 0 0 0,-1 0 0 0 0,1-1 0 0 0,0 1 0 0 0,0 0 0 0 0,0 0 0 0 0,0 0 0 0 0,0 0 0 0 0,0 0 0 0 0,-2 0 0 0 0,1 0 20 0 0,0 1-1 0 0,0 0 1 0 0,-1 0 0 0 0,1 0 0 0 0,0 0 0 0 0,0 0 0 0 0,1 0 0 0 0,-1 1 0 0 0,0-1-1 0 0,0 1 1 0 0,1-1 0 0 0,-3 3 0 0 0,-1 3 25 0 0,0-1 0 0 0,0 1-1 0 0,0 0 1 0 0,1 0 0 0 0,0 0 0 0 0,-4 11 0 0 0,7-13-63 0 0,0 0 1 0 0,0 0-1 0 0,0 0 1 0 0,0 0-1 0 0,1 0 1 0 0,-1 0 0 0 0,1 0-1 0 0,1 0 1 0 0,-1 0-1 0 0,1 0 1 0 0,0 0 0 0 0,0 0-1 0 0,0 0 1 0 0,1 0-1 0 0,-1-1 1 0 0,1 1-1 0 0,0-1 1 0 0,1 1 0 0 0,-1-1-1 0 0,1 1 1 0 0,0-1-1 0 0,0 0 1 0 0,0 0 0 0 0,6 5-1 0 0,-2-4-62 0 0,-1 1 0 0 0,1-1 0 0 0,-1-1 0 0 0,1 0 0 0 0,0 0 0 0 0,1 0 0 0 0,-1 0 0 0 0,1-1 0 0 0,0-1 0 0 0,0 1 1 0 0,0-1-1 0 0,0-1 0 0 0,0 1 0 0 0,11-1 0 0 0,-13 0-108 0 0,-1-1 1 0 0,1 0 0 0 0,0 0 0 0 0,0 0-1 0 0,0-1 1 0 0,0 1 0 0 0,-1-2-1 0 0,1 1 1 0 0,0-1 0 0 0,-1 1 0 0 0,1-2-1 0 0,-1 1 1 0 0,0 0 0 0 0,0-1-1 0 0,0 0 1 0 0,0-1 0 0 0,0 1 0 0 0,0-1-1 0 0,-1 1 1 0 0,0-1 0 0 0,0-1-1 0 0,0 1 1 0 0,0-1 0 0 0,-1 1 0 0 0,1-1-1 0 0,-1 0 1 0 0,0 0 0 0 0,-1-1-1 0 0,4-7 1 0 0,0-8 344 0 0,0 1 1 0 0,4-31-1 0 0,8-29 3732 0 0,-18 80-3871 0 0,0-1 0 0 0,0 1 0 0 0,0 0 0 0 0,0 0 0 0 0,0 0 0 0 0,0 0 0 0 0,0 0 0 0 0,0-1 0 0 0,1 1 0 0 0,-1 0 0 0 0,0 0 0 0 0,0 0 0 0 0,0 0 0 0 0,0 0 0 0 0,0 0 0 0 0,0 0 0 0 0,0-1 0 0 0,0 1 0 0 0,0 0 0 0 0,0 0 0 0 0,1 0 0 0 0,-1 0 0 0 0,0 0 0 0 0,0 0 0 0 0,0 0 0 0 0,0 0 0 0 0,0 0 0 0 0,0 0 0 0 0,1 0 0 0 0,-1 0 0 0 0,0 0 0 0 0,0 0 0 0 0,0 0 0 0 0,0 0 0 0 0,0 0 0 0 0,1 0 0 0 0,-1 0 0 0 0,0 0 0 0 0,0 0-1 0 0,0 0 1 0 0,0 0 0 0 0,0 0 0 0 0,0 0 0 0 0,1 0 0 0 0,-1 0 0 0 0,0 0 0 0 0,0 0 0 0 0,0 0 0 0 0,0 0 0 0 0,0 0 0 0 0,0 0 0 0 0,1 0 0 0 0,-1 0 0 0 0,0 1 0 0 0,0-1 0 0 0,8 11 664 0 0,4 13-244 0 0,41 140 472 0 0,-25-69-882 0 0,-7-23-119 0 0,5 19-265 0 0,0-34-6726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6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12 183 1840 0 0,'-3'-9'1013'0'0,"1"-1"-1"0"0,-1 0 1 0 0,2 0-1 0 0,-1 0 1 0 0,1 0 0 0 0,1-16-1 0 0,0 20-443 0 0,0 1-1 0 0,1-1 0 0 0,0 0 1 0 0,0 1-1 0 0,0-1 1 0 0,0 1-1 0 0,1-1 1 0 0,0 1-1 0 0,0 0 1 0 0,1 0-1 0 0,-1 0 1 0 0,7-10-1 0 0,-7 14-408 0 0,0-1-1 0 0,0 0 1 0 0,-1 1 0 0 0,1-1-1 0 0,0 1 1 0 0,0 0-1 0 0,0 0 1 0 0,1 0 0 0 0,-1 0-1 0 0,0 0 1 0 0,0 0 0 0 0,1 0-1 0 0,-1 1 1 0 0,0-1-1 0 0,1 1 1 0 0,-1 0 0 0 0,3-1-1 0 0,0 1 41 0 0,1 1 1 0 0,-1-1-1 0 0,0 1 0 0 0,0 0 0 0 0,0 0 0 0 0,0 1 0 0 0,9 3 0 0 0,-7-1-97 0 0,0-1 0 0 0,0 1 0 0 0,0 0 0 0 0,0 1 0 0 0,-1-1 0 0 0,0 1 0 0 0,0 1 0 0 0,0-1 0 0 0,0 1 0 0 0,6 9 0 0 0,-10-11-180 0 0,0 0 1 0 0,0-1-1 0 0,0 1 1 0 0,-1 0 0 0 0,0 0-1 0 0,0 1 1 0 0,0-1-1 0 0,0 0 1 0 0,-1 0 0 0 0,1 0-1 0 0,-1 1 1 0 0,0-1 0 0 0,0 0-1 0 0,-1 0 1 0 0,1 1-1 0 0,-1-1 1 0 0,0 0 0 0 0,0 0-1 0 0,0 0 1 0 0,-1 0-1 0 0,1 0 1 0 0,-1 0 0 0 0,0 0-1 0 0,0-1 1 0 0,-1 1-1 0 0,1-1 1 0 0,-4 4 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7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7314 0 0,'17'-20'-32'0'0,"-13"15"818"0"0,1 1 1 0 0,0 0 0 0 0,-1 0 0 0 0,2 0 0 0 0,6-3-1 0 0,-11 6-565 0 0,0 0 0 0 0,1 0 0 0 0,-1 1 0 0 0,1-1 0 0 0,-1 0 0 0 0,1 1 0 0 0,-1-1 0 0 0,1 1 0 0 0,-1 0 0 0 0,1-1 0 0 0,0 1 0 0 0,-1 0 0 0 0,1 0-1 0 0,-1 0 1 0 0,1 0 0 0 0,0 0 0 0 0,-1 0 0 0 0,1 1 0 0 0,0-1 0 0 0,-1 0 0 0 0,1 1 0 0 0,-1 0 0 0 0,1-1 0 0 0,-1 1 0 0 0,1 0 0 0 0,-1-1 0 0 0,0 1-1 0 0,1 0 1 0 0,-1 0 0 0 0,0 0 0 0 0,0 0 0 0 0,1 1 0 0 0,-1-1 0 0 0,0 0 0 0 0,0 0 0 0 0,0 1 0 0 0,0-1 0 0 0,-1 0 0 0 0,1 1 0 0 0,1 2 0 0 0,4 10-73 0 0,-1 1 1 0 0,0-1 0 0 0,-1 1 0 0 0,-1 0 0 0 0,3 28 0 0 0,-2 81 635 0 0,-4-79-693 0 0,2 7-2485 0 0,3 0 0 0 0,14 70 0 0 0,-14-101-4339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1 159 8290 0 0,'1'-8'435'0'0,"2"1"-1"0"0,-1 1 1 0 0,1-1 0 0 0,0 0 0 0 0,0 1 0 0 0,1-1 0 0 0,-1 1-1 0 0,2 0 1 0 0,7-10 0 0 0,-1 4 382 0 0,0 0 0 0 0,1 1 0 0 0,17-13 0 0 0,-25 21-1102 0 0,0 0 0 0 0,0 1 0 0 0,1-1 0 0 0,-1 1 0 0 0,1 0 0 0 0,-1 0-1 0 0,1 1 1 0 0,0-1 0 0 0,0 1 0 0 0,0 0 0 0 0,0 1 0 0 0,9-1 0 0 0,0 1 248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1 140 3681 0 0,'0'0'853'0'0,"22"7"3791"0"0,5 7-3391 0 0,-1 1 0 0 0,-1 1 0 0 0,0 2 0 0 0,28 26 0 0 0,-57-50-912 0 0,0 0-1 0 0,0 0 1 0 0,1 0 0 0 0,-1 0-1 0 0,1 0 1 0 0,1-1-1 0 0,-1 1 1 0 0,1-1 0 0 0,0 0-1 0 0,1 0 1 0 0,0 0-1 0 0,0 0 1 0 0,0 0-1 0 0,1 0 1 0 0,0-8 0 0 0,0 6-616 0 0,1-1 1 0 0,0 1 0 0 0,0-1 0 0 0,1 0 0 0 0,0 1 0 0 0,0 0-1 0 0,1 0 1 0 0,1-1 0 0 0,0 2 0 0 0,0-1 0 0 0,9-14-1 0 0,-1 7-6157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8.6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13 1840 0 0,'-20'17'2163'0'0,"17"-15"-1900"0"0,0 0 1 0 0,1 0-1 0 0,-1 0 0 0 0,0 0 0 0 0,1 1 1 0 0,-1-1-1 0 0,1 1 0 0 0,0-1 1 0 0,0 1-1 0 0,0 0 0 0 0,0 0 0 0 0,0 0 1 0 0,0 0-1 0 0,1 0 0 0 0,0 0 0 0 0,-1 0 1 0 0,1 1-1 0 0,0-1 0 0 0,1 0 1 0 0,-1 1-1 0 0,1-1 0 0 0,-1 1 0 0 0,1-1 1 0 0,1 6-1 0 0,0-4 38 0 0,0-1 0 0 0,1 1 0 0 0,-1-1 0 0 0,1 0 0 0 0,0 1 0 0 0,1-1 0 0 0,-1 0 0 0 0,1-1 0 0 0,0 1 0 0 0,0 0 1 0 0,0-1-1 0 0,0 1 0 0 0,0-1 0 0 0,1 0 0 0 0,0 0 0 0 0,-1-1 0 0 0,1 1 0 0 0,7 3 0 0 0,-8-4-260 0 0,0-1-1 0 0,0 1 1 0 0,0-1-1 0 0,1 1 1 0 0,-1-1-1 0 0,0 0 1 0 0,1 0-1 0 0,-1-1 1 0 0,1 1 0 0 0,-1-1-1 0 0,1 1 1 0 0,-1-1-1 0 0,1 0 1 0 0,-1 0-1 0 0,1-1 1 0 0,-1 1 0 0 0,1-1-1 0 0,-1 0 1 0 0,1 0-1 0 0,-1 0 1 0 0,0 0-1 0 0,1 0 1 0 0,-1-1 0 0 0,0 0-1 0 0,3-1 1 0 0,-4 1-11 0 0,-1 0 0 0 0,0 1 0 0 0,0-1 0 0 0,0 0 0 0 0,0 1 0 0 0,0-1 0 0 0,0 0 0 0 0,0 0 0 0 0,0 0 0 0 0,-1 0 0 0 0,1 0 0 0 0,-1 0 0 0 0,1 0-1 0 0,-1 0 1 0 0,0 0 0 0 0,0 0 0 0 0,0 0 0 0 0,0 0 0 0 0,0 0 0 0 0,0 0 0 0 0,-1 0 0 0 0,1 0 0 0 0,0 0 0 0 0,-1 0 0 0 0,0 0 0 0 0,0 0 0 0 0,1 0 0 0 0,-1 0 0 0 0,0 0 0 0 0,0 1 0 0 0,-3-4 0 0 0,-3-6 45 0 0,-1 0 1 0 0,0 1-1 0 0,-14-16 0 0 0,15 20-194 0 0,1-1 0 0 0,-1 1 0 0 0,-1 0 1 0 0,1 1-1 0 0,-1 0 0 0 0,0 0 0 0 0,-11-5 0 0 0,1 3-954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9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9674 0 0,'8'17'1961'0'0,"-2"0"0"0"0,11 34 0 0 0,0 38-161 0 0,-10-52-1712 0 0,14 49 0 0 0,-21-86-91 0 0,0 0 0 0 0,0 0 1 0 0,0 0-1 0 0,1-1 0 0 0,-1 1 0 0 0,0 0 0 0 0,0 0 0 0 0,0 0 0 0 0,0 0 1 0 0,0 0-1 0 0,0 0 0 0 0,0 0 0 0 0,0 0 0 0 0,0 0 0 0 0,0 0 1 0 0,0 0-1 0 0,0 0 0 0 0,0 0 0 0 0,0 0 0 0 0,0 0 0 0 0,0 0 0 0 0,1 0 1 0 0,-1 0-1 0 0,0 0 0 0 0,0 0 0 0 0,0 0 0 0 0,0 0 0 0 0,0 0 0 0 0,0 0 1 0 0,0 0-1 0 0,0 0 0 0 0,0 0 0 0 0,0 0 0 0 0,0 0 0 0 0,0 0 1 0 0,1 0-1 0 0,-1 0 0 0 0,0 0 0 0 0,0 0 0 0 0,0 0 0 0 0,0 0 0 0 0,0 0 1 0 0,0 0-1 0 0,0 0 0 0 0,0 0 0 0 0,0 0 0 0 0,0 0 0 0 0,0 0 1 0 0,0 1-1 0 0,0-1 0 0 0,0 0 0 0 0,0 0 0 0 0,0 0 0 0 0,0 0 1 0 0,3-14-198 0 0,2-26-223 0 0,-4 26 263 0 0,2-8 16 0 0,1-1 0 0 0,1 1-1 0 0,9-25 1 0 0,-10 36 182 0 0,0 0 1 0 0,1 0 0 0 0,1 0-1 0 0,-1 1 1 0 0,2 0 0 0 0,-1 1-1 0 0,16-18 1 0 0,-21 26-6 0 0,-1 0-1 0 0,1 0 0 0 0,0 0 1 0 0,0 0-1 0 0,0 0 1 0 0,0 1-1 0 0,0-1 1 0 0,0 0-1 0 0,0 0 1 0 0,0 1-1 0 0,0-1 1 0 0,0 0-1 0 0,0 1 0 0 0,0-1 1 0 0,1 1-1 0 0,-1 0 1 0 0,0-1-1 0 0,0 1 1 0 0,1 0-1 0 0,-1 0 1 0 0,0 0-1 0 0,0 0 0 0 0,1 0 1 0 0,-1 0-1 0 0,0 0 1 0 0,0 0-1 0 0,1 0 1 0 0,-1 1-1 0 0,0-1 1 0 0,0 0-1 0 0,0 1 0 0 0,1-1 1 0 0,-1 1-1 0 0,0-1 1 0 0,0 1-1 0 0,0 0 1 0 0,0 0-1 0 0,0-1 1 0 0,0 1-1 0 0,0 0 0 0 0,0 0 1 0 0,0 0-1 0 0,0 1 1 0 0,5 6 269 0 0,-1 0 0 0 0,0 1-1 0 0,-1-1 1 0 0,7 19 0 0 0,-1-3-84 0 0,15 19-1703 0 0,-9-22-4965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3.551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68 127 456 0 0,'-67'4'12201'0'0,"101"-12"-9833"0"0,21-4-2149 0 0,0 2 1 0 0,74-4-1 0 0,28 10-137 0 0,177-10 2360 0 0,190 10-518 0 0,-249 10-1507 0 0,-77-2-384 0 0,73-1 455 0 0,-97-13-273 0 0,63-1-196 0 0,-5 15 104 0 0,224 6 184 0 0,-336-10-26 0 0,171-23 1 0 0,-17 0 27 0 0,-262 23-308 0 0,234-19 126 0 0,-241 18-127 0 0,0 0 0 0 0,0 0 0 0 0,0 1 0 0 0,0 0 0 0 0,0 0 0 0 0,0 0 0 0 0,5 2 0 0 0,-10-1 0 0 0,-9-2-495 0 0,-8-3 385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4.2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408 3286 2304 0 0,'-32'-40'19205'0'0,"24"21"-19397"0"0,-3-14 217 0 0,2-1 1 0 0,1 0 0 0 0,-5-61 0 0 0,3-108-168 0 0,9 131 61 0 0,-4-2-34 0 0,-25-139 0 0 0,-38-67 483 0 0,43 183-26 0 0,-6-55 185 0 0,-16-230 0 0 0,-12-61-493 0 0,49 397-67 0 0,3 1 0 0 0,1-1 1 0 0,2 0-1 0 0,2-1 0 0 0,2 1 0 0 0,9-62 0 0 0,14-22-114 0 0,10-83-385 0 0,-30 180 502 0 0,-1-1 0 0 0,-2 1 0 0 0,-1-1 0 0 0,-7-43 0 0 0,4 63 103 0 0,0-1-1 0 0,-1 0 1 0 0,0 1 0 0 0,-2 0-1 0 0,1 0 1 0 0,-2 1-1 0 0,-10-15 1 0 0,-4-9 38 0 0,19 24-499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4.938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41 321 920 0 0,'-24'2'253'0'0,"24"-2"-176"0"0,-1 1-1 0 0,0-1 1 0 0,0 0-1 0 0,0 0 0 0 0,1 0 1 0 0,-1 1-1 0 0,0-1 1 0 0,0 0-1 0 0,1 1 1 0 0,-1-1-1 0 0,0 1 1 0 0,-2 1 305 0 0,3-1-305 0 0,-1 0-1 0 0,1-1 1 0 0,-1 1-1 0 0,1 0 1 0 0,-1-1-1 0 0,1 1 1 0 0,0 0-1 0 0,-1 0 1 0 0,1 1-1 0 0,25-5 2495 0 0,-17 2-1899 0 0,259-31 5167 0 0,-75 8-4916 0 0,-105 14-921 0 0,494-43-16 0 0,614-17 1994 0 0,-470 23-1284 0 0,-162 9-71 0 0,-149 16 1846 0 0,-169-3 314 0 0,-155 12-2032 0 0,-81 13-402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29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3 15667 0 0,'-1'0'70'0'0,"1"-1"0"0"0,-1 1 0 0 0,1 0 0 0 0,-1-1 0 0 0,1 1-1 0 0,-1 0 1 0 0,1 0 0 0 0,-1 0 0 0 0,1-1 0 0 0,-1 1 0 0 0,0 0-1 0 0,1 0 1 0 0,-1 0 0 0 0,1 0 0 0 0,-1 0 0 0 0,0 0 0 0 0,1 0-1 0 0,-1 0 1 0 0,1 0 0 0 0,-1 1 0 0 0,1-1 0 0 0,-1 0 0 0 0,0 0 0 0 0,1 0-1 0 0,-1 1 1 0 0,0-1 0 0 0,11 12 361 0 0,2 0 10 0 0,11 18-12 0 0,-2 2 0 0 0,-1 0 0 0 0,-2 1 0 0 0,0 0 1 0 0,-3 2-1 0 0,-1 0 0 0 0,14 53 0 0 0,0 23-255 0 0,14 130 0 0 0,20 303-189 0 0,-1-12-19 0 0,13-64 34 0 0,36 287-14 0 0,-62 324-2367 0 0,-49-1038 483 0 0,-2-2-4628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2:30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856 251 3225 0 0,'-276'17'2547'0'0,"-25"3"1790"0"0,271-15-3421 0 0,-1 0 0 0 0,2 3 0 0 0,-1 0 0 0 0,1 2 0 0 0,1 1 0 0 0,-53 28 0 0 0,80-38-902 0 0,-1-1 0 0 0,1 1 0 0 0,0-1 1 0 0,0 1-1 0 0,0 0 0 0 0,0 0 0 0 0,0 0 0 0 0,0-1 1 0 0,0 1-1 0 0,0 0 0 0 0,0 0 0 0 0,0 0 0 0 0,0 0 1 0 0,0 1-1 0 0,0-1 0 0 0,1 0 0 0 0,-1 0 0 0 0,1 0 1 0 0,-1 1-1 0 0,1-1 0 0 0,-1 0 0 0 0,1 0 0 0 0,0 1 1 0 0,-1 0-1 0 0,2 0-15 0 0,-1-1-1 0 0,1 0 1 0 0,0 0 0 0 0,-1 0 0 0 0,1 0-1 0 0,0 0 1 0 0,0 0 0 0 0,0 0 0 0 0,-1 0-1 0 0,1 0 1 0 0,0 0 0 0 0,0 0 0 0 0,1 0-1 0 0,-1-1 1 0 0,0 1 0 0 0,0 0 0 0 0,0-1-1 0 0,0 1 1 0 0,2 0 0 0 0,8 2-24 0 0,0 0-1 0 0,-1 0 1 0 0,1-1-1 0 0,17 2 1 0 0,51-3 54 0 0,-1-3 0 0 0,122-20 0 0 0,-74 6 12 0 0,704-49 463 0 0,-345 35-39 0 0,542-13 1019 0 0,-630 54-1263 0 0,363-8 585 0 0,-45-95 416 0 0,-496 57-1043 0 0,409-30-51 0 0,-524 56-120 0 0,382-31 136 0 0,-121 18-144 0 0,-202 14 0 0 0,113 12-51 0 0,-34 1 654 0 0,-101-4-2017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3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303 414 4609 0 0,'-3'-16'1171'0'0,"-1"-1"1"0"0,0 1-1 0 0,-2 1 0 0 0,0-1 1 0 0,0 1-1 0 0,-15-24 0 0 0,19 36-971 0 0,0-1 0 0 0,0 1-1 0 0,-1 0 1 0 0,1 0-1 0 0,-1 0 1 0 0,1 0-1 0 0,-1 0 1 0 0,0 1-1 0 0,0-1 1 0 0,-1 1 0 0 0,1 0-1 0 0,0 0 1 0 0,-1 0-1 0 0,1 0 1 0 0,-1 0-1 0 0,0 1 1 0 0,1 0 0 0 0,-1 0-1 0 0,0 0 1 0 0,0 0-1 0 0,0 0 1 0 0,0 1-1 0 0,0 0 1 0 0,0 0-1 0 0,0 0 1 0 0,0 0 0 0 0,0 1-1 0 0,1-1 1 0 0,-1 1-1 0 0,0 0 1 0 0,0 0-1 0 0,0 0 1 0 0,-5 3 0 0 0,0 1-157 0 0,1-1 0 0 0,0 1 0 0 0,1 0 0 0 0,-1 0 0 0 0,1 1 0 0 0,0 0 0 0 0,0 1 1 0 0,1-1-1 0 0,0 1 0 0 0,0 1 0 0 0,0-1 0 0 0,1 1 0 0 0,1 0 0 0 0,-1 0 0 0 0,1 0 1 0 0,0 1-1 0 0,1-1 0 0 0,-4 13 0 0 0,3-3 29 0 0,0 0 0 0 0,1 1 0 0 0,1 0 0 0 0,1 0 0 0 0,0-1 0 0 0,2 1 0 0 0,0 0 0 0 0,4 19 0 0 0,0 1-95 0 0,3 0 1 0 0,1 0 0 0 0,1-2 0 0 0,3 1-1 0 0,16 36 1 0 0,-23-64 13 0 0,0 1-1 0 0,0-1 0 0 0,1 0 1 0 0,0-1-1 0 0,1 1 0 0 0,0-1 1 0 0,1-1-1 0 0,-1 0 1 0 0,11 8-1 0 0,-11-12 6 0 0,-1 1 0 0 0,1-1 1 0 0,0 0-1 0 0,0 0 0 0 0,0-1 0 0 0,1-1 0 0 0,-1 1 1 0 0,1-1-1 0 0,0 0 0 0 0,-1-1 0 0 0,1 0 0 0 0,0-1 1 0 0,15 0-1 0 0,-10-1 62 0 0,1-1 1 0 0,-1 0 0 0 0,0-1-1 0 0,1 0 1 0 0,-1-1 0 0 0,-1-1-1 0 0,1 0 1 0 0,-1-1 0 0 0,0 0-1 0 0,0-1 1 0 0,-1-1-1 0 0,1 0 1 0 0,-2 0 0 0 0,1-1-1 0 0,-1-1 1 0 0,-1 0 0 0 0,0 0-1 0 0,0-1 1 0 0,-1-1 0 0 0,0 1-1 0 0,-1-1 1 0 0,-1-1-1 0 0,0 1 1 0 0,0-2 0 0 0,-1 1-1 0 0,-1 0 1 0 0,0-1 0 0 0,-1 0-1 0 0,-1 0 1 0 0,3-20-1 0 0,-4 0 49 0 0,-2 0 0 0 0,-2 1-1 0 0,0-1 1 0 0,-3 0 0 0 0,0 1-1 0 0,-3 0 1 0 0,0 0-1 0 0,-2 0 1 0 0,-2 2 0 0 0,-1-1-1 0 0,-1 1 1 0 0,-1 1-1 0 0,-2 1 1 0 0,-1 0 0 0 0,-32-37-1 0 0,37 52-60 0 0,0 0 0 0 0,-1 1 0 0 0,-1 0-1 0 0,0 2 1 0 0,0 0 0 0 0,-18-10 0 0 0,25 17-242 0 0,-1-1 0 0 0,1 1-1 0 0,-1 1 1 0 0,0 0 0 0 0,0 0 0 0 0,0 0 0 0 0,0 1 0 0 0,0 1 0 0 0,-1 0 0 0 0,1 0 0 0 0,-1 0 0 0 0,1 1 0 0 0,-1 1 0 0 0,-9 1 0 0 0,-4 4-7634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3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15203 0 0,'2'-1'266'0'0,"1"1"1"0"0,0-1-1 0 0,-1 1 0 0 0,1 0 0 0 0,-1 0 0 0 0,1 0 1 0 0,-1 0-1 0 0,1 0 0 0 0,0 0 0 0 0,-1 1 1 0 0,1-1-1 0 0,-1 1 0 0 0,5 2 0 0 0,31 15 1304 0 0,-32-12-1439 0 0,1 1 1 0 0,-1-1-1 0 0,0 1 0 0 0,-1 0 0 0 0,0 1 0 0 0,0-1 0 0 0,-1 1 0 0 0,1 0 0 0 0,-2 0 0 0 0,1 0 0 0 0,-1 1 0 0 0,4 15 0 0 0,0 10 34 0 0,6 65-1 0 0,-9-18 15 0 0,-13 141 1 0 0,0-71-1292 0 0,13-1-3859 0 0,0-113-1340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225 48 7370 0 0,'1'-1'192'0'0,"-1"0"0"0"0,1-1 0 0 0,-1 1 1 0 0,1 0-1 0 0,-1-1 0 0 0,0 1 1 0 0,1-1-1 0 0,-1 1 0 0 0,0-1 1 0 0,0 1-1 0 0,0 0 0 0 0,0-1 0 0 0,0 1 1 0 0,-1-1-1 0 0,1 1 0 0 0,0 0 1 0 0,-1-1-1 0 0,1 1 0 0 0,-1 0 1 0 0,1-1-1 0 0,-1 1 0 0 0,0 0 0 0 0,1-1 1 0 0,-1 1-1 0 0,0 0 0 0 0,0 0 1 0 0,0 0-1 0 0,0 0 0 0 0,0 0 1 0 0,0 0-1 0 0,0 0 0 0 0,0 0 0 0 0,0 0 1 0 0,-1 1-1 0 0,1-1 0 0 0,0 0 1 0 0,0 1-1 0 0,-1-1 0 0 0,1 1 1 0 0,0-1-1 0 0,-1 1 0 0 0,1 0 0 0 0,-1 0 1 0 0,1-1-1 0 0,-1 1 0 0 0,1 0 1 0 0,-2 1-1 0 0,-4-1 80 0 0,1 0 0 0 0,-1 1 0 0 0,0 0 1 0 0,1 0-1 0 0,-1 1 0 0 0,1 0 0 0 0,-1 0 0 0 0,-11 6 0 0 0,6-2-173 0 0,0 1 0 0 0,1 1 0 0 0,-1 0 0 0 0,2 0 0 0 0,-1 1 0 0 0,-17 20-1 0 0,25-26-95 0 0,0 0-1 0 0,1 0 0 0 0,0 1 0 0 0,-1-1 1 0 0,1 1-1 0 0,1 0 0 0 0,-1-1 0 0 0,0 1 1 0 0,1 0-1 0 0,0 0 0 0 0,0 0 0 0 0,0 0 1 0 0,0 0-1 0 0,1 0 0 0 0,-1 0 0 0 0,1 0 1 0 0,0 0-1 0 0,0 0 0 0 0,1 1 0 0 0,-1-1 1 0 0,1 0-1 0 0,0 0 0 0 0,0 0 0 0 0,0-1 1 0 0,1 1-1 0 0,-1 0 0 0 0,4 4 0 0 0,0 1 5 0 0,0-1 0 0 0,1 0 0 0 0,0 0 0 0 0,1-1 0 0 0,0 0 0 0 0,0 0 0 0 0,0 0 0 0 0,16 9 1 0 0,2-1 129 0 0,44 20 1 0 0,-27-15-23 0 0,-41-20-112 0 0,0 1 0 0 0,0-1 0 0 0,0 1 1 0 0,1-1-1 0 0,-1 1 0 0 0,0 0 0 0 0,0 0 0 0 0,0-1 1 0 0,0 1-1 0 0,0 0 0 0 0,0 0 0 0 0,0 0 1 0 0,0 0-1 0 0,0 0 0 0 0,-1 0 0 0 0,1 1 1 0 0,0-1-1 0 0,-1 0 0 0 0,1 0 0 0 0,-1 0 0 0 0,1 1 1 0 0,-1-1-1 0 0,1 0 0 0 0,-1 3 0 0 0,0-3 2 0 0,0 1-1 0 0,-1 0 0 0 0,1 0 0 0 0,-1-1 1 0 0,0 1-1 0 0,1 0 0 0 0,-1-1 1 0 0,0 1-1 0 0,0-1 0 0 0,0 1 0 0 0,0-1 1 0 0,0 1-1 0 0,0-1 0 0 0,-1 0 0 0 0,-1 2 1 0 0,-6 4-54 0 0,1-1 0 0 0,-1 0 0 0 0,0 0 0 0 0,-18 7 0 0 0,-2-1-229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3:25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239 48 9674 0 0,'0'-3'626'0'0,"0"-2"-116"0"0,0 1 0 0 0,0-1 0 0 0,0 1 0 0 0,-1-1 1 0 0,1 1-1 0 0,-3-6 0 0 0,3 10-465 0 0,0-1-1 0 0,0 1 1 0 0,0 0 0 0 0,-1-1 0 0 0,1 1 0 0 0,0-1 0 0 0,-1 1 0 0 0,1-1-1 0 0,0 1 1 0 0,-1 0 0 0 0,1-1 0 0 0,0 1 0 0 0,-1 0 0 0 0,1-1 0 0 0,-1 1-1 0 0,1 0 1 0 0,0 0 0 0 0,-1-1 0 0 0,1 1 0 0 0,-1 0 0 0 0,1 0 0 0 0,-1 0-1 0 0,0-1 1 0 0,-1 1 18 0 0,1 1-1 0 0,0-1 0 0 0,0 0 1 0 0,-1 0-1 0 0,1 1 1 0 0,0-1-1 0 0,0 1 1 0 0,0-1-1 0 0,-1 1 0 0 0,1-1 1 0 0,0 1-1 0 0,0 0 1 0 0,0 0-1 0 0,-1 0 0 0 0,-7 8 136 0 0,0-1 0 0 0,0 1 1 0 0,1 0-1 0 0,1 0 0 0 0,-1 1 0 0 0,2 0 0 0 0,-1 1 0 0 0,2 0 0 0 0,-1 0 0 0 0,1 0 0 0 0,1 0 0 0 0,0 1 0 0 0,0-1 0 0 0,2 1 0 0 0,-4 24 0 0 0,6-33-192 0 0,0 1 1 0 0,1 0-1 0 0,-1-1 0 0 0,1 1 1 0 0,0-1-1 0 0,0 1 0 0 0,0-1 0 0 0,0 1 1 0 0,1-1-1 0 0,-1 0 0 0 0,1 0 1 0 0,0 1-1 0 0,0-1 0 0 0,0-1 1 0 0,4 5-1 0 0,2 1 16 0 0,1 1 0 0 0,1-1 0 0 0,13 8-1 0 0,-17-13 32 0 0,-1 1-1 0 0,1-1 0 0 0,-1 1 1 0 0,1 1-1 0 0,-1-1 0 0 0,0 1 1 0 0,-1 0-1 0 0,1 0 0 0 0,-1 0 1 0 0,0 0-1 0 0,0 1 0 0 0,-1 0 1 0 0,1 0-1 0 0,-1 0 0 0 0,2 8 1 0 0,-4-11 23 0 0,-1 1-1 0 0,0-1 1 0 0,0 1 0 0 0,0-1 0 0 0,-1 1 0 0 0,1-1 0 0 0,-1 1 0 0 0,0-1 0 0 0,0 1 0 0 0,0-1 0 0 0,0 0 0 0 0,-1 0-1 0 0,1 1 1 0 0,-1-1 0 0 0,0 0 0 0 0,0 0 0 0 0,0-1 0 0 0,0 1 0 0 0,0 0 0 0 0,-1-1 0 0 0,1 1 0 0 0,-1-1 0 0 0,0 0-1 0 0,0 0 1 0 0,1 0 0 0 0,-5 2 0 0 0,-4 3 61 0 0,-1-1 0 0 0,1 0 0 0 0,-1-1 0 0 0,0 0 0 0 0,-23 6 0 0 0,21-8-430 0 0,-1 0-1 0 0,0 0 1 0 0,0-2-1 0 0,-24 0 1 0 0,19-3-7402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2.76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173 223 5985 0 0,'0'4'68'0'0,"-1"-1"-1"0"0,1 0 0 0 0,0 1 0 0 0,0-1 1 0 0,0 0-1 0 0,0 1 0 0 0,1-1 1 0 0,-1 0-1 0 0,1 1 0 0 0,0-1 1 0 0,0 0-1 0 0,3 6 0 0 0,19 38 171 0 0,-17-36-100 0 0,1 0 0 0 0,1-1 0 0 0,0 0 0 0 0,0 0 1 0 0,1 0-1 0 0,0-2 0 0 0,0 1 0 0 0,1-1 1 0 0,1 0-1 0 0,10 6 0 0 0,-4-5 27 0 0,0 0 0 0 0,1-2 1 0 0,0 0-1 0 0,0-1 0 0 0,38 8 0 0 0,-5-7 181 0 0,1-3 0 0 0,0-1 0 0 0,0-3 1 0 0,53-7-1 0 0,-30 1 154 0 0,1143-84 3359 0 0,-1187 88-3849 0 0,682-24 92 0 0,-695 26-111 0 0,92 5-280 0 0,-95-4 227 0 0,0 1 0 0 0,0 1 0 0 0,0 0 0 0 0,28 11 0 0 0,-42-14 33 0 0,-1 0-1 0 0,1 0 1 0 0,-1 0-1 0 0,1 0 1 0 0,0 0-1 0 0,-1 0 1 0 0,1 0 0 0 0,-1 0-1 0 0,1 1 1 0 0,-1-1-1 0 0,1 0 1 0 0,-1 0-1 0 0,1 1 1 0 0,-1-1-1 0 0,1 0 1 0 0,-1 1-1 0 0,1-1 1 0 0,-1 0-1 0 0,0 1 1 0 0,1-1-1 0 0,-1 1 1 0 0,0-1 0 0 0,1 1-1 0 0,-1-1 1 0 0,0 1-1 0 0,1-1 1 0 0,-1 2-1 0 0,-17-2-34 0 0,-31-8 641 0 0,-169-27-2327 0 0,-285-11 1 0 0,-188 33 981 0 0,0 56 2021 0 0,169-8-2435 0 0,228-20 665 0 0,287-15 539 0 0,-28 4 406 0 0,32-4-397 0 0,0 0 0 0 0,0 0 1 0 0,1 1-1 0 0,-1-1 0 0 0,0 1 1 0 0,1-1-1 0 0,-1 1 0 0 0,1 0 1 0 0,-1 0-1 0 0,1-1 0 0 0,-1 1 1 0 0,1 0-1 0 0,-1 1 0 0 0,1-1 1 0 0,-2 2-1 0 0,3-3-12 0 0,0 1-1 0 0,0-1 0 0 0,0 1 1 0 0,0-1-1 0 0,0 1 1 0 0,0-1-1 0 0,0 1 1 0 0,0 0-1 0 0,1-1 1 0 0,-1 1-1 0 0,0-1 1 0 0,0 1-1 0 0,0-1 1 0 0,1 1-1 0 0,-1-1 1 0 0,0 0-1 0 0,1 1 1 0 0,-1-1-1 0 0,0 1 1 0 0,1-1-1 0 0,-1 0 1 0 0,1 1-1 0 0,-1-1 1 0 0,1 0-1 0 0,-1 1 1 0 0,0-1-1 0 0,1 0 1 0 0,-1 0-1 0 0,1 1 1 0 0,-1-1-1 0 0,1 0 1 0 0,0 0-1 0 0,-1 0 0 0 0,1 0 1 0 0,-1 0-1 0 0,1 0 1 0 0,24 7 542 0 0,-24-7-556 0 0,64 12 291 0 0,0-2 1 0 0,116 0 0 0 0,131-20 761 0 0,-298 9-1046 0 0,576-55 1219 0 0,-1-27-309 0 0,-75 9-584 0 0,247-33 428 0 0,-638 97-375 0 0,-549-56-196 0 0,195 31-1944 0 0,112 20-368 0 0,64 12-3117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3.96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317 55 3681 0 0,'-127'8'1910'0'0,"47"-2"-359"0"0,67-9-426 0 0,44-1 90 0 0,22 4 520 0 0,89 13 0 0 0,-84-6-1447 0 0,66-1 0 0 0,114-20 1034 0 0,-195 8-656 0 0,0-1-1 0 0,-1-2 0 0 0,62-23 1 0 0,-63 14-388 0 0,-37 17-9 0 0,-18 7-37 0 0,9-4-199 0 0,-86 39-446 0 0,-113 32-1 0 0,-102 14-989 0 0,84-26 955 0 0,172-48 439 0 0,30-9 44 0 0,0 1 1 0 0,0 1 0 0 0,-29 14-1 0 0,48-20-24 0 0,0 0-1 0 0,0 1 1 0 0,0-1 0 0 0,0 1-1 0 0,0-1 1 0 0,0 1-1 0 0,1-1 1 0 0,-1 1-1 0 0,0-1 1 0 0,0 1 0 0 0,0 0-1 0 0,1-1 1 0 0,-1 1-1 0 0,0 0 1 0 0,1 0-1 0 0,-1-1 1 0 0,1 1-1 0 0,-1 0 1 0 0,0 0 0 0 0,1 0-1 0 0,0 0 1 0 0,-1 0-1 0 0,1 0 1 0 0,0 0-1 0 0,-1 0 1 0 0,1 0 0 0 0,0 0-1 0 0,0 0 1 0 0,0 2-1 0 0,1-1 0 0 0,0-1-1 0 0,0 1 1 0 0,0-1 0 0 0,0 1-1 0 0,0-1 1 0 0,0 1 0 0 0,0-1-1 0 0,1 0 1 0 0,-1 1-1 0 0,1-1 1 0 0,-1 0 0 0 0,1 0-1 0 0,-1 0 1 0 0,4 1-1 0 0,6 4-33 0 0,1-1-1 0 0,0 0 0 0 0,20 5 0 0 0,41 2 304 0 0,127 8 1 0 0,-55-9-232 0 0,217 13-789 0 0,-153-13 924 0 0,-191-10-91 0 0,0 0 43 0 0,0 0 0 0 0,1 1 0 0 0,-1 1 0 0 0,0 0 0 0 0,0 1 1 0 0,17 8-1 0 0,-34-12-133 0 0,-1 0 1 0 0,1 0-1 0 0,-1 0 0 0 0,1 1 1 0 0,0-1-1 0 0,-1 0 1 0 0,1 0-1 0 0,-1 1 1 0 0,1-1-1 0 0,-1 1 0 0 0,1-1 1 0 0,-1 0-1 0 0,1 1 1 0 0,-1-1-1 0 0,0 1 1 0 0,1-1-1 0 0,-1 1 1 0 0,0-1-1 0 0,1 1 0 0 0,-1 0 1 0 0,0-1-1 0 0,0 1 1 0 0,1-1-1 0 0,-1 1 1 0 0,0-1-1 0 0,0 1 0 0 0,0 0 1 0 0,0-1-1 0 0,0 1 1 0 0,0 0-1 0 0,0 0 1 0 0,0 1-2 0 0,-1-1 1 0 0,0 1 0 0 0,0-1 0 0 0,1 1-1 0 0,-1-1 1 0 0,0 0 0 0 0,0 1 0 0 0,-1-1-1 0 0,1 0 1 0 0,0 0 0 0 0,0 0 0 0 0,-2 1-1 0 0,-45 27-117 0 0,45-27 85 0 0,-70 33-281 0 0,-1-2-1 0 0,-2-5 1 0 0,-1-2 0 0 0,-156 30-1 0 0,232-56 314 0 0,-8 2-12 0 0,-1-1 1 0 0,1 0-1 0 0,0 0 0 0 0,-1-1 0 0 0,-11-1 0 0 0,20-2-48 0 0,8-2-67 0 0,9-4-105 0 0,88-27-1893 0 0,-68 25-2601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6.650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302 591 6505 0 0,'442'68'3668'0'0,"-117"-60"-2610"0"0,-199-8-574 0 0,91-2 306 0 0,119 3 808 0 0,79 8 41 0 0,-225-7-1322 0 0,478-15 382 0 0,62-13-645 0 0,-191 21-138 0 0,-461 8-86 0 0,0 2 1 0 0,116 25-1 0 0,-176-27-2056 0 0,-31-10 409 0 0,-29-10 450 0 0,-90-16 339 0 0,0 5 0 0 0,-160-12 1 0 0,16 15-1746 0 0,-357 15 1 0 0,-276 66 1925 0 0,421-12 4858 0 0,-244 18-974 0 0,550-49-2816 0 0,-103 6 98 0 0,129-11-41 0 0,61-2 158 0 0,-153-9-1 0 0,213-4-363 0 0,27 0-20 0 0,9 6-46 0 0,0 1 0 0 0,-1-1 0 0 0,1 0 0 0 0,0 1-1 0 0,-1-1 1 0 0,1 1 0 0 0,0-1 0 0 0,-1 1 0 0 0,1-1 0 0 0,0 1 0 0 0,0-1 0 0 0,0 1-1 0 0,0 0 1 0 0,0-1 0 0 0,-1 1 0 0 0,1 0 0 0 0,2 0 0 0 0,205-44 396 0 0,-107 26-80 0 0,236-37 747 0 0,-114 21-850 0 0,-197 30-212 0 0,987-161 1674 0 0,4 34-159 0 0,-900 119-1522 0 0,840-67 0 0 0,-435 48 296 0 0,-103-15 369 0 0,-226 21 335 0 0,-146 20-730 0 0,-18 2-148 0 0,1 0 0 0 0,-1-2 0 0 0,0-1 0 0 0,48-16 0 0 0,-77 22-121 0 0,0 0-1 0 0,0 0 1 0 0,0 0-1 0 0,0-1 1 0 0,0 1 0 0 0,-1 0-1 0 0,1 0 1 0 0,0 0 0 0 0,0 0-1 0 0,0 0 1 0 0,0 0-1 0 0,0 0 1 0 0,0 0 0 0 0,0 0-1 0 0,0 0 1 0 0,0-1 0 0 0,0 1-1 0 0,0 0 1 0 0,0 0-1 0 0,0 0 1 0 0,0 0 0 0 0,0 0-1 0 0,0 0 1 0 0,0 0 0 0 0,0 0-1 0 0,0-1 1 0 0,0 1-1 0 0,0 0 1 0 0,0 0 0 0 0,0 0-1 0 0,0 0 1 0 0,0 0 0 0 0,0 0-1 0 0,0 0 1 0 0,0 0-1 0 0,0 0 1 0 0,0-1 0 0 0,0 1-1 0 0,0 0 1 0 0,0 0 0 0 0,0 0-1 0 0,0 0 1 0 0,0 0 0 0 0,0 0-1 0 0,1 0 1 0 0,-1 0-1 0 0,0 0 1 0 0,0 0 0 0 0,0 0-1 0 0,0 0 1 0 0,0-1 0 0 0,0 1-1 0 0,0 0 1 0 0,0 0-1 0 0,0 0 1 0 0,1 0 0 0 0,-1 0-1 0 0,0 0 1 0 0,0 0 0 0 0,0 0-1 0 0,0 0 1 0 0,0 0-1 0 0,0 0 1 0 0,-14-2-377 0 0,-19 0-840 0 0,-271 36-7505 0 0,196-19 7563 0 0,-546 86 1174 0 0,465-63 1064 0 0,-86 13 237 0 0,-95 29-41 0 0,206-41-1050 0 0,-348 94-736 0 0,476-123 1053 0 0,1 2 0 0 0,0 1 0 0 0,-58 30-1 0 0,92-42-477 0 0,0-1 0 0 0,0 1 0 0 0,0-1 0 0 0,0 1-1 0 0,0 0 1 0 0,0-1 0 0 0,0 1 0 0 0,0 0 0 0 0,0 0 0 0 0,0-1-1 0 0,0 1 1 0 0,0 0 0 0 0,1 0 0 0 0,-1 0 0 0 0,0 0 0 0 0,1 0-1 0 0,-1 0 1 0 0,1 0 0 0 0,-1 0 0 0 0,1 1 0 0 0,-1-1 0 0 0,1 0-1 0 0,0 0 1 0 0,-1 0 0 0 0,1 3 0 0 0,1-3-22 0 0,-1 1-1 0 0,1-1 1 0 0,0 0 0 0 0,0 0 0 0 0,0 1 0 0 0,0-1-1 0 0,0 0 1 0 0,0 0 0 0 0,0 0 0 0 0,0 0-1 0 0,0 0 1 0 0,0 0 0 0 0,0 0 0 0 0,1-1-1 0 0,-1 1 1 0 0,0 0 0 0 0,3 0 0 0 0,8 4-58 0 0,0-1 0 0 0,1 0 0 0 0,18 3 0 0 0,48 5-121 0 0,1-3 1 0 0,109-3-1 0 0,163-23 387 0 0,-320 15-221 0 0,730-105 793 0 0,-331 36 820 0 0,-123 39-322 0 0,-103 21-3443 0 0,-154 9-3832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7.63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637 1 3225 0 0,'-141'36'1984'0'0,"-205"47"-3620"0"0,197-59 4184 0 0,337-43 1916 0 0,108-2-2539 0 0,-205 16-1575 0 0,450-32 2355 0 0,-513 32-2045 0 0,-25 3-316 0 0,-17 4-680 0 0,-10 4-380 0 0,1 1 0 0 0,0 1 0 0 0,0 1 0 0 0,1 1 0 0 0,-22 13 0 0 0,19-7 769 0 0,-43 34 0 0 0,58-41 1130 0 0,19-14-59 0 0,13-8-703 0 0,80-29 1124 0 0,-87 37-1512 0 0,-1 1 1 0 0,1 0-1 0 0,-1 1 1 0 0,1 1-1 0 0,19-1 1 0 0,-77 24-3676 0 0,-118 16 1629 0 0,3-2 361 0 0,136-28 1652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09.84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0 544 6449 0 0,'47'-8'1366'0'0,"129"-19"-770"0"0,253-28 723 0 0,247 23-115 0 0,231-16 2293 0 0,128-38-990 0 0,-515 35-2307 0 0,-139 13-92 0 0,-196 19-62 0 0,309-39-46 0 0,-193 21-3 0 0,19-2 18 0 0,356-4 765 0 0,-662 43-783 0 0,7-2-38 0 0,1 1 0 0 0,-1 2 1 0 0,0 0-1 0 0,0 1 1 0 0,0 1-1 0 0,0 1 0 0 0,35 11 1 0 0,-71-7-1644 0 0,-18-6 1519 0 0,-733 53 82 0 0,495-27-210 0 0,-112 17-1349 0 0,158-16 93 0 0,-207 43-1575 0 0,291-45 2839 0 0,-369 100-411 0 0,391-93 479 0 0,-36 7-97 0 0,42-13 181 0 0,1 5 0 0 0,-138 60 1 0 0,240-88 128 0 0,5-3-17 0 0,1-1-1 0 0,0 1 1 0 0,0 0 0 0 0,0 1-1 0 0,0-1 1 0 0,0 1-1 0 0,0 0 1 0 0,0 0 0 0 0,1 0-1 0 0,-4 4 1 0 0,6-6 11 0 0,1-1-1 0 0,0 1 1 0 0,0-1 0 0 0,0 1-1 0 0,0-1 1 0 0,0 1 0 0 0,0-1-1 0 0,0 1 1 0 0,0-1 0 0 0,0 1 0 0 0,0-1-1 0 0,0 0 1 0 0,0 1 0 0 0,1-1-1 0 0,-1 1 1 0 0,0-1 0 0 0,0 1 0 0 0,0-1-1 0 0,1 0 1 0 0,-1 1 0 0 0,0-1-1 0 0,0 1 1 0 0,1-1 0 0 0,-1 0-1 0 0,0 1 1 0 0,1-1 0 0 0,-1 0 0 0 0,0 1-1 0 0,1-1 1 0 0,-1 0 0 0 0,1 0-1 0 0,-1 1 1 0 0,0-1 0 0 0,1 0-1 0 0,-1 0 1 0 0,1 0 0 0 0,-1 0 0 0 0,1 0-1 0 0,-1 0 1 0 0,1 1 0 0 0,-1-1-1 0 0,1 0 1 0 0,-1 0 0 0 0,0 0-1 0 0,1 0 1 0 0,0-1 0 0 0,29 4-236 0 0,-28-2 220 0 0,440-6 2450 0 0,93-47-269 0 0,-3-26-303 0 0,218-26-339 0 0,-367 68-1488 0 0,120-13-30 0 0,15-31 869 0 0,-384 57-704 0 0,332-46 360 0 0,-382 56-404 0 0,-51 7 744 0 0,0 1 0 0 0,35 0 0 0 0,-111 11-2644 0 0,-43 11 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11.26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1390 235 5985 0 0,'2'-2'20'0'0,"-1"0"0"0"0,1 0-1 0 0,-1 0 1 0 0,0-1-1 0 0,0 1 1 0 0,0 0 0 0 0,0-1-1 0 0,0 1 1 0 0,0 0 0 0 0,-1-1-1 0 0,1 1 1 0 0,-1-1 0 0 0,0 1-1 0 0,1-1 1 0 0,-1 0 0 0 0,0 1-1 0 0,-1-1 1 0 0,1 1-1 0 0,0-1 1 0 0,-1 1 0 0 0,1-1-1 0 0,-1 1 1 0 0,0 0 0 0 0,0-1-1 0 0,0 1 1 0 0,0 0 0 0 0,0-1-1 0 0,-1 1 1 0 0,1 0 0 0 0,-1 0-1 0 0,1 0 1 0 0,-1 0-1 0 0,0 0 1 0 0,0 1 0 0 0,1-1-1 0 0,-1 1 1 0 0,0-1 0 0 0,-1 1-1 0 0,1-1 1 0 0,-3 0 0 0 0,-7-4-258 0 0,-1 0 1 0 0,0 1 0 0 0,0 1-1 0 0,-1 0 1 0 0,1 1-1 0 0,-16-2 1 0 0,-38-4-962 0 0,-1 3 0 0 0,-104 4 1 0 0,-136 31 1059 0 0,178-13 1427 0 0,-203 35 3917 0 0,282-41-4287 0 0,34-7-599 0 0,1 0 0 0 0,-1 0 0 0 0,1 2 0 0 0,-25 10 0 0 0,41-15-329 0 0,0 0 0 0 0,0 0 0 0 0,0 0 0 0 0,0 0 0 0 0,0 0 1 0 0,0 0-1 0 0,0 0 0 0 0,0 0 0 0 0,0 0 0 0 0,-1 0 0 0 0,1 0 0 0 0,0 0 1 0 0,0 0-1 0 0,0 0 0 0 0,0 0 0 0 0,0 0 0 0 0,0 0 0 0 0,0 0 1 0 0,0 0-1 0 0,0 0 0 0 0,0 0 0 0 0,0 0 0 0 0,-1 1 0 0 0,1-1 1 0 0,0 0-1 0 0,0 0 0 0 0,0 0 0 0 0,0 0 0 0 0,0 0 0 0 0,0 0 1 0 0,0 0-1 0 0,0 0 0 0 0,0 0 0 0 0,0 1 0 0 0,0-1 0 0 0,0 0 0 0 0,0 0 1 0 0,0 0-1 0 0,0 0 0 0 0,0 0 0 0 0,0 0 0 0 0,0 0 0 0 0,0 0 1 0 0,0 1-1 0 0,0-1 0 0 0,0 0 0 0 0,0 0 0 0 0,0 0 0 0 0,0 0 1 0 0,0 0-1 0 0,1 0 0 0 0,-1 0 0 0 0,0 0 0 0 0,0 0 0 0 0,0 0 1 0 0,0 0-1 0 0,0 1 0 0 0,0-1 0 0 0,0 0 0 0 0,0 0 0 0 0,0 0 1 0 0,10 3-339 0 0,12 0-68 0 0,17-4 226 0 0,0-2 0 0 0,0-2 0 0 0,45-11 0 0 0,113-39 1355 0 0,-95 24 104 0 0,-95 29-1279 0 0,-1-1 1 0 0,1 1-1 0 0,-1-1 1 0 0,1 0 0 0 0,-1-1-1 0 0,0 0 1 0 0,0 0-1 0 0,-1 0 1 0 0,7-6 0 0 0,-11 9-13 0 0,0 0 0 0 0,0 0 0 0 0,0-1 1 0 0,0 1-1 0 0,0-1 0 0 0,0 1 0 0 0,0-1 1 0 0,-1 1-1 0 0,1-1 0 0 0,0 1 0 0 0,-1-1 1 0 0,1 0-1 0 0,-1 1 0 0 0,1-1 0 0 0,-1 0 1 0 0,0 1-1 0 0,0-3 0 0 0,0 2-16 0 0,-1 0 1 0 0,0 0-1 0 0,1 0 0 0 0,-1 0 0 0 0,0 0 0 0 0,0 0 0 0 0,0 1 1 0 0,0-1-1 0 0,0 0 0 0 0,0 1 0 0 0,-1-1 0 0 0,1 1 0 0 0,0-1 1 0 0,-1 1-1 0 0,1 0 0 0 0,-1-1 0 0 0,0 1 0 0 0,-2-2 0 0 0,-4-1-96 0 0,0 0-1 0 0,0 1 0 0 0,0-1 0 0 0,0 1 0 0 0,0 1 0 0 0,-1 0 1 0 0,0 0-1 0 0,1 1 0 0 0,-1-1 0 0 0,-13 2 0 0 0,-14 0-409 0 0,-45 7-1 0 0,41-3 311 0 0,-167 5 2 0 0,189 5 2031 0 0,19-14-1765 0 0,-1 0 1 0 0,0 0-1 0 0,0 0 0 0 0,1 0 0 0 0,4 3 101 0 0,0-1 1 0 0,0 0-1 0 0,0 0 0 0 0,0-1 0 0 0,8 2 0 0 0,23 0-91 0 0,1-2 0 0 0,0-1 0 0 0,-1-2 0 0 0,1-1 0 0 0,50-12 0 0 0,45-1 3868 0 0,-132 16-3890 0 0,0 0 1 0 0,0 0-1 0 0,0 0 1 0 0,0 0-1 0 0,0 1 0 0 0,0-1 1 0 0,0 0-1 0 0,0 0 1 0 0,0 0-1 0 0,0 1 1 0 0,0-1-1 0 0,0 0 1 0 0,-10 10-55 0 0,-21 9-1007 0 0,-11 0-282 0 0,-2-1-1 0 0,0-2 1 0 0,-61 13 0 0 0,-142 11-2466 0 0,221-36 4154 0 0,25-4-334 0 0,0 0 0 0 0,1 0 0 0 0,-1 0 0 0 0,0 0 0 0 0,0 0 0 0 0,0 1 0 0 0,0-1 0 0 0,0 0 0 0 0,1 0 0 0 0,-1 1 0 0 0,0-1 0 0 0,0 1-1 0 0,0-1 1 0 0,1 0 0 0 0,-1 1 0 0 0,0-1 0 0 0,0 1 0 0 0,1 0 0 0 0,-1-1 0 0 0,1 1 0 0 0,-1 0 0 0 0,0-1 0 0 0,0 2 0 0 0,4-1-32 0 0,-1 0 0 0 0,1 0 0 0 0,-1 0 0 0 0,1 0 0 0 0,0 0 0 0 0,-1-1 0 0 0,1 1 0 0 0,0-1 0 0 0,0 0 1 0 0,2 0-1 0 0,-2 0-32 0 0,33 1 473 0 0,0-2-1 0 0,0-2 0 0 0,0-1 0 0 0,53-14 0 0 0,63-7 2206 0 0,-74 19-1612 0 0,-1 3-1 0 0,1 4 0 0 0,96 13 0 0 0,-168-13-1042 0 0,-1 0 0 0 0,1 0-1 0 0,-1 0 1 0 0,0 1 0 0 0,0 0-1 0 0,8 3 1 0 0,-12-4-9 0 0,-1-1 0 0 0,1 0 0 0 0,0 1-1 0 0,-1-1 1 0 0,1 1 0 0 0,-1-1 0 0 0,1 1 0 0 0,-1-1-1 0 0,0 1 1 0 0,1-1 0 0 0,-1 1 0 0 0,1-1 0 0 0,-1 1-1 0 0,0-1 1 0 0,0 1 0 0 0,1 0 0 0 0,-1-1 0 0 0,0 1-1 0 0,0 0 1 0 0,0-1 0 0 0,1 1 0 0 0,-1 0 0 0 0,0 0 0 0 0,-1 1-24 0 0,1-1 0 0 0,-1 0 0 0 0,1 1 1 0 0,-1-1-1 0 0,1 0 0 0 0,-1 0 0 0 0,0 1 0 0 0,0-1 1 0 0,0 0-1 0 0,1 0 0 0 0,-1 0 0 0 0,0 0 1 0 0,0 0-1 0 0,-1 0 0 0 0,-1 1 0 0 0,-26 18-298 0 0,0-2 0 0 0,-2-1-1 0 0,0-1 1 0 0,-1-2 0 0 0,-1-1-1 0 0,-44 11 1 0 0,-142 30-190 0 0,322-61 561 0 0,-88 5-212 0 0,213-24-995 0 0,-161 22 2519 0 0,95 5 0 0 0,-158-1-1166 0 0,0 1 0 0 0,0-1 0 0 0,0 1 0 0 0,0 0 0 0 0,0 0 0 0 0,-1 0-1 0 0,5 2 1 0 0,-7-3-165 0 0,-1 0 0 0 0,0 0-1 0 0,0 0 1 0 0,0 0 0 0 0,0 0 0 0 0,1 1-1 0 0,-1-1 1 0 0,0 0 0 0 0,0 0 0 0 0,0 0-1 0 0,0 0 1 0 0,0 0 0 0 0,1 1-1 0 0,-1-1 1 0 0,0 0 0 0 0,0 0 0 0 0,0 0-1 0 0,0 0 1 0 0,0 1 0 0 0,0-1 0 0 0,0 0-1 0 0,0 0 1 0 0,0 0 0 0 0,0 1-1 0 0,0-1 1 0 0,0 0 0 0 0,0 0 0 0 0,0 0-1 0 0,0 0 1 0 0,0 1 0 0 0,0-1 0 0 0,0 0-1 0 0,0 0 1 0 0,0 0 0 0 0,0 1 0 0 0,0-1-1 0 0,0 0 1 0 0,0 0 0 0 0,0 0-1 0 0,0 1 1 0 0,0-1 0 0 0,0 0 0 0 0,-1 0-1 0 0,1 0 1 0 0,-19 10-156 0 0,-51 11-410 0 0,-133 20 1 0 0,78-19 264 0 0,-5 6-46 0 0,70-14-44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6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285 843 5065 0 0,'8'-65'203'0'0,"4"-1"0"0"0,2 2 1 0 0,28-81-1 0 0,-11 44 674 0 0,-5 5 271 0 0,49-153 3858 0 0,-72 241-4764 0 0,-2 2 19 0 0,1 0 0 0 0,1 0 0 0 0,-1 1-1 0 0,1-1 1 0 0,0 0 0 0 0,6-7 0 0 0,-17 23 202 0 0,1 0 0 0 0,1 1 0 0 0,-1 0 1 0 0,2 0-1 0 0,0 0 0 0 0,-5 15 1 0 0,-3 6-147 0 0,-32 69-471 0 0,5 1 1 0 0,-38 151-1 0 0,-103 670-134 0 0,108-245 1017 0 0,67-599-706 0 0,4-41-492 0 0,-2 1 0 0 0,-2-1 1 0 0,-17 59-1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 5065 0 0,'-1'-1'97'0'0,"1"1"0"0"0,-1 0 0 0 0,0 0 0 0 0,0 0-1 0 0,0 0 1 0 0,1 0 0 0 0,-1 0 0 0 0,0 0 0 0 0,0 0 0 0 0,1 0 0 0 0,-1 0 0 0 0,0 0-1 0 0,0 0 1 0 0,1 0 0 0 0,-1 1 0 0 0,0-1 0 0 0,0 0 0 0 0,1 1 0 0 0,-1-1 0 0 0,0 0-1 0 0,1 1 1 0 0,-1-1 0 0 0,1 1 0 0 0,-1-1 0 0 0,0 1 0 0 0,1-1 0 0 0,-1 1 0 0 0,1 0-1 0 0,0-1 1 0 0,-1 1 0 0 0,0 0 0 0 0,10 22 4510 0 0,-3-9-4938 0 0,21 46 2169 0 0,2-1 1 0 0,60 91-1 0 0,-85-145-1686 0 0,-1 0 1 0 0,1-1 0 0 0,1 1-1 0 0,-1-1 1 0 0,1 0 0 0 0,-1 0-1 0 0,1-1 1 0 0,0 1 0 0 0,1-1-1 0 0,-1 0 1 0 0,0 0-1 0 0,11 3 1 0 0,-13-5-63 0 0,0-1 0 0 0,0 1 1 0 0,0-1-1 0 0,0 1 0 0 0,-1-1 0 0 0,1 0 0 0 0,0 0 0 0 0,0-1 0 0 0,0 1 1 0 0,0-1-1 0 0,0 1 0 0 0,0-1 0 0 0,0 0 0 0 0,-1 0 0 0 0,1 0 0 0 0,0 0 0 0 0,-1-1 1 0 0,1 1-1 0 0,-1-1 0 0 0,1 1 0 0 0,-1-1 0 0 0,0 0 0 0 0,0 0 0 0 0,0 0 1 0 0,0 0-1 0 0,0-1 0 0 0,0 1 0 0 0,2-4 0 0 0,7-11 20 0 0,-1-1-1 0 0,-1 0 1 0 0,-1 0-1 0 0,0-1 1 0 0,7-28-1 0 0,17-102-2009 0 0,-26 118-5736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7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87 7834 0 0,'3'-61'3064'0'0,"-3"35"1068"0"0,0 32-2038 0 0,-5 70-1691 0 0,7 100 0 0 0,0-154-342 0 0,1 1 0 0 0,0-1 0 0 0,2 0 0 0 0,1 0 0 0 0,0 0 0 0 0,2-1 0 0 0,0 0 0 0 0,2 0 0 0 0,12 20 0 0 0,-21-38-77 0 0,0-1 0 0 0,1 0 0 0 0,0 1 0 0 0,-1-1 0 0 0,1 0 0 0 0,0 0 1 0 0,0 0-1 0 0,0 0 0 0 0,0 0 0 0 0,0 0 0 0 0,1-1 0 0 0,-1 1 0 0 0,0-1 0 0 0,1 0 0 0 0,-1 1 0 0 0,1-1 0 0 0,0 0 1 0 0,-1-1-1 0 0,1 1 0 0 0,0 0 0 0 0,4 0 0 0 0,-4-2-6 0 0,0 1 1 0 0,-1-1-1 0 0,1 0 1 0 0,0 1-1 0 0,-1-2 1 0 0,1 1-1 0 0,0 0 0 0 0,-1 0 1 0 0,1-1-1 0 0,-1 1 1 0 0,0-1-1 0 0,1 0 1 0 0,-1 0-1 0 0,0 0 1 0 0,0 0-1 0 0,0 0 1 0 0,0 0-1 0 0,-1 0 0 0 0,1-1 1 0 0,-1 1-1 0 0,3-4 1 0 0,4-11-14 0 0,0-1-1 0 0,-2 0 1 0 0,0 0 0 0 0,0 0-1 0 0,-2 0 1 0 0,0-1 0 0 0,-2 0 0 0 0,2-38-1 0 0,8-49 158 0 0,-8 103-214 0 0,3 9 58 0 0,10 17 52 0 0,-10-12-12 0 0,-2-5 66 0 0,0-1 0 0 0,0 0-1 0 0,1 0 1 0 0,0-1 0 0 0,0 0-1 0 0,0 0 1 0 0,0 0 0 0 0,0-1-1 0 0,1 1 1 0 0,0-2-1 0 0,0 1 1 0 0,7 1 0 0 0,-10-3-31 0 0,-1 0-1 0 0,1 0 1 0 0,0 0 0 0 0,-1-1 0 0 0,1 0 0 0 0,0 0 0 0 0,-1 0 0 0 0,1 0-1 0 0,0 0 1 0 0,-1-1 0 0 0,1 0 0 0 0,0 1 0 0 0,-1-1 0 0 0,1-1 0 0 0,-1 1 0 0 0,0 0-1 0 0,1-1 1 0 0,-1 0 0 0 0,0 0 0 0 0,0 0 0 0 0,0 0 0 0 0,0 0 0 0 0,0 0-1 0 0,-1-1 1 0 0,6-5 0 0 0,-7 6-101 0 0,0 0 1 0 0,0-1-1 0 0,0 1 0 0 0,0 0 0 0 0,0-1 0 0 0,0 1 1 0 0,-1 0-1 0 0,1-1 0 0 0,-1 1 0 0 0,1-1 0 0 0,-1 1 1 0 0,0-1-1 0 0,0 1 0 0 0,0-1 0 0 0,0 1 0 0 0,-1-1 1 0 0,1 1-1 0 0,-2-4 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0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0,'7'35'2586'0'0,"-1"1"1"0"0,2 54-1 0 0,-6 19-1795 0 0,-1-95-3674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2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4 11522 0 0,'-3'-1'-8'0'0,"3"1"83"0"0,0-1 0 0 0,-1 1 0 0 0,1 0 0 0 0,0 0 0 0 0,0-1 0 0 0,-1 1 0 0 0,1 0 0 0 0,0 0 0 0 0,0 0 0 0 0,-1 0 0 0 0,-10 6 4894 0 0,12-2-5137 0 0,0 5-86 0 0,2 0 1 0 0,-1-1 0 0 0,1 1-1 0 0,1-1 1 0 0,6 12-1 0 0,-2-7 254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8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60 6449 0 0,'2'-21'3947'0'0,"-4"34"-1754"0"0,-8 129 1071 0 0,10-123-2835 0 0,1 0 0 0 0,0 1 0 0 0,2-1 1 0 0,0 0-1 0 0,8 25 0 0 0,-10-40-502 0 0,0 0 0 0 0,1-1 0 0 0,-1 1 0 0 0,1-1 0 0 0,0 0 0 0 0,0 1 0 0 0,0-1 0 0 0,1 0-1 0 0,-1 0 1 0 0,1 0 0 0 0,-1-1 0 0 0,1 1 0 0 0,0-1 0 0 0,0 1 0 0 0,0-1 0 0 0,1 0 0 0 0,5 3 0 0 0,-6-4 17 0 0,-1 0 0 0 0,1-1 1 0 0,-1 1-1 0 0,1-1 0 0 0,0 1 0 0 0,-1-1 0 0 0,1 0 0 0 0,-1 0 1 0 0,1 0-1 0 0,-1-1 0 0 0,1 1 0 0 0,0-1 0 0 0,-1 1 1 0 0,1-1-1 0 0,-1 0 0 0 0,0 0 0 0 0,1 0 0 0 0,-1 0 1 0 0,0 0-1 0 0,1 0 0 0 0,-1-1 0 0 0,0 1 0 0 0,0-1 0 0 0,0 0 1 0 0,0 0-1 0 0,2-3 0 0 0,5-6-241 0 0,0 0 0 0 0,-1-1 0 0 0,0 0 0 0 0,-2-1 1 0 0,1 0-1 0 0,-1 0 0 0 0,6-22 0 0 0,1-8 224 0 0,7-47 0 0 0,-17 75 385 0 0,6-48 1020 0 0,-8 58-766 0 0,-1 0 0 0 0,-1 0 1 0 0,1 1-1 0 0,0-1 0 0 0,-1 0 0 0 0,-2-5 0 0 0,5 25 2869 0 0,-3 17-3062 0 0,0-10-296 0 0,-3 107 113 0 0,-1 30 167 0 0,6-130-842 0 0,1 0 1 0 0,1-1-1 0 0,10 41 1 0 0,-3-35-7115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2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38 124 8290 0 0,'-2'-41'1851'0'0,"2"34"-877"0"0,1 0 0 0 0,-2 0 0 0 0,1-1 0 0 0,-1 1 0 0 0,0 0 0 0 0,0 0 0 0 0,-1 0-1 0 0,0 0 1 0 0,-5-11 0 0 0,0 41 947 0 0,2 33-1563 0 0,3 85 1 0 0,2-40-283 0 0,-4-21-90 0 0,0 77 150 0 0,5-130-490 0 0,1 0 0 0 0,1-1 0 0 0,12 46 1 0 0,-13-65-120 0 0,0 1 0 0 0,1-1 0 0 0,1 1 0 0 0,6 10 0 0 0,3 0-1563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9 187 3681 0 0,'-1'0'13'0'0,"1"0"-1"0"0,-1-1 1 0 0,1 1 0 0 0,-1-1 0 0 0,1 1 0 0 0,-1-1 0 0 0,1 1-1 0 0,-1-1 1 0 0,1 1 0 0 0,-1-1 0 0 0,1 1 0 0 0,0-1 0 0 0,-1 0-1 0 0,1 1 1 0 0,0-1 0 0 0,0 0 0 0 0,-1 1 0 0 0,1-1 0 0 0,0 0-1 0 0,0 1 1 0 0,0-1 0 0 0,0 0 0 0 0,0 1 0 0 0,0-1 0 0 0,0 0-1 0 0,0 1 1 0 0,0-1 0 0 0,0 0 0 0 0,0 0 0 0 0,1 0 0 0 0,0-1 18 0 0,0 0 1 0 0,0 0-1 0 0,1 1 1 0 0,-1-1 0 0 0,1 0-1 0 0,-1 1 1 0 0,1-1 0 0 0,-1 1-1 0 0,1 0 1 0 0,3-2-1 0 0,7-5 202 0 0,1 1 0 0 0,19-7 0 0 0,-25 12-92 0 0,36-17-54 0 0,1 3 0 0 0,0 2 0 0 0,1 1-1 0 0,1 3 1 0 0,0 1 0 0 0,61-2-1 0 0,-97 10-87 0 0,20 1-31 0 0,0-2 0 0 0,0-1 1 0 0,0-2-1 0 0,36-9 0 0 0,-121 16 7447 0 0,45 2-6968 0 0,0-1 0 0 0,0 2 0 0 0,0-1 0 0 0,1 1 0 0 0,-1 1 0 0 0,1 0 0 0 0,-12 10 0 0 0,10-8-370 0 0,1 1-1 0 0,1 1 0 0 0,0 0 1 0 0,0 0-1 0 0,1 0 0 0 0,0 1 1 0 0,1 1-1 0 0,0-1 0 0 0,-9 22 1 0 0,15-31-88 0 0,1-1 0 0 0,-1 1 1 0 0,0-1-1 0 0,1 1 0 0 0,-1 0 1 0 0,1-1-1 0 0,-1 1 0 0 0,1 0 1 0 0,0 0-1 0 0,0-1 0 0 0,0 1 1 0 0,0 0-1 0 0,0 0 0 0 0,0-1 1 0 0,1 1-1 0 0,-1 0 0 0 0,0 0 1 0 0,1-1-1 0 0,-1 1 0 0 0,1 0 1 0 0,0-1-1 0 0,-1 1 0 0 0,1-1 1 0 0,0 1-1 0 0,0-1 0 0 0,0 1 1 0 0,2 1-1 0 0,-1-2-40 0 0,0 0-1 0 0,-1-1 0 0 0,1 1 1 0 0,0 0-1 0 0,0-1 0 0 0,-1 0 1 0 0,1 1-1 0 0,0-1 1 0 0,0 0-1 0 0,0 0 0 0 0,0 0 1 0 0,-1 0-1 0 0,1 0 1 0 0,0 0-1 0 0,0-1 0 0 0,0 1 1 0 0,0 0-1 0 0,-1-1 1 0 0,1 0-1 0 0,0 1 0 0 0,-1-1 1 0 0,1 0-1 0 0,0 0 1 0 0,-1 0-1 0 0,3-2 0 0 0,15-10-138 0 0,-2-1-1 0 0,1-1 1 0 0,28-33-1 0 0,18-16 747 0 0,-63 64-517 0 0,0-1 0 0 0,0 0 0 0 0,0 0 0 0 0,0 1 1 0 0,0-1-1 0 0,0 1 0 0 0,0-1 0 0 0,1 1 0 0 0,-1-1 1 0 0,0 1-1 0 0,0 0 0 0 0,0-1 0 0 0,0 1 0 0 0,1 0 1 0 0,-1 0-1 0 0,0 0 0 0 0,0 0 0 0 0,1 0 0 0 0,-1 0 0 0 0,0 0 1 0 0,0 0-1 0 0,0 1 0 0 0,0-1 0 0 0,1 0 0 0 0,-1 1 1 0 0,0-1-1 0 0,0 1 0 0 0,0-1 0 0 0,0 1 0 0 0,0 0 1 0 0,0-1-1 0 0,0 1 0 0 0,0 0 0 0 0,0 0 0 0 0,0 0 1 0 0,0 0-1 0 0,-1 0 0 0 0,2 1 0 0 0,5 7 294 0 0,-1 0-1 0 0,0 0 0 0 0,8 18 1 0 0,0-1-24 0 0,-9-19-283 0 0,0-1 1 0 0,1 0-1 0 0,-1 0 1 0 0,1 0-1 0 0,1-1 1 0 0,6 5-1 0 0,-8-7-1031 0 0,0 0 0 0 0,0 0 0 0 0,0-1 0 0 0,0 0 0 0 0,11 3 0 0 0,2 0-4568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29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13 5985 0 0,'-1'0'89'0'0,"1"0"0"0"0,0-1 0 0 0,0 1 0 0 0,0 0 0 0 0,-1-1 0 0 0,1 1 0 0 0,0-1 0 0 0,0 1 0 0 0,0 0 0 0 0,0-1 0 0 0,0 1 0 0 0,0-1 0 0 0,0 1 0 0 0,-1 0 0 0 0,1-1 0 0 0,1 1 0 0 0,-1-1 0 0 0,0 1 0 0 0,0-1 0 0 0,0 1 0 0 0,0 0 0 0 0,0-1 0 0 0,0 1 0 0 0,0-1 0 0 0,1 1 0 0 0,-1 0 0 0 0,0-1 0 0 0,0 1 0 0 0,0-1 0 0 0,1 1 0 0 0,-1 0 0 0 0,1-1 0 0 0,8 14 2277 0 0,10 27 205 0 0,-11-8-1810 0 0,-1 0 0 0 0,-1 1 0 0 0,-2-1 0 0 0,-2 1 0 0 0,-2 58 0 0 0,3 36 67 0 0,1-80-1401 0 0,2 0-1 0 0,16 61 0 0 0,-14-81-5748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0.2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 7370 0 0,'-10'7'604'0'0,"-1"1"0"0"0,1 0 0 0 0,0 1 0 0 0,0 0 0 0 0,1 0 0 0 0,-14 19 1 0 0,3-4 552 0 0,13-17-756 0 0,-45 58 1563 0 0,47-59-1761 0 0,1 0 0 0 0,0 0-1 0 0,1 0 1 0 0,0 1 0 0 0,0-1-1 0 0,0 1 1 0 0,1 0-1 0 0,0 0 1 0 0,-1 7 0 0 0,2-12-132 0 0,1 0 1 0 0,0-1 0 0 0,0 1 0 0 0,0 0 0 0 0,0-1 0 0 0,0 1-1 0 0,1-1 1 0 0,-1 1 0 0 0,0 0 0 0 0,1-1 0 0 0,-1 1-1 0 0,1-1 1 0 0,0 1 0 0 0,-1-1 0 0 0,1 1 0 0 0,0-1 0 0 0,0 0-1 0 0,0 1 1 0 0,0-1 0 0 0,0 0 0 0 0,2 2 0 0 0,0-1 22 0 0,0 0 0 0 0,-1 0 0 0 0,1-1 0 0 0,0 1 0 0 0,0-1 0 0 0,0 0 0 0 0,0 0 0 0 0,1 0 0 0 0,-1 0 0 0 0,5 0 0 0 0,1 0-54 0 0,0-1-1 0 0,0 1 1 0 0,1-2-1 0 0,-1 1 0 0 0,0-2 1 0 0,0 1-1 0 0,9-3 1 0 0,22-10-2010 0 0,-19 6-4576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0.5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5 104 2761 0 0,'0'0'54'0'0,"0"0"0"0"0,0 0 1 0 0,-1 0-1 0 0,1 0 0 0 0,0 0 1 0 0,0 0-1 0 0,-1 0 0 0 0,1 0 1 0 0,0 1-1 0 0,0-1 0 0 0,0 0 1 0 0,-1 0-1 0 0,1 0 0 0 0,0 0 1 0 0,0 1-1 0 0,0-1 1 0 0,0 0-1 0 0,-1 0 0 0 0,1 0 1 0 0,0 1-1 0 0,0-1 0 0 0,0 0 1 0 0,0 0-1 0 0,0 0 0 0 0,0 1 1 0 0,-1-1-1 0 0,1 0 0 0 0,0 0 1 0 0,0 1-1 0 0,0-1 0 0 0,0 0 1 0 0,0 0-1 0 0,0 1 0 0 0,0-1 1 0 0,0 0-1 0 0,0 0 0 0 0,0 1 1 0 0,0-1-1 0 0,1 1 1 0 0,10 2 2632 0 0,19-6 536 0 0,-27 1-3245 0 0,1 0 0 0 0,-1 0-1 0 0,1-1 1 0 0,-1 1 0 0 0,0-1 0 0 0,0 0 0 0 0,0 0-1 0 0,0 0 1 0 0,-1 0 0 0 0,1 0 0 0 0,-1-1 0 0 0,0 1 0 0 0,0-1-1 0 0,3-5 1 0 0,-4 7 79 0 0,0 0 0 0 0,-1 0-1 0 0,1 0 1 0 0,0 1 0 0 0,-1-1-1 0 0,0 0 1 0 0,1 0 0 0 0,-1 0-1 0 0,0 0 1 0 0,0 0 0 0 0,0 0 0 0 0,0 0-1 0 0,0 1 1 0 0,0-1 0 0 0,-1 0-1 0 0,1 0 1 0 0,0 0 0 0 0,-1 0-1 0 0,0 0 1 0 0,1 1 0 0 0,-1-1 0 0 0,0 0-1 0 0,0 0 1 0 0,0 1 0 0 0,0-1-1 0 0,0 1 1 0 0,-1-1 0 0 0,1 1 0 0 0,0-1-1 0 0,-1 1 1 0 0,1 0 0 0 0,-1 0-1 0 0,-1-2 1 0 0,3 3 92 0 0,-1 0 0 0 0,1 0 0 0 0,0-1-1 0 0,-1 1 1 0 0,1 0 0 0 0,-1 0 0 0 0,1 0 0 0 0,-1-1 0 0 0,1 1 0 0 0,-1 0 0 0 0,1 0-1 0 0,-1 0 1 0 0,1 0 0 0 0,-1 0 0 0 0,1 0 0 0 0,-1 0 0 0 0,1 0 0 0 0,-1 0 0 0 0,1 0-1 0 0,-1 0 1 0 0,1 0 0 0 0,-1 1 0 0 0,1-1 0 0 0,-1 0 0 0 0,1 0 0 0 0,-1 0 0 0 0,1 1-1 0 0,0-1 1 0 0,-1 0 0 0 0,1 0 0 0 0,-1 1 0 0 0,1-1 0 0 0,0 0 0 0 0,-1 1 0 0 0,1-1-1 0 0,0 1 1 0 0,-1-1 0 0 0,1 0 0 0 0,0 1 0 0 0,0-1 0 0 0,-1 1 0 0 0,1-1 0 0 0,0 1-1 0 0,0-1 1 0 0,0 1 0 0 0,0-1 0 0 0,0 1 0 0 0,-1-1 0 0 0,1 1 0 0 0,0-1 0 0 0,0 1-1 0 0,0-1 1 0 0,0 1 0 0 0,1 0 0 0 0,-2 2 2 0 0,1 0 1 0 0,0-1-1 0 0,0 1 0 0 0,0 0 0 0 0,1-1 1 0 0,-1 1-1 0 0,1 0 0 0 0,-1-1 0 0 0,2 4 1 0 0,1-2-107 0 0,0 0 0 0 0,0-1 1 0 0,0 1-1 0 0,1-1 0 0 0,0 0 1 0 0,-1 0-1 0 0,1 0 0 0 0,0 0 1 0 0,0-1-1 0 0,1 1 0 0 0,-1-1 1 0 0,0 0-1 0 0,1 0 0 0 0,0-1 1 0 0,-1 1-1 0 0,7 0 0 0 0,36 7-1078 0 0,-5-6-4612 0 0,-41-3 5493 0 0,27 2-6759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0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63 7834 0 0,'-1'-1'155'0'0,"1"1"0"0"0,0-1 0 0 0,0 1 1 0 0,0 0-1 0 0,-3-4 1242 0 0,3 4-1241 0 0,-1 0-1 0 0,1 0 0 0 0,0-1 0 0 0,-1 1 1 0 0,1 0-1 0 0,-1 0 0 0 0,1 0 0 0 0,0-1 1 0 0,-1 1-1 0 0,1 0 0 0 0,-1 0 1 0 0,1 0-1 0 0,-1 0 0 0 0,1 0 0 0 0,-1 0 1 0 0,1 0-1 0 0,-1 0 0 0 0,1 0 0 0 0,0 0 1 0 0,-1 0-1 0 0,1 0 0 0 0,-2 1 0 0 0,5 17 2606 0 0,15 29-1117 0 0,-18-46-1620 0 0,12 26 669 0 0,2 0 0 0 0,18 27 1 0 0,-28-46-534 0 0,1-2 0 0 0,0 1 1 0 0,0-1-1 0 0,1 1 0 0 0,0-1 1 0 0,0-1-1 0 0,0 1 1 0 0,1-1-1 0 0,-1 0 0 0 0,1-1 1 0 0,1 1-1 0 0,11 4 0 0 0,-17-9-132 0 0,0 1-1 0 0,0-1 0 0 0,-1 0 1 0 0,1 0-1 0 0,0-1 0 0 0,-1 1 1 0 0,1 0-1 0 0,0-1 0 0 0,0 1 1 0 0,-1-1-1 0 0,1 1 0 0 0,-1-1 1 0 0,1 1-1 0 0,0-1 0 0 0,-1 0 1 0 0,0 0-1 0 0,1 0 0 0 0,-1 0 1 0 0,1 0-1 0 0,-1 0 0 0 0,0-1 1 0 0,0 1-1 0 0,0 0 0 0 0,0-1 0 0 0,0 1 1 0 0,0-1-1 0 0,0 1 0 0 0,0-1 1 0 0,0 1-1 0 0,-1-1 0 0 0,2-1 1 0 0,3-9 123 0 0,0 0 1 0 0,7-23-1 0 0,-12 32-118 0 0,16-61-58 0 0,-9 31-83 0 0,11-31 0 0 0,-14 54-1664 0 0,0 0-1 0 0,1 0 1 0 0,11-18-1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222 11 1984 0 0,'-2'-1'287'0'0,"0"-1"-1"0"0,0 1 0 0 0,0 0 0 0 0,-1 0 1 0 0,1 0-1 0 0,-1 0 0 0 0,1 1 0 0 0,-1-1 1 0 0,1 0-1 0 0,-1 1 0 0 0,1 0 0 0 0,-1 0 1 0 0,1 0-1 0 0,-1 0 0 0 0,0 0 0 0 0,1 0 1 0 0,-1 1-1 0 0,-3 0 0 0 0,-47 14 3492 0 0,46-11-3396 0 0,1-1-1 0 0,-1 1 1 0 0,1 0 0 0 0,0 0 0 0 0,0 1-1 0 0,0-1 1 0 0,1 1 0 0 0,-1 1-1 0 0,1-1 1 0 0,0 1 0 0 0,1 0-1 0 0,-8 11 1 0 0,7-8-193 0 0,0 1-1 0 0,0 0 1 0 0,1 0-1 0 0,0 0 1 0 0,1 1-1 0 0,0 0 1 0 0,0-1-1 0 0,0 13 1 0 0,2-22-189 0 0,1 1-1 0 0,-1 0 1 0 0,1-1 0 0 0,0 1 0 0 0,0 0-1 0 0,0-1 1 0 0,0 1 0 0 0,0 0-1 0 0,0-1 1 0 0,0 1 0 0 0,0 0 0 0 0,1-1-1 0 0,-1 1 1 0 0,1 0 0 0 0,-1-1 0 0 0,1 1-1 0 0,0-1 1 0 0,-1 1 0 0 0,1-1 0 0 0,0 1-1 0 0,0-1 1 0 0,0 0 0 0 0,0 1 0 0 0,0-1-1 0 0,1 0 1 0 0,-1 0 0 0 0,0 0 0 0 0,0 0-1 0 0,1 0 1 0 0,-1 0 0 0 0,1 0 0 0 0,-1 0-1 0 0,1-1 1 0 0,-1 1 0 0 0,1 0 0 0 0,0-1-1 0 0,-1 1 1 0 0,1-1 0 0 0,-1 0-1 0 0,1 0 1 0 0,0 1 0 0 0,2-1 0 0 0,2-1-43 0 0,0 1 1 0 0,-1-1-1 0 0,1 0 1 0 0,-1-1-1 0 0,1 1 1 0 0,-1-1-1 0 0,1 0 0 0 0,-1 0 1 0 0,0-1-1 0 0,0 0 1 0 0,6-4-1 0 0,2-3-86 0 0,-1-1 0 0 0,0 0-1 0 0,14-18 1 0 0,-14 15 331 0 0,1 0 0 0 0,15-12 1 0 0,-28 26-171 0 0,1 0 0 0 0,-1-1 0 0 0,1 1 0 0 0,-1-1 0 0 0,1 1 0 0 0,-1 0 0 0 0,1-1 1 0 0,-1 1-1 0 0,1 0 0 0 0,-1 0 0 0 0,1 0 0 0 0,0-1 0 0 0,-1 1 0 0 0,1 0 0 0 0,-1 0 0 0 0,1 0 0 0 0,-1 0 0 0 0,1 0 1 0 0,0 0-1 0 0,-1 0 0 0 0,1 0 0 0 0,-1 0 0 0 0,1 0 0 0 0,0 0 0 0 0,-1 1 0 0 0,1-1 0 0 0,-1 0 0 0 0,1 0 1 0 0,-1 0-1 0 0,1 1 0 0 0,-1-1 0 0 0,1 0 0 0 0,-1 1 0 0 0,1-1 0 0 0,-1 0 0 0 0,1 1 0 0 0,-1-1 0 0 0,0 1 0 0 0,1-1 1 0 0,-1 1-1 0 0,1-1 0 0 0,-1 1 0 0 0,0-1 0 0 0,0 1 0 0 0,1-1 0 0 0,-1 1 0 0 0,0-1 0 0 0,0 2 0 0 0,11 36 243 0 0,-6-18-653 0 0,1-8-1099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1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12 3225 0 0,'0'-1'91'0'0,"-1"1"0"0"0,1-1 0 0 0,-1 0 1 0 0,1 0-1 0 0,-1 1 0 0 0,0-1 0 0 0,1 0 0 0 0,-1 1 1 0 0,0-1-1 0 0,0 0 0 0 0,1 1 0 0 0,-1-1 0 0 0,0 1 1 0 0,0-1-1 0 0,0 1 0 0 0,0 0 0 0 0,1-1 0 0 0,-1 1 1 0 0,0 0-1 0 0,0 0 0 0 0,0-1 0 0 0,0 1 1 0 0,0 0-1 0 0,0 0 0 0 0,0 0 0 0 0,0 0 0 0 0,0 0 1 0 0,0 0-1 0 0,0 1 0 0 0,0-1 0 0 0,-1 0 0 0 0,0 2 224 0 0,1-1-1 0 0,-1 1 1 0 0,0-1-1 0 0,1 1 0 0 0,-1-1 1 0 0,1 1-1 0 0,-1 0 1 0 0,1 0-1 0 0,0 0 0 0 0,0-1 1 0 0,0 1-1 0 0,0 0 1 0 0,-1 4-1 0 0,0 1 41 0 0,0-1-1 0 0,1 0 1 0 0,0 1 0 0 0,0-1 0 0 0,1 0 0 0 0,0 1-1 0 0,0-1 1 0 0,0 1 0 0 0,1-1 0 0 0,0 0-1 0 0,2 8 1 0 0,4 13 606 0 0,14 34 0 0 0,-8-27-153 0 0,25 89 1038 0 0,39 106-2080 0 0,-68-210-4454 0 0,1-3-1534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11058 0 0,'-1'5'5794'0'0,"-2"20"-3338"0"0,5-2-1896 0 0,1 1-1 0 0,10 40 1 0 0,-10-54-586 0 0,0 0 1 0 0,1 0-1 0 0,0 0 0 0 0,1 0 1 0 0,0-1-1 0 0,0 0 1 0 0,1 0-1 0 0,10 13 0 0 0,-15-21-4 0 0,0 0-1 0 0,0 0 0 0 0,0 0 1 0 0,0 0-1 0 0,0 0 0 0 0,0 0 0 0 0,1 0 1 0 0,-1 0-1 0 0,0-1 0 0 0,1 1 0 0 0,-1 0 1 0 0,0-1-1 0 0,1 1 0 0 0,-1-1 1 0 0,1 0-1 0 0,-1 1 0 0 0,1-1 0 0 0,-1 0 1 0 0,1 0-1 0 0,-1 0 0 0 0,1 0 0 0 0,-1 0 1 0 0,3-1-1 0 0,-1 1-69 0 0,0-2 0 0 0,0 1 0 0 0,0 0 0 0 0,-1 0 0 0 0,1-1 0 0 0,0 0 0 0 0,-1 1 0 0 0,1-1 0 0 0,-1 0 0 0 0,0 0 0 0 0,2-3 0 0 0,4-3-228 0 0,-2 0-1 0 0,1-1 0 0 0,-1 0 1 0 0,-1 0-1 0 0,8-17 1 0 0,5-37-477 0 0,-16 52 1075 0 0,1-1 0 0 0,0 1 0 0 0,0 0-1 0 0,1 1 1 0 0,1-1 0 0 0,6-12 0 0 0,-10 24-157 0 0,0-1 0 0 0,0 1 0 0 0,-1-1 0 0 0,1 1 0 0 0,0-1 0 0 0,-1 1 0 0 0,1 0 0 0 0,0-1 0 0 0,-1 1 0 0 0,1 0 0 0 0,-1-1 0 0 0,1 1 0 0 0,-1 0 0 0 0,0 0 0 0 0,1-1 0 0 0,-1 1 0 0 0,0 0 0 0 0,1 0 0 0 0,-1 0 0 0 0,0 0 0 0 0,0-1 0 0 0,0 1 0 0 0,0 0 0 0 0,1 0 0 0 0,-2 1 0 0 0,10 30 400 0 0,-8-26-528 0 0,1 9-203 0 0,1 0 0 0 0,1 0 0 0 0,0 0-1 0 0,1 0 1 0 0,10 20 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5985 0 0,'7'-4'412'0'0,"0"0"0"0"0,0 0 0 0 0,0-1-1 0 0,-1 1 1 0 0,0-1 0 0 0,9-10 0 0 0,0 1 373 0 0,48-46 2810 0 0,-57 54-3317 0 0,-1-1 0 0 0,0 1 1 0 0,0-1-1 0 0,-1 0 0 0 0,0 0 1 0 0,0 0-1 0 0,-1-1 0 0 0,5-12 1 0 0,-8 19-252 0 0,1 0 1 0 0,-1 0-1 0 0,0 0 1 0 0,1 0-1 0 0,-1 0 1 0 0,0 0 0 0 0,0 0-1 0 0,0 0 1 0 0,0 0-1 0 0,0 0 1 0 0,0 0-1 0 0,0 0 1 0 0,0 0-1 0 0,0 0 1 0 0,-1 0-1 0 0,1 0 1 0 0,0 0 0 0 0,0 0-1 0 0,-1 0 1 0 0,1 0-1 0 0,-1 1 1 0 0,1-1-1 0 0,-1 0 1 0 0,1 0-1 0 0,-1 0 1 0 0,0 0-1 0 0,1 1 1 0 0,-1-1 0 0 0,0 0-1 0 0,-1 0 1 0 0,1 1 20 0 0,0-1-1 0 0,0 1 1 0 0,-1 0 0 0 0,1 0 0 0 0,0 0 0 0 0,0 0 0 0 0,-1 0 0 0 0,1 0 0 0 0,0 0 0 0 0,0 1-1 0 0,0-1 1 0 0,-1 0 0 0 0,1 1 0 0 0,0-1 0 0 0,0 1 0 0 0,0-1 0 0 0,0 1 0 0 0,0-1 0 0 0,0 1-1 0 0,0 0 1 0 0,0 0 0 0 0,0-1 0 0 0,0 1 0 0 0,0 0 0 0 0,-1 1 0 0 0,-5 6 93 0 0,0 1 0 0 0,1 0-1 0 0,0 0 1 0 0,0 0 0 0 0,0 0 0 0 0,1 1 0 0 0,1 0 0 0 0,-6 19 0 0 0,8-23-116 0 0,1-1 0 0 0,0 0 1 0 0,0 0-1 0 0,1 1 0 0 0,-1-1 1 0 0,1 0-1 0 0,0 1 0 0 0,1-1 1 0 0,0 6-1 0 0,0-8-30 0 0,0 0 0 0 0,0 0 0 0 0,0-1 0 0 0,0 1 0 0 0,0 0-1 0 0,1 0 1 0 0,-1-1 0 0 0,1 1 0 0 0,0-1 0 0 0,0 0 0 0 0,0 1 0 0 0,0-1 0 0 0,0 0 0 0 0,0 0 0 0 0,0 0 0 0 0,6 3 0 0 0,-4-3-305 0 0,0 0 1 0 0,0-1 0 0 0,1 0-1 0 0,-1 1 1 0 0,1-1-1 0 0,-1-1 1 0 0,1 1 0 0 0,-1-1-1 0 0,7 1 1 0 0,11-2-5634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2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16 4609 0 0,'0'0'130'0'0,"0"0"0"0"0,0-1 1 0 0,1 1-1 0 0,-1-1 0 0 0,0 1 0 0 0,0-1 0 0 0,0 1 1 0 0,0 0-1 0 0,0-1 0 0 0,-1 1 0 0 0,1-1 1 0 0,0 1-1 0 0,0-1 0 0 0,0 1 0 0 0,0 0 0 0 0,0-1 1 0 0,0 1-1 0 0,-1-1 0 0 0,1 1 0 0 0,0 0 0 0 0,0-1 1 0 0,-1 1-1 0 0,1 0 0 0 0,0-1 0 0 0,-1 1 1 0 0,1 0-1 0 0,0-1 0 0 0,-1 1 0 0 0,1 0 0 0 0,0 0 1 0 0,-1-1-1 0 0,1 1 0 0 0,-1 0 0 0 0,1 0 0 0 0,-22-3 3480 0 0,15 3-2668 0 0,0 1 0 0 0,1 0 0 0 0,-1 0 0 0 0,-10 4 0 0 0,7-1-668 0 0,1 1 0 0 0,0 1 0 0 0,0 0 0 0 0,1 0 0 0 0,0 1-1 0 0,0 0 1 0 0,0 0 0 0 0,-7 9 0 0 0,11-11-223 0 0,0-1 1 0 0,1 1-1 0 0,-1 0 0 0 0,1 0 1 0 0,0 0-1 0 0,0 0 0 0 0,1 0 1 0 0,-1 1-1 0 0,1-1 0 0 0,0 1 1 0 0,1 0-1 0 0,-1-1 0 0 0,1 1 1 0 0,0 0-1 0 0,0 10 0 0 0,2-12-48 0 0,0 0-1 0 0,0-1 0 0 0,0 1 1 0 0,0 0-1 0 0,1-1 0 0 0,-1 1 1 0 0,1-1-1 0 0,0 0 0 0 0,0 0 0 0 0,0 0 1 0 0,1 0-1 0 0,-1 0 0 0 0,1 0 1 0 0,0 0-1 0 0,-1-1 0 0 0,1 1 1 0 0,5 2-1 0 0,7 5-48 0 0,0-1 1 0 0,26 11 0 0 0,-1 0 51 0 0,-35-18-34 0 0,1 2 20 0 0,-1-1 1 0 0,1 0-1 0 0,-1 1 0 0 0,0 0 1 0 0,10 10-1 0 0,-15-14-2 0 0,1 1-1 0 0,-1 0 1 0 0,1 0 0 0 0,-1-1-1 0 0,1 1 1 0 0,-1 0 0 0 0,1 0-1 0 0,-1 0 1 0 0,0-1 0 0 0,0 1-1 0 0,1 0 1 0 0,-1 0 0 0 0,0 0-1 0 0,0 0 1 0 0,0 0 0 0 0,0-1-1 0 0,0 1 1 0 0,0 0 0 0 0,0 0 0 0 0,-1 1-1 0 0,1 0-28 0 0,-1-1-1 0 0,0 1 1 0 0,0-1-1 0 0,0 1 1 0 0,0-1-1 0 0,0 0 1 0 0,0 0-1 0 0,0 0 1 0 0,-1 1-1 0 0,1-1 1 0 0,0 0-1 0 0,-1-1 1 0 0,1 1 0 0 0,-1 0-1 0 0,-1 1 1 0 0,-12 6-679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69 10594 0 0,'-1'-2'210'0'0,"1"1"0"0"0,-1 0 0 0 0,1 0 0 0 0,-1 0 0 0 0,1 0 0 0 0,-1 0 0 0 0,0 0 0 0 0,1 0 0 0 0,-1 0 0 0 0,0 0 0 0 0,0 0 0 0 0,0 0 0 0 0,0 0 0 0 0,0 1 0 0 0,0-1 1 0 0,0 0-1 0 0,0 1 0 0 0,0-1 0 0 0,0 0 0 0 0,0 1 0 0 0,0 0 0 0 0,-1-1 0 0 0,1 1 0 0 0,0 0 0 0 0,0-1 0 0 0,0 1 0 0 0,-1 0 0 0 0,1 0 0 0 0,0 0 0 0 0,0 0 0 0 0,-1 0 0 0 0,1 0 0 0 0,0 0 0 0 0,0 1 0 0 0,0-1 0 0 0,-1 0 0 0 0,1 1 0 0 0,0-1 0 0 0,-1 1 0 0 0,0 1-101 0 0,0-1-1 0 0,0 0 1 0 0,1 1-1 0 0,-1-1 1 0 0,1 1 0 0 0,-1-1-1 0 0,1 1 1 0 0,0 0 0 0 0,-1 0-1 0 0,1-1 1 0 0,0 1 0 0 0,0 0-1 0 0,0 0 1 0 0,1 0 0 0 0,-1 0-1 0 0,0 0 1 0 0,1 0 0 0 0,-1 0-1 0 0,1 1 1 0 0,0-1 0 0 0,0 0-1 0 0,0 4 1 0 0,1 2-85 0 0,0-1 1 0 0,1 1 0 0 0,0 0-1 0 0,1-1 1 0 0,-1 1-1 0 0,2-1 1 0 0,-1 0-1 0 0,1 0 1 0 0,0 0 0 0 0,0 0-1 0 0,1-1 1 0 0,0 0-1 0 0,0 0 1 0 0,10 9-1 0 0,-9-9-5 0 0,0-1 1 0 0,0 0-1 0 0,0 0 0 0 0,0 0 0 0 0,1-1 0 0 0,0 0 0 0 0,0-1 0 0 0,0 1 0 0 0,0-1 0 0 0,1-1 0 0 0,-1 1 0 0 0,1-1 1 0 0,0-1-1 0 0,13 2 0 0 0,-19-3-18 0 0,0 0 0 0 0,0 0 0 0 0,0 0 0 0 0,0 0 0 0 0,-1-1 0 0 0,1 1 0 0 0,0-1 0 0 0,0 1 0 0 0,0-1 0 0 0,-1 1 0 0 0,1-1 0 0 0,0 0 0 0 0,-1 0 0 0 0,1 0 0 0 0,-1 0 0 0 0,1 0 0 0 0,-1 0 0 0 0,0-1 0 0 0,1 1 0 0 0,-1 0 0 0 0,1-2 0 0 0,0 0 3 0 0,0 0 1 0 0,-1 0 0 0 0,0 0-1 0 0,1-1 1 0 0,-1 1-1 0 0,0 0 1 0 0,-1-1 0 0 0,1 1-1 0 0,0 0 1 0 0,-1-6-1 0 0,0-4 12 0 0,-1 1-1 0 0,0-1 1 0 0,0 1-1 0 0,-2 0 1 0 0,-3-14-1 0 0,4 19-6 0 0,-1-1 0 0 0,0 0-1 0 0,0 1 1 0 0,-1 0 0 0 0,0 0 0 0 0,0 0-1 0 0,-1 0 1 0 0,0 1 0 0 0,0-1 0 0 0,0 1-1 0 0,-10-8 1 0 0,11 11-117 0 0,0 0 0 0 0,0 0 0 0 0,0 0 0 0 0,-1 1 0 0 0,1 0 0 0 0,-1-1 1 0 0,0 1-1 0 0,1 1 0 0 0,-1-1 0 0 0,0 1 0 0 0,0 0 0 0 0,0 0 0 0 0,0 0 0 0 0,-1 1 0 0 0,1 0 0 0 0,0 0 0 0 0,0 0 0 0 0,0 1 0 0 0,-6 0 0 0 0,-8 5-1236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6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32 5529 0 0,'0'-1'66'0'0,"0"0"-1"0"0,0 0 0 0 0,1 0 1 0 0,-1 0-1 0 0,0 0 1 0 0,0-1-1 0 0,0 1 1 0 0,0 0-1 0 0,-1 0 0 0 0,1 0 1 0 0,0 0-1 0 0,0 0 1 0 0,-1 0-1 0 0,1 0 0 0 0,0 0 1 0 0,-1 0-1 0 0,1 0 1 0 0,-1 0-1 0 0,1 0 1 0 0,-1 0-1 0 0,0 1 0 0 0,1-1 1 0 0,-1 0-1 0 0,0 0 1 0 0,0 1-1 0 0,0-1 1 0 0,1 0-1 0 0,-1 1 0 0 0,0-1 1 0 0,0 1-1 0 0,0-1 1 0 0,0 1-1 0 0,0-1 0 0 0,0 1 1 0 0,0-1-1 0 0,0 1 1 0 0,0 0-1 0 0,0 0 1 0 0,0 0-1 0 0,0 0 0 0 0,0 0 1 0 0,0 0-1 0 0,-3 0 1 0 0,0 0 227 0 0,0-1 1 0 0,0 2-1 0 0,0-1 1 0 0,0 0-1 0 0,0 1 0 0 0,0 0 1 0 0,0 0-1 0 0,0 0 1 0 0,0 0-1 0 0,0 1 1 0 0,-4 2-1 0 0,-2 3 16 0 0,0 1 0 0 0,1 0 0 0 0,0 0 0 0 0,1 1 0 0 0,0 1 0 0 0,0-1 0 0 0,1 1 0 0 0,0 1 0 0 0,-9 17 0 0 0,8-12-120 0 0,0 1 1 0 0,1 0 0 0 0,1 1-1 0 0,1-1 1 0 0,-6 34 0 0 0,10-37-168 0 0,0-1-1 0 0,1 0 1 0 0,1 1 0 0 0,0-1 0 0 0,1 0 0 0 0,0 0 0 0 0,1 0 0 0 0,1 0-1 0 0,0 0 1 0 0,0-1 0 0 0,1 1 0 0 0,12 18 0 0 0,7 9-207 0 0,2-1 1 0 0,41 46 0 0 0,10 14-2500 0 0,-61-76 2419 0 0,-3-3 233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3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6 197 6913 0 0,'-1'-1'39'0'0,"0"-1"-1"0"0,0 0 1 0 0,1 0-1 0 0,-1 0 1 0 0,1 0-1 0 0,-1 0 1 0 0,1 0-1 0 0,0 0 0 0 0,0 0 1 0 0,0 0-1 0 0,0 0 1 0 0,0 0-1 0 0,0 0 1 0 0,1 0-1 0 0,-1 0 0 0 0,1 0 1 0 0,-1 0-1 0 0,1 0 1 0 0,0 0-1 0 0,0 0 1 0 0,0 0-1 0 0,0 1 1 0 0,0-1-1 0 0,1-2 0 0 0,4-1 92 0 0,-1 0-1 0 0,0 0 1 0 0,1 1-1 0 0,0-1 0 0 0,10-4 1 0 0,-11 6 30 0 0,26-14 94 0 0,2 1 0 0 0,0 2 0 0 0,1 1 0 0 0,0 2 0 0 0,39-8 0 0 0,-32 8-187 0 0,-9 2-67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4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149 124 9674 0 0,'-3'-2'283'0'0,"1"0"-1"0"0,0 0 0 0 0,0 0 1 0 0,-1 0-1 0 0,1 0 1 0 0,-1 0-1 0 0,1 1 1 0 0,-1-1-1 0 0,0 1 1 0 0,0 0-1 0 0,0 0 1 0 0,0 0-1 0 0,1 0 1 0 0,-1 0-1 0 0,0 1 0 0 0,0-1 1 0 0,-1 1-1 0 0,1 0 1 0 0,0 0-1 0 0,0 0 1 0 0,0 0-1 0 0,0 1 1 0 0,0-1-1 0 0,0 1 1 0 0,0 0-1 0 0,-3 1 1 0 0,2 0-130 0 0,0 0 0 0 0,0 0 0 0 0,1 0-1 0 0,-1 1 1 0 0,1 0 0 0 0,0-1 0 0 0,-1 1 0 0 0,1 1 0 0 0,0-1 0 0 0,1 0 0 0 0,-1 1 0 0 0,1-1 0 0 0,-1 1 0 0 0,1 0 0 0 0,0 0 0 0 0,1 0 0 0 0,-1 0 0 0 0,-1 4 0 0 0,-1 10-80 0 0,0-1 0 0 0,1 1 1 0 0,1 0-1 0 0,1 0 0 0 0,1 0 1 0 0,2 29-1 0 0,2-18-81 0 0,1 0 0 0 0,0-1 0 0 0,14 38 0 0 0,-12-48 0 0 0,1 0 0 0 0,0-1 0 0 0,2 0 0 0 0,0 0 0 0 0,0-1 0 0 0,22 25 0 0 0,-21-30 63 0 0,-1 1 0 0 0,1-2 0 0 0,1 0 0 0 0,0 0-1 0 0,0-1 1 0 0,1 0 0 0 0,0-1 0 0 0,28 12 0 0 0,-37-19-24 0 0,0 1-1 0 0,0-1 1 0 0,0 0 0 0 0,1 0-1 0 0,-1 0 1 0 0,0-1 0 0 0,1 1-1 0 0,-1-1 1 0 0,0 0 0 0 0,1 0-1 0 0,-1-1 1 0 0,0 1 0 0 0,0-1-1 0 0,1 0 1 0 0,-1 0 0 0 0,0 0-1 0 0,0-1 1 0 0,5-2 0 0 0,-3 1-17 0 0,-1-1 1 0 0,1 0 0 0 0,-1 0 0 0 0,0-1 0 0 0,0 1-1 0 0,-1-1 1 0 0,1 0 0 0 0,-1-1 0 0 0,0 1-1 0 0,6-11 1 0 0,-2-1 4 0 0,0 0 1 0 0,-1 0-1 0 0,-1-1 1 0 0,-1 1-1 0 0,0-1 0 0 0,-1-1 1 0 0,2-31-1 0 0,-5 28 13 0 0,-2 1 1 0 0,-1-1-1 0 0,0 1 0 0 0,-1-1 1 0 0,-2 1-1 0 0,0 0 0 0 0,-1 0 1 0 0,-1 1-1 0 0,-16-32 0 0 0,10 27-145 0 0,0 1 1 0 0,-2 0-1 0 0,-1 1 0 0 0,-1 1 0 0 0,0 1 0 0 0,-2 0 0 0 0,-22-18 0 0 0,8 14-1050 0 0,11 12-4589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4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44 6449 0 0,'-3'-4'635'0'0,"1"1"0"0"0,-1-1 0 0 0,0 0 0 0 0,-1 1-1 0 0,1 0 1 0 0,0 0 0 0 0,-1 0 0 0 0,0 0 0 0 0,0 0 0 0 0,0 1-1 0 0,-8-4 1 0 0,9 5-402 0 0,0 1 0 0 0,1-1 0 0 0,-1 1 0 0 0,0 0 0 0 0,0 0 0 0 0,1 0 0 0 0,-1 0 0 0 0,0 1 0 0 0,0-1 0 0 0,1 1 0 0 0,-1 0 1 0 0,0-1-1 0 0,1 1 0 0 0,-1 0 0 0 0,1 1 0 0 0,-1-1 0 0 0,1 0 0 0 0,0 1 0 0 0,-1-1 0 0 0,1 1 0 0 0,0 0 0 0 0,-2 2 0 0 0,-1 0-119 0 0,-1 1 0 0 0,2 0 0 0 0,-1 1-1 0 0,0-1 1 0 0,1 1 0 0 0,0 0 0 0 0,1 0 0 0 0,-1 0 0 0 0,1 1 0 0 0,0-1 0 0 0,0 1 0 0 0,1-1 0 0 0,0 1-1 0 0,-1 10 1 0 0,2-12-111 0 0,0-1-1 0 0,1 0 0 0 0,0 1 1 0 0,0-1-1 0 0,0 1 0 0 0,1-1 1 0 0,0 1-1 0 0,0-1 0 0 0,0 1 1 0 0,0-1-1 0 0,0 0 0 0 0,1 0 1 0 0,0 1-1 0 0,0-1 0 0 0,0-1 1 0 0,0 1-1 0 0,1 0 0 0 0,-1 0 1 0 0,1-1-1 0 0,0 1 0 0 0,0-1 1 0 0,1 0-1 0 0,5 4 0 0 0,29 15-45 0 0,-32-19 29 0 0,0 0 0 0 0,0 0 0 0 0,-1 0 0 0 0,1 0 0 0 0,-1 1 0 0 0,1 0 0 0 0,-1 0 0 0 0,0 1 0 0 0,-1 0 0 0 0,1-1 0 0 0,5 9 0 0 0,-10-12 15 0 0,0 1-1 0 0,0-1 1 0 0,0 0-1 0 0,0 1 0 0 0,0-1 1 0 0,0 1-1 0 0,0-1 0 0 0,0 1 1 0 0,0-1-1 0 0,-1 0 0 0 0,1 1 1 0 0,-1-1-1 0 0,1 1 0 0 0,-1-1 1 0 0,1 0-1 0 0,-1 0 0 0 0,0 1 1 0 0,0-1-1 0 0,0 0 0 0 0,1 0 1 0 0,-1 0-1 0 0,0 0 0 0 0,-1 0 1 0 0,1 0-1 0 0,0 0 0 0 0,0 0 1 0 0,0 0-1 0 0,0-1 0 0 0,-1 1 1 0 0,1 0-1 0 0,-2 0 0 0 0,-42 22-183 0 0,2-9-1530 0 0,19-8-5147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5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715 150 8290 0 0,'6'-14'1309'0'0,"3"-8"849"0"0,0-1 0 0 0,-2 0 0 0 0,8-37 0 0 0,-15 60-2121 0 0,0-1 0 0 0,0 1 1 0 0,0 0-1 0 0,0 0 0 0 0,0 0 1 0 0,0-1-1 0 0,0 1 0 0 0,1 0 1 0 0,-1 0-1 0 0,0 0 0 0 0,0-1 1 0 0,0 1-1 0 0,0 0 0 0 0,0 0 1 0 0,0-1-1 0 0,0 1 1 0 0,-1 0-1 0 0,1 0 0 0 0,0 0 1 0 0,0-1-1 0 0,0 1 0 0 0,0 0 1 0 0,0 0-1 0 0,0 0 0 0 0,0-1 1 0 0,0 1-1 0 0,0 0 0 0 0,-1 0 1 0 0,1 0-1 0 0,0 0 0 0 0,0 0 1 0 0,0-1-1 0 0,0 1 0 0 0,-1 0 1 0 0,1 0-1 0 0,0 0 1 0 0,0 0-1 0 0,0 0 0 0 0,-1 0 1 0 0,1 0-1 0 0,0-1 0 0 0,0 1 1 0 0,-1 0-1 0 0,-9 6 880 0 0,-9 12-227 0 0,3 8-516 0 0,1 1 0 0 0,2 1 0 0 0,1 0 0 0 0,1 1 0 0 0,-9 40 0 0 0,5-20-121 0 0,-184 692 57 0 0,83-279-65 0 0,87-365-32 0 0,-3-2-1 0 0,-5-2 1 0 0,-3-1 0 0 0,-62 101 0 0 0,39-76-537 0 0,56-101-48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6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75 5065 0 0,'10'-34'2679'0'0,"3"-7"8084"0"0,-19 59-7260 0 0,2 16-2632 0 0,0-2-628 0 0,-13 52 90 0 0,-8 125 0 0 0,22-171-424 0 0,3 0 1 0 0,1 1-1 0 0,2-1 0 0 0,2 0 0 0 0,15 63 0 0 0,4-39-2083 0 0,-16-47 315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36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5 3225 0 0,'4'-4'5960'0'0,"-25"10"-2850"0"0,10-2-2118 0 0,1 0 1 0 0,-1 1 0 0 0,-12 8 0 0 0,17-9-757 0 0,1 1-1 0 0,-1 0 1 0 0,1 0-1 0 0,0 1 1 0 0,0 0-1 0 0,1 0 1 0 0,0 0-1 0 0,0 0 1 0 0,0 0 0 0 0,1 1-1 0 0,0 0 1 0 0,0-1-1 0 0,1 1 1 0 0,0 0-1 0 0,-3 13 1 0 0,5-15-174 0 0,0 0 1 0 0,0 0-1 0 0,0 0 0 0 0,0 0 1 0 0,1 0-1 0 0,-1 0 1 0 0,1 0-1 0 0,1 0 0 0 0,-1 0 1 0 0,1-1-1 0 0,0 1 1 0 0,0 0-1 0 0,0-1 1 0 0,0 1-1 0 0,1-1 0 0 0,0 0 1 0 0,0 0-1 0 0,0 0 1 0 0,0 0-1 0 0,1 0 0 0 0,0-1 1 0 0,-1 0-1 0 0,7 5 1 0 0,3 1 14 0 0,-4-3 6 0 0,0 0 0 0 0,0 0 0 0 0,-1 1 0 0 0,0 1 0 0 0,12 14 0 0 0,-18-20-54 0 0,-1 0 0 0 0,0-1-1 0 0,0 1 1 0 0,0 0 0 0 0,-1 0 0 0 0,1 0 0 0 0,0 0-1 0 0,-1 0 1 0 0,1 0 0 0 0,-1 0 0 0 0,1 0 0 0 0,-1 0 0 0 0,0 0-1 0 0,0 0 1 0 0,0 0 0 0 0,0 1 0 0 0,0-1 0 0 0,-1 0-1 0 0,1 0 1 0 0,-1 0 0 0 0,1 0 0 0 0,-1 0 0 0 0,0 0 0 0 0,0 0-1 0 0,0-1 1 0 0,0 1 0 0 0,0 0 0 0 0,0 0 0 0 0,0 0 0 0 0,0-1-1 0 0,-1 1 1 0 0,1-1 0 0 0,-1 1 0 0 0,1-1 0 0 0,-1 0-1 0 0,-2 2 1 0 0,-3 2 92 0 0,0 0-1 0 0,-1 0 0 0 0,1 0 1 0 0,-1-1-1 0 0,0-1 1 0 0,0 1-1 0 0,-1-1 1 0 0,1-1-1 0 0,-1 1 0 0 0,-10 0 1 0 0,8-1-536 0 0,-1-1 0 0 0,1 0 0 0 0,-1-1 1 0 0,-13-1-1 0 0,5-2-7639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6913 0 0,'-2'1'274'0'0,"0"1"-1"0"0,1-1 1 0 0,-1 1-1 0 0,0-1 0 0 0,1 1 1 0 0,0 0-1 0 0,-1 0 0 0 0,1 0 1 0 0,0 0-1 0 0,0 0 0 0 0,0 0 1 0 0,0 0-1 0 0,0 0 1 0 0,0 0-1 0 0,1 0 0 0 0,-1 0 1 0 0,1 1-1 0 0,-1 2 0 0 0,-3 51 1320 0 0,3-36-993 0 0,-4 207 1194 0 0,7-168-2855 0 0,19 108 0 0 0,-18-151 276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3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617 162 4145 0 0,'-7'-8'571'0'0,"-1"0"-1"0"0,1 0 1 0 0,-1 0 0 0 0,-1 1-1 0 0,1 0 1 0 0,-1 1-1 0 0,0 0 1 0 0,-1 1 0 0 0,0 0-1 0 0,0 0 1 0 0,-15-5 0 0 0,13 6-74 0 0,-1 0 1 0 0,0 1 0 0 0,0 0 0 0 0,0 1-1 0 0,0 0 1 0 0,0 1 0 0 0,-1 1 0 0 0,1 0-1 0 0,-15 2 1 0 0,13 2-208 0 0,0 0-1 0 0,1 0 1 0 0,0 2-1 0 0,0-1 1 0 0,0 2-1 0 0,1 0 0 0 0,0 1 1 0 0,0 0-1 0 0,1 1 1 0 0,0 0-1 0 0,0 1 1 0 0,1 0-1 0 0,0 1 1 0 0,-15 21-1 0 0,9-10-176 0 0,2 0-1 0 0,0 1 0 0 0,2 1 0 0 0,0 1 0 0 0,1 0 0 0 0,2 0 1 0 0,-9 35-1 0 0,10-20-116 0 0,1 0 0 0 0,3 0 1 0 0,1 0-1 0 0,2 1 0 0 0,2-1 0 0 0,1 1 1 0 0,3-1-1 0 0,1 1 0 0 0,11 42 1 0 0,-8-57-27 0 0,2 1 1 0 0,0-1-1 0 0,2-1 1 0 0,1 0-1 0 0,1-1 1 0 0,0 0 0 0 0,2-1-1 0 0,1-1 1 0 0,1 0-1 0 0,1-2 1 0 0,0 0 0 0 0,2-1-1 0 0,0-1 1 0 0,1-1-1 0 0,1 0 1 0 0,1-2 0 0 0,30 15-1 0 0,-41-25 24 0 0,1 1 1 0 0,0-2-1 0 0,1 0 1 0 0,-1-1-1 0 0,1 0 1 0 0,0-1-1 0 0,-1 0 0 0 0,1-2 1 0 0,0 1-1 0 0,15-3 1 0 0,-19 1 7 0 0,0-1 0 0 0,-1 0 0 0 0,1-1-1 0 0,-1 0 1 0 0,1 0 0 0 0,-1-1 0 0 0,0-1 0 0 0,0 1 0 0 0,-1-2 0 0 0,1 1 0 0 0,-1-1 0 0 0,0-1 0 0 0,-1 0 0 0 0,10-10 0 0 0,15-22 360 0 0,-2-2 0 0 0,-2-2 0 0 0,-2 0 0 0 0,32-69 0 0 0,-46 85-276 0 0,-1 0 0 0 0,-1-1 0 0 0,-2 0 0 0 0,-1-1 0 0 0,-1 0 0 0 0,-1-1 1 0 0,-2 1-1 0 0,0-1 0 0 0,-3 0 0 0 0,0 0 0 0 0,-2 0 0 0 0,-1 0 0 0 0,-1 1 0 0 0,-2-1 1 0 0,-1 1-1 0 0,-1 0 0 0 0,-2 0 0 0 0,0 1 0 0 0,-2 0 0 0 0,-16-27 0 0 0,4 10-72 0 0,-56-78 0 0 0,68 108-17 0 0,0 1 0 0 0,-1 0 0 0 0,-1 1 0 0 0,0 1 0 0 0,0 0 0 0 0,-1 1 0 0 0,-1 0 0 0 0,-30-16 1 0 0,42 26-80 0 0,0-1 0 0 0,-1 0 0 0 0,1 1 0 0 0,-1 0 0 0 0,1-1 0 0 0,-1 1 0 0 0,0 1 1 0 0,1-1-1 0 0,-1 1 0 0 0,0-1 0 0 0,0 1 0 0 0,0 0 0 0 0,1 0 0 0 0,-1 1 1 0 0,0-1-1 0 0,0 1 0 0 0,1 0 0 0 0,-1 0 0 0 0,1 0 0 0 0,-1 0 0 0 0,1 1 1 0 0,-1-1-1 0 0,1 1 0 0 0,-1 0 0 0 0,1 0 0 0 0,0 0 0 0 0,0 1 0 0 0,0-1 1 0 0,1 1-1 0 0,-1 0 0 0 0,0-1 0 0 0,1 1 0 0 0,-4 6 0 0 0,-5 15-7650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 6449 0 0,'-2'-13'6559'0'0,"2"12"-6354"0"0,14 1 2235 0 0,-8 1-3011 0 0,12 2 717 0 0,-1 1 0 0 0,1 0 0 0 0,-1 2 0 0 0,0 0 0 0 0,0 1 0 0 0,23 13 0 0 0,-15-8-3286 0 0,38 14-1 0 0,-46-21-1113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5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39 5985 0 0,'-1'0'89'0'0,"1"0"0"0"0,0 0-1 0 0,0 0 1 0 0,-1 0-1 0 0,1-1 1 0 0,0 1 0 0 0,0 0-1 0 0,-1 0 90 0 0,1-1-90 0 0,0 1 1 0 0,0 0 0 0 0,0 0-1 0 0,-1 0 1 0 0,1-1 0 0 0,0 1-1 0 0,0 0 1 0 0,0 0-1 0 0,0-1 1 0 0,0 1 0 0 0,0 0-1 0 0,0-1 1 0 0,0 1 0 0 0,0 0-1 0 0,0 0 1 0 0,0-1 0 0 0,0 1-1 0 0,0 0 1 0 0,0-1 0 0 0,0 1-1 0 0,0 0 1 0 0,0 0-1 0 0,0-1 1 0 0,0 1 0 0 0,0 0-1 0 0,0 0 1 0 0,0-1 0 0 0,0 1-1 0 0,0 0 1 0 0,1 0 0 0 0,-1-1-1 0 0,0 1 1 0 0,0 0 0 0 0,1-1 88 0 0,-1 1-89 0 0,0 0 1 0 0,20-11 1857 0 0,25-3-470 0 0,-31 13-1474 0 0,1 0 0 0 0,0 1 0 0 0,0 0 0 0 0,0 2 1 0 0,0-1-1 0 0,-1 2 0 0 0,1 0 0 0 0,23 8 1 0 0,-15-4-50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1.8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8 4145 0 0,'0'-1'150'0'0,"-1"1"0"0"0,1-1 0 0 0,-1 1 1 0 0,1-1-1 0 0,-1 1 0 0 0,1-1 0 0 0,-1 1 0 0 0,1-1 1 0 0,-1 1-1 0 0,0-1 0 0 0,1 1 0 0 0,-1 0 0 0 0,1 0 0 0 0,-1-1 1 0 0,0 1-1 0 0,1 0 0 0 0,-1 0 0 0 0,0 0 0 0 0,0-1 1 0 0,1 1-1 0 0,-1 0 0 0 0,0 0 0 0 0,1 0 0 0 0,-1 0 0 0 0,0 1 1 0 0,1-1-1 0 0,-1 0 0 0 0,0 0 0 0 0,0 0 0 0 0,1 0 1 0 0,-1 1-1 0 0,0-1 0 0 0,1 0 0 0 0,-2 1 0 0 0,0 1 47 0 0,1 0 0 0 0,-1 0 0 0 0,0 0 0 0 0,1 0 0 0 0,0 0 0 0 0,-1 0 1 0 0,1 0-1 0 0,0 1 0 0 0,0-1 0 0 0,-1 3 0 0 0,-2 9 187 0 0,0 0 0 0 0,-2 22 0 0 0,3 3 486 0 0,1 0 1 0 0,2 0-1 0 0,5 44 0 0 0,4 2-2293 0 0,-2-30-2584 0 0,-5-35-636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2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564 100 6449 0 0,'-4'-8'211'0'0,"0"2"-1"0"0,-1-1 0 0 0,0 0 0 0 0,0 1 0 0 0,-1 0 1 0 0,1 0-1 0 0,-1 0 0 0 0,-1 1 0 0 0,1 0 0 0 0,-1 0 0 0 0,0 1 1 0 0,0 0-1 0 0,0 0 0 0 0,0 0 0 0 0,-1 1 0 0 0,1 0 1 0 0,-1 1-1 0 0,0 0 0 0 0,0 0 0 0 0,0 0 0 0 0,0 1 1 0 0,0 0-1 0 0,-1 1 0 0 0,1 0 0 0 0,0 0 0 0 0,0 1 0 0 0,-10 1 1 0 0,2 1 199 0 0,1 1 0 0 0,-1 1 0 0 0,1 0 0 0 0,0 1 0 0 0,0 0 0 0 0,1 1 0 0 0,0 1 0 0 0,0 0 0 0 0,1 1 1 0 0,0 1-1 0 0,0 0 0 0 0,1 0 0 0 0,-12 15 0 0 0,7-7-411 0 0,1 2 1 0 0,2 0-1 0 0,0 0 1 0 0,1 2-1 0 0,0 0 1 0 0,2 0-1 0 0,1 1 1 0 0,1 0-1 0 0,1 1 1 0 0,1 0-1 0 0,1 0 1 0 0,1 0-1 0 0,1 1 1 0 0,1 0-1 0 0,1 28 1 0 0,1-25-2 0 0,2 1 0 0 0,2 0 0 0 0,0-1 0 0 0,14 52 0 0 0,-11-61-41 0 0,0 0 1 0 0,2-1-1 0 0,0 0 0 0 0,1 0 0 0 0,1-1 0 0 0,1 0 1 0 0,23 29-1 0 0,-8-17-150 0 0,2 0 0 0 0,0-2 1 0 0,2-1-1 0 0,1-2 0 0 0,55 35 1 0 0,-69-50 120 0 0,1 0 1 0 0,0-1 0 0 0,0 0-1 0 0,1-2 1 0 0,0 0 0 0 0,0-1-1 0 0,0-1 1 0 0,1-1 0 0 0,0 0-1 0 0,23-1 1 0 0,-31-3 120 0 0,0 1 1 0 0,1-2-1 0 0,-1 0 0 0 0,0 0 1 0 0,0-2-1 0 0,0 1 0 0 0,0-1 0 0 0,-1-1 1 0 0,1 0-1 0 0,-1 0 0 0 0,-1-2 1 0 0,1 1-1 0 0,-1-1 0 0 0,0 0 0 0 0,0-1 1 0 0,-1-1-1 0 0,11-11 0 0 0,-2-2 233 0 0,0-2-1 0 0,-2 0 1 0 0,0 0-1 0 0,-2-2 0 0 0,-1 0 1 0 0,-1 0-1 0 0,-1-1 1 0 0,-1-1-1 0 0,-2 0 0 0 0,-1 0 1 0 0,-1 0-1 0 0,-1-1 1 0 0,1-32-1 0 0,-4 31-90 0 0,-2 0-1 0 0,-1 0 0 0 0,-1 0 1 0 0,-2 0-1 0 0,-1 0 0 0 0,-1 0 1 0 0,-2 1-1 0 0,0 0 0 0 0,-2 1 1 0 0,-2 0-1 0 0,0 1 1 0 0,-27-43-1 0 0,29 55-123 0 0,-1 0 0 0 0,0 1 0 0 0,-1 0-1 0 0,-1 1 1 0 0,0 0 0 0 0,-1 1 0 0 0,0 1 0 0 0,-25-15 0 0 0,32 21-145 0 0,-1 1 0 0 0,0 0 1 0 0,-1 0-1 0 0,1 1 0 0 0,0 0 0 0 0,-1 1 1 0 0,0 0-1 0 0,0 0 0 0 0,1 1 0 0 0,-1 0 0 0 0,0 0 1 0 0,0 1-1 0 0,0 0 0 0 0,0 1 0 0 0,0 0 0 0 0,0 0 1 0 0,0 1-1 0 0,1 0 0 0 0,-13 5 0 0 0,2 1-952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0,'3'1'471'0'0,"1"0"0"0"0,-1 0 0 0 0,1-1 0 0 0,-1 1 0 0 0,1-1-1 0 0,0 1 1 0 0,0-1 0 0 0,5-1 0 0 0,-4 1-64 0 0,140 8-1165 0 0,-121-5-3153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6.7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9674 0 0,'41'-5'744'0'0,"-26"3"-2414"0"0,-1 0 0 0 0,0 2-1 0 0,20 1 1 0 0,-23 0 1078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7 10594 0 0,'-1'0'186'0'0,"0"-1"0"0"0,0 0 0 0 0,1 1 0 0 0,-1-1 0 0 0,0 1 0 0 0,0-1 0 0 0,0 1 0 0 0,0-1 0 0 0,1 1 0 0 0,-1 0 0 0 0,0-1 0 0 0,0 1-1 0 0,0 0 1 0 0,0 0 0 0 0,0 0 0 0 0,0 0 0 0 0,0 0 0 0 0,0 0 0 0 0,0 0 0 0 0,0 0 0 0 0,0 0 0 0 0,0 0 0 0 0,0 0 0 0 0,0 0 0 0 0,0 1 0 0 0,1-1 0 0 0,-1 0-1 0 0,0 1 1 0 0,0-1 0 0 0,0 1 0 0 0,0-1 0 0 0,1 1 0 0 0,-1-1 0 0 0,0 1 0 0 0,0 0 0 0 0,1-1 0 0 0,-1 1 0 0 0,0 0 0 0 0,1 0 0 0 0,-1 0 0 0 0,-2 3 116 0 0,0-1-1 0 0,1 1 1 0 0,-1-1 0 0 0,1 1 0 0 0,0 0 0 0 0,0 0 0 0 0,-2 8-1 0 0,0 6-100 0 0,1 0 0 0 0,1 0-1 0 0,0 1 1 0 0,1-1 0 0 0,1 1-1 0 0,1-1 1 0 0,5 30 0 0 0,5 6-523 0 0,22 65 0 0 0,-23-86-388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4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628 100 7370 0 0,'-6'-8'422'0'0,"0"0"0"0"0,-1 0 0 0 0,0 1 1 0 0,-1 0-1 0 0,0 0 0 0 0,0 0 0 0 0,0 1 1 0 0,-1 1-1 0 0,0-1 0 0 0,0 1 0 0 0,0 1 1 0 0,-1 0-1 0 0,0 0 0 0 0,0 1 1 0 0,0 0-1 0 0,0 0 0 0 0,0 2 0 0 0,0-1 1 0 0,0 1-1 0 0,-1 0 0 0 0,1 1 0 0 0,-1 0 1 0 0,1 1-1 0 0,0 0 0 0 0,-16 5 0 0 0,9-2-183 0 0,0 0-1 0 0,0 2 1 0 0,0 0-1 0 0,1 1 1 0 0,0 1-1 0 0,1 0 0 0 0,-1 1 1 0 0,2 1-1 0 0,-1 1 1 0 0,1 0-1 0 0,1 0 0 0 0,0 1 1 0 0,1 1-1 0 0,-16 20 1 0 0,11-8-191 0 0,0 0 0 0 0,2 2 1 0 0,0 0-1 0 0,2 0 0 0 0,1 1 1 0 0,2 1-1 0 0,0 0 1 0 0,-9 54-1 0 0,15-58-67 0 0,2 0 0 0 0,0 0 0 0 0,2 0 0 0 0,1 0 0 0 0,1 0 0 0 0,1 0 0 0 0,1 0 0 0 0,2 0 0 0 0,0-1-1 0 0,1 0 1 0 0,12 25 0 0 0,-10-27-111 0 0,1-2 1 0 0,1 0-1 0 0,1 0 0 0 0,1-1 0 0 0,20 24 0 0 0,-21-30 24 0 0,1-1 1 0 0,0 0 0 0 0,0-1-1 0 0,1 0 1 0 0,0-2-1 0 0,1 1 1 0 0,27 11-1 0 0,-8-5-27 0 0,0-2 1 0 0,1-1-1 0 0,0-2 0 0 0,1-2 0 0 0,0-1 0 0 0,61 5 0 0 0,-81-12 119 0 0,0-1 0 0 0,0 0 0 0 0,-1-1 0 0 0,1-1 0 0 0,0-1 0 0 0,-1 0 0 0 0,1-1 0 0 0,-1-1 0 0 0,0 0 0 0 0,-1-1 0 0 0,1 0 0 0 0,-1-1 0 0 0,0-1 0 0 0,-1 0 0 0 0,0-1 0 0 0,0-1-1 0 0,22-22 1 0 0,-21 17 179 0 0,-1-1 0 0 0,-1-1 0 0 0,-1 0 0 0 0,0 0 0 0 0,-2-1-1 0 0,0 0 1 0 0,-1-1 0 0 0,0 0 0 0 0,-2-1 0 0 0,0 1 0 0 0,-1-1-1 0 0,-1 0 1 0 0,-1-1 0 0 0,0-21 0 0 0,-1-31 246 0 0,-3-1 0 0 0,-16-110-1 0 0,16 176-403 0 0,-1-18 46 0 0,-2 1 0 0 0,-1 1 0 0 0,-1-1 0 0 0,-1 1 0 0 0,-10-24 0 0 0,12 37-33 0 0,-1 1 1 0 0,1-1-1 0 0,-2 1 1 0 0,1 0-1 0 0,-2 1 1 0 0,1 0-1 0 0,-1 0 1 0 0,0 0-1 0 0,-1 1 1 0 0,0 1-1 0 0,-1-1 1 0 0,-17-10-1 0 0,-4 1-1192 0 0,-53-20 1 0 0,63 28-6488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11522 0 0,'0'-2'184'0'0,"1"1"-1"0"0,-1 0 1 0 0,1 0-1 0 0,-1 0 1 0 0,1 0-1 0 0,-1 0 1 0 0,1 0-1 0 0,-1 0 1 0 0,1 0-1 0 0,0 0 1 0 0,0 0-1 0 0,0 0 1 0 0,-1 0-1 0 0,1 0 1 0 0,0 1-1 0 0,0-1 1 0 0,0 0-1 0 0,0 1 1 0 0,0-1-1 0 0,0 1 1 0 0,1-1-1 0 0,-1 1 1 0 0,0-1-1 0 0,0 1 1 0 0,2-1-1 0 0,30-5 780 0 0,-16 5-1299 0 0,1 2 0 0 0,-1 0 0 0 0,0 1 0 0 0,0 1 0 0 0,18 5 0 0 0,-27-7-128 0 0,8 3-821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4:47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11 14283 0 0,'-1'0'43'0'0,"1"0"0"0"0,0 0 0 0 0,0 0 0 0 0,-1 0 0 0 0,1 1 0 0 0,0-1 0 0 0,0 0 0 0 0,-1 0 0 0 0,1 0 0 0 0,0 0 0 0 0,0 0 0 0 0,-1 1 0 0 0,1-1 0 0 0,0 0 0 0 0,0 0 0 0 0,-1 0 0 0 0,1 1 0 0 0,0-1 0 0 0,0 0 0 0 0,0 0 0 0 0,0 1 0 0 0,-1-1 0 0 0,1 0 0 0 0,0 0 0 0 0,0 1 0 0 0,0-1 0 0 0,0 0 0 0 0,0 0 0 0 0,0 1 0 0 0,0-1 0 0 0,0 0 0 0 0,0 1 0 0 0,0-1 0 0 0,0 0 0 0 0,0 0 0 0 0,0 1 0 0 0,0-1 0 0 0,0 0 0 0 0,0 1 0 0 0,0-1 0 0 0,14 4 1194 0 0,18-6-65 0 0,57-14-691 0 0,-66 13-2598 0 0,44 0 0 0 0,-42 4-430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1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11979 0 0,'-2'1'218'0'0,"1"0"1"0"0,0 0 0 0 0,0-1 0 0 0,0 1 0 0 0,0 0-1 0 0,0 0 1 0 0,0 0 0 0 0,0 0 0 0 0,1 0 0 0 0,-1 0-1 0 0,0 0 1 0 0,0 1 0 0 0,1-1 0 0 0,-1 0 0 0 0,1 0-1 0 0,-1 1 1 0 0,1-1 0 0 0,-1 0 0 0 0,1 0 0 0 0,0 3-1 0 0,-8 31 581 0 0,2 8-329 0 0,3 1 0 0 0,1 0 0 0 0,2-1 0 0 0,11 80 0 0 0,0-54-285 0 0,3-1 0 0 0,30 86-1 0 0,-19-87-94 0 0,3-1 0 0 0,71 121 0 0 0,105 104 705 0 0,-177-256-479 0 0,1-2 1 0 0,2-1-1 0 0,45 36 1 0 0,-57-54-524 0 0,1-1 1 0 0,0 0-1 0 0,21 9 0 0 0,-23-14-1012 0 0,-1-2 1 0 0,1 0-1 0 0,0 0 1 0 0,27 4-1 0 0,-24-7-5522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2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100 182 5065 0 0,'-4'2'198'0'0,"0"0"0"0"0,0-1 0 0 0,0 1 1 0 0,0 1-1 0 0,0-1 0 0 0,0 1 0 0 0,1-1 0 0 0,0 1 0 0 0,-1 0 0 0 0,1 0 1 0 0,0 0-1 0 0,0 1 0 0 0,1-1 0 0 0,-1 1 0 0 0,1 0 0 0 0,0-1 0 0 0,0 1 1 0 0,0 0-1 0 0,0 0 0 0 0,1 0 0 0 0,-2 5 0 0 0,-3 9 70 0 0,1-1 0 0 0,1 1 0 0 0,-3 31 0 0 0,2-14-80 0 0,3-24 57 0 0,0 0 0 0 0,1 0 1 0 0,0 1-1 0 0,1-1 0 0 0,0 0 0 0 0,3 17 0 0 0,-3-28-200 0 0,0 0 1 0 0,1 0-1 0 0,-1 0 0 0 0,0 0 0 0 0,1 0 1 0 0,-1 1-1 0 0,0-1 0 0 0,0 0 1 0 0,1 0-1 0 0,-1 0 0 0 0,0-1 0 0 0,1 1 1 0 0,-1 0-1 0 0,0 0 0 0 0,1 0 0 0 0,-1 0 1 0 0,0 0-1 0 0,1 0 0 0 0,-1 0 1 0 0,0 0-1 0 0,0-1 0 0 0,1 1 0 0 0,-1 0 1 0 0,0 0-1 0 0,0 0 0 0 0,1-1 1 0 0,-1 1-1 0 0,0 0 0 0 0,0 0 0 0 0,0-1 1 0 0,1 1-1 0 0,-1 0 0 0 0,0 0 1 0 0,0-1-1 0 0,0 1 0 0 0,0 0 0 0 0,0-1 1 0 0,0 1-1 0 0,0 0 0 0 0,1 0 1 0 0,-1-1-1 0 0,0 1 0 0 0,9-15 877 0 0,7-23-65 0 0,-2 0 1 0 0,-1-1 0 0 0,-3-1 0 0 0,10-64 0 0 0,-9 44-579 0 0,18-58 0 0 0,-29 116-219 0 0,1 0 0 0 0,-1 0 0 0 0,1 1 0 0 0,0-1 0 0 0,-1 0-1 0 0,1 0 1 0 0,0 0 0 0 0,0 1 0 0 0,0-1 0 0 0,0 0 0 0 0,1 1-1 0 0,-1-1 1 0 0,0 1 0 0 0,2-2 0 0 0,-2 3-16 0 0,0 0-1 0 0,0 0 1 0 0,0 0 0 0 0,0 1-1 0 0,0-1 1 0 0,0 0-1 0 0,0 0 1 0 0,0 1 0 0 0,0-1-1 0 0,0 1 1 0 0,0-1 0 0 0,-1 1-1 0 0,1-1 1 0 0,0 1 0 0 0,0 0-1 0 0,-1-1 1 0 0,1 1 0 0 0,0 0-1 0 0,-1 0 1 0 0,1-1 0 0 0,-1 1-1 0 0,1 0 1 0 0,-1 0 0 0 0,1 0-1 0 0,-1 0 1 0 0,1 0-1 0 0,-1 0 1 0 0,0 0 0 0 0,1 1-1 0 0,27 46 117 0 0,2-1 0 0 0,3-1-1 0 0,1-2 1 0 0,3-1-1 0 0,62 57 1 0 0,-6-14-1882 0 0,-43-39-6002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2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75 7370 0 0,'-2'-13'596'0'0,"1"-1"1710"0"0,-1 1-1 0 0,-10-21 2144 0 0,12 34-4415 0 0,0 0 0 0 0,0 0 0 0 0,0 0 0 0 0,0 0 0 0 0,0 0 0 0 0,0 0 0 0 0,-5 11 958 0 0,-1 13-127 0 0,-11 98 633 0 0,-3 174 0 0 0,23-96-1621 0 0,9-118-2352 0 0,-9-67-2381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3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72 5065 0 0,'-1'-3'117'0'0,"0"-1"0"0"0,0 1 0 0 0,0 0 1 0 0,1 0-1 0 0,-1-1 0 0 0,1 1 0 0 0,0 0 0 0 0,0 0 0 0 0,0-1 0 0 0,1 1 0 0 0,-1 0 0 0 0,2-4 0 0 0,-1 5 27 0 0,-1 0 0 0 0,2 1-1 0 0,-1-1 1 0 0,0 1-1 0 0,0-1 1 0 0,0 1-1 0 0,1-1 1 0 0,-1 1-1 0 0,1 0 1 0 0,-1 0-1 0 0,1 0 1 0 0,-1 0-1 0 0,1 0 1 0 0,0 0-1 0 0,0 0 1 0 0,-1 0 0 0 0,1 1-1 0 0,0-1 1 0 0,0 1-1 0 0,0-1 1 0 0,0 1-1 0 0,3-1 1 0 0,0 1 10 0 0,-1 0 0 0 0,1 0 0 0 0,0 0 0 0 0,-1 1 1 0 0,1-1-1 0 0,0 1 0 0 0,-1 0 0 0 0,1 1 0 0 0,-1-1 0 0 0,1 1 1 0 0,-1 0-1 0 0,1 0 0 0 0,-1 0 0 0 0,0 0 0 0 0,0 1 1 0 0,0 0-1 0 0,-1 0 0 0 0,4 3 0 0 0,9 9 597 0 0,-1 0 1 0 0,22 29-1 0 0,-25-28-261 0 0,101 134 2374 0 0,-48-43-5036 0 0,-55-87-3712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3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1 142 13363 0 0,'0'-1'82'0'0,"0"0"0"0"0,0-1 0 0 0,0 1 0 0 0,0 0 0 0 0,0 0 0 0 0,0 0 0 0 0,1 0 0 0 0,-1 0 0 0 0,0 0 0 0 0,1 0 0 0 0,-1 0 0 0 0,1 0 0 0 0,-1 0 0 0 0,1 0 0 0 0,0 0 0 0 0,-1 0 0 0 0,1 1 0 0 0,0-1 0 0 0,0 0 0 0 0,-1 0 0 0 0,3-1 0 0 0,23-21 59 0 0,-19 18-23 0 0,8-7-421 0 0,0 0-1 0 0,2 1 1 0 0,23-13-1 0 0,-29 18-590 0 0,0 1 1 0 0,0 1-1 0 0,0 0 0 0 0,1 1 1 0 0,-1 0-1 0 0,24-2 0 0 0,-10 4 316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220 348 3681 0 0,'-15'-18'2349'0'0,"-14"-5"5450"0"0,28 22-7468 0 0,0 0 0 0 0,0 1-1 0 0,0-1 1 0 0,0 1 0 0 0,0 0 0 0 0,0-1 0 0 0,0 1 0 0 0,0 0 0 0 0,-1-1 0 0 0,1 1 0 0 0,0 0 0 0 0,0 0-1 0 0,0 0 1 0 0,0 0 0 0 0,-1 0 0 0 0,1 1 0 0 0,0-1 0 0 0,-2 1 0 0 0,2-1-215 0 0,0 1 0 0 0,-1 0 0 0 0,1 0 0 0 0,0 0 0 0 0,0 0 1 0 0,-1 0-1 0 0,1 1 0 0 0,0-1 0 0 0,0 0 0 0 0,0 1 0 0 0,1-1 0 0 0,-1 0 0 0 0,0 1 1 0 0,0-1-1 0 0,1 1 0 0 0,-1-1 0 0 0,0 3 0 0 0,4 0 16 0 0,-13-8-125 0 0,8 2-7 0 0,0 1 0 0 0,1 0 0 0 0,-1 0 0 0 0,0 0 0 0 0,0 0 0 0 0,0 0 0 0 0,0 0 1 0 0,0 1-1 0 0,0-1 0 0 0,0 0 0 0 0,0 1 0 0 0,-1 0 0 0 0,1 0 0 0 0,0-1 0 0 0,0 1 1 0 0,0 1-1 0 0,0-1 0 0 0,0 0 0 0 0,-1 0 0 0 0,1 1 0 0 0,0-1 0 0 0,0 1 0 0 0,0 0 0 0 0,0-1 1 0 0,0 1-1 0 0,0 0 0 0 0,0 0 0 0 0,1 1 0 0 0,-1-1 0 0 0,0 0 0 0 0,0 0 0 0 0,1 1 0 0 0,-1-1 1 0 0,1 1-1 0 0,-2 2 0 0 0,-4 4-4 0 0,1-1 1 0 0,0 1 0 0 0,1 1 0 0 0,0-1-1 0 0,0 1 1 0 0,1 0 0 0 0,0 0-1 0 0,0 0 1 0 0,1 0 0 0 0,-3 16-1 0 0,6-20 2 0 0,-1 1-1 0 0,1-1 1 0 0,0 1-1 0 0,0 0 1 0 0,1-1 0 0 0,-1 1-1 0 0,1-1 1 0 0,0 1-1 0 0,1-1 1 0 0,0 0-1 0 0,-1 1 1 0 0,2-1-1 0 0,-1 0 1 0 0,0 0-1 0 0,1 0 1 0 0,0-1 0 0 0,0 1-1 0 0,1-1 1 0 0,-1 1-1 0 0,6 4 1 0 0,-6-7-20 0 0,-1 1-1 0 0,0-1 1 0 0,1 0 0 0 0,0 0 0 0 0,-1 0 0 0 0,1 0 0 0 0,0-1 0 0 0,0 1-1 0 0,0-1 1 0 0,0 0 0 0 0,0 1 0 0 0,0-1 0 0 0,0-1 0 0 0,0 1 0 0 0,1 0 0 0 0,-1-1-1 0 0,0 0 1 0 0,0 1 0 0 0,1-1 0 0 0,-1-1 0 0 0,0 1 0 0 0,0 0 0 0 0,1-1-1 0 0,-1 0 1 0 0,0 1 0 0 0,0-1 0 0 0,0-1 0 0 0,0 1 0 0 0,0 0 0 0 0,0-1-1 0 0,0 1 1 0 0,0-1 0 0 0,-1 0 0 0 0,1 0 0 0 0,0 0 0 0 0,-1 0 0 0 0,4-4-1 0 0,1-2-551 0 0,1-1-1 0 0,-1 1 0 0 0,0-1 1 0 0,0-1-1 0 0,-1 1 0 0 0,-1-1 1 0 0,1 0-1 0 0,-2 0 0 0 0,7-19 1 0 0,-7 11 67 0 0,-2-1 1 0 0,0 1 0 0 0,-1-1 0 0 0,0 1-1 0 0,-2-1 1 0 0,0 1 0 0 0,-1-1 0 0 0,-5-21 0 0 0,2 9 643 0 0,-2-51 1 0 0,12 48 91 0 0,-3 30-428 0 0,-1 0 0 0 0,0 0 0 0 0,0 0 0 0 0,0-1-1 0 0,-1 1 1 0 0,0 0 0 0 0,1 0 0 0 0,-1 0 0 0 0,-1-1 0 0 0,1 1-1 0 0,-1 0 1 0 0,1 0 0 0 0,-1 0 0 0 0,-12-18 8549 0 0,-6 4-7277 0 0,5 5 1221 0 0,14 13-2232 0 0,-1 0 1 0 0,1 0-1 0 0,0 1 0 0 0,-1-1 1 0 0,1 0-1 0 0,0 1 0 0 0,0-1 1 0 0,-1 1-1 0 0,1-1 1 0 0,0 0-1 0 0,0 1 0 0 0,0-1 1 0 0,0 1-1 0 0,-1-1 1 0 0,1 0-1 0 0,0 1 0 0 0,0-1 1 0 0,0 1-1 0 0,0-1 1 0 0,0 1-1 0 0,0-1 0 0 0,0 1 1 0 0,0-1-1 0 0,0 0 0 0 0,0 1 1 0 0,1-1-1 0 0,-1 1 1 0 0,0-1-1 0 0,0 0 0 0 0,0 1 1 0 0,0-1-1 0 0,1 1 1 0 0,-1-1-1 0 0,4 24 71 0 0,56 208 607 0 0,-46-193-1175 0 0,1-1 1 0 0,1 0-1 0 0,41 64 1 0 0,-33-65-7377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6449 0 0,'0'0'499'0'0,"2"0"-61"0"0,1 0-1 0 0,-1 0 1 0 0,1 1-1 0 0,-1-1 1 0 0,1 1 0 0 0,-1 0-1 0 0,1-1 1 0 0,-1 1-1 0 0,3 1 1 0 0,4 3 42 0 0,0 0 1 0 0,-1 1-1 0 0,0 0 0 0 0,0 0 1 0 0,0 1-1 0 0,0 0 1 0 0,-1 0-1 0 0,-1 1 0 0 0,1-1 1 0 0,-1 2-1 0 0,0-1 1 0 0,-1 1-1 0 0,0-1 0 0 0,6 17 1 0 0,-3-6 38 0 0,0 1-1 0 0,-2 1 1 0 0,-1-1 0 0 0,0 1-1 0 0,3 42 1 0 0,-7-55-576 0 0,-1 0-1 0 0,0 0 1 0 0,0 0 0 0 0,-1 0-1 0 0,0 0 1 0 0,0 0 0 0 0,-1 0-1 0 0,0 0 1 0 0,-1 0 0 0 0,1-1-1 0 0,-2 1 1 0 0,1-1-1 0 0,-1 0 1 0 0,0 0 0 0 0,0 0-1 0 0,-10 12 1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58 12443 0 0,'15'-39'1742'0'0,"-15"38"-1594"0"0,1 0 0 0 0,-1 0 0 0 0,1 0 0 0 0,0-1 0 0 0,0 1 1 0 0,-1 0-1 0 0,1 0 0 0 0,0 0 0 0 0,0 1 0 0 0,0-1 0 0 0,0 0 1 0 0,0 0-1 0 0,0 0 0 0 0,0 1 0 0 0,0-1 0 0 0,1 1 0 0 0,-1-1 0 0 0,0 1 1 0 0,0-1-1 0 0,0 1 0 0 0,1-1 0 0 0,-1 1 0 0 0,0 0 0 0 0,0 0 1 0 0,1 0-1 0 0,-1 0 0 0 0,0 0 0 0 0,1 0 0 0 0,1 0 0 0 0,-2 1-70 0 0,1 0 0 0 0,-1 0 0 0 0,0-1 0 0 0,0 1 0 0 0,0 0 1 0 0,0 0-1 0 0,0 0 0 0 0,0 0 0 0 0,-1 0 0 0 0,1 0 0 0 0,0 0 0 0 0,0 0 0 0 0,-1 1 0 0 0,1-1 0 0 0,-1 0 0 0 0,1 0 0 0 0,0 2 0 0 0,8 29-601 0 0,-4-16-113 0 0,-2-7 470 0 0,1-1 0 0 0,0 0 1 0 0,10 14-1 0 0,-3-8 166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4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42 1464 0 0,'-1'3'82'0'0,"0"0"-1"0"0,1 0 1 0 0,-1 0 0 0 0,0 0-1 0 0,1 0 1 0 0,0 0-1 0 0,0 0 1 0 0,0 0-1 0 0,0 0 1 0 0,1 0 0 0 0,-1 0-1 0 0,1 0 1 0 0,-1 0-1 0 0,3 5 1 0 0,-1 2 268 0 0,-1-2 95 0 0,2 10 431 0 0,1 1 0 0 0,8 21-1 0 0,-11-36-579 0 0,0-1-1 0 0,0 0 0 0 0,0 0 1 0 0,0 0-1 0 0,1 0 1 0 0,0 0-1 0 0,0 0 1 0 0,0 0-1 0 0,0 0 0 0 0,0-1 1 0 0,0 1-1 0 0,0-1 1 0 0,1 1-1 0 0,0-1 0 0 0,-1 0 1 0 0,1 0-1 0 0,0 0 1 0 0,0-1-1 0 0,6 4 1 0 0,-8-5-186 0 0,0 0 0 0 0,1 0 0 0 0,-1 1 1 0 0,0-1-1 0 0,1 0 0 0 0,-1 0 1 0 0,1 0-1 0 0,-1 0 0 0 0,0-1 1 0 0,1 1-1 0 0,-1 0 0 0 0,0 0 0 0 0,1-1 1 0 0,-1 1-1 0 0,0-1 0 0 0,0 1 1 0 0,1-1-1 0 0,-1 0 0 0 0,0 0 0 0 0,0 1 1 0 0,0-1-1 0 0,1-1 0 0 0,1-1 18 0 0,-1 1-1 0 0,0-1 0 0 0,0 0 1 0 0,0 0-1 0 0,0 0 1 0 0,-1 0-1 0 0,1 0 0 0 0,1-5 1 0 0,1-6 97 0 0,-1 1 0 0 0,0-1 1 0 0,1-16-1 0 0,-4 29-216 0 0,1-23 317 0 0,5-35 483 0 0,-6 56-747 0 0,1 0 1 0 0,-1 0-1 0 0,1 0 1 0 0,0 1-1 0 0,0-1 1 0 0,0 0-1 0 0,0 1 1 0 0,1-1-1 0 0,-1 1 1 0 0,1-1-1 0 0,-1 1 1 0 0,1 0-1 0 0,0-1 1 0 0,0 1-1 0 0,0 0 1 0 0,3-2-1 0 0,-5 4-49 0 0,1 0 0 0 0,0-1 0 0 0,0 1 0 0 0,-1 0 0 0 0,1-1 0 0 0,0 1 0 0 0,0 0 0 0 0,0 0 0 0 0,0 0 0 0 0,-1 0 0 0 0,1 0 0 0 0,0 0-1 0 0,0 0 1 0 0,0 0 0 0 0,0 0 0 0 0,-1 0 0 0 0,1 0 0 0 0,0 0 0 0 0,0 1 0 0 0,0-1 0 0 0,0 0 0 0 0,-1 1 0 0 0,1-1 0 0 0,0 0 0 0 0,0 1 0 0 0,-1-1-1 0 0,1 1 1 0 0,0-1 0 0 0,-1 1 0 0 0,1 0 0 0 0,-1-1 0 0 0,1 1 0 0 0,-1 0 0 0 0,2 0 0 0 0,18 34-202 0 0,-9-14-1800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35 5529 0 0,'0'-2'188'0'0,"0"1"-1"0"0,0-1 1 0 0,-1 0-1 0 0,1 1 1 0 0,0-1-1 0 0,-1 0 1 0 0,0 1-1 0 0,1-1 1 0 0,-1 1-1 0 0,0-1 1 0 0,1 1-1 0 0,-1-1 1 0 0,0 1-1 0 0,0 0 1 0 0,0-1-1 0 0,-1 1 1 0 0,1 0-1 0 0,0 0 1 0 0,0-1-1 0 0,-1 1 1 0 0,1 0-1 0 0,-3-1 1 0 0,3 2-20 0 0,0 0 0 0 0,-1 0 0 0 0,1 0 1 0 0,-1 0-1 0 0,1 0 0 0 0,-1 0 0 0 0,1 0 0 0 0,0 1 1 0 0,-1-1-1 0 0,1 0 0 0 0,-1 1 0 0 0,1-1 0 0 0,0 1 0 0 0,-1 0 1 0 0,1-1-1 0 0,0 1 0 0 0,0 0 0 0 0,0 0 0 0 0,-1 0 1 0 0,1 0-1 0 0,0 0 0 0 0,0 0 0 0 0,0 0 0 0 0,1 0 1 0 0,-1 0-1 0 0,0 0 0 0 0,-1 2 0 0 0,-2 2-76 0 0,0 1 1 0 0,1 0-1 0 0,0 0 0 0 0,-1 0 0 0 0,2 0 1 0 0,-1 0-1 0 0,1 1 0 0 0,0-1 0 0 0,0 1 1 0 0,1 0-1 0 0,0-1 0 0 0,0 1 0 0 0,1 0 1 0 0,-1 0-1 0 0,2 13 0 0 0,0-16-82 0 0,0 1-1 0 0,0-1 1 0 0,0 1 0 0 0,1-1-1 0 0,0 1 1 0 0,-1-1 0 0 0,2 0-1 0 0,-1 0 1 0 0,0 0-1 0 0,1 0 1 0 0,-1 0 0 0 0,1-1-1 0 0,0 1 1 0 0,1-1-1 0 0,-1 1 1 0 0,0-1 0 0 0,1 0-1 0 0,0-1 1 0 0,0 1-1 0 0,0-1 1 0 0,0 1 0 0 0,0-1-1 0 0,0-1 1 0 0,5 3-1 0 0,32 4 255 0 0,-35-8-234 0 0,-1 1-1 0 0,1 0 1 0 0,-1 0 0 0 0,1 0-1 0 0,-1 0 1 0 0,0 1-1 0 0,1 0 1 0 0,-1 0 0 0 0,0 1-1 0 0,8 4 1 0 0,-12-6-29 0 0,0 1 1 0 0,0-1-1 0 0,0 0 0 0 0,0 0 1 0 0,-1 0-1 0 0,1 1 0 0 0,0-1 1 0 0,-1 0-1 0 0,1 0 0 0 0,-1 1 0 0 0,0-1 1 0 0,1 1-1 0 0,-1-1 0 0 0,0 0 1 0 0,0 1-1 0 0,0-1 0 0 0,0 1 1 0 0,0-1-1 0 0,0 1 0 0 0,0-1 1 0 0,0 0-1 0 0,-1 3 0 0 0,-12 30-335 0 0,13-34 331 0 0,-8 16-336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13363 0 0,'4'-11'596'0'0,"8"-13"402"0"0,-11 25-725 0 0,0-1 0 0 0,0 1 1 0 0,0-1-1 0 0,0 1 1 0 0,0 0-1 0 0,0 0 1 0 0,0-1-1 0 0,0 1 1 0 0,0 0-1 0 0,0 0 1 0 0,0 0-1 0 0,0 0 1 0 0,0 0-1 0 0,-1 0 1 0 0,1 0-1 0 0,0 2 1 0 0,8 18 365 0 0,-2-1 1 0 0,-1 1-1 0 0,0 0 1 0 0,4 41 0 0 0,3 11-198 0 0,-3-31-352 0 0,2-1-1 0 0,27 61 1 0 0,0-29-2370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58 143 8290 0 0,'-6'-1'270'0'0,"1"1"0"0"0,-1-1 0 0 0,1-1 1 0 0,-1 1-1 0 0,1-1 0 0 0,-8-3 0 0 0,12 4-144 0 0,0 1 0 0 0,0 0 0 0 0,1-1 0 0 0,-1 1 0 0 0,0-1 0 0 0,1 1 0 0 0,-1-1 0 0 0,0 1 0 0 0,1-1 0 0 0,-1 0 0 0 0,1 1-1 0 0,-1-1 1 0 0,1 0 0 0 0,-1 1 0 0 0,1-1 0 0 0,0 0 0 0 0,-1 1 0 0 0,1-1 0 0 0,0 0 0 0 0,0 0 0 0 0,-1-1 0 0 0,1 1 1 0 0,1 0 0 0 0,-1-1 0 0 0,0 1 0 0 0,1 0 0 0 0,-1 0 0 0 0,1 0 0 0 0,-1 0 0 0 0,1 0 0 0 0,0 0 0 0 0,0 0 0 0 0,-1 0 0 0 0,1 0 0 0 0,0 0-1 0 0,0 0 1 0 0,0 0 0 0 0,0 0 0 0 0,0 0 0 0 0,0 1 0 0 0,1-2 0 0 0,9-5-72 0 0,0 0 0 0 0,0 1 0 0 0,0 0-1 0 0,17-5 1 0 0,7-1-3369 0 0,50-8-1 0 0,3-1 2639 0 0,-74 17 610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5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1840 0 0,'-2'8'6180'0'0,"-4"13"-2720"0"0,5-13-2527 0 0,0-1 1 0 0,1 1-1 0 0,0 0 1 0 0,0 0-1 0 0,1-1 1 0 0,0 1-1 0 0,4 12 0 0 0,20 52 1713 0 0,-17-53-2486 0 0,-1 0 0 0 0,6 26 0 0 0,-12-44-257 0 0,-1-1 1 0 0,0 1-1 0 0,0-1 1 0 0,0 0-1 0 0,0 1 1 0 0,0-1-1 0 0,0 1 1 0 0,0-1-1 0 0,0 0 1 0 0,0 1-1 0 0,0-1 1 0 0,0 1-1 0 0,0-1 1 0 0,0 0-1 0 0,0 1 1 0 0,0-1-1 0 0,0 1 1 0 0,-1-1-1 0 0,1 0 1 0 0,0 1-1 0 0,0-1 1 0 0,0 0-1 0 0,0 1 1 0 0,-1-1-1 0 0,1 0 1 0 0,0 1-1 0 0,-1-1 1 0 0,1 0-1 0 0,0 0 1 0 0,0 1-1 0 0,-1-1 1 0 0,1 0 0 0 0,-1 1-1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5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19 7834 0 0,'-13'-19'1908'0'0,"10"32"1109"0"0,8 18-1829 0 0,-1-14-4085 0 0,0-2 1766 0 0,-1 0 726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99 456 0 0,'4'0'179'0'0,"1"0"0"0"0,-1 0 1 0 0,0 0-1 0 0,0 0 0 0 0,0 1 0 0 0,0 0 0 0 0,0 0 1 0 0,0 0-1 0 0,0 0 0 0 0,0 0 0 0 0,0 1 0 0 0,-1 0 1 0 0,1 0-1 0 0,0 0 0 0 0,-1 0 0 0 0,0 1 0 0 0,1-1 1 0 0,-1 1-1 0 0,0 0 0 0 0,0 0 0 0 0,-1 0 0 0 0,1 0 1 0 0,4 7-1 0 0,-3-5 433 0 0,-1 0 0 0 0,1 1 0 0 0,-1-1 0 0 0,0 1 0 0 0,-1 0 0 0 0,1 0 0 0 0,-1 0 0 0 0,0 0 0 0 0,-1 1 0 0 0,1-1 0 0 0,-1 0 1 0 0,-1 1-1 0 0,1-1 0 0 0,-1 0 0 0 0,0 8 0 0 0,-4-71-189 0 0,5 43-238 0 0,0 1 1 0 0,2 0-1 0 0,-1 1 1 0 0,2-1-1 0 0,0 0 1 0 0,0 1 0 0 0,1 0-1 0 0,0 0 1 0 0,2 0-1 0 0,-1 1 1 0 0,1-1-1 0 0,10-11 1 0 0,-15 21-176 0 0,-1 1 0 0 0,1-1 1 0 0,-1 1-1 0 0,1-1 0 0 0,-1 1 0 0 0,1 0 0 0 0,0 0 0 0 0,0-1 1 0 0,0 1-1 0 0,0 1 0 0 0,0-1 0 0 0,0 0 0 0 0,0 0 0 0 0,0 1 1 0 0,3-1-1 0 0,-3 1 17 0 0,-1 0 0 0 0,1 0 0 0 0,-1 0-1 0 0,1 0 1 0 0,-1 1 0 0 0,1-1 0 0 0,-1 1 0 0 0,1-1 0 0 0,-1 1 0 0 0,0-1 0 0 0,1 1 0 0 0,-1 0 0 0 0,0 0 0 0 0,1 0 0 0 0,-1 0 0 0 0,2 2 0 0 0,3 3-189 0 0,-1 1 0 0 0,0 1 1 0 0,0-1-1 0 0,-1 1 1 0 0,7 15-1 0 0,-6-12-655 0 0,4 7-5048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6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0 106 2761 0 0,'3'-9'1200'0'0,"0"-1"1"0"0,-1 0 0 0 0,2-17-1 0 0,4-16 980 0 0,-7 54-2260 0 0,0 1-1 0 0,1-1 1 0 0,0 0 0 0 0,1 1-1 0 0,5 11 1 0 0,-7-22 111 0 0,-1 1 0 0 0,1-1 0 0 0,-1 1 0 0 0,1-1 0 0 0,0 1 0 0 0,0-1 0 0 0,0 0-1 0 0,0 1 1 0 0,0-1 0 0 0,0 0 0 0 0,0 0 0 0 0,0 0 0 0 0,0 0 0 0 0,1 0 0 0 0,-1 0 0 0 0,0 0 0 0 0,1 0 0 0 0,-1 0 0 0 0,1-1 0 0 0,-1 1 0 0 0,1-1 0 0 0,-1 1 0 0 0,1-1 0 0 0,-1 1 0 0 0,1-1 0 0 0,0 0 0 0 0,-1 0 0 0 0,4 0 0 0 0,-3-1 6 0 0,0 0 0 0 0,0 0 0 0 0,1 0 0 0 0,-1 0-1 0 0,0 0 1 0 0,-1-1 0 0 0,1 1 0 0 0,0-1 0 0 0,0 0 0 0 0,-1 0 0 0 0,1 1 0 0 0,-1-1-1 0 0,1 0 1 0 0,-1 0 0 0 0,0 0 0 0 0,0-1 0 0 0,0 1 0 0 0,2-4 0 0 0,0-2 469 0 0,1-1 1 0 0,0 1 0 0 0,1 0 0 0 0,0 0 0 0 0,11-13 0 0 0,-15 20-424 0 0,0-1 0 0 0,0 1 0 0 0,0 0 0 0 0,1 0 0 0 0,-1 0 0 0 0,0 0-1 0 0,1 0 1 0 0,-1 0 0 0 0,1 0 0 0 0,-1 0 0 0 0,1 1 0 0 0,-1-1 0 0 0,1 0 0 0 0,0 1 0 0 0,-1 0 0 0 0,1-1 0 0 0,0 1 0 0 0,-1 0 0 0 0,1 0 0 0 0,0 0 0 0 0,0 0 0 0 0,-1 0 0 0 0,1 0 0 0 0,0 0 0 0 0,-1 1 0 0 0,1-1 0 0 0,0 0 0 0 0,-1 1 0 0 0,1 0 0 0 0,0-1 0 0 0,-1 1 0 0 0,1 0 0 0 0,-1 0 0 0 0,1 0 0 0 0,-1 0 0 0 0,0 0 0 0 0,1 0 0 0 0,-1 0 0 0 0,2 3 0 0 0,3 2 68 0 0,0 2 1 0 0,-1-1-1 0 0,0 0 1 0 0,0 1 0 0 0,-1 0-1 0 0,0 0 1 0 0,0 1-1 0 0,-1-1 1 0 0,0 1 0 0 0,4 17-1 0 0,-1 4 90 0 0,3 59 0 0 0,-8-50-218 0 0,-1 0-1 0 0,-2-1 0 0 0,-2 1 1 0 0,-1-1-1 0 0,-17 60 0 0 0,13-72-881 0 0,0 0 0 0 0,-19 37 0 0 0,8-28-5305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22 12443 0 0,'0'-2'105'0'0,"0"1"1"0"0,-1 0-1 0 0,1 0 1 0 0,0 0-1 0 0,-1 0 1 0 0,0 0-1 0 0,1 0 1 0 0,-1 0-1 0 0,0 0 1 0 0,1 0-1 0 0,-1 0 1 0 0,0 0-1 0 0,0 0 1 0 0,0 1-1 0 0,0-1 1 0 0,0 0-1 0 0,0 1 1 0 0,0-1-1 0 0,0 0 1 0 0,0 1-1 0 0,0-1 1 0 0,0 1-1 0 0,0 0 1 0 0,0-1 0 0 0,0 1-1 0 0,0 0 1 0 0,-1 0-1 0 0,1-1 1 0 0,0 1-1 0 0,0 0 1 0 0,0 0-1 0 0,0 0 1 0 0,-1 1-1 0 0,1-1 1 0 0,0 0-1 0 0,0 0 1 0 0,0 1-1 0 0,0-1 1 0 0,-1 0-1 0 0,1 1 1 0 0,0-1-1 0 0,0 1 1 0 0,0 0-1 0 0,0-1 1 0 0,0 1-1 0 0,0 0 1 0 0,1 0-1 0 0,-1-1 1 0 0,0 1-1 0 0,0 0 1 0 0,0 0-1 0 0,1 0 1 0 0,-1 0-1 0 0,0 0 1 0 0,1 0-1 0 0,-1 0 1 0 0,1 0-1 0 0,-1 2 1 0 0,-4 10 97 0 0,0 1 0 0 0,1-1 0 0 0,1 1-1 0 0,0 0 1 0 0,1 0 0 0 0,0 29 0 0 0,2-8 210 0 0,8 59 0 0 0,-5-79-332 0 0,0-1-1 0 0,0 1 1 0 0,2 0 0 0 0,10 24-1 0 0,-14-35-73 0 0,0-1-1 0 0,1 0 0 0 0,-1 0 0 0 0,1 1 0 0 0,0-1 0 0 0,0 0 0 0 0,0 0 0 0 0,0-1 1 0 0,1 1-1 0 0,-1 0 0 0 0,1-1 0 0 0,0 1 0 0 0,0-1 0 0 0,-1 0 0 0 0,1 0 0 0 0,1 0 0 0 0,-1 0 1 0 0,0-1-1 0 0,0 1 0 0 0,1-1 0 0 0,-1 0 0 0 0,1 0 0 0 0,-1 0 0 0 0,1-1 0 0 0,5 2 1 0 0,-6-3-23 0 0,0 0 1 0 0,0 1-1 0 0,-1-1 1 0 0,1 0-1 0 0,0 0 1 0 0,-1-1-1 0 0,1 1 0 0 0,-1 0 1 0 0,1-1-1 0 0,-1 0 1 0 0,0 1-1 0 0,1-1 1 0 0,-1 0-1 0 0,0 0 1 0 0,0 0-1 0 0,-1 0 1 0 0,1-1-1 0 0,0 1 1 0 0,-1-1-1 0 0,1 1 1 0 0,-1-1-1 0 0,0 1 1 0 0,2-5-1 0 0,3-8-145 0 0,-1 0-1 0 0,6-31 1 0 0,-8 33 80 0 0,10-75-490 0 0,-11 65 376 0 0,1 0 0 0 0,1 0 0 0 0,9-28 0 0 0,-13 50 194 0 0,0 0 1 0 0,1 1-1 0 0,-1-1 1 0 0,0 1-1 0 0,0-1 0 0 0,1 1 1 0 0,-1-1-1 0 0,0 1 1 0 0,1-1-1 0 0,-1 1 0 0 0,0-1 1 0 0,1 1-1 0 0,-1-1 1 0 0,1 1-1 0 0,-1-1 0 0 0,1 1 1 0 0,-1 0-1 0 0,1-1 1 0 0,-1 1-1 0 0,1 0 0 0 0,0 0 1 0 0,-1-1-1 0 0,1 1 1 0 0,-1 0-1 0 0,1 0 0 0 0,0 0 1 0 0,-1 0-1 0 0,1-1 1 0 0,-1 1-1 0 0,1 0 0 0 0,0 0 1 0 0,-1 0-1 0 0,1 1 1 0 0,-1-1-1 0 0,1 0 0 0 0,0 0 1 0 0,-1 0-1 0 0,1 0 0 0 0,-1 1 1 0 0,1-1-1 0 0,0 0 1 0 0,-1 0-1 0 0,1 1 0 0 0,-1-1 1 0 0,1 0-1 0 0,-1 1 1 0 0,1-1-1 0 0,-1 1 0 0 0,1-1 1 0 0,-1 0-1 0 0,0 1 1 0 0,1-1-1 0 0,-1 2 0 0 0,30 32 372 0 0,-22-25-166 0 0,-3-2 11 0 0,2-1 0 0 0,-1 1 0 0 0,1-2 0 0 0,-1 1 0 0 0,2-1 0 0 0,-1 0 0 0 0,1 0 0 0 0,-1-1 0 0 0,15 6 0 0 0,-19-9-184 0 0,0 0 0 0 0,0 0-1 0 0,0-1 1 0 0,0 1 0 0 0,0-1-1 0 0,0 0 1 0 0,0 0 0 0 0,0 0 0 0 0,0 0-1 0 0,0-1 1 0 0,0 1 0 0 0,0-1 0 0 0,0 0-1 0 0,0 1 1 0 0,0-1 0 0 0,-1-1 0 0 0,1 1-1 0 0,0 0 1 0 0,-1-1 0 0 0,1 1-1 0 0,-1-1 1 0 0,1 0 0 0 0,-1 0 0 0 0,0 0-1 0 0,1 0 1 0 0,-1 0 0 0 0,0 0 0 0 0,-1-1-1 0 0,1 1 1 0 0,0-1 0 0 0,-1 1-1 0 0,3-5 1 0 0,-1 0-42 0 0,1 0-1 0 0,-1 0 0 0 0,-1 0 1 0 0,1-1-1 0 0,-1 1 1 0 0,0-1-1 0 0,-1 0 0 0 0,1-12 1 0 0,-1-16-6199 0 0,-2 12-935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4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1840 0 0,'7'-2'704'0'0,"1"0"0"0"0,-1-1 0 0 0,0 0 0 0 0,0-1 0 0 0,0 1 0 0 0,-1-1-1 0 0,1-1 1 0 0,-1 1 0 0 0,0-1 0 0 0,0 0 0 0 0,7-9 0 0 0,-10 12-478 0 0,-1-1 1 0 0,1 0-1 0 0,-1 0 1 0 0,0 0-1 0 0,0 0 1 0 0,0 0 0 0 0,0 0-1 0 0,0-1 1 0 0,-1 1-1 0 0,0 0 1 0 0,0-1-1 0 0,0 0 1 0 0,0 1-1 0 0,0-1 1 0 0,0 1-1 0 0,-1-1 1 0 0,0 0 0 0 0,0 0-1 0 0,0 1 1 0 0,0-1-1 0 0,-1 0 1 0 0,1 1-1 0 0,-1-1 1 0 0,0 0-1 0 0,0 1 1 0 0,-2-5 0 0 0,3 7-154 0 0,-1 0 1 0 0,1 1-1 0 0,0-1 1 0 0,0 1-1 0 0,-1-1 1 0 0,1 0-1 0 0,-1 1 1 0 0,1-1-1 0 0,0 1 1 0 0,-1-1-1 0 0,1 1 1 0 0,-1-1-1 0 0,1 1 1 0 0,-1-1 0 0 0,0 1-1 0 0,1 0 1 0 0,-1-1-1 0 0,1 1 1 0 0,-1 0-1 0 0,0-1 1 0 0,1 1-1 0 0,-1 0 1 0 0,0 0-1 0 0,1 0 1 0 0,-1 0-1 0 0,0 0 1 0 0,1-1-1 0 0,-1 1 1 0 0,0 0 0 0 0,1 0-1 0 0,-2 1 1 0 0,0-1 50 0 0,0 1 0 0 0,0 0 1 0 0,0 0-1 0 0,1 0 0 0 0,-1 0 1 0 0,0 0-1 0 0,1 0 0 0 0,-1 1 0 0 0,1-1 1 0 0,-1 1-1 0 0,0 1 0 0 0,-3 2 50 0 0,1 0-1 0 0,0 1 0 0 0,1 0 0 0 0,-1-1 0 0 0,1 1 0 0 0,-3 7 1 0 0,5-8-162 0 0,0-1 1 0 0,0 0 0 0 0,0 1-1 0 0,1-1 1 0 0,-1 1 0 0 0,1-1-1 0 0,0 0 1 0 0,0 1 0 0 0,1-1 0 0 0,-1 1-1 0 0,1-1 1 0 0,0 1 0 0 0,0-1-1 0 0,1 0 1 0 0,-1 0 0 0 0,1 0-1 0 0,0 1 1 0 0,0-2 0 0 0,0 1 0 0 0,1 0-1 0 0,-1 0 1 0 0,1-1 0 0 0,0 1-1 0 0,0-1 1 0 0,0 0 0 0 0,0 0-1 0 0,1 0 1 0 0,-1 0 0 0 0,1-1-1 0 0,5 4 1 0 0,-3-4-29 0 0,-1 1-1 0 0,0-1 1 0 0,1 0 0 0 0,0 0-1 0 0,-1-1 1 0 0,1 1-1 0 0,0-1 1 0 0,0-1-1 0 0,0 1 1 0 0,0-1 0 0 0,-1 0-1 0 0,1 0 1 0 0,0-1-1 0 0,0 1 1 0 0,0-1 0 0 0,0-1-1 0 0,-1 1 1 0 0,1-1-1 0 0,0 0 1 0 0,-1 0-1 0 0,0-1 1 0 0,9-5 0 0 0,-1-2-274 0 0,-1-1 0 0 0,0 0 0 0 0,0-1 1 0 0,-1 0-1 0 0,-1-1 0 0 0,0 0 0 0 0,10-20 1 0 0,32-39-90 0 0,-51 71 426 0 0,-1 1-1 0 0,0 0 1 0 0,1 0-1 0 0,-1-1 1 0 0,1 1-1 0 0,-1 0 1 0 0,1 0-1 0 0,-1 0 1 0 0,1-1-1 0 0,-1 1 1 0 0,1 0-1 0 0,-1 0 1 0 0,1 0-1 0 0,-1 0 1 0 0,1 0-1 0 0,-1 0 1 0 0,0 0-1 0 0,1 0 1 0 0,-1 0-1 0 0,1 0 1 0 0,-1 0-1 0 0,1 0 1 0 0,-1 1-1 0 0,1-1 1 0 0,-1 0-1 0 0,1 0 1 0 0,-1 0-1 0 0,1 1 1 0 0,-1-1-1 0 0,0 0 1 0 0,1 0-1 0 0,-1 1 1 0 0,1-1-1 0 0,-1 0 1 0 0,0 1-1 0 0,1-1 1 0 0,-1 1-1 0 0,0-1 1 0 0,0 0-1 0 0,1 1 1 0 0,-1-1-1 0 0,0 1 1 0 0,0-1-1 0 0,0 1 1 0 0,1 0-1 0 0,15 30 1245 0 0,-11-20-1242 0 0,4 3-613 0 0,0-1-1 0 0,14 16 0 0 0,-20-25-156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7.5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8754 0 0,'-1'3'384'0'0,"-1"-2"88"0"0,2 1-376 0 0,2-1-96 0 0,-2 1 0 0 0,1-1-248 0 0,2 2-64 0 0,1 4-8 0 0,2 1-8 0 0,2 5 240 0 0,0 1 88 0 0,2 1 0 0 0,0 0 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161 377 9218 0 0,'-1'-1'157'0'0,"0"-1"0"0"0,0 1 0 0 0,0 0 1 0 0,0-1-1 0 0,0 1 0 0 0,0 0 0 0 0,-1 0 0 0 0,1 0 1 0 0,-1 0-1 0 0,1 0 0 0 0,-1 0 0 0 0,1 0 0 0 0,-1 0 0 0 0,1 1 1 0 0,-1-1-1 0 0,0 1 0 0 0,1-1 0 0 0,-1 1 0 0 0,0-1 0 0 0,1 1 1 0 0,-1 0-1 0 0,-3 0 0 0 0,2 1 57 0 0,0-1-1 0 0,0 1 1 0 0,0 0 0 0 0,1 0 0 0 0,-1 0 0 0 0,0 1-1 0 0,1-1 1 0 0,-1 1 0 0 0,1-1 0 0 0,-1 1-1 0 0,1 0 1 0 0,-3 2 0 0 0,-3 4 128 0 0,1 0-1 0 0,1 0 1 0 0,-1 0-1 0 0,1 1 1 0 0,1-1-1 0 0,-8 16 1 0 0,4-2-25 0 0,-10 34 1 0 0,17-49-268 0 0,0 0-1 0 0,1-1 0 0 0,0 1 1 0 0,0 0-1 0 0,1 0 1 0 0,-1 0-1 0 0,2 0 0 0 0,-1 0 1 0 0,3 13-1 0 0,-3-20-55 0 0,0 0 0 0 0,0 1 0 0 0,0-1 0 0 0,0 1 0 0 0,0-1 0 0 0,0 0 0 0 0,0 1 0 0 0,1-1 0 0 0,-1 0 0 0 0,0 1 0 0 0,0-1 0 0 0,0 0 0 0 0,0 1 0 0 0,1-1 1 0 0,-1 0-1 0 0,0 1 0 0 0,0-1 0 0 0,1 0 0 0 0,-1 0 0 0 0,0 1 0 0 0,0-1 0 0 0,1 0 0 0 0,-1 0 0 0 0,0 1 0 0 0,1-1 0 0 0,-1 0 0 0 0,0 0 0 0 0,1 0 0 0 0,-1 0 0 0 0,1 0 0 0 0,-1 1 0 0 0,0-1 0 0 0,1 0 0 0 0,-1 0 0 0 0,0 0 0 0 0,1 0 0 0 0,-1 0 0 0 0,1 0 0 0 0,12-12-513 0 0,9-26-307 0 0,-21 36 821 0 0,3-5 72 0 0,0 0 0 0 0,0 0-1 0 0,1 1 1 0 0,0-1 0 0 0,0 1 0 0 0,0 0-1 0 0,1 1 1 0 0,0-1 0 0 0,0 1 0 0 0,11-7 0 0 0,-15 11-60 0 0,0-1 0 0 0,1 1 1 0 0,-1 0-1 0 0,0 0 0 0 0,1 0 1 0 0,-1 1-1 0 0,1-1 0 0 0,-1 0 1 0 0,1 1-1 0 0,-1 0 1 0 0,1-1-1 0 0,-1 1 0 0 0,1 0 1 0 0,0 0-1 0 0,-1 1 0 0 0,1-1 1 0 0,-1 1-1 0 0,1-1 0 0 0,-1 1 1 0 0,1 0-1 0 0,-1-1 1 0 0,0 1-1 0 0,1 1 0 0 0,-1-1 1 0 0,0 0-1 0 0,0 0 0 0 0,0 1 1 0 0,0-1-1 0 0,0 1 0 0 0,0 0 1 0 0,0 0-1 0 0,0 0 1 0 0,-1 0-1 0 0,1 0 0 0 0,-1 0 1 0 0,3 4-1 0 0,1 3-42 0 0,0 1 0 0 0,-1-1 0 0 0,0 1 0 0 0,0 0 0 0 0,-1 1 0 0 0,-1-1 0 0 0,1 1-1 0 0,-2-1 1 0 0,1 1 0 0 0,-2-1 0 0 0,1 1 0 0 0,-1 0 0 0 0,-1-1 0 0 0,0 1 0 0 0,-4 15 0 0 0,3-14 12 0 0,-1 1 0 0 0,0-1 0 0 0,-1 0 0 0 0,-1 0 0 0 0,0-1 0 0 0,-1 1 0 0 0,0-1 0 0 0,0 0 0 0 0,-1 0 0 0 0,-1-1 0 0 0,1 0 0 0 0,-17 15 0 0 0,23-24-39 0 0,0 1 0 0 0,-1-1 0 0 0,1 0 0 0 0,-1 0 0 0 0,1 0 0 0 0,-1 0 0 0 0,0 0 0 0 0,1 0 0 0 0,-1 0 0 0 0,0-1-1 0 0,0 1 1 0 0,1-1 0 0 0,-1 1 0 0 0,0-1 0 0 0,0 0 0 0 0,-3 1 0 0 0,5-2-7 0 0,-1 1 0 0 0,0 0-1 0 0,0-1 1 0 0,1 1-1 0 0,-1-1 1 0 0,1 0 0 0 0,-1 1-1 0 0,0-1 1 0 0,1 1-1 0 0,-1-1 1 0 0,1 0 0 0 0,-1 0-1 0 0,1 1 1 0 0,-1-1-1 0 0,1 0 1 0 0,0 0 0 0 0,-1 1-1 0 0,1-1 1 0 0,0 0-1 0 0,0 0 1 0 0,0 0 0 0 0,0 1-1 0 0,-1-1 1 0 0,1 0-1 0 0,0 0 1 0 0,0 0 0 0 0,0 0-1 0 0,1 0 1 0 0,-1 1-1 0 0,0-1 1 0 0,0 0 0 0 0,0 0-1 0 0,1 0 1 0 0,-1 1-1 0 0,0-1 1 0 0,1-1 0 0 0,17-61-382 0 0,2 2-1 0 0,32-69 1 0 0,-19 51 286 0 0,19-35 65 0 0,8-18-81 0 0,-52 111 184 0 0,-1-1-1 0 0,-1 1 1 0 0,-1-1-1 0 0,3-28 1 0 0,-7 43 318 0 0,0 0 1 0 0,-1 0-1 0 0,0 0 1 0 0,-1-1-1 0 0,1 1 1 0 0,-1 0 0 0 0,-1 0-1 0 0,1 1 1 0 0,-1-1-1 0 0,-1 0 1 0 0,1 0-1 0 0,-1 1 1 0 0,0 0-1 0 0,0-1 1 0 0,-1 1 0 0 0,-4-6-1 0 0,7 11-236 0 0,1 1-1 0 0,0 0 1 0 0,0-1 0 0 0,-1 1-1 0 0,1-1 1 0 0,0 1 0 0 0,-1-1-1 0 0,1 1 1 0 0,-1 0 0 0 0,1-1-1 0 0,0 1 1 0 0,-1 0-1 0 0,1-1 1 0 0,-1 1 0 0 0,1 0-1 0 0,-1 0 1 0 0,1-1 0 0 0,-1 1-1 0 0,1 0 1 0 0,-1 0 0 0 0,1 0-1 0 0,-1 0 1 0 0,1 0-1 0 0,-1 0 1 0 0,1 0 0 0 0,-1 0-1 0 0,1 0 1 0 0,-2 0 0 0 0,-2 12 1244 0 0,6 22-760 0 0,4-12-522 0 0,1 1-1 0 0,1-1 1 0 0,1-1 0 0 0,23 41-1 0 0,2 7 144 0 0,-16-29-159 0 0,-9-16 3 0 0,2 0 1 0 0,0-1 0 0 0,2 0-1 0 0,27 38 1 0 0,-39-60-52 0 0,0 0 0 0 0,0 1 1 0 0,0-1-1 0 0,0 0 0 0 0,0 0 1 0 0,0 0-1 0 0,0 0 0 0 0,0 0 0 0 0,1 0 1 0 0,-1 0-1 0 0,0 0 0 0 0,1-1 0 0 0,-1 1 1 0 0,1 0-1 0 0,-1-1 0 0 0,1 1 1 0 0,-1-1-1 0 0,1 0 0 0 0,-1 1 0 0 0,1-1 1 0 0,-1 0-1 0 0,1 0 0 0 0,-1 0 1 0 0,3 0-1 0 0,-3-1-41 0 0,1 0 0 0 0,0 0-1 0 0,0 0 1 0 0,0 0 0 0 0,-1 0 0 0 0,1 0 0 0 0,0-1 0 0 0,-1 1 0 0 0,1 0-1 0 0,-1-1 1 0 0,0 1 0 0 0,1-1 0 0 0,-1 0 0 0 0,0 1 0 0 0,2-4 0 0 0,3-8-306 0 0,0-1 0 0 0,-1 1 1 0 0,7-28-1 0 0,-12 38 358 0 0,13-53 200 0 0,-8 27 253 0 0,17-51 1 0 0,-19 73-398 0 0,-1 0 1 0 0,2 0-1 0 0,-1 1 0 0 0,1-1 1 0 0,0 1-1 0 0,0-1 1 0 0,1 1-1 0 0,-1 0 1 0 0,2 1-1 0 0,-1-1 1 0 0,0 1-1 0 0,7-4 1 0 0,-10 7-17 0 0,0 1 0 0 0,0 0 0 0 0,0 0 0 0 0,0 0 0 0 0,0 0 0 0 0,0 0 0 0 0,0 1 0 0 0,1-1 1 0 0,-1 0-1 0 0,0 1 0 0 0,0 0 0 0 0,1-1 0 0 0,-1 1 0 0 0,0 0 0 0 0,0 0 0 0 0,1 1 0 0 0,-1-1 1 0 0,0 0-1 0 0,0 1 0 0 0,1-1 0 0 0,-1 1 0 0 0,0 0 0 0 0,0 0 0 0 0,0 0 0 0 0,0 0 0 0 0,0 0 1 0 0,0 0-1 0 0,0 0 0 0 0,2 2 0 0 0,6 6 30 0 0,-1 0 0 0 0,0 0 0 0 0,-1 1 0 0 0,11 14 0 0 0,18 20-1054 0 0,-22-33-4360 0 0,2-1-1816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6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0,'4'49'5386'0'0,"7"57"-2371"0"0,54 176 1379 0 0,-22-167-10743 0 0,-33-91-785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13 226 10594 0 0,'-7'-1'944'0'0,"3"0"-751"0"0,2-1-193 0 0,2-1 832 0 0,0-1 136 0 0,0-1 24 0 0,0-5 8 0 0,3-4-648 0 0,6-3-128 0 0,3-2-24 0 0,5-1-7 0 0,4 1-818 0 0,3-2-167 0 0,2-2-32 0 0,3 1-8 0 0,3 0 736 0 0,-1-1 96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5:28.9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 12899 0 0,'-18'18'576'0'0,"8"-10"112"0"0,2 1-552 0 0,1-4-136 0 0,2-2 0 0 0,4-1 0 0 0,-3-1 152 0 0,-2 0 0 0 0,-2 1 0 0 0,-3-2 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17.559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424 1 456 0 0,'-32'12'452'0'0,"0"-1"-1"0"0,-1-2 1 0 0,-52 8-1 0 0,58-13 289 0 0,1 1 1 0 0,0 1 0 0 0,1 1-1 0 0,0 1 1 0 0,0 1-1 0 0,-46 25 1 0 0,70-33-693 0 0,0-1 1 0 0,0 1 0 0 0,0-1 0 0 0,0 1 0 0 0,0-1 0 0 0,0 1-1 0 0,0 0 1 0 0,0-1 0 0 0,1 1 0 0 0,-1 0 0 0 0,0 0 0 0 0,0 0-1 0 0,1-1 1 0 0,-1 1 0 0 0,1 0 0 0 0,-1 0 0 0 0,1 0 0 0 0,-1 0-1 0 0,1 0 1 0 0,-1 0 0 0 0,1 0 0 0 0,0 1 0 0 0,-1 0 0 0 0,2-1-32 0 0,-1 0 1 0 0,1 0 0 0 0,-1 0 0 0 0,1-1 0 0 0,-1 1 0 0 0,1 0 0 0 0,0 0 0 0 0,-1-1 0 0 0,1 1 0 0 0,0 0 0 0 0,0-1 0 0 0,0 1 0 0 0,-1 0-1 0 0,1-1 1 0 0,0 1 0 0 0,0-1 0 0 0,0 0 0 0 0,0 1 0 0 0,0-1 0 0 0,1 0 0 0 0,10 4-40 0 0,1-1-1 0 0,25 2 1 0 0,-32-4 65 0 0,94 11 169 0 0,220 19 392 0 0,-255-28-259 0 0,0-3-1 0 0,122-16 1 0 0,-164 12-66 0 0,-1-1 1 0 0,31-10-1 0 0,-44 11-189 0 0,1 0 0 0 0,-1 0 0 0 0,0-1 0 0 0,0 0 0 0 0,0 0 0 0 0,-1-1-1 0 0,13-12 1 0 0,-21 18-59 0 0,0-1 1 0 0,-1 1-1 0 0,1-1 0 0 0,-1 1 0 0 0,1-1 0 0 0,-1 1 1 0 0,1 0-1 0 0,-1-1 0 0 0,1 1 0 0 0,-1 0 0 0 0,1-1 1 0 0,-1 1-1 0 0,1 0 0 0 0,-1-1 0 0 0,1 1 0 0 0,-1 0 1 0 0,0 0-1 0 0,1 0 0 0 0,-1 0 0 0 0,1 0 0 0 0,-1 0 0 0 0,0 0 1 0 0,1 0-1 0 0,-1 0 0 0 0,1 0 0 0 0,-2 0 0 0 0,-21-2 452 0 0,-51 6-505 0 0,1 4 0 0 0,-131 31 0 0 0,97-17-211 0 0,-273 69-2952 0 0,411-93 3504 0 0,43 2-1 0 0,13 1 105 0 0,564-36 1721 0 0,-600 30-2077 0 0,0-1 1 0 0,0-3 0 0 0,0-3-1 0 0,-2-1 1 0 0,1-3 0 0 0,-2-1-1 0 0,47-25 1 0 0,-94 42-55 0 0,0-1 0 0 0,0 1 0 0 0,0 0 1 0 0,0-1-1 0 0,0 1 0 0 0,0-1 0 0 0,0 0 0 0 0,0 1 0 0 0,0-1 0 0 0,-1 0 0 0 0,1 1 1 0 0,0-1-1 0 0,0 0 0 0 0,-1 0 0 0 0,1 0 0 0 0,0 0 0 0 0,-1 1 0 0 0,1-1 1 0 0,-1 0-1 0 0,1 0 0 0 0,-1 0 0 0 0,1 0 0 0 0,-1 0 0 0 0,1-2 0 0 0,-2 2 8 0 0,1 0 0 0 0,-1 0-1 0 0,1 0 1 0 0,-1 0-1 0 0,0 0 1 0 0,0 0-1 0 0,1 0 1 0 0,-1 1 0 0 0,0-1-1 0 0,0 0 1 0 0,0 0-1 0 0,0 1 1 0 0,0-1-1 0 0,0 1 1 0 0,0-1 0 0 0,0 1-1 0 0,0-1 1 0 0,0 1-1 0 0,-1-1 1 0 0,-12-3 188 0 0,0 1 1 0 0,-24-3-1 0 0,34 5-185 0 0,-55-5-441 0 0,-1 2 1 0 0,-79 5-1 0 0,-120 23-3154 0 0,-25 0-239 0 0,257-23 3589 0 0,-12 0 553 0 0,-41 7 0 0 0,102 0 2570 0 0,24 21-2957 0 0,-32-19 205 0 0,416 239-307 0 0,-391-229 89 0 0,1-2-1 0 0,1-3 0 0 0,0 0 1 0 0,1-3-1 0 0,0-1 0 0 0,1-3 1 0 0,79 7-1 0 0,-100-15 343 0 0,1-1-1 0 0,-1-1 1 0 0,-1 0 0 0 0,34-9-1 0 0,-115 11 2191 0 0,8-1-2023 0 0,-34 5-950 0 0,1 4 0 0 0,1 3 0 0 0,0 5 0 0 0,-115 35 0 0 0,170-42 167 0 0,-16 5-556 0 0,-43 21-1 0 0,77-30 752 0 0,0 0 1 0 0,1 1 0 0 0,0 0 0 0 0,0 1-1 0 0,0 0 1 0 0,1 1 0 0 0,0 0 0 0 0,0 0 0 0 0,-10 13-1 0 0,18-19 169 0 0,-1 1-1 0 0,0-1 1 0 0,0 0-1 0 0,1 1 1 0 0,-1-1 0 0 0,1 1-1 0 0,0 0 1 0 0,0-1-1 0 0,0 1 1 0 0,0 0-1 0 0,0 0 1 0 0,1 0-1 0 0,-1 0 1 0 0,1 0-1 0 0,0 0 1 0 0,0-1 0 0 0,0 1-1 0 0,0 0 1 0 0,0 0-1 0 0,1 0 1 0 0,0 0-1 0 0,-1 0 1 0 0,1 0-1 0 0,0-1 1 0 0,0 1-1 0 0,0 0 1 0 0,1-1 0 0 0,-1 1-1 0 0,0 0 1 0 0,1-1-1 0 0,0 0 1 0 0,0 1-1 0 0,0-1 1 0 0,0 0-1 0 0,4 3 1 0 0,0 0-43 0 0,-1-1 0 0 0,2 0 0 0 0,-1 0 0 0 0,0-1 0 0 0,1 0 0 0 0,-1 0 0 0 0,1 0 0 0 0,0-1 0 0 0,0 0 0 0 0,0 0 0 0 0,0-1 0 0 0,1 0 0 0 0,10 0 0 0 0,0-2 175 0 0,-1-1 1 0 0,1 0-1 0 0,-1-2 1 0 0,1 0-1 0 0,-1-1 0 0 0,0-1 1 0 0,0 0-1 0 0,-1-1 1 0 0,0-1-1 0 0,0-1 1 0 0,-1 0-1 0 0,16-13 1 0 0,20-17 1613 0 0,88-91 0 0 0,-132 123-1720 0 0,11-10 121 0 0,-1 0 57 0 0,24-28 0 0 0,-38 42-219 0 0,0-1 0 0 0,0 0 0 0 0,-1 1-1 0 0,1-1 1 0 0,-1-1 0 0 0,0 1 0 0 0,0 0 0 0 0,-1-1 0 0 0,1 1 0 0 0,-1 0-1 0 0,0-1 1 0 0,0 0 0 0 0,0 1 0 0 0,0-7 0 0 0,-2 8-34 0 0,0 1 0 0 0,0 0 0 0 0,0-1 0 0 0,0 1 0 0 0,0 0 0 0 0,0 0 1 0 0,0 0-1 0 0,-1 0 0 0 0,1 0 0 0 0,-1 0 0 0 0,1 0 0 0 0,-1 0 0 0 0,0 0 0 0 0,0 1 0 0 0,0-1 1 0 0,0 1-1 0 0,0-1 0 0 0,0 1 0 0 0,0 0 0 0 0,0 0 0 0 0,-1 0 0 0 0,1 0 0 0 0,0 0 0 0 0,-4-1 0 0 0,-7-1 127 0 0,0-1-1 0 0,1 2 1 0 0,-17-2-1 0 0,-5 1 21 0 0,1 2 1 0 0,-1 2-1 0 0,-36 5 1 0 0,-102 23-2082 0 0,87-14 465 0 0,55-10 1163 0 0,0 2 0 0 0,1 1 0 0 0,0 1 0 0 0,0 1 1 0 0,1 1-1 0 0,0 2 0 0 0,1 1 0 0 0,-27 19 0 0 0,53-32 317 0 0,-1-1 0 0 0,1 1 0 0 0,0 0 0 0 0,0 0 0 0 0,-1 0 0 0 0,1 0-1 0 0,0 0 1 0 0,0 0 0 0 0,0 0 0 0 0,0 0 0 0 0,1 0 0 0 0,-1 1 0 0 0,0-1-1 0 0,0 0 1 0 0,1 1 0 0 0,-1-1 0 0 0,1 0 0 0 0,-1 1 0 0 0,1-1-1 0 0,-1 1 1 0 0,1-1 0 0 0,0 3 0 0 0,0-2-13 0 0,1-1 1 0 0,-1 1-1 0 0,1-1 1 0 0,-1 0-1 0 0,1 1 0 0 0,0-1 1 0 0,0 0-1 0 0,0 1 1 0 0,0-1-1 0 0,0 0 0 0 0,0 0 1 0 0,0 0-1 0 0,0 0 0 0 0,0 0 1 0 0,1 0-1 0 0,-1 0 1 0 0,3 1-1 0 0,7 4-107 0 0,0-1-1 0 0,1 0 1 0 0,0-1 0 0 0,12 3 0 0 0,-22-6 135 0 0,112 28 286 0 0,1-4 0 0 0,2-5 0 0 0,-1-6 1 0 0,221-1-1 0 0,-232-13-29 0 0,89-12 7523 0 0,-217 5-6066 0 0,11 6-2067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2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7370 0 0,'-2'1'62'0'0,"1"0"0"0"0,0 0 1 0 0,0 0-1 0 0,0 0 0 0 0,0 0 1 0 0,0 0-1 0 0,0 0 0 0 0,0 1 1 0 0,0-1-1 0 0,0 0 0 0 0,0 0 1 0 0,1 1-1 0 0,-1-1 0 0 0,0 0 1 0 0,1 1-1 0 0,0-1 0 0 0,-1 1 1 0 0,1-1-1 0 0,0 1 1 0 0,-1 1-1 0 0,2 1 67 0 0,0-1 0 0 0,0 0 0 0 0,0 0 0 0 0,0 1 0 0 0,0-1 0 0 0,1 0 1 0 0,0 0-1 0 0,2 4 0 0 0,2 0 184 0 0,-1 1-1 0 0,1-1 1 0 0,1 0 0 0 0,-1 0 0 0 0,1-1-1 0 0,1 0 1 0 0,-1 0 0 0 0,15 8 0 0 0,8 4 875 0 0,34 12 0 0 0,-33-16-563 0 0,395 204 2479 0 0,143 63-1981 0 0,-464-240-967 0 0,-55-23-376 0 0,-2 1 0 0 0,79 45 0 0 0,-149-63-5909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8 245 2673 0 0,'-2'-3'105'0'0,"1"-1"1"0"0,0 1 0 0 0,0-1 0 0 0,0 1-1 0 0,0-1 1 0 0,0 0 0 0 0,7-23 10061 0 0,3 39-8976 0 0,14 38-542 0 0,-1 0-1 0 0,-3 2 0 0 0,22 97 1 0 0,6 18 982 0 0,-36-136-1449 0 0,1 0 0 0 0,2 0 0 0 0,20 31 0 0 0,-34-60-187 0 0,1-1 0 0 0,-1 0 0 0 0,1 0 0 0 0,0 0 0 0 0,0 0 0 0 0,0 0 0 0 0,0 0 0 0 0,-1 0 0 0 0,1 0 1 0 0,0 0-1 0 0,1 0 0 0 0,-1 0 0 0 0,0-1 0 0 0,0 1 0 0 0,2 1 0 0 0,-2-2-2 0 0,-1 0 1 0 0,1 0-1 0 0,-1 0 1 0 0,1 0-1 0 0,-1 0 1 0 0,1-1-1 0 0,-1 1 1 0 0,1 0-1 0 0,-1 0 1 0 0,0 0-1 0 0,1 0 0 0 0,-1-1 1 0 0,1 1-1 0 0,-1 0 1 0 0,1 0-1 0 0,-1-1 1 0 0,0 1-1 0 0,1 0 1 0 0,-1-1-1 0 0,0 1 1 0 0,1 0-1 0 0,-1-1 1 0 0,0 1-1 0 0,1-1 1 0 0,-1 1-1 0 0,0 0 1 0 0,1-2-1 0 0,0-1-30 0 0,1-1-1 0 0,-1 0 0 0 0,0 0 1 0 0,0 0-1 0 0,0 0 1 0 0,-1 0-1 0 0,1 0 1 0 0,-1-7-1 0 0,-2-17-42 0 0,-1 1 1 0 0,-2 0-1 0 0,-14-51 0 0 0,-38-77-19 0 0,32 95 91 0 0,-20-81-1 0 0,40 120 141 0 0,1 0 0 0 0,0 0 0 0 0,2 0 0 0 0,0-1 0 0 0,2 1-1 0 0,2-23 1 0 0,-2 38-34 0 0,1 0 0 0 0,1 0 0 0 0,-1 0 1 0 0,1 0-1 0 0,0 1 0 0 0,0-1 0 0 0,1 1 0 0 0,-1-1 0 0 0,1 1 0 0 0,0 0 0 0 0,6-7 0 0 0,-5 9-11 0 0,-1 0 0 0 0,0 0 0 0 0,1 0 0 0 0,0 0 0 0 0,0 1 0 0 0,0-1 0 0 0,0 1 0 0 0,0 0 0 0 0,0 0 0 0 0,0 1 0 0 0,1-1 1 0 0,-1 1-1 0 0,1 0 0 0 0,-1 0 0 0 0,1 1 0 0 0,9-1 0 0 0,2 1 60 0 0,1 1 0 0 0,0 1 0 0 0,-1 0 1 0 0,1 1-1 0 0,26 9 0 0 0,78 35 213 0 0,-107-42-323 0 0,46 21-105 0 0,103 60 0 0 0,-97-47-2036 0 0,-31-18-5578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3.9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58 6913 0 0,'-38'-57'7994'0'0,"41"64"-7276"0"0,0 0 0 0 0,-1 1 1 0 0,1 0-1 0 0,0 9 0 0 0,1 3-256 0 0,18 81 810 0 0,12 139 1 0 0,-10 106-1986 0 0,-16-200-1830 0 0,-7-125 1066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16 280 4145 0 0,'-5'-22'1076'0'0,"1"1"1"0"0,1-1-1 0 0,1-1 0 0 0,1 1 1 0 0,3-39-1 0 0,-1 54-724 0 0,0 1-1 0 0,0 0 1 0 0,1 0-1 0 0,0 0 1 0 0,0 0-1 0 0,0 0 1 0 0,1 0-1 0 0,0 0 1 0 0,0 1-1 0 0,8-10 1 0 0,-8 11-199 0 0,0 1-1 0 0,0 0 1 0 0,0 1-1 0 0,1-1 1 0 0,-1 1 0 0 0,1-1-1 0 0,0 1 1 0 0,0 0 0 0 0,0 0-1 0 0,0 1 1 0 0,0-1-1 0 0,0 1 1 0 0,0 0 0 0 0,1 0-1 0 0,-1 0 1 0 0,0 1-1 0 0,8-1 1 0 0,-5 2-64 0 0,1 0 0 0 0,-1 0-1 0 0,0 0 1 0 0,1 1 0 0 0,-1 0 0 0 0,0 0-1 0 0,0 1 1 0 0,0 0 0 0 0,0 0 0 0 0,-1 0-1 0 0,1 1 1 0 0,-1 0 0 0 0,0 0 0 0 0,0 1-1 0 0,0 0 1 0 0,-1 0 0 0 0,1 0 0 0 0,-1 1-1 0 0,-1 0 1 0 0,6 8 0 0 0,0 0 106 0 0,0 1 1 0 0,-2-1-1 0 0,0 2 1 0 0,-1-1-1 0 0,0 1 0 0 0,-1 0 1 0 0,7 32-1 0 0,-10-26-335 0 0,-1 1 0 0 0,0-1 0 0 0,-2 1 0 0 0,-1-1 0 0 0,0 0 0 0 0,-2 1 0 0 0,0-1 0 0 0,-9 27 0 0 0,-4 4-280 0 0,-2-1 0 0 0,-30 58 0 0 0,42-97-18 0 0,-27 51 1227 0 0,31-60-1449 0 0,-1 0 0 0 0,1-1 0 0 0,-1 1 1 0 0,0-1-1 0 0,0 0 0 0 0,0 0 0 0 0,-6 4 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0 255 7370 0 0,'3'1'420'0'0,"-1"1"1"0"0,0-1 0 0 0,1 0-1 0 0,-1 0 1 0 0,1 0 0 0 0,-1 0-1 0 0,1-1 1 0 0,0 1 0 0 0,-1-1-1 0 0,1 1 1 0 0,0-1 0 0 0,-1 0-1 0 0,6 0 1 0 0,35-5 2475 0 0,-38 3-2746 0 0,0 0-1 0 0,0 0 1 0 0,-1-1-1 0 0,1 0 1 0 0,-1 1-1 0 0,1-1 1 0 0,-1-1-1 0 0,0 1 1 0 0,0-1-1 0 0,0 1 1 0 0,-1-1-1 0 0,1 0 0 0 0,-1-1 1 0 0,0 1-1 0 0,0-1 1 0 0,-1 1-1 0 0,1-1 1 0 0,-1 0-1 0 0,0 0 1 0 0,0 0-1 0 0,-1 0 1 0 0,1 0-1 0 0,-1 0 1 0 0,0-6-1 0 0,1 3-289 0 0,0-1-1 0 0,-1 0 1 0 0,-1 0-1 0 0,1 0 1 0 0,-1 0 0 0 0,-1 1-1 0 0,0-1 1 0 0,0 0-1 0 0,-1 0 1 0 0,0 1 0 0 0,0-1-1 0 0,-1 1 1 0 0,-7-15 0 0 0,10 22 17 0 0,0-1 1 0 0,-1 1 0 0 0,1 0 0 0 0,-1 0 0 0 0,1 0 0 0 0,-1 0 0 0 0,0 0 0 0 0,1 0 0 0 0,-1 0 0 0 0,0 0 0 0 0,0 1 0 0 0,0-1 0 0 0,0 0 0 0 0,0 0 0 0 0,1 1 0 0 0,-1-1-1 0 0,-1 0 1 0 0,1 1 0 0 0,0-1 0 0 0,0 1 0 0 0,0-1 0 0 0,0 1 0 0 0,0 0 0 0 0,0-1 0 0 0,-1 1 0 0 0,1 0 0 0 0,0 0 0 0 0,0 0 0 0 0,0 0 0 0 0,0 0 0 0 0,-1 0 0 0 0,1 0 0 0 0,0 0-1 0 0,0 0 1 0 0,0 1 0 0 0,-1-1 0 0 0,1 1 0 0 0,0-1 0 0 0,0 0 0 0 0,0 1 0 0 0,0 0 0 0 0,0-1 0 0 0,0 1 0 0 0,0 0 0 0 0,0-1 0 0 0,0 1 0 0 0,0 0 0 0 0,1 0 0 0 0,-1 0-1 0 0,0 0 1 0 0,0 0 0 0 0,0 2 0 0 0,-3 2 101 0 0,0 0-1 0 0,1 1 0 0 0,0-1 1 0 0,0 1-1 0 0,0 0 0 0 0,1 0 1 0 0,0 0-1 0 0,-3 11 0 0 0,5-13 257 0 0,-1 1-1 0 0,1 0 1 0 0,0 0-1 0 0,0-1 0 0 0,1 1 1 0 0,-1 0-1 0 0,1 0 0 0 0,0-1 1 0 0,0 1-1 0 0,1-1 1 0 0,-1 1-1 0 0,1-1 0 0 0,0 1 1 0 0,0-1-1 0 0,5 7 1 0 0,-2-5 218 0 0,0 1 0 0 0,1-2 0 0 0,-1 1 1 0 0,1-1-1 0 0,0 1 0 0 0,1-2 0 0 0,-1 1 1 0 0,15 7-1 0 0,-10-7-268 0 0,0 0 0 0 0,1 0 1 0 0,0-1-1 0 0,0 0 0 0 0,0-1 1 0 0,1-1-1 0 0,-1 0 0 0 0,1 0 0 0 0,-1-1 1 0 0,1-1-1 0 0,23-2 0 0 0,-16-3-1881 0 0,-2-1-5384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4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51 7834 0 0,'-1'-32'1742'0'0,"1"31"-1543"0"0,0 0 0 0 0,0 1 1 0 0,0-1-1 0 0,0 0 0 0 0,0 0 0 0 0,-1 1 0 0 0,1-1 0 0 0,0 0 0 0 0,0 1 0 0 0,-1-1 0 0 0,1 0 0 0 0,0 1 0 0 0,-1-1 1 0 0,1 0-1 0 0,-1 1 0 0 0,1-1 0 0 0,-1 1 0 0 0,1-1 0 0 0,-1 0 0 0 0,1 1 0 0 0,-1-1 0 0 0,1 1 0 0 0,-1 0 0 0 0,0-1 1 0 0,1 1-1 0 0,-1 0 0 0 0,0-1 0 0 0,1 1 0 0 0,-1 0 0 0 0,0-1 0 0 0,1 1 0 0 0,-1 0 0 0 0,0 0 0 0 0,0 0 0 0 0,1 0 1 0 0,-1 0-1 0 0,0 0 0 0 0,0 0 0 0 0,1 0 0 0 0,-1 0 0 0 0,0 0 0 0 0,-1 1 0 0 0,0 0 14 0 0,0 0 0 0 0,0 1 0 0 0,0-1-1 0 0,0 0 1 0 0,0 1 0 0 0,1 0 0 0 0,-1-1 0 0 0,1 1 0 0 0,-1 0-1 0 0,1 0 1 0 0,-1 0 0 0 0,1 0 0 0 0,0 0 0 0 0,0 0-1 0 0,0 0 1 0 0,0 1 0 0 0,1-1 0 0 0,-2 4 0 0 0,-7 45 422 0 0,6-2-485 0 0,2 0 1 0 0,3 0 0 0 0,1-1 0 0 0,3 1 0 0 0,23 91 0 0 0,-23-121-1265 0 0,14 37 0 0 0,-11-37-6616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1 215 7370 0 0,'0'-2'431'0'0,"1"-1"-1"0"0,0 1 1 0 0,0 0 0 0 0,0 0 0 0 0,0 0 0 0 0,1 0 0 0 0,-1 0 0 0 0,1 0 0 0 0,-1 0 0 0 0,1 0 0 0 0,-1 0 0 0 0,4-2 0 0 0,-3 2-204 0 0,17-19 1438 0 0,9-11 669 0 0,38-33-1 0 0,-58 57-2443 0 0,1 1 1 0 0,0 0-1 0 0,1 1 0 0 0,-1 0 0 0 0,1 0 0 0 0,0 1 1 0 0,1 0-1 0 0,-1 1 0 0 0,18-4 0 0 0,-9 4-6504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1 315 6913 0 0,'2'-1'551'0'0,"1"0"-1"0"0,-1-1 0 0 0,1 1 0 0 0,-1-1 0 0 0,0 1 1 0 0,0-1-1 0 0,0 0 0 0 0,0 0 0 0 0,0 0 0 0 0,3-4 1 0 0,2-1 317 0 0,8-8 331 0 0,0-1 1 0 0,-2 0 0 0 0,0 0 0 0 0,19-32 0 0 0,-28 41-1163 0 0,0 0 0 0 0,0-1 0 0 0,-1 1 0 0 0,0-1 0 0 0,0 0 0 0 0,0 0 0 0 0,-2 0 0 0 0,1 0 0 0 0,-1 0 0 0 0,0 0 0 0 0,0 0 0 0 0,-1-1 1 0 0,0 1-1 0 0,-1 0 0 0 0,-1-9 0 0 0,2 14-70 0 0,-1 1 1 0 0,0 0 0 0 0,0 0 0 0 0,0 0-1 0 0,0 0 1 0 0,0 0 0 0 0,-1 0-1 0 0,1 0 1 0 0,0 0 0 0 0,-1 0 0 0 0,0 1-1 0 0,1-1 1 0 0,-1 1 0 0 0,0-1 0 0 0,0 1-1 0 0,0-1 1 0 0,0 1 0 0 0,0 0-1 0 0,0 0 1 0 0,0 0 0 0 0,0 0 0 0 0,-5 0-1 0 0,6 0-18 0 0,0 1 1 0 0,0 0-1 0 0,-1 0 0 0 0,1 0 0 0 0,0 0 0 0 0,-1 0 0 0 0,1 0 0 0 0,0 0 0 0 0,0 1 0 0 0,-1-1 0 0 0,1 0 0 0 0,0 1 1 0 0,0-1-1 0 0,0 1 0 0 0,-1-1 0 0 0,1 1 0 0 0,0 0 0 0 0,0-1 0 0 0,0 1 0 0 0,0 0 0 0 0,0 0 0 0 0,0 0 0 0 0,0 0 1 0 0,1 0-1 0 0,-1 0 0 0 0,0 0 0 0 0,0 0 0 0 0,1 0 0 0 0,-1 0 0 0 0,1 0 0 0 0,-1 0 0 0 0,1 0 0 0 0,-1 1 0 0 0,1-1 0 0 0,0 0 1 0 0,-1 0-1 0 0,1 1 0 0 0,0-1 0 0 0,0 0 0 0 0,0 0 0 0 0,0 3 0 0 0,1 1 48 0 0,-1 1 1 0 0,1-1-1 0 0,0 0 0 0 0,0 0 0 0 0,1 1 0 0 0,0-1 1 0 0,0 0-1 0 0,0 0 0 0 0,0-1 0 0 0,1 1 1 0 0,0 0-1 0 0,0-1 0 0 0,0 0 0 0 0,0 1 1 0 0,1-1-1 0 0,0-1 0 0 0,0 1 0 0 0,8 6 1 0 0,7 5 1076 0 0,0-1 1 0 0,39 20-1 0 0,-50-30-999 0 0,0 0 0 0 0,0 0-1 0 0,1-1 1 0 0,-1 0-1 0 0,1-1 1 0 0,0 0-1 0 0,-1-1 1 0 0,1 1-1 0 0,0-2 1 0 0,0 1-1 0 0,10-1 1 0 0,30-10-6191 0 0,-30 3-545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5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14 244 9218 0 0,'-1'-1'126'0'0,"1"1"0"0"0,-1 0 0 0 0,0 0 0 0 0,0-1 0 0 0,1 1 0 0 0,-1 0 0 0 0,0-1 0 0 0,1 1 0 0 0,-1-1-1 0 0,1 1 1 0 0,-1-1 0 0 0,1 1 0 0 0,-1-1 0 0 0,0 1 0 0 0,1-1 0 0 0,0 0 0 0 0,-1 1 0 0 0,1-1 0 0 0,-1 0 0 0 0,1 1 0 0 0,0-1 0 0 0,0 0 0 0 0,-1 0 0 0 0,1 1 0 0 0,0-1 0 0 0,0 0 0 0 0,0 0 0 0 0,0 1-1 0 0,0-1 1 0 0,0 0 0 0 0,0 0 0 0 0,0 0 0 0 0,0 0-49 0 0,0 1-1 0 0,0-1 0 0 0,0 0 1 0 0,0 1-1 0 0,0-1 0 0 0,1 1 1 0 0,-1-1-1 0 0,0 1 0 0 0,0-1 1 0 0,1 1-1 0 0,-1-1 1 0 0,0 1-1 0 0,1-1 0 0 0,-1 1 1 0 0,0-1-1 0 0,1 1 0 0 0,-1 0 1 0 0,1-1-1 0 0,-1 1 0 0 0,1 0 1 0 0,-1-1-1 0 0,1 1 0 0 0,-1 0 1 0 0,1-1-1 0 0,-1 1 0 0 0,1 0 1 0 0,-1 0-1 0 0,1 0 1 0 0,-1 0-1 0 0,1-1 0 0 0,0 1 1 0 0,-1 0-1 0 0,1 0 0 0 0,-1 0 1 0 0,1 0-1 0 0,0 0 0 0 0,-1 0 1 0 0,1 1-1 0 0,-1-1 0 0 0,1 0 1 0 0,-1 0-1 0 0,1 0 1 0 0,-1 0-1 0 0,1 1 0 0 0,0-1 1 0 0,-1 0-1 0 0,0 1 0 0 0,1-1 1 0 0,-1 0-1 0 0,1 1 0 0 0,-1-1 1 0 0,1 1-1 0 0,6 3 44 0 0,-1-1-1 0 0,0 1 1 0 0,-1 1 0 0 0,1-1 0 0 0,-1 1-1 0 0,0 0 1 0 0,0 0 0 0 0,0 0-1 0 0,-1 1 1 0 0,1 0 0 0 0,-1 0-1 0 0,-1 0 1 0 0,5 10 0 0 0,2 8 712 0 0,-1 0 1 0 0,8 38-1 0 0,8 22 83 0 0,-31-235-858 0 0,6 120-786 0 0,1 0 0 0 0,2-1 0 0 0,1 1-1 0 0,2 0 1 0 0,1 1 0 0 0,1 0 0 0 0,1 0 0 0 0,18-36-1 0 0,-13 40 730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 7370 0 0,'-23'14'481'0'0,"-5"12"4435"0"0,26-24-4557 0 0,0 0 0 0 0,1 1 0 0 0,-1-1 1 0 0,1 1-1 0 0,0-1 0 0 0,0 1 0 0 0,0 0 1 0 0,0 0-1 0 0,0-1 0 0 0,1 1 0 0 0,-1 0 1 0 0,1 0-1 0 0,0 0 0 0 0,0 0 0 0 0,0-1 1 0 0,0 1-1 0 0,0 0 0 0 0,1 0 0 0 0,-1 0 1 0 0,3 5-1 0 0,22 64 2107 0 0,-13-41-2221 0 0,9 41 1 0 0,-13-40-1676 0 0,-6-25 196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1 307 4145 0 0,'29'-137'5996'0'0,"-23"119"-4913"0"0,0-1 0 0 0,1 1 0 0 0,1 1 0 0 0,1-1-1 0 0,12-18 1 0 0,-19 33-970 0 0,-1 1 0 0 0,1-1 1 0 0,0 0-1 0 0,0 1 0 0 0,0 0 0 0 0,0-1 0 0 0,1 1 0 0 0,-1 0 0 0 0,1 0 0 0 0,-1 1 0 0 0,1-1 1 0 0,-1 0-1 0 0,1 1 0 0 0,0-1 0 0 0,0 1 0 0 0,0 0 0 0 0,0 0 0 0 0,6-1 0 0 0,-6 2-18 0 0,0 0 0 0 0,0 1-1 0 0,0-1 1 0 0,0 1-1 0 0,0-1 1 0 0,0 1 0 0 0,0 0-1 0 0,0 0 1 0 0,-1 0-1 0 0,1 1 1 0 0,0-1 0 0 0,-1 1-1 0 0,1-1 1 0 0,-1 1-1 0 0,5 4 1 0 0,3 4 51 0 0,0 1 1 0 0,-1 1-1 0 0,0-1 0 0 0,-1 1 0 0 0,0 1 0 0 0,10 21 1 0 0,11 32-35 0 0,-16-34-135 0 0,23 41 0 0 0,-36-73-7 0 0,0 1 0 0 0,0-1-1 0 0,0 0 1 0 0,0 0 0 0 0,1 1-1 0 0,-1-1 1 0 0,0 0 0 0 0,0 1-1 0 0,0-1 1 0 0,0 0 0 0 0,1 1-1 0 0,-1-1 1 0 0,0 0 0 0 0,0 0-1 0 0,0 0 1 0 0,1 1 0 0 0,-1-1-1 0 0,0 0 1 0 0,0 0-1 0 0,1 0 1 0 0,-1 1 0 0 0,0-1-1 0 0,1 0 1 0 0,-1 0 0 0 0,0 0-1 0 0,0 0 1 0 0,1 0 0 0 0,-1 0-1 0 0,0 1 1 0 0,1-1 0 0 0,-1 0-1 0 0,0 0 1 0 0,1 0 0 0 0,-1 0-1 0 0,0 0 1 0 0,1 0 0 0 0,-1-1-1 0 0,0 1 1 0 0,1 0 0 0 0,-1 0-1 0 0,0 0 1 0 0,1 0 0 0 0,6-16-1586 0 0,-1-23-678 0 0,-4 17 2042 0 0,0 0 1 0 0,2 0 0 0 0,12-41-1 0 0,-14 54 704 0 0,1 0 0 0 0,1 0-1 0 0,-1 1 1 0 0,2-1 0 0 0,-1 1-1 0 0,1 0 1 0 0,0 0-1 0 0,1 0 1 0 0,0 1 0 0 0,0 0-1 0 0,13-12 1 0 0,-17 18-380 0 0,-1 0 1 0 0,1-1-1 0 0,-1 1 1 0 0,1 0-1 0 0,0 0 0 0 0,0 0 1 0 0,0 0-1 0 0,0 0 0 0 0,0 1 1 0 0,0-1-1 0 0,0 0 0 0 0,0 1 1 0 0,0-1-1 0 0,0 1 1 0 0,0 0-1 0 0,0 0 0 0 0,0 0 1 0 0,0 0-1 0 0,0 0 0 0 0,0 0 1 0 0,0 1-1 0 0,0-1 1 0 0,0 1-1 0 0,0-1 0 0 0,3 2 1 0 0,-2 0-40 0 0,0 1-1 0 0,0-1 1 0 0,0 1 0 0 0,0 0 0 0 0,0 0 0 0 0,-1 0 0 0 0,1 1 0 0 0,-1-1 0 0 0,0 0 0 0 0,0 1 0 0 0,0-1 0 0 0,2 7 0 0 0,5 15 72 0 0,-1 0 0 0 0,-1 0 0 0 0,4 36-1 0 0,-6-36-981 0 0,0 1 0 0 0,1-1-1 0 0,15 37 1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4609 0 0,'-1'4'923'0'0,"0"1"1"0"0,1 0 0 0 0,0 0-1 0 0,0 0 1 0 0,0-1-1 0 0,1 1 1 0 0,-1 0-1 0 0,1 0 1 0 0,3 8-1 0 0,18 45 2014 0 0,-10-32-1459 0 0,-3 0-703 0 0,-2-5-694 0 0,2-1-1 0 0,14 28 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14283 0 0,'1'21'4947'0'0,"0"1"-3339"0"0,0-14-1823 0 0,0-1 1 0 0,0 1-1 0 0,1-1 1 0 0,0 0-1 0 0,0 0 0 0 0,1 0 1 0 0,0 0-1 0 0,4 8 1 0 0,3 1 178 0 0,0 3-31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7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9218 0 0,'17'-8'5270'0'0,"-15"9"-4951"0"0,1-1-1 0 0,-1 1 0 0 0,0-1 1 0 0,0 1-1 0 0,0 0 0 0 0,1 0 1 0 0,-1 0-1 0 0,0 0 0 0 0,0 1 1 0 0,0-1-1 0 0,0 0 0 0 0,-1 1 0 0 0,1-1 1 0 0,0 1-1 0 0,0 0 0 0 0,-1 0 1 0 0,1 0-1 0 0,1 3 0 0 0,24 42 937 0 0,-24-40-1069 0 0,57 134-121 0 0,-60-141-82 0 0,0 1 0 0 0,1-1 0 0 0,-1 1 1 0 0,0 0-1 0 0,0-1 0 0 0,0 1 0 0 0,0-1 0 0 0,1 1 0 0 0,-1 0 0 0 0,0-1 0 0 0,1 1 1 0 0,-1-1-1 0 0,0 1 0 0 0,1-1 0 0 0,-1 1 0 0 0,1-1 0 0 0,-1 0 0 0 0,0 1 1 0 0,1-1-1 0 0,-1 1 0 0 0,1-1 0 0 0,-1 0 0 0 0,1 1 0 0 0,0-1 0 0 0,-1 0 0 0 0,1 0 1 0 0,-1 0-1 0 0,1 1 0 0 0,-1-1 0 0 0,1 0 0 0 0,0 0 0 0 0,-1 0 0 0 0,1 0 1 0 0,-1 0-1 0 0,1 0 0 0 0,0 0 0 0 0,1-1-114 0 0,-1 0 1 0 0,1 0 0 0 0,-1 0-1 0 0,0 0 1 0 0,0-1-1 0 0,0 1 1 0 0,1 0 0 0 0,-1-1-1 0 0,0 1 1 0 0,-1-1-1 0 0,1 1 1 0 0,1-3-1 0 0,18-51-2531 0 0,-14 32 1969 0 0,1-5 1047 0 0,2 0 0 0 0,0 0 0 0 0,2 1 0 0 0,15-29 0 0 0,-25 54-268 0 0,-1 1 0 0 0,1 0 0 0 0,0-1 0 0 0,0 1 0 0 0,-1-1 0 0 0,1 1 0 0 0,0 0 0 0 0,0 0 0 0 0,0-1 0 0 0,1 1 0 0 0,-1 0 0 0 0,0 0 0 0 0,0 0 0 0 0,1 0 0 0 0,-1 0 0 0 0,0 0 0 0 0,1 1 0 0 0,-1-1 0 0 0,1 0 0 0 0,-1 1 0 0 0,1-1 0 0 0,-1 1 0 0 0,1 0 0 0 0,-1-1 0 0 0,1 1 0 0 0,-1 0 0 0 0,1 0 0 0 0,0 0 0 0 0,-1 0 0 0 0,1 0 0 0 0,-1 0 0 0 0,1 0 0 0 0,0 1 0 0 0,-1-1 0 0 0,1 1 0 0 0,-1-1 0 0 0,1 1 0 0 0,-1-1 0 0 0,1 1 0 0 0,-1 0 0 0 0,0 0 0 0 0,1 0 0 0 0,0 1 0 0 0,7 6 26 0 0,-1 0 0 0 0,0 0-1 0 0,0 1 1 0 0,-1 0 0 0 0,7 11 0 0 0,4 5-24 0 0,24 22-2248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12899 0 0,'0'1'131'0'0,"1"0"0"0"0,-1 0 0 0 0,1 0 0 0 0,-1 0-1 0 0,1 0 1 0 0,-1 0 0 0 0,1-1 0 0 0,-1 1 0 0 0,1 0 0 0 0,0 0 0 0 0,0-1 0 0 0,-1 1 0 0 0,1 0 0 0 0,0-1 0 0 0,0 1 0 0 0,0-1 0 0 0,-1 1 0 0 0,1-1 0 0 0,0 0-1 0 0,0 1 1 0 0,0-1 0 0 0,0 0 0 0 0,0 1 0 0 0,0-1 0 0 0,0 0 0 0 0,0 0 0 0 0,0 0 0 0 0,1 0 0 0 0,0 0 43 0 0,1-1 1 0 0,-1 0 0 0 0,0 0-1 0 0,0 0 1 0 0,0 0-1 0 0,0 0 1 0 0,0 0-1 0 0,0 0 1 0 0,0 0 0 0 0,0-1-1 0 0,2-2 1 0 0,4-3 92 0 0,-2 0 0 0 0,1-1 0 0 0,-1 0 0 0 0,8-13 0 0 0,-8 7-293 0 0,1-1 0 0 0,-2 1 0 0 0,0-1 0 0 0,0 0 0 0 0,-2-1 0 0 0,0 1 0 0 0,0 0 0 0 0,-2-1 0 0 0,0 0 1 0 0,-1 1-1 0 0,0-1 0 0 0,-1 0 0 0 0,-4-18 0 0 0,5 33-2 0 0,0 0 0 0 0,0 0 0 0 0,0 0 0 0 0,0 0 0 0 0,0 0 0 0 0,-1 0 0 0 0,1 0 0 0 0,0 0 0 0 0,0 1 0 0 0,-1-1 0 0 0,1 0 0 0 0,-1 0-1 0 0,1 0 1 0 0,-1 1 0 0 0,1-1 0 0 0,-1 0 0 0 0,1 1 0 0 0,-1-1 0 0 0,0 0 0 0 0,1 1 0 0 0,-1-1 0 0 0,0 1 0 0 0,-1-2 0 0 0,1 2 39 0 0,1 1 0 0 0,-1-1 0 0 0,0 0 0 0 0,0 0 0 0 0,0 0 0 0 0,1 1-1 0 0,-1-1 1 0 0,0 1 0 0 0,0-1 0 0 0,1 0 0 0 0,-1 1 0 0 0,0-1 0 0 0,1 1 0 0 0,-1-1 0 0 0,1 1 0 0 0,-1 0 0 0 0,1-1-1 0 0,-1 1 1 0 0,1 0 0 0 0,-1 0 0 0 0,-25 46 1167 0 0,24-42-1104 0 0,-4 7 64 0 0,1 0-1 0 0,0 1 1 0 0,1-1 0 0 0,1 1-1 0 0,0 0 1 0 0,0 0-1 0 0,1 1 1 0 0,0 14 0 0 0,2-22-126 0 0,0-1 0 0 0,1 1 1 0 0,0-1-1 0 0,0 1 0 0 0,0-1 0 0 0,0 1 1 0 0,1-1-1 0 0,0 0 0 0 0,0 0 1 0 0,0 1-1 0 0,1-2 0 0 0,0 1 1 0 0,0 0-1 0 0,0 0 0 0 0,0-1 1 0 0,1 0-1 0 0,0 0 0 0 0,0 0 0 0 0,0 0 1 0 0,0 0-1 0 0,1-1 0 0 0,5 4 1 0 0,0-2 6 0 0,0 0 0 0 0,1 0-1 0 0,-1-1 1 0 0,1 0 0 0 0,0-1 0 0 0,0 0 0 0 0,20 2 0 0 0,80-1-1235 0 0,-92-4 462 0 0,9 0-6533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8.6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57 7370 0 0,'-5'-20'2398'0'0,"-5"-11"3991"0"0,10 30-6308 0 0,-1 1 0 0 0,1-1 0 0 0,0 1-1 0 0,-1 0 1 0 0,1-1 0 0 0,-1 1 0 0 0,1 0 0 0 0,-1-1 0 0 0,1 1 0 0 0,-1 0 0 0 0,1-1 0 0 0,-1 1 0 0 0,1 0 0 0 0,-1 0 0 0 0,1 0 0 0 0,-1 0-1 0 0,1-1 1 0 0,-1 1 0 0 0,1 0 0 0 0,-1 0 0 0 0,1 0 0 0 0,-1 0 0 0 0,0 0 0 0 0,1 0 0 0 0,-1 0 0 0 0,1 1 0 0 0,-1-1 0 0 0,1 0 0 0 0,-1 0-1 0 0,1 0 1 0 0,-1 0 0 0 0,1 1 0 0 0,-1-1 0 0 0,1 0 0 0 0,-1 1 0 0 0,1-1 0 0 0,-1 0 0 0 0,1 1 0 0 0,0-1 0 0 0,-1 0 0 0 0,1 1 0 0 0,-1-1-1 0 0,1 1 1 0 0,0-1 0 0 0,0 1 0 0 0,-1-1 0 0 0,1 1 0 0 0,0-1 0 0 0,-1 1 0 0 0,-9 12 90 0 0,1 0-1 0 0,0 0 1 0 0,0 1 0 0 0,2 0 0 0 0,-1 0-1 0 0,2 1 1 0 0,0 0 0 0 0,1 0-1 0 0,0 0 1 0 0,2 1 0 0 0,-1 0-1 0 0,2 0 1 0 0,0 0 0 0 0,1 23 0 0 0,1-33-162 0 0,1 0 1 0 0,0 0 0 0 0,1 0 0 0 0,-1 0 0 0 0,1 0 0 0 0,1 0 0 0 0,-1 0 0 0 0,1-1 0 0 0,0 1-1 0 0,0-1 1 0 0,0 1 0 0 0,1-1 0 0 0,0 0 0 0 0,0-1 0 0 0,0 1 0 0 0,1-1 0 0 0,5 5-1 0 0,6 2 46 0 0,1 1-1 0 0,1-2 1 0 0,34 15-1 0 0,-9-4-24 0 0,-39-19-51 0 0,0 0 0 0 0,-1 0 0 0 0,0 0 0 0 0,1 0-1 0 0,-1 0 1 0 0,0 1 0 0 0,0-1 0 0 0,-1 1 0 0 0,1 0 0 0 0,0 0 0 0 0,-1 0 0 0 0,0 0 0 0 0,4 7 0 0 0,-5-8 2 0 0,-1 0 0 0 0,1 0 0 0 0,-1 0 0 0 0,0 0 0 0 0,0 0 0 0 0,0 0 0 0 0,0 0 1 0 0,0 0-1 0 0,-1 0 0 0 0,1-1 0 0 0,0 1 0 0 0,-1 0 0 0 0,0 0 0 0 0,1 0 0 0 0,-1 0 1 0 0,0 0-1 0 0,0-1 0 0 0,0 1 0 0 0,0 0 0 0 0,0-1 0 0 0,0 1 0 0 0,0-1 0 0 0,-1 1 0 0 0,1-1 1 0 0,-1 0-1 0 0,1 1 0 0 0,-1-1 0 0 0,-3 2 0 0 0,-10 8-1871 0 0,-3 1-5523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17972 0 0,'0'0'1878'0'0,"8"11"-435"0"0,6 19-1045 0 0,-2 0 1 0 0,-1 1 0 0 0,13 61 0 0 0,5 99 1048 0 0,-8-42-3009 0 0,-13-108-1428 0 0,21 63 0 0 0,-20-80-4233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1 287 5529 0 0,'35'-17'1820'0'0,"0"-2"-1"0"0,49-34 1 0 0,-39 25-885 0 0,46-36 603 0 0,-55 38-627 0 0,0 1 1 0 0,54-26-1 0 0,-89 50-852 0 0,0 1-1 0 0,0-1 0 0 0,0 1 0 0 0,1 0 1 0 0,-1-1-1 0 0,0 1 0 0 0,0 0 0 0 0,1 0 0 0 0,-1 0 1 0 0,0 0-1 0 0,0 0 0 0 0,1 0 0 0 0,-1 0 1 0 0,0 0-1 0 0,0 1 0 0 0,1-1 0 0 0,-1 1 0 0 0,0-1 1 0 0,0 0-1 0 0,0 1 0 0 0,0 0 0 0 0,0-1 0 0 0,1 1 1 0 0,-1 0-1 0 0,0 0 0 0 0,0-1 0 0 0,-1 1 1 0 0,1 0-1 0 0,0 0 0 0 0,0 0 0 0 0,0 0 0 0 0,-1 0 1 0 0,1 0-1 0 0,0 0 0 0 0,-1 1 0 0 0,1-1 1 0 0,-1 0-1 0 0,1 2 0 0 0,4 8 290 0 0,-1 0 1 0 0,-1 1-1 0 0,3 17 1 0 0,0-6-61 0 0,0-1-28 0 0,-4-11-128 0 0,1-1-1 0 0,0 0 1 0 0,1 0-1 0 0,0 0 1 0 0,0 0-1 0 0,1 0 1 0 0,0-1-1 0 0,1 0 1 0 0,9 12-1 0 0,-14-20-112 0 0,0 0-1 0 0,0 0 0 0 0,1 0 1 0 0,-1 0-1 0 0,0 0 0 0 0,0 0 1 0 0,0-1-1 0 0,1 1 0 0 0,-1 0 1 0 0,0-1-1 0 0,1 1 0 0 0,-1-1 1 0 0,0 0-1 0 0,1 1 1 0 0,-1-1-1 0 0,1 0 0 0 0,-1 0 1 0 0,0 0-1 0 0,1 0 0 0 0,-1 0 1 0 0,1 0-1 0 0,-1 0 0 0 0,2-1 1 0 0,0 0-7 0 0,-1 0 0 0 0,1-1 1 0 0,-1 1-1 0 0,0 0 1 0 0,0-1-1 0 0,1 0 0 0 0,-1 1 1 0 0,0-1-1 0 0,0 0 0 0 0,0 0 1 0 0,2-4-1 0 0,4-6-68 0 0,0 0 1 0 0,-1-1-1 0 0,9-22 0 0 0,-12 26-12 0 0,3-9-56 0 0,-6 12 148 0 0,1 1 0 0 0,0 0 1 0 0,0 0-1 0 0,0 1 0 0 0,1-1 0 0 0,-1 0 1 0 0,1 1-1 0 0,0-1 0 0 0,7-6 0 0 0,-9 10-6 0 0,0 1-1 0 0,0 0 1 0 0,0 0-1 0 0,0-1 0 0 0,0 1 1 0 0,0 0-1 0 0,0 0 1 0 0,0 0-1 0 0,0 0 0 0 0,0 0 1 0 0,0 1-1 0 0,0-1 1 0 0,0 0-1 0 0,0 0 0 0 0,-1 1 1 0 0,1-1-1 0 0,0 0 1 0 0,0 1-1 0 0,0-1 0 0 0,0 1 1 0 0,0-1-1 0 0,-1 1 1 0 0,1-1-1 0 0,0 1 0 0 0,-1 0 1 0 0,1-1-1 0 0,0 1 1 0 0,-1 0-1 0 0,1 0 0 0 0,-1 0 1 0 0,2 0-1 0 0,20 33 97 0 0,-17-26-74 0 0,18 25-1367 0 0,42 47-1 0 0,-49-62 401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6:59.7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14 248 6913 0 0,'10'-11'675'0'0,"0"0"0"0"0,-1-1 0 0 0,-1 0 0 0 0,0 0 0 0 0,-1-1-1 0 0,8-17 1 0 0,-12 23-420 0 0,0 1 0 0 0,0-1 0 0 0,-1 0-1 0 0,0-1 1 0 0,0 1 0 0 0,-1 0 0 0 0,0-1 0 0 0,0 1-1 0 0,-1 0 1 0 0,0-1 0 0 0,0 1 0 0 0,-1-1 0 0 0,1 1 0 0 0,-3-8-1 0 0,2 13-190 0 0,1 0 0 0 0,0 1 0 0 0,-1-1 0 0 0,0 0 0 0 0,1 1 0 0 0,-1-1-1 0 0,0 0 1 0 0,0 1 0 0 0,0-1 0 0 0,0 1 0 0 0,0 0 0 0 0,0-1 0 0 0,0 1 0 0 0,0 0 0 0 0,-1 0-1 0 0,1-1 1 0 0,0 1 0 0 0,-1 0 0 0 0,-2-1 0 0 0,3 2-10 0 0,0 0 1 0 0,-1 0-1 0 0,1 0 0 0 0,0 0 1 0 0,0 0-1 0 0,0 0 0 0 0,0 0 1 0 0,0 1-1 0 0,0-1 0 0 0,0 0 0 0 0,-1 1 1 0 0,1-1-1 0 0,0 1 0 0 0,0 0 1 0 0,0-1-1 0 0,1 1 0 0 0,-1 0 1 0 0,0-1-1 0 0,0 1 0 0 0,0 0 1 0 0,0 0-1 0 0,0 1 0 0 0,-4 4 156 0 0,0 1-1 0 0,0 0 1 0 0,1 0-1 0 0,0 0 0 0 0,1 1 1 0 0,-6 13-1 0 0,6-9 27 0 0,0 1 1 0 0,0-1-1 0 0,1 1 0 0 0,0-1 1 0 0,2 1-1 0 0,-1 0 0 0 0,1-1 1 0 0,1 1-1 0 0,3 17 0 0 0,-3-26-273 0 0,0 0 0 0 0,0-1-1 0 0,0 1 1 0 0,1-1 0 0 0,-1 1-1 0 0,1-1 1 0 0,0 1 0 0 0,0-1 0 0 0,0 0-1 0 0,0 0 1 0 0,0 0 0 0 0,1 0-1 0 0,0 0 1 0 0,-1 0 0 0 0,1-1 0 0 0,0 1-1 0 0,0-1 1 0 0,5 3 0 0 0,-4-4-358 0 0,0 1 1 0 0,1-1-1 0 0,-1 0 1 0 0,0 0-1 0 0,0 0 1 0 0,1 0-1 0 0,-1-1 1 0 0,1 0-1 0 0,-1 0 1 0 0,0 0-1 0 0,1 0 1 0 0,5-2-1 0 0,12-3-6477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72 4609 0 0,'3'-29'1633'0'0,"-2"28"-1287"0"0,-1 0 1 0 0,0 0 0 0 0,0 0-1 0 0,0 0 1 0 0,0 0-1 0 0,0 0 1 0 0,0 0-1 0 0,0 0 1 0 0,-1 0 0 0 0,1 0-1 0 0,0 0 1 0 0,0 0-1 0 0,-1 0 1 0 0,-5-7 3465 0 0,4 6-3465 0 0,1 2-190 0 0,0 0 1 0 0,0 1-1 0 0,0-1 0 0 0,0 0 1 0 0,1 0-1 0 0,-1 1 1 0 0,0-1-1 0 0,0 1 1 0 0,0-1-1 0 0,1 0 1 0 0,-1 1-1 0 0,0 0 1 0 0,0-1-1 0 0,1 1 1 0 0,-1-1-1 0 0,0 1 1 0 0,1 0-1 0 0,-1 0 1 0 0,1-1-1 0 0,-1 1 1 0 0,1 0-1 0 0,-1 0 0 0 0,1-1 1 0 0,0 1-1 0 0,-1 0 1 0 0,1 0-1 0 0,0 2 1 0 0,-10 25 1091 0 0,7-10-1046 0 0,0-1-1 0 0,0 1 1 0 0,2-1-1 0 0,0 1 0 0 0,1 0 1 0 0,3 18-1 0 0,-2-28-184 0 0,0-1 0 0 0,1 1-1 0 0,0 0 1 0 0,0-1-1 0 0,1 0 1 0 0,0 1-1 0 0,5 7 1 0 0,-6-11-17 0 0,0-1-1 0 0,1 1 1 0 0,0-1-1 0 0,-1 0 1 0 0,1 0-1 0 0,0 0 1 0 0,1 0-1 0 0,-1 0 1 0 0,0-1-1 0 0,1 0 1 0 0,0 1-1 0 0,-1-1 1 0 0,1 0-1 0 0,4 1 1 0 0,-6-2-2 0 0,0 0 1 0 0,0 0-1 0 0,0-1 1 0 0,0 1-1 0 0,1-1 0 0 0,-1 1 1 0 0,0-1-1 0 0,0 0 1 0 0,0 1-1 0 0,0-1 1 0 0,0 0-1 0 0,1-1 0 0 0,-1 1 1 0 0,0 0-1 0 0,0 0 1 0 0,0-1-1 0 0,0 0 1 0 0,0 1-1 0 0,0-1 1 0 0,0 0-1 0 0,0 0 0 0 0,0 0 1 0 0,0 0-1 0 0,0 0 1 0 0,-1 0-1 0 0,1-1 1 0 0,0 1-1 0 0,-1-1 0 0 0,1 1 1 0 0,-1-1-1 0 0,1 0 1 0 0,-1 1-1 0 0,0-1 1 0 0,0 0-1 0 0,0 0 1 0 0,0 0-1 0 0,0 0 0 0 0,0 0 1 0 0,0 0-1 0 0,-1 0 1 0 0,1 0-1 0 0,0-4 1 0 0,0-2-49 0 0,0 0 0 0 0,0 0 0 0 0,-1 1 1 0 0,1-1-1 0 0,-2 0 0 0 0,1 0 1 0 0,-1 0-1 0 0,-1 0 0 0 0,1 1 0 0 0,-5-14 1 0 0,-4 2-256 0 0,0 0 1 0 0,-1 1 0 0 0,-1 0-1 0 0,-24-29 1 0 0,0 1-2255 0 0,29 33 1624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0,'4'17'1752'0'0,"1"1"-1"0"0,0-1 0 0 0,1 0 0 0 0,1 0 0 0 0,8 16 1 0 0,8 16 506 0 0,-20-41-1947 0 0,18 39 1231 0 0,-20-46-1512 0 0,0 1 1 0 0,0 0-1 0 0,1 0 0 0 0,-1-1 0 0 0,0 1 0 0 0,0-1 0 0 0,1 1 0 0 0,-1-1 0 0 0,1 1 1 0 0,-1-1-1 0 0,1 0 0 0 0,0 0 0 0 0,0 0 0 0 0,-1 0 0 0 0,1 0 0 0 0,0 0 0 0 0,0 0 0 0 0,0-1 1 0 0,0 1-1 0 0,4 0 0 0 0,-4-1-57 0 0,0-1-1 0 0,0 0 1 0 0,0 1 0 0 0,-1-1 0 0 0,1 0 0 0 0,0 0-1 0 0,0 0 1 0 0,-1 0 0 0 0,1 0 0 0 0,0 0 0 0 0,-1-1 0 0 0,1 1-1 0 0,-1 0 1 0 0,0-1 0 0 0,1 1 0 0 0,-1-1 0 0 0,0 0-1 0 0,0 1 1 0 0,1-4 0 0 0,20-38-861 0 0,-20 38 719 0 0,11-31-562 0 0,-8 19 414 0 0,2 0 1 0 0,8-19-1 0 0,-13 33 319 0 0,-1 0 0 0 0,1 0 0 0 0,0 1 0 0 0,0-1 0 0 0,0 0-1 0 0,0 1 1 0 0,0-1 0 0 0,0 1 0 0 0,1-1 0 0 0,-1 1 0 0 0,1 0 0 0 0,0 0 0 0 0,0 0 0 0 0,-1 1 0 0 0,1-1 0 0 0,0 1-1 0 0,5-2 1 0 0,-6 2 58 0 0,0 1-1 0 0,-1 0 1 0 0,1 0-1 0 0,0 0 1 0 0,-1 0 0 0 0,1 0-1 0 0,-1 0 1 0 0,1 1-1 0 0,0-1 1 0 0,-1 0-1 0 0,1 1 1 0 0,-1-1-1 0 0,1 1 1 0 0,-1 0-1 0 0,1-1 1 0 0,-1 1-1 0 0,1 0 1 0 0,-1 0-1 0 0,2 1 1 0 0,23 27 1350 0 0,-24-26-1496 0 0,0 0 0 0 0,0-1-1 0 0,0 1 1 0 0,0 0 0 0 0,0-1-1 0 0,1 1 1 0 0,0-1 0 0 0,-1 0-1 0 0,1 0 1 0 0,0 0 0 0 0,0 0-1 0 0,0-1 1 0 0,6 3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14283 0 0,'5'6'1321'0'0,"-1"0"0"0"0,1 0 0 0 0,-1 0-1 0 0,0 0 1 0 0,3 10 0 0 0,28 73-847 0 0,-25-62 150 0 0,31 81-25 0 0,51 165-1006 0 0,-90-263-466 0 0,1 0-1 0 0,-2 0 0 0 0,1 15 0 0 0,-3-12-437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6 157 656 0 0,'0'0'76'0'0,"0"0"-1"0"0,0 0 1 0 0,-1 0 0 0 0,1 0-1 0 0,0 0 1 0 0,0 0-1 0 0,-1 0 1 0 0,1 0-1 0 0,0 0 1 0 0,0 0 0 0 0,0 0-1 0 0,-1-1 1 0 0,0 0 604 0 0,1 1-604 0 0,0 0-1 0 0,-1 0 1 0 0,1-1 0 0 0,0 1-1 0 0,0 0 1 0 0,0 0-1 0 0,0 0 1 0 0,0-1-1 0 0,0 1 1 0 0,0 0 0 0 0,0 0-1 0 0,0 0 1 0 0,0-1-1 0 0,0 1 1 0 0,0 0 0 0 0,0 0-1 0 0,0-1 1 0 0,0 1-1 0 0,0 0 1 0 0,0 0 0 0 0,0 0-1 0 0,0-1 1 0 0,0 1-1 0 0,0 0 1 0 0,0 0 0 0 0,0-1-1 0 0,0 1 1 0 0,0 0-1 0 0,1 0 1 0 0,-1-1 151 0 0,0 1-152 0 0,18-16 4712 0 0,32-18 1086 0 0,-44 30-6048 0 0,20-11-131 0 0,30-14 1 0 0,-28 18-2181 0 0,0 0-1 0 0,49-11 1 0 0,-52 17 2312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0,'2'5'827'0'0,"-1"-1"-1"0"0,1 1 1 0 0,0-1-1 0 0,0 0 1 0 0,0 0-1 0 0,1 0 1 0 0,0 0-1 0 0,-1 0 1 0 0,5 4-1 0 0,1 3-314 0 0,-3-5-73 0 0,73 117 3662 0 0,-71-110-3996 0 0,-1 0 0 0 0,0 0-1 0 0,0 1 1 0 0,-2 0 0 0 0,0 0 0 0 0,0 0 0 0 0,3 28-1 0 0,-10-9-929 0 0,2-32 619 0 0,1 0 0 0 0,-1 0 0 0 0,1 0 1 0 0,-1 0-1 0 0,1 0 0 0 0,-1 0 0 0 0,0 0 1 0 0,1 0-1 0 0,-1 0 0 0 0,0 0 0 0 0,0 0 0 0 0,0 0 1 0 0,0 0-1 0 0,0-1 0 0 0,0 1 0 0 0,-1 1 1 0 0,-5 1-1289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2761 0 0,'0'-7'564'0'0,"-1"-1"0"0"0,2 1 0 0 0,-1-1 0 0 0,1 1 0 0 0,0-1 0 0 0,0 1 0 0 0,1 0 0 0 0,0-1 0 0 0,1 1 0 0 0,-1 0 0 0 0,1 0 0 0 0,1 0 0 0 0,-1 1 0 0 0,1-1 0 0 0,0 1 0 0 0,1 0 0 0 0,5-7 0 0 0,-6 9-286 0 0,0 0 0 0 0,0 0 1 0 0,0 0-1 0 0,0 1 1 0 0,0-1-1 0 0,1 1 1 0 0,0 0-1 0 0,-1 1 1 0 0,1-1-1 0 0,0 1 0 0 0,0 0 1 0 0,1 0-1 0 0,-1 1 1 0 0,0-1-1 0 0,1 1 1 0 0,-1 0-1 0 0,0 1 0 0 0,1-1 1 0 0,-1 1-1 0 0,1 0 1 0 0,-1 0-1 0 0,1 1 1 0 0,-1 0-1 0 0,6 1 1 0 0,-5 0-116 0 0,0 0 1 0 0,0 0-1 0 0,-1 1 1 0 0,1-1 0 0 0,-1 1-1 0 0,0 0 1 0 0,0 1-1 0 0,0-1 1 0 0,0 1 0 0 0,6 6-1 0 0,-10-8-130 0 0,1-1 1 0 0,-1 1-1 0 0,1 0 0 0 0,-1 0 0 0 0,0 0 0 0 0,0 0 0 0 0,0 0 0 0 0,0 0 1 0 0,0 1-1 0 0,0-1 0 0 0,0 0 0 0 0,-1 1 0 0 0,1-1 0 0 0,-1 0 0 0 0,0 1 1 0 0,0-1-1 0 0,0 0 0 0 0,0 1 0 0 0,0-1 0 0 0,0 0 0 0 0,-1 1 0 0 0,1-1 1 0 0,-1 0-1 0 0,1 0 0 0 0,-1 1 0 0 0,0-1 0 0 0,0 0 0 0 0,0 0 0 0 0,-2 3 1 0 0,-1 2-19 0 0,-1-1 0 0 0,0 0 0 0 0,0 0 0 0 0,-1 0 1 0 0,1 0-1 0 0,-1-1 0 0 0,0 0 0 0 0,-1-1 1 0 0,-7 6-1 0 0,-20 7-6367 0 0,15-9-730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1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0 333 14051 0 0,'2'2'130'0'0,"0"0"0"0"0,-1 0 0 0 0,1 1-1 0 0,-1-1 1 0 0,0 0 0 0 0,0 1 0 0 0,0 0 0 0 0,0-1 0 0 0,0 1-1 0 0,-1-1 1 0 0,1 1 0 0 0,-1 0 0 0 0,1 3 0 0 0,-1-2 223 0 0,6 55 1573 0 0,0 11-1009 0 0,-5-65-882 0 0,-1-1 0 0 0,2 0-1 0 0,-1 1 1 0 0,0-1 0 0 0,1 0-1 0 0,0 0 1 0 0,0 0 0 0 0,0 0-1 0 0,0-1 1 0 0,1 1 0 0 0,0-1-1 0 0,4 6 1 0 0,-6-8-36 0 0,0 0 0 0 0,0 0 0 0 0,0 0-1 0 0,0 0 1 0 0,0-1 0 0 0,0 1 0 0 0,0 0 0 0 0,1 0-1 0 0,-1-1 1 0 0,0 1 0 0 0,0-1 0 0 0,1 1 0 0 0,-1-1 0 0 0,1 1-1 0 0,-1-1 1 0 0,0 0 0 0 0,1 0 0 0 0,-1 0 0 0 0,1 0-1 0 0,-1 0 1 0 0,0 0 0 0 0,1 0 0 0 0,-1 0 0 0 0,3-1-1 0 0,-2 0-65 0 0,1-1-1 0 0,-1 1 0 0 0,0 0 1 0 0,0-1-1 0 0,0 0 0 0 0,0 1 1 0 0,-1-1-1 0 0,1 0 0 0 0,0 0 1 0 0,-1 0-1 0 0,1 0 0 0 0,1-4 0 0 0,3-5-532 0 0,-1-1-1 0 0,0 1 0 0 0,-1-1 0 0 0,4-17 0 0 0,5-42-4957 0 0,8-118 1 0 0,-15 77 5385 0 0,-1 36 4496 0 0,-6 75-4025 0 0,1 0-1 0 0,0 0 1 0 0,0 1-1 0 0,0-1 1 0 0,0 0-1 0 0,0 0 1 0 0,0 0-1 0 0,0 0 1 0 0,0 0-1 0 0,0 0 1 0 0,1 0-1 0 0,-1 0 1 0 0,0 0-1 0 0,1 1 1 0 0,-1-1 0 0 0,0 0-1 0 0,1 0 1 0 0,-1 0-1 0 0,1 0 1 0 0,-1 1-1 0 0,2-2 598 0 0,0 0-598 0 0,-1 2-64 0 0,0 1-1 0 0,0-1 1 0 0,0 1-1 0 0,0-1 1 0 0,0 1 0 0 0,-1-1-1 0 0,1 1 1 0 0,0-1-1 0 0,0 1 1 0 0,-1 0-1 0 0,1 0 1 0 0,0-1 0 0 0,-1 1-1 0 0,1 0 1 0 0,-1 0-1 0 0,1 0 1 0 0,0 1-1 0 0,23 49 2082 0 0,-24-50-2312 0 0,17 43 230 0 0,2-1 1 0 0,2-1 0 0 0,2-1 0 0 0,1-1 0 0 0,2-1 0 0 0,34 38 0 0 0,-49-63-571 0 0,-1-1-86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02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1 176 10594 0 0,'2'2'472'0'0,"1"-2"96"0"0,0 1-455 0 0,0-1-113 0 0,1 0 0 0 0,-1 0 0 0 0,2-1 1144 0 0,4-1 200 0 0,6-2 48 0 0,5-3 9 0 0,5-1-561 0 0,0-5-104 0 0,3-2-32 0 0,-2-3 0 0 0,2-3-1272 0 0,0-4-256 0 0,1-6-48 0 0,3-2-16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15.00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672 173 2304 0 0,'-1'-5'74'0'0,"0"0"-1"0"0,0 0 1 0 0,-1 1-1 0 0,1-1 1 0 0,-1 1-1 0 0,0 0 1 0 0,0-1-1 0 0,-1 1 1 0 0,1 0-1 0 0,-1 0 1 0 0,0 0-1 0 0,0 1 0 0 0,0-1 1 0 0,0 1-1 0 0,-1-1 1 0 0,1 1-1 0 0,-6-3 1 0 0,2 2 37 0 0,1 1 0 0 0,-1 0 0 0 0,0 1 0 0 0,0 0 0 0 0,1 0 0 0 0,-2 0 1 0 0,1 1-1 0 0,0 0 0 0 0,0 0 0 0 0,-13 1 0 0 0,-27-1-34 0 0,1 2 1 0 0,0 2-1 0 0,0 2 0 0 0,1 2 1 0 0,-58 16-1 0 0,22 6 287 0 0,10-3 1225 0 0,22-12 2371 0 0,189-55-3755 0 0,97-22 828 0 0,125 1 1173 0 0,-325 55-2028 0 0,1 2-1 0 0,-1 2 1 0 0,0 2 0 0 0,1 1 0 0 0,73 10 0 0 0,-106-9-190 0 0,-1 0-1 0 0,0 0 1 0 0,1 0 0 0 0,-1 1 0 0 0,0-1 0 0 0,0 1 0 0 0,0 0 0 0 0,0 0 0 0 0,0 1-1 0 0,6 4 1 0 0,-52 8-925 0 0,-17 1 704 0 0,2 2 1 0 0,0 3 0 0 0,1 2 0 0 0,-82 47-1 0 0,14 0-615 0 0,-41 24 235 0 0,145-81 714 0 0,2 1 1 0 0,0 1 0 0 0,-31 32-1 0 0,40-38-110 0 0,1 1 0 0 0,0 0-1 0 0,1 0 1 0 0,0 1 0 0 0,1 0-1 0 0,0 0 1 0 0,1 0 0 0 0,-8 23-1 0 0,13-31-30 0 0,-1-1 0 0 0,0 1-1 0 0,1-1 1 0 0,0 1 0 0 0,-1-1 0 0 0,1 1-1 0 0,0-1 1 0 0,0 1 0 0 0,1-1-1 0 0,-1 1 1 0 0,1-1 0 0 0,-1 1 0 0 0,1-1-1 0 0,0 1 1 0 0,-1-1 0 0 0,1 0-1 0 0,0 1 1 0 0,1-1 0 0 0,-1 0 0 0 0,0 0-1 0 0,3 3 1 0 0,-1-2 46 0 0,0-1 0 0 0,0 1 0 0 0,1 0 0 0 0,-1-1 0 0 0,1 0-1 0 0,0 1 1 0 0,0-1 0 0 0,0-1 0 0 0,0 1 0 0 0,0-1 0 0 0,6 2 0 0 0,10 1 347 0 0,0-1 0 0 0,0-1 0 0 0,0-1 0 0 0,23-2 0 0 0,83-4 304 0 0,-31 0 631 0 0,176 14 0 0 0,-236-5-1301 0 0,127 22-230 0 0,-147-22 220 0 0,0 0 1 0 0,0 1-1 0 0,-1 0 0 0 0,1 2 0 0 0,-1-1 1 0 0,-1 2-1 0 0,1 0 0 0 0,15 12 0 0 0,-41-18 201 0 0,-1-1 0 0 0,1 0 0 0 0,-14-2-1 0 0,-177-21-1630 0 0,148 13 919 0 0,-1 3 1 0 0,1 2-1 0 0,-86 4 1 0 0,42 8-142 0 0,-109 14 2421 0 0,169-11-1222 0 0,20 0-725 0 0,19-11 166 0 0,0 1 0 0 0,-1-1-1 0 0,1 0 1 0 0,0 1 0 0 0,-1-1-1 0 0,1 1 1 0 0,0-1-1 0 0,0 0 1 0 0,-1 1 0 0 0,1-1-1 0 0,0 1 1 0 0,0-1 0 0 0,0 1-1 0 0,0-1 1 0 0,0 1-1 0 0,0-1 1 0 0,0 1 0 0 0,-1-1-1 0 0,1 1 1 0 0,0-1 0 0 0,1 1-1 0 0,-1-1 1 0 0,0 1-1 0 0,0-1 1 0 0,0 1 0 0 0,0-1-1 0 0,0 1 1 0 0,0-1 0 0 0,1 0-1 0 0,-1 1 1 0 0,0 0 0 0 0,2 0-128 0 0,-1 0 1 0 0,0 1 0 0 0,1-1-1 0 0,-1 0 1 0 0,1 0 0 0 0,0 0-1 0 0,-1 0 1 0 0,1 0 0 0 0,0 0-1 0 0,0 0 1 0 0,-1-1 0 0 0,1 1-1 0 0,0-1 1 0 0,0 1 0 0 0,0-1-1 0 0,2 0 1 0 0,36 3-1149 0 0,-34-3 998 0 0,142 4-1086 0 0,207 13 2198 0 0,-327-14-819 0 0,1-1 1 0 0,-1-1 0 0 0,0-1-1 0 0,0-2 1 0 0,55-10-1 0 0,-75 10 43 0 0,0-1-1 0 0,0 1 1 0 0,0-1-1 0 0,0 0 1 0 0,-1-1 0 0 0,1 0-1 0 0,-1 0 1 0 0,0-1-1 0 0,0 1 1 0 0,-1-1-1 0 0,0-1 1 0 0,1 0-1 0 0,-2 1 1 0 0,1-2-1 0 0,-1 1 1 0 0,0-1-1 0 0,0 0 1 0 0,0 0-1 0 0,-1 0 1 0 0,-1 0-1 0 0,1-1 1 0 0,-1 0 0 0 0,0 0-1 0 0,3-13 1 0 0,-3 8 58 0 0,-1-1 1 0 0,0 0 0 0 0,0 0 0 0 0,-1 0 0 0 0,-1 0 0 0 0,0 0 0 0 0,-4-22 0 0 0,2 29-30 0 0,1 1 0 0 0,-1-1 0 0 0,0 1 0 0 0,-1 0 0 0 0,0 0 0 0 0,1 0 0 0 0,-2 0 0 0 0,1 1 0 0 0,-1-1 0 0 0,0 1 0 0 0,0 0 0 0 0,0 0 0 0 0,-1 0 0 0 0,0 0 0 0 0,0 1 0 0 0,0 0 0 0 0,0 0 0 0 0,-7-3 0 0 0,-10-5 402 0 0,0 2 1 0 0,-1 0 0 0 0,0 2-1 0 0,-1 0 1 0 0,-35-6 0 0 0,17 7-782 0 0,1 2 1 0 0,-61-1-1 0 0,88 7 181 0 0,0 0 1 0 0,0 1 0 0 0,1 1-1 0 0,-1 0 1 0 0,1 0-1 0 0,0 2 1 0 0,0-1-1 0 0,0 2 1 0 0,0 0-1 0 0,1 0 1 0 0,0 1-1 0 0,0 1 1 0 0,1 0-1 0 0,-12 10 1 0 0,-6 9-264 0 0,1 0 0 0 0,2 2 0 0 0,-41 58 0 0 0,64-84 340 0 0,1 1 1 0 0,-1 0-1 0 0,1-1 1 0 0,0 1-1 0 0,0 0 1 0 0,0 0-1 0 0,1 1 0 0 0,-1-1 1 0 0,0 6-1 0 0,0 4-201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0.74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197 271 3681 0 0,'-20'12'205'0'0,"0"0"1"0"0,1 2 0 0 0,0 1-1 0 0,2 0 1 0 0,-1 1 0 0 0,2 1-1 0 0,0 0 1 0 0,1 2 0 0 0,-14 22-1 0 0,28-40-227 0 0,0 0-1 0 0,1 0 0 0 0,-1 0 1 0 0,0 0-1 0 0,1 0 1 0 0,-1 0-1 0 0,1 0 1 0 0,-1 0-1 0 0,1 1 0 0 0,-1-1 1 0 0,1 0-1 0 0,0 0 1 0 0,0 1-1 0 0,-1-1 0 0 0,1 0 1 0 0,0 0-1 0 0,0 1 1 0 0,0-1-1 0 0,1 0 1 0 0,-1 3-1 0 0,1-3 21 0 0,0-1 1 0 0,-1 1-1 0 0,1 0 1 0 0,0 0-1 0 0,-1-1 0 0 0,1 1 1 0 0,0 0-1 0 0,0-1 1 0 0,0 1-1 0 0,0-1 0 0 0,-1 1 1 0 0,1-1-1 0 0,0 1 1 0 0,0-1-1 0 0,0 0 0 0 0,0 0 1 0 0,0 1-1 0 0,0-1 1 0 0,0 0-1 0 0,1 0 0 0 0,8 1 87 0 0,0-1-1 0 0,0-1 0 0 0,0 0 0 0 0,11-2 0 0 0,-15 2-45 0 0,64-8 740 0 0,-22 3-544 0 0,-1-1-1 0 0,1-3 0 0 0,56-19 1 0 0,-103 29-242 0 0,-1 0 0 0 0,0 0 1 0 0,1 0-1 0 0,-1 0 0 0 0,0 0 1 0 0,1 0-1 0 0,-1 0 0 0 0,0 0 1 0 0,1 0-1 0 0,-1 0 0 0 0,0 0 1 0 0,1-1-1 0 0,-1 1 0 0 0,0 0 1 0 0,1 0-1 0 0,-1 0 0 0 0,0-1 1 0 0,0 1-1 0 0,1 0 0 0 0,-1 0 1 0 0,0 0-1 0 0,0-1 0 0 0,1 1 1 0 0,-1 0-1 0 0,0-1 0 0 0,0 1 1 0 0,0 0-1 0 0,0 0 0 0 0,1-1 1 0 0,-1 1-1 0 0,0 0 1 0 0,0-1-1 0 0,0 0 0 0 0,-11-2 7 0 0,-21 2 28 0 0,-18 13-498 0 0,41-9 434 0 0,0 0 0 0 0,0 0 0 0 0,-1-1-1 0 0,1-1 1 0 0,0 1 0 0 0,-1-2 0 0 0,1 1-1 0 0,-1-1 1 0 0,1 0 0 0 0,-15-3 0 0 0,77-16 552 0 0,184-88 1993 0 0,-134 56-1960 0 0,-77 38-401 0 0,-16 7-72 0 0,0 1 1 0 0,1 0-1 0 0,0 1 0 0 0,17-5 0 0 0,-28 9-78 0 0,0 0-1 0 0,0 0 0 0 0,0 0 1 0 0,0 0-1 0 0,0 0 1 0 0,0 0-1 0 0,0 0 1 0 0,0 0-1 0 0,0 0 0 0 0,0 0 1 0 0,0 1-1 0 0,0-1 1 0 0,0 0-1 0 0,0 0 0 0 0,0 0 1 0 0,0 0-1 0 0,-13 4-125 0 0,-23 4-68 0 0,-11-6-281 0 0,-1-3 0 0 0,-83-12 0 0 0,78 6-224 0 0,-90 0 1 0 0,102 12-1149 0 0,61-10 960 0 0,122-47-429 0 0,-41 13 1721 0 0,172-62 756 0 0,-269 99-1151 0 0,0 1 0 0 0,1-1 0 0 0,-1 1 1 0 0,1 0-1 0 0,-1 0 0 0 0,8 0 0 0 0,-11 1-8 0 0,-1 0 0 0 0,1 0-1 0 0,-1 0 1 0 0,0 0 0 0 0,1 0 0 0 0,-1 0 0 0 0,0 0-1 0 0,1 1 1 0 0,-1-1 0 0 0,0 0 0 0 0,1 0-1 0 0,-1 0 1 0 0,0 0 0 0 0,1 1 0 0 0,-1-1 0 0 0,0 0-1 0 0,1 0 1 0 0,-1 1 0 0 0,0-1 0 0 0,0 0-1 0 0,1 0 1 0 0,-1 1 0 0 0,0-1 0 0 0,0 0 0 0 0,0 1-1 0 0,1-1 1 0 0,-1 0 0 0 0,0 1 0 0 0,0-1-1 0 0,0 1 1 0 0,0 0 0 0 0,0 1 1 0 0,0-1-1 0 0,0 1 0 0 0,-1-1 0 0 0,1 1 1 0 0,0-1-1 0 0,-1 1 0 0 0,1-1 0 0 0,-1 0 0 0 0,0 1 1 0 0,1-1-1 0 0,-3 2 0 0 0,-8 14-26 0 0,-1 0-1 0 0,0-1 1 0 0,-2-1 0 0 0,0 0-1 0 0,-21 17 1 0 0,-85 60-188 0 0,105-82 202 0 0,-16 13-48 0 0,-23 14 169 0 0,2 2 1 0 0,2 3 0 0 0,-69 72 0 0 0,118-113-13 0 0,0-1 1 0 0,0 1 0 0 0,0 0-1 0 0,0 0 1 0 0,0 0-1 0 0,0 1 1 0 0,0-1 0 0 0,1 0-1 0 0,-1 0 1 0 0,0 0-1 0 0,1 1 1 0 0,-1-1 0 0 0,1 0-1 0 0,-1 1 1 0 0,1-1-1 0 0,0 0 1 0 0,-1 1 0 0 0,1-1-1 0 0,0 0 1 0 0,0 1-1 0 0,0-1 1 0 0,0 1 0 0 0,0-1-1 0 0,0 1 1 0 0,1-1 0 0 0,-1 0-1 0 0,0 1 1 0 0,1-1-1 0 0,-1 0 1 0 0,1 2 0 0 0,1-1 14 0 0,0 0 0 0 0,0-1 0 0 0,0 0 0 0 0,0 1 0 0 0,1-1 0 0 0,-1 0 0 0 0,0 0 0 0 0,0 0 0 0 0,1-1 0 0 0,-1 1 0 0 0,0 0 0 0 0,1-1 0 0 0,-1 1 0 0 0,1-1 0 0 0,-1 0 0 0 0,1 0 0 0 0,3 0 0 0 0,3-1-143 0 0,1 0 0 0 0,-1 0 0 0 0,0-1-1 0 0,0 0 1 0 0,0-1 0 0 0,0 0 0 0 0,16-8 0 0 0,62-38-507 0 0,-21 11 58 0 0,-55 32 375 0 0,33-14-373 0 0,-41 19 458 0 0,-1 0 0 0 0,1 0-1 0 0,0 1 1 0 0,-1-1 0 0 0,1 0-1 0 0,0 1 1 0 0,0 0 0 0 0,-1 0-1 0 0,1 0 1 0 0,0 0-1 0 0,0 0 1 0 0,-1 1 0 0 0,1-1-1 0 0,3 2 1 0 0,-5-2 0 0 0,-1 1-1 0 0,1 0 1 0 0,-1-1 0 0 0,1 1-1 0 0,0 0 1 0 0,-1-1 0 0 0,0 1-1 0 0,1 0 1 0 0,-1 0 0 0 0,1 0-1 0 0,-1-1 1 0 0,0 1 0 0 0,0 0-1 0 0,1 0 1 0 0,-1 0 0 0 0,0 0-1 0 0,0 0 1 0 0,0 0 0 0 0,0 0-1 0 0,0-1 1 0 0,0 1 0 0 0,0 0-1 0 0,0 0 1 0 0,0 0 0 0 0,-1 0-1 0 0,1 0 1 0 0,0-1 0 0 0,-1 1-1 0 0,1 0 1 0 0,0 0 0 0 0,-1 1 0 0 0,-13 26-564 0 0,4-14 591 0 0,-1-1 0 0 0,0 0 0 0 0,-1-1 0 0 0,0-1 0 0 0,0 1 0 0 0,-27 16 0 0 0,-93 49 1647 0 0,118-70-1430 0 0,-20 10 439 0 0,23-12-432 0 0,-1 0 0 0 0,1 1 0 0 0,0 0 1 0 0,1 1-1 0 0,-16 13 0 0 0,63-29-337 0 0,165-85 2000 0 0,-32 13-973 0 0,-132 66-831 0 0,1 0 1 0 0,61-12 0 0 0,-98 26-205 0 0,1 0 0 0 0,-1 0 0 0 0,1 1 0 0 0,-1-1-1 0 0,1 1 1 0 0,0-1 0 0 0,-1 1 0 0 0,1 0 0 0 0,0 0 0 0 0,-1 0 0 0 0,1 1 0 0 0,0-1 0 0 0,-1 1 0 0 0,1-1 0 0 0,-1 1 0 0 0,1 0 0 0 0,-1 0-1 0 0,1 0 1 0 0,-1 0 0 0 0,0 0 0 0 0,1 1 0 0 0,-1-1 0 0 0,2 3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21.90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201 13 3681 0 0,'-1'-2'54'0'0,"-1"1"0"0"0,0 0 0 0 0,0 0 0 0 0,0-1 0 0 0,0 1 0 0 0,0 0 0 0 0,0 1 0 0 0,0-1 0 0 0,0 0 0 0 0,0 1 0 0 0,-1-1 0 0 0,1 1 0 0 0,0 0 0 0 0,0-1 0 0 0,0 1 0 0 0,-1 0 0 0 0,1 0 0 0 0,0 1 0 0 0,-4 0 0 0 0,3 0 37 0 0,-1 1 0 0 0,1-1 0 0 0,-1 1 0 0 0,1 0 0 0 0,0 1 0 0 0,-1-1 0 0 0,1 0-1 0 0,0 1 1 0 0,1 0 0 0 0,-6 5 0 0 0,-1 4-256 0 0,0 0-1 0 0,1 0 0 0 0,0 1 1 0 0,1 0-1 0 0,-6 16 0 0 0,-24 73-1137 0 0,31-83 1226 0 0,2-8 129 0 0,0-1 0 0 0,1 1-1 0 0,1 1 1 0 0,0-1-1 0 0,0 0 1 0 0,1 18 0 0 0,1-27 36 0 0,0 1 1 0 0,0-1-1 0 0,1 1 1 0 0,-1-1-1 0 0,1 1 1 0 0,0-1 0 0 0,-1 0-1 0 0,1 1 1 0 0,0-1-1 0 0,1 0 1 0 0,-1 1-1 0 0,0-1 1 0 0,1 0 0 0 0,-1 0-1 0 0,1 0 1 0 0,-1 0-1 0 0,1-1 1 0 0,0 1 0 0 0,0 0-1 0 0,0-1 1 0 0,0 1-1 0 0,0-1 1 0 0,0 0-1 0 0,0 0 1 0 0,1 1 0 0 0,-1-1-1 0 0,0-1 1 0 0,1 1-1 0 0,-1 0 1 0 0,1-1 0 0 0,-1 1-1 0 0,1-1 1 0 0,-1 0-1 0 0,1 1 1 0 0,2-2-1 0 0,8 2 328 0 0,1-1-1 0 0,-1-1 0 0 0,1 0 0 0 0,-1-1 0 0 0,0 0 0 0 0,0-1 1 0 0,16-6-1 0 0,9-6 677 0 0,37-19 1 0 0,-54 22-1032 0 0,1 2 1 0 0,0 0 0 0 0,0 2-1 0 0,0 0 1 0 0,1 2-1 0 0,39-7 1 0 0,-103 75-3871 0 0,35-57 3884 0 0,-38 27 580 0 0,32-24-418 0 0,1 0-1 0 0,0 0 0 0 0,0 1 1 0 0,1 1-1 0 0,0-1 0 0 0,-11 16 0 0 0,21-25-251 0 0,-1 0 0 0 0,1 1-1 0 0,0-1 1 0 0,-1 0 0 0 0,1 1-1 0 0,0-1 1 0 0,0 1 0 0 0,-1-1-1 0 0,1 1 1 0 0,0-1 0 0 0,0 0-1 0 0,-1 1 1 0 0,1-1 0 0 0,0 1-1 0 0,0-1 1 0 0,0 1 0 0 0,0-1-1 0 0,0 1 1 0 0,0-1 0 0 0,0 1-1 0 0,0 0 1 0 0,0-1 0 0 0,0 1-1 0 0,0-1 1 0 0,0 1-1 0 0,0-1 1 0 0,0 1 0 0 0,0-1-1 0 0,1 1 1 0 0,-1-1 0 0 0,0 0-1 0 0,0 1 1 0 0,1-1 0 0 0,-1 1-1 0 0,0-1 1 0 0,1 1 0 0 0,0 0-1 0 0,0-1-91 0 0,1 1 0 0 0,0 0 0 0 0,-1-1 0 0 0,1 1 0 0 0,0-1 0 0 0,0 0 0 0 0,-1 0-1 0 0,1 1 1 0 0,0-1 0 0 0,0 0 0 0 0,2-1 0 0 0,46-8-1785 0 0,196-96 4169 0 0,-238 103-2178 0 0,-8 6-168 0 0,-18 13-392 0 0,-30 22-505 0 0,16-17 513 0 0,2 2 0 0 0,-37 36 0 0 0,54-46 503 0 0,1-1 0 0 0,0 1 0 0 0,1 1 1 0 0,1 0-1 0 0,0 1 0 0 0,1 0 0 0 0,-8 19 0 0 0,16-33-83 0 0,0 0-1 0 0,0 0 1 0 0,0 0-1 0 0,1 0 1 0 0,-1 0 0 0 0,1 1-1 0 0,-1-1 1 0 0,1 0-1 0 0,0 0 1 0 0,0 0-1 0 0,0 1 1 0 0,0-1-1 0 0,0 0 1 0 0,0 0-1 0 0,1 1 1 0 0,-1-1-1 0 0,1 0 1 0 0,-1 0 0 0 0,1 0-1 0 0,1 3 1 0 0,-1-4-24 0 0,1 1 0 0 0,0-1 1 0 0,-1 0-1 0 0,1 0 0 0 0,-1 0 1 0 0,1 0-1 0 0,0 0 0 0 0,0 0 0 0 0,0-1 1 0 0,-1 1-1 0 0,1-1 0 0 0,0 1 1 0 0,0-1-1 0 0,0 1 0 0 0,0-1 1 0 0,0 0-1 0 0,0 0 0 0 0,0 0 1 0 0,0 0-1 0 0,0 0 0 0 0,0-1 1 0 0,0 1-1 0 0,3-2 0 0 0,31-6 273 0 0,-1-3 0 0 0,47-18 0 0 0,31-11 556 0 0,-98 36-707 0 0,1 0-1 0 0,-1 2 0 0 0,1 0 0 0 0,-1 0 0 0 0,25 2 0 0 0,-39 0-73 0 0,0-1 1 0 0,1 1 0 0 0,-1 0 0 0 0,0 1-1 0 0,1-1 1 0 0,-1 0 0 0 0,0 0-1 0 0,1 0 1 0 0,-1 1 0 0 0,0-1 0 0 0,0 1-1 0 0,0-1 1 0 0,1 1 0 0 0,-1-1 0 0 0,0 1-1 0 0,0 0 1 0 0,0 0 0 0 0,0-1 0 0 0,0 1-1 0 0,0 0 1 0 0,0 0 0 0 0,0 0-1 0 0,0 0 1 0 0,0 2 0 0 0,0-2-19 0 0,-1 1 0 0 0,0 0 0 0 0,0-1 0 0 0,0 1 0 0 0,0-1 1 0 0,0 1-1 0 0,0 0 0 0 0,0-1 0 0 0,0 1 0 0 0,-1-1 0 0 0,1 1 0 0 0,-1-1 0 0 0,1 1 0 0 0,-1-1 1 0 0,1 1-1 0 0,-3 2 0 0 0,-2 5-111 0 0,-1-1 0 0 0,0 1 0 0 0,-1-1 0 0 0,-12 12 0 0 0,-33 23 624 0 0,-1-2-1 0 0,-2-3 1 0 0,-75 40-1 0 0,124-75-664 0 0,-10 8-1567 0 0,24-13 1308 0 0,7-7 643 0 0,0-1 1 0 0,0 0-1 0 0,17-17 1 0 0,28-19 170 0 0,-33 30-249 0 0,1 1 0 0 0,0 1 0 0 0,0 1 0 0 0,38-11 0 0 0,-50 20-42 0 0,0 0 1 0 0,-1 1 0 0 0,1 0-1 0 0,0 1 1 0 0,1 1 0 0 0,-1 1-1 0 0,0 0 1 0 0,0 1-1 0 0,0 1 1 0 0,17 3 0 0 0,-32-5-73 0 0,0 0-1 0 0,-1 1 1 0 0,1-1 0 0 0,-1 0 0 0 0,1 0 0 0 0,0 0-1 0 0,-1 0 1 0 0,1 1 0 0 0,-1-1 0 0 0,1 0 0 0 0,-1 1-1 0 0,1-1 1 0 0,0 0 0 0 0,-1 1 0 0 0,1-1 0 0 0,-1 1-1 0 0,0-1 1 0 0,1 0 0 0 0,-1 1 0 0 0,1-1-1 0 0,-1 1 1 0 0,0 0 0 0 0,1-1 0 0 0,-1 1 0 0 0,0-1-1 0 0,0 1 1 0 0,1-1 0 0 0,-1 1 0 0 0,0 0 0 0 0,0 1 29 0 0,0-1 1 0 0,0 0 0 0 0,-1 1 0 0 0,1-1-1 0 0,-1 0 1 0 0,1 0 0 0 0,-1 1 0 0 0,1-1-1 0 0,-1 0 1 0 0,0 0 0 0 0,1 0-1 0 0,-1 0 1 0 0,-1 2 0 0 0,-41 35 1283 0 0,33-29-971 0 0,-3 1-870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123 79 5529 0 0,'-33'6'727'0'0,"27"-4"-275"0"0,-1-1 1 0 0,1 1 0 0 0,0-1-1 0 0,0 0 1 0 0,0-1-1 0 0,-1 0 1 0 0,1 0 0 0 0,0 0-1 0 0,-1 0 1 0 0,-11-4-1 0 0,18 4-376 0 0,-1 0-1 0 0,1 0 0 0 0,-1 0 1 0 0,1 0-1 0 0,0-1 0 0 0,-1 1 1 0 0,1 0-1 0 0,-1 0 0 0 0,1 0 1 0 0,0-1-1 0 0,-1 1 1 0 0,1 0-1 0 0,0-1 0 0 0,-1 1 1 0 0,1 0-1 0 0,0-1 0 0 0,0 1 1 0 0,-1 0-1 0 0,1-1 0 0 0,0 1 1 0 0,0-1-1 0 0,0 1 0 0 0,-1 0 1 0 0,1-1-1 0 0,0 1 0 0 0,0-1 1 0 0,0 1-1 0 0,0-1 0 0 0,0 1 1 0 0,0-1-1 0 0,0 1 0 0 0,0 0 1 0 0,0-2-1 0 0,11-12 1025 0 0,21-5-926 0 0,-18 16-330 0 0,0 1 1 0 0,0 0-1 0 0,1 1 1 0 0,-1 0-1 0 0,16 2 0 0 0,36-2-308 0 0,150-31 126 0 0,-213 32 379 0 0,0-1 1 0 0,-1 1 0 0 0,1 0 0 0 0,0 0-1 0 0,-1 0 1 0 0,1 0 0 0 0,0 0 0 0 0,0 0-1 0 0,-1 1 1 0 0,1-1 0 0 0,0 1 0 0 0,-1 0-1 0 0,1 0 1 0 0,-1 0 0 0 0,1 0 0 0 0,-1 0-1 0 0,1 1 1 0 0,2 1 0 0 0,-4-1 104 0 0,0 0-1 0 0,1 0 1 0 0,-1 0 0 0 0,0 0-1 0 0,0 0 1 0 0,0 0 0 0 0,0 0-1 0 0,0 0 1 0 0,-1 1 0 0 0,1-1-1 0 0,0 0 1 0 0,-1 0 0 0 0,0 1-1 0 0,0-1 1 0 0,0 0 0 0 0,0 1-1 0 0,0-1 1 0 0,0 0 0 0 0,0 1-1 0 0,-1-1 1 0 0,0 3 0 0 0,-4 46 627 0 0,1 1 0 0 0,3 0 1 0 0,11 92-1 0 0,-3-42-578 0 0,16 601 799 0 0,33 272-685 0 0,-23-509-75 0 0,6-21 70 0 0,-26-363-128 0 0,3 0 0 0 0,29 81 0 0 0,6 30-184 0 0,-50-191 16 0 0,-1-1 0 0 0,1 1 0 0 0,-1 0 0 0 0,0-1-1 0 0,1 1 1 0 0,-1 0 0 0 0,0-1 0 0 0,0 1 0 0 0,0 0 0 0 0,0-1 0 0 0,0 1 0 0 0,-1 0 0 0 0,1 0 0 0 0,0-1 0 0 0,-1 1-1 0 0,0 0 1 0 0,1-1 0 0 0,-1 1 0 0 0,0-1 0 0 0,1 1 0 0 0,-1-1 0 0 0,0 1 0 0 0,-3 2 0 0 0,1-2 38 0 0,-1 0 1 0 0,0 0 0 0 0,1 0-1 0 0,-1-1 1 0 0,0 1-1 0 0,0-1 1 0 0,0 0 0 0 0,-8 1-1 0 0,-32 8 85 0 0,0-3 0 0 0,-1-2 0 0 0,-84 0 0 0 0,118-6-754 0 0,1 0 0 0 0,-1 0 0 0 0,-18-6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3.7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1 159 5065 0 0,'0'-2'172'0'0,"0"0"0"0"0,0 1-1 0 0,0-1 1 0 0,0 1 0 0 0,1-1 0 0 0,-1 0-1 0 0,0 1 1 0 0,1-1 0 0 0,-1 1 0 0 0,1-1-1 0 0,-1 1 1 0 0,1-1 0 0 0,0 1-1 0 0,0 0 1 0 0,0-1 0 0 0,0 1 0 0 0,0 0-1 0 0,0-1 1 0 0,0 1 0 0 0,0 0 0 0 0,0 0-1 0 0,1 0 1 0 0,-1 0 0 0 0,0 0 0 0 0,1 0-1 0 0,1 0 1 0 0,41-22 2087 0 0,-24 16-1762 0 0,0 1 0 0 0,0 2 0 0 0,0 0 0 0 0,40-3 0 0 0,88 7 891 0 0,-73 1-545 0 0,-23-2-717 0 0,-1-2 0 0 0,1-2 0 0 0,-1-2 1 0 0,77-23-1 0 0,-105 23-260 0 0,37-10-339 0 0,-56 17-44 0 0,0-1 1 0 0,0 0-1 0 0,1 1 0 0 0,-1 0 1 0 0,0 0-1 0 0,6 1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56 2304 0 0,'-33'-15'1224'0'0,"16"7"1213"0"0,0 0 1 0 0,-1 1-1 0 0,0 1 1 0 0,-28-5-1 0 0,39 11 394 0 0,17 5-1015 0 0,-5-3-1951 0 0,-4-1 304 0 0,3 1-11 0 0,181 101 355 0 0,-149-81-479 0 0,-25-16-35 0 0,1 1 0 0 0,-2 0 1 0 0,1 1-1 0 0,-1 1 1 0 0,-1-1-1 0 0,14 16 1 0 0,-21-21 0 0 0,0-1 1 0 0,0 1-1 0 0,0 0 1 0 0,-1 0 0 0 0,1 0-1 0 0,-1 0 1 0 0,0 0 0 0 0,0 0-1 0 0,0 0 1 0 0,0 0 0 0 0,0 0-1 0 0,-1 1 1 0 0,0-1 0 0 0,1 0-1 0 0,-1 1 1 0 0,0-1-1 0 0,-1 0 1 0 0,1 0 0 0 0,0 1-1 0 0,-1-1 1 0 0,0 0 0 0 0,0 0-1 0 0,0 0 1 0 0,0 1 0 0 0,0-1-1 0 0,-1 0 1 0 0,1-1 0 0 0,-1 1-1 0 0,0 0 1 0 0,-3 3 0 0 0,-9 12 225 0 0,-1-2 0 0 0,-1 0 1 0 0,-19 15-1 0 0,17-16-1133 0 0,1 1 0 0 0,-25 30 0 0 0,35-38-550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4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 3225 0 0,'-3'0'289'0'0,"1"0"0"0"0,-1-1 0 0 0,1 1 0 0 0,-1 1 0 0 0,1-1 0 0 0,-1 0 0 0 0,1 1 0 0 0,-1-1 0 0 0,1 1 0 0 0,-1-1 1 0 0,1 1-1 0 0,-1 0 0 0 0,1 0 0 0 0,0 1 0 0 0,0-1 0 0 0,0 0 0 0 0,-1 1 0 0 0,1-1 0 0 0,1 1 0 0 0,-1-1 0 0 0,0 1 0 0 0,0 0 1 0 0,1 0-1 0 0,-1 0 0 0 0,0 0 0 0 0,1 0 0 0 0,0 0 0 0 0,0 1 0 0 0,0-1 0 0 0,-2 4 0 0 0,-2 5 312 0 0,1 0 1 0 0,0 0-1 0 0,1 0 0 0 0,0 0 1 0 0,-2 16-1 0 0,-16 234 2558 0 0,11-93-3680 0 0,7-129-161 0 0,0 2-4356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4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0 226 4609 0 0,'6'-28'-29'0'0,"-5"27"283"0"0,-1-1 0 0 0,1 0 0 0 0,1 1 0 0 0,-1-1-1 0 0,0 1 1 0 0,0 0 0 0 0,0-1 0 0 0,1 1-1 0 0,-1 0 1 0 0,1 0 0 0 0,-1-1 0 0 0,1 1-1 0 0,-1 0 1 0 0,1 1 0 0 0,0-1 0 0 0,2-1-1 0 0,-2 1 66 0 0,1 1 0 0 0,0-1 0 0 0,0 1 0 0 0,0 0 0 0 0,0 0-1 0 0,0 0 1 0 0,0 0 0 0 0,0 0 0 0 0,-1 0 0 0 0,1 1 0 0 0,0 0 0 0 0,0-1-1 0 0,0 1 1 0 0,-1 0 0 0 0,1 0 0 0 0,0 1 0 0 0,-1-1 0 0 0,1 0-1 0 0,3 3 1 0 0,18 16 2 0 0,0 1-1 0 0,-1 0 0 0 0,31 40 0 0 0,30 28 28 0 0,-83-88-279 0 0,-1 0 0 0 0,1 0 1 0 0,0 0-1 0 0,0 0 0 0 0,0 0 0 0 0,0 0 1 0 0,0 0-1 0 0,0-1 0 0 0,1 1 1 0 0,-1 0-1 0 0,0-1 0 0 0,0 1 1 0 0,0-1-1 0 0,1 1 0 0 0,-1-1 1 0 0,0 1-1 0 0,1-1 0 0 0,-1 0 0 0 0,0 0 1 0 0,1 0-1 0 0,-1 0 0 0 0,0 0 1 0 0,1 0-1 0 0,-1 0 0 0 0,0 0 1 0 0,1 0-1 0 0,1-1 0 0 0,-2 0 50 0 0,0-1-1 0 0,0 1 1 0 0,0 0 0 0 0,0-1-1 0 0,0 1 1 0 0,0-1 0 0 0,0 1-1 0 0,-1-1 1 0 0,1 0-1 0 0,-1 1 1 0 0,1-1 0 0 0,-1 0-1 0 0,1 1 1 0 0,-1-1-1 0 0,0 0 1 0 0,0 1 0 0 0,0-1-1 0 0,0 0 1 0 0,0 0 0 0 0,-1-2-1 0 0,-2-49 652 0 0,-2-108 80 0 0,6 145-1475 0 0,0 1 0 0 0,1-1 0 0 0,1 0 0 0 0,0 1 1 0 0,1 0-1 0 0,1 0 0 0 0,13-28 0 0 0,-12 33-1660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4T23:07:35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68 2304 0 0,'-1'-1'229'0'0,"1"0"-1"0"0,-1 0 0 0 0,1 1 0 0 0,-1-1 0 0 0,0 0 1 0 0,1 0-1 0 0,-1 0 0 0 0,0 0 0 0 0,1 1 0 0 0,-1-1 1 0 0,0 0-1 0 0,0 1 0 0 0,0-1 0 0 0,0 1 0 0 0,0-1 0 0 0,1 1 1 0 0,-1-1-1 0 0,0 1 0 0 0,0-1 0 0 0,0 1 0 0 0,0 0 1 0 0,0 0-1 0 0,-1-1 0 0 0,1 1 0 0 0,0 0 0 0 0,0 0 1 0 0,0 0-1 0 0,0 0 0 0 0,0 0 0 0 0,0 1 0 0 0,0-1 0 0 0,-1 0 1 0 0,1 1-26 0 0,-1 0 1 0 0,1 0-1 0 0,0 0 1 0 0,0 0-1 0 0,0 0 1 0 0,0 0-1 0 0,0 0 1 0 0,0 0-1 0 0,1 0 1 0 0,-1 0-1 0 0,0 0 1 0 0,0 0-1 0 0,1 1 1 0 0,-1-1-1 0 0,1 0 1 0 0,-1 1-1 0 0,1-1 1 0 0,-1 0-1 0 0,1 1 1 0 0,0-1-1 0 0,0 1 1 0 0,0 1-1 0 0,-2 24 549 0 0,2 1 1 0 0,1 0-1 0 0,6 31 0 0 0,-6-49-708 0 0,1 0 0 0 0,1 0 0 0 0,0 0 0 0 0,0 0 0 0 0,1-1 0 0 0,0 1 0 0 0,0-1 0 0 0,1 0 0 0 0,0 0 0 0 0,1-1 0 0 0,12 15 0 0 0,-16-21 20 0 0,1 0 0 0 0,-1 0-1 0 0,1 0 1 0 0,-1 0 0 0 0,1-1 0 0 0,0 1 0 0 0,0-1 0 0 0,-1 0 0 0 0,1 0-1 0 0,0 0 1 0 0,0 0 0 0 0,0 0 0 0 0,1-1 0 0 0,-1 1 0 0 0,0-1 0 0 0,0 0 0 0 0,0 0-1 0 0,0 0 1 0 0,0 0 0 0 0,0 0 0 0 0,0-1 0 0 0,1 0 0 0 0,-1 1 0 0 0,0-1-1 0 0,-1 0 1 0 0,1-1 0 0 0,0 1 0 0 0,0 0 0 0 0,0-1 0 0 0,-1 0 0 0 0,1 1-1 0 0,3-4 1 0 0,-1 1 66 0 0,1 0-1 0 0,-1-1 1 0 0,1 0-1 0 0,-1 0 0 0 0,-1 0 1 0 0,1-1-1 0 0,-1 0 1 0 0,0 0-1 0 0,0 0 1 0 0,-1 0-1 0 0,0 0 0 0 0,0-1 1 0 0,3-8-1 0 0,-3-2-18 0 0,-1 1 0 0 0,0-1 0 0 0,-2 1 0 0 0,0-1 0 0 0,0 0 0 0 0,-2 1 0 0 0,0-1 0 0 0,-1 1 0 0 0,0 0 0 0 0,-1 0 0 0 0,-1 0 0 0 0,-1 0 0 0 0,-10-20 0 0 0,15 34-146 0 0,0 1 0 0 0,0 0 0 0 0,0 0 0 0 0,0 0-1 0 0,0-1 1 0 0,0 1 0 0 0,0 0 0 0 0,0 0 0 0 0,0 1 0 0 0,-1-1 0 0 0,1 0-1 0 0,0 0 1 0 0,-1 0 0 0 0,1 1 0 0 0,0-1 0 0 0,-1 1 0 0 0,1-1 0 0 0,-1 1 0 0 0,1 0-1 0 0,-1-1 1 0 0,1 1 0 0 0,-1 0 0 0 0,1 0 0 0 0,-1 0 0 0 0,1 0 0 0 0,-1 0 0 0 0,1 0-1 0 0,-1 1 1 0 0,1-1 0 0 0,-1 0 0 0 0,1 1 0 0 0,-1-1 0 0 0,1 1 0 0 0,0 0 0 0 0,-1-1-1 0 0,1 1 1 0 0,0 0 0 0 0,0 0 0 0 0,-1 0 0 0 0,1 0 0 0 0,0 0 0 0 0,0 0 0 0 0,-1 1-1 0 0,-12 10-522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9.2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97 6913 0 0,'7'-19'1277'0'0,"-4"10"2"0"0,0-1 1 0 0,1 1-1 0 0,0 0 1 0 0,1 0-1 0 0,0 1 1 0 0,11-15-1 0 0,-16 23-1210 0 0,0 0 0 0 0,1 0 0 0 0,-1 0 0 0 0,0 0 0 0 0,1 0-1 0 0,-1 0 1 0 0,0 0 0 0 0,0 0 0 0 0,1 0 0 0 0,-1 0 0 0 0,0 0 0 0 0,0 1-1 0 0,1-1 1 0 0,-1 0 0 0 0,0 0 0 0 0,0 0 0 0 0,1 0 0 0 0,-1 1 0 0 0,0-1-1 0 0,0 0 1 0 0,0 0 0 0 0,1 0 0 0 0,-1 1 0 0 0,0-1 0 0 0,0 0 0 0 0,0 0-1 0 0,0 1 1 0 0,0-1 0 0 0,1 0 0 0 0,-1 1 0 0 0,0-1 0 0 0,0 0 0 0 0,0 0-1 0 0,0 1 1 0 0,0-1 0 0 0,0 0 0 0 0,0 1 0 0 0,0-1 0 0 0,0 0 0 0 0,0 0-1 0 0,0 1 1 0 0,0-1 0 0 0,0 0 0 0 0,-1 1 0 0 0,1-1 0 0 0,2 18 499 0 0,-2-18-552 0 0,83 859 1719 0 0,-45-656-1708 0 0,-22-136 18 0 0,-3 2 0 0 0,-3 0 0 0 0,2 99 0 0 0,-18-93-14 0 0,5-67-57 0 0,0 0 0 0 0,-1-1 0 0 0,0 1 0 0 0,0-1 0 0 0,-1 0 0 0 0,0 0 0 0 0,-6 11 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9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23 4145 0 0,'-27'3'234'0'0,"-37"1"4653"0"0,118-20-526 0 0,-19 10-3556 0 0,1 2 0 0 0,0 2 1 0 0,0 1-1 0 0,40 4 0 0 0,142 25 827 0 0,-151-17-1459 0 0,0 4-1 0 0,-1 2 0 0 0,-1 3 1 0 0,82 37-1 0 0,-108-38-203 0 0,0 1 0 0 0,-1 2 1 0 0,-2 2-1 0 0,0 1 0 0 0,-1 2 0 0 0,-2 1 0 0 0,54 59 0 0 0,-50-43-112 0 0,-1 2 0 0 0,-2 1-1 0 0,32 62 1 0 0,-53-84 150 0 0,-1 0 0 0 0,-1 1 0 0 0,-2 0 0 0 0,0 1 0 0 0,-2 0 1 0 0,-1 0-1 0 0,-1 1 0 0 0,2 48 0 0 0,-6-40 60 0 0,-1 0 0 0 0,-3 0 1 0 0,0 0-1 0 0,-15 59 0 0 0,15-83 13 0 0,0-1-1 0 0,-1 0 0 0 0,-1 0 1 0 0,0 0-1 0 0,0 0 1 0 0,-1-1-1 0 0,0 0 0 0 0,-1 0 1 0 0,0 0-1 0 0,-1-1 1 0 0,0 0-1 0 0,0-1 0 0 0,-1 0 1 0 0,0 0-1 0 0,0-1 1 0 0,-1 0-1 0 0,-19 11 1 0 0,-31 10 484 0 0,-2-2 1 0 0,-67 18 0 0 0,87-33-1119 0 0,1-2-1 0 0,-1-1 1 0 0,0-3 0 0 0,-58 1 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0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310 70 3225 0 0,'-22'-23'2472'0'0,"18"17"-1646"0"0,-1 1 0 0 0,0 0-1 0 0,0 0 1 0 0,0 0 0 0 0,-12-7 0 0 0,14 10-575 0 0,0 1 0 0 0,0 0 1 0 0,0 0-1 0 0,-1 0 0 0 0,1 0 0 0 0,0 0 1 0 0,-1 1-1 0 0,1-1 0 0 0,0 1 0 0 0,-1 0 1 0 0,1 0-1 0 0,-1 0 0 0 0,1 1 0 0 0,0-1 1 0 0,-1 1-1 0 0,-3 1 0 0 0,-2 1 17 0 0,-1 0-1 0 0,1 1 1 0 0,0 1 0 0 0,1-1-1 0 0,-1 1 1 0 0,1 1 0 0 0,0 0-1 0 0,0 0 1 0 0,1 0 0 0 0,0 1-1 0 0,0 0 1 0 0,0 1-1 0 0,1-1 1 0 0,0 1 0 0 0,1 0-1 0 0,-9 16 1 0 0,6-9-176 0 0,1 1 0 0 0,0 0 0 0 0,1 1 0 0 0,1 0 0 0 0,0-1 0 0 0,1 2-1 0 0,1-1 1 0 0,-1 29 0 0 0,4-26-71 0 0,0-1 0 0 0,2 0 0 0 0,0 1 0 0 0,1-1 0 0 0,1 0 0 0 0,12 35 0 0 0,-14-48-26 0 0,1 0 1 0 0,-1 0 0 0 0,1 0 0 0 0,0 0 0 0 0,1 0 0 0 0,-1-1 0 0 0,1 0 0 0 0,0 1 0 0 0,0-2 0 0 0,1 1 0 0 0,0 0-1 0 0,-1-1 1 0 0,2 0 0 0 0,-1 0 0 0 0,0 0 0 0 0,1-1 0 0 0,0 1 0 0 0,-1-2 0 0 0,1 1 0 0 0,1 0 0 0 0,-1-1 0 0 0,0 0-1 0 0,12 1 1 0 0,-7-2 28 0 0,1-1-1 0 0,0 0 1 0 0,-1-1-1 0 0,1 0 1 0 0,-1-1-1 0 0,0-1 1 0 0,1 1-1 0 0,-1-2 1 0 0,0 0-1 0 0,-1 0 1 0 0,1-1-1 0 0,-1 0 1 0 0,0 0-1 0 0,18-14 1 0 0,-17 11 37 0 0,-1-1 0 0 0,0 0-1 0 0,0 0 1 0 0,-1-1 0 0 0,0-1 0 0 0,-1 1 0 0 0,0-1-1 0 0,0-1 1 0 0,-2 1 0 0 0,1-1 0 0 0,-1 0-1 0 0,6-21 1 0 0,-10 26-27 0 0,-1 0 0 0 0,0 0-1 0 0,0 0 1 0 0,0 0 0 0 0,-1 0-1 0 0,0 0 1 0 0,-1-1 0 0 0,0 1 0 0 0,0 0-1 0 0,0 0 1 0 0,-1 0 0 0 0,0 0-1 0 0,0 1 1 0 0,-1-1 0 0 0,0 1-1 0 0,0-1 1 0 0,0 1 0 0 0,-1 0 0 0 0,0 0-1 0 0,0 0 1 0 0,-7-6 0 0 0,-1-2-369 0 0,-1 0 0 0 0,-23-19 1 0 0,-29-17-5976 0 0,50 40-111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0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54 4609 0 0,'1'2'1905'0'0,"-2"-2"-1861"0"0,17 0 1445 0 0,17-5 461 0 0,33-8 942 0 0,1 3 0 0 0,96-1-1 0 0,138 14-1032 0 0,-187 0-1233 0 0,603 28 76 0 0,-343-33-158 0 0,-3-35-1505 0 0,-333 30-4246 0 0,-4 0-1770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1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2113 90 5985 0 0,'-4'-3'4796'0'0,"-19"-13"-1003"0"0,0 10-3384 0 0,-1 0-1 0 0,-1 1 1 0 0,1 2 0 0 0,-1 1 0 0 0,1 0-1 0 0,-45 4 1 0 0,1-1 357 0 0,-733-22 2948 0 0,535 12-3214 0 0,-304 1-222 0 0,554 9-481 0 0,0 1-108 0 0,-1-1-1 0 0,1-1 1 0 0,0-1-1 0 0,-1 0 1 0 0,1-1 0 0 0,0 0-1 0 0,-20-7 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2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7834 0 0,'-2'12'7528'0'0,"0"6"-5096"0"0,-5 40-2199 0 0,8 141 1060 0 0,1-167-2077 0 0,2 0-1 0 0,1 0 1 0 0,1 0-1 0 0,12 34 1 0 0,-11-48-4900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0 264 8290 0 0,'1'-3'201'0'0,"-1"0"1"0"0,1 0-1 0 0,0 0 1 0 0,0-1-1 0 0,0 1 1 0 0,0 0-1 0 0,1 0 1 0 0,-1 0-1 0 0,1 0 1 0 0,-1 1-1 0 0,1-1 1 0 0,0 0-1 0 0,0 1 1 0 0,1-1-1 0 0,-1 1 0 0 0,0 0 1 0 0,1 0-1 0 0,-1 0 1 0 0,1 0-1 0 0,0 0 1 0 0,0 0-1 0 0,0 1 1 0 0,0-1-1 0 0,0 1 1 0 0,0 0-1 0 0,0 0 1 0 0,0 0-1 0 0,0 0 1 0 0,0 1-1 0 0,1-1 1 0 0,-1 1-1 0 0,0 0 1 0 0,1 0-1 0 0,-1 0 1 0 0,0 0-1 0 0,0 0 1 0 0,6 2-1 0 0,0 2 14 0 0,0-1 0 0 0,-1 1 0 0 0,1 1 0 0 0,-1 0 0 0 0,0 0 0 0 0,-1 0 0 0 0,1 1 0 0 0,7 8 0 0 0,14 9-4 0 0,228 182 546 0 0,-254-203-754 0 0,-3-1 19 0 0,1-1-1 0 0,0 1 1 0 0,-1 0-1 0 0,1-1 1 0 0,0 1 0 0 0,0 0-1 0 0,-1-1 1 0 0,1 1-1 0 0,0-1 1 0 0,0 0 0 0 0,0 1-1 0 0,0-1 1 0 0,0 1-1 0 0,-1-1 1 0 0,1 0 0 0 0,0 0-1 0 0,0 0 1 0 0,0 0-1 0 0,0 1 1 0 0,0-1 0 0 0,0-1-1 0 0,0 1 1 0 0,0 0-1 0 0,0 0 1 0 0,0 0 0 0 0,0 0-1 0 0,0-1 1 0 0,0 1 0 0 0,0-1-1 0 0,1 0 47 0 0,-1 0-1 0 0,1-1 1 0 0,-1 1-1 0 0,0-1 1 0 0,0 1-1 0 0,0-1 1 0 0,0 1-1 0 0,0-1 1 0 0,0 0-1 0 0,-1 1 1 0 0,1-1-1 0 0,0 0 1 0 0,0-3-1 0 0,2-8 200 0 0,-1-1 1 0 0,-1 0-1 0 0,0-13 1 0 0,0 25-292 0 0,-3-66 107 0 0,-9-71 0 0 0,-3-45-6242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9 5985 0 0,'16'-8'6914'0'0,"-16"8"-6834"0"0,-12 35 5596 0 0,9-26-6271 0 0,-15 43 1693 0 0,-36 113 550 0 0,48-139-2043 0 0,1-1-1 0 0,0 0 0 0 0,2 1 1 0 0,0 40-1 0 0,5-48-4226 0 0,2-3-1486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1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8754 0 0,'24'24'5736'0'0,"39"49"278"0"0,-6 2-4037 0 0,-37-46-1881 0 0,-2 1 1 0 0,0 1-1 0 0,18 46 0 0 0,30 100-452 0 0,-40-101-2692 0 0,-23-68 1589 0 0,0-3-229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2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7370 0 0,'7'-5'411'0'0,"1"0"1"0"0,0 1 0 0 0,0 0 0 0 0,0 0-1 0 0,0 0 1 0 0,0 1 0 0 0,13-3-1 0 0,5-2 206 0 0,58-22 1408 0 0,-30 12-2306 0 0,93-45 0 0 0,-115 44 77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5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7834 0 0,'-1'4'478'0'0,"-1"1"0"0"0,1-1 0 0 0,1 1-1 0 0,-1-1 1 0 0,1 1 0 0 0,-1 0 0 0 0,1-1 0 0 0,2 10 0 0 0,-2-7-180 0 0,-1 32 1025 0 0,5 98 1094 0 0,-3-122-2302 0 0,1 1 0 0 0,1 0 1 0 0,0-1-1 0 0,1 0 0 0 0,1 1 0 0 0,9 18 1 0 0,-14-32-257 0 0,1 0 1 0 0,0-1 0 0 0,0 1 0 0 0,-1-1 0 0 0,1 1 0 0 0,0-1 0 0 0,0 1-1 0 0,1-1 1 0 0,-1 0 0 0 0,0 1 0 0 0,0-1 0 0 0,1 0 0 0 0,-1 0 0 0 0,0 0-1 0 0,1 0 1 0 0,2 1 0 0 0,-4-2 63 0 0,0 0-1 0 0,0 0 0 0 0,1 0 1 0 0,-1 0-1 0 0,0 0 1 0 0,1 0-1 0 0,-1 0 1 0 0,0 0-1 0 0,0-1 0 0 0,1 1 1 0 0,-1 0-1 0 0,0 0 1 0 0,0 0-1 0 0,0 0 1 0 0,1 0-1 0 0,-1-1 1 0 0,0 1-1 0 0,0 0 0 0 0,0 0 1 0 0,1 0-1 0 0,-1-1 1 0 0,0 1-1 0 0,0 0 1 0 0,0 0-1 0 0,0-1 1 0 0,1 1-1 0 0,-1 0 0 0 0,0 0 1 0 0,0-1-1 0 0,0 1 1 0 0,0 0-1 0 0,0-1 1 0 0,1-19-126 0 0,-3 6 203 0 0,1-1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3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0 135 6913 0 0,'1'2'345'0'0,"0"-1"-1"0"0,0 1 1 0 0,1-1-1 0 0,-1 1 1 0 0,0-1-1 0 0,0 1 1 0 0,1-1-1 0 0,-1 0 1 0 0,1 0-1 0 0,-1 0 1 0 0,1 0-1 0 0,-1 0 1 0 0,1 0-1 0 0,2 1 1 0 0,32 20 3485 0 0,-20-13-3099 0 0,0 1 0 0 0,-2 1-1 0 0,1 0 1 0 0,-1 1 0 0 0,-1 0-1 0 0,13 15 1 0 0,61 90 19 0 0,-56-74-593 0 0,-22-31-157 0 0,0 0 0 0 0,19 17 0 0 0,-25-26 6 0 0,0 0 0 0 0,0 0 0 0 0,1 0 0 0 0,-1-1 0 0 0,1 1 0 0 0,-1-1 0 0 0,1 0 0 0 0,0 0 0 0 0,0-1 0 0 0,0 1 0 0 0,0-1 0 0 0,0 0 0 0 0,0 0 0 0 0,6 1 0 0 0,-8-3 20 0 0,-1 1-1 0 0,1 0 0 0 0,0-1 0 0 0,0 1 0 0 0,-1-1 0 0 0,1 0 1 0 0,0 1-1 0 0,0-1 0 0 0,-1 0 0 0 0,1 0 0 0 0,-1 0 0 0 0,1 0 1 0 0,-1-1-1 0 0,0 1 0 0 0,1 0 0 0 0,-1-1 0 0 0,0 1 0 0 0,0 0 1 0 0,0-1-1 0 0,0 0 0 0 0,0 1 0 0 0,0-1 0 0 0,0 0 0 0 0,0 1 1 0 0,0-4-1 0 0,3-6 48 0 0,0-1 1 0 0,3-22-1 0 0,-5 22-29 0 0,39-276-149 0 0,-29 165-7469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5985 0 0,'2'0'224'0'0,"-1"1"0"0"0,0-1-1 0 0,0 1 1 0 0,1-1-1 0 0,-1 1 1 0 0,0 0 0 0 0,0 0-1 0 0,0 0 1 0 0,0 0 0 0 0,0 0-1 0 0,0 0 1 0 0,0 0 0 0 0,0 0-1 0 0,0 0 1 0 0,0 0 0 0 0,0 0-1 0 0,-1 1 1 0 0,2 1 0 0 0,10 24 2436 0 0,0 15-146 0 0,-2 0 1 0 0,9 79 0 0 0,-14-77-2345 0 0,1 0 0 0 0,22 72-1 0 0,-17-86-526 0 0,4 12-401 0 0,-7-15-2750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4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6913 0 0,'5'-5'308'0'0,"1"0"0"0"0,1 1 1 0 0,-1 0-1 0 0,1 0 0 0 0,0 0 0 0 0,0 1 0 0 0,10-4 0 0 0,57-16 2370 0 0,-48 17-2149 0 0,22-8 1260 0 0,0 2 0 0 0,82-9 0 0 0,-117 20-1574 0 0,0 0 0 0 0,0 1 1 0 0,0 0-1 0 0,0 1 0 0 0,1 1 0 0 0,-1 0 0 0 0,0 0 1 0 0,-1 1-1 0 0,1 1 0 0 0,-1 0 0 0 0,1 1 0 0 0,-1 0 1 0 0,0 1-1 0 0,-1 1 0 0 0,15 9 0 0 0,-20-10-186 0 0,0 0 0 0 0,-1 0 0 0 0,0 0 0 0 0,0 1 0 0 0,0 0-1 0 0,-1 0 1 0 0,0 0 0 0 0,0 0 0 0 0,-1 1 0 0 0,0-1 0 0 0,0 1 0 0 0,-1 0 0 0 0,0 0-1 0 0,0 0 1 0 0,-1 0 0 0 0,0 0 0 0 0,0 0 0 0 0,-1 0 0 0 0,0 0 0 0 0,-1 0 0 0 0,-1 11-1 0 0,-2 4 19 0 0,0 1 0 0 0,-2-1-1 0 0,0 0 1 0 0,-2 0 0 0 0,0 0-1 0 0,-13 21 1 0 0,15-32 11 0 0,-1 0 0 0 0,0 0 0 0 0,-1-1 0 0 0,0 0 1 0 0,-1 0-1 0 0,-14 13 0 0 0,20-21-295 0 0,-1 1 0 0 0,-1-1 0 0 0,1 1-1 0 0,-1-1 1 0 0,1-1 0 0 0,-1 1 0 0 0,0-1 0 0 0,0 0 0 0 0,0 0 0 0 0,0 0-1 0 0,0 0 1 0 0,0-1 0 0 0,0 0 0 0 0,-1 0 0 0 0,1-1 0 0 0,0 1 0 0 0,-1-1-1 0 0,1 0 1 0 0,-6-1 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15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1648 1 6449 0 0,'-87'9'5744'0'0,"-190"2"256"0"0,30-1-4413 0 0,-2 0-1083 0 0,-153-3 1317 0 0,323-13-1499 0 0,40 2-490 0 0,0 1 0 0 0,0 3 0 0 0,-1 1 0 0 0,-66 10 0 0 0,77-2-1424 0 0,29-8 1429 0 0,-1-1-1 0 0,0 0 1 0 0,0 1-1 0 0,0-1 1 0 0,1 0 0 0 0,-1 1-1 0 0,0-1 1 0 0,0 1-1 0 0,1 0 1 0 0,-1-1 0 0 0,1 1-1 0 0,-1-1 1 0 0,0 1 0 0 0,1 0-1 0 0,-1-1 1 0 0,1 1-1 0 0,-1 0 1 0 0,1 0 0 0 0,0-1-1 0 0,-1 1 1 0 0,1 0-1 0 0,0 0 1 0 0,-1 0 0 0 0,1 0-1 0 0,0 0 1 0 0,0-1-1 0 0,0 1 1 0 0,0 0 0 0 0,0 0-1 0 0,0 2 1 0 0,3 4-1364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1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0 10138 0 0,'-19'2'11283'0'0,"18"-1"-11077"0"0,-3 29 322 0 0,1 0 0 0 0,0 43 1 0 0,0 11-256 0 0,-18 142-15 0 0,-16 242 364 0 0,19-252-853 0 0,12-155 141 0 0,5-40-1663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2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154 152 4145 0 0,'9'-41'1062'0'0,"-6"33"-355"0"0,-1 0 0 0 0,0 0 0 0 0,0 0 0 0 0,-1 0 0 0 0,0 0-1 0 0,0 0 1 0 0,-1-1 0 0 0,0 1 0 0 0,0 0 0 0 0,-3-12 0 0 0,3 20-639 0 0,0-1 1 0 0,0 1-1 0 0,-1-1 1 0 0,1 1-1 0 0,0-1 1 0 0,0 1-1 0 0,-1-1 1 0 0,1 1-1 0 0,0-1 0 0 0,-1 1 1 0 0,1-1-1 0 0,-1 1 1 0 0,1-1-1 0 0,0 1 1 0 0,-1 0-1 0 0,1-1 1 0 0,-1 1-1 0 0,1 0 1 0 0,-1-1-1 0 0,1 1 1 0 0,-1 0-1 0 0,1 0 1 0 0,-1 0-1 0 0,0-1 0 0 0,1 1 1 0 0,-1 0-1 0 0,1 0 1 0 0,-2 0-1 0 0,-17 7 985 0 0,-15 22-71 0 0,33-28-903 0 0,-13 14 447 0 0,1 0-1 0 0,-23 33 1 0 0,31-40-409 0 0,0 0 1 0 0,1 1-1 0 0,0-1 0 0 0,0 1 1 0 0,1 0-1 0 0,0 0 0 0 0,0 1 1 0 0,-1 11-1 0 0,3-18-117 0 0,1 0 0 0 0,0-1 0 0 0,1 1 0 0 0,-1-1 0 0 0,0 1 0 0 0,1-1 0 0 0,-1 1 0 0 0,1 0 0 0 0,0-1 0 0 0,0 0 0 0 0,0 1 0 0 0,0-1 0 0 0,0 0 0 0 0,1 1 0 0 0,-1-1 0 0 0,1 0 0 0 0,-1 0 0 0 0,1 0 0 0 0,0 0 0 0 0,0 0 0 0 0,0-1 0 0 0,0 1 0 0 0,0-1 0 0 0,0 1 0 0 0,0-1 0 0 0,0 0 0 0 0,1 1-1 0 0,-1-1 1 0 0,1 0 0 0 0,4 1 0 0 0,7 2-35 0 0,1 0-1 0 0,0-1 0 0 0,0-1 1 0 0,16 1-1 0 0,-13-1-8 0 0,5 0 12 0 0,44 6-97 0 0,-63-7 126 0 0,0 0-1 0 0,-1 0 1 0 0,1 0 0 0 0,0 0-1 0 0,-1 1 1 0 0,1 0 0 0 0,-1-1-1 0 0,1 1 1 0 0,-1 0-1 0 0,0 1 1 0 0,0-1 0 0 0,0 0-1 0 0,5 6 1 0 0,-7-6 3 0 0,0 0 1 0 0,0 1-1 0 0,0-1 0 0 0,-1 0 0 0 0,1 0 0 0 0,0 1 0 0 0,-1-1 1 0 0,0 1-1 0 0,0-1 0 0 0,0 0 0 0 0,0 1 0 0 0,0-1 1 0 0,0 1-1 0 0,0-1 0 0 0,-1 0 0 0 0,1 1 0 0 0,-1-1 1 0 0,0 0-1 0 0,1 0 0 0 0,-1 1 0 0 0,0-1 0 0 0,-1 0 1 0 0,1 0-1 0 0,0 0 0 0 0,0 0 0 0 0,-1 0 0 0 0,0 0 1 0 0,-1 1-1 0 0,-7 10 21 0 0,-1-2 1 0 0,-23 20-1 0 0,32-29-16 0 0,-17 13-85 0 0,1 0 0 0 0,-2-1 0 0 0,0-1 0 0 0,-1-1 0 0 0,-26 11 0 0 0,33-18-1966 0 0,0 0 0 0 0,-29 5 0 0 0,24-7-3445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3.1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179 233 13363 0 0,'-8'2'124'0'0,"0"0"0"0"0,0 1 1 0 0,0 0-1 0 0,1 1 0 0 0,-1 0 0 0 0,1 0 1 0 0,0 0-1 0 0,0 1 0 0 0,1 0 0 0 0,-1 0 1 0 0,1 1-1 0 0,0 0 0 0 0,-7 9 0 0 0,5-5 259 0 0,1 1-1 0 0,0 1 0 0 0,1-1 0 0 0,0 1 0 0 0,1 0 1 0 0,1 1-1 0 0,-6 21 0 0 0,2 7 459 0 0,3 0 0 0 0,1 0 0 0 0,2 1 0 0 0,4 54 0 0 0,-1-55-1022 0 0,2 1 0 0 0,2-1 0 0 0,2 0 1 0 0,1 0-1 0 0,24 69 0 0 0,-26-97 94 0 0,0 0 0 0 0,1 0-1 0 0,0 0 1 0 0,1-1 0 0 0,0 0 0 0 0,1 0-1 0 0,0-1 1 0 0,18 16 0 0 0,-18-20 53 0 0,0 0 0 0 0,0-1 0 0 0,1 0 0 0 0,0 0 0 0 0,0-1 0 0 0,0 0 0 0 0,1-1 0 0 0,0 0 0 0 0,0-1 0 0 0,0 0 0 0 0,0-1 1 0 0,15 2-1 0 0,-10-3 17 0 0,0 0-1 0 0,0-1 1 0 0,0-1 0 0 0,0 0 0 0 0,0-1 0 0 0,0-1 0 0 0,0-1 0 0 0,-1 0 0 0 0,1-1 0 0 0,-1 0 0 0 0,0-2-1 0 0,-1 1 1 0 0,0-2 0 0 0,0 0 0 0 0,0-1 0 0 0,-1 0 0 0 0,0-1 0 0 0,-1 0 0 0 0,0-1 0 0 0,-1 0 0 0 0,13-17-1 0 0,-6 4 210 0 0,0-2-1 0 0,-1 0 0 0 0,-2-1 0 0 0,-1 0 0 0 0,-1-1 1 0 0,-1-1-1 0 0,-2 0 0 0 0,0-1 0 0 0,-2 0 0 0 0,4-37 1 0 0,-2-1 369 0 0,0-115 0 0 0,-10 146-401 0 0,-2 0-1 0 0,-2 0 1 0 0,-2 0-1 0 0,-17-63 1 0 0,19 87-140 0 0,0 1 0 0 0,-1 1-1 0 0,-1-1 1 0 0,0 1 0 0 0,-1 0 0 0 0,0 0 0 0 0,0 1-1 0 0,-1 0 1 0 0,0 0 0 0 0,-1 1 0 0 0,0 0 0 0 0,-1 0-1 0 0,0 1 1 0 0,0 1 0 0 0,-16-10 0 0 0,17 12-54 0 0,0 1 1 0 0,0 0-1 0 0,-1 1 1 0 0,1 0-1 0 0,-1 0 1 0 0,0 1-1 0 0,1 0 1 0 0,-1 1-1 0 0,0 0 1 0 0,0 0-1 0 0,0 1 1 0 0,0 1-1 0 0,0 0 1 0 0,0 0-1 0 0,0 1 1 0 0,0 0-1 0 0,0 0 1 0 0,1 1-1 0 0,-1 1 1 0 0,-9 4-1 0 0,8-2-171 0 0,0 0 1 0 0,1 0-1 0 0,-18 15 0 0 0,-5 12-6187 0 0,15-12-541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53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25 3681 0 0,'0'-24'8361'0'0,"-1"23"-8150"0"0,1 1 0 0 0,-1 0 0 0 0,0 0 1 0 0,1 0-1 0 0,-1 0 0 0 0,0 0 0 0 0,1 1 1 0 0,-1-1-1 0 0,1 0 0 0 0,-1 0 0 0 0,0 0 0 0 0,-5 5 2535 0 0,6-5-2534 0 0,-1 1-1 0 0,1-1 0 0 0,0 1 0 0 0,-1 0 1 0 0,-5 5 50 0 0,1 0 1 0 0,0 0 0 0 0,0 0-1 0 0,0 1 1 0 0,0-1 0 0 0,1 1 0 0 0,0 1-1 0 0,1-1 1 0 0,0 0 0 0 0,0 1-1 0 0,0-1 1 0 0,-2 14 0 0 0,4-14-271 0 0,1-1 1 0 0,0 0 0 0 0,0 0-1 0 0,0 1 1 0 0,1-1 0 0 0,0 0-1 0 0,0 0 1 0 0,1 1 0 0 0,0-1-1 0 0,0 0 1 0 0,0-1-1 0 0,0 1 1 0 0,1 0 0 0 0,0-1-1 0 0,1 1 1 0 0,6 8 0 0 0,3 1-2 0 0,0-1 1 0 0,1-1-1 0 0,1 0 1 0 0,0-1 0 0 0,30 18-1 0 0,-23-15-6 0 0,40 33 1 0 0,-61-46 25 0 0,1-1 0 0 0,-1 0 1 0 0,1 1-1 0 0,-1-1 1 0 0,0 1-1 0 0,1-1 0 0 0,-1 1 1 0 0,0 0-1 0 0,0-1 1 0 0,0 1-1 0 0,0 0 0 0 0,-1 0 1 0 0,1 0-1 0 0,0-1 0 0 0,-1 1 1 0 0,1 0-1 0 0,-1 0 1 0 0,0 0-1 0 0,0 0 0 0 0,0 4 1 0 0,0-4 19 0 0,-1 0 0 0 0,1 0 0 0 0,-1 0 1 0 0,0 0-1 0 0,0-1 0 0 0,0 1 0 0 0,0 0 0 0 0,0-1 1 0 0,-1 1-1 0 0,1 0 0 0 0,0-1 0 0 0,-1 0 0 0 0,1 1 1 0 0,-1-1-1 0 0,1 0 0 0 0,-5 3 0 0 0,0-1 43 0 0,-1 1-1 0 0,0-1 1 0 0,0-1-1 0 0,0 1 1 0 0,0-1 0 0 0,0 0-1 0 0,0-1 1 0 0,-1 1-1 0 0,1-1 1 0 0,-9-1 0 0 0,6 0-443 0 0,0-1-1 0 0,0-1 1 0 0,-14-3 0 0 0,-7-5-7359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7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40 5985 0 0,'-2'-3'591'0'0,"1"0"0"0"0,-1 0-1 0 0,0 0 1 0 0,0 0 0 0 0,0 0-1 0 0,0 0 1 0 0,-1 0 0 0 0,1 0 0 0 0,-1 1-1 0 0,1-1 1 0 0,-1 1 0 0 0,0 0-1 0 0,-3-2 1 0 0,5 5-414 0 0,0-1-1 0 0,0 1 1 0 0,1 0 0 0 0,-1-1-1 0 0,0 1 1 0 0,0 0 0 0 0,1 0 0 0 0,-1 0-1 0 0,1 0 1 0 0,-1 0 0 0 0,1 0-1 0 0,-1 0 1 0 0,1 0 0 0 0,-1 0-1 0 0,1 0 1 0 0,0 0 0 0 0,0 0-1 0 0,-1 0 1 0 0,1 2 0 0 0,-5 27 713 0 0,4-26-596 0 0,-14 109 666 0 0,5 2 0 0 0,8 189 0 0 0,61 225-728 0 0,-31-281 126 0 0,-27-201-313 0 0,-1 0 0 0 0,-3 0 0 0 0,-10 59 0 0 0,12-101-99 0 0,-4 19 155 0 0,4-23-169 0 0,1 0 0 0 0,0 0 1 0 0,0 0-1 0 0,-1-1 0 0 0,1 1 0 0 0,0 0 0 0 0,-1 0 0 0 0,1 0 0 0 0,-1 0 0 0 0,1-1 0 0 0,-1 1 1 0 0,1 0-1 0 0,-1 0 0 0 0,0-1 0 0 0,1 1 0 0 0,-1-1 0 0 0,0 1 0 0 0,0 0 0 0 0,1-1 0 0 0,-2 1 1 0 0,-3-2-1142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8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74 2761 0 0,'-18'0'113'0'0,"10"1"506"0"0,-1-1-1 0 0,1 0 1 0 0,0 0 0 0 0,0-1-1 0 0,-1 0 1 0 0,1-1-1 0 0,-15-4 1 0 0,23 6-572 0 0,0 0-1 0 0,0 0 1 0 0,-1-1 325 0 0,1 1-326 0 0,0 0 1 0 0,0 0 0 0 0,-1 0-1 0 0,1 0 1 0 0,0 0-1 0 0,0 0 1 0 0,0-1-1 0 0,0 1 1 0 0,0 0-1 0 0,0 0 1 0 0,0 0-1 0 0,0 0 1 0 0,0 0-1 0 0,0 0 1 0 0,0-1 0 0 0,0 1-1 0 0,0 0 1 0 0,0 0-1 0 0,0 0 1 0 0,0 0-1 0 0,0 0 1 0 0,0-1-1 0 0,0 1 1 0 0,0 0-1 0 0,0 0 1 0 0,0 0-1 0 0,1-1 420 0 0,-1 1-420 0 0,0 0 1 0 0,0 0-1 0 0,1 0 1 0 0,-1-1 0 0 0,0 1-1 0 0,0 0 1 0 0,13-7 1234 0 0,13-3-82 0 0,29-3 66 0 0,0 2 1 0 0,1 3-1 0 0,82-2 1 0 0,172 16-199 0 0,-245-3-807 0 0,39 3-80 0 0,-1 5 1 0 0,0 4-1 0 0,-1 5 0 0 0,144 47 1 0 0,-207-51-146 0 0,0 0 0 0 0,-1 3 1 0 0,-1 1-1 0 0,-1 2 0 0 0,0 1 1 0 0,-2 2-1 0 0,59 56 0 0 0,-80-69-6 0 0,-2 0-1 0 0,1 1 0 0 0,-2 0 0 0 0,0 1 0 0 0,0 0 0 0 0,-1 1 1 0 0,-1 0-1 0 0,-1 0 0 0 0,0 1 0 0 0,-1 0 0 0 0,0 0 1 0 0,-2 0-1 0 0,0 1 0 0 0,0-1 0 0 0,-2 1 0 0 0,0 0 0 0 0,-1 0 1 0 0,-1 0-1 0 0,0 0 0 0 0,-1 0 0 0 0,-1 0 0 0 0,-4 17 1 0 0,-5 12-51 0 0,-2 0 1 0 0,-2-1 0 0 0,-2 0 0 0 0,-2-2 0 0 0,-1 0 0 0 0,-3-1 0 0 0,-1-1 0 0 0,-2-1 0 0 0,-2-2 0 0 0,-55 60-1 0 0,49-63 235 0 0,-1-1 0 0 0,-1-1-1 0 0,-2-2 1 0 0,-1-2 0 0 0,-2-2-1 0 0,-75 39 1 0 0,-133 35 127 0 0,203-87-267 0 0,0-2 0 0 0,-1-2 0 0 0,-77 7 0 0 0,-83 13-406 0 0,129-16 172 0 0,37-10-2387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9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36 127 4145 0 0,'-35'11'4421'0'0,"52"-14"-3154"0"0,307-45 4634 0 0,-160 29-4883 0 0,544-45 746 0 0,-374 61-1677 0 0,-182 4-698 0 0,-144-1-207 0 0,-2-1-257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8:59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1520 33 4145 0 0,'0'0'319'0'0,"-20"2"1808"0"0,-136-13 2565 0 0,14 1-2008 0 0,-848 3 5543 0 0,909 3-8202 0 0,-25 1-1652 0 0,104 3 1342 0 0,1 0-1 0 0,-1 0 1 0 0,0 1-1 0 0,0-1 1 0 0,1 0-1 0 0,-1 1 1 0 0,0-1-1 0 0,1 1 1 0 0,-1-1-1 0 0,0 1 1 0 0,1 0-1 0 0,-3 1 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0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1534 6 5065 0 0,'-1'-5'6687'0'0,"-119"16"-3012"0"0,27 0-2306 0 0,-547 65 3310 0 0,343-41-3836 0 0,48-7-268 0 0,119-7-1589 0 0,127-21 155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0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6 211 7370 0 0,'40'-88'3476'0'0,"16"-29"1441"0"0,-56 116-4872 0 0,0 1-1 0 0,0 0 0 0 0,0 0 0 0 0,0-1 1 0 0,0 1-1 0 0,0 0 0 0 0,0 0 0 0 0,0-1 0 0 0,0 1 1 0 0,0 0-1 0 0,1 0 0 0 0,-1 0 0 0 0,0-1 1 0 0,0 1-1 0 0,0 0 0 0 0,0 0 0 0 0,1 0 0 0 0,-1-1 1 0 0,0 1-1 0 0,0 0 0 0 0,0 0 0 0 0,1 0 1 0 0,-1 0-1 0 0,0 0 0 0 0,0-1 0 0 0,1 1 1 0 0,-1 0-1 0 0,0 0 0 0 0,0 0 0 0 0,1 0 0 0 0,-1 0 1 0 0,0 0-1 0 0,0 0 0 0 0,1 0 0 0 0,-1 0 1 0 0,0 0-1 0 0,0 0 0 0 0,1 0 0 0 0,-1 0 1 0 0,0 0-1 0 0,1 0 0 0 0,-1 1 0 0 0,6 11 825 0 0,-1 18-199 0 0,-7 23-86 0 0,-1 0 0 0 0,-4-1-1 0 0,-19 80 1 0 0,6-32-360 0 0,0 4-411 0 0,-14 83 87 0 0,25-63-5239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1376 0 0,'1'-8'348'0'0,"1"0"1"0"0,1 0-1 0 0,0 1 0 0 0,0-1 0 0 0,0 1 0 0 0,1 0 1 0 0,5-8-1 0 0,-8 13-99 0 0,0 1 1 0 0,0-1-1 0 0,1 1 0 0 0,-1 0 1 0 0,1-1-1 0 0,-1 1 0 0 0,1 0 1 0 0,0 0-1 0 0,-1 0 0 0 0,1 0 1 0 0,0 0-1 0 0,0 1 1 0 0,-1-1-1 0 0,1 0 0 0 0,0 1 1 0 0,0 0-1 0 0,0-1 0 0 0,0 1 1 0 0,0 0-1 0 0,0 0 0 0 0,0 0 1 0 0,0 0-1 0 0,0 0 0 0 0,0 0 1 0 0,0 1-1 0 0,0-1 1 0 0,-1 1-1 0 0,1-1 0 0 0,0 1 1 0 0,0 0-1 0 0,0 0 0 0 0,-1 0 1 0 0,1 0-1 0 0,0 0 0 0 0,2 2 1 0 0,15 9 361 0 0,0 1 0 0 0,-1 1 0 0 0,-1 1 0 0 0,0 0 0 0 0,-1 2 0 0 0,0-1 0 0 0,-2 2 0 0 0,0 0 0 0 0,-1 1 0 0 0,19 35 1 0 0,-4 7-581 0 0,-2 1 1 0 0,22 84 0 0 0,33 83-1384 0 0,-68-202-1231 0 0,31 48 1 0 0,-33-59-2495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97 9218 0 0,'11'-2'408'0'0,"-4"1"80"0"0,3 0-392 0 0,-2-1-96 0 0,-1 1 0 0 0,0-1 0 0 0,4 2 192 0 0,10-4 24 0 0,11-1 0 0 0,11-5 0 0 0,12-1-152 0 0,-2-2-64 0 0,-3 2 0 0 0,-1-2 64 0 0,-5 2 16 0 0,-3 2 0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1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1376 0 0,'51'42'5098'0'0,"-41"-36"-4248"0"0,-1 1 0 0 0,0 0 0 0 0,0 1 0 0 0,0 0 0 0 0,-1 0 1 0 0,0 1-1 0 0,-1 0 0 0 0,0 1 0 0 0,7 12 0 0 0,-14-22-827 0 0,1 1 0 0 0,-1-1 1 0 0,0 1-1 0 0,0-1 0 0 0,1 0 0 0 0,-1 1 0 0 0,0-1 0 0 0,0 1 0 0 0,0-1 1 0 0,0 0-1 0 0,1 1 0 0 0,-1-1 0 0 0,0 1 0 0 0,0-1 0 0 0,0 1 0 0 0,0-1 1 0 0,0 1-1 0 0,0-1 0 0 0,0 0 0 0 0,0 1 0 0 0,0-1 0 0 0,0 1 0 0 0,-1-1 1 0 0,1 1-1 0 0,0-1 0 0 0,0 0 0 0 0,0 1 0 0 0,0-1 0 0 0,-1 1 0 0 0,1-1 0 0 0,0 0 1 0 0,-1 1-1 0 0,1-1 0 0 0,0 0 0 0 0,0 1 0 0 0,-1-1 0 0 0,1 0 0 0 0,-1 1 1 0 0,-17 0 1082 0 0,10-1-958 0 0,8-17-2302 0 0,5-12-501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114 406 456 0 0,'-3'-27'301'0'0,"0"-15"28"0"0,-11-43-1 0 0,11 73-422 0 0,1 1-1 0 0,-2 0 0 0 0,0 0 1 0 0,0 0-1 0 0,-1 0 1 0 0,-1 1-1 0 0,1 0 0 0 0,-13-16 1 0 0,6 12 355 0 0,-18-42 15495 0 0,38 70-13952 0 0,-2-4-1496 0 0,1 13 110 0 0,-2-1 0 0 0,0 1 1 0 0,-2 0-1 0 0,0 0 0 0 0,-1 39 0 0 0,-1-19-160 0 0,1 5-121 0 0,12 120 188 0 0,-11-149-314 0 0,0-1 1 0 0,2 0 0 0 0,0 0-1 0 0,1-1 1 0 0,0 1-1 0 0,19 31 1 0 0,-24-47-68 0 0,0-1 1 0 0,0 1-1 0 0,0 0 1 0 0,0-1-1 0 0,0 1 0 0 0,1-1 1 0 0,-1 1-1 0 0,0-1 1 0 0,1 0-1 0 0,0 1 0 0 0,-1-1 1 0 0,4 2-1 0 0,3-7-1103 0 0,-4-13-116 0 0,-3-89-4263 0 0,-13-106-1 0 0,2 58 4095 0 0,10 138 1675 0 0,0 8 91 0 0,0 0 0 0 0,0 0-1 0 0,-1 0 1 0 0,0 0-1 0 0,0 0 1 0 0,-1 0 0 0 0,0 0-1 0 0,0 1 1 0 0,-5-12-1 0 0,23 43 7787 0 0,-6-7-7706 0 0,0 0-1 0 0,9 25 1 0 0,-1 5-6 0 0,39 91 307 0 0,-50-124-682 0 0,0-1 0 0 0,1 1 0 0 0,1-1 0 0 0,0-1 0 0 0,1 0 0 0 0,1 0 0 0 0,15 13 0 0 0,-24-23-19 0 0,0 0 1 0 0,0 0-1 0 0,0 0 1 0 0,1 0-1 0 0,-1 0 0 0 0,1-1 1 0 0,-1 0-1 0 0,1 1 0 0 0,0-1 1 0 0,0 0-1 0 0,-1 0 1 0 0,1 0-1 0 0,0-1 0 0 0,0 1 1 0 0,0-1-1 0 0,0 1 0 0 0,0-1 1 0 0,0 0-1 0 0,0 0 1 0 0,0 0-1 0 0,-1-1 0 0 0,1 1 1 0 0,0-1-1 0 0,0 0 0 0 0,0 1 1 0 0,0-1-1 0 0,-1 0 1 0 0,5-3-1 0 0,-2 1 16 0 0,0-1 0 0 0,-1 0 0 0 0,1-1 0 0 0,-1 1 0 0 0,0-1 0 0 0,0 0 1 0 0,0 0-1 0 0,-1 0 0 0 0,1-1 0 0 0,-1 1 0 0 0,-1-1 0 0 0,4-8 0 0 0,5-17 78 0 0,-1-1-1 0 0,-2 1 1 0 0,-1-1-1 0 0,4-52 1 0 0,-8-131-433 0 0,-5 192-1810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0,'15'29'5203'0'0,"28"133"-962"0"0,-6 86-5676 0 0,-33-215 124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2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 5985 0 0,'13'-6'783'0'0,"1"0"0"0"0,-1 0 0 0 0,1 1-1 0 0,0 1 1 0 0,0 1 0 0 0,0 0 0 0 0,0 0 0 0 0,1 2-1 0 0,26-1 1 0 0,-32 3-563 0 0,0 0-1 0 0,0 0 1 0 0,-1 1-1 0 0,1 0 1 0 0,0 1-1 0 0,-1 0 1 0 0,1 0-1 0 0,-1 1 1 0 0,0 0-1 0 0,0 0 1 0 0,0 1-1 0 0,-1 0 1 0 0,1 0 0 0 0,-1 1-1 0 0,-1 0 1 0 0,12 12-1 0 0,-7-3-131 0 0,0-1 0 0 0,-1 2-1 0 0,-1-1 1 0 0,0 1 0 0 0,-1 1 0 0 0,-1 0-1 0 0,-1 0 1 0 0,9 33 0 0 0,-9-20-86 0 0,-1 0 0 0 0,-1 1 1 0 0,-2-1-1 0 0,-2 48 1 0 0,-1-68-13 0 0,0 0-1 0 0,-1 0 1 0 0,0 0 0 0 0,0 0 0 0 0,-1 0 0 0 0,0 0 0 0 0,-1-1 0 0 0,0 1 0 0 0,0-1 0 0 0,-1 0 0 0 0,-12 16 0 0 0,8-15-158 0 0,0 0 0 0 0,0 0 0 0 0,-1-1 1 0 0,-1 0-1 0 0,0 0 0 0 0,0-2 0 0 0,0 1 0 0 0,-19 8 1 0 0,1-3-5819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4.0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0 8754 0 0,'3'1'689'0'0,"1"0"1"0"0,0-1-1 0 0,-1 2 0 0 0,0-1 1 0 0,1 0-1 0 0,-1 1 0 0 0,0-1 1 0 0,0 1-1 0 0,6 4 0 0 0,31 24 281 0 0,-35-25-626 0 0,18 15-120 0 0,-1 1 1 0 0,-2 2-1 0 0,0 0 1 0 0,-1 1-1 0 0,-2 1 0 0 0,0 1 1 0 0,-2 0-1 0 0,0 1 1 0 0,14 41-1 0 0,-3 2-222 0 0,-4 0-1 0 0,24 128 0 0 0,-37-150-181 0 0,-1 0-1 0 0,-3 1 0 0 0,-1 0 0 0 0,-4 52 0 0 0,-1-86 129 0 0,-1 0 0 0 0,-1 0-1 0 0,-1 0 1 0 0,0-1-1 0 0,0 1 1 0 0,-2-1-1 0 0,-8 19 1 0 0,8-23 60 0 0,0-1 0 0 0,-1 1-1 0 0,0-1 1 0 0,-1 0 0 0 0,1-1 0 0 0,-2 1 0 0 0,1-2-1 0 0,-1 1 1 0 0,0-1 0 0 0,-19 11 0 0 0,13-10-25 0 0,-1-1 0 0 0,1-1-1 0 0,-1 0 1 0 0,-1-1 0 0 0,1-1 0 0 0,-1 0 0 0 0,1-1 0 0 0,-1-1 0 0 0,-18 0 0 0 0,-45-4-5341 0 0,56 0 5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4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31 920 0 0,'-4'-1'534'0'0,"0"-1"0"0"0,1 1 0 0 0,-1-1 0 0 0,0 0 0 0 0,1 0 1 0 0,0 0-1 0 0,-1 0 0 0 0,1-1 0 0 0,0 1 0 0 0,-5-7 0 0 0,39 6 3149 0 0,70 5-676 0 0,145 22-1 0 0,-153-8-2345 0 0,1 5 1 0 0,-2 3-1 0 0,128 53 0 0 0,-86-21-586 0 0,165 95 1 0 0,-284-141-77 0 0,0 0 0 0 0,0 1 0 0 0,-1 1 0 0 0,-1 0 0 0 0,0 1-1 0 0,-1 0 1 0 0,0 1 0 0 0,-1 1 0 0 0,-1 0 0 0 0,17 30 0 0 0,-21-33 1 0 0,0 2 0 0 0,-1-1 0 0 0,0 0 0 0 0,-1 1 0 0 0,0 0 1 0 0,-1 0-1 0 0,-1 0 0 0 0,0 0 0 0 0,-1 1 0 0 0,-1-1 0 0 0,0 0 0 0 0,-1 1 0 0 0,0-1 0 0 0,-5 18 0 0 0,4-24-23 0 0,-1 0 1 0 0,0-1-1 0 0,-1 0 0 0 0,0 1 1 0 0,0-1-1 0 0,0 0 0 0 0,-1-1 1 0 0,0 1-1 0 0,0-1 0 0 0,-1 0 1 0 0,0 0-1 0 0,0-1 0 0 0,0 0 1 0 0,-11 7-1 0 0,-11 6-62 0 0,-1-2 0 0 0,-40 17 0 0 0,34-17 141 0 0,-170 79 1778 0 0,-235 74 0 0 0,344-140-1803 0 0,-43 13-667 0 0,52-4-7792 0 0,71-29 2642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5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0 296 2761 0 0,'23'-7'1577'0'0,"44"-13"1831"0"0,122-20-1 0 0,73 8 756 0 0,-129 18-2155 0 0,20-4-1566 0 0,633-89 2028 0 0,-652 88-2302 0 0,-67 11-746 0 0,74-19 0 0 0,-129 24-4095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5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1170 68 920 0 0,'63'-4'4330'0'0,"-79"4"1128"0"0,-18 0-2532 0 0,-178 19 1761 0 0,97-17-3762 0 0,0-6-1 0 0,-155-24 1 0 0,157 7-491 0 0,66 10-688 0 0,0 3 0 0 0,-1 2 0 0 0,-89-1 1 0 0,132 8-25 0 0,0-1 0 0 0,0 1 0 0 0,0-1 0 0 0,0 1 0 0 0,0 1 0 0 0,1-1 1 0 0,-1 1-1 0 0,0 0 0 0 0,1 0 0 0 0,-1 0 0 0 0,-5 4 0 0 0,9-4 82 0 0,-1-1 0 0 0,1 0-1 0 0,0 1 1 0 0,0-1 0 0 0,-1 0-1 0 0,1 1 1 0 0,0 0 0 0 0,0-1-1 0 0,1 1 1 0 0,-1 0 0 0 0,0-1-1 0 0,0 1 1 0 0,1 0 0 0 0,-1 0 0 0 0,1-1-1 0 0,0 1 1 0 0,-1 0 0 0 0,1 0-1 0 0,0 0 1 0 0,0 0 0 0 0,0 0-1 0 0,0 0 1 0 0,1-1 0 0 0,-1 1-1 0 0,0 0 1 0 0,1 0 0 0 0,-1 0 0 0 0,1-1-1 0 0,0 1 1 0 0,0 0 0 0 0,-1-1-1 0 0,3 3 1 0 0,6 13 73 0 0,3-1 107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6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1532 7 1520 0 0,'-2'1'255'0'0,"1"0"1"0"0,0-1-1 0 0,-1 1 0 0 0,1-1 0 0 0,0 1 0 0 0,-1-1 0 0 0,1 0 0 0 0,-1 0 0 0 0,1 1 0 0 0,-1-1 0 0 0,1 0 0 0 0,0 0 0 0 0,-1 0 1 0 0,1-1-1 0 0,-1 1 0 0 0,1 0 0 0 0,-1-1 0 0 0,1 1 0 0 0,0 0 0 0 0,-1-1 0 0 0,1 0 0 0 0,-3-1 0 0 0,-22-3 3167 0 0,-131 25 1301 0 0,65-5-3309 0 0,-1-3-239 0 0,-563 49 2313 0 0,232-55-6442 0 0,375-6 2007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6.9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64 8754 0 0,'-2'-1'226'0'0,"-1"0"1"0"0,1 1-1 0 0,-1-1 1 0 0,0 1-1 0 0,1-1 1 0 0,-1 1-1 0 0,0 0 1 0 0,0 0-1 0 0,1 0 1 0 0,-1 1-1 0 0,0-1 1 0 0,1 0-1 0 0,-1 1 1 0 0,0 0-1 0 0,1 0 1 0 0,-1 0-1 0 0,1 0 1 0 0,-1 0-1 0 0,1 0 1 0 0,0 1-1 0 0,-1-1 1 0 0,-2 3-1 0 0,-3 2 119 0 0,0 1 0 0 0,0 0 1 0 0,0 0-1 0 0,-9 13 0 0 0,3-3-281 0 0,2 1 0 0 0,0 0 0 0 0,1 1 0 0 0,1 0 0 0 0,1 1 0 0 0,1 0 1 0 0,0 0-1 0 0,2 1 0 0 0,0 0 0 0 0,1 0 0 0 0,1 1 0 0 0,-1 23 0 0 0,4-32-38 0 0,1 0 0 0 0,0 0 0 0 0,1 0 0 0 0,0-1 0 0 0,1 1 0 0 0,0 0-1 0 0,1-1 1 0 0,0 1 0 0 0,1-1 0 0 0,1 0 0 0 0,0 0 0 0 0,0-1 0 0 0,1 1 0 0 0,1-1-1 0 0,0-1 1 0 0,0 1 0 0 0,1-1 0 0 0,1 0 0 0 0,-1-1 0 0 0,1 0 0 0 0,17 13 0 0 0,-13-13-34 0 0,0-1 1 0 0,0 0-1 0 0,0-1 1 0 0,1-1 0 0 0,1 0-1 0 0,-1 0 1 0 0,1-2-1 0 0,-1 0 1 0 0,1 0-1 0 0,0-2 1 0 0,1 1 0 0 0,-1-2-1 0 0,0 0 1 0 0,1-1-1 0 0,-1-1 1 0 0,0 0 0 0 0,0-1-1 0 0,1-1 1 0 0,-1 0-1 0 0,-1-1 1 0 0,1 0-1 0 0,0-2 1 0 0,-1 1 0 0 0,0-2-1 0 0,-1 0 1 0 0,1 0-1 0 0,-1-2 1 0 0,-1 1 0 0 0,0-2-1 0 0,0 0 1 0 0,18-18-1 0 0,-23 19-27 0 0,1 1-1 0 0,-1-1 0 0 0,0-1 1 0 0,-1 1-1 0 0,0-1 0 0 0,-1 0 0 0 0,0-1 1 0 0,-1 1-1 0 0,0-1 0 0 0,0 0 1 0 0,-1 0-1 0 0,3-20 0 0 0,-5 17 86 0 0,-1 1 0 0 0,0-1 1 0 0,-1 0-1 0 0,-1 1 0 0 0,0-1 0 0 0,0 1 0 0 0,-2 0 0 0 0,1 0 0 0 0,-2 0 0 0 0,-8-18 0 0 0,-2-3 283 0 0,-2 2 0 0 0,-1 0 0 0 0,-2 0 0 0 0,-34-41-1 0 0,44 62-264 0 0,0 0-1 0 0,-2 0 0 0 0,1 1 1 0 0,-1 1-1 0 0,-24-15 0 0 0,28 19-129 0 0,0 1 0 0 0,0 1 1 0 0,-1-1-1 0 0,0 1 0 0 0,0 1 0 0 0,0-1 0 0 0,0 2 0 0 0,0-1 0 0 0,0 1 0 0 0,-14 0 0 0 0,18 2-199 0 0,0-1 0 0 0,0 1 0 0 0,0 0 0 0 0,0 0 0 0 0,0 0 0 0 0,0 1 0 0 0,0-1 0 0 0,1 1 0 0 0,-1 0 0 0 0,1 1 0 0 0,-1-1 0 0 0,1 1 0 0 0,0 0 0 0 0,0 0 0 0 0,0 0 0 0 0,1 1 0 0 0,-1-1 0 0 0,1 1 0 0 0,-1 0 0 0 0,-2 4 0 0 0,-4 11-4600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7.2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11 5985 0 0,'-3'-9'577'0'0,"9"7"1298"0"0,-5 3-1601 0 0,0-1-1 0 0,1 1 0 0 0,-1-1 0 0 0,0 1 0 0 0,0-1 0 0 0,0 1 0 0 0,0 0 0 0 0,1 0 0 0 0,-1-1 0 0 0,0 1 0 0 0,0 0 0 0 0,0 0 0 0 0,1 2 0 0 0,3 9 325 0 0,-1-1-1 0 0,0 1 1 0 0,-1 0 0 0 0,0 0 0 0 0,-1 0-1 0 0,0 0 1 0 0,-1 1 0 0 0,-1 16 0 0 0,3 8-11 0 0,25 182 1088 0 0,-9-79-2458 0 0,-5 0-5363 0 0,-14-125 2746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09:07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3225 0 0,'1'-5'118'0'0,"0"0"1"0"0,-1 1 0 0 0,1-1 0 0 0,1 0 0 0 0,-1 1-1 0 0,1-1 1 0 0,0 1 0 0 0,0 0 0 0 0,0-1-1 0 0,1 1 1 0 0,-1 0 0 0 0,1 0 0 0 0,0 1-1 0 0,0-1 1 0 0,0 0 0 0 0,8-5 0 0 0,11-11 1092 0 0,1 1 0 0 0,1 2 0 0 0,30-18 0 0 0,-45 30-890 0 0,1 0 0 0 0,-1 0 0 0 0,1 1-1 0 0,0 0 1 0 0,0 1 0 0 0,0 0-1 0 0,0 1 1 0 0,0 0 0 0 0,1 0 0 0 0,-1 1-1 0 0,1 1 1 0 0,16 0 0 0 0,-23 1-244 0 0,0-1 1 0 0,0 1 0 0 0,-1 0-1 0 0,1 0 1 0 0,-1 0 0 0 0,1 1 0 0 0,-1-1-1 0 0,1 1 1 0 0,-1 0 0 0 0,0 0-1 0 0,0 0 1 0 0,1 0 0 0 0,-2 0-1 0 0,1 1 1 0 0,0-1 0 0 0,0 1 0 0 0,-1 0-1 0 0,4 5 1 0 0,-3-3-18 0 0,0 1 1 0 0,-1-1-1 0 0,0 1 1 0 0,0-1-1 0 0,0 1 0 0 0,-1 0 1 0 0,0 0-1 0 0,0 0 1 0 0,-1 0-1 0 0,1 10 1 0 0,-3 4-47 0 0,0 0 0 0 0,-1-1 0 0 0,-1 1 1 0 0,0-1-1 0 0,-2 0 0 0 0,-8 19 0 0 0,6-18 93 0 0,0-1 0 0 0,-2-1 0 0 0,0 1-1 0 0,-1-2 1 0 0,-1 1 0 0 0,-1-2 0 0 0,0 0-1 0 0,-1 0 1 0 0,-1-1 0 0 0,0-1 0 0 0,-1 0 0 0 0,0-1-1 0 0,-1-1 1 0 0,-32 17 0 0 0,48-29-61 0 0,0 0-1 0 0,0 0 1 0 0,1 1 0 0 0,-1-1 0 0 0,0 1 0 0 0,0-1 0 0 0,0 1-1 0 0,0-1 1 0 0,1 1 0 0 0,-1-1 0 0 0,0 1 0 0 0,1 0-1 0 0,-1-1 1 0 0,0 1 0 0 0,1 0 0 0 0,-1 0 0 0 0,1 0-1 0 0,-1-1 1 0 0,1 1 0 0 0,-1 0 0 0 0,1 0 0 0 0,0 0 0 0 0,-1 0-1 0 0,1 0 1 0 0,0 0 0 0 0,0 0 0 0 0,0-1 0 0 0,0 3-1 0 0,0-2-16 0 0,1 1 0 0 0,0-1 0 0 0,-1 0 0 0 0,1 1-1 0 0,0-1 1 0 0,0 0 0 0 0,0 0 0 0 0,0 0-1 0 0,1 0 1 0 0,-1 0 0 0 0,0 0 0 0 0,0 0 0 0 0,1 0-1 0 0,-1 0 1 0 0,3 1 0 0 0,9 4 47 0 0,0-1 1 0 0,25 7-1 0 0,-35-11-22 0 0,106 24 968 0 0,138 14 0 0 0,-154-26-836 0 0,-88-12 246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3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5065 0 0,'-18'1'1765'0'0,"12"0"-820"0"0,0-1 0 0 0,1 1 0 0 0,-1-2 0 0 0,0 1 0 0 0,-7-2 0 0 0,22 6-465 0 0,-1 1 0 0 0,0-1-1 0 0,0 1 1 0 0,0 0 0 0 0,-1 1 0 0 0,0 0 0 0 0,0 0 0 0 0,0 1-1 0 0,-1 0 1 0 0,0 0 0 0 0,6 9 0 0 0,11 17-188 0 0,22 42-1 0 0,-6-5-54 0 0,3-1 0 0 0,3-3 0 0 0,90 103-1 0 0,-133-167-237 0 0,22 27-119 0 0,-23-28 110 0 0,-1 0 0 0 0,1-1 1 0 0,-1 1-1 0 0,0-1 0 0 0,1 1 0 0 0,-1 0 0 0 0,1-1 0 0 0,-1 1 0 0 0,0 0 0 0 0,0-1 0 0 0,1 1 1 0 0,-1 0-1 0 0,0 0 0 0 0,0-1 0 0 0,0 1 0 0 0,0 0 0 0 0,0 0 0 0 0,0-1 0 0 0,0 1 0 0 0,0 0 1 0 0,0 0-1 0 0,0-1 0 0 0,0 1 0 0 0,-1 0 0 0 0,1-1 0 0 0,0 1 0 0 0,0 0 0 0 0,-1 0 0 0 0,1-1 1 0 0,0 1-1 0 0,-1-1 0 0 0,1 1 0 0 0,-1 0 0 0 0,1-1 0 0 0,-1 1 0 0 0,1-1 0 0 0,-1 1 0 0 0,1-1 1 0 0,-1 1-1 0 0,0-1 0 0 0,1 1 0 0 0,-1-1 0 0 0,-1 1 0 0 0,2-1-125 0 0,0 0 0 0 0,-1 0 0 0 0,1 0 0 0 0,0 0 1 0 0,-1 0-1 0 0,1 0 0 0 0,-1 0 0 0 0,1 0 0 0 0,0 0 0 0 0,-1 0 0 0 0,1 0 0 0 0,-1 0 0 0 0,1 0 0 0 0,0 0 0 0 0,-1 0 0 0 0,1 0 1 0 0,-1 0-1 0 0,1-1 0 0 0,0 1 0 0 0,-1 0 0 0 0,1 0 0 0 0,0 0 0 0 0,-1-1 0 0 0,1 1 0 0 0,-2-2-539 0 0,-1-3-852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4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370 265 1840 0 0,'5'-27'722'0'0,"0"1"0"0"0,1 0 0 0 0,2 0 0 0 0,1 1 0 0 0,0 0 0 0 0,2 0 0 0 0,1 1 0 0 0,25-37 0 0 0,-51 81 2600 0 0,-21 40 0 0 0,-26 78-683 0 0,20-43-1384 0 0,24-61-781 0 0,-1-1 0 0 0,-41 55 0 0 0,-54 50 111 0 0,35-46-694 0 0,47-44-1701 0 0,27-40 498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4.5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5985 0 0,'-3'8'12662'0'0,"-3"22"-9831"0"0,-7 38-2986 0 0,3 14-318 0 0,3 0 0 0 0,4 1 0 0 0,13 136 0 0 0,-6-178-874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98 4145 0 0,'-3'-5'604'0'0,"0"0"0"0"0,1 1 0 0 0,-1-1 0 0 0,1-1 0 0 0,1 1 0 0 0,-1 0 0 0 0,1 0 0 0 0,-1-1 0 0 0,1 1 0 0 0,1 0-1 0 0,-1-1 1 0 0,1 1 0 0 0,0-1 0 0 0,0 1 0 0 0,2-6 0 0 0,-2 10-513 0 0,0 1 0 0 0,1-1 0 0 0,-1 1 0 0 0,0-1 0 0 0,1 1-1 0 0,-1-1 1 0 0,1 1 0 0 0,-1-1 0 0 0,1 1 0 0 0,-1-1 0 0 0,1 1-1 0 0,-1 0 1 0 0,1-1 0 0 0,-1 1 0 0 0,1 0 0 0 0,0-1 0 0 0,-1 1 0 0 0,1 0-1 0 0,-1 0 1 0 0,1 0 0 0 0,0-1 0 0 0,-1 1 0 0 0,1 0 0 0 0,0 0-1 0 0,-1 0 1 0 0,1 0 0 0 0,0 0 0 0 0,-1 0 0 0 0,1 1 0 0 0,-1-1 0 0 0,1 0-1 0 0,0 0 1 0 0,-1 0 0 0 0,1 0 0 0 0,0 1 0 0 0,-1-1 0 0 0,1 0-1 0 0,-1 1 1 0 0,1-1 0 0 0,-1 0 0 0 0,1 1 0 0 0,-1-1 0 0 0,1 1 0 0 0,-1-1-1 0 0,1 1 1 0 0,-1-1 0 0 0,0 1 0 0 0,1 0 0 0 0,23 25 1066 0 0,0 15-505 0 0,-2 1-1 0 0,29 77 0 0 0,12 26-467 0 0,-52-125-233 0 0,0-1-1 0 0,1 0 1 0 0,1-1 0 0 0,0 0 0 0 0,18 16-1 0 0,-2-10-3915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308 166 1784 0 0,'-2'-6'250'0'0,"0"1"0"0"0,1-1 0 0 0,-1 0 0 0 0,1 1 0 0 0,0-1 0 0 0,1 0 0 0 0,-1 0 0 0 0,1 0 0 0 0,0 0 0 0 0,1 1 0 0 0,1-9 0 0 0,2-6 1784 0 0,13-36-1 0 0,-13 43-1762 0 0,-9 26 1490 0 0,0 0 0 0 0,-1-1 1 0 0,-8 12-1 0 0,-53 72-131 0 0,43-64-879 0 0,-22 30 92 0 0,-42 60 526 0 0,74-100-1424 0 0,2 0-1 0 0,0 1 0 0 0,-15 41 1 0 0,21-39-2340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5.7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90 4145 0 0,'0'-1'15'0'0,"-1"-4"813"0"0,-1-1-1 0 0,1 0 1 0 0,0 0-1 0 0,0 0 0 0 0,1 0 1 0 0,0-11-1 0 0,0 15-662 0 0,1 0-1 0 0,-1 0 1 0 0,1 1-1 0 0,0-1 1 0 0,-1 0 0 0 0,1 0-1 0 0,0 1 1 0 0,0-1-1 0 0,0 1 1 0 0,1-1-1 0 0,-1 1 1 0 0,0-1-1 0 0,0 1 1 0 0,1 0-1 0 0,-1-1 1 0 0,1 1 0 0 0,-1 0-1 0 0,1 0 1 0 0,0 0-1 0 0,-1 0 1 0 0,1 0-1 0 0,0 1 1 0 0,0-1-1 0 0,-1 0 1 0 0,1 1 0 0 0,3-1-1 0 0,-4 1-83 0 0,0-1 0 0 0,0 1 0 0 0,1 0 0 0 0,-1 0-1 0 0,0-1 1 0 0,0 1 0 0 0,1 0 0 0 0,-1 0 0 0 0,0 0 0 0 0,0 1 0 0 0,0-1 0 0 0,1 0-1 0 0,-1 0 1 0 0,0 1 0 0 0,0-1 0 0 0,0 1 0 0 0,0-1 0 0 0,0 1 0 0 0,1-1 0 0 0,-1 1-1 0 0,0 0 1 0 0,0-1 0 0 0,0 1 0 0 0,-1 0 0 0 0,1 0 0 0 0,1 1 0 0 0,0 0 7 0 0,0 1 1 0 0,0 0 0 0 0,-1 0 0 0 0,1 0-1 0 0,-1 1 1 0 0,0-1 0 0 0,0 0 0 0 0,0 0-1 0 0,0 6 1 0 0,1 7 129 0 0,-1-1 0 0 0,-1 33 0 0 0,0-48-214 0 0,-16 117 640 0 0,10-85-280 0 0,1 0 0 0 0,2 1-1 0 0,1 33 1 0 0,2-64-296 0 0,0-1 0 0 0,0 1 0 0 0,0 0 0 0 0,0-1-1 0 0,0 1 1 0 0,1 0 0 0 0,-1-1 0 0 0,1 1 0 0 0,-1 0 0 0 0,1-1 0 0 0,-1 1 0 0 0,1-1 0 0 0,0 1 0 0 0,0-1-1 0 0,0 1 1 0 0,0-1 0 0 0,0 0 0 0 0,0 1 0 0 0,0-1 0 0 0,1 0 0 0 0,-1 0 0 0 0,3 2 0 0 0,-2-2-16 0 0,1 0 0 0 0,-1 0 0 0 0,1-1 0 0 0,-1 1 0 0 0,0-1 0 0 0,1 0 0 0 0,-1 0 0 0 0,1 0 0 0 0,-1 0 0 0 0,1 0 0 0 0,-1 0 0 0 0,1-1 0 0 0,-1 1 0 0 0,3-1 0 0 0,10-4 81 0 0,0-1-1 0 0,-1 0 1 0 0,28-17 0 0 0,-36 20-72 0 0,90-57 290 0 0,-56 33-6987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7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3 258 7370 0 0,'-2'-3'8841'0'0,"9"5"-8588"0"0,-1 0 0 0 0,1 0 0 0 0,-1 1 0 0 0,1 0 0 0 0,-1 1 0 0 0,0-1 0 0 0,0 1-1 0 0,0 0 1 0 0,9 9 0 0 0,1 4 90 0 0,25 30 0 0 0,-26-27-315 0 0,26 24-1 0 0,-35-39 39 0 0,0 1 0 0 0,0-2 0 0 0,0 1 0 0 0,1-1-1 0 0,0 0 1 0 0,0 0 0 0 0,0-1 0 0 0,13 5 0 0 0,-17-8 21 0 0,0 1-1 0 0,1-1 1 0 0,-1 1 0 0 0,0-1 0 0 0,1 0 0 0 0,-1-1 0 0 0,0 1 0 0 0,1 0 0 0 0,-1-1 0 0 0,0 0-1 0 0,0 0 1 0 0,1 0 0 0 0,-1 0 0 0 0,0 0 0 0 0,0-1 0 0 0,0 1 0 0 0,0-1 0 0 0,-1 0 0 0 0,1 0 0 0 0,0 0-1 0 0,-1 0 1 0 0,1 0 0 0 0,-1-1 0 0 0,0 1 0 0 0,0-1 0 0 0,4-4 0 0 0,5-9 95 0 0,-1-1-1 0 0,0 1 1 0 0,10-28 0 0 0,-10 24-52 0 0,11-22-85 0 0,-2-1 0 0 0,-2 0 0 0 0,-2-1 0 0 0,17-77 0 0 0,-33 100-723 0 0,0 21 579 0 0,1 0 0 0 0,0-1 0 0 0,0 1 0 0 0,-1 0 0 0 0,1 0 1 0 0,0-1-1 0 0,0 1 0 0 0,-1 0 0 0 0,1 0 0 0 0,0 0 0 0 0,-1-1 0 0 0,1 1 0 0 0,0 0 0 0 0,-1 0 1 0 0,1 0-1 0 0,-1 0 0 0 0,1 0 0 0 0,0 0 0 0 0,-1 0 0 0 0,1 0 0 0 0,0 0 0 0 0,-1 0 0 0 0,1 0 0 0 0,-1 0 1 0 0,1 0-1 0 0,0 0 0 0 0,-1 0 0 0 0,1 0 0 0 0,0 0 0 0 0,-1 0 0 0 0,1 0 0 0 0,0 1 0 0 0,-1-1 1 0 0,1 0-1 0 0,0 0 0 0 0,-1 0 0 0 0,1 1 0 0 0,0-1 0 0 0,-1 0 0 0 0,1 0 0 0 0,0 1 0 0 0,0-1 1 0 0,-1 0-1 0 0,1 1 0 0 0,0-1 0 0 0,0 0 0 0 0,-1 1 0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08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45 5097 0 0,'0'-1'157'0'0,"1"-1"1"0"0,0 1-1 0 0,-1-1 0 0 0,1 1 0 0 0,-1-1 1 0 0,0 1-1 0 0,1-1 0 0 0,-1 1 0 0 0,0-1 1 0 0,0 1-1 0 0,0-1 0 0 0,0 1 1 0 0,0-1-1 0 0,0 1 0 0 0,-1-1 0 0 0,1 1 1 0 0,-1-2-1 0 0,1 2 70 0 0,0 0 1 0 0,0 0 0 0 0,-1 0-1 0 0,1 1 1 0 0,0-1-1 0 0,-1 0 1 0 0,1 1 0 0 0,0-1-1 0 0,-1 0 1 0 0,1 0-1 0 0,-1 1 1 0 0,1-1 0 0 0,-1 1-1 0 0,1-1 1 0 0,-1 0-1 0 0,1 1 1 0 0,-1-1 0 0 0,0 1-1 0 0,1-1 1 0 0,-1 1-1 0 0,0 0 1 0 0,1-1-1 0 0,-1 1 1 0 0,0 0 0 0 0,0-1-1 0 0,1 1 1 0 0,-1 0-1 0 0,0 0 1 0 0,0 0 0 0 0,1 0-1 0 0,-1-1 1 0 0,0 1-1 0 0,-1 1 1 0 0,1-1-8 0 0,0 1 0 0 0,0-1 0 0 0,0 1 0 0 0,0 0 0 0 0,0 0 0 0 0,0 0 0 0 0,1-1 0 0 0,-1 1 0 0 0,0 0 0 0 0,1 0 0 0 0,-1 0 0 0 0,0 0 0 0 0,1 0 0 0 0,-1 0 0 0 0,1 0-1 0 0,-1 0 1 0 0,1 1 0 0 0,0-1 0 0 0,0 0 0 0 0,-1 2 0 0 0,-4 27 997 0 0,4-27-924 0 0,-19 281 2131 0 0,18-229-2390 0 0,2-50-254 0 0,-2 22 612 0 0,4 44 0 0 0,8-24-1613 0 0,-7-41-57 0 0,0 1-1 0 0,0 0 0 0 0,0 0 0 0 0,7 9 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52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68 920 0 0,'-6'-14'4827'0'0,"4"12"-4509"0"0,1-1 0 0 0,-1 0 0 0 0,1 1-1 0 0,0-1 1 0 0,0 0 0 0 0,0 0 0 0 0,10-31 12999 0 0,-2 178-12234 0 0,6 94-711 0 0,-3-55-76 0 0,-9-120-428 0 0,3 0 0 0 0,2 0 1 0 0,19 77-1 0 0,-18-116-400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4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256 162 2761 0 0,'-2'-6'207'0'0,"0"0"1"0"0,1 0-1 0 0,-1-1 0 0 0,1 1 1 0 0,0 0-1 0 0,0-8 1 0 0,-4-24 596 0 0,4 33-651 0 0,-1 1 0 0 0,0-1 0 0 0,0 1 1 0 0,0-1-1 0 0,0 1 0 0 0,-1-1 0 0 0,1 1 0 0 0,-1 0 0 0 0,0 0 0 0 0,0 1 1 0 0,-5-5-1 0 0,6 6 151 0 0,0 1 1 0 0,-1-1 0 0 0,0 0-1 0 0,1 1 1 0 0,-1-1-1 0 0,0 1 1 0 0,0 0 0 0 0,0 0-1 0 0,0 0 1 0 0,0 0 0 0 0,0 0-1 0 0,0 1 1 0 0,0-1 0 0 0,0 1-1 0 0,0 0 1 0 0,0 0-1 0 0,-9 4 4168 0 0,23 2-2870 0 0,19 8-1193 0 0,-22-10 110 0 0,35 16-289 0 0,0 3 1 0 0,-1 1 0 0 0,-2 2 0 0 0,-1 2-1 0 0,-1 2 1 0 0,-1 1 0 0 0,-1 2-1 0 0,42 52 1 0 0,-41-42-222 0 0,-3 1 0 0 0,-2 2 0 0 0,-2 2 0 0 0,-2 1 0 0 0,29 67 0 0 0,-52-102 23 0 0,-1-1 0 0 0,0 1 0 0 0,-1-1 1 0 0,0 1-1 0 0,-2 0 0 0 0,1 0 1 0 0,-2 0-1 0 0,1 0 0 0 0,-2 0 0 0 0,0 0 1 0 0,-1 0-1 0 0,0 0 0 0 0,-8 23 1 0 0,4-19 21 0 0,-1-1 1 0 0,-1 0 0 0 0,-1 0 0 0 0,0 0 0 0 0,-1-1-1 0 0,-1-1 1 0 0,0 0 0 0 0,-1-1 0 0 0,-25 24 0 0 0,-14 6 178 0 0,-2-2 1 0 0,-86 53-1 0 0,-128 55 42 0 0,135-78-202 0 0,77-45-620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5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98 4609 0 0,'-19'-10'470'0'0,"11"6"148"0"0,0 0 0 0 0,0 0 0 0 0,0-1 0 0 0,0 0 0 0 0,1 0 0 0 0,0-1 0 0 0,0 0 0 0 0,-6-6 0 0 0,13 11-573 0 0,0 0 0 0 0,0 1 0 0 0,0-1 0 0 0,0 1-1 0 0,-1-1 1 0 0,1 1 0 0 0,0-1 0 0 0,0 0 0 0 0,0 1 0 0 0,0-1 0 0 0,1 1 0 0 0,-1-1 0 0 0,0 1 0 0 0,0-1 0 0 0,0 0-1 0 0,0 1 1 0 0,1-1 0 0 0,-1 1 0 0 0,0-1 0 0 0,0 1 0 0 0,1-1 0 0 0,-1 1 0 0 0,0-1 0 0 0,1 1 0 0 0,-1 0 0 0 0,1-1-1 0 0,-1 1 1 0 0,0-1 0 0 0,1 1 0 0 0,-1 0 0 0 0,1-1 0 0 0,-1 1 0 0 0,1 0 0 0 0,-1 0 0 0 0,1-1 0 0 0,-1 1 0 0 0,1 0-1 0 0,0 0 1 0 0,-1 0 0 0 0,1 0 0 0 0,-1 0 0 0 0,2 0 0 0 0,25-8 731 0 0,42 2-92 0 0,0 2 1 0 0,0 3-1 0 0,111 14 0 0 0,203 52 195 0 0,-301-46-673 0 0,-1 3 0 0 0,-1 4 1 0 0,99 46-1 0 0,-122-45-82 0 0,-2 3 0 0 0,-2 2 0 0 0,-1 2-1 0 0,-1 2 1 0 0,51 49 0 0 0,-80-65-90 0 0,-2 1 0 0 0,0 1 0 0 0,-2 1 0 0 0,0 1 0 0 0,-1 0 0 0 0,-2 2 0 0 0,22 46 1 0 0,-31-59-25 0 0,-1 0 1 0 0,-1 0 0 0 0,0 1 0 0 0,-1 0-1 0 0,0-1 1 0 0,-1 1 0 0 0,-1 0 0 0 0,0 0 0 0 0,-1 0-1 0 0,0 0 1 0 0,-1 0 0 0 0,-1 0 0 0 0,0 0-1 0 0,-1-1 1 0 0,0 1 0 0 0,-1-1 0 0 0,-1 1 0 0 0,-9 18-1 0 0,5-18 124 0 0,0 0 0 0 0,0-1 0 0 0,-2-1 0 0 0,1 0 0 0 0,-1 0-1 0 0,-1-1 1 0 0,0 0 0 0 0,-1-1 0 0 0,-15 10 0 0 0,-23 11 427 0 0,-62 28 0 0 0,74-39-434 0 0,-247 111 429 0 0,-41 21-200 0 0,-39 11 119 0 0,130-52-715 0 0,73-32-3471 0 0,150-74 2530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6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0 107 6449 0 0,'17'-1'694'0'0,"0"-1"0"0"0,1-1 0 0 0,23-7-1 0 0,11-2 77 0 0,590-39 5133 0 0,-553 48-5196 0 0,834-14 2337 0 0,-419 11-3549 0 0,-465 5 6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6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2036 21 6913 0 0,'0'0'34'0'0,"0"0"-1"0"0,0 0 1 0 0,0 0-1 0 0,0 0 1 0 0,1 0-1 0 0,-1 0 0 0 0,0 0 1 0 0,0 0-1 0 0,0 0 1 0 0,0-1-1 0 0,0 1 0 0 0,1 0 1 0 0,-1 0-1 0 0,0 0 1 0 0,0 0-1 0 0,0 0 0 0 0,0 0 1 0 0,0 0-1 0 0,0 0 1 0 0,0-1-1 0 0,1 1 0 0 0,-1 0 1 0 0,0 0-1 0 0,0 0 1 0 0,0 0-1 0 0,0 0 1 0 0,0 0-1 0 0,0-1 0 0 0,0 1 1 0 0,0 0-1 0 0,0 0 1 0 0,0 0-1 0 0,0 0 0 0 0,0-1 1 0 0,0 1-1 0 0,0 0 1 0 0,0 0-1 0 0,0 0 0 0 0,0 0 1 0 0,0 0-1 0 0,0-1 1 0 0,0 1-1 0 0,0 0 1 0 0,0 0-1 0 0,0 0 0 0 0,0 0 1 0 0,0 0-1 0 0,0-1 1 0 0,-1 1-1 0 0,1 0 0 0 0,0 0 1 0 0,0 0-1 0 0,0 0 1 0 0,0 0-1 0 0,-12-6 1811 0 0,-17 0 867 0 0,-41 3 91 0 0,-93 9 0 0 0,45-1-1720 0 0,-284 14 1105 0 0,190-7-1653 0 0,-89 19-305 0 0,-40 1-22 0 0,68-39-1071 0 0,226 4 736 0 0,-2 3-1282 0 0,28 1 219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7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2747 0 8290 0 0,'-43'13'1023'0'0,"0"-3"0"0"0,0-2 0 0 0,-1-1 0 0 0,-86 1 0 0 0,57-4 671 0 0,-710 67 5177 0 0,126-7-6100 0 0,252-14-1553 0 0,302-29-2736 0 0,-188 62 0 0 0,264-73 1568 0 0,1 2 1 0 0,-28 15-1 0 0,29-11 1246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4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320 10 9218 0 0,'-7'-3'320'0'0,"-1"1"1"0"0,1 1-1 0 0,-1-1 1 0 0,0 1-1 0 0,1 1 1 0 0,-1-1-1 0 0,0 1 1 0 0,0 1-1 0 0,1-1 1 0 0,-1 1-1 0 0,0 1 1 0 0,1-1-1 0 0,-1 1 1 0 0,-7 4-1 0 0,3-2 76 0 0,1 1 1 0 0,-1 0-1 0 0,1 1 0 0 0,1 0 1 0 0,-1 1-1 0 0,1 0 0 0 0,0 1 0 0 0,-9 8 1 0 0,9-5-239 0 0,1 1 1 0 0,1 0 0 0 0,0 0-1 0 0,0 0 1 0 0,1 1 0 0 0,1 0-1 0 0,0 0 1 0 0,1 1 0 0 0,0 0-1 0 0,1 0 1 0 0,0 0 0 0 0,-2 27-1 0 0,2-3-174 0 0,3-1 0 0 0,0 0 0 0 0,10 70 0 0 0,-3-63 36 0 0,1 1 0 0 0,3-1 1 0 0,27 75-1 0 0,-30-102-35 0 0,0 0 0 0 0,1 0-1 0 0,0-1 1 0 0,2-1 0 0 0,0 1-1 0 0,0-2 1 0 0,1 1 0 0 0,1-1-1 0 0,1-1 1 0 0,0 0 0 0 0,0-1-1 0 0,20 13 1 0 0,-25-20-72 0 0,-1 0-1 0 0,1-1 1 0 0,0-1 0 0 0,0 1-1 0 0,1-1 1 0 0,-1-1-1 0 0,1 1 1 0 0,-1-1 0 0 0,1-1-1 0 0,17 2 1 0 0,-20-4 18 0 0,-1 1 1 0 0,0 0-1 0 0,1-1 1 0 0,-1 0-1 0 0,0-1 1 0 0,0 1-1 0 0,1-1 0 0 0,-1 0 1 0 0,0 0-1 0 0,-1 0 1 0 0,1-1-1 0 0,0 0 1 0 0,-1 0-1 0 0,1 0 0 0 0,-1 0 1 0 0,0-1-1 0 0,0 1 1 0 0,-1-1-1 0 0,5-6 1 0 0,2-3 115 0 0,-2-1 1 0 0,0 0-1 0 0,-1-1 0 0 0,0 0 1 0 0,-2 0-1 0 0,1 0 1 0 0,-2-1-1 0 0,0 1 1 0 0,-1-1-1 0 0,3-29 1 0 0,-4 12 288 0 0,-1 0 1 0 0,-2 0 0 0 0,-1 0 0 0 0,-9-42-1 0 0,-4 5 9 0 0,-4 1-1 0 0,-2 1 1 0 0,-54-115-1 0 0,70 173-303 0 0,0 1 1 0 0,0-1-1 0 0,-1 1 1 0 0,0 0-1 0 0,0 1 0 0 0,-13-13 1 0 0,17 19-145 0 0,-1-1 0 0 0,1 1 0 0 0,-1 0 0 0 0,1 0 0 0 0,-1 1 0 0 0,0-1 0 0 0,0 0 0 0 0,0 1 0 0 0,0 0 0 0 0,0 0 0 0 0,0 0 0 0 0,0 0 0 0 0,0 0 0 0 0,-1 1 0 0 0,1-1 0 0 0,0 1 1 0 0,0 0-1 0 0,-1 0 0 0 0,1 0 0 0 0,0 0 0 0 0,0 0 0 0 0,-1 1 0 0 0,1 0 0 0 0,0 0 0 0 0,-5 2 0 0 0,-11 7-6551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6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 14283 0 0,'1'-1'19'0'0,"-1"1"0"0"0,1-1 0 0 0,-1 1 0 0 0,1-1 0 0 0,0 0 0 0 0,-1 1 0 0 0,1-1 0 0 0,0 1 0 0 0,-1-1 0 0 0,1 1 0 0 0,0 0 0 0 0,0-1 0 0 0,-1 1 0 0 0,1 0 0 0 0,0-1 0 0 0,0 1 1 0 0,0 0-1 0 0,0 0 0 0 0,0 0 0 0 0,-1 0 0 0 0,1 0 0 0 0,0 0 0 0 0,0 0 0 0 0,0 0 0 0 0,0 0 0 0 0,0 0 0 0 0,-1 0 0 0 0,1 0 0 0 0,0 1 0 0 0,0-1 0 0 0,0 0 0 0 0,-1 1 0 0 0,1-1 0 0 0,0 1 0 0 0,0-1 0 0 0,-1 1 0 0 0,1-1 0 0 0,0 1 0 0 0,-1-1 0 0 0,1 1 0 0 0,-1-1 0 0 0,1 1 0 0 0,0 0 0 0 0,-1 0 0 0 0,0-1 0 0 0,1 1 0 0 0,-1 0 0 0 0,1 0 0 0 0,-1 0 0 0 0,3 4 266 0 0,-1 0 0 0 0,0-1 0 0 0,-1 1 0 0 0,1 0 0 0 0,-1 0 0 0 0,2 10 0 0 0,3 120 1775 0 0,3 35-1496 0 0,-6-145-739 0 0,1-1 0 0 0,1 0 0 0 0,2 0 1 0 0,16 42-1 0 0,-23-66 160 0 0,2 5-463 0 0,0 0 1 0 0,1 0-1 0 0,-1-1 0 0 0,1 1 1 0 0,0-1-1 0 0,6 7 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8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1 241 6913 0 0,'1'-11'254'0'0,"0"1"0"0"0,1 0 0 0 0,0-1 0 0 0,1 1 0 0 0,0 0 0 0 0,1 1 0 0 0,0-1-1 0 0,0 0 1 0 0,1 1 0 0 0,8-12 0 0 0,-2 7 538 0 0,0 0-1 0 0,1 1 1 0 0,1 0-1 0 0,0 0 1 0 0,16-11-1 0 0,-24 21-635 0 0,-1 0 0 0 0,0 0 0 0 0,1 0 0 0 0,-1 1 0 0 0,1-1 0 0 0,0 1 0 0 0,-1 0 0 0 0,1 1 0 0 0,0-1 0 0 0,0 1 0 0 0,1 0 0 0 0,-1 0 0 0 0,0 0 0 0 0,0 1 0 0 0,0 0 0 0 0,1 0 0 0 0,-1 0 0 0 0,0 1 0 0 0,0 0 0 0 0,0 0 0 0 0,1 0 0 0 0,4 2 0 0 0,-7-1-76 0 0,1 0 0 0 0,-1 0 0 0 0,0 0 0 0 0,0 0 0 0 0,-1 1 0 0 0,1-1 0 0 0,0 1 0 0 0,-1 0 0 0 0,0 0 0 0 0,1 0 0 0 0,-1 0 0 0 0,0 0 0 0 0,-1 0 0 0 0,1 0 0 0 0,0 1 0 0 0,-1-1 0 0 0,0 1 0 0 0,0-1 0 0 0,0 1 0 0 0,0 0 0 0 0,-1-1 0 0 0,1 1 0 0 0,-1 0 0 0 0,0-1 0 0 0,0 1 0 0 0,-1 5 0 0 0,0 8 86 0 0,-1 0 0 0 0,-1 0 0 0 0,-1 0 0 0 0,-7 22-1 0 0,-21 43 204 0 0,-3-1-1 0 0,-49 83 1 0 0,42-86-56 0 0,41-75-304 0 0,0-1 0 0 0,-1 1-1 0 0,1 0 1 0 0,0-1 0 0 0,0 1-1 0 0,0 0 1 0 0,0-1-1 0 0,1 1 1 0 0,-1 0 0 0 0,1 0-1 0 0,0 0 1 0 0,0 0-1 0 0,0 5 1 0 0,1-7-2 0 0,-1 0 1 0 0,1 0-1 0 0,0 0 0 0 0,-1 0 1 0 0,1 0-1 0 0,0 0 0 0 0,0 0 0 0 0,0 0 1 0 0,0 0-1 0 0,0 0 0 0 0,0-1 1 0 0,0 1-1 0 0,0 0 0 0 0,0-1 1 0 0,0 1-1 0 0,0 0 0 0 0,0-1 0 0 0,1 0 1 0 0,-1 1-1 0 0,0-1 0 0 0,0 0 1 0 0,1 1-1 0 0,-1-1 0 0 0,0 0 0 0 0,0 0 1 0 0,1 0-1 0 0,-1 0 0 0 0,0 0 1 0 0,0 0-1 0 0,1-1 0 0 0,-1 1 1 0 0,2-1-1 0 0,77-8 81 0 0,-37 3 20 0 0,84 0 0 0 0,-21 13-1725 0 0,0 4-3350 0 0,-76-7-2132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9.7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77 11058 0 0,'-4'-6'561'0'0,"1"1"-52"0"0,-1 0-1 0 0,1 0 0 0 0,1 0 1 0 0,-1 0-1 0 0,1-1 1 0 0,0 1-1 0 0,0 0 0 0 0,0-1 1 0 0,1 0-1 0 0,-1-6 1 0 0,2 12-470 0 0,0 0-1 0 0,0-1 1 0 0,0 1 0 0 0,0 0 0 0 0,0-1 0 0 0,0 1 0 0 0,0 0 0 0 0,1 0 0 0 0,-1 0-1 0 0,0-1 1 0 0,0 1 0 0 0,0 0 0 0 0,0 0 0 0 0,0-1 0 0 0,1 1 0 0 0,-1 0 0 0 0,0 0-1 0 0,0 0 1 0 0,0 0 0 0 0,1-1 0 0 0,-1 1 0 0 0,0 0 0 0 0,0 0 0 0 0,1 0 0 0 0,-1 0-1 0 0,0 0 1 0 0,0 0 0 0 0,1 0 0 0 0,-1 0 0 0 0,0 0 0 0 0,0-1 0 0 0,1 1 0 0 0,-1 0-1 0 0,0 0 1 0 0,1 0 0 0 0,-1 1 0 0 0,0-1 0 0 0,16 4 690 0 0,11 12-41 0 0,-26-15-622 0 0,52 37 701 0 0,-2 4-1 0 0,74 76 0 0 0,33 27-696 0 0,-133-124-471 0 0,25 19-860 0 0,-14-18-5215 0 0,-21-15 259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19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356 178 1376 0 0,'-1'-14'962'0'0,"0"0"0"0"0,-1 1 0 0 0,-1-1-1 0 0,0 1 1 0 0,-1 0 0 0 0,0 0 0 0 0,-1 0 0 0 0,-1 0-1 0 0,0 1 1 0 0,-10-15 0 0 0,15 25-772 0 0,0 1-1 0 0,0-1 1 0 0,0 1 0 0 0,-1 0 0 0 0,1 0 0 0 0,-1-1-1 0 0,1 1 1 0 0,-1 0 0 0 0,1 0 0 0 0,-1 1 0 0 0,0-1-1 0 0,0 0 1 0 0,1 0 0 0 0,-1 1 0 0 0,0-1-1 0 0,0 1 1 0 0,0 0 0 0 0,1-1 0 0 0,-1 1 0 0 0,0 0-1 0 0,0 0 1 0 0,0 0 0 0 0,0 0 0 0 0,0 0 0 0 0,1 1-1 0 0,-1-1 1 0 0,0 1 0 0 0,0-1 0 0 0,0 1 0 0 0,1 0-1 0 0,-1-1 1 0 0,0 1 0 0 0,1 0 0 0 0,-1 0-1 0 0,0 0 1 0 0,1 0 0 0 0,0 0 0 0 0,-1 1 0 0 0,-1 1-1 0 0,-5 4 122 0 0,0 1 0 0 0,1 0-1 0 0,0 0 1 0 0,0 1 0 0 0,-7 12-1 0 0,-14 31-84 0 0,1 1-1 0 0,3 2 1 0 0,-18 61 0 0 0,38-104-223 0 0,-11 32-746 0 0,2 1 0 0 0,2-1 0 0 0,-7 58 0 0 0,13-58-6287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1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14283 0 0,'1'-2'118'0'0,"-1"1"0"0"0,1 0 0 0 0,-1-1 1 0 0,1 1-1 0 0,0 0 0 0 0,0 0 0 0 0,0 0 0 0 0,-1 0 0 0 0,1 0 0 0 0,0 0 1 0 0,0 0-1 0 0,1 0 0 0 0,-1 0 0 0 0,0 0 0 0 0,0 1 0 0 0,0-1 0 0 0,1 0 1 0 0,-1 1-1 0 0,0-1 0 0 0,0 1 0 0 0,1-1 0 0 0,-1 1 0 0 0,0 0 0 0 0,1 0 1 0 0,1-1-1 0 0,-2 2 17 0 0,1-1 0 0 0,-1 0 1 0 0,0 1-1 0 0,0-1 0 0 0,0 1 1 0 0,0-1-1 0 0,0 1 0 0 0,0-1 1 0 0,0 1-1 0 0,0 0 0 0 0,0 0 1 0 0,0 0-1 0 0,0-1 0 0 0,0 1 1 0 0,-1 0-1 0 0,1 0 0 0 0,0 0 1 0 0,0 0-1 0 0,-1 0 0 0 0,1 0 1 0 0,-1 0-1 0 0,1 0 0 0 0,-1 1 1 0 0,1-1-1 0 0,-1 0 0 0 0,0 0 1 0 0,0 0-1 0 0,1 3 0 0 0,17 142 632 0 0,-6-30-4849 0 0,-6-77-2560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13827 0 0,'-1'0'73'0'0,"1"0"-1"0"0,-1 0 1 0 0,1 0 0 0 0,-1 0-1 0 0,0 0 1 0 0,1 0-1 0 0,-1 0 1 0 0,1 0 0 0 0,-1 0-1 0 0,0 0 1 0 0,1 0 0 0 0,-1 0-1 0 0,1 0 1 0 0,-1 0 0 0 0,1 1-1 0 0,-1-1 1 0 0,0 0-1 0 0,1 0 1 0 0,-1 1 0 0 0,1-1-1 0 0,-1 0 1 0 0,1 1 0 0 0,-1-1-1 0 0,1 1 1 0 0,0-1 0 0 0,-1 1-1 0 0,1-1 1 0 0,-1 1 0 0 0,16 8 2050 0 0,6 1-1111 0 0,48 35 611 0 0,72 64 0 0 0,-80-60-2651 0 0,101 64 1 0 0,-141-101-6270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0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 5 11522 0 0,'-1'-1'123'0'0,"1"1"-1"0"0,-1-1 0 0 0,1 1 0 0 0,-1 0 1 0 0,0-1-1 0 0,1 1 0 0 0,-1 0 0 0 0,0-1 1 0 0,1 1-1 0 0,-1 0 0 0 0,0 0 0 0 0,1 0 1 0 0,-1 0-1 0 0,0 0 0 0 0,1 0 0 0 0,-1 0 1 0 0,0 0-1 0 0,1 0 0 0 0,-1 0 0 0 0,0 0 1 0 0,0 0-1 0 0,1 0 0 0 0,-1 0 0 0 0,0 1 1 0 0,1-1-1 0 0,-2 1 0 0 0,-14 16 1971 0 0,-6 36-99 0 0,19-44-1679 0 0,-129 430 2743 0 0,122-403-3501 0 0,3 1 0 0 0,0 0 0 0 0,-1 67 0 0 0,9-69-6921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1.0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5065 0 0,'15'-10'266'0'0,"-7"4"336"0"0,0 1 0 0 0,0 0 0 0 0,0 0 0 0 0,0 1 0 0 0,1 0 0 0 0,10-4 0 0 0,-16 8-418 0 0,-1-1 0 0 0,1 1 1 0 0,-1 0-1 0 0,1-1 0 0 0,0 1 1 0 0,-1 1-1 0 0,1-1 0 0 0,-1 0 1 0 0,1 1-1 0 0,0-1 0 0 0,-1 1 1 0 0,1 0-1 0 0,-1-1 0 0 0,0 1 1 0 0,1 0-1 0 0,-1 1 0 0 0,0-1 0 0 0,1 0 1 0 0,-1 1-1 0 0,0-1 0 0 0,0 1 1 0 0,0 0-1 0 0,0 0 0 0 0,-1 0 1 0 0,1 0-1 0 0,0 0 0 0 0,2 4 1 0 0,1 2 220 0 0,0 1 0 0 0,0 0 0 0 0,0 0 1 0 0,-1 0-1 0 0,-1 1 0 0 0,1-1 0 0 0,-2 1 0 0 0,1 0 0 0 0,-1 0 1 0 0,-1 0-1 0 0,1 17 0 0 0,-2 7 470 0 0,-2 1-1 0 0,-7 37 1 0 0,1-8 298 0 0,8-63-1169 0 0,0-1-1 0 0,0 0 1 0 0,0 0-1 0 0,0 0 1 0 0,0 0-1 0 0,0 0 1 0 0,-1 0-1 0 0,1 1 1 0 0,0-1 0 0 0,0 0-1 0 0,0 0 1 0 0,0 0-1 0 0,0 0 1 0 0,0 0-1 0 0,0 0 1 0 0,0 1-1 0 0,0-1 1 0 0,0 0-1 0 0,0 0 1 0 0,0 0 0 0 0,0 0-1 0 0,0 0 1 0 0,0 1-1 0 0,0-1 1 0 0,0 0-1 0 0,0 0 1 0 0,0 0-1 0 0,0 0 1 0 0,0 0 0 0 0,1 1-1 0 0,-1-1 1 0 0,0 0-1 0 0,0 0 1 0 0,0 0-1 0 0,0 0 1 0 0,0 0-1 0 0,0 0 1 0 0,0 0 0 0 0,0 1-1 0 0,1-1 1 0 0,-1 0-1 0 0,0 0 1 0 0,0 0-1 0 0,0 0 1 0 0,0 0-1 0 0,0 0 1 0 0,0 0 0 0 0,1 0-1 0 0,-1 0 1 0 0,0 0-1 0 0,0 0 1 0 0,0 0-1 0 0,0 0 1 0 0,0 0-1 0 0,1 0 1 0 0,-1 0-1 0 0,0 0 1 0 0,0 0 0 0 0,0 0-1 0 0,0 0 1 0 0,0 0-1 0 0,1 0 1 0 0,-1 0-1 0 0,0 0 1 0 0,0 0-1 0 0,0 0 1 0 0,12-12 374 0 0,9-19 126 0 0,-11 12-454 0 0,5-9-1265 0 0,26-35 0 0 0,-20 37-6743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2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67 4145 0 0,'-2'-5'211'0'0,"1"1"-1"0"0,-1-1 1 0 0,0 1 0 0 0,0-1-1 0 0,-1 1 1 0 0,1 0 0 0 0,-1 0 0 0 0,0 0-1 0 0,0 0 1 0 0,-4-3 0 0 0,3 3 578 0 0,0 1 0 0 0,0 0 0 0 0,-25-3 10999 0 0,57 42-11491 0 0,-25-32 127 0 0,15 20-121 0 0,64 80 144 0 0,-71-93-398 0 0,0 0-1 0 0,0 0 1 0 0,1-1 0 0 0,0 0 0 0 0,1-1-1 0 0,17 9 1 0 0,-27-16-40 0 0,-1-1 1 0 0,0 0-1 0 0,1 0 1 0 0,-1 0-1 0 0,1 0 0 0 0,-1 0 1 0 0,1 0-1 0 0,0-1 0 0 0,-1 0 1 0 0,1 1-1 0 0,0-1 0 0 0,-1 0 1 0 0,1 0-1 0 0,0 0 0 0 0,-1 0 1 0 0,1-1-1 0 0,0 1 0 0 0,-1-1 1 0 0,1 0-1 0 0,-1 0 0 0 0,1 0 1 0 0,2-1-1 0 0,-3 0 4 0 0,0 0 1 0 0,1 0-1 0 0,-1 0 0 0 0,0 0 1 0 0,-1 0-1 0 0,1-1 0 0 0,0 1 1 0 0,-1-1-1 0 0,1 1 0 0 0,-1-1 1 0 0,0 0-1 0 0,0 1 0 0 0,0-1 1 0 0,0 0-1 0 0,0 0 0 0 0,-1 0 1 0 0,1 0-1 0 0,-1 0 0 0 0,0 0 1 0 0,0-3-1 0 0,0-11 65 0 0,0 1 0 0 0,-2-1 1 0 0,0 1-1 0 0,-4-17 0 0 0,5 27-314 0 0,0 0-1 0 0,-1 0 1 0 0,0 0-1 0 0,0 0 1 0 0,0 1-1 0 0,-1-1 0 0 0,0 1 1 0 0,0 0-1 0 0,0-1 1 0 0,-1 1-1 0 0,0 1 1 0 0,0-1-1 0 0,0 0 1 0 0,-5-3-1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2.2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0 5985 0 0,'-1'8'817'0'0,"0"0"-1"0"0,0-1 1 0 0,0 1-1 0 0,1-1 1 0 0,0 1-1 0 0,0 0 1 0 0,1-1-1 0 0,0 1 1 0 0,4 14-1 0 0,0 6 935 0 0,11 201 3609 0 0,-13-173-6619 0 0,-2-19-5900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3.7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0 6913 0 0,'-8'5'161'0'0,"0"-1"0"0"0,-1 1 0 0 0,0-2-1 0 0,0 0 1 0 0,0 0 0 0 0,0 0 0 0 0,-1-1-1 0 0,-13 1 1 0 0,15-2 65 0 0,-7 2 35 0 0,11-1-202 0 0,-1-1 1 0 0,0 0-1 0 0,0 0 1 0 0,0 0-1 0 0,0-1 1 0 0,0 0-1 0 0,0 0 1 0 0,-9-1-1 0 0,14 0 42 0 0,0 1-1 0 0,0-1 1 0 0,0 1-1 0 0,0-1 1 0 0,0 1-1 0 0,0-1 1 0 0,0 1-1 0 0,0-1 1 0 0,0 1-1 0 0,1-1 1 0 0,-1 1-1 0 0,0 0 1 0 0,0-1-1 0 0,0 1 1 0 0,0-1-1 0 0,1 1 1 0 0,-1-1-1 0 0,0 1 1 0 0,0 0-1 0 0,1-1 1 0 0,-1 1-1 0 0,0-1 1 0 0,1 1-1 0 0,-1 0 1 0 0,0 0-1 0 0,1-1 1 0 0,-1 1-1 0 0,1 0 1 0 0,-1 0-1 0 0,1-1 1 0 0,-1 1-1 0 0,0 0 1 0 0,1 0-1 0 0,-1 0 1 0 0,1-1-1 0 0,19-10 2429 0 0,-17 10-2442 0 0,-1 1 0 0 0,1 0 0 0 0,-1 0 0 0 0,1 0 0 0 0,-1 0 0 0 0,0 0 1 0 0,1 1-1 0 0,-1-1 0 0 0,1 1 0 0 0,-1-1 0 0 0,3 2 0 0 0,-4-1-54 0 0,0-1 0 0 0,-1 0 0 0 0,1 1 0 0 0,0-1-1 0 0,0 1 1 0 0,-1-1 0 0 0,1 1 0 0 0,-1-1 0 0 0,1 1 0 0 0,0 0-1 0 0,-1-1 1 0 0,1 1 0 0 0,-1 0 0 0 0,1-1 0 0 0,-1 1 0 0 0,0 0 0 0 0,1 0-1 0 0,-1-1 1 0 0,0 1 0 0 0,0 0 0 0 0,1 0 0 0 0,-1-1 0 0 0,0 1-1 0 0,0 0 1 0 0,0 0 0 0 0,0 0 0 0 0,0 0 0 0 0,0-1 0 0 0,0 1 0 0 0,0 0-1 0 0,0 0 1 0 0,0 0 0 0 0,-1 0 0 0 0,1 1 0 0 0,-1-2 12 0 0,1 0 1 0 0,0 0-1 0 0,0 1 1 0 0,0-1-1 0 0,0 0 0 0 0,0 0 1 0 0,0 0-1 0 0,0 1 1 0 0,0-1-1 0 0,0 0 1 0 0,0 0-1 0 0,0 0 0 0 0,0 1 1 0 0,0-1-1 0 0,0 0 1 0 0,0 0-1 0 0,0 0 1 0 0,0 1-1 0 0,0-1 0 0 0,0 0 1 0 0,0 0-1 0 0,1 0 1 0 0,-1 1-1 0 0,0-1 1 0 0,0 0-1 0 0,0 0 0 0 0,0 0 1 0 0,0 0-1 0 0,0 1 1 0 0,1-1-1 0 0,-1 0 1 0 0,0 0-1 0 0,0 0 0 0 0,0 0 1 0 0,0 0-1 0 0,1 0 1 0 0,-1 1-1 0 0,0-1 1 0 0,13 0 817 0 0,22-8-494 0 0,-18 3-63 0 0,3 4-205 0 0,0 0 0 0 0,0 1-1 0 0,0 1 1 0 0,29 5 0 0 0,19 1 70 0 0,187-11-209 0 0,-56-2 12 0 0,388 25 2 0 0,70 0-26 0 0,1224-34-60 0 0,-458 11 180 0 0,-1263 5-68 0 0,1281 8 126 0 0,133 40 82 0 0,-462 54-234 0 0,-659-8-1353 0 0,-356-69 191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4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143 167 3225 0 0,'9'-94'1263'0'0,"-3"21"10346"0"0,-36 494-8541 0 0,-2 36-2885 0 0,17 588 273 0 0,42 0 303 0 0,-32 407-591 0 0,-64-2-191 0 0,60-1278 31 0 0,-15 991 417 0 0,48 0 1091 0 0,31-260-1280 0 0,-47-783-1714 0 0,-7-1-3360 0 0,-3-88-2289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5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51 3225 0 0,'-15'-8'1046'0'0,"0"2"1"0"0,-1 0 0 0 0,0 1 0 0 0,-22-4 0 0 0,-17-7 6678 0 0,64 16-6131 0 0,16 4-636 0 0,12 11-392 0 0,-1 1 0 0 0,-1 2 0 0 0,45 29 0 0 0,-36-20-129 0 0,104 69 330 0 0,-13-8-1070 0 0,-41-36-2675 0 0,-67-40-3918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5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87 8754 0 0,'-1'-12'888'0'0,"0"0"0"0"0,1 0 0 0 0,0 0 0 0 0,1-27 5392 0 0,-1 39-6211 0 0,-9 10 1434 0 0,-6 16-746 0 0,-113 276-46 0 0,110-254-1831 0 0,2 1-1 0 0,2 0 1 0 0,-7 54 0 0 0,16-60-5215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6.4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10138 0 0,'0'3'896'0'0,"0"1"-712"0"0,0 0-184 0 0,0 2 0 0 0,0-1 280 0 0,0 7 17 0 0,2 8 7 0 0,-1 18 0 0 0,0 17-304 0 0,1 14-184 0 0,-1 5 24 0 0,-2-3 8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7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11058 0 0,'-6'0'5668'0'0,"6"0"-5583"0"0,3 16 2058 0 0,10 20-1045 0 0,3-10-688 0 0,1-1 0 0 0,1 0-1 0 0,1-1 1 0 0,1-1 0 0 0,46 40 0 0 0,-15-22-1729 0 0,96 60 1 0 0,-122-85-5873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7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97 7370 0 0,'-5'-26'373'0'0,"4"19"272"0"0,0 1-1 0 0,-1-1 1 0 0,0 0 0 0 0,0 0-1 0 0,0 1 1 0 0,-1-1-1 0 0,-6-11 1 0 0,9 17-514 0 0,-1 1 1 0 0,1-1-1 0 0,-1 1 0 0 0,0-1 1 0 0,1 1-1 0 0,-1 0 0 0 0,1-1 0 0 0,-1 1 1 0 0,0 0-1 0 0,1-1 0 0 0,-1 1 1 0 0,0 0-1 0 0,1 0 0 0 0,-1 0 1 0 0,0-1-1 0 0,1 1 0 0 0,-1 0 0 0 0,0 0 1 0 0,1 0-1 0 0,-1 0 0 0 0,0 0 1 0 0,0 1-1 0 0,1-1 0 0 0,-1 0 0 0 0,0 0 1 0 0,1 0-1 0 0,-1 1 0 0 0,0-1 1 0 0,1 0-1 0 0,-1 0 0 0 0,1 1 1 0 0,-1-1-1 0 0,0 1 0 0 0,1-1 0 0 0,-1 1 1 0 0,1-1-1 0 0,-1 1 0 0 0,1-1 1 0 0,-1 1-1 0 0,1-1 0 0 0,0 1 1 0 0,-1-1-1 0 0,1 1 0 0 0,0 0 0 0 0,-1 0 1 0 0,-19 34 1833 0 0,18-32-1871 0 0,-107 239 2002 0 0,50-75-4106 0 0,49-129-5552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8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6913 0 0,'6'-3'106'0'0,"0"0"0"0"0,1 0 0 0 0,-1 1 0 0 0,1-1 0 0 0,-1 2 0 0 0,1-1 0 0 0,0 1 0 0 0,0 0 0 0 0,0 0 0 0 0,10 1 0 0 0,-13-1 122 0 0,0 1 0 0 0,0 0-1 0 0,0 0 1 0 0,0 0 0 0 0,0 1 0 0 0,0 0 0 0 0,0-1-1 0 0,0 2 1 0 0,0-1 0 0 0,-1 0 0 0 0,1 1-1 0 0,0-1 1 0 0,-1 1 0 0 0,1 0 0 0 0,-1 0 0 0 0,0 0-1 0 0,1 1 1 0 0,-1-1 0 0 0,0 1 0 0 0,-1 0-1 0 0,1 0 1 0 0,0 0 0 0 0,-1 0 0 0 0,0 0 0 0 0,4 6-1 0 0,-1 4 762 0 0,1 1 0 0 0,-2 0-1 0 0,0 0 1 0 0,0 0 0 0 0,1 24-1 0 0,5 14 1836 0 0,-10-52-2812 0 0,0 1 1 0 0,1-1-1 0 0,-1 1 0 0 0,0-1 1 0 0,1 0-1 0 0,-1 1 1 0 0,0-1-1 0 0,1 1 0 0 0,-1-1 1 0 0,0 0-1 0 0,1 1 1 0 0,-1-1-1 0 0,1 0 0 0 0,-1 1 1 0 0,0-1-1 0 0,1 0 0 0 0,-1 0 1 0 0,1 1-1 0 0,-1-1 1 0 0,1 0-1 0 0,-1 0 0 0 0,1 0 1 0 0,-1 0-1 0 0,1 0 1 0 0,-1 1-1 0 0,1-1 0 0 0,-1 0 1 0 0,1 0-1 0 0,-1 0 1 0 0,1-1-1 0 0,0 1 0 0 0,-1 0 1 0 0,1 0-1 0 0,-1 0 1 0 0,1 0-1 0 0,-1 0 0 0 0,1-1 1 0 0,-1 1-1 0 0,0 0 0 0 0,1 0 1 0 0,-1-1-1 0 0,1 1 1 0 0,-1 0-1 0 0,1-1 0 0 0,-1 1 1 0 0,0 0-1 0 0,1-1 1 0 0,-1 1-1 0 0,0-1 0 0 0,1 0 1 0 0,22-19-27 0 0,-23 19 24 0 0,89-95-350 0 0,-71 75 180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29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469 797 7370 0 0,'-219'24'1395'0'0,"20"-2"-67"0"0,193-22-1244 0 0,2 1 11 0 0,0-1 0 0 0,0 1 0 0 0,0-1-1 0 0,0 0 1 0 0,0-1 0 0 0,1 1 0 0 0,-1-1-1 0 0,0 1 1 0 0,-4-3 0 0 0,8 3-81 0 0,-1 0-1 0 0,1-1 0 0 0,0 1 1 0 0,0 0-1 0 0,0-1 1 0 0,0 1-1 0 0,-1 0 1 0 0,1-1-1 0 0,0 1 1 0 0,0 0-1 0 0,0-1 1 0 0,0 1-1 0 0,0-1 1 0 0,0 1-1 0 0,0 0 1 0 0,0-1-1 0 0,0 1 1 0 0,0-1-1 0 0,0 1 1 0 0,0 0-1 0 0,0-1 1 0 0,1 1-1 0 0,-1 0 1 0 0,0-1-1 0 0,0 1 1 0 0,0 0-1 0 0,0-1 0 0 0,1 1 1 0 0,-1 0-1 0 0,0-1 1 0 0,0 1-1 0 0,1 0 1 0 0,-1-1-1 0 0,0 1 1 0 0,0 0-1 0 0,1 0 1 0 0,-1-1-1 0 0,0 1 1 0 0,1 0-1 0 0,-1 0 1 0 0,1 0-1 0 0,-1 0 1 0 0,0 0-1 0 0,1-1 1 0 0,16-11 181 0 0,26-15-143 0 0,2 3 0 0 0,88-34 1 0 0,105-22-150 0 0,-171 60 121 0 0,298-82 1056 0 0,439-63 1 0 0,-268 99 452 0 0,5 29-504 0 0,-387 28-883 0 0,1713-61-110 0 0,-469 85-425 0 0,-482 2 482 0 0,-3-33 195 0 0,-361-28-862 0 0,-10-46-1289 0 0,-389 53 979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250 137 5065 0 0,'-4'-4'243'0'0,"0"-1"-1"0"0,0 2 1 0 0,-1-1-1 0 0,1 0 1 0 0,-1 1-1 0 0,0 0 1 0 0,0 0-1 0 0,0 1 1 0 0,0-1-1 0 0,-1 1 1 0 0,1 0-1 0 0,-1 0 1 0 0,1 1-1 0 0,-1 0 1 0 0,1 0-1 0 0,-1 0 1 0 0,0 1-1 0 0,0-1 1 0 0,-7 2-1 0 0,7-1-51 0 0,0 0-1 0 0,1 1 0 0 0,-1-1 0 0 0,0 1 0 0 0,1 1 0 0 0,-1-1 0 0 0,0 1 0 0 0,1 0 0 0 0,0 0 0 0 0,-1 0 0 0 0,1 1 0 0 0,0 0 0 0 0,0 0 1 0 0,1 0-1 0 0,-1 1 0 0 0,0 0 0 0 0,1 0 0 0 0,0 0 0 0 0,0 0 0 0 0,0 0 0 0 0,1 1 0 0 0,0 0 0 0 0,-1 0 0 0 0,1 0 0 0 0,1 0 0 0 0,-1 0 0 0 0,1 0 1 0 0,0 1-1 0 0,0-1 0 0 0,1 1 0 0 0,-2 7 0 0 0,1 0-102 0 0,1 0 0 0 0,0-1 0 0 0,1 1 0 0 0,0 0 0 0 0,1 0 0 0 0,0-1 0 0 0,1 1 0 0 0,1-1 0 0 0,0 1 0 0 0,0-1 0 0 0,1 0 0 0 0,1 0 0 0 0,8 16 0 0 0,-7-18-106 0 0,1 1 0 0 0,-1-1 0 0 0,2-1 0 0 0,0 1 0 0 0,0-1 0 0 0,1-1 0 0 0,-1 1 0 0 0,2-2 0 0 0,-1 1 0 0 0,1-1 0 0 0,1 0 0 0 0,-1-1 0 0 0,1-1 0 0 0,0 1 0 0 0,0-2 0 0 0,1 1 0 0 0,-1-2 0 0 0,1 0 0 0 0,0 0 0 0 0,0-1 0 0 0,0 0 0 0 0,0-1 0 0 0,1 0 0 0 0,-1-1 0 0 0,0-1 0 0 0,0 0 0 0 0,0 0 0 0 0,0-1 0 0 0,0-1 0 0 0,0 0 0 0 0,0-1 0 0 0,-1 0 0 0 0,19-10 0 0 0,-23 11 13 0 0,-1 0-1 0 0,1-1 1 0 0,-1 0-1 0 0,0 0 1 0 0,0-1 0 0 0,-1 1-1 0 0,1-1 1 0 0,-1-1-1 0 0,0 1 1 0 0,-1-1-1 0 0,1 0 1 0 0,-1 0-1 0 0,0 0 1 0 0,-1 0 0 0 0,1-1-1 0 0,-1 1 1 0 0,0-1-1 0 0,-1 0 1 0 0,0 0-1 0 0,0 0 1 0 0,0 0 0 0 0,-1-1-1 0 0,0 1 1 0 0,-1 0-1 0 0,0-1 1 0 0,0 1-1 0 0,0 0 1 0 0,-1 0-1 0 0,-2-13 1 0 0,-2 0 243 0 0,-1 0 0 0 0,0 1 0 0 0,-1 0 0 0 0,-2 0 1 0 0,0 1-1 0 0,0 0 0 0 0,-2 0 0 0 0,0 1 0 0 0,-21-23 0 0 0,30 37-190 0 0,-54-59 549 0 0,50 57-688 0 0,0 0 0 0 0,0 0 0 0 0,0 1-1 0 0,0-1 1 0 0,-1 1 0 0 0,0 0 0 0 0,0 1-1 0 0,-11-4 1 0 0,-1 3-741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236 104 3225 0 0,'-5'-1'528'0'0,"0"1"1"0"0,-1 0-1 0 0,1 0 1 0 0,0 0-1 0 0,0 1 1 0 0,0-1-1 0 0,-1 1 1 0 0,1 1-1 0 0,0-1 0 0 0,0 1 1 0 0,0 0-1 0 0,1 0 1 0 0,-1 0-1 0 0,0 0 1 0 0,1 1-1 0 0,0 0 1 0 0,-1 0-1 0 0,-5 6 1 0 0,-4 4-50 0 0,0 0 0 0 0,2 0 0 0 0,-23 31 0 0 0,27-31-426 0 0,0 0 0 0 0,1 1 0 0 0,0 0 0 0 0,1 0 0 0 0,0 1 0 0 0,2-1 0 0 0,-1 1 1 0 0,2 0-1 0 0,0 1 0 0 0,1-1 0 0 0,0 1 0 0 0,2-1 0 0 0,-1 1 0 0 0,2-1 0 0 0,0 1 0 0 0,1-1 0 0 0,1 1 0 0 0,0-1 0 0 0,9 25 0 0 0,-11-36-22 0 0,1 0-1 0 0,0 1 0 0 0,1-1 0 0 0,-1 0 0 0 0,1-1 0 0 0,-1 1 0 0 0,1 0 0 0 0,0-1 0 0 0,0 0 0 0 0,1 1 0 0 0,-1-1 0 0 0,1 0 0 0 0,0-1 0 0 0,-1 1 0 0 0,1-1 0 0 0,0 0 0 0 0,0 0 0 0 0,1 0 0 0 0,-1 0 0 0 0,0-1 0 0 0,1 1 0 0 0,-1-1 0 0 0,1 0 0 0 0,-1-1 0 0 0,1 1 1 0 0,0-1-1 0 0,-1 0 0 0 0,1 0 0 0 0,-1 0 0 0 0,1-1 0 0 0,-1 1 0 0 0,6-2 0 0 0,1-1 126 0 0,-1 0 1 0 0,1-1-1 0 0,-1 0 1 0 0,1 0-1 0 0,-1-1 1 0 0,-1 0-1 0 0,1-1 1 0 0,-1 0-1 0 0,0-1 1 0 0,0 0-1 0 0,0 0 1 0 0,9-12-1 0 0,-7 5 7 0 0,0 0-1 0 0,-2-1 1 0 0,1 0 0 0 0,-2-1-1 0 0,0 0 1 0 0,-1-1-1 0 0,0 1 1 0 0,-1-1-1 0 0,-1-1 1 0 0,-1 1-1 0 0,-1-1 1 0 0,0 1-1 0 0,-1-1 1 0 0,-1 0-1 0 0,-2-33 1 0 0,0 33-359 0 0,-2 0 1 0 0,0 0 0 0 0,-1 0 0 0 0,0 0 0 0 0,-2 1-1 0 0,0 0 1 0 0,-1 0 0 0 0,0 1 0 0 0,-17-28 0 0 0,2 16-6968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4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44 12443 0 0,'-7'8'90'0'0,"2"0"0"0"0,-1 0-1 0 0,1 0 1 0 0,0 1 0 0 0,1 0 0 0 0,0 0 0 0 0,0 0 0 0 0,1 1 0 0 0,0-1 0 0 0,1 1 0 0 0,0 0 0 0 0,1-1 0 0 0,-1 16 0 0 0,-1 103-130 0 0,3-113 123 0 0,2 1 0 0 0,0 0 0 0 0,1-1 0 0 0,0 0 0 0 0,1 0 0 0 0,8 18 0 0 0,-10-29-24 0 0,0 1 1 0 0,0-1-1 0 0,1 0 1 0 0,0 1-1 0 0,-1-1 0 0 0,2 0 1 0 0,-1-1-1 0 0,0 1 0 0 0,1-1 1 0 0,0 1-1 0 0,-1-1 1 0 0,1 0-1 0 0,1 0 0 0 0,-1-1 1 0 0,0 1-1 0 0,1-1 1 0 0,-1 0-1 0 0,1 0 0 0 0,0-1 1 0 0,-1 1-1 0 0,1-1 0 0 0,0 0 1 0 0,0 0-1 0 0,0-1 1 0 0,0 1-1 0 0,0-1 0 0 0,0 0 1 0 0,0-1-1 0 0,0 1 1 0 0,7-2-1 0 0,-3 0 38 0 0,-1 0 1 0 0,1-1-1 0 0,-1 1 0 0 0,1-2 1 0 0,-1 1-1 0 0,0-1 0 0 0,-1-1 1 0 0,1 1-1 0 0,-1-1 0 0 0,1 0 1 0 0,-1-1-1 0 0,-1 0 0 0 0,1 0 0 0 0,-1 0 1 0 0,0-1-1 0 0,6-9 0 0 0,-9 10-33 0 0,1 0 1 0 0,-1-1-1 0 0,0 1 0 0 0,0-1 0 0 0,-1 0 0 0 0,0 1 0 0 0,0-1 0 0 0,0 0 0 0 0,-1-1 0 0 0,0 1 0 0 0,-1 0 0 0 0,0 0 0 0 0,0-10 0 0 0,-2 6 65 0 0,0 1 0 0 0,0 0 0 0 0,-1 0 0 0 0,0 1 0 0 0,-1-1 0 0 0,0 0 1 0 0,0 1-1 0 0,-9-13 0 0 0,-5-3 89 0 0,-1 1 0 0 0,-1 0 0 0 0,-1 2 0 0 0,-1 0 1 0 0,-28-21-1 0 0,40 35-684 0 0,0 0 0 0 0,0 1 1 0 0,-1 0-1 0 0,-18-9 0 0 0,9 9-6324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2.7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0 13827 0 0,'0'1'141'0'0,"1"-1"0"0"0,-1 0 0 0 0,0 1 0 0 0,1-1 0 0 0,-1 1 1 0 0,1-1-1 0 0,-1 1 0 0 0,1-1 0 0 0,-1 1 0 0 0,0-1 0 0 0,0 1 0 0 0,1-1 0 0 0,-1 1 0 0 0,0-1 0 0 0,0 1 0 0 0,1-1 1 0 0,-1 1-1 0 0,0-1 0 0 0,0 1 0 0 0,0 0 0 0 0,0-1 0 0 0,0 1 0 0 0,0-1 0 0 0,0 1 0 0 0,0 0 0 0 0,0-1 0 0 0,0 1 1 0 0,-1 24 611 0 0,1-22-453 0 0,-7 56 1082 0 0,-23 98 1 0 0,-2 7-3445 0 0,26-115 980 0 0,0 0-6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0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66 1840 0 0,'-271'123'10109'0'0,"271"-123"-10075"0"0,0 0 0 0 0,-1 0 0 0 0,1 0 0 0 0,0 0 0 0 0,0 0 0 0 0,0 0 0 0 0,-1 0-1 0 0,1 0 1 0 0,0 0 0 0 0,0 0 0 0 0,-1 0 0 0 0,1 0 0 0 0,0 0 0 0 0,0 0 0 0 0,0 0 0 0 0,-1 0 0 0 0,1 0-1 0 0,0 1 1 0 0,0-1 0 0 0,0 0 0 0 0,0 0 0 0 0,-1 0 0 0 0,1 0 0 0 0,0 0 0 0 0,0 1 0 0 0,0-1 0 0 0,0 0 0 0 0,0 0-1 0 0,0 0 1 0 0,-1 0 0 0 0,1 1 0 0 0,0-1 0 0 0,0 0 0 0 0,0 0 0 0 0,0 0 0 0 0,0 1 0 0 0,0-1 0 0 0,0 0-1 0 0,0 0 1 0 0,0 0 0 0 0,0 1 0 0 0,0-1 0 0 0,0 0 0 0 0,0 0 0 0 0,0 1 0 0 0,0-1 0 0 0,0 0 0 0 0,0 0-1 0 0,14 1 577 0 0,20-5-323 0 0,153-19 10 0 0,270 1 1 0 0,-317 19-255 0 0,867-70 319 0 0,-603 35-532 0 0,95 6 267 0 0,509 33 0 0 0,285 90 21 0 0,-1041-67-64 0 0,788 63 62 0 0,-603-61-86 0 0,284 18 368 0 0,-5 25-448 0 0,-494-35-824 0 0,-122-17-14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21661 0 0,'-9'5'960'0'0,"4"-5"192"0"0,4 0-920 0 0,-2 0-232 0 0,1 2 0 0 0,0 3 0 0 0,1 1-544 0 0,-3 8-152 0 0,-1 12-32 0 0,1 14-8 0 0,-3 14 544 0 0,3 6 111 0 0,0 6 81 0 0,2 1-104 0 0,4 1-1200 0 0,-1-4-232 0 0,3-4-56 0 0,1 0-9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25 151 14283 0 0,'0'0'41'0'0,"0"0"0"0"0,1 0 0 0 0,-1 0-1 0 0,1 0 1 0 0,-1 0 0 0 0,1 0 0 0 0,-1 0 0 0 0,1 0 0 0 0,-1 1-1 0 0,0-1 1 0 0,1 0 0 0 0,-1 0 0 0 0,1 0 0 0 0,-1 1 0 0 0,0-1 0 0 0,1 0-1 0 0,-1 0 1 0 0,0 1 0 0 0,1-1 0 0 0,-1 0 0 0 0,0 1 0 0 0,1-1-1 0 0,-1 1 1 0 0,0-1 0 0 0,0 0 0 0 0,1 1 0 0 0,-1-1 0 0 0,0 1-1 0 0,0-1 1 0 0,0 1 0 0 0,0-1 0 0 0,0 0 0 0 0,1 1 0 0 0,-1-1 0 0 0,0 1-1 0 0,0-1 1 0 0,0 1 0 0 0,0-1 0 0 0,0 1 0 0 0,-1 0 0 0 0,4 26-416 0 0,-2-23 491 0 0,0 9 38 0 0,3 38 639 0 0,2 1 0 0 0,13 51 0 0 0,-15-87-729 0 0,1 0-1 0 0,1 0 1 0 0,0 0-1 0 0,1-1 1 0 0,1 0-1 0 0,0 0 1 0 0,1-1-1 0 0,1 0 1 0 0,0-1-1 0 0,16 17 1 0 0,-15-20-40 0 0,0 0 0 0 0,0 0 0 0 0,0-2 0 0 0,1 1 0 0 0,1-1 0 0 0,0-1-1 0 0,21 9 1 0 0,-30-14 6 0 0,1 0 0 0 0,-1-1 0 0 0,0 0 0 0 0,0 0 0 0 0,1 0-1 0 0,-1 0 1 0 0,0-1 0 0 0,1 1 0 0 0,-1-1 0 0 0,1 0 0 0 0,-1-1 0 0 0,0 1-1 0 0,1-1 1 0 0,-1 0 0 0 0,0 0 0 0 0,1 0 0 0 0,-1-1 0 0 0,0 1-1 0 0,0-1 1 0 0,0 0 0 0 0,0 0 0 0 0,-1 0 0 0 0,1-1 0 0 0,0 1-1 0 0,-1-1 1 0 0,0 0 0 0 0,0 0 0 0 0,1 0 0 0 0,2-5 0 0 0,1-3 75 0 0,0 0 0 0 0,-1-1 0 0 0,0 1 0 0 0,0-1 0 0 0,-1-1 0 0 0,-1 1 0 0 0,0-1 0 0 0,-1 0 0 0 0,0 0 0 0 0,1-17 0 0 0,-2 6 41 0 0,-1-1-1 0 0,-1 1 1 0 0,-2 0-1 0 0,-6-41 1 0 0,4 46-119 0 0,-2 0-1 0 0,0-1 1 0 0,-1 2 0 0 0,-1-1 0 0 0,0 1 0 0 0,-2 0-1 0 0,0 1 1 0 0,-1 0 0 0 0,0 1 0 0 0,-24-25 0 0 0,26 31-55 0 0,0 1 0 0 0,-1 0 0 0 0,0 0 0 0 0,0 1 0 0 0,-1 0 0 0 0,0 1 0 0 0,-1 0 0 0 0,1 1 0 0 0,-1 0 0 0 0,-1 1-1 0 0,1 0 1 0 0,-1 1 0 0 0,1 1 0 0 0,-1 0 0 0 0,0 0 0 0 0,0 1 0 0 0,-15 0 0 0 0,21 3-144 0 0,0-1 0 0 0,0 1 0 0 0,-1 1 0 0 0,1-1-1 0 0,1 1 1 0 0,-1 1 0 0 0,0-1 0 0 0,0 1 0 0 0,-8 5 0 0 0,-24 18-1522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1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0 256 4609 0 0,'8'-4'609'0'0,"1"1"0"0"0,-1 1 0 0 0,0 0-1 0 0,12-2 1 0 0,-4 0-479 0 0,572-82 2112 0 0,-574 85-2214 0 0,931-62 1897 0 0,3 54-706 0 0,-563 11-1175 0 0,748 10 82 0 0,2246-42 5359 0 0,-2663-17-7050 0 0,-691 45 1302 0 0,144-11-5871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0 14283 0 0,'-2'1'204'0'0,"1"0"-1"0"0,-1 0 1 0 0,1 0 0 0 0,0 0-1 0 0,-1 0 1 0 0,1 1 0 0 0,0-1 0 0 0,0 0-1 0 0,0 0 1 0 0,0 1 0 0 0,0-1-1 0 0,0 1 1 0 0,0-1 0 0 0,0 1-1 0 0,0-1 1 0 0,1 1 0 0 0,-1 0-1 0 0,1-1 1 0 0,-1 1 0 0 0,1 0-1 0 0,-1 1 1 0 0,-2 45 1108 0 0,3-26-986 0 0,-10 263 1361 0 0,11-235-1970 0 0,2-1 1 0 0,3 0 0 0 0,21 89-1 0 0,-12-94 160 0 0,0-6 107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33.9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17972 0 0,'7'12'1600'0'0,"-3"-3"-1280"0"0,0 0-256 0 0,-1 1-64 0 0,1 0 528 0 0,-3 1 97 0 0,2 6 15 0 0,0 13 8 0 0,1 18-376 0 0,0 16-80 0 0,-2 10-8 0 0,-2-6-8 0 0,-3-8-176 0 0,-3-5 0 0 0,2-5-96 0 0,-3-5 32 0 0,-1-2 64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4.2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19356 0 0,'-1'0'68'0'0,"1"1"0"0"0,-1-1 0 0 0,1 0 0 0 0,-1 0 1 0 0,1 0-1 0 0,0 0 0 0 0,-1 0 0 0 0,1 0 0 0 0,0 1 0 0 0,-1-1 0 0 0,1 0 0 0 0,-1 0 0 0 0,1 0 0 0 0,0 1 0 0 0,-1-1 0 0 0,1 0 0 0 0,0 1 1 0 0,0-1-1 0 0,-1 0 0 0 0,1 1 0 0 0,0-1 0 0 0,0 0 0 0 0,-1 1 0 0 0,1-1 0 0 0,0 0 0 0 0,0 1 0 0 0,0-1 0 0 0,0 1 0 0 0,0-1 1 0 0,0 1-1 0 0,-1 0 0 0 0,1 21 323 0 0,12 32-1504 0 0,-9-41 1136 0 0,13 70-988 0 0,9 136-1 0 0,-15 84 1024 0 0,-5-85-1045 0 0,-2-152-5419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4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3 13827 0 0,'-3'-3'1224'0'0,"0"3"-976"0"0,2 3-248 0 0,1 1 0 0 0,1 2 96 0 0,2 1-32 0 0,0 4-64 0 0,1 5 96 0 0,1 10-96 0 0,2 13 72 0 0,3 11-72 0 0,-2 7 64 0 0,-1 5-328 0 0,-1-1-72 0 0,-2 3-16 0 0,-2 2 0 0 0,-5 0 280 0 0,-4-2 72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5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28 14283 0 0,'-9'-11'1086'0'0,"8"9"-973"0"0,-1 1 0 0 0,1-1 1 0 0,0 1-1 0 0,0 0 1 0 0,0-1-1 0 0,-1 1 1 0 0,1 0-1 0 0,-1 0 0 0 0,1 0 1 0 0,-4-2-1 0 0,4 3-72 0 0,0 0 0 0 0,0 0 0 0 0,0 0 0 0 0,1 1 0 0 0,-1-1 0 0 0,0 0-1 0 0,0 1 1 0 0,0-1 0 0 0,1 0 0 0 0,-1 1 0 0 0,0-1 0 0 0,0 1 0 0 0,1-1 0 0 0,-1 1 0 0 0,0 0-1 0 0,1-1 1 0 0,-1 1 0 0 0,1-1 0 0 0,-1 1 0 0 0,0 0 0 0 0,1 0 0 0 0,0-1 0 0 0,-1 1 0 0 0,1 0-1 0 0,-1 0 1 0 0,1 0 0 0 0,0-1 0 0 0,0 1 0 0 0,-1 0 0 0 0,1 1 0 0 0,-12 32-247 0 0,2 0 0 0 0,2 0 0 0 0,0 1 1 0 0,-2 41-1 0 0,1-13-536 0 0,-15 94-4362 0 0,14-78 344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56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377 128 6913 0 0,'1'-7'154'0'0,"-1"3"-278"0"0,1 0 0 0 0,-1-1 0 0 0,0 1 1 0 0,0 0-1 0 0,0 0 0 0 0,0 0 1 0 0,-2-8-1 0 0,1 11 114 0 0,1 0 1 0 0,-1 0-1 0 0,0 0 1 0 0,0 0 0 0 0,1 0-1 0 0,-1 0 1 0 0,0 0-1 0 0,0 0 1 0 0,0 0-1 0 0,0 0 1 0 0,0 1-1 0 0,0-1 1 0 0,0 0 0 0 0,0 1-1 0 0,0-1 1 0 0,-1 1-1 0 0,1-1 1 0 0,0 1-1 0 0,0-1 1 0 0,0 1-1 0 0,-1 0 1 0 0,1 0 0 0 0,0 0-1 0 0,0 0 1 0 0,-1 0-1 0 0,1 0 1 0 0,0 0-1 0 0,0 0 1 0 0,-1 0-1 0 0,1 0 1 0 0,-1 1 0 0 0,-17 2-294 0 0,2 0 1 0 0,-1 2 0 0 0,0 0-1 0 0,1 1 1 0 0,0 0 0 0 0,0 2 0 0 0,-16 9-1 0 0,-5 5 1982 0 0,-61 48-1 0 0,95-67-1522 0 0,1-1 0 0 0,-1 1-1 0 0,1 0 1 0 0,0 0 0 0 0,-1 0-1 0 0,1 0 1 0 0,1 1 0 0 0,-1-1-1 0 0,0 1 1 0 0,1 0 0 0 0,0 0-1 0 0,0 0 1 0 0,0 0-1 0 0,0 0 1 0 0,1 0 0 0 0,0 0-1 0 0,-1 1 1 0 0,2-1 0 0 0,-1 0-1 0 0,0 1 1 0 0,1-1 0 0 0,0 1-1 0 0,0-1 1 0 0,0 1 0 0 0,0-1-1 0 0,1 0 1 0 0,0 1 0 0 0,0-1-1 0 0,0 0 1 0 0,3 7-1 0 0,0 4-198 0 0,1 0 0 0 0,1 0-1 0 0,0-1 1 0 0,1 0 0 0 0,1 0-1 0 0,0-1 1 0 0,0 0 0 0 0,1 0 0 0 0,1-1-1 0 0,22 21 1 0 0,-13-17-186 0 0,0 0 0 0 0,2-2 1 0 0,0 0-1 0 0,0-2 0 0 0,2 0 0 0 0,24 9 1 0 0,-35-16 259 0 0,-1 0 0 0 0,1-1 0 0 0,0-1-1 0 0,0 0 1 0 0,0 0 0 0 0,1-2 0 0 0,-1 1 0 0 0,0-1 0 0 0,14-1 0 0 0,-16-2 12 0 0,-1 1-1 0 0,0-1 1 0 0,0 0-1 0 0,0-1 0 0 0,0 0 1 0 0,0-1-1 0 0,0 0 1 0 0,-1 0-1 0 0,1-1 1 0 0,-1 0-1 0 0,-1 0 1 0 0,12-10-1 0 0,-2 1 244 0 0,-2 0 0 0 0,0-1 1 0 0,-1-1-1 0 0,0 0 0 0 0,-1-1 0 0 0,-1 0 0 0 0,-1-1 0 0 0,17-37 0 0 0,-24 45-110 0 0,0-1-1 0 0,0 1 0 0 0,-2-1 0 0 0,1 0 1 0 0,-1 0-1 0 0,-1 0 0 0 0,0 0 1 0 0,-1 0-1 0 0,0 0 0 0 0,0 0 0 0 0,-1 0 1 0 0,-1 0-1 0 0,1 0 0 0 0,-2 0 0 0 0,0 0 1 0 0,0 1-1 0 0,-1-1 0 0 0,-8-15 0 0 0,4 12 54 0 0,0-1 0 0 0,-1 2-1 0 0,-1-1 1 0 0,0 1 0 0 0,-1 1-1 0 0,-1 0 1 0 0,-22-19 0 0 0,25 24-319 0 0,-1 0 1 0 0,1 1 0 0 0,-1 0-1 0 0,-1 1 1 0 0,1 0-1 0 0,-1 1 1 0 0,0 0-1 0 0,0 0 1 0 0,0 2 0 0 0,0-1-1 0 0,0 1 1 0 0,-13 0-1 0 0,-19 2-5978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12 12243 0 0,'0'-11'3113'0'0,"-2"18"-691"0"0,-48 199 361 0 0,-46 104-2900 0 0,87-285-518 0 0,2 0-1 0 0,-4 27 1 0 0,9-42-709 0 0,1 0 0 0 0,0 0-1 0 0,1 0 1 0 0,2 17 0 0 0,-1-22-177 0 0,1-16 371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 6913 0 0,'1'-2'191'0'0,"0"1"0"0"0,0-1 0 0 0,1 0 0 0 0,-1 0 0 0 0,0 1-1 0 0,1-1 1 0 0,0 1 0 0 0,-1-1 0 0 0,1 1 0 0 0,0 0 0 0 0,0-1-1 0 0,0 1 1 0 0,-1 0 0 0 0,1 0 0 0 0,1 0 0 0 0,-1 1 0 0 0,0-1-1 0 0,0 0 1 0 0,4 0 0 0 0,-4 1 71 0 0,1 1-1 0 0,-1-1 1 0 0,0 1 0 0 0,0-1-1 0 0,0 1 1 0 0,0 0-1 0 0,0 0 1 0 0,0-1 0 0 0,0 1-1 0 0,0 1 1 0 0,0-1 0 0 0,-1 0-1 0 0,1 0 1 0 0,0 1-1 0 0,-1-1 1 0 0,3 3 0 0 0,3 5 464 0 0,0 1 0 0 0,0-1-1 0 0,-1 1 1 0 0,-1 0 0 0 0,0 0 0 0 0,5 14 0 0 0,27 73 296 0 0,49 117-96 0 0,-67-174-1063 0 0,1 0 0 0 0,3-2 0 0 0,31 42 0 0 0,-50-75-77 0 0,27 35-1154 0 0,-10-14-4013 0 0,-5-7-953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2 306 10594 0 0,'0'0'18'0'0,"0"0"1"0"0,0 0-1 0 0,0-1 0 0 0,0 1 0 0 0,0 0 0 0 0,0 0 1 0 0,0 0-1 0 0,0 0 0 0 0,1 0 0 0 0,-1 0 0 0 0,0 0 1 0 0,0 0-1 0 0,0 0 0 0 0,0 0 0 0 0,0 0 0 0 0,0-1 0 0 0,0 1 1 0 0,0 0-1 0 0,0 0 0 0 0,0 0 0 0 0,0 0 0 0 0,0 0 1 0 0,0 0-1 0 0,0 0 0 0 0,0 0 0 0 0,0 0 0 0 0,0-1 1 0 0,0 1-1 0 0,0 0 0 0 0,0 0 0 0 0,0 0 0 0 0,0 0 0 0 0,0 0 1 0 0,0 0-1 0 0,0 0 0 0 0,0 0 0 0 0,0 0 0 0 0,0-1 1 0 0,-1 1-1 0 0,1 0 0 0 0,0 0 0 0 0,0 0 0 0 0,0 0 1 0 0,0 0-1 0 0,0 0 0 0 0,0 0 0 0 0,0 0 0 0 0,0 0 1 0 0,0 0-1 0 0,0 0 0 0 0,0 0 0 0 0,-1 0 0 0 0,1 0 0 0 0,0 0 1 0 0,0 0-1 0 0,0 0 0 0 0,0 0 0 0 0,0 0 0 0 0,0 0 1 0 0,0 0-1 0 0,0 0 0 0 0,-1 0 0 0 0,1 0 0 0 0,0 0 1 0 0,0 0-1 0 0,13-10 597 0 0,27-15-66 0 0,-28 18-190 0 0,45-27 829 0 0,108-64-450 0 0,-112 70-3116 0 0,69-26 0 0 0,-68 32 780 0 0,-3-2 958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5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6913 0 0,'-1'1'121'0'0,"0"0"0"0"0,1 0-1 0 0,-1-1 1 0 0,0 1-1 0 0,0 0 1 0 0,0 0-1 0 0,1 0 1 0 0,-1 0-1 0 0,0 0 1 0 0,1 0-1 0 0,-1 1 1 0 0,1-1-1 0 0,-1 0 1 0 0,1 0-1 0 0,0 0 1 0 0,0 0-1 0 0,-1 1 1 0 0,1-1-1 0 0,0 0 1 0 0,0 0-1 0 0,0 2 1 0 0,0 37 1274 0 0,0-26-686 0 0,-2 58 829 0 0,-4-1-1 0 0,-2 0 1 0 0,-22 85 0 0 0,22-142-5511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2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1 244 456 0 0,'7'-45'130'0'0,"-4"19"1745"0"0,1 0-1 0 0,1 1 0 0 0,1-1 0 0 0,1 1 1 0 0,19-42-1 0 0,-26 67-1807 0 0,0 0 1 0 0,0 0-1 0 0,2-3 945 0 0,-2 3-945 0 0,0 0 1 0 0,0 0-1 0 0,0 0 0 0 0,0 0 1 0 0,1 0-1 0 0,-1 0 1 0 0,0 0-1 0 0,0 0 1 0 0,0-1-1 0 0,1 1 0 0 0,-1 0 1 0 0,0 0-1 0 0,0 0 1 0 0,0 0-1 0 0,0 0 1 0 0,1 0-1 0 0,-1 0 0 0 0,0 0 1 0 0,0 0-1 0 0,0 1 1 0 0,1-1-1 0 0,-1 0 1 0 0,5 8 1408 0 0,2 15-186 0 0,-7-22-1172 0 0,53 192 3154 0 0,-42-165-3212 0 0,0 0 0 0 0,2 0 0 0 0,1-2 0 0 0,28 42-1 0 0,-39-64-55 0 0,29 39 146 0 0,53 59 1 0 0,-84-100-142 0 0,0-1 0 0 0,1 0 0 0 0,-1 0 1 0 0,0 1-1 0 0,1-1 0 0 0,-1 0 1 0 0,1 0-1 0 0,-1 0 0 0 0,1-1 1 0 0,-1 1-1 0 0,1 0 0 0 0,0-1 1 0 0,3 2-1 0 0,-5-2 3 0 0,1 0 0 0 0,0 0 1 0 0,-1-1-1 0 0,1 1 0 0 0,0 0 1 0 0,-1 0-1 0 0,1 0 0 0 0,0 0 1 0 0,0-1-1 0 0,-1 1 0 0 0,1 0 1 0 0,-1-1-1 0 0,1 1 0 0 0,0 0 1 0 0,-1-1-1 0 0,1 1 0 0 0,-1-1 1 0 0,1 1-1 0 0,-1-1 0 0 0,1 1 1 0 0,-1-1-1 0 0,1 1 0 0 0,0-2 1 0 0,1-3 51 0 0,0 0 1 0 0,0 0 0 0 0,0 0 0 0 0,-1-1-1 0 0,0 1 1 0 0,0 0 0 0 0,1-7 0 0 0,1-35 191 0 0,-2-66 0 0 0,0-31-1364 0 0,1 128 241 0 0,0-1 1 0 0,1 1-1 0 0,0 0 0 0 0,2 0 0 0 0,0 0 0 0 0,9-21 0 0 0,-12 33 274 0 0,1 0 1 0 0,0 0-1 0 0,0 0 1 0 0,0 0 0 0 0,0 0-1 0 0,1 0 1 0 0,-1 1-1 0 0,1-1 1 0 0,0 1 0 0 0,0 0-1 0 0,0 0 1 0 0,1 1-1 0 0,5-4 1 0 0,3 1 387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3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6913 0 0,'1'-1'333'0'0,"1"1"-1"0"0,-1-1 0 0 0,0 0 0 0 0,1 1 1 0 0,-1-1-1 0 0,1 1 0 0 0,-1 0 0 0 0,1-1 1 0 0,-1 1-1 0 0,1 0 0 0 0,-1 0 0 0 0,1 0 1 0 0,-1 0-1 0 0,1 0 0 0 0,-1 0 0 0 0,1 0 1 0 0,-1 0-1 0 0,1 1 0 0 0,-1-1 0 0 0,1 1 1 0 0,-1-1-1 0 0,3 2 0 0 0,-2 0-20 0 0,0-1-1 0 0,0 1 0 0 0,-1 0 1 0 0,1 0-1 0 0,0-1 1 0 0,-1 1-1 0 0,0 1 0 0 0,1-1 1 0 0,-1 0-1 0 0,0 0 1 0 0,0 0-1 0 0,1 5 0 0 0,2 6 309 0 0,-1 1 0 0 0,0-1 0 0 0,1 28 0 0 0,-4-35-458 0 0,5 61-124 0 0,4-1 0 0 0,2 0 0 0 0,21 67 0 0 0,-24-106-2814 0 0,6 38 0 0 0,-12-47-3187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3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82 8290 0 0,'7'-8'402'0'0,"0"1"1"0"0,0 0-1 0 0,1 0 1 0 0,0 1-1 0 0,0 0 1 0 0,1 1-1 0 0,-1 0 0 0 0,1 0 1 0 0,0 0-1 0 0,1 1 1 0 0,-1 1-1 0 0,1 0 1 0 0,0 0-1 0 0,-1 1 1 0 0,1 0-1 0 0,0 1 1 0 0,14-1-1 0 0,-9 2-16 0 0,0 0-1 0 0,1 1 1 0 0,-1 1-1 0 0,0 0 1 0 0,0 2-1 0 0,-1-1 1 0 0,1 2-1 0 0,-1 0 1 0 0,0 0-1 0 0,25 15 1 0 0,-23-11-242 0 0,0 2 0 0 0,-1 0 1 0 0,-1 0-1 0 0,0 2 0 0 0,0 0 0 0 0,-1 0 1 0 0,-1 1-1 0 0,0 1 0 0 0,-1 0 0 0 0,-1 0 1 0 0,14 28-1 0 0,-18-31-134 0 0,-1 1-1 0 0,-1-1 1 0 0,0 1 0 0 0,0 0-1 0 0,-1 0 1 0 0,-1 0 0 0 0,0 0-1 0 0,-1 1 1 0 0,0-1-1 0 0,-1 1 1 0 0,-1-1 0 0 0,0 0-1 0 0,-1 1 1 0 0,0-1 0 0 0,-1 0-1 0 0,-9 25 1 0 0,-3-6-68 0 0,-1-2-1 0 0,-1 0 1 0 0,-2 0 0 0 0,0-2-1 0 0,-3 0 1 0 0,-37 38 0 0 0,27-34-232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38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84 5065 0 0,'-18'-27'1045'0'0,"-9"-11"2158"0"0,25 36-2971 0 0,1 1-1 0 0,-1-1 1 0 0,1 1 0 0 0,-1-1 0 0 0,1 1-1 0 0,-1 0 1 0 0,0 0 0 0 0,0 0 0 0 0,1 0-1 0 0,-1 0 1 0 0,0 0 0 0 0,0 0 0 0 0,0 0-1 0 0,0 1 1 0 0,0-1 0 0 0,0 1-1 0 0,-3-1 1 0 0,4 2-38 0 0,-1-1 1 0 0,0 0-1 0 0,1 1 0 0 0,-1-1 0 0 0,0 1 1 0 0,1 0-1 0 0,-1-1 0 0 0,1 1 0 0 0,-1 0 1 0 0,1 0-1 0 0,-1 0 0 0 0,1 0 0 0 0,0 0 0 0 0,-1 1 1 0 0,1-1-1 0 0,0 0 0 0 0,0 1 0 0 0,0-1 1 0 0,0 0-1 0 0,0 1 0 0 0,0-1 0 0 0,0 1 0 0 0,1 0 1 0 0,-1-1-1 0 0,0 1 0 0 0,0 3 0 0 0,-10 49 905 0 0,11-50-1028 0 0,-6 74 289 0 0,3 0 0 0 0,10 95 1 0 0,-1-64-258 0 0,12 253 2 0 0,30-3-2 0 0,-41-323-133 0 0,5 25 516 0 0,9 102-1 0 0,-20-145-703 0 0,-1 0 0 0 0,-1-1 1 0 0,0 1-1 0 0,-1 0 0 0 0,-1-1 0 0 0,-1 0 0 0 0,0 0 0 0 0,-1 0 1 0 0,-1 0-1 0 0,-13 25 0 0 0,8-25-1029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39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0 6913 0 0,'-6'1'357'0'0,"-1"-1"0"0"0,1 1 0 0 0,-1 0 0 0 0,1 0 0 0 0,0 1 0 0 0,0 0-1 0 0,0 0 1 0 0,0 1 0 0 0,0-1 0 0 0,0 1 0 0 0,0 1 0 0 0,1-1 0 0 0,-1 1 0 0 0,1 0-1 0 0,0 0 1 0 0,-5 6 0 0 0,10-9-293 0 0,0-1-1 0 0,0 1 1 0 0,-1-1 0 0 0,1 1 0 0 0,0 0-1 0 0,0-1 1 0 0,1 1 0 0 0,-1-1-1 0 0,0 1 1 0 0,0-1 0 0 0,0 1-1 0 0,0-1 1 0 0,0 1 0 0 0,1 0-1 0 0,-1-1 1 0 0,0 1 0 0 0,0-1-1 0 0,1 1 1 0 0,-1-1 0 0 0,0 0-1 0 0,1 1 1 0 0,-1-1 0 0 0,1 1 0 0 0,-1-1-1 0 0,0 0 1 0 0,1 1 0 0 0,-1-1-1 0 0,1 0 1 0 0,-1 1 0 0 0,1-1-1 0 0,-1 0 1 0 0,1 0 0 0 0,-1 1-1 0 0,1-1 1 0 0,-1 0 0 0 0,1 0-1 0 0,0 0 1 0 0,0 0 0 0 0,26 9 737 0 0,-24-8-622 0 0,99 27 858 0 0,-2 5 1 0 0,0 4 0 0 0,-3 5 0 0 0,102 59 0 0 0,21 32-770 0 0,-163-94-321 0 0,97 85-1 0 0,-128-100-7 0 0,-2 1 1 0 0,0 1-1 0 0,-2 2 0 0 0,-1 0 0 0 0,24 42 1 0 0,-34-49 4 0 0,-1 1 0 0 0,-1 0 0 0 0,0 0 0 0 0,-2 1 0 0 0,-1 0 1 0 0,0 1-1 0 0,-2-1 0 0 0,3 46 0 0 0,-8-46 55 0 0,-1-1 0 0 0,0 0 1 0 0,-2 0-1 0 0,0 0 0 0 0,-1 0 0 0 0,-2-1 0 0 0,0 0 0 0 0,-1 0 0 0 0,-1-1 0 0 0,-1 0 0 0 0,-22 33 1 0 0,-1-5 83 0 0,-3-3 0 0 0,-1-1 1 0 0,-58 54-1 0 0,71-76 48 0 0,-1-2 0 0 0,-1-1 1 0 0,-1-1-1 0 0,-1-1 0 0 0,0-2 0 0 0,-53 22 0 0 0,-192 49 746 0 0,208-69-749 0 0,-93 18 92 0 0,66-16-7692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0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88 4145 0 0,'0'0'0'0'0,"-47"-6"1271"0"0,42 5-751 0 0,1 0-1 0 0,-1 0 1 0 0,1 0 0 0 0,0-1-1 0 0,0 0 1 0 0,0 1 0 0 0,-1-2-1 0 0,-4-3 1 0 0,9 6-487 0 0,0 0 0 0 0,0 0 0 0 0,0-1 1 0 0,0 1-1 0 0,0 0 0 0 0,0-1 0 0 0,0 1 0 0 0,0 0 1 0 0,0-1-1 0 0,0 1 0 0 0,0 0 0 0 0,0-1 0 0 0,0 1 1 0 0,0 0-1 0 0,0-1 0 0 0,1 1 0 0 0,-1 0 0 0 0,0 0 1 0 0,0-1-1 0 0,0 1 0 0 0,0 0 0 0 0,1 0 0 0 0,-1-1 1 0 0,0 1-1 0 0,0 0 0 0 0,1 0 0 0 0,-1-1 0 0 0,0 1 1 0 0,0 0-1 0 0,1 0 0 0 0,-1 0 0 0 0,0 0 0 0 0,1 0 1 0 0,-1-1-1 0 0,0 1 0 0 0,0 0 0 0 0,1 0 0 0 0,-1 0 1 0 0,0 0-1 0 0,1 0 0 0 0,-1 0 0 0 0,0 0 0 0 0,1 0 1 0 0,-1 0-1 0 0,1 0 0 0 0,17-5 474 0 0,128-16 2116 0 0,262-6 1 0 0,-343 25-1994 0 0,850 13 3067 0 0,-610-1-3684 0 0,119-12 222 0 0,-242-6-2520 0 0,-142 6-4808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1625 19 5985 0 0,'4'-1'-108'0'0,"23"-8"5935"0"0,-26 9-5786 0 0,-20-3 2901 0 0,-73-2-276 0 0,-124 9 0 0 0,119 0-1985 0 0,-101 4 333 0 0,-194 3 100 0 0,34-9-1487 0 0,121 7-3097 0 0,212-7 1391 0 0,3 1-4169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1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1698 24 3681 0 0,'-38'-8'3173'0'0,"1"1"1"0"0,-41-1-1 0 0,-80 7 1316 0 0,-155 36-905 0 0,295-32-3283 0 0,-682 75 1218 0 0,402-52-2838 0 0,240-23 196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4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103 545 6913 0 0,'-15'7'1353'0'0,"-1"0"-1"0"0,1 1 1 0 0,1 1 0 0 0,-1 0-1 0 0,-12 16 2110 0 0,36-22-2576 0 0,13-2-253 0 0,-20-1-526 0 0,75-2 81 0 0,0-3 0 0 0,0-4 0 0 0,95-23 1 0 0,38-6-405 0 0,1559-158 904 0 0,-1222 141-569 0 0,-487 49-119 0 0,785-76-127 0 0,1 26-58 0 0,-520 42 118 0 0,770-16-74 0 0,90 23 932 0 0,-96-1-23 0 0,57 31-245 0 0,-556-8 289 0 0,-265-17-802 0 0,481-66 0 0 0,-655 42-2080 0 0,-83 11-5295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5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12443 0 0,'0'13'229'0'0,"-1"0"1"0"0,2 0-1 0 0,0 0 0 0 0,3 18 1 0 0,1 13-314 0 0,7 551 2099 0 0,-11-266-668 0 0,52 983 2058 0 0,-16-548-2001 0 0,54 1154-1348 0 0,-33-174 650 0 0,-46-1360-630 0 0,45 432 284 0 0,-23-404-230 0 0,-18-76-158 0 0,-16-303-280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5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38 8754 0 0,'-4'-5'390'0'0,"0"1"0"0"0,1-1 0 0 0,-1 0 0 0 0,1 0 0 0 0,-4-9 0 0 0,11 19 139 0 0,1 0 0 0 0,-1 0 0 0 0,1 0 0 0 0,0-1 0 0 0,0 0 0 0 0,1 0-1 0 0,8 4 1 0 0,-4-1-1 0 0,17 10-54 0 0,1-2 1 0 0,0 0 0 0 0,1-2-1 0 0,0-2 1 0 0,1 0 0 0 0,0-2-1 0 0,1-2 1 0 0,53 8-1 0 0,9-7-1049 0 0,152-4-1 0 0,-176-3-1391 0 0,-25 5-3204 0 0,-21-1 57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6.2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59 11979 0 0,'-3'-6'856'0'0,"1"-1"-1"0"0,0 0 1 0 0,0 0 0 0 0,1 0 0 0 0,-1-11 0 0 0,-2 11 1182 0 0,-3 13-760 0 0,-5 14-270 0 0,-27 56-764 0 0,3 2 1 0 0,4 1-1 0 0,-36 137 0 0 0,62-191-981 0 0,2 1 0 0 0,-3 47 0 0 0,8-37-95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6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9674 0 0,'0'0'38'0'0,"0"0"-1"0"0,0-1 1 0 0,0 1 0 0 0,0 0-1 0 0,0-1 1 0 0,0 1-1 0 0,0 0 1 0 0,0 0 0 0 0,0-1-1 0 0,0 1 1 0 0,0 0-1 0 0,0-1 1 0 0,0 1 0 0 0,0 0-1 0 0,0 0 1 0 0,0-1-1 0 0,0 1 1 0 0,0 0 0 0 0,0-1-1 0 0,1 1 1 0 0,-1 0 0 0 0,0 0-1 0 0,0-1 1 0 0,0 1-1 0 0,0 0 1 0 0,1 0 0 0 0,-1 0-1 0 0,0-1 1 0 0,0 1-1 0 0,1 0 1 0 0,-1 0 0 0 0,0 0-1 0 0,0 0 1 0 0,1-1 0 0 0,-1 1-1 0 0,0 0 1 0 0,0 0-1 0 0,1 0 1 0 0,-1 0 0 0 0,0 0-1 0 0,1 0 1 0 0,-1 0-1 0 0,0 0 1 0 0,1 0 0 0 0,-1 0-1 0 0,0 0 1 0 0,0 0-1 0 0,1 0 1 0 0,-1 0 0 0 0,0 0-1 0 0,1 0 1 0 0,-1 0 0 0 0,0 0-1 0 0,0 0 1 0 0,1 1-1 0 0,-1-1 1 0 0,0 0 0 0 0,0 0-1 0 0,1 0 1 0 0,-1 0-1 0 0,0 1 1 0 0,1-1 0 0 0,14 15 2134 0 0,-11-6-1625 0 0,1 0-1 0 0,-2 1 1 0 0,1-1-1 0 0,-2 1 1 0 0,1-1-1 0 0,1 14 1 0 0,4 65 1104 0 0,-3-27-1008 0 0,9 34-1786 0 0,-6-48-5695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9218 0 0,'37'16'2813'0'0,"20"17"-803"0"0,-1 3 1 0 0,-2 2 0 0 0,70 63-1 0 0,-55-43-2063 0 0,76 49 0 0 0,-113-87-7095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.1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406 0 11058 0 0,'-8'7'1129'0'0,"0"1"0"0"0,1-1 0 0 0,-1 1 0 0 0,1 1 0 0 0,-8 11 0 0 0,-5 8-148 0 0,-151 189 2742 0 0,131-161-4441 0 0,3 2 0 0 0,-31 63 0 0 0,52-82-6629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7.5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 6913 0 0,'2'-3'316'0'0,"-1"0"0"0"0,1-1 0 0 0,0 1 0 0 0,0 0 0 0 0,0 1 0 0 0,0-1 0 0 0,0 0 0 0 0,1 0 0 0 0,-1 1 0 0 0,1 0 0 0 0,0-1 0 0 0,0 1 0 0 0,0 0 0 0 0,0 0 0 0 0,0 1 0 0 0,0-1 0 0 0,4-1 0 0 0,-5 2-139 0 0,0 0-1 0 0,0 0 1 0 0,1 1 0 0 0,-1-1-1 0 0,0 1 1 0 0,0-1 0 0 0,1 1-1 0 0,-1 0 1 0 0,0 0-1 0 0,0 0 1 0 0,1 0 0 0 0,-1 0-1 0 0,0 0 1 0 0,0 1-1 0 0,0-1 1 0 0,1 1 0 0 0,-1-1-1 0 0,0 1 1 0 0,0 0 0 0 0,0 0-1 0 0,0 0 1 0 0,0 0-1 0 0,0 0 1 0 0,0 1 0 0 0,0-1-1 0 0,-1 1 1 0 0,3 1-1 0 0,2 6 140 0 0,0 0 0 0 0,0 0-1 0 0,-1 0 1 0 0,0 1 0 0 0,-1-1-1 0 0,0 1 1 0 0,3 16 0 0 0,15 79 729 0 0,-13-51-553 0 0,-5-33-324 0 0,0 3 125 0 0,13 39 0 0 0,-15-58-231 0 0,0 0 0 0 0,0 0 0 0 0,0 0 0 0 0,0-1-1 0 0,1 1 1 0 0,0 0 0 0 0,0-1 0 0 0,0 0 0 0 0,0 1 0 0 0,1-1-1 0 0,0-1 1 0 0,0 1 0 0 0,7 5 0 0 0,-10-9-50 0 0,1 1 0 0 0,0 0 1 0 0,0-1-1 0 0,-1 1 0 0 0,1-1 0 0 0,0 1 1 0 0,0-1-1 0 0,0 0 0 0 0,0 0 0 0 0,-1 0 0 0 0,1 0 1 0 0,0 0-1 0 0,0 0 0 0 0,0 0 0 0 0,0-1 1 0 0,-1 1-1 0 0,1-1 0 0 0,0 1 0 0 0,0-1 1 0 0,-1 0-1 0 0,1 0 0 0 0,0 0 0 0 0,-1 0 0 0 0,1 0 1 0 0,-1 0-1 0 0,1 0 0 0 0,-1 0 0 0 0,2-2 1 0 0,4-4-32 0 0,1-1 1 0 0,-1 0 0 0 0,9-15-1 0 0,-13 20 7 0 0,46-73-1804 0 0,-22 34-5959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10594 0 0,'19'-5'932'0'0,"0"0"-1"0"0,0 2 0 0 0,0 0 1 0 0,1 1-1 0 0,-1 1 0 0 0,1 1 1 0 0,32 3-1 0 0,-32-1-483 0 0,0 1-1 0 0,0 1 1 0 0,-1 0 0 0 0,0 2-1 0 0,0 0 1 0 0,0 1-1 0 0,0 1 1 0 0,-1 0 0 0 0,-1 2-1 0 0,30 20 1 0 0,1 8-256 0 0,-3 1 0 0 0,51 55 0 0 0,43 39-2579 0 0,-119-117-5232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3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261 33 12443 0 0,'-12'-32'1344'0'0,"-4"66"3254"0"0,-72 154-375 0 0,54-122-4753 0 0,4 0 1 0 0,-42 135-1 0 0,63-165-53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17972 0 0,'1'2'248'0'0,"1"1"0"0"0,-1 0 1 0 0,0-1-1 0 0,0 1 0 0 0,0 0 0 0 0,0-1 0 0 0,-1 1 1 0 0,1 0-1 0 0,-1 0 0 0 0,0 0 0 0 0,1 4 1 0 0,-1-4-42 0 0,3 29 402 0 0,19 132 745 0 0,-16-136-1721 0 0,1 0-1 0 0,1-1 1 0 0,23 50-1 0 0,25 30-343 0 0,-40-74 631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8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10594 0 0,'0'0'61'0'0,"0"-1"-1"0"0,0 1 0 0 0,0 0 1 0 0,0 0-1 0 0,0-1 0 0 0,0 1 0 0 0,1 0 1 0 0,-1-1-1 0 0,0 1 0 0 0,0 0 1 0 0,0 0-1 0 0,0 0 0 0 0,0-1 1 0 0,1 1-1 0 0,-1 0 0 0 0,0 0 1 0 0,0 0-1 0 0,0-1 0 0 0,1 1 1 0 0,-1 0-1 0 0,0 0 0 0 0,0 0 1 0 0,1 0-1 0 0,-1 0 0 0 0,0-1 1 0 0,1 1-1 0 0,-1 0 0 0 0,0 0 0 0 0,0 0 1 0 0,1 0-1 0 0,-1 0 0 0 0,0 0 1 0 0,0 0-1 0 0,1 0 0 0 0,-1 0 1 0 0,0 0-1 0 0,1 0 0 0 0,-1 0 1 0 0,0 0-1 0 0,0 0 0 0 0,1 1 1 0 0,-1-1-1 0 0,0 0 0 0 0,1 0 1 0 0,18 0 1081 0 0,-8 1-790 0 0,0 2 0 0 0,0-1-1 0 0,0 1 1 0 0,-1 1 0 0 0,1 0-1 0 0,-1 1 1 0 0,0-1 0 0 0,0 2-1 0 0,0 0 1 0 0,-1 0 0 0 0,0 0 0 0 0,9 10-1 0 0,14 14 589 0 0,51 61 0 0 0,-36-38-528 0 0,-46-52-389 0 0,27 30-856 0 0,3-2-4097 0 0,0-4-1755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9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1 7834 0 0,'-6'8'921'0'0,"0"0"-1"0"0,1 1 1 0 0,0 0 0 0 0,0 0 0 0 0,1 0 0 0 0,0 0 0 0 0,1 1 0 0 0,-3 15 0 0 0,-7 14 183 0 0,-49 113 2205 0 0,-45 130-1881 0 0,100-257-2395 0 0,0 0 1 0 0,-6 47-1 0 0,12-50-5949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49.4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 7834 0 0,'35'-20'3700'0'0,"-24"13"-2800"0"0,1 0 0 0 0,0 0 0 0 0,0 1 0 0 0,1 1 0 0 0,17-5-1 0 0,-27 9-798 0 0,1 0 0 0 0,-1 1 0 0 0,0 0-1 0 0,0-1 1 0 0,0 1 0 0 0,0 0-1 0 0,0 1 1 0 0,0-1 0 0 0,0 1-1 0 0,0-1 1 0 0,0 1 0 0 0,0 0-1 0 0,0 0 1 0 0,0 0 0 0 0,0 0 0 0 0,0 1-1 0 0,0-1 1 0 0,-1 1 0 0 0,1 0-1 0 0,-1-1 1 0 0,1 1 0 0 0,-1 1-1 0 0,0-1 1 0 0,1 0 0 0 0,-1 0-1 0 0,-1 1 1 0 0,1-1 0 0 0,3 6 0 0 0,-1-1 28 0 0,0 1 1 0 0,-1 0-1 0 0,0 0 1 0 0,-1 0-1 0 0,1 1 1 0 0,-1-1-1 0 0,-1 0 1 0 0,0 1 0 0 0,0-1-1 0 0,0 1 1 0 0,-1 0-1 0 0,-2 16 1 0 0,-3 8 503 0 0,-17 63 1 0 0,14-67-499 0 0,3-12 18 0 0,-7 26 273 0 0,12-41-378 0 0,-1 1-1 0 0,1-1 0 0 0,-1 1 0 0 0,1-1 1 0 0,0 0-1 0 0,0 1 0 0 0,0-1 0 0 0,0 1 1 0 0,1-1-1 0 0,-1 0 0 0 0,0 1 1 0 0,1-1-1 0 0,1 3 0 0 0,-1-4-41 0 0,-1-1 0 0 0,1 1 0 0 0,0-1 0 0 0,-1 0 0 0 0,1 1-1 0 0,0-1 1 0 0,0 0 0 0 0,-1 0 0 0 0,1 1 0 0 0,0-1 0 0 0,0 0 0 0 0,-1 0 0 0 0,1 0 0 0 0,0 0-1 0 0,0 0 1 0 0,0 0 0 0 0,-1 0 0 0 0,1 0 0 0 0,0-1 0 0 0,0 1 0 0 0,0 0 0 0 0,-1 0-1 0 0,1-1 1 0 0,0 1 0 0 0,0 0 0 0 0,-1-1 0 0 0,1 1 0 0 0,0-1 0 0 0,-1 1 0 0 0,1-1 0 0 0,-1 1-1 0 0,1-1 1 0 0,0 0 0 0 0,25-20 114 0 0,84-92-2583 0 0,-73 82-5484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0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28 271 7370 0 0,'-4'-8'629'0'0,"1"-1"1"0"0,0 1 0 0 0,0-1 0 0 0,1 1 0 0 0,-2-13 0 0 0,0 1 746 0 0,3 16-831 0 0,0 0 0 0 0,0-1 1 0 0,0 1-1 0 0,1 0 0 0 0,0 0 0 0 0,0 0 0 0 0,1-8 0 0 0,-1 11-453 0 0,0 1 0 0 0,0-1-1 0 0,0 1 1 0 0,0 0 0 0 0,0-1 0 0 0,1 1 0 0 0,-1-1 0 0 0,0 1 0 0 0,0 0 0 0 0,0-1 0 0 0,1 1-1 0 0,-1 0 1 0 0,0-1 0 0 0,0 1 0 0 0,1 0 0 0 0,-1 0 0 0 0,0-1 0 0 0,1 1 0 0 0,-1 0-1 0 0,0 0 1 0 0,1-1 0 0 0,-1 1 0 0 0,0 0 0 0 0,1 0 0 0 0,-1 0 0 0 0,1 0 0 0 0,-1-1 0 0 0,0 1-1 0 0,1 0 1 0 0,0 0 0 0 0,0 1 6 0 0,1-1 1 0 0,-1 0-1 0 0,1 1 0 0 0,-1-1 0 0 0,0 1 0 0 0,1 0 0 0 0,-1 0 0 0 0,0-1 1 0 0,1 1-1 0 0,-1 0 0 0 0,0 0 0 0 0,0 0 0 0 0,2 2 0 0 0,10 11 299 0 0,0 1-1 0 0,21 33 1 0 0,-26-35-359 0 0,1 0-1 0 0,1 0 1 0 0,0-1 0 0 0,1 0-1 0 0,0 0 1 0 0,13 9 0 0 0,-21-19-31 0 0,1 1 0 0 0,0-1 0 0 0,0 0 0 0 0,0 0 0 0 0,0-1 0 0 0,1 1 1 0 0,-1-1-1 0 0,0 0 0 0 0,1 0 0 0 0,-1 0 0 0 0,1-1 0 0 0,-1 1 0 0 0,1-1 0 0 0,-1 0 0 0 0,1-1 0 0 0,-1 1 0 0 0,0-1 0 0 0,1 0 1 0 0,-1 0-1 0 0,1 0 0 0 0,-1 0 0 0 0,0-1 0 0 0,0 0 0 0 0,0 0 0 0 0,8-5 0 0 0,2-2 26 0 0,0-1-1 0 0,0 0 1 0 0,-1-1-1 0 0,0-1 0 0 0,-1 0 1 0 0,15-21-1 0 0,-4 4-62 0 0,35-63 0 0 0,-49 75-158 0 0,-2 0 0 0 0,8-22-1 0 0,-6 8-6222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0.6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 2304 0 0,'-4'12'617'0'0,"0"0"-1"0"0,1 1 1 0 0,1 0-1 0 0,0-1 0 0 0,0 1 1 0 0,1 0-1 0 0,2 23 1 0 0,-2 4 1492 0 0,-2 11 220 0 0,-2 135 5324 0 0,6-159-7577 0 0,2-1 0 0 0,0 0 0 0 0,2 0 0 0 0,1 0 0 0 0,11 28 0 0 0,-7-27-7176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1.9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104 127 8754 0 0,'-8'1'303'0'0,"-8"1"1102"0"0,-1 0-1 0 0,0-1 1 0 0,-28-2-1 0 0,79-11 236 0 0,59 0-1563 0 0,-1 4 0 0 0,145 6-1 0 0,-200 2-63 0 0,827-22-179 0 0,-507 7 129 0 0,219-12 222 0 0,527-7 331 0 0,774 79 417 0 0,-887 8 222 0 0,-197-8-93 0 0,-1-31-223 0 0,485-34-631 0 0,-1123 17-312 0 0,178 0-712 0 0,-110 6-2648 0 0,-134 0-2771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4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150 10 3225 0 0,'-1'0'84'0'0,"1"-1"0"0"0,-1 0 0 0 0,0 0 1 0 0,1 1-1 0 0,-1-1 0 0 0,0 0 0 0 0,0 1 1 0 0,1-1-1 0 0,-1 1 0 0 0,0-1 0 0 0,0 1 1 0 0,0-1-1 0 0,0 1 0 0 0,0-1 0 0 0,1 1 1 0 0,-1 0-1 0 0,0 0 0 0 0,0-1 0 0 0,0 1 1 0 0,0 0-1 0 0,0 0 0 0 0,0 0 0 0 0,0 0 0 0 0,0 0 1 0 0,0 0-1 0 0,-1 1 0 0 0,-1-1 170 0 0,1 1 0 0 0,-1 0 0 0 0,1 0 0 0 0,-1 1 0 0 0,1-1 0 0 0,0 1 0 0 0,-1-1 0 0 0,1 1 0 0 0,-3 2 0 0 0,-3 4 528 0 0,1 0 0 0 0,0 0 0 0 0,1 0 0 0 0,-7 11 0 0 0,4-1-427 0 0,0 0 0 0 0,1 0-1 0 0,2 1 1 0 0,-1 0 0 0 0,2 0-1 0 0,1 1 1 0 0,0 0-1 0 0,2-1 1 0 0,-1 36 0 0 0,3-29-272 0 0,1 0-1 0 0,1 0 1 0 0,1 0 0 0 0,2 0 0 0 0,0 0 0 0 0,18 48-1 0 0,-14-52-82 0 0,1 0 0 0 0,1-1-1 0 0,1-1 1 0 0,1 0-1 0 0,1 0 1 0 0,0-1-1 0 0,2-1 1 0 0,25 24-1 0 0,-34-35 42 0 0,0-1-1 0 0,1 0 1 0 0,0 0-1 0 0,1-1 1 0 0,-1 0-1 0 0,1 0 1 0 0,0-1-1 0 0,0 0 1 0 0,0-1-1 0 0,0 0 1 0 0,1 0-1 0 0,0-1 1 0 0,-1 0 0 0 0,1-1-1 0 0,0 0 1 0 0,0 0-1 0 0,0-1 1 0 0,0 0-1 0 0,-1-1 1 0 0,1 0-1 0 0,0-1 1 0 0,0 0-1 0 0,9-3 1 0 0,-13 2-12 0 0,0 1 0 0 0,0-1 0 0 0,-1 1 0 0 0,1-1 0 0 0,-1-1 0 0 0,1 1 0 0 0,-1-1 0 0 0,0 0 1 0 0,-1 0-1 0 0,1-1 0 0 0,-1 1 0 0 0,1-1 0 0 0,-1 0 0 0 0,-1 0 0 0 0,4-7 0 0 0,-2 3-2 0 0,-1 0-1 0 0,0 0 1 0 0,-1-1 0 0 0,0 1-1 0 0,-1-1 1 0 0,0 0 0 0 0,0 0-1 0 0,0-19 1 0 0,-3 6 48 0 0,0 0 0 0 0,-1 0 0 0 0,-2 0-1 0 0,0 0 1 0 0,-1 1 0 0 0,-2-1 0 0 0,-14-33 0 0 0,-7-5 365 0 0,-3 2 0 0 0,-3 1 0 0 0,-47-62 0 0 0,76 113-356 0 0,-1 0 1 0 0,0 0-1 0 0,0 1 0 0 0,-1 0 0 0 0,-8-7 0 0 0,12 11-225 0 0,0 0 0 0 0,0 1 0 0 0,1-1 0 0 0,-1 1-1 0 0,0 0 1 0 0,0 0 0 0 0,-6-2 0 0 0,6 3-235 0 0,1 0 1 0 0,0 0-1 0 0,0-1 1 0 0,0 2-1 0 0,0-1 1 0 0,0 0-1 0 0,-1 0 1 0 0,1 1-1 0 0,0-1 1 0 0,0 1-1 0 0,0 0 1 0 0,0-1 0 0 0,-2 2-1 0 0,-14 11-5745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4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118 128 920 0 0,'-1'-1'349'0'0,"0"0"1"0"0,0 0-1 0 0,-1 0 0 0 0,1 0 1 0 0,0 0-1 0 0,0 0 0 0 0,-1 0 0 0 0,1 0 1 0 0,-1 1-1 0 0,1-1 0 0 0,-1 0 0 0 0,1 1 1 0 0,-1-1-1 0 0,1 1 0 0 0,-1 0 1 0 0,1-1-1 0 0,-1 1 0 0 0,1 0 0 0 0,-1 0 1 0 0,0 0-1 0 0,1 0 0 0 0,-1 0 1 0 0,1 0-1 0 0,-3 1 0 0 0,1 1 48 0 0,0-1 0 0 0,0 1 1 0 0,0-1-1 0 0,0 1 0 0 0,0 0 0 0 0,1 0 0 0 0,-1 0 0 0 0,1 0 1 0 0,0 1-1 0 0,-1-1 0 0 0,-2 5 0 0 0,-1 2 60 0 0,0 0-1 0 0,1 0 0 0 0,0 0 1 0 0,1 1-1 0 0,0 0 1 0 0,-6 19-1 0 0,9-20-386 0 0,-1 0 0 0 0,1 0 0 0 0,1 0 1 0 0,0 0-1 0 0,0 0 0 0 0,0 0 0 0 0,1 1 0 0 0,1-1 0 0 0,0 0 0 0 0,0 0 0 0 0,1-1 0 0 0,0 1 0 0 0,0 0 1 0 0,7 11-1 0 0,-3-8-212 0 0,0-1 0 0 0,1-1 0 0 0,0 1 0 0 0,0-1 0 0 0,1-1 0 0 0,1 1 0 0 0,0-2 0 0 0,0 1 1 0 0,19 11-1 0 0,-16-12 17 0 0,1-1 0 0 0,0 0 0 0 0,1-1 0 0 0,-1 0 0 0 0,1-1 1 0 0,0-1-1 0 0,1 0 0 0 0,15 1 0 0 0,-20-3 287 0 0,0-1-1 0 0,0-1 1 0 0,1 0-1 0 0,-1-1 1 0 0,0 0-1 0 0,0 0 0 0 0,0-1 1 0 0,0-1-1 0 0,0 0 1 0 0,-1-1-1 0 0,15-6 1 0 0,-15 5-5 0 0,0-1 0 0 0,0 0 0 0 0,-1-1 0 0 0,0 0 0 0 0,0-1 0 0 0,-1 0 0 0 0,1 0 0 0 0,-2 0 0 0 0,1-1 0 0 0,-1-1 0 0 0,-1 1 0 0 0,9-17 0 0 0,-11 17-68 0 0,0 1 1 0 0,0-1-1 0 0,-1 0 0 0 0,-1 0 1 0 0,1 0-1 0 0,-2-1 1 0 0,1 1-1 0 0,-1 0 0 0 0,-1-1 1 0 0,1 1-1 0 0,-2-1 1 0 0,1 1-1 0 0,-1-1 0 0 0,-1 1 1 0 0,-4-17-1 0 0,-1 6 13 0 0,-1 1 0 0 0,0 0-1 0 0,-2 0 1 0 0,0 0 0 0 0,-19-25-1 0 0,18 31-582 0 0,0 0-1 0 0,-1 0 0 0 0,0 1 0 0 0,-15-12 0 0 0,-2 5-6655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00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137 330 2304 0 0,'-6'-2'714'0'0,"1"0"0"0"0,-1 0-1 0 0,1 0 1 0 0,-1 0-1 0 0,1-1 1 0 0,-9-5-1 0 0,1 0 706 0 0,-29-16 3140 0 0,38 22-3987 0 0,1 0 1 0 0,0 0 0 0 0,0 0 0 0 0,1-1 0 0 0,-1 1 0 0 0,0-1 0 0 0,1 0 0 0 0,0 0 0 0 0,-1 0 0 0 0,-2-6 0 0 0,5 9-525 0 0,0 0-1 0 0,0 0 1 0 0,-1-1 0 0 0,1 1 0 0 0,0 0-1 0 0,0 0 1 0 0,0-1 0 0 0,0 1-1 0 0,0 0 1 0 0,0 0 0 0 0,0 0 0 0 0,0-1-1 0 0,0 1 1 0 0,0 0 0 0 0,0 0 0 0 0,0-1-1 0 0,0 1 1 0 0,0 0 0 0 0,0 0 0 0 0,0-1-1 0 0,0 1 1 0 0,0 0 0 0 0,1 0 0 0 0,-1-1-1 0 0,0 1 1 0 0,0 0 0 0 0,0 0-1 0 0,0 0 1 0 0,0-1 0 0 0,0 1 0 0 0,1 0-1 0 0,-1 0 1 0 0,0 0 0 0 0,0 0 0 0 0,0-1-1 0 0,1 1 1 0 0,-1 0 0 0 0,0 0 0 0 0,0 0-1 0 0,1 0 1 0 0,-1 0 0 0 0,0 0-1 0 0,16-1 548 0 0,14 9-408 0 0,-2 7-42 0 0,-1 2 1 0 0,0 0 0 0 0,-2 2-1 0 0,43 40 1 0 0,11 7-42 0 0,-77-64-105 0 0,-1-1 0 0 0,1 1 0 0 0,0-1 1 0 0,0 0-1 0 0,0 0 0 0 0,-1 0 0 0 0,1 0 0 0 0,0 0 1 0 0,0 0-1 0 0,0 0 0 0 0,1-1 0 0 0,-1 1 0 0 0,0-1 0 0 0,0 1 1 0 0,0-1-1 0 0,0 0 0 0 0,0 0 0 0 0,1 0 0 0 0,-1 0 0 0 0,0 0 1 0 0,0-1-1 0 0,0 1 0 0 0,3-1 0 0 0,-2-1 31 0 0,0 0 0 0 0,-1 0-1 0 0,1 0 1 0 0,-1 0 0 0 0,0 0 0 0 0,0 0-1 0 0,0-1 1 0 0,0 1 0 0 0,0-1 0 0 0,0 1-1 0 0,0-1 1 0 0,-1 0 0 0 0,0 0 0 0 0,1 1-1 0 0,0-7 1 0 0,7-21 111 0 0,-1 0 0 0 0,-1-1-1 0 0,3-52 1 0 0,-8 56-295 0 0,1 0 0 0 0,1 1 0 0 0,2 0 0 0 0,0 0 0 0 0,18-43 0 0 0,-23 67-108 0 0,0-1 1 0 0,0 1 0 0 0,0 0 0 0 0,0 0-1 0 0,1 0 1 0 0,-1-1 0 0 0,1 2-1 0 0,-1-1 1 0 0,1 0 0 0 0,0 0 0 0 0,0 0-1 0 0,3-1 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1:00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0 14283 0 0,'-2'5'2767'0'0,"-21"47"327"0"0,17-31-2541 0 0,1 0 1 0 0,0 1-1 0 0,2-1 0 0 0,1 1 0 0 0,1 43 0 0 0,2-50-839 0 0,1 0-1 0 0,0 0 1 0 0,8 25-1 0 0,-5-27-886 0 0,0-1 0 0 0,0 1 0 0 0,1-1 0 0 0,12 17 0 0 0,4 1-5901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7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171 315 3225 0 0,'-8'-8'536'0'0,"6"5"-428"0"0,-1 0 0 0 0,1 1-1 0 0,-1-1 1 0 0,0 1 0 0 0,0 0 0 0 0,1 0-1 0 0,-8-4 1 0 0,9 6-45 0 0,0 0-1 0 0,0-1 0 0 0,-1 1 1 0 0,1 0-1 0 0,0 0 1 0 0,-1 0-1 0 0,1 0 1 0 0,0 0-1 0 0,-1 0 1 0 0,1 0-1 0 0,0 1 1 0 0,-1-1-1 0 0,1 0 1 0 0,0 1-1 0 0,0-1 0 0 0,0 1 1 0 0,-1-1-1 0 0,1 1 1 0 0,0 0-1 0 0,0-1 1 0 0,0 1-1 0 0,0 0 1 0 0,0 0-1 0 0,0 0 1 0 0,0 0-1 0 0,0 0 1 0 0,-1 2-1 0 0,-4 4 266 0 0,1 0 0 0 0,-1 1 0 0 0,1 0 0 0 0,1 1 0 0 0,-1-1 0 0 0,2 1 1 0 0,-1-1-1 0 0,-2 11 0 0 0,-16 78 811 0 0,15-65-875 0 0,-3 20-57 0 0,-7 89 1 0 0,16-113-148 0 0,2 1 0 0 0,0-1 0 0 0,2 1 0 0 0,12 50-1 0 0,-15-78-59 0 0,5 18-14 0 0,0 0-1 0 0,1 0 0 0 0,1 0 1 0 0,18 33-1 0 0,-24-49 11 0 0,1 0-1 0 0,-1 0 1 0 0,1 0-1 0 0,0-1 1 0 0,0 1 0 0 0,1-1-1 0 0,-1 1 1 0 0,0-1-1 0 0,1 0 1 0 0,0 1 0 0 0,-1-1-1 0 0,1-1 1 0 0,0 1-1 0 0,0 0 1 0 0,0-1 0 0 0,0 1-1 0 0,0-1 1 0 0,1 0-1 0 0,-1 0 1 0 0,0 0 0 0 0,0-1-1 0 0,1 1 1 0 0,-1-1 0 0 0,0 0-1 0 0,1 1 1 0 0,-1-2-1 0 0,1 1 1 0 0,-1 0 0 0 0,0-1-1 0 0,1 1 1 0 0,-1-1-1 0 0,0 0 1 0 0,0 0 0 0 0,1 0-1 0 0,-1-1 1 0 0,5-2-1 0 0,2-3-40 0 0,0 1-1 0 0,-1-1 0 0 0,0-1 0 0 0,-1 1 0 0 0,1-2 0 0 0,-2 1 0 0 0,1-1 0 0 0,-1 0 0 0 0,0-1 1 0 0,-1 1-1 0 0,0-1 0 0 0,5-13 0 0 0,5-12 214 0 0,-2-2 0 0 0,13-47 0 0 0,-16 42 77 0 0,-3 0-1 0 0,-1-1 0 0 0,-3 0 1 0 0,-1-1-1 0 0,-2 1 0 0 0,-8-72 1 0 0,-4 32 434 0 0,-3 1 1 0 0,-39-120-1 0 0,37 167-291 0 0,16 35-387 0 0,0-1 0 0 0,0 1 0 0 0,0 0 1 0 0,-1-1-1 0 0,1 1 0 0 0,0 0 0 0 0,0 0 0 0 0,-1-1 1 0 0,1 1-1 0 0,0 0 0 0 0,-1 0 0 0 0,1-1 0 0 0,0 1 1 0 0,-1 0-1 0 0,1 0 0 0 0,-1 0 0 0 0,1-1 1 0 0,0 1-1 0 0,-1 0 0 0 0,1 0 0 0 0,-1 0 0 0 0,1 0 1 0 0,0 0-1 0 0,-1 0 0 0 0,1 0 0 0 0,-1 0 1 0 0,1 0-1 0 0,-1 0 0 0 0,0 1-21 0 0,0 0 0 0 0,0 0 1 0 0,0-1-1 0 0,1 1 0 0 0,-1 0 0 0 0,0 0 1 0 0,1 0-1 0 0,-1 0 0 0 0,0 0 0 0 0,1 0 1 0 0,-1 0-1 0 0,1 0 0 0 0,0 0 0 0 0,-1 0 1 0 0,1 3-1 0 0,-11 36-1726 0 0,6-16 28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29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201 302 4433 0 0,'2'-22'678'0'0,"0"1"0"0"0,1-1-1 0 0,8-25 1 0 0,-7 32-92 0 0,0-1-1 0 0,-1 1 1 0 0,0-1 0 0 0,-2 0-1 0 0,1 1 1 0 0,-2-1 0 0 0,-3-28-1 0 0,3 42-367 0 0,-1 0 0 0 0,0 0-1 0 0,1 0 1 0 0,-1 0 0 0 0,0 0-1 0 0,0 1 1 0 0,0-1 0 0 0,0 0 0 0 0,-1 0-1 0 0,1 1 1 0 0,0-1 0 0 0,-1 1-1 0 0,1-1 1 0 0,-1 1 0 0 0,0 0-1 0 0,1 0 1 0 0,-1 0 0 0 0,0-1 0 0 0,0 2-1 0 0,1-1 1 0 0,-1 0 0 0 0,0 0-1 0 0,0 0 1 0 0,0 1 0 0 0,0-1 0 0 0,0 1-1 0 0,0 0 1 0 0,0 0 0 0 0,0 0-1 0 0,0 0 1 0 0,-1 0 0 0 0,1 0-1 0 0,0 0 1 0 0,0 0 0 0 0,0 1 0 0 0,-4 1-1 0 0,5-2-215 0 0,0 1-1 0 0,0 0 0 0 0,0 0 0 0 0,0 0 1 0 0,-1 0-1 0 0,1 0 0 0 0,0 0 0 0 0,0 0 1 0 0,1 0-1 0 0,-1 0 0 0 0,0 1 1 0 0,0-1-1 0 0,1 0 0 0 0,-1 1 0 0 0,0-1 1 0 0,1 0-1 0 0,0 1 0 0 0,-1-1 0 0 0,1 1 1 0 0,0-1-1 0 0,-1 2 0 0 0,-2 33 51 0 0,-21 422 690 0 0,11-280-572 0 0,-13 143-140 0 0,-10 245 58 0 0,14 226 149 0 0,0 280 113 0 0,19-387-306 0 0,-1-183-16 0 0,37 196-28 0 0,-4-218 0 0 0,16 710 320 0 0,-28-959-320 0 0,52 242 0 0 0,-26-164 283 0 0,-15-99-81 0 0,-11-93-29 0 0,-5 0-1 0 0,-4 188 1 0 0,-10-246-11 0 0,1-21-83 0 0,-1 0 1 0 0,-2 0-1 0 0,-10 44 1 0 0,13-81-91 0 0,1 1 1 0 0,0 0 0 0 0,-1-1-1 0 0,1 1 1 0 0,-1-1 0 0 0,1 1-1 0 0,-1 0 1 0 0,0-1 0 0 0,0 1-1 0 0,0-1 1 0 0,0 0 0 0 0,0 1-1 0 0,0-1 1 0 0,0 0 0 0 0,0 1 0 0 0,0-1-1 0 0,-1 0 1 0 0,1 0 0 0 0,0 0-1 0 0,-1 0 1 0 0,1 0 0 0 0,-3 0-1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0.9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46 135 920 0 0,'-23'-42'2245'0'0,"0"2"5855"0"0,68 118-4608 0 0,3-2 0 0 0,112 133 0 0 0,-155-202-3477 0 0,1-1 1 0 0,0 0-1 0 0,0 0 1 0 0,0-1 0 0 0,1 1-1 0 0,0-1 1 0 0,0-1-1 0 0,0 0 1 0 0,16 7 0 0 0,-20-10-8 0 0,0 0 0 0 0,0 0 1 0 0,0-1-1 0 0,0 1 1 0 0,0-1-1 0 0,0 0 0 0 0,0 0 1 0 0,0 0-1 0 0,0 0 1 0 0,0 0-1 0 0,0-1 1 0 0,1 1-1 0 0,-1-1 0 0 0,0 0 1 0 0,-1 0-1 0 0,1 0 1 0 0,0 0-1 0 0,0-1 0 0 0,0 1 1 0 0,-1-1-1 0 0,1 1 1 0 0,-1-1-1 0 0,1 0 0 0 0,-1 0 1 0 0,0 0-1 0 0,0-1 1 0 0,0 1-1 0 0,0 0 0 0 0,3-6 1 0 0,5-9 95 0 0,-1-1 0 0 0,-1 0 0 0 0,-1 0 0 0 0,0-1 0 0 0,-2 0 0 0 0,0 0 0 0 0,4-34 0 0 0,-7 40-96 0 0,14-153-2082 0 0,-10 81-442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1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0 5065 0 0,'-2'2'324'0'0,"1"0"-1"0"0,-1 0 1 0 0,0 0-1 0 0,1 0 1 0 0,-1 0-1 0 0,1 1 1 0 0,0-1-1 0 0,0 0 1 0 0,0 1 0 0 0,0-1-1 0 0,0 1 1 0 0,0-1-1 0 0,1 1 1 0 0,-1-1-1 0 0,1 1 1 0 0,-1 4-1 0 0,1 50 4079 0 0,0-47-3516 0 0,10 136 2923 0 0,-4-101-3910 0 0,14 55 0 0 0,-13-75-843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1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8 2272 0 0,'-2'-1'191'0'0,"0"0"-1"0"0,0 0 0 0 0,0 0 1 0 0,0 1-1 0 0,0-1 0 0 0,0 0 1 0 0,0 1-1 0 0,0 0 0 0 0,-1-1 1 0 0,-2 1-1 0 0,3 0 311 0 0,0 0 1 0 0,0 0-1 0 0,0 0 1 0 0,0 0-1 0 0,0 0 1 0 0,0 0-1 0 0,-1 0 1 0 0,1 1-1 0 0,0-1 1 0 0,0 1-1 0 0,0 0 0 0 0,1 0 1 0 0,-1-1-1 0 0,0 1 1 0 0,0 0-1 0 0,0 1 1 0 0,0-1-1 0 0,-2 3 1 0 0,6-3-95 0 0,0 0 1 0 0,0-1 0 0 0,0 1 0 0 0,0 0-1 0 0,1-1 1 0 0,-1 1 0 0 0,0-1-1 0 0,0 1 1 0 0,1-1 0 0 0,3 0 0 0 0,194 17 3385 0 0,-76-4-3606 0 0,-83-10-549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6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49 283 3225 0 0,'-3'-7'82'0'0,"1"0"1"0"0,-1 0 0 0 0,1 0 0 0 0,1-1-1 0 0,-1 1 1 0 0,1-1 0 0 0,0-9-1 0 0,-2-10 276 0 0,-7-40 836 0 0,-11-53 6213 0 0,51 304 765 0 0,3 112-6857 0 0,1 6-1426 0 0,6 54 111 0 0,-33-254 0 0 0,-11 154 0 0 0,-4-180 1 0 0,-2 50-41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7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47 456 0 0,'-4'-1'-123'0'0,"-36"-8"2774"0"0,39 9-2448 0 0,1 0 0 0 0,-1 0 0 0 0,0-1 0 0 0,1 1 0 0 0,-1 0 0 0 0,0 0 0 0 0,1 0 0 0 0,-1-1 0 0 0,0 1 0 0 0,1 0 0 0 0,-1 0 0 0 0,0-1 0 0 0,1 1 0 0 0,-1-1 0 0 0,1 1 0 0 0,-1 0 0 0 0,1-1 0 0 0,-1 1 0 0 0,1-1 0 0 0,-1 0 0 0 0,1 1 0 0 0,0-1 0 0 0,-1 1 0 0 0,1-1 0 0 0,0 1 1 0 0,-1-1-1 0 0,1 0 0 0 0,0 1 0 0 0,0-1 0 0 0,0 0 0 0 0,-1 1 0 0 0,1-1 0 0 0,0 0 0 0 0,0 1 0 0 0,0-1 0 0 0,0 0 0 0 0,0 0 0 0 0,0 1 0 0 0,0-1 0 0 0,1 0 0 0 0,-1 1 0 0 0,0-1 0 0 0,0 0 0 0 0,0 1 0 0 0,1-1 0 0 0,-1 1 0 0 0,0-1 0 0 0,1 0 0 0 0,1-1 14 0 0,-1 1-1 0 0,1 0 1 0 0,0 0 0 0 0,-1 0-1 0 0,1 0 1 0 0,0 0 0 0 0,0 0-1 0 0,-1 1 1 0 0,1-1 0 0 0,0 0-1 0 0,0 1 1 0 0,0 0 0 0 0,0-1-1 0 0,0 1 1 0 0,0 0 0 0 0,2 0-1 0 0,39 1 413 0 0,-29 0-237 0 0,8 1-166 0 0,-1 0 0 0 0,1 1 0 0 0,0 2 0 0 0,-1 0 0 0 0,0 1 0 0 0,0 1 0 0 0,-1 1 0 0 0,0 1-1 0 0,0 0 1 0 0,-1 2 0 0 0,0 0 0 0 0,-1 1 0 0 0,19 16 0 0 0,16 20 118 0 0,-2 1-1 0 0,74 95 0 0 0,-108-124-327 0 0,15 18 111 0 0,5 6-25 0 0,46 69 1 0 0,-73-96-106 0 0,0 1 1 0 0,-1-1-1 0 0,-1 2 1 0 0,-1-1-1 0 0,-1 1 1 0 0,0 0-1 0 0,-1 1 1 0 0,2 19-1 0 0,-5-13 8 0 0,-1 0 0 0 0,-1 0-1 0 0,-1 0 1 0 0,-2 0 0 0 0,0 0 0 0 0,-2-1-1 0 0,-1 1 1 0 0,0-1 0 0 0,-2 0 0 0 0,-1-1-1 0 0,-1 0 1 0 0,-1-1 0 0 0,-17 26 0 0 0,18-34 30 0 0,-1-1 0 0 0,-1 0 1 0 0,0-1-1 0 0,0 0 0 0 0,-26 19 0 0 0,-78 45 334 0 0,-118 40 604 0 0,156-82-806 0 0,48-22-161 0 0,21-11-12 0 0,0 2-1 0 0,1 0 1 0 0,-1 0 0 0 0,1 0 0 0 0,0 1 0 0 0,-15 11 0 0 0,23-15-46 0 0,0-1 0 0 0,0 0 1 0 0,-1 0-1 0 0,1 0 0 0 0,0 0 0 0 0,0 0 1 0 0,-1 1-1 0 0,1-1 0 0 0,0 0 1 0 0,0 0-1 0 0,0 0 0 0 0,-1 1 0 0 0,1-1 1 0 0,0 0-1 0 0,0 0 0 0 0,0 1 0 0 0,0-1 1 0 0,0 0-1 0 0,0 0 0 0 0,-1 1 1 0 0,1-1-1 0 0,0 0 0 0 0,0 1 0 0 0,0-1 1 0 0,0 0-1 0 0,0 0 0 0 0,0 1 0 0 0,0-1 1 0 0,0 0-1 0 0,0 1 0 0 0,0-1 1 0 0,0 0-1 0 0,0 0 0 0 0,0 1 0 0 0,1-1 1 0 0,-1 0-1 0 0,0 1 0 0 0,0-1 1 0 0,0 0-1 0 0,0 0 0 0 0,1 1 0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7.9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89 2761 0 0,'0'-10'1009'0'0,"1"5"-326"0"0,-1 0-1 0 0,0 0 0 0 0,0 0 1 0 0,0 0-1 0 0,0 0 0 0 0,-1 0 1 0 0,0 0-1 0 0,0 0 0 0 0,-1 0 1 0 0,1 0-1 0 0,-1 0 0 0 0,0 1 1 0 0,-3-7-1 0 0,3 10-350 0 0,0 1 1 0 0,1-1-1 0 0,-1 1 1 0 0,0-1 0 0 0,0 1-1 0 0,0 0 1 0 0,0-1-1 0 0,0 1 1 0 0,0 0-1 0 0,1 0 1 0 0,-1 1-1 0 0,0-1 1 0 0,0 0-1 0 0,0 1 1 0 0,0-1-1 0 0,-1 1 1 0 0,-32 10 1554 0 0,28-8-1800 0 0,0 0-1 0 0,0 1 1 0 0,0 0 0 0 0,0 1-1 0 0,1-1 1 0 0,-1 1-1 0 0,1 1 1 0 0,1-1 0 0 0,-1 1-1 0 0,1 0 1 0 0,0 0-1 0 0,0 1 1 0 0,1-1 0 0 0,-1 1-1 0 0,1 0 1 0 0,1 0-1 0 0,0 1 1 0 0,0-1 0 0 0,-3 10-1 0 0,-1 12-76 0 0,2 0-1 0 0,0 1 1 0 0,0 53-1 0 0,4-68 79 0 0,1-5-97 0 0,0 0 1 0 0,1 0-1 0 0,0 0 1 0 0,1 0-1 0 0,0 0 1 0 0,0 0-1 0 0,1 0 1 0 0,1-1-1 0 0,0 1 0 0 0,0-1 1 0 0,0 0-1 0 0,7 9 1 0 0,-8-13 3 0 0,1 0 1 0 0,0 1-1 0 0,0-1 0 0 0,0-1 1 0 0,1 1-1 0 0,-1-1 0 0 0,1 1 1 0 0,0-1-1 0 0,1-1 0 0 0,-1 1 1 0 0,1-1-1 0 0,-1 0 0 0 0,1 0 1 0 0,0 0-1 0 0,0-1 0 0 0,0 0 1 0 0,0 0-1 0 0,1-1 0 0 0,10 2 1 0 0,5-3-5 0 0,0 0 0 0 0,0-1-1 0 0,-1-1 1 0 0,1-1 0 0 0,0-1 0 0 0,24-7 0 0 0,-39 7 19 0 0,0 1 0 0 0,0-1 0 0 0,0 0 0 0 0,0-1 1 0 0,0 0-1 0 0,-1 0 0 0 0,0 0 0 0 0,0-1 0 0 0,0 0 0 0 0,-1 0 1 0 0,6-8-1 0 0,-2 1 25 0 0,0-1-1 0 0,-1 1 1 0 0,0-1 0 0 0,9-27 0 0 0,-15 34 7 0 0,0-1 1 0 0,-1 1-1 0 0,0-1 0 0 0,-1 0 0 0 0,0 0 1 0 0,0 1-1 0 0,-1-1 0 0 0,1 0 1 0 0,-2 1-1 0 0,1-1 0 0 0,-1 0 1 0 0,0 1-1 0 0,-1 0 0 0 0,-6-13 1 0 0,5 9 4 0 0,-2 1 1 0 0,0-1-1 0 0,0 1 1 0 0,-1 0-1 0 0,0 1 1 0 0,0 0-1 0 0,-1 0 1 0 0,0 1-1 0 0,-10-8 0 0 0,8 10-93 0 0,1 1 0 0 0,-1 1 0 0 0,0 0 0 0 0,0 0 0 0 0,-1 1 0 0 0,1 0 0 0 0,-1 0 0 0 0,1 2 0 0 0,-1-1 0 0 0,-18 1 0 0 0,-8-3-2105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8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8 2304 0 0,'-38'28'1281'0'0,"36"-27"-877"0"0,-1 1 1 0 0,1-1 0 0 0,-1 0-1 0 0,0 1 1 0 0,0-1 0 0 0,0 0-1 0 0,0-1 1 0 0,0 1 0 0 0,1 0-1 0 0,-1-1 1 0 0,0 0 0 0 0,0 0-1 0 0,-8-2 1939 0 0,11 2-2262 0 0,0-1 0 0 0,0 1-1 0 0,0 0 1 0 0,0 0 0 0 0,0 0 0 0 0,0-1-1 0 0,0 1 1 0 0,0 0 0 0 0,0 0 0 0 0,0 0-1 0 0,0-1 1 0 0,0 1 0 0 0,0 0 0 0 0,0 0 0 0 0,0-1-1 0 0,0 1 1 0 0,0 0 0 0 0,0 0 0 0 0,0-1-1 0 0,8-10 2384 0 0,14-5 145 0 0,-17 13-2330 0 0,1 1 0 0 0,0 0 0 0 0,0 1-1 0 0,1-1 1 0 0,-1 1 0 0 0,0 1 0 0 0,0-1 0 0 0,1 1 0 0 0,-1 0 0 0 0,11 1 0 0 0,69 16 563 0 0,-41-7-527 0 0,333 40 530 0 0,-312-45-841 0 0,0-4-1 0 0,122-13 1 0 0,-138 2-1530 0 0,-42 8 549 0 0,-1 0 0 0 0,1-1 1 0 0,-1-1-1 0 0,10-5 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9.3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847 33 2304 0 0,'-7'5'9403'0'0,"-19"1"-7776"0"0,0-1 1 0 0,0-1 0 0 0,0-1 0 0 0,-31-1-1 0 0,-112-13 213 0 0,-34-4-912 0 0,-28-2-1624 0 0,197 10 90 0 0,-7 0-3624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39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1077 0 456 0 0,'-5'14'7385'0'0,"-15"12"-2831"0"0,11-17-3736 0 0,-1-1 1 0 0,0 0-1 0 0,0 0 1 0 0,-1-1-1 0 0,0 0 1 0 0,0-1-1 0 0,0 0 1 0 0,-1-1-1 0 0,-20 6 1 0 0,-13 2 144 0 0,-59 9 0 0 0,76-17-649 0 0,-141 19 182 0 0,-267 2 1 0 0,310-22-2223 0 0,109-3-3688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3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79 1376 0 0,'-1'0'107'0'0,"2"0"-92"0"0,-1 0 0 0 0,0-1-1 0 0,0 1 1 0 0,0 0 0 0 0,0 0 0 0 0,0-1 0 0 0,1 1 0 0 0,-1 0 0 0 0,0 0-1 0 0,0-1 1 0 0,0 1 0 0 0,0 0 0 0 0,0 0 0 0 0,0-1 0 0 0,0 1-1 0 0,0 0 1 0 0,0 0 0 0 0,0-1 0 0 0,0 1 0 0 0,0 0 0 0 0,0 0-1 0 0,0-1 1 0 0,0 1 0 0 0,-1 0 0 0 0,1 0 0 0 0,0-1 0 0 0,0 1-1 0 0,0 0 1 0 0,0 0 0 0 0,0 0 0 0 0,-1-1 0 0 0,1 1 0 0 0,0 0-1 0 0,0 0 1 0 0,0 0 0 0 0,0-1 0 0 0,-1 1 0 0 0,1 0 0 0 0,0 0-1 0 0,0 0 1 0 0,-1 0 0 0 0,1 0 0 0 0,0 0 0 0 0,0-1 0 0 0,-1 1-1 0 0,1 0 1 0 0,0 0 0 0 0,0 0 0 0 0,-1 0 0 0 0,1 0 0 0 0,0 0-1 0 0,0 0 1 0 0,-1 0 0 0 0,1 0 0 0 0,0 0 0 0 0,0 0 0 0 0,-1 0-1 0 0,1 0 1 0 0,0 1 0 0 0,0-1 0 0 0,-1 0 0 0 0,1 0 0 0 0,0 0 0 0 0,17-37 775 0 0,-16 35-560 0 0,0-1 0 0 0,1 1-1 0 0,-1-1 1 0 0,1 1 0 0 0,0 0 0 0 0,0 0 0 0 0,0 0 0 0 0,0 0 0 0 0,0 0-1 0 0,0 0 1 0 0,0 0 0 0 0,1 1 0 0 0,-1-1 0 0 0,5-1 0 0 0,-7 3-178 0 0,1 0 0 0 0,-1 0 1 0 0,1 0-1 0 0,-1 1 1 0 0,1-1-1 0 0,-1 0 0 0 0,1 0 1 0 0,-1 1-1 0 0,1-1 0 0 0,-1 0 1 0 0,1 0-1 0 0,-1 1 1 0 0,0-1-1 0 0,1 1 0 0 0,-1-1 1 0 0,0 0-1 0 0,1 1 0 0 0,-1-1 1 0 0,0 1-1 0 0,1-1 0 0 0,-1 1 1 0 0,0-1-1 0 0,0 1 1 0 0,1-1-1 0 0,-1 1 0 0 0,0-1 1 0 0,0 1-1 0 0,0-1 0 0 0,0 2 1 0 0,5 20 433 0 0,-4-19-376 0 0,2 25 319 0 0,-1 0 0 0 0,-1 0 0 0 0,-2 0 0 0 0,-1 1 0 0 0,-8 44 0 0 0,0-3 112 0 0,9-58-521 0 0,-3 12-103 0 0,2 1 0 0 0,0-1 0 0 0,1 1 1 0 0,2-1-1 0 0,1 1 0 0 0,0-1 0 0 0,8 30 0 0 0,-1-25-3993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2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65 270 11979 0 0,'-34'4'1280'0'0,"6"0"-2025"0"0,26-1 603 0 0,18-2 37 0 0,245-28-271 0 0,-85 5 658 0 0,322-34 540 0 0,56-5 379 0 0,504 3 757 0 0,5 40-1203 0 0,-406 9-180 0 0,1140 13-835 0 0,-1480 0 133 0 0,1400-14 2106 0 0,-1191-1-1092 0 0,822-6 925 0 0,-374 73-3217 0 0,-873-42 103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3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15 597 7834 0 0,'-15'10'628'0'0,"22"-7"-851"0"0,31-8-342 0 0,-31 3 823 0 0,369-72 2872 0 0,-32 4-885 0 0,496-45-311 0 0,7 34-751 0 0,-248 26-855 0 0,1553-106-893 0 0,-995 115 360 0 0,3 55 146 0 0,297 88 2346 0 0,-848-51-1461 0 0,56-12-272 0 0,-370-22-1843 0 0,0 3-4161 0 0,-200-9-87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2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 13827 0 0,'-3'1'190'0'0,"0"0"1"0"0,1 1-1 0 0,-1-1 0 0 0,0 1 1 0 0,0 0-1 0 0,1 0 0 0 0,-1 0 1 0 0,1 0-1 0 0,0 0 0 0 0,0 1 1 0 0,-1-1-1 0 0,2 1 0 0 0,-1-1 1 0 0,0 1-1 0 0,0 0 0 0 0,1 0 1 0 0,-2 3-1 0 0,-7 16 18 0 0,2 0 1 0 0,0 1-1 0 0,1-1 0 0 0,1 1 1 0 0,2 1-1 0 0,0-1 0 0 0,-1 42 0 0 0,5-47-247 0 0,0-1 0 0 0,2 1 1 0 0,-1-1-1 0 0,2 0 0 0 0,1 0 0 0 0,0 0 0 0 0,1 0 0 0 0,0-1 0 0 0,2 1 0 0 0,0-1 0 0 0,12 20 0 0 0,-14-27-47 0 0,1-1-1 0 0,0 0 1 0 0,0 0-1 0 0,1 0 1 0 0,0-1-1 0 0,0 0 1 0 0,1 0 0 0 0,0-1-1 0 0,0 0 1 0 0,0-1-1 0 0,1 1 1 0 0,0-1 0 0 0,0-1-1 0 0,0 0 1 0 0,1 0-1 0 0,-1-1 1 0 0,1 0 0 0 0,0-1-1 0 0,0 0 1 0 0,0 0-1 0 0,0-1 1 0 0,0-1-1 0 0,0 1 1 0 0,0-2 0 0 0,0 1-1 0 0,0-1 1 0 0,0-1-1 0 0,0 0 1 0 0,0 0 0 0 0,0-1-1 0 0,-1 0 1 0 0,1-1-1 0 0,13-8 1 0 0,-10 6 242 0 0,-1-2 1 0 0,-1 0-1 0 0,1 0 0 0 0,-1-1 1 0 0,0-1-1 0 0,-1 0 1 0 0,0 0-1 0 0,-1-1 0 0 0,0 0 1 0 0,-1-1-1 0 0,12-21 0 0 0,-16 25-4 0 0,0 1 0 0 0,-1-1 0 0 0,0 0 0 0 0,-1-1 0 0 0,0 1 0 0 0,0 0 0 0 0,0-1 0 0 0,-1 1 0 0 0,-1-1 0 0 0,0 1 0 0 0,0-1 0 0 0,0 1 0 0 0,-1-1 0 0 0,0 1 0 0 0,-1-1 0 0 0,0 1 0 0 0,0 0 0 0 0,-1-1 0 0 0,0 1 0 0 0,-6-12 0 0 0,-2 1 64 0 0,-1 1 1 0 0,-1-1-1 0 0,0 2 1 0 0,-1 0-1 0 0,-1 0 1 0 0,-25-20-1 0 0,29 27-388 0 0,-1 1 0 0 0,0 0 0 0 0,-1 1-1 0 0,0 0 1 0 0,0 1 0 0 0,-1 0 0 0 0,0 1 0 0 0,0 1-1 0 0,0 0 1 0 0,-21-3 0 0 0,8 5-7092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7 15203 0 0,'0'0'140'0'0,"-1"-1"0"0"0,0 0 0 0 0,1 1 0 0 0,-1-1 0 0 0,0 1 0 0 0,0-1 0 0 0,0 1 0 0 0,0-1 0 0 0,0 1 0 0 0,0 0 0 0 0,1-1 0 0 0,-1 1 0 0 0,0 0 0 0 0,0-1 0 0 0,0 1 0 0 0,0 0 0 0 0,0 0 0 0 0,0 0 0 0 0,0 0 0 0 0,0 0 0 0 0,0 0 0 0 0,0 0 0 0 0,0 1 0 0 0,0-1 0 0 0,0 0 0 0 0,-1 1 0 0 0,-1 0 68 0 0,0 1 0 0 0,0 0 0 0 0,0-1 0 0 0,1 1 0 0 0,-1 0 1 0 0,1 1-1 0 0,-1-1 0 0 0,-2 4 0 0 0,-1 2 70 0 0,-1 0-1 0 0,2 0 1 0 0,-1 1 0 0 0,-7 16 0 0 0,8-11-224 0 0,1 0 1 0 0,1 1-1 0 0,0 0 0 0 0,0 0 1 0 0,2 0-1 0 0,0 0 0 0 0,1 19 1 0 0,14 108-64 0 0,-10-115 152 0 0,8 46-463 0 0,40 134-1 0 0,10-26-5925 0 0,-44-130 3282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5.9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15 14283 0 0,'-3'-15'2159'0'0,"14"60"1645"0"0,15 157-1566 0 0,2 13-3076 0 0,-19-166-1810 0 0,2-1 1 0 0,24 64-1 0 0,-16-62-125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40 282 11522 0 0,'23'0'2151'0'0,"-23"1"-2005"0"0,0-1 0 0 0,0 1 0 0 0,-1 0 0 0 0,1 0 0 0 0,0-1 0 0 0,-1 1 0 0 0,1 0 0 0 0,-1 0 0 0 0,1-1 0 0 0,-1 1 0 0 0,1 0 0 0 0,-1-1 0 0 0,1 1 0 0 0,-1-1 0 0 0,0 1 0 0 0,1-1 0 0 0,-1 1 0 0 0,0-1 1 0 0,0 0-1 0 0,1 1 0 0 0,-1-1 0 0 0,0 0 0 0 0,0 1 0 0 0,-1-1 0 0 0,-1 3-217 0 0,-1-1 1 0 0,1 1-1 0 0,-1 0 1 0 0,1 0 0 0 0,0 0-1 0 0,0 1 1 0 0,1-1-1 0 0,-1 1 1 0 0,0-1-1 0 0,1 1 1 0 0,0 0-1 0 0,0 0 1 0 0,0 0 0 0 0,1 0-1 0 0,-1 0 1 0 0,0 7-1 0 0,0-4-50 0 0,1 1 0 0 0,1 0 0 0 0,-1 0-1 0 0,1 0 1 0 0,1 0 0 0 0,0 0 0 0 0,0-1-1 0 0,0 1 1 0 0,3 8 0 0 0,-2-8 95 0 0,1 1 0 0 0,0-1 0 0 0,0 0 0 0 0,0 0 1 0 0,1 0-1 0 0,1-1 0 0 0,-1 1 0 0 0,1-1 0 0 0,0 0 0 0 0,1 0 0 0 0,0 0 1 0 0,0-1-1 0 0,0 0 0 0 0,1 0 0 0 0,0-1 0 0 0,0 0 0 0 0,12 7 0 0 0,-13-10 118 0 0,1 0-1 0 0,0 0 0 0 0,0-1 1 0 0,-1 1-1 0 0,1-1 0 0 0,0-1 1 0 0,0 1-1 0 0,0-1 0 0 0,0-1 0 0 0,0 1 1 0 0,0-1-1 0 0,8-2 0 0 0,-4 0 79 0 0,0-1 0 0 0,-1 0-1 0 0,1 0 1 0 0,-1-1 0 0 0,0-1-1 0 0,0 1 1 0 0,10-9 0 0 0,-7 4 30 0 0,-1-1 0 0 0,0 0 0 0 0,0-1 0 0 0,-1 0 1 0 0,0-1-1 0 0,-1 0 0 0 0,-1-1 0 0 0,0 0 0 0 0,-1 0 1 0 0,9-21-1 0 0,-13 25-93 0 0,-1 0 0 0 0,0 0 0 0 0,0 0 0 0 0,-1-1 0 0 0,-1 0 0 0 0,1 1 0 0 0,-2-1 0 0 0,0 1 0 0 0,0-1 0 0 0,-1 0 0 0 0,0 1 0 0 0,0-1 0 0 0,-1 1 0 0 0,-1-1 0 0 0,0 1 0 0 0,-1 0 0 0 0,1 0-1 0 0,-2 0 1 0 0,0 1 0 0 0,0-1 0 0 0,0 1 0 0 0,-1 0 0 0 0,-1 1 0 0 0,1 0 0 0 0,-1 0 0 0 0,-11-10 0 0 0,5 6-20 0 0,-1-1 1 0 0,0 2-1 0 0,0 0 0 0 0,-2 1 0 0 0,1 0 0 0 0,-32-14 0 0 0,41 22-117 0 0,-1-1 0 0 0,1 1-1 0 0,-1 0 1 0 0,1 0 0 0 0,-1 1 0 0 0,0 0-1 0 0,0 0 1 0 0,0 1 0 0 0,1 0 0 0 0,-1 0-1 0 0,0 0 1 0 0,0 1 0 0 0,0 0-1 0 0,1 0 1 0 0,-1 1 0 0 0,0 0 0 0 0,1 0-1 0 0,-1 1 1 0 0,1 0 0 0 0,0 0 0 0 0,-8 5-1 0 0,-20 21-1738 0 0,0 7-5550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6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13827 0 0,'-2'1'215'0'0,"0"0"0"0"0,0 0-1 0 0,0 0 1 0 0,0 1 0 0 0,0-1 0 0 0,0 0 0 0 0,0 1-1 0 0,1 0 1 0 0,-1-1 0 0 0,1 1 0 0 0,-1 0 0 0 0,1 0-1 0 0,0 0 1 0 0,-1 0 0 0 0,1 0 0 0 0,0 0 0 0 0,0 0-1 0 0,1 0 1 0 0,-1 0 0 0 0,0 0 0 0 0,1 1 0 0 0,-1-1-1 0 0,1 0 1 0 0,-1 4 0 0 0,-1 8 451 0 0,1 0 0 0 0,0 24 0 0 0,6 30-514 0 0,2 0 0 0 0,4-1 0 0 0,3 0-1 0 0,2-2 1 0 0,31 79 0 0 0,-25-87-5524 0 0,3 0-1824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0:56.9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14747 0 0,'11'28'4154'0'0,"-3"-11"-3372"0"0,6 27 137 0 0,-1 2-1 0 0,8 55 1 0 0,4 98-515 0 0,3 13-1562 0 0,-17-152 678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8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316 210 920 0 0,'-4'-10'272'0'0,"-1"0"0"0"0,0 0 0 0 0,-1 0 0 0 0,0 1 0 0 0,-1 0-1 0 0,0 1 1 0 0,0-1 0 0 0,-1 1 0 0 0,0 0 0 0 0,0 1 0 0 0,-1 0 0 0 0,0 1 0 0 0,-11-7 0 0 0,16 10-130 0 0,0 1 0 0 0,-1 0 0 0 0,1 0 0 0 0,-1 1 0 0 0,1-1 0 0 0,-1 1 0 0 0,1 0 0 0 0,-1 0 0 0 0,0 0 0 0 0,0 1 0 0 0,1-1 0 0 0,-1 1 0 0 0,0 0 0 0 0,0 1 0 0 0,0-1 0 0 0,1 1 0 0 0,-1 0 0 0 0,0 0 0 0 0,1 1 0 0 0,-1-1 0 0 0,1 1 0 0 0,-1 0 0 0 0,1 0 0 0 0,0 0 0 0 0,0 1 0 0 0,0 0 0 0 0,0-1 0 0 0,0 1 0 0 0,1 1 0 0 0,-1-1 0 0 0,1 1 0 0 0,-4 4 0 0 0,0 3 133 0 0,0-1 0 0 0,0 1 0 0 0,2 1 0 0 0,-1-1 0 0 0,1 1 1 0 0,1 0-1 0 0,0 0 0 0 0,1 0 0 0 0,0 1 0 0 0,-1 19 0 0 0,1-2 101 0 0,1 1 0 0 0,2 0 0 0 0,4 37 0 0 0,-1-48-324 0 0,0 0 0 0 0,0-1 0 0 0,2 0 0 0 0,0 0-1 0 0,2 0 1 0 0,0 0 0 0 0,1-1 0 0 0,17 29 0 0 0,-20-39-37 0 0,0-1 1 0 0,0 0-1 0 0,1 0 0 0 0,0-1 1 0 0,0 1-1 0 0,1-1 0 0 0,0-1 1 0 0,0 1-1 0 0,0-1 0 0 0,1 0 1 0 0,0-1-1 0 0,-1 0 0 0 0,1 0 1 0 0,1-1-1 0 0,-1 0 0 0 0,1 0 1 0 0,-1-1-1 0 0,1 0 0 0 0,0 0 1 0 0,0-1-1 0 0,14 0 0 0 0,-17-1 4 0 0,-1 0 1 0 0,1-1-1 0 0,-1 0 0 0 0,0 0 1 0 0,1 0-1 0 0,-1 0 0 0 0,0-1 1 0 0,0 0-1 0 0,0 0 0 0 0,0 0 1 0 0,0-1-1 0 0,0 0 0 0 0,-1 0 1 0 0,8-6-1 0 0,-6 3 53 0 0,1 0 1 0 0,-1-1-1 0 0,-1 0 1 0 0,1-1-1 0 0,-1 1 1 0 0,0-1-1 0 0,-1 0 1 0 0,4-9-1 0 0,2-9 146 0 0,-2 0 0 0 0,-1 0 0 0 0,-1-1 1 0 0,6-51-1 0 0,-9 40 29 0 0,-2 0 0 0 0,-1 0 0 0 0,-6-45 1 0 0,3 61-219 0 0,-1 0 0 0 0,-1 0 0 0 0,-1 1 0 0 0,0-1 0 0 0,-2 1 0 0 0,-18-35 0 0 0,2 22-500 0 0,23 33 319 0 0,0-1 1 0 0,0 1-1 0 0,-1 0 0 0 0,1 0 0 0 0,0 0 1 0 0,-1 0-1 0 0,1 0 0 0 0,-1 0 0 0 0,1 0 1 0 0,-1 1-1 0 0,1-1 0 0 0,-1 0 1 0 0,0 1-1 0 0,1-1 0 0 0,-1 1 0 0 0,0 0 1 0 0,0 0-1 0 0,1-1 0 0 0,-1 1 0 0 0,0 0 1 0 0,-2 1-1 0 0,-10 4-1192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2:08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249 148 6449 0 0,'-8'-2'179'0'0,"0"1"0"0"0,-1 0-1 0 0,1 0 1 0 0,0 1 0 0 0,0 0-1 0 0,0 0 1 0 0,0 1 0 0 0,0 0-1 0 0,-1 1 1 0 0,1-1 0 0 0,1 2-1 0 0,-1-1 1 0 0,0 1 0 0 0,1 0-1 0 0,-1 1 1 0 0,1-1-1 0 0,0 2 1 0 0,0-1 0 0 0,0 1-1 0 0,1 0 1 0 0,0 0 0 0 0,0 1-1 0 0,0 0 1 0 0,1 0 0 0 0,-7 8-1 0 0,6-7-64 0 0,1 1-1 0 0,-1 0 0 0 0,1 0 1 0 0,1 1-1 0 0,-1-1 0 0 0,2 1 0 0 0,-1 0 1 0 0,1 0-1 0 0,0 1 0 0 0,1-1 1 0 0,0 0-1 0 0,1 1 0 0 0,0-1 1 0 0,0 1-1 0 0,1 0 0 0 0,0-1 0 0 0,1 1 1 0 0,0-1-1 0 0,0 1 0 0 0,1-1 1 0 0,4 12-1 0 0,2-2-19 0 0,0-1 1 0 0,2 1-1 0 0,0-2 1 0 0,21 29-1 0 0,-23-37-65 0 0,0 1 0 0 0,0-2-1 0 0,0 1 1 0 0,1-1 0 0 0,1 0 0 0 0,-1-1 0 0 0,1 0-1 0 0,0 0 1 0 0,14 5 0 0 0,-20-10-24 0 0,1 0-1 0 0,0-1 1 0 0,-1 0-1 0 0,1 0 1 0 0,0 0-1 0 0,0 0 1 0 0,0-1-1 0 0,0 0 1 0 0,-1 0 0 0 0,1 0-1 0 0,0-1 1 0 0,0 1-1 0 0,0-1 1 0 0,5-2-1 0 0,-2 0 16 0 0,-1 0 0 0 0,1 0 0 0 0,0-1 0 0 0,-1 0 0 0 0,1-1 0 0 0,-1 1 0 0 0,10-10-1 0 0,-5 3 17 0 0,-2 0-1 0 0,1 0 1 0 0,-2-1-1 0 0,1 0 1 0 0,-1 0-1 0 0,-1-1 1 0 0,-1-1-1 0 0,11-23 1 0 0,-10 14 264 0 0,-1 0 0 0 0,-2-1 1 0 0,0 0-1 0 0,-1 0 0 0 0,0-38 0 0 0,-3 47-165 0 0,-1 0 0 0 0,-1 0 0 0 0,-1-1 0 0 0,0 1 0 0 0,-1 0 0 0 0,-1 0 0 0 0,0 1 0 0 0,-1-1 0 0 0,0 1 0 0 0,-8-14 0 0 0,8 19-103 0 0,-1 1 0 0 0,-1 0-1 0 0,0 0 1 0 0,0 0 0 0 0,0 1 0 0 0,-1 0 0 0 0,0 0 0 0 0,0 1-1 0 0,-1 0 1 0 0,0 1 0 0 0,0 0 0 0 0,-16-7 0 0 0,20 9-120 0 0,-1 1-1 0 0,0 0 1 0 0,1 0 0 0 0,-1 1 0 0 0,0-1 0 0 0,0 1 0 0 0,0 1-1 0 0,0-1 1 0 0,0 1 0 0 0,0 0 0 0 0,0 0 0 0 0,0 1 0 0 0,0 0 0 0 0,0 0-1 0 0,0 0 1 0 0,0 1 0 0 0,0 0 0 0 0,0 0 0 0 0,1 0 0 0 0,-1 1 0 0 0,1 0-1 0 0,-10 6 1 0 0,-7 12-956 0 0,-5 3-11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3.9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35 3225 0 0,'-12'-19'1461'0'0,"1"4"1833"0"0,12 23-961 0 0,15 132 1821 0 0,-16 73-2858 0 0,-2-47-1384 0 0,2-155-211 0 0,1-1 1 0 0,0 0-1 0 0,1 0 0 0 0,0 0 0 0 0,0 0 0 0 0,1 0 0 0 0,0 0 0 0 0,6 10 0 0 0,0-3-643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4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59 2304 0 0,'-2'-5'614'0'0,"0"1"0"0"0,-1-1-1 0 0,1 0 1 0 0,-1 1-1 0 0,0 0 1 0 0,0 0-1 0 0,0 0 1 0 0,-1 0 0 0 0,1 0-1 0 0,-1 1 1 0 0,0-1-1 0 0,-8-4 1 0 0,12 8-506 0 0,-1 0 0 0 0,1 0 0 0 0,-1 0-1 0 0,1 1 1 0 0,0-1 0 0 0,-1 0 0 0 0,1 0 0 0 0,-1 1 0 0 0,1-1 0 0 0,-1 0 0 0 0,1 1-1 0 0,0-1 1 0 0,-1 1 0 0 0,1-1 0 0 0,-1 0 0 0 0,1 1 0 0 0,0-1 0 0 0,0 1 0 0 0,-1-1 0 0 0,1 1-1 0 0,0-1 1 0 0,0 1 0 0 0,0-1 0 0 0,-1 1 0 0 0,1-1 0 0 0,0 1 0 0 0,0-1 0 0 0,0 1 0 0 0,0-1-1 0 0,0 1 1 0 0,0-1 0 0 0,0 1 0 0 0,0-1 0 0 0,0 1 0 0 0,0-1 0 0 0,0 1 0 0 0,1-1-1 0 0,-1 2 1 0 0,1 24 680 0 0,-1-26-715 0 0,6 52 298 0 0,18 203 189 0 0,-10-86-2985 0 0,-11-130 1347 0 0,3-2-9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3:55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251 335 1376 0 0,'-3'-2'196'0'0,"0"0"-1"0"0,0-1 1 0 0,0 1-1 0 0,1-1 1 0 0,-1 1-1 0 0,0-1 1 0 0,1 0-1 0 0,0 0 1 0 0,-2-3-1 0 0,-4-4 171 0 0,-21-23 775 0 0,17 19-201 0 0,1 1 0 0 0,-2 0 0 0 0,0 0 0 0 0,-28-19 0 0 0,40 31-763 0 0,-1-1 0 0 0,0 1 0 0 0,1 1 0 0 0,-1-1-1 0 0,0 0 1 0 0,0 0 0 0 0,1 1 0 0 0,-1-1 0 0 0,0 1 0 0 0,0-1 0 0 0,0 1 0 0 0,0 0 0 0 0,0 0-1 0 0,0 0 1 0 0,0 0 0 0 0,0 0 0 0 0,0 0 0 0 0,0 1 0 0 0,0-1 0 0 0,1 1 0 0 0,-1-1-1 0 0,-3 2 1 0 0,2 0-19 0 0,0 0-1 0 0,1 0 0 0 0,-1 0 0 0 0,1 1 1 0 0,-1-1-1 0 0,1 0 0 0 0,0 1 1 0 0,0 0-1 0 0,0 0 0 0 0,0-1 0 0 0,0 1 1 0 0,-1 4-1 0 0,-1 2-56 0 0,1 0-1 0 0,0 0 1 0 0,0 0-1 0 0,1 0 1 0 0,0 1-1 0 0,1-1 1 0 0,0 1-1 0 0,0 13 1 0 0,6 42-177 0 0,24 111 1 0 0,-23-150 87 0 0,2-1 0 0 0,0 0 0 0 0,2 0-1 0 0,1-1 1 0 0,0 0 0 0 0,2-1 0 0 0,19 26 0 0 0,-28-43-2 0 0,1 1 1 0 0,0-1 0 0 0,1 0 0 0 0,0-1 0 0 0,0 1 0 0 0,0-1 0 0 0,0-1-1 0 0,1 1 1 0 0,-1-1 0 0 0,1 0 0 0 0,1 0 0 0 0,-1-1 0 0 0,0 0 0 0 0,1 0-1 0 0,-1-1 1 0 0,12 2 0 0 0,-10-3 30 0 0,-1-1-1 0 0,1 0 1 0 0,0 0-1 0 0,-1-1 1 0 0,1 0-1 0 0,0 0 1 0 0,-1-1-1 0 0,0 0 1 0 0,1-1-1 0 0,-1 0 1 0 0,0 0-1 0 0,0-1 1 0 0,0 0-1 0 0,13-9 1 0 0,-6 1-3 0 0,0 1-1 0 0,-1-2 1 0 0,0 0 0 0 0,-2-1 0 0 0,1 0 0 0 0,-2-1 0 0 0,0 0 0 0 0,0-1 0 0 0,-2 0-1 0 0,0 0 1 0 0,0-1 0 0 0,-2 0 0 0 0,0-1 0 0 0,6-28 0 0 0,-5 11 66 0 0,-1 0 0 0 0,-2 0 0 0 0,-2-1 0 0 0,-1 1 0 0 0,-1-1 0 0 0,-9-65 0 0 0,6 91-70 0 0,-1-1 1 0 0,0 0-1 0 0,0 1 0 0 0,-1 0 1 0 0,-1-1-1 0 0,0 2 0 0 0,0-1 0 0 0,-1 1 1 0 0,0-1-1 0 0,0 1 0 0 0,-1 1 1 0 0,0 0-1 0 0,-1 0 0 0 0,0 0 1 0 0,-17-12-1 0 0,11 10 69 0 0,0 0 1 0 0,-1 1-1 0 0,0 1 1 0 0,0 0-1 0 0,-1 1 0 0 0,0 1 1 0 0,0 0-1 0 0,-1 1 1 0 0,-26-4-1 0 0,38 8-280 0 0,0 0-1 0 0,0 1 1 0 0,0-1-1 0 0,-1 1 1 0 0,1 0 0 0 0,0 1-1 0 0,0-1 1 0 0,-1 1 0 0 0,1 0-1 0 0,-6 2 1 0 0,-4 5-6393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32 441 4609 0 0,'-13'-28'2998'0'0,"13"27"-2687"0"0,-1-1 0 0 0,1 1-1 0 0,-1 0 1 0 0,0-1 0 0 0,0 1 0 0 0,0 0-1 0 0,0 0 1 0 0,0-1 0 0 0,0 1-1 0 0,0 0 1 0 0,0 0 0 0 0,0 0 0 0 0,0 0-1 0 0,-1 0 1 0 0,1 1 0 0 0,-3-2-1 0 0,7 25 2852 0 0,47 190-953 0 0,-29-127-1833 0 0,-17-66-282 0 0,2-2 0 0 0,0 1 0 0 0,0 0 1 0 0,2-1-1 0 0,12 20 0 0 0,-19-34-61 0 0,2-1-1 0 0,-1 1 1 0 0,0-1-1 0 0,1 1 1 0 0,-1-1 0 0 0,1 0-1 0 0,0 0 1 0 0,0 0 0 0 0,1 0-1 0 0,-1 0 1 0 0,0-1-1 0 0,1 0 1 0 0,0 0 0 0 0,-1 0-1 0 0,1 0 1 0 0,0 0 0 0 0,0-1-1 0 0,0 1 1 0 0,0-1-1 0 0,0 0 1 0 0,0 0 0 0 0,1-1-1 0 0,-1 1 1 0 0,0-1 0 0 0,0 0-1 0 0,0 0 1 0 0,1-1-1 0 0,-1 1 1 0 0,0-1 0 0 0,6-1-1 0 0,4-4 55 0 0,0 1 0 0 0,0-2 0 0 0,-1 0 0 0 0,0 0 0 0 0,0-2 0 0 0,0 1-1 0 0,-1-2 1 0 0,-1 1 0 0 0,12-14 0 0 0,1-2 29 0 0,-1-2 0 0 0,36-53 0 0 0,-37 44-114 0 0,-2-2 1 0 0,-1 0 0 0 0,-2-2-1 0 0,19-63 1 0 0,27-170 15 0 0,-50 212-17 0 0,-11 51 44 0 0,0 0 0 0 0,-1-1 1 0 0,0 1-1 0 0,0 0 0 0 0,-2-20 1 0 0,1 30-36 0 0,0 0 1 0 0,0-1-1 0 0,0 1 1 0 0,0 0-1 0 0,0 0 0 0 0,0 0 1 0 0,0-1-1 0 0,0 1 1 0 0,0 0-1 0 0,0 0 1 0 0,0 0-1 0 0,-1 0 1 0 0,1-1-1 0 0,0 1 1 0 0,0 0-1 0 0,0 0 1 0 0,0 0-1 0 0,0 0 1 0 0,0 0-1 0 0,0-1 0 0 0,0 1 1 0 0,-1 0-1 0 0,1 0 1 0 0,0 0-1 0 0,0 0 1 0 0,0 0-1 0 0,0 0 1 0 0,-1 0-1 0 0,1 0 1 0 0,0 0-1 0 0,0-1 1 0 0,0 1-1 0 0,0 0 1 0 0,-1 0-1 0 0,1 0 1 0 0,0 0-1 0 0,0 0 0 0 0,0 0 1 0 0,0 0-1 0 0,-1 0 1 0 0,1 0-1 0 0,0 0 1 0 0,0 0-1 0 0,0 0 1 0 0,-1 1-1 0 0,1-1 1 0 0,0 0-1 0 0,-11 8 304 0 0,-6 13 85 0 0,-1 12-391 0 0,1 1 0 0 0,-19 58 1 0 0,36-92-44 0 0,-1 0 0 0 0,1 1 0 0 0,0-1 1 0 0,0 1-1 0 0,-1-1 0 0 0,1 1 0 0 0,0-1 0 0 0,0 1 1 0 0,0 0-1 0 0,0-1 0 0 0,0 1 0 0 0,-1-1 0 0 0,1 1 1 0 0,0-1-1 0 0,0 1 0 0 0,0-1 0 0 0,1 1 0 0 0,-1-1 1 0 0,0 1-1 0 0,0 0 0 0 0,0-1 0 0 0,0 1 0 0 0,0-1 1 0 0,1 1-1 0 0,-1-1 0 0 0,0 1 0 0 0,0-1 0 0 0,1 0 0 0 0,0 2 1 0 0,14-6-2304 0 0,16-20-1446 0 0,-4 13 7156 0 0,-25 33-2491 0 0,15 179-264 0 0,31 269 1143 0 0,88 310-2372 0 0,-130-757 595 0 0,-2 1 1 0 0,0 0 0 0 0,-2 0 0 0 0,0 43-1 0 0,-3-59 17 0 0,0 0 0 0 0,0 0-1 0 0,-1 0 1 0 0,0 0 0 0 0,-1 0 0 0 0,1 0-1 0 0,-2-1 1 0 0,1 1 0 0 0,-1-1-1 0 0,0 0 1 0 0,0 0 0 0 0,-1-1-1 0 0,0 1 1 0 0,0-1 0 0 0,0 0 0 0 0,-1 0-1 0 0,-12 9 1 0 0,14-11 10 0 0,0-1 0 0 0,-1 0 0 0 0,0 0 0 0 0,1 0-1 0 0,-1-1 1 0 0,0 1 0 0 0,-1-1 0 0 0,1 0 0 0 0,0-1 0 0 0,-1 1 0 0 0,1-1 0 0 0,-1 0 0 0 0,1-1 0 0 0,-10 1-1 0 0,12-1-169 0 0,0-1-1 0 0,-1 0 0 0 0,1 0 0 0 0,0 0 0 0 0,-1 0 1 0 0,1-1-1 0 0,0 1 0 0 0,0-1 0 0 0,0 1 0 0 0,0-1 1 0 0,0 0-1 0 0,0-1 0 0 0,1 1 0 0 0,-1 0 0 0 0,1-1 1 0 0,0 1-1 0 0,-1-1 0 0 0,1 0 0 0 0,0 0 0 0 0,0 0 1 0 0,1 0-1 0 0,-1 0 0 0 0,1 0 0 0 0,-2-6 0 0 0,-5-11-6407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7370 0 0,'12'-2'931'0'0,"0"-1"0"0"0,0 0 0 0 0,-1 0 0 0 0,1-1 1 0 0,19-10-1 0 0,14-5-30 0 0,-16 10-694 0 0,1 1 1 0 0,52-7 0 0 0,-60 13-1684 0 0,-1 0 1 0 0,32 3-1 0 0,-36 1-2361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5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0 135 7834 0 0,'5'-4'636'0'0,"0"1"0"0"0,0 0 1 0 0,1 0-1 0 0,-1 1 0 0 0,1-1 1 0 0,0 1-1 0 0,11-2 0 0 0,4-3 155 0 0,87-37 2285 0 0,12-4-4962 0 0,-95 37 840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6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239 209 7834 0 0,'-5'-42'2166'0'0,"3"22"-1279"0"0,0 1 1 0 0,-11-38 0 0 0,12 53-722 0 0,0 0-1 0 0,0 0 1 0 0,-1 0 0 0 0,0 0 0 0 0,0 0 0 0 0,0 1 0 0 0,0-1-1 0 0,0 1 1 0 0,-1-1 0 0 0,0 1 0 0 0,1 0 0 0 0,-1 0 0 0 0,0 0-1 0 0,-1 1 1 0 0,1-1 0 0 0,0 1 0 0 0,-1-1 0 0 0,0 1 0 0 0,-4-2-1 0 0,5 3-77 0 0,1 0-1 0 0,-1 1 0 0 0,0-1 0 0 0,1 1 0 0 0,-1-1 1 0 0,0 1-1 0 0,1 0 0 0 0,-1 0 0 0 0,0 0 0 0 0,1 0 1 0 0,-1 0-1 0 0,0 1 0 0 0,1 0 0 0 0,-1-1 0 0 0,0 1 0 0 0,1 0 1 0 0,-3 1-1 0 0,1 1 5 0 0,-1-1 0 0 0,1 1 0 0 0,0 0 0 0 0,0 0 0 0 0,1 0 0 0 0,-1 1 0 0 0,1-1 0 0 0,-6 8 1 0 0,1 1 36 0 0,1 0 1 0 0,0 1 0 0 0,0-1 0 0 0,2 1-1 0 0,-8 22 1 0 0,6-6 14 0 0,1 1 1 0 0,1 0-1 0 0,1 0 0 0 0,2 0 0 0 0,2 43 1 0 0,22 155 484 0 0,-13-156-444 0 0,73 418-234 0 0,-76-469-309 0 0,12 58-729 0 0,-15-26-2604 0 0,-4-37-2102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6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48 275 5529 0 0,'-4'-2'175'0'0,"1"1"-1"0"0,-1-1 0 0 0,1 0 1 0 0,0 0-1 0 0,0-1 0 0 0,0 1 1 0 0,0-1-1 0 0,1 1 0 0 0,-1-1 1 0 0,1 0-1 0 0,-1 0 1 0 0,1 0-1 0 0,0-1 0 0 0,-2-3 1 0 0,3 4 23 0 0,0 1 1 0 0,0-1 0 0 0,1 1 0 0 0,0-1 0 0 0,-1 0 0 0 0,1 1-1 0 0,0-1 1 0 0,0 1 0 0 0,0-1 0 0 0,1 1 0 0 0,-1-1-1 0 0,0 1 1 0 0,1-1 0 0 0,0 1 0 0 0,0-1 0 0 0,0 1-1 0 0,0-1 1 0 0,0 1 0 0 0,0 0 0 0 0,0 0 0 0 0,1-1 0 0 0,2-2-1 0 0,3-3 139 0 0,0 0-1 0 0,1 1 1 0 0,0-1-1 0 0,0 1 1 0 0,1 1 0 0 0,0 0-1 0 0,0 0 1 0 0,1 1-1 0 0,0 0 1 0 0,13-5-1 0 0,16-4 468 0 0,54-13 0 0 0,-65 20-670 0 0,-12 3-75 0 0,150-35-2538 0 0,-131 33-3268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27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78 5065 0 0,'3'-7'617'0'0,"-1"0"1"0"0,-1 0-1 0 0,1 0 0 0 0,-1-1 1 0 0,-1 1-1 0 0,1 0 0 0 0,-1-1 1 0 0,-1-7-1 0 0,1 14-566 0 0,0 1-1 0 0,0 0 1 0 0,0 0 0 0 0,0 0-1 0 0,0 0 1 0 0,-1-1 0 0 0,1 1-1 0 0,0 0 1 0 0,0 0 0 0 0,0 0-1 0 0,0 0 1 0 0,0-1 0 0 0,0 1-1 0 0,0 0 1 0 0,0 0 0 0 0,-1 0-1 0 0,1 0 1 0 0,0 0 0 0 0,0-1-1 0 0,0 1 1 0 0,0 0 0 0 0,-1 0-1 0 0,1 0 1 0 0,0 0 0 0 0,0 0-1 0 0,0 0 1 0 0,0 0 0 0 0,-1 0-1 0 0,1 0 1 0 0,0 0 0 0 0,0 0-1 0 0,0 0 1 0 0,0 0 0 0 0,-1 0-1 0 0,1 0 1 0 0,0 0 0 0 0,0 0 0 0 0,0 0-1 0 0,-1 0 1 0 0,1 0 0 0 0,0 0-1 0 0,0 0 1 0 0,-1 0 0 0 0,-8 8 1121 0 0,-8 12-73 0 0,1 7-695 0 0,1 0 1 0 0,1 2-1 0 0,1-1 1 0 0,1 2 0 0 0,2 0-1 0 0,1 0 1 0 0,-7 44-1 0 0,8-22-98 0 0,2 0-1 0 0,3 1 1 0 0,5 86-1 0 0,-1-116-172 0 0,2 0 0 0 0,0-1-1 0 0,2 1 1 0 0,0-1 0 0 0,14 35-1 0 0,-14-44-60 0 0,1-1 0 0 0,1 0-1 0 0,0 0 1 0 0,1 0 0 0 0,0-1-1 0 0,1 0 1 0 0,0-1 0 0 0,0 0-1 0 0,1 0 1 0 0,18 12 0 0 0,-4-5 11 0 0,0-2 0 0 0,1 0 1 0 0,47 18-1 0 0,85 21-926 0 0,-117-38-1543 0 0,-24-5-4257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0 335 4609 0 0,'1'-5'308'0'0,"0"1"0"0"0,0 0 0 0 0,0-1 0 0 0,0 1 0 0 0,1 0 0 0 0,-1 0 0 0 0,1 0 0 0 0,0 0 1 0 0,0 0-1 0 0,1 1 0 0 0,-1-1 0 0 0,1 1 0 0 0,4-5 0 0 0,1-1 286 0 0,0 1-1 0 0,0 0 1 0 0,19-13 0 0 0,-17 15-188 0 0,0-1 1 0 0,0 2-1 0 0,1 0 1 0 0,-1 0-1 0 0,1 0 0 0 0,14-2 1 0 0,-23 6-359 0 0,1 0 0 0 0,0 1 0 0 0,-1-1 0 0 0,1 1 0 0 0,0 0 0 0 0,0-1 1 0 0,-1 2-1 0 0,1-1 0 0 0,0 0 0 0 0,-1 0 0 0 0,1 1 0 0 0,0-1 0 0 0,-1 1 0 0 0,1 0 1 0 0,0 0-1 0 0,-1 0 0 0 0,1 0 0 0 0,-1 0 0 0 0,0 1 0 0 0,1-1 0 0 0,-1 1 1 0 0,0 0-1 0 0,0-1 0 0 0,0 1 0 0 0,0 0 0 0 0,0 0 0 0 0,0 0 0 0 0,-1 0 1 0 0,1 1-1 0 0,-1-1 0 0 0,1 0 0 0 0,0 4 0 0 0,2 5-98 0 0,0 0-1 0 0,-1 0 1 0 0,0 1-1 0 0,-1-1 1 0 0,0 1 0 0 0,-1-1-1 0 0,0 1 1 0 0,-1 0-1 0 0,-1-1 1 0 0,-2 18-1 0 0,-4 15-381 0 0,-18 60 0 0 0,15-66 344 0 0,2-6 281 0 0,-1-1 1 0 0,-23 51-1 0 0,95-181 97 0 0,91-213-3745 0 0,-64 98 3985 0 0,-65 154 290 0 0,-21 48 585 0 0,-13 26-578 0 0,-11 27 108 0 0,2-4-418 0 0,0 2 181 0 0,-23 73 1 0 0,37-98-609 0 0,0 1 0 0 0,2-1 0 0 0,0 1 0 0 0,1 0 0 0 0,0 0 0 0 0,1-1 0 0 0,0 1 0 0 0,2 0 0 0 0,2 15 0 0 0,7 26-327 0 0,2-1 0 0 0,3 0 0 0 0,2-1 0 0 0,33 68 0 0 0,-37-98-1598 0 0,1-4-4032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0,'13'16'2840'0'0,"-4"1"-1748"0"0,-1 1-1 0 0,-1 1 1 0 0,-1 0-1 0 0,0 0 0 0 0,-1 0 1 0 0,4 38-1 0 0,8 28-1537 0 0,-12-67-4000 0 0,0-1-1518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1.8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7834 0 0,'-13'7'3897'0'0,"13"-4"-3641"0"0,0 0-120 0 0,0 1-16 0 0,1 0-8 0 0,2 0-929 0 0,0 2-183 0 0,2 2-40 0 0,-4 2-8 0 0,-2 3 808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5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22 6913 0 0,'1'-22'7234'0'0,"-3"32"-4589"0"0,-2 18-2376 0 0,2 0 0 0 0,1 0 1 0 0,2 0-1 0 0,0 1 0 0 0,2-2 1 0 0,6 30-1 0 0,-4-34-74 0 0,1 0 0 0 0,1-1 0 0 0,1 0 0 0 0,1 0 0 0 0,1-1-1 0 0,0 0 1 0 0,23 32 0 0 0,-28-46-299 0 0,1 0 0 0 0,0 0 0 0 0,0 0-1 0 0,1-1 1 0 0,0 0 0 0 0,0 0 0 0 0,0-1-1 0 0,1 0 1 0 0,-1 0 0 0 0,11 4 0 0 0,-13-7 49 0 0,-1 0 0 0 0,0-1 0 0 0,0 0 1 0 0,1 0-1 0 0,-1 0 0 0 0,0 0 0 0 0,1-1 0 0 0,-1 0 0 0 0,1 0 1 0 0,-1 0-1 0 0,1 0 0 0 0,-1-1 0 0 0,1 0 0 0 0,-1 0 1 0 0,0 0-1 0 0,1 0 0 0 0,-1-1 0 0 0,0 1 0 0 0,0-1 1 0 0,0 0-1 0 0,0-1 0 0 0,5-3 0 0 0,-3 1-87 0 0,1 0 0 0 0,-1-1 0 0 0,0 0 0 0 0,0 0 0 0 0,-1 0 0 0 0,0-1 0 0 0,0 0 0 0 0,0 0 0 0 0,-1 0 0 0 0,6-15 0 0 0,-1-1-570 0 0,-2-1 0 0 0,6-32 0 0 0,7-21-84 0 0,-16 76 2275 0 0,2 8-500 0 0,7 16 166 0 0,-9-15-551 0 0,0-3-418 0 0,0 0 0 0 0,0 0 1 0 0,0 0-1 0 0,1-1 0 0 0,-1 0 0 0 0,1 0 1 0 0,0 0-1 0 0,1-1 0 0 0,-1 1 0 0 0,0-1 1 0 0,1 0-1 0 0,0-1 0 0 0,0 0 1 0 0,0 0-1 0 0,0 0 0 0 0,0 0 0 0 0,0-1 1 0 0,0 0-1 0 0,0 0 0 0 0,1-1 0 0 0,-1 0 1 0 0,0 0-1 0 0,8-1 0 0 0,-9 1-145 0 0,1-1 0 0 0,-1 0-1 0 0,0 0 1 0 0,1-1-1 0 0,-1 1 1 0 0,0-1 0 0 0,0 0-1 0 0,0 0 1 0 0,0-1-1 0 0,0 0 1 0 0,0 0 0 0 0,-1 0-1 0 0,1 0 1 0 0,-1-1-1 0 0,0 1 1 0 0,0-1 0 0 0,0 0-1 0 0,-1-1 1 0 0,1 1 0 0 0,-1 0-1 0 0,0-1 1 0 0,-1 0-1 0 0,1 0 1 0 0,-1 0 0 0 0,1 0-1 0 0,1-8 1 0 0,-1-4-12 0 0,-1 1 0 0 0,-1-1 1 0 0,0 0-1 0 0,-1 1 0 0 0,-4-28 0 0 0,0-21-848 0 0,8 40-2891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1 920 0 0,'23'71'8848'0'0,"24"131"0"0"0,-43-182-9148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2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 12899 0 0,'0'0'11'0'0,"-21"8"1495"0"0,21-8-1448 0 0,-1 0 0 0 0,0 0 0 0 0,1 0 0 0 0,-1 1 0 0 0,0-1 0 0 0,1 0 0 0 0,-1 1 0 0 0,1-1-1 0 0,-1 0 1 0 0,1 1 0 0 0,-1-1 0 0 0,1 1 0 0 0,-1-1 0 0 0,1 1 0 0 0,-1-1 0 0 0,1 1 0 0 0,-1-1 0 0 0,1 1 0 0 0,0 0 0 0 0,-1-1 0 0 0,1 1 0 0 0,0-1 0 0 0,0 1 0 0 0,0 0-1 0 0,-1-1 1 0 0,1 1 0 0 0,0 0 0 0 0,0-1 0 0 0,0 2 0 0 0,44 10-5074 0 0,-34-5 4888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3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50 3225 0 0,'4'1'425'0'0,"-1"0"0"0"0,0-1 0 0 0,1 1 0 0 0,-1-1 0 0 0,1 1 0 0 0,-1-1 0 0 0,1 0 0 0 0,-1-1 0 0 0,0 1 0 0 0,1 0 0 0 0,-1-1 0 0 0,1 0 0 0 0,-1 0 0 0 0,4-1 0 0 0,9-2 104 0 0,65-6 1873 0 0,180-19 3326 0 0,-195 24-6372 0 0,130 10-1 0 0,-176-3-754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3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6449 0 0,'13'-21'3944'0'0,"-12"20"-3567"0"0,0 0 0 0 0,0 1 0 0 0,0-1 0 0 0,0 1 0 0 0,0-1 0 0 0,0 1 0 0 0,0-1 0 0 0,0 1 0 0 0,2 0 0 0 0,-3 0-115 0 0,1 0-1 0 0,0 0 1 0 0,0 0 0 0 0,-1 0-1 0 0,1 0 1 0 0,0 0-1 0 0,8 6 3925 0 0,-8-4-3924 0 0,6 15 810 0 0,-1 15-371 0 0,5 25-311 0 0,-2-1 0 0 0,2 83 0 0 0,-13-43-449 0 0,-1-60-382 0 0,2 0 0 0 0,1 0 0 0 0,2-1 0 0 0,13 70 0 0 0,-6-79-4750 0 0,3-2-1665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4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5985 0 0,'0'-1'219'0'0,"0"-2"956"0"0,0-1 0 0 0,0 1 1 0 0,0 0-1 0 0,0-1 0 0 0,1 1 0 0 0,-1 0 1 0 0,1 0-1 0 0,5-9 2173 0 0,-5 12-3193 0 0,-1 0 0 0 0,1 0 1 0 0,-1 0-1 0 0,0 0 0 0 0,1 0 0 0 0,-1 0 0 0 0,1 0 1 0 0,-1 0-1 0 0,0 0 0 0 0,1 0 0 0 0,-1 0 0 0 0,0 0 1 0 0,1 0-1 0 0,19 10 713 0 0,-18-7-820 0 0,1-1-1 0 0,-1 1 1 0 0,1 0-1 0 0,-1-1 0 0 0,0 1 1 0 0,0 0-1 0 0,0 1 0 0 0,-1-1 1 0 0,1 0-1 0 0,-1 0 1 0 0,0 1-1 0 0,0-1 0 0 0,0 1 1 0 0,1 4-1 0 0,4 55-42 0 0,-6-50 9 0 0,2 97 138 0 0,-3-54-195 0 0,12 95 0 0 0,-9-135-60 0 0,1 0 0 0 0,1 0 0 0 0,0-1 1 0 0,2 1-1 0 0,-1-1 0 0 0,2-1 1 0 0,0 1-1 0 0,0-1 0 0 0,2 0 0 0 0,15 19 1 0 0,7-3-266 0 0,-30-29 396 0 0,0 0 0 0 0,0 0 0 0 0,0 0 0 0 0,1-1 0 0 0,-1 1 0 0 0,0 0 0 0 0,1-1 0 0 0,-1 1 0 0 0,0-1 0 0 0,1 1 0 0 0,-1-1 0 0 0,1 0 0 0 0,-1 0 0 0 0,1 1 0 0 0,-1-1 1 0 0,1 0-1 0 0,-1 0 0 0 0,1-1 0 0 0,-1 1 0 0 0,0 0 0 0 0,1 0 0 0 0,-1-1 0 0 0,1 1 0 0 0,-1-1 0 0 0,3 0 0 0 0,-3 0-19 0 0,-1 0 0 0 0,0 1 0 0 0,1-1 0 0 0,-1 0 0 0 0,0 1 0 0 0,1-1 0 0 0,-1 0 0 0 0,0 0 0 0 0,0 1 0 0 0,1-1 0 0 0,-1 0 0 0 0,0 0 0 0 0,0 0 0 0 0,0 1 0 0 0,0-1 0 0 0,0 0 0 0 0,0 0 0 0 0,0 0 0 0 0,-1 1 0 0 0,1-1 0 0 0,0 0 0 0 0,0 0 0 0 0,-1 1 0 0 0,1-2 0 0 0,-2-2-507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4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69 6449 0 0,'-16'-4'358'0'0,"12"3"-68"0"0,0 1 1 0 0,0-1-1 0 0,0 0 1 0 0,1-1-1 0 0,-1 1 1 0 0,0-1 0 0 0,0 1-1 0 0,1-1 1 0 0,-1 0-1 0 0,1-1 1 0 0,-1 1-1 0 0,1 0 1 0 0,0-1-1 0 0,-4-5 1 0 0,7 8-203 0 0,-1 0 0 0 0,1-1 0 0 0,0 1 0 0 0,0-1 0 0 0,0 1 0 0 0,0 0 0 0 0,0-1 0 0 0,0 1 0 0 0,0-1 0 0 0,0 1 0 0 0,0-1 0 0 0,0 1 0 0 0,0-1-1 0 0,0 1 1 0 0,0 0 0 0 0,0-1 0 0 0,0 1 0 0 0,0-1 0 0 0,0 1 0 0 0,1-1 0 0 0,-1 1 0 0 0,0 0 0 0 0,0-1 0 0 0,0 1 0 0 0,1 0 0 0 0,-1-1 0 0 0,0 1 0 0 0,1 0 0 0 0,-1-1 0 0 0,0 1 0 0 0,1-1 0 0 0,17-8 1047 0 0,19 1 52 0 0,-20 6-679 0 0,1 1-1 0 0,-1 1 0 0 0,1 0 1 0 0,0 1-1 0 0,-1 1 0 0 0,34 9 1 0 0,-13-1-159 0 0,-1 3 0 0 0,38 17-1 0 0,-71-28-379 0 0,0 0 0 0 0,0 0 0 0 0,0 0 0 0 0,0 0 0 0 0,0 1 0 0 0,0-1-1 0 0,-1 1 1 0 0,1 0 0 0 0,-1 0 0 0 0,1 0 0 0 0,-1 1 0 0 0,-1-1 0 0 0,1 1-1 0 0,0-1 1 0 0,-1 1 0 0 0,1 0 0 0 0,-1 0 0 0 0,0 0 0 0 0,-1 1 0 0 0,1-1-1 0 0,-1 0 1 0 0,0 1 0 0 0,0-1 0 0 0,0 0 0 0 0,0 1 0 0 0,-1 0 0 0 0,0-1 0 0 0,0 1-1 0 0,0-1 1 0 0,0 1 0 0 0,-1-1 0 0 0,0 1 0 0 0,0-1 0 0 0,0 0 0 0 0,0 1-1 0 0,-4 7 1 0 0,-2 1-78 0 0,0 0-1 0 0,0 0 0 0 0,-1-1 1 0 0,0 0-1 0 0,-1-1 0 0 0,-1 0 1 0 0,0 0-1 0 0,-12 10 0 0 0,-5 2-159 0 0,-1-1 0 0 0,-36 22-1 0 0,26-23-2200 0 0,24-14-3211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7:35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32 8754 0 0,'-1'-1'221'0'0,"0"-1"1"0"0,0 1-1 0 0,0 0 0 0 0,0 0 1 0 0,0 0-1 0 0,0-1 1 0 0,0 1-1 0 0,0 0 0 0 0,0-1 1 0 0,0 1-1 0 0,1-1 1 0 0,-1 1-1 0 0,0-4 0 0 0,1 5-104 0 0,0-1 1 0 0,0 1-1 0 0,0-1 0 0 0,0 1 0 0 0,0-1 0 0 0,0 1 0 0 0,1 0 0 0 0,-1-1 0 0 0,0 1 0 0 0,0 0 0 0 0,0-1 0 0 0,1 1 0 0 0,-1 0 0 0 0,0-1 0 0 0,1 1 0 0 0,-1 0 0 0 0,0-1 0 0 0,1 1 0 0 0,-1 0 0 0 0,0 0 0 0 0,1-1 0 0 0,-1 1 0 0 0,0 0 0 0 0,1 0 0 0 0,-1 0 0 0 0,1-1 0 0 0,-1 1 0 0 0,0 0 0 0 0,1 0 0 0 0,-1 0 1 0 0,1 0-1 0 0,0 0 0 0 0,3 0 144 0 0,0 0 0 0 0,0 0 0 0 0,0 0 0 0 0,1 1 0 0 0,-1-1 0 0 0,0 1 0 0 0,0 0 1 0 0,0 0-1 0 0,0 1 0 0 0,4 1 0 0 0,18 10 139 0 0,-1 2 0 0 0,0 0-1 0 0,-1 2 1 0 0,-1 0 0 0 0,34 34 0 0 0,95 114 313 0 0,-124-134-611 0 0,-5-4-59 0 0,-2 0-1 0 0,0 1 1 0 0,-2 1 0 0 0,-1 1 0 0 0,-1 1-1 0 0,22 58 1 0 0,-32-68-41 0 0,-1 0 1 0 0,-1 0-1 0 0,-1 0 0 0 0,0 1 1 0 0,-2 0-1 0 0,-1 0 0 0 0,-1-1 1 0 0,0 1-1 0 0,-2 0 0 0 0,0 0 1 0 0,-2-1-1 0 0,-6 22 0 0 0,2-17-71 0 0,-1-1-1 0 0,-1 0 0 0 0,-1-1 0 0 0,-1 0 0 0 0,-16 22 0 0 0,-85 104-3226 0 0,85-115-3421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2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5 102 920 0 0,'0'-1'5'0'0,"0"1"235"0"0,-1-1 0 0 0,1 0 0 0 0,-1 0 1 0 0,1 1-1 0 0,-1-1 0 0 0,1 0 0 0 0,-1 0 1 0 0,1 0-1 0 0,0 0 0 0 0,0 0 0 0 0,0 0 0 0 0,-1 0 1 0 0,1 1-1 0 0,0-1 0 0 0,0 0 0 0 0,0 0 1 0 0,0-2-1 0 0,2 3-115 0 0,-1-1 1 0 0,0 0-1 0 0,0 0 0 0 0,1 1 1 0 0,-1-1-1 0 0,0 1 1 0 0,1-1-1 0 0,-1 1 0 0 0,1 0 1 0 0,-1-1-1 0 0,0 1 0 0 0,1 0 1 0 0,-1 0-1 0 0,3 0 1 0 0,2 0 52 0 0,-1 1 1 0 0,1 0 0 0 0,-1 0-1 0 0,0 0 1 0 0,0 1 0 0 0,1-1 0 0 0,-1 1-1 0 0,0 1 1 0 0,-1-1 0 0 0,1 1 0 0 0,0-1-1 0 0,-1 1 1 0 0,1 1 0 0 0,-1-1 0 0 0,0 0-1 0 0,4 6 1 0 0,0-3-117 0 0,-1 0 0 0 0,0 0 1 0 0,1-1-1 0 0,0 0 0 0 0,10 4 0 0 0,63 18 541 0 0,32 14 1240 0 0,-84-29-1565 0 0,0-1 0 0 0,1-2 1 0 0,1-1-1 0 0,-1-1 1 0 0,33 2-1 0 0,160 5 96 0 0,-152-11 222 0 0,177 1 809 0 0,-165-3-1343 0 0,106 9-11 0 0,-152-7 127 0 0,-1-2 1 0 0,44-3-1 0 0,1-1 95 0 0,-53 2-256 0 0,0-2 0 0 0,-1 0-1 0 0,1-2 1 0 0,32-10 0 0 0,107-42 23 0 0,-122 40 36 0 0,80-26 109 0 0,2 6 0 0 0,1 5-1 0 0,136-16 1 0 0,-229 45-185 0 0,-1 1 0 0 0,1 2 0 0 0,0 1 0 0 0,46 8 0 0 0,-54-7 211 0 0,1-2 1 0 0,-1-1-1 0 0,0-2 0 0 0,0 0 1 0 0,-1-2-1 0 0,41-12 0 0 0,27-3 214 0 0,-80 17-409 0 0,0 1-1 0 0,0 0 0 0 0,1 2 0 0 0,-1-1 0 0 0,1 2 0 0 0,-1 0 0 0 0,18 3 0 0 0,24 15-2901 0 0,-36-9-3671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3.9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64 5529 0 0,'3'-5'220'0'0,"0"0"1"0"0,0 1-1 0 0,1-1 0 0 0,0 1 0 0 0,-1 0 0 0 0,2 0 0 0 0,-1 1 1 0 0,0-1-1 0 0,1 1 0 0 0,-1 0 0 0 0,1 0 0 0 0,0 0 1 0 0,0 1-1 0 0,0 0 0 0 0,1 0 0 0 0,-1 0 0 0 0,0 1 0 0 0,1-1 1 0 0,10 0-1 0 0,-15 3-96 0 0,-1-1 0 0 0,1 1-1 0 0,0 0 1 0 0,-1 0 0 0 0,1-1 0 0 0,-1 1 0 0 0,1 0 0 0 0,-1 0 0 0 0,1 0 0 0 0,-1 0 0 0 0,1 0-1 0 0,-1 0 1 0 0,0 0 0 0 0,0 0 0 0 0,1 0 0 0 0,-1 0 0 0 0,0 0 0 0 0,0 0 0 0 0,0 1-1 0 0,2 24 997 0 0,-2-25-1031 0 0,0 52 1013 0 0,-2 0 0 0 0,-13 71 0 0 0,0 2-499 0 0,10 37 32 0 0,24 249 0 0 0,-4-197-109 0 0,62 590 472 0 0,31-268-413 0 0,-60-334-239 0 0,11 165 86 0 0,-28 4-99 0 0,-22-243-114 0 0,30 523 194 0 0,-47 2-95 0 0,-8-421-242 0 0,-42 736 269 0 0,53-848-357 0 0,-7 267-353 0 0,12-361-42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45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141 475 9218 0 0,'-20'-2'952'0'0,"-7"-1"-120"0"0,0-1 0 0 0,-40-12 1 0 0,76 17-534 0 0,0 0 0 0 0,0-1 0 0 0,0 0 0 0 0,0-1 0 0 0,0 0 0 0 0,17-4 0 0 0,5 0 352 0 0,226-19 1309 0 0,145-20-1397 0 0,-149 13-132 0 0,44-8 20 0 0,-44-6 466 0 0,932-147 1187 0 0,-586 134-1770 0 0,-427 52-282 0 0,256 24-1 0 0,208 9 128 0 0,-579-27-155 0 0,259-8 202 0 0,-38 0-121 0 0,260 29 148 0 0,-322-5-226 0 0,269-16-1 0 0,-361-1 231 0 0,-1 6 0 0 0,139 23-1 0 0,126 7-63 0 0,-3-1-16 0 0,-177-10-178 0 0,-51-5-170 0 0,-92-6-7626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0.7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1 108 4145 0 0,'0'-4'247'0'0,"-1"-1"0"0"0,1 0-1 0 0,0 1 1 0 0,1-1 0 0 0,-1 0 0 0 0,1 1 0 0 0,0-1-1 0 0,2-6 1 0 0,2-16 403 0 0,0-5 4757 0 0,-5 52-4474 0 0,0 16-871 0 0,2 1-1 0 0,1-1 1 0 0,2 0-1 0 0,1 0 1 0 0,2 0-1 0 0,1-1 1 0 0,2 0-1 0 0,17 36 1 0 0,-20-54-59 0 0,1 0 1 0 0,0 0-1 0 0,2-1 1 0 0,0-1-1 0 0,24 27 1 0 0,-31-37 7 0 0,0 0 0 0 0,1-1-1 0 0,0 0 1 0 0,-1 0 0 0 0,2 0 0 0 0,-1 0 0 0 0,0-1 0 0 0,1 0 0 0 0,0 0-1 0 0,-1-1 1 0 0,1 1 0 0 0,0-1 0 0 0,0 0 0 0 0,1-1 0 0 0,-1 0 0 0 0,0 0-1 0 0,1 0 1 0 0,-1 0 0 0 0,0-1 0 0 0,1 0 0 0 0,8-2 0 0 0,-10 0 89 0 0,1 0 1 0 0,0 0 0 0 0,-1-1-1 0 0,1 0 1 0 0,-1 0 0 0 0,0 0 0 0 0,0-1-1 0 0,0 0 1 0 0,-1 1 0 0 0,1-2-1 0 0,-1 1 1 0 0,0-1 0 0 0,0 1-1 0 0,0-1 1 0 0,-1 0 0 0 0,0 0-1 0 0,0-1 1 0 0,3-7 0 0 0,2-4 54 0 0,0-1 1 0 0,-2 0-1 0 0,0-1 0 0 0,5-27 1 0 0,-8 17 72 0 0,1-54 0 0 0,1-13 653 0 0,-4 85-700 0 0,1 1-1 0 0,0-1 0 0 0,1 1 0 0 0,0-1 0 0 0,0 1 1 0 0,9-15-1 0 0,-9 19-104 0 0,1 0 0 0 0,-1 1 0 0 0,1 0 1 0 0,0 0-1 0 0,1 0 0 0 0,-1 1 0 0 0,9-7 0 0 0,-12 10-93 0 0,0 0-1 0 0,0 0 0 0 0,0 0 0 0 0,0 1 0 0 0,0-1 0 0 0,0 0 0 0 0,1 1 0 0 0,-1-1 1 0 0,0 1-1 0 0,0-1 0 0 0,1 1 0 0 0,-1 0 0 0 0,0-1 0 0 0,0 1 0 0 0,1 0 1 0 0,-1 0-1 0 0,0 0 0 0 0,1 0 0 0 0,-1 0 0 0 0,0 0 0 0 0,1 0 0 0 0,-1 1 0 0 0,0-1 1 0 0,0 0-1 0 0,1 1 0 0 0,-1-1 0 0 0,0 1 0 0 0,0-1 0 0 0,0 1 0 0 0,1 0 1 0 0,-1-1-1 0 0,0 1 0 0 0,0 0 0 0 0,0 0 0 0 0,0 0 0 0 0,0 0 0 0 0,-1 0 0 0 0,1 0 1 0 0,0 0-1 0 0,0 0 0 0 0,-1 0 0 0 0,2 2 0 0 0,7 13-79 0 0,43 70-95 0 0,-5 2-1 0 0,41 109 1 0 0,-77-170 109 0 0,-2 1 1 0 0,-1 1-1 0 0,-1-1 1 0 0,-2 1-1 0 0,-1 0 1 0 0,-1 1-1 0 0,-1-1 1 0 0,-2 0-1 0 0,-1 1 1 0 0,-1-1-1 0 0,-1 0 1 0 0,-8 30-1 0 0,6-42 105 0 0,0 0 1 0 0,-1-1-1 0 0,-1 0 0 0 0,-1 0 0 0 0,0-1 1 0 0,-1 0-1 0 0,0-1 0 0 0,-2 1 0 0 0,1-2 0 0 0,-2 0 1 0 0,1 0-1 0 0,-28 22 0 0 0,28-27 62 0 0,-1 0-1 0 0,0-1 1 0 0,0 0-1 0 0,0 0 1 0 0,-1-2-1 0 0,0 1 1 0 0,0-2-1 0 0,-1 0 1 0 0,1 0-1 0 0,-1-1 1 0 0,0-1-1 0 0,0 0 1 0 0,0-1-1 0 0,1-1 0 0 0,-1 0 1 0 0,-21-3-1 0 0,10-1-4738 0 0,0 0-1621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5.8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168 274 2577 0 0,'-58'21'1548'0'0,"-4"-6"3332"0"0,14 0 5528 0 0,49-14-10320 0 0,12 6 1422 0 0,21 2-1139 0 0,-9-10 129 0 0,45-9 0 0 0,6 0-405 0 0,-28 4 34 0 0,70-16 1 0 0,-75 12-72 0 0,1 2-1 0 0,52-3 1 0 0,280-15 453 0 0,-146 13-406 0 0,24-3 87 0 0,-50 0-106 0 0,17-2 12 0 0,138-13-45 0 0,-241 25-42 0 0,-13-6 101 0 0,145-34-1 0 0,-246 45-118 0 0,223-39 307 0 0,-221 39-256 0 0,0 0-1 0 0,1-1 1 0 0,-1 0-1 0 0,0 0 1 0 0,-1 0-1 0 0,11-6 1 0 0,26-10 159 0 0,-37 17-464 0 0,1 0 0 0 0,0 1 0 0 0,-1-1 0 0 0,1 1 0 0 0,0 0 0 0 0,-1 1 0 0 0,1-1 0 0 0,0 1 0 0 0,7 3 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8:58.4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211 306 1840 0 0,'-1'-1'-9'0'0,"1"1"-1"0"0,-1 0 0 0 0,0-1 0 0 0,1 1 0 0 0,-1 0 0 0 0,1 0 0 0 0,-1-1 1 0 0,0 1-1 0 0,1 0 0 0 0,-1 0 0 0 0,0 0 0 0 0,1 0 0 0 0,-1 0 0 0 0,0 0 1 0 0,1 0-1 0 0,-1 0 0 0 0,0 0 0 0 0,1 0 0 0 0,-1 0 0 0 0,0 1 0 0 0,1-1 0 0 0,-1 0 1 0 0,0 0-1 0 0,1 1 0 0 0,-1-1 0 0 0,1 0 0 0 0,-1 1 0 0 0,1-1 0 0 0,-1 1 1 0 0,0-1-1 0 0,1 0 0 0 0,0 1 0 0 0,-1-1 0 0 0,1 1 0 0 0,-1 0 0 0 0,1-1 1 0 0,0 1-1 0 0,-1-1 0 0 0,1 1 0 0 0,0-1 0 0 0,-1 1 0 0 0,1 0 0 0 0,0-1 1 0 0,0 1-1 0 0,0 0 0 0 0,0-1 0 0 0,0 1 0 0 0,-1 0 0 0 0,1-1 0 0 0,0 1 1 0 0,0 0-1 0 0,1-1 0 0 0,-1 1 0 0 0,0 0 0 0 0,0 0 0 0 0,1 0 6 0 0,-1-1-1 0 0,0 1 0 0 0,1-1 0 0 0,-1 1 0 0 0,0-1 1 0 0,1 0-1 0 0,-1 1 0 0 0,1-1 0 0 0,-1 0 1 0 0,1 1-1 0 0,-1-1 0 0 0,1 0 0 0 0,-1 0 0 0 0,1 1 1 0 0,-1-1-1 0 0,1 0 0 0 0,-1 0 0 0 0,1 0 1 0 0,0 0-1 0 0,-1 0 0 0 0,1 0 0 0 0,-1 0 1 0 0,1 0-1 0 0,-1 0 0 0 0,1 0 0 0 0,-1 0 0 0 0,1 0 1 0 0,0 0-1 0 0,-1 0 0 0 0,1-1 0 0 0,-1 1 1 0 0,1 0-1 0 0,-1 0 0 0 0,1 0 0 0 0,-1-1 0 0 0,1 1 1 0 0,-1 0-1 0 0,0-1 0 0 0,1 1 0 0 0,-1-1 1 0 0,1 1-1 0 0,-1 0 0 0 0,0-1 0 0 0,1 1 1 0 0,-1-1-1 0 0,0 1 0 0 0,1-1 0 0 0,1-1 15 0 0,-1 0 0 0 0,1 0 1 0 0,0 0-1 0 0,-1 0 0 0 0,1 0 0 0 0,-1 0 0 0 0,0-1 0 0 0,0 1 0 0 0,2-4 0 0 0,-3-8 1484 0 0,-6 11-842 0 0,-15 15-569 0 0,19-10 26 0 0,0 0 0 0 0,0-1 0 0 0,0 1 1 0 0,-1-1-1 0 0,1 1 0 0 0,0-1 0 0 0,-1 0 1 0 0,1 0-1 0 0,-5 1 0 0 0,-22-3 865 0 0,24 0-603 0 0,-1 0-1 0 0,1 1 0 0 0,0-1 0 0 0,0 1 1 0 0,-1 1-1 0 0,1-1 0 0 0,0 1 1 0 0,0 0-1 0 0,-1 0 0 0 0,1 0 0 0 0,0 1 1 0 0,-8 3-1 0 0,11-3-320 0 0,0-1 1 0 0,1 0-1 0 0,-1 0 1 0 0,0 0-1 0 0,0 0 0 0 0,0 0 1 0 0,0-1-1 0 0,0 1 1 0 0,0-1-1 0 0,0 1 1 0 0,0-1-1 0 0,0 1 0 0 0,0-1 1 0 0,0 0-1 0 0,0 0 1 0 0,0 0-1 0 0,0-1 1 0 0,0 1-1 0 0,0 0 0 0 0,-1-1 1 0 0,1 1-1 0 0,0-1 1 0 0,0 0-1 0 0,1 1 1 0 0,-1-1-1 0 0,-3-2 0 0 0,5 3 10 0 0,-1 0-1 0 0,0-1 0 0 0,1 1 1 0 0,-1-1-1 0 0,0 1 0 0 0,1 0 0 0 0,-1-1 1 0 0,1 1-1 0 0,-1-1 0 0 0,1 0 0 0 0,-1 1 1 0 0,1-1-1 0 0,-1 1 0 0 0,1-1 0 0 0,0 0 1 0 0,-1 1-1 0 0,1-1 0 0 0,0 0 1 0 0,0 1-1 0 0,-1-1 0 0 0,1 0 0 0 0,0 0 1 0 0,0 1-1 0 0,0-1 0 0 0,0 0 0 0 0,0 0 1 0 0,0 1-1 0 0,0-1 0 0 0,0 0 0 0 0,0 0 1 0 0,0 1-1 0 0,1-2 0 0 0,22-6 251 0 0,1 2 13 0 0,1-12 3390 0 0,-18 18-3641 0 0,1-1-1 0 0,-1 0 1 0 0,0 0 0 0 0,0 0-1 0 0,0-1 1 0 0,11-5 0 0 0,11-1 346 0 0,322-43 766 0 0,85 35-228 0 0,-393 16-936 0 0,391-23 412 0 0,-1 0 14 0 0,931-41 381 0 0,-1164 50-351 0 0,199-28-427 0 0,-349 36 4 0 0,0 2 0 0 0,85 4 0 0 0,-57 1-52 0 0,-63 3 358 0 0,-9 0-1174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09.4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89 140 4145 0 0,'-9'2'-11'0'0,"0"0"905"0"0,-1 1 1 0 0,0 0-1 0 0,1 1 0 0 0,0 0 1 0 0,0 0-1 0 0,-14 10 0 0 0,91-35 356 0 0,-38 9-464 0 0,194-71 2411 0 0,-146 55-1708 0 0,-52 17-601 0 0,36-10 0 0 0,-61 22-863 0 0,-1 0-1 0 0,1-1 1 0 0,-1 1-1 0 0,0 0 1 0 0,1-1 0 0 0,-1 1-1 0 0,0 0 1 0 0,1 0-1 0 0,-1 0 1 0 0,0-1 0 0 0,0 1-1 0 0,0 0 1 0 0,1 0-1 0 0,-1 0 1 0 0,0-1-1 0 0,0 1 1 0 0,0 0 0 0 0,0 0-1 0 0,-1 0 1 0 0,1-1-1 0 0,0 3 1 0 0,-3 30 783 0 0,2-25-685 0 0,1 57 14 0 0,2-1 0 0 0,16 105 0 0 0,-8-95-132 0 0,80 479-96 0 0,-30-212 46 0 0,53 220 622 0 0,-108-534-430 0 0,0 1 0 0 0,-1-1 0 0 0,-1 32 0 0 0,-3-60-139 0 0,-1 0 0 0 0,1-1 0 0 0,0 1 1 0 0,0 0-1 0 0,-1-1 0 0 0,1 1 0 0 0,-1 0 1 0 0,0 0-1 0 0,1-1 0 0 0,-1 1 0 0 0,0 0 1 0 0,1 0-1 0 0,-1 0 0 0 0,0 0 0 0 0,0 0 1 0 0,0 0-1 0 0,0 0 0 0 0,0 0 0 0 0,0 0 0 0 0,-3-1 1 0 0,-1-1 45 0 0,0 0 0 0 0,-1 1 1 0 0,1-1-1 0 0,-1 1 0 0 0,-6-1 1 0 0,-5-1 97 0 0,1 1 0 0 0,-34-3 1 0 0,15 7-113 0 0,0 2 0 0 0,0 1 0 0 0,-68 17 1 0 0,67-12-6 0 0,-1-2 1 0 0,-1-1 0 0 0,-42 0 0 0 0,7-13-1386 0 0,63 6 732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0.48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187 156 456 0 0,'-12'8'241'0'0,"-1"-1"-1"0"0,0 0 1 0 0,-14 5-1 0 0,23-10-229 0 0,1-1 0 0 0,-1 1 0 0 0,0-1-1 0 0,1 0 1 0 0,-1 0 0 0 0,0-1-1 0 0,0 1 1 0 0,0-1 0 0 0,0 0-1 0 0,1 0 1 0 0,-1 0 0 0 0,0-1 0 0 0,0 1-1 0 0,0-1 1 0 0,0 0 0 0 0,-5-2-1 0 0,8 2-10 0 0,0 1 0 0 0,0-1 0 0 0,0 0 0 0 0,0 0 0 0 0,0 0 0 0 0,0 0 0 0 0,0 0 0 0 0,0 0 0 0 0,1 0 0 0 0,-1 0 0 0 0,0 0 0 0 0,1 0 0 0 0,-1 0 0 0 0,1-1 0 0 0,-1 1 0 0 0,1 0 0 0 0,0 0 0 0 0,-1-1 0 0 0,1 1 0 0 0,0 0 0 0 0,0 0 0 0 0,0-1 0 0 0,0 1 0 0 0,0 0 0 0 0,0-1 0 0 0,0 1 0 0 0,1 0 0 0 0,-1 0 0 0 0,0-1 0 0 0,1 1 0 0 0,-1 0 0 0 0,1 0 0 0 0,0-2 0 0 0,0 1 0 0 0,-1 0 0 0 0,1 1 0 0 0,0-1 0 0 0,-1 0 0 0 0,0 0 0 0 0,0 0 0 0 0,1 0 0 0 0,-1 0 0 0 0,0 1 0 0 0,0-1 0 0 0,-1 0 0 0 0,1 0 0 0 0,0 0 0 0 0,-1 0 0 0 0,1 1 0 0 0,-1-1 0 0 0,-1-3 0 0 0,-5-7 2 0 0,1 1-1 0 0,0-1 1 0 0,-5-14-1 0 0,7 15 13 0 0,3 7 259 0 0,-1-1-1 0 0,-2-31 13667 0 0,8 55-12708 0 0,-3-14-970 0 0,50 237 1565 0 0,11 83-900 0 0,-58-293-933 0 0,13 82-2191 0 0,4-41-3176 0 0,-20-71 5050 0 0,0 1-1 0 0,0-1 0 0 0,0 0 0 0 0,0 1 0 0 0,0-1 0 0 0,0 0 0 0 0,1 1 0 0 0,-1-1 1 0 0,1 0-1 0 0,0 0 0 0 0,-1 0 0 0 0,1 0 0 0 0,0-1 0 0 0,0 1 0 0 0,0 0 0 0 0,1-1 1 0 0,-1 1-1 0 0,0-1 0 0 0,4 2 0 0 0,3-4 158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0.6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0 211 7834 0 0,'44'-39'3642'0'0,"-17"16"-2508"0"0,1 1 0 0 0,1 1 1 0 0,58-31-1 0 0,-69 43-1066 0 0,0 0 0 0 0,1 2 0 0 0,1 0 0 0 0,-1 2 1 0 0,1 0-1 0 0,0 1 0 0 0,0 0 0 0 0,25 0 0 0 0,-18 4-899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1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1 9674 0 0,'-2'0'4445'0'0,"3"8"-1914"0"0,5 9-1413 0 0,-6-17-1181 0 0,14 48 956 0 0,-2 0-1 0 0,-3 1 1 0 0,6 78 0 0 0,3 15-756 0 0,-14-109-143 0 0,-4-23-80 0 0,1-1 0 0 0,1 1 0 0 0,-1 0-1 0 0,2 0 1 0 0,4 14 0 0 0,3-65-1664 0 0,-6 19 1800 0 0,2-8 286 0 0,2-1 0 0 0,0 2 0 0 0,13-30 0 0 0,-18 52-236 0 0,0 0-1 0 0,1 0 0 0 0,0 0 0 0 0,0 1 0 0 0,0 0 0 0 0,1-1 0 0 0,0 2 0 0 0,0-1 0 0 0,0 0 0 0 0,1 1 0 0 0,0 0 0 0 0,0 0 0 0 0,0 1 0 0 0,0 0 0 0 0,1 0 0 0 0,0 0 0 0 0,12-4 0 0 0,-16 8-86 0 0,0-1 0 0 0,0 1 0 0 0,0 0 0 0 0,0 0 0 0 0,0 0 0 0 0,0 0 1 0 0,0 1-1 0 0,0-1 0 0 0,-1 1 0 0 0,1 0 0 0 0,0 0 0 0 0,0 0 0 0 0,0 0 0 0 0,-1 0 0 0 0,1 1 1 0 0,0-1-1 0 0,-1 1 0 0 0,0 0 0 0 0,1-1 0 0 0,-1 1 0 0 0,0 0 0 0 0,0 0 0 0 0,0 1 1 0 0,0-1-1 0 0,0 0 0 0 0,2 5 0 0 0,7 8-101 0 0,-1 0-1 0 0,15 34 1 0 0,-22-42 40 0 0,53 97-2276 0 0,-45-85 1086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4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1 112 2761 0 0,'11'11'11919'0'0,"4"11"-10407"0"0,29 32-1 0 0,-27-35-1038 0 0,-1 0 1 0 0,-2 1-1 0 0,15 23 0 0 0,-28-40-378 0 0,1 0-1 0 0,0-1 1 0 0,-1 1 0 0 0,0 0-1 0 0,0 0 1 0 0,0 0-1 0 0,0-1 1 0 0,0 1 0 0 0,-1 0-1 0 0,1 1 1 0 0,-1-1-1 0 0,0 0 1 0 0,0 0 0 0 0,0 0-1 0 0,0 0 1 0 0,-1 5 0 0 0,-2-9 515 0 0,-1-7-293 0 0,-1-10 28 0 0,2 0-309 0 0,2 0 0 0 0,0 0-1 0 0,1-1 1 0 0,1 1 0 0 0,1 0 0 0 0,1-1 0 0 0,6-24 0 0 0,-6 31-370 0 0,1 0 1 0 0,0 1-1 0 0,1-1 0 0 0,0 1 1 0 0,1 0-1 0 0,0 1 0 0 0,1-1 1 0 0,0 1-1 0 0,0 0 0 0 0,1 1 1 0 0,1 0-1 0 0,9-8 1 0 0,-3 5-1498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1.81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1 361 7834 0 0,'6'-4'303'0'0,"0"0"-1"0"0,0 1 1 0 0,0-2 0 0 0,0 1 0 0 0,-1-1 0 0 0,1 0 0 0 0,-1 0 0 0 0,0 0 0 0 0,5-8 0 0 0,-2 3 16 0 0,14-15 921 0 0,-2 0 0 0 0,27-43-1 0 0,-41 58-1070 0 0,0-1 0 0 0,-1 1-1 0 0,0-2 1 0 0,0 1 0 0 0,-1 0-1 0 0,-1-1 1 0 0,0 0 0 0 0,-1 0 0 0 0,0 0-1 0 0,1-12 1 0 0,-3 22-166 0 0,0-1 1 0 0,0 1-1 0 0,0 0 1 0 0,-1 0-1 0 0,1 0 1 0 0,0 0-1 0 0,-1 0 1 0 0,1 0-1 0 0,-1 0 0 0 0,0 0 1 0 0,0 0-1 0 0,0 0 1 0 0,0 0-1 0 0,-2-3 1 0 0,2 4 11 0 0,0 0 0 0 0,0 0 0 0 0,0 1 0 0 0,0-1 0 0 0,0 0 0 0 0,0 1 0 0 0,0-1 0 0 0,0 1 0 0 0,0-1 0 0 0,0 1 0 0 0,0 0 0 0 0,0-1 0 0 0,0 1 0 0 0,-1 0 0 0 0,1 0 0 0 0,0 0 0 0 0,0 0 0 0 0,0 0 0 0 0,-3 0 0 0 0,0 1 14 0 0,-1 0 0 0 0,1 0 0 0 0,0 1 0 0 0,-1 0 0 0 0,1 0 0 0 0,0 0-1 0 0,0 0 1 0 0,0 0 0 0 0,0 1 0 0 0,0 0 0 0 0,-5 5 0 0 0,4-3-76 0 0,0 1 0 0 0,0-1 0 0 0,0 1 0 0 0,1 0 0 0 0,0 0 0 0 0,1 0 0 0 0,-1 1 0 0 0,1-1 0 0 0,0 1 0 0 0,1 0 0 0 0,-1 0 0 0 0,1 0 0 0 0,1 0 0 0 0,-1 0 0 0 0,1 0 0 0 0,1 0 0 0 0,-1 0 0 0 0,1 1 0 0 0,1-1 0 0 0,0 10 0 0 0,0-11-85 0 0,1-1 0 0 0,-1 1 0 0 0,1-1 0 0 0,0 1 0 0 0,0-1 0 0 0,0 0 0 0 0,1 0 0 0 0,0 0-1 0 0,0 0 1 0 0,0 0 0 0 0,1 0 0 0 0,-1-1 0 0 0,1 0 0 0 0,0 0 0 0 0,1 0 0 0 0,-1 0 0 0 0,1-1 0 0 0,-1 1 0 0 0,1-1-1 0 0,0 0 1 0 0,0-1 0 0 0,0 1 0 0 0,1-1 0 0 0,-1 0 0 0 0,0 0 0 0 0,7 1 0 0 0,8 0-1421 0 0,1-2-2675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35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115 303 2761 0 0,'0'-24'715'0'0,"0"24"-560"0"0,-1-1 0 0 0,1 1 0 0 0,0-1 0 0 0,0 1 1 0 0,-1-1-1 0 0,1 1 0 0 0,0-1 0 0 0,-1 1 0 0 0,1-1 0 0 0,0 1 1 0 0,-1 0-1 0 0,1-1 0 0 0,0 1 0 0 0,-1-1 0 0 0,1 1 0 0 0,-1 0 0 0 0,1 0 1 0 0,-1-1-1 0 0,1 1 0 0 0,-1 0 0 0 0,1 0 0 0 0,-1-1 0 0 0,0 1 1 0 0,-1 0 106 0 0,0 0 0 0 0,0 1 0 0 0,0-1 0 0 0,0 1 0 0 0,0-1 0 0 0,1 1 0 0 0,-1 0 0 0 0,0 0 0 0 0,0-1 0 0 0,1 1 1 0 0,-1 0-1 0 0,1 0 0 0 0,-1 1 0 0 0,1-1 0 0 0,-1 0 0 0 0,1 1 0 0 0,-1-1 0 0 0,1 0 0 0 0,-1 3 0 0 0,-7 7 50 0 0,1 0 0 0 0,0 1 1 0 0,1-1-1 0 0,1 2 0 0 0,-1-1 0 0 0,2 1 0 0 0,0 0 0 0 0,1 0 0 0 0,0 0 0 0 0,-4 26 0 0 0,8-37-307 0 0,1 1 1 0 0,-1-1-1 0 0,0 0 0 0 0,1 0 0 0 0,-1 1 1 0 0,1-1-1 0 0,0 0 0 0 0,0 0 0 0 0,0 0 1 0 0,0 0-1 0 0,0 0 0 0 0,1 0 0 0 0,-1 0 0 0 0,0 0 1 0 0,1 0-1 0 0,0 0 0 0 0,-1-1 0 0 0,1 1 1 0 0,0-1-1 0 0,0 1 0 0 0,0-1 0 0 0,0 0 1 0 0,4 2-1 0 0,6 4-95 0 0,0-2 1 0 0,26 9-1 0 0,-22-9 20 0 0,-4-1-23 0 0,-2 0-70 0 0,0-1-1 0 0,0 1 0 0 0,0 1 0 0 0,0 0 0 0 0,13 9 0 0 0,-22-13 157 0 0,1 0-1 0 0,-1 1 1 0 0,1-1-1 0 0,-1 1 0 0 0,1-1 1 0 0,-1 1-1 0 0,0 0 1 0 0,1-1-1 0 0,-1 1 1 0 0,0 0-1 0 0,0 0 0 0 0,-1 0 1 0 0,1 0-1 0 0,0 0 1 0 0,-1 0-1 0 0,1 0 1 0 0,-1 0-1 0 0,1 0 1 0 0,-1 0-1 0 0,0 0 0 0 0,0 0 1 0 0,0 0-1 0 0,0 0 1 0 0,0 0-1 0 0,-1 0 1 0 0,1 1-1 0 0,-1-1 0 0 0,1 0 1 0 0,-1 0-1 0 0,0-1 1 0 0,1 1-1 0 0,-1 0 1 0 0,0 0-1 0 0,-2 2 0 0 0,-2 6 51 0 0,-1-1 0 0 0,0 1-1 0 0,-1-2 1 0 0,0 1 0 0 0,0-1-1 0 0,0 0 1 0 0,-1 0 0 0 0,-1-1-1 0 0,-11 8 1 0 0,18-19-640 0 0,3-8 316 0 0,6-11-101 0 0,136-354-1648 0 0,-36 132 3768 0 0,-80 179 2229 0 0,-30 78-3284 0 0,-1 0-1 0 0,2 1 1 0 0,0-1-1 0 0,0 1 1 0 0,1-1-1 0 0,1 18 0 0 0,8 84-1118 0 0,-7-103 634 0 0,19 145-198 0 0,-15-129 0 0 0,2 0 0 0 0,0-1 0 0 0,19 43 0 0 0,-26-67-3 0 0,1-1-1 0 0,-1 0 1 0 0,1 0 0 0 0,0 0 0 0 0,-1 0 0 0 0,1 1 0 0 0,0-1 0 0 0,0 0 0 0 0,0 0 0 0 0,-1 0-1 0 0,1 0 1 0 0,0-1 0 0 0,0 1 0 0 0,2 1 0 0 0,-2-2-4 0 0,-1 0 1 0 0,0 0-1 0 0,1 0 1 0 0,-1 0-1 0 0,1 0 0 0 0,-1 0 1 0 0,1 0-1 0 0,-1 0 1 0 0,0 0-1 0 0,1 0 1 0 0,-1 0-1 0 0,1 0 0 0 0,-1 0 1 0 0,0 0-1 0 0,1-1 1 0 0,-1 1-1 0 0,1 0 0 0 0,-1 0 1 0 0,0 0-1 0 0,1-1 1 0 0,-1 1-1 0 0,0 0 1 0 0,1 0-1 0 0,-1-1 0 0 0,0 1 1 0 0,1 0-1 0 0,-1-1 1 0 0,0 0-1 0 0,3-3-19 0 0,-1 0-1 0 0,0 0 1 0 0,0-1 0 0 0,0 1 0 0 0,0-1-1 0 0,0-5 1 0 0,9-36 24 0 0,-5 20 10 0 0,0 0 1 0 0,2 0-1 0 0,0 1 1 0 0,2 0-1 0 0,1 0 1 0 0,15-25 0 0 0,-25 49 7 0 0,-1 0 1 0 0,1 0 0 0 0,-1 1-1 0 0,1-1 1 0 0,-1 0 0 0 0,1 0-1 0 0,-1 1 1 0 0,1-1 0 0 0,0 0-1 0 0,-1 1 1 0 0,1-1 0 0 0,0 1-1 0 0,-1-1 1 0 0,1 1 0 0 0,0-1-1 0 0,0 1 1 0 0,0 0 0 0 0,0-1 0 0 0,-1 1-1 0 0,1 0 1 0 0,0-1 0 0 0,0 1-1 0 0,0 0 1 0 0,0 0 0 0 0,0 0-1 0 0,0 0 1 0 0,0 0 0 0 0,-1 0-1 0 0,1 0 1 0 0,2 0 0 0 0,-1 2 13 0 0,0-1 0 0 0,-1 0 0 0 0,1 0 1 0 0,0 1-1 0 0,-1-1 0 0 0,1 0 0 0 0,-1 1 0 0 0,0 0 1 0 0,1-1-1 0 0,-1 1 0 0 0,0 0 0 0 0,2 3 1 0 0,3 8 114 0 0,0 0 0 0 0,7 25 1 0 0,-13-37-143 0 0,17 64 160 0 0,12 40-32 0 0,-24-91-528 0 0,0-1 1 0 0,1 0-1 0 0,1 0 0 0 0,0-1 1 0 0,13 18-1 0 0,-9-16-919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69 2761 0 0,'15'-47'13549'0'0,"-18"57"-13086"0"0,0 0 0 0 0,1 1-1 0 0,0 0 1 0 0,1 0 0 0 0,0-1-1 0 0,0 1 1 0 0,1 0 0 0 0,3 17 0 0 0,-3-24-400 0 0,1 1 0 0 0,0-1 0 0 0,0 1 0 0 0,1-1 1 0 0,-1 0-1 0 0,1 0 0 0 0,0 0 0 0 0,0 0 0 0 0,1 0 1 0 0,3 5-1 0 0,-4-7-14 0 0,0 0 0 0 0,0 0 0 0 0,0 0 0 0 0,0 0 0 0 0,0-1 0 0 0,1 1 0 0 0,-1-1 0 0 0,1 0 0 0 0,-1 0 0 0 0,1 1 0 0 0,-1-2 0 0 0,1 1 0 0 0,0 0 0 0 0,-1 0 0 0 0,1-1 0 0 0,0 0 0 0 0,-1 1 0 0 0,5-1 0 0 0,-5 0-37 0 0,1 0 0 0 0,-1-1 0 0 0,0 1 1 0 0,0 0-1 0 0,0-1 0 0 0,1 0 0 0 0,-1 1 0 0 0,0-1 0 0 0,0 0 1 0 0,0 0-1 0 0,0 0 0 0 0,0 0 0 0 0,-1 0 0 0 0,1-1 1 0 0,0 1-1 0 0,0-1 0 0 0,-1 1 0 0 0,1-1 0 0 0,-1 1 1 0 0,1-1-1 0 0,-1 0 0 0 0,0 0 0 0 0,0 0 0 0 0,0 0 1 0 0,0 0-1 0 0,0 0 0 0 0,0 0 0 0 0,0 0 0 0 0,-1 0 1 0 0,1 0-1 0 0,-1 0 0 0 0,1 0 0 0 0,-1-1 0 0 0,0 1 1 0 0,0-4-1 0 0,0-1-24 0 0,0 0-1 0 0,0 0 1 0 0,-1 1 0 0 0,1-1-1 0 0,-2 0 1 0 0,1 1 0 0 0,-1-1 0 0 0,0 0-1 0 0,0 1 1 0 0,-5-10 0 0 0,3 10-32 0 0,0-1-1 0 0,-1 1 1 0 0,1 0 0 0 0,-1 0-1 0 0,-1 1 1 0 0,1 0 0 0 0,-1 0 0 0 0,0 0-1 0 0,-9-6 1 0 0,13 10-130 0 0,1 0-1 0 0,-1 0 1 0 0,0 0 0 0 0,0 0-1 0 0,0 1 1 0 0,0-1-1 0 0,0 1 1 0 0,-1-1 0 0 0,1 1-1 0 0,0-1 1 0 0,0 1-1 0 0,0 0 1 0 0,0 0 0 0 0,0 0-1 0 0,0 1 1 0 0,-1-1-1 0 0,1 0 1 0 0,0 1 0 0 0,0-1-1 0 0,0 1 1 0 0,0 0 0 0 0,0 0-1 0 0,0 0 1 0 0,0 0-1 0 0,1 0 1 0 0,-1 0 0 0 0,0 0-1 0 0,0 0 1 0 0,1 1-1 0 0,-1-1 1 0 0,1 1 0 0 0,-1-1-1 0 0,1 1 1 0 0,0 0-1 0 0,-1 0 1 0 0,1-1 0 0 0,-1 4-1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5.9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26 2304 0 0,'8'-26'14487'0'0,"-3"50"-12807"0"0,3 64 522 0 0,-3 96 0 0 0,4 42-2328 0 0,13-77-136 0 0,-13-115-356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6.4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146 447 12443 0 0,'0'-2'257'0'0,"1"1"0"0"0,-1-1 0 0 0,0 0 0 0 0,0 1 1 0 0,0-1-1 0 0,0 0 0 0 0,0 1 0 0 0,0-1 0 0 0,0 0 1 0 0,0 1-1 0 0,0-1 0 0 0,-1 1 0 0 0,1-1 0 0 0,-1 0 1 0 0,1 1-1 0 0,-1-1 0 0 0,-1-2 0 0 0,1 4-101 0 0,0-1 0 0 0,0 1 0 0 0,0 0-1 0 0,0-1 1 0 0,0 1 0 0 0,-1 0 0 0 0,1 0-1 0 0,0-1 1 0 0,0 1 0 0 0,0 0 0 0 0,0 0 0 0 0,0 0-1 0 0,0 1 1 0 0,0-1 0 0 0,-1 0 0 0 0,1 0 0 0 0,0 0-1 0 0,0 1 1 0 0,0-1 0 0 0,0 1 0 0 0,0-1-1 0 0,0 1 1 0 0,0-1 0 0 0,0 1 0 0 0,0-1 0 0 0,1 1-1 0 0,-1 0 1 0 0,-1 1 0 0 0,-8 5-57 0 0,1 1-1 0 0,0-1 1 0 0,0 2 0 0 0,1-1 0 0 0,0 1-1 0 0,0 1 1 0 0,1-1 0 0 0,0 1 0 0 0,-8 18-1 0 0,11-22-105 0 0,2-1-1 0 0,-1 1 1 0 0,1 0-1 0 0,0 0 0 0 0,0 0 1 0 0,0 0-1 0 0,1 0 1 0 0,0 0-1 0 0,0 1 1 0 0,1-1-1 0 0,0 0 0 0 0,0 1 1 0 0,0-1-1 0 0,1 0 1 0 0,-1 0-1 0 0,2 1 0 0 0,-1-1 1 0 0,1 0-1 0 0,0 0 1 0 0,3 6-1 0 0,-5-11-48 0 0,1 1-1 0 0,0 0 1 0 0,-1-1-1 0 0,1 1 1 0 0,0-1 0 0 0,0 1-1 0 0,0-1 1 0 0,0 0-1 0 0,1 1 1 0 0,-1-1-1 0 0,0 0 1 0 0,0 0 0 0 0,1 0-1 0 0,-1 0 1 0 0,1 0-1 0 0,-1 0 1 0 0,1 0 0 0 0,-1 0-1 0 0,1-1 1 0 0,0 1-1 0 0,-1-1 1 0 0,1 1-1 0 0,0-1 1 0 0,-1 0 0 0 0,1 1-1 0 0,0-1 1 0 0,0 0-1 0 0,-1 0 1 0 0,1 0 0 0 0,0 0-1 0 0,-1-1 1 0 0,1 1-1 0 0,0 0 1 0 0,0-1-1 0 0,-1 1 1 0 0,1-1 0 0 0,0 1-1 0 0,-1-1 1 0 0,1 0-1 0 0,-1 0 1 0 0,1 0-1 0 0,-1 0 1 0 0,0 0 0 0 0,1 0-1 0 0,-1 0 1 0 0,0 0-1 0 0,2-2 1 0 0,4-4-469 0 0,0-1-1 0 0,0 1 1 0 0,-1-1 0 0 0,0-1-1 0 0,0 1 1 0 0,8-18 0 0 0,-2-2-274 0 0,-2-1 0 0 0,-1 0 0 0 0,0-1 1 0 0,-3 0-1 0 0,0 0 0 0 0,-2-1 0 0 0,0-44 0 0 0,-4 28 1351 0 0,-7-54-1 0 0,-17-40 4291 0 0,15 116-2040 0 0,3 22-545 0 0,1 16-1237 0 0,1 10-722 0 0,2-1 0 0 0,0 1-1 0 0,2-1 1 0 0,3 37 0 0 0,23 89 64 0 0,-17-111-279 0 0,2-1 0 0 0,1 0 0 0 0,2 0 0 0 0,2-2 0 0 0,1 0 0 0 0,2-1 0 0 0,34 48 0 0 0,-30-51-998 0 0,2-2 1 0 0,32 30-1 0 0,-31-35-6831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16.5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58 20 456 0 0,'4'-19'17236'0'0,"-10"20"-15212"0"0,-1 0-7 0 0,-1 2-1737 0 0,0 0-352 0 0,-1 0-72 0 0,1 1-16 0 0,1 0 160 0 0,-1-5 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1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727 213 5065 0 0,'-3'-20'1439'0'0,"0"1"1"0"0,-1 0-1 0 0,-1 0 0 0 0,-8-21 1 0 0,10 34-1061 0 0,1 1 0 0 0,-1-1 0 0 0,-1 1 0 0 0,1-1 1 0 0,-1 1-1 0 0,0 0 0 0 0,0 0 0 0 0,0 0 0 0 0,-1 1 1 0 0,1 0-1 0 0,-1 0 0 0 0,0 0 0 0 0,-1 0 0 0 0,1 1 1 0 0,0 0-1 0 0,-11-5 0 0 0,8 5-197 0 0,-1 1 0 0 0,1-1 0 0 0,-1 2 0 0 0,1-1 0 0 0,-1 1 0 0 0,1 0 0 0 0,-1 1 0 0 0,0 0 0 0 0,0 0 0 0 0,1 1 0 0 0,-14 2 0 0 0,9 1-45 0 0,-1 0-1 0 0,1 1 1 0 0,0 0-1 0 0,1 1 1 0 0,-1 0 0 0 0,-17 12-1 0 0,-3 7-24 0 0,2 1 0 0 0,0 1 0 0 0,-51 60-1 0 0,61-61-71 0 0,2 2-1 0 0,0 0 1 0 0,2 0-1 0 0,1 2 1 0 0,1 0-1 0 0,1 1 0 0 0,2 1 1 0 0,-12 51-1 0 0,7-7 74 0 0,3 0 0 0 0,-6 126 0 0 0,13 82 11 0 0,9-214-83 0 0,2 0 1 0 0,16 72-1 0 0,-4-79-16 0 0,4-1-1 0 0,1-1 1 0 0,37 72 0 0 0,12 31 12 0 0,-55-124-37 0 0,2 0 0 0 0,43 71 0 0 0,-47-91 0 0 0,1 0 0 0 0,1-2 0 0 0,1 0 0 0 0,1 0 0 0 0,0-2 0 0 0,37 27 0 0 0,-7-8-104 0 0,1-3 1 0 0,3-2-1 0 0,89 40 0 0 0,-127-64 82 0 0,1-2-1 0 0,0 0 1 0 0,0-1-1 0 0,0 0 1 0 0,1-1-1 0 0,-1-1 0 0 0,1 0 1 0 0,-1-1-1 0 0,1 0 1 0 0,27-5-1 0 0,-32 2 22 0 0,1 0 0 0 0,-2 0 0 0 0,1-1 0 0 0,0 0 0 0 0,-1 0 0 0 0,1-1 0 0 0,-1 0 0 0 0,-1-1 0 0 0,1 0-1 0 0,-1-1 1 0 0,0 0 0 0 0,0 0 0 0 0,-1 0 0 0 0,0-1 0 0 0,12-17 0 0 0,8-21 1 0 0,-2-1 0 0 0,-3-2 0 0 0,-1 0 0 0 0,25-94 0 0 0,-36 101 48 0 0,-3-1 0 0 0,-1 0 0 0 0,-2 0 0 0 0,-3-59 0 0 0,4-39 40 0 0,6-122 39 0 0,-13 210-78 0 0,-2 0 1 0 0,-21-103-1 0 0,10 91-13 0 0,-14-61 304 0 0,-67-182 0 0 0,84 282-314 0 0,-1 1 0 0 0,-2-1 0 0 0,0 2 1 0 0,-1 0-1 0 0,-1 1 0 0 0,-2 1 0 0 0,0 1 0 0 0,-1 0 0 0 0,-1 2 1 0 0,-34-25-1 0 0,27 22-356 0 0,0-1 217 0 0,-58-35 1 0 0,76 53-417 0 0,0-1 0 0 0,-1 1-1 0 0,0 1 1 0 0,0 0 0 0 0,-1 1-1 0 0,1 0 1 0 0,-1 1 0 0 0,1 0-1 0 0,-22-1 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2.74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0 289 4145 0 0,'6'-39'3247'0'0,"-2"-1"-1"0"0,-2-1 1 0 0,-7-77 0 0 0,4 109-3008 0 0,1 7 15 0 0,-1 0 0 0 0,1-1 1 0 0,0 1-1 0 0,0 0 0 0 0,0-1 1 0 0,0 1-1 0 0,0 0 1 0 0,0-1-1 0 0,2-3 0 0 0,-1 5-159 0 0,-1 0-1 0 0,1 0 1 0 0,0 0-1 0 0,0 0 0 0 0,0 0 1 0 0,0 0-1 0 0,0 0 1 0 0,1 0-1 0 0,-1 0 1 0 0,0 1-1 0 0,0-1 1 0 0,1 1-1 0 0,-1-1 0 0 0,0 1 1 0 0,0-1-1 0 0,1 1 1 0 0,-1-1-1 0 0,3 1 1 0 0,-3 0-95 0 0,-1 0-1 0 0,1 0 1 0 0,0 0 0 0 0,-1 0 0 0 0,1 1 0 0 0,0-1 0 0 0,-1 0 0 0 0,1 0 0 0 0,0 1 0 0 0,-1-1 0 0 0,1 0-1 0 0,-1 1 1 0 0,1-1 0 0 0,-1 0 0 0 0,1 1 0 0 0,-1-1 0 0 0,1 1 0 0 0,-1-1 0 0 0,1 1 0 0 0,-1-1-1 0 0,1 1 1 0 0,-1 0 0 0 0,0-1 0 0 0,1 1 0 0 0,-1-1 0 0 0,0 1 0 0 0,0 0 0 0 0,1-1 0 0 0,-1 1 0 0 0,0 0-1 0 0,0 0 1 0 0,6 27 11 0 0,-5-25-5 0 0,13 108 113 0 0,1 150 0 0 0,-4-27-18 0 0,26 75-807 0 0,-36-289 19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0 162 2304 0 0,'1'-3'51'0'0,"-1"0"0"0"0,1 0-1 0 0,0 0 1 0 0,0 0 0 0 0,0 0-1 0 0,0 0 1 0 0,1 0-1 0 0,-1 1 1 0 0,1-1 0 0 0,0 0-1 0 0,-1 1 1 0 0,1-1 0 0 0,0 1-1 0 0,1 0 1 0 0,-1 0-1 0 0,3-3 1 0 0,45-31 1813 0 0,-42 30-1424 0 0,8-4 229 0 0,1 1 0 0 0,0 0-1 0 0,0 1 1 0 0,1 0 0 0 0,0 2 0 0 0,0 0 0 0 0,25-4-1 0 0,-33 8-404 0 0,0 1 0 0 0,0-1-1 0 0,1 2 1 0 0,-1 0-1 0 0,0 0 1 0 0,0 1-1 0 0,1 0 1 0 0,-1 0 0 0 0,0 1-1 0 0,0 1 1 0 0,0 0-1 0 0,0 0 1 0 0,-1 1-1 0 0,1 0 1 0 0,10 7 0 0 0,-17-9-238 0 0,-1 0 0 0 0,1 0 0 0 0,-1 1 0 0 0,1-1 0 0 0,-1 1 1 0 0,0-1-1 0 0,0 1 0 0 0,0 0 0 0 0,-1 0 0 0 0,1 0 1 0 0,-1 0-1 0 0,1 0 0 0 0,-1 0 0 0 0,0 1 0 0 0,0-1 0 0 0,0 0 1 0 0,-1 1-1 0 0,1-1 0 0 0,-1 0 0 0 0,0 1 0 0 0,0-1 1 0 0,0 1-1 0 0,0-1 0 0 0,-1 0 0 0 0,1 1 0 0 0,-2 3 0 0 0,-2 10-41 0 0,0-1 0 0 0,-2 1-1 0 0,-12 27 1 0 0,16-39 12 0 0,-31 58-1 0 0,-2 0 0 0 0,-51 66 0 0 0,66-100 4 0 0,19-27-17 0 0,0 0 0 0 0,-1-1 0 0 0,1 1 0 0 0,0 0 0 0 0,0 0 0 0 0,0 0 0 0 0,0-1 0 0 0,0 1 0 0 0,0 0 0 0 0,1 0 0 0 0,-1 0 0 0 0,1 1 0 0 0,-1-1 0 0 0,1 0 0 0 0,0 0 0 0 0,0 0 0 0 0,0 4 0 0 0,1-5-1 0 0,0 0 0 0 0,0 0 0 0 0,0 0-1 0 0,0 1 1 0 0,0-1 0 0 0,1-1 0 0 0,-1 1-1 0 0,0 0 1 0 0,1 0 0 0 0,-1 0-1 0 0,1-1 1 0 0,-1 1 0 0 0,0 0 0 0 0,1-1-1 0 0,0 0 1 0 0,-1 1 0 0 0,1-1 0 0 0,-1 0-1 0 0,1 0 1 0 0,-1 0 0 0 0,1 0 0 0 0,0 0-1 0 0,1 0 1 0 0,86 0-1225 0 0,-48-2 1114 0 0,43 6 1 0 0,-73-3 192 0 0,1 0 1 0 0,-1 1 0 0 0,1 1 0 0 0,-1 0-1 0 0,0 1 1 0 0,0 0 0 0 0,0 1 0 0 0,12 7 0 0 0,-19-10 10 0 0,0 1 1 0 0,0-1 0 0 0,0 1 0 0 0,0 0 0 0 0,-1 1-1 0 0,0-1 1 0 0,1 0 0 0 0,-1 1 0 0 0,0 0-1 0 0,-1 0 1 0 0,1 0 0 0 0,-1 0 0 0 0,0 0 0 0 0,0 0-1 0 0,0 1 1 0 0,0-1 0 0 0,1 9 0 0 0,-2-6 48 0 0,0 0 1 0 0,-1 1 0 0 0,0-1 0 0 0,-1 0 0 0 0,1 0-1 0 0,-1 1 1 0 0,-1-1 0 0 0,1 0 0 0 0,-1 0-1 0 0,-5 11 1 0 0,-3 3 164 0 0,-1 1 0 0 0,-1-1-1 0 0,-1-1 1 0 0,-1 0 0 0 0,-31 34 0 0 0,10-21-409 0 0,10-14-2698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5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 8754 0 0,'3'0'310'0'0,"0"1"0"0"0,0 0 0 0 0,1 0 0 0 0,-1 0-1 0 0,0 0 1 0 0,0 0 0 0 0,0 0 0 0 0,0 1 0 0 0,-1 0 0 0 0,1-1 0 0 0,0 1 0 0 0,-1 0 0 0 0,1 0 0 0 0,-1 1 0 0 0,0-1 0 0 0,1 0-1 0 0,-1 1 1 0 0,0 0 0 0 0,-1-1 0 0 0,1 1 0 0 0,1 3 0 0 0,2 2 270 0 0,-1-1-1 0 0,-1 1 1 0 0,0 0 0 0 0,0 0-1 0 0,0 1 1 0 0,3 16 0 0 0,-4 8-38 0 0,-1 1 1 0 0,-5 44 0 0 0,0 20-1104 0 0,5-81-580 0 0,0-1 0 0 0,1 1 1 0 0,7 29-1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3.6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 13 8290 0 0,'-2'-6'736'0'0,"-1"2"-584"0"0,2 2-152 0 0,0 1 304 0 0,1 2 0 0 0,1 1-688 0 0,0-1-96 0 0,4 2-32 0 0,23 0-88 0 0,-20-7 600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19:44.24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256 1 5529 0 0,'-5'1'108'0'0,"0"0"-1"0"0,0 0 0 0 0,1 1 1 0 0,-1-1-1 0 0,1 1 0 0 0,-1 1 1 0 0,1-1-1 0 0,0 1 1 0 0,-1-1-1 0 0,1 1 0 0 0,-6 6 1 0 0,-39 45 1315 0 0,30-31-1250 0 0,7-10-28 0 0,-54 66 653 0 0,59-69-669 0 0,0 0 0 0 0,1 0 0 0 0,0 0 0 0 0,1 1 0 0 0,0 0 0 0 0,-5 16 0 0 0,10-25-122 0 0,-1 0 1 0 0,1-1 0 0 0,-1 1 0 0 0,1 0-1 0 0,-1 0 1 0 0,1 0 0 0 0,0-1 0 0 0,0 1-1 0 0,0 0 1 0 0,0 0 0 0 0,0 0 0 0 0,1 0 0 0 0,-1-1-1 0 0,0 1 1 0 0,1 0 0 0 0,-1 0 0 0 0,1-1-1 0 0,0 1 1 0 0,0 0 0 0 0,-1-1 0 0 0,3 4 0 0 0,-1-4-35 0 0,-1 0 0 0 0,1 0 1 0 0,0 0-1 0 0,-1 0 0 0 0,1 0 1 0 0,0 0-1 0 0,0 0 0 0 0,0-1 1 0 0,0 1-1 0 0,-1-1 0 0 0,1 1 1 0 0,0-1-1 0 0,0 0 0 0 0,0 0 1 0 0,0 0-1 0 0,4 0 0 0 0,3-1-8 0 0,-1 0 0 0 0,1-1 0 0 0,-1 0-1 0 0,1 0 1 0 0,-1-1 0 0 0,0 0 0 0 0,14-7-1 0 0,-12 3 505 0 0,1-1-1 0 0,-1 0 0 0 0,-1-1 0 0 0,0 0 0 0 0,0-1 0 0 0,0 1 0 0 0,-1-2 1 0 0,8-12-1 0 0,-7 9 215 0 0,1 0 0 0 0,1 1 0 0 0,23-22 0 0 0,-32 33-596 0 0,0 0 0 0 0,0 1 0 0 0,0-1-1 0 0,0 0 1 0 0,1 1 0 0 0,-1-1 0 0 0,1 1 0 0 0,-1 0 0 0 0,1 0 0 0 0,-1 0 0 0 0,1 0 0 0 0,0 0-1 0 0,-1 1 1 0 0,1-1 0 0 0,0 1 0 0 0,0 0 0 0 0,-1-1 0 0 0,1 1 0 0 0,0 1 0 0 0,0-1 0 0 0,0 0-1 0 0,4 2 1 0 0,-4-1-16 0 0,-1 1-1 0 0,1-1 1 0 0,0 1-1 0 0,-1 0 1 0 0,0 0-1 0 0,1 0 1 0 0,-1 0-1 0 0,0 0 1 0 0,0 0 0 0 0,0 1-1 0 0,0-1 1 0 0,0 1-1 0 0,-1-1 1 0 0,1 1-1 0 0,-1 0 1 0 0,0 0-1 0 0,0 0 1 0 0,0-1-1 0 0,0 1 1 0 0,1 4-1 0 0,5 29 30 0 0,-1 0 1 0 0,-2 0-1 0 0,-2 0 0 0 0,-1 1 0 0 0,-1-1 0 0 0,-3 0 1 0 0,-10 62-1 0 0,10-88 17 0 0,1 0 1 0 0,-1 0 0 0 0,-1 0-1 0 0,0-1 1 0 0,0 1 0 0 0,-1-1-1 0 0,0 0 1 0 0,-1 0 0 0 0,0-1-1 0 0,-8 10 1 0 0,11-14-55 0 0,-1 0 0 0 0,0 0 0 0 0,-1 0 0 0 0,1-1 1 0 0,0 0-1 0 0,-1 0 0 0 0,0 0 0 0 0,0 0 0 0 0,0-1 0 0 0,0 1 0 0 0,0-1 0 0 0,0-1 0 0 0,-1 1 0 0 0,1-1 0 0 0,0 0 1 0 0,-1 0-1 0 0,1 0 0 0 0,-1-1 0 0 0,0 0 0 0 0,-9-1 0 0 0,13 1-189 0 0,0-1 0 0 0,0 1-1 0 0,0-1 1 0 0,-1 1 0 0 0,1-1 0 0 0,0 0-1 0 0,0 0 1 0 0,0 0 0 0 0,0 0 0 0 0,0-1-1 0 0,0 1 1 0 0,1 0 0 0 0,-1-1 0 0 0,-2-2-1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6.0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77 143 4609 0 0,'-4'-27'1407'0'0,"2"14"-302"0"0,-1 1 0 0 0,2-1 1 0 0,0 0-1 0 0,1 0 0 0 0,0 0 0 0 0,5-24 526 0 0,-5 37-1598 0 0,0 0 0 0 0,0 0 0 0 0,0 0 0 0 0,0 0-1 0 0,0 0 1 0 0,0 1 0 0 0,0-1 0 0 0,1 0 0 0 0,-1 0 0 0 0,0 0 0 0 0,0 0-1 0 0,0 0 1 0 0,0 0 0 0 0,0 0 0 0 0,0 0 0 0 0,0 0 0 0 0,0 0 0 0 0,0 0-1 0 0,2-1 527 0 0,-2 1-526 0 0,0 0 0 0 0,0-1 0 0 0,0 1 0 0 0,0 0-1 0 0,0 0 1 0 0,0 0 0 0 0,0 0 0 0 0,0 0 0 0 0,0 0 0 0 0,0 0 0 0 0,0 0-1 0 0,0 0 1 0 0,0-1 0 0 0,0 1 0 0 0,0 0 0 0 0,0 0 0 0 0,0 0 0 0 0,5 12 930 0 0,3 14-78 0 0,1 55 445 0 0,-4 2 0 0 0,-7 117 0 0 0,-1-98-963 0 0,4-8-194 0 0,0-31-281 0 0,-10 88-1 0 0,8-147-194 0 0,0 1 0 0 0,0-1 0 0 0,0 0 0 0 0,-1 0 1 0 0,1 0-1 0 0,-1-1 0 0 0,0 1 0 0 0,0 0 0 0 0,-1 0 0 0 0,1-1 0 0 0,-1 0 0 0 0,-3 4 0 0 0,5-6 130 0 0,0 0 0 0 0,1 0 0 0 0,-1-1-1 0 0,0 1 1 0 0,-1 0 0 0 0,1 0 0 0 0,0-1 0 0 0,0 1 0 0 0,0 0-1 0 0,0-1 1 0 0,0 1 0 0 0,-1-1 0 0 0,1 0 0 0 0,0 1-1 0 0,0-1 1 0 0,-1 0 0 0 0,1 0 0 0 0,0 0 0 0 0,0 0-1 0 0,-1 0 1 0 0,1 0 0 0 0,0 0 0 0 0,-1 0 0 0 0,1 0-1 0 0,0-1 1 0 0,0 1 0 0 0,-1 0 0 0 0,1-1 0 0 0,0 1-1 0 0,0-1 1 0 0,0 1 0 0 0,0-1 0 0 0,-1 0 0 0 0,1 0 0 0 0,0 1-1 0 0,0-1 1 0 0,1 0 0 0 0,-1 0 0 0 0,0 0 0 0 0,0 0-1 0 0,0 0 1 0 0,-1-2 0 0 0,1 0 164 0 0,-1 0 0 0 0,1 0 0 0 0,-1 0 0 0 0,1 1 0 0 0,0-2 0 0 0,0 1 0 0 0,1 0 0 0 0,-1 0 0 0 0,1 0 0 0 0,-1-5 0 0 0,1 6-1 0 0,-2-18-60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6.4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140 82 1840 0 0,'1'-5'292'0'0,"-1"0"0"0"0,1 0 0 0 0,-1 0-1 0 0,-1 1 1 0 0,1-1 0 0 0,-2-8-1 0 0,-19-26 10354 0 0,21 39-10579 0 0,-9 12 1271 0 0,-3 14-486 0 0,-78 226 1740 0 0,88-249-2564 0 0,1 0 1 0 0,0 0-1 0 0,1 0 0 0 0,-1 1 0 0 0,0-1 1 0 0,1 0-1 0 0,0 1 0 0 0,0-1 0 0 0,0 0 1 0 0,0 1-1 0 0,0-1 0 0 0,2 4 0 0 0,-2-6-18 0 0,0 0-1 0 0,0-1 1 0 0,1 1-1 0 0,-1-1 0 0 0,0 1 1 0 0,1-1-1 0 0,-1 1 1 0 0,0-1-1 0 0,1 1 1 0 0,-1-1-1 0 0,1 1 0 0 0,-1-1 1 0 0,1 0-1 0 0,-1 1 1 0 0,1-1-1 0 0,-1 0 1 0 0,1 1-1 0 0,-1-1 0 0 0,1 0 1 0 0,-1 0-1 0 0,1 1 1 0 0,0-1-1 0 0,-1 0 1 0 0,1 0-1 0 0,0 0 1 0 0,1 0-8 0 0,0 0 1 0 0,0 0-1 0 0,0-1 1 0 0,0 1 0 0 0,0-1-1 0 0,0 1 1 0 0,0-1 0 0 0,-1 0-1 0 0,1 1 1 0 0,0-1 0 0 0,0 0-1 0 0,1-2 1 0 0,7-4-27 0 0,0 0 0 0 0,0-1 0 0 0,-1-1 1 0 0,0 1-1 0 0,0-2 0 0 0,9-12 0 0 0,40-67 123 0 0,-9 13 719 0 0,-37 57-472 0 0,26-32 531 0 0,-36 49-816 0 0,0 0 0 0 0,0-1 0 0 0,1 1 0 0 0,-1 0-1 0 0,0 0 1 0 0,1 1 0 0 0,-1-1 0 0 0,1 0 0 0 0,0 1-1 0 0,0 0 1 0 0,0-1 0 0 0,-1 1 0 0 0,1 0 0 0 0,0 1 0 0 0,0-1-1 0 0,5 0 1 0 0,-7 1-33 0 0,1 0 0 0 0,0 1 0 0 0,0-1 0 0 0,0 1 0 0 0,0 0-1 0 0,-1 0 1 0 0,1-1 0 0 0,0 1 0 0 0,-1 0 0 0 0,1 0 0 0 0,-1 1 0 0 0,1-1 0 0 0,-1 0-1 0 0,1 0 1 0 0,-1 1 0 0 0,0-1 0 0 0,1 1 0 0 0,-1-1 0 0 0,1 4 0 0 0,22 39 305 0 0,-16-27-175 0 0,-3-8-283 0 0,0-1 0 0 0,0-1 1 0 0,1 1-1 0 0,0-1 0 0 0,0 0 0 0 0,0 0 0 0 0,1-1 0 0 0,0 0 0 0 0,1 0 1 0 0,0 0-1 0 0,-1-1 0 0 0,2-1 0 0 0,-1 1 0 0 0,0-1 0 0 0,10 3 0 0 0,11 2-7766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7.7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91 46 5529 0 0,'-1'-3'380'0'0,"1"0"1"0"0,-1 1-1 0 0,0-1 0 0 0,0 0 1 0 0,0 1-1 0 0,-1-1 0 0 0,1 1 0 0 0,-1 0 1 0 0,1-1-1 0 0,-1 1 0 0 0,0 0 0 0 0,0 0 1 0 0,0 0-1 0 0,0 0 0 0 0,0 0 1 0 0,0 1-1 0 0,-4-3 0 0 0,5 4-232 0 0,0-1-1 0 0,0 1 1 0 0,0-1 0 0 0,0 1-1 0 0,-1 0 1 0 0,1-1-1 0 0,0 1 1 0 0,0 0 0 0 0,0 0-1 0 0,-1 0 1 0 0,1 0 0 0 0,0 0-1 0 0,0 0 1 0 0,-1 1-1 0 0,1-1 1 0 0,0 0 0 0 0,0 0-1 0 0,0 1 1 0 0,0-1 0 0 0,-1 1-1 0 0,1-1 1 0 0,0 1-1 0 0,0 0 1 0 0,0-1 0 0 0,0 1-1 0 0,0 0 1 0 0,0 0 0 0 0,0 0-1 0 0,1-1 1 0 0,-1 1-1 0 0,0 0 1 0 0,0 0 0 0 0,1 0-1 0 0,-1 0 1 0 0,0 1 0 0 0,1-1-1 0 0,-1 0 1 0 0,1 0-1 0 0,0 0 1 0 0,-1 2 0 0 0,-4 10 167 0 0,1-1 0 0 0,1 1 0 0 0,0 0 0 0 0,1 0 0 0 0,1 0 1 0 0,0 1-1 0 0,0 15 0 0 0,12 95 476 0 0,-4-78-482 0 0,2-2 0 0 0,31 87-1 0 0,47 77-954 0 0,-43-108-1545 0 0,-42-96 1556 0 0,0 1-1 0 0,0-1 1 0 0,-1 1-1 0 0,0-1 1 0 0,0 1-1 0 0,0-1 0 0 0,0 1 1 0 0,-1 9-1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7.8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25 198 456 0 0,'0'-1'-23'0'0,"-5"-6"910"0"0,1-1-1 0 0,1 0 1 0 0,0-1-1 0 0,0 1 1 0 0,-2-13-1 0 0,4 19-658 0 0,1 0 0 0 0,0 0 0 0 0,0 0 0 0 0,0 0 1 0 0,0 0-1 0 0,0 0 0 0 0,1 0 0 0 0,-1 0 0 0 0,0 0 0 0 0,1 0 0 0 0,0 0 0 0 0,-1 0 0 0 0,1 1 0 0 0,0-1 0 0 0,0 0 0 0 0,0 0 1 0 0,0 1-1 0 0,0-1 0 0 0,1 1 0 0 0,-1-1 0 0 0,0 1 0 0 0,1-1 0 0 0,-1 1 0 0 0,1 0 0 0 0,-1 0 0 0 0,1 0 0 0 0,0-1 1 0 0,-1 2-1 0 0,5-3 0 0 0,38-18 1756 0 0,-7 2-1907 0 0,64-21 1 0 0,-85 35-5378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07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6449 0 0,'3'1'297'0'0,"0"-1"-1"0"0,0 1 0 0 0,0 0 1 0 0,0 0-1 0 0,0 0 0 0 0,-1 1 1 0 0,1-1-1 0 0,0 1 0 0 0,-1-1 1 0 0,1 1-1 0 0,-1 0 0 0 0,1 0 1 0 0,-1 0-1 0 0,0 0 1 0 0,0 0-1 0 0,0 1 0 0 0,0-1 1 0 0,0 1-1 0 0,3 4 0 0 0,-1 1 421 0 0,1-1-1 0 0,-1 1 1 0 0,-1 0-1 0 0,1 0 1 0 0,3 16 0 0 0,6 58-112 0 0,-10-46-5714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2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 79 4145 0 0,'-15'-78'10824'0'0,"15"79"-10864"0"0,0 0-1 0 0,0 0 1 0 0,0 0 0 0 0,0 0-1 0 0,0 0 1 0 0,0 0 0 0 0,0 0-1 0 0,0 0 1 0 0,0 0 0 0 0,1 0 0 0 0,-1 0-1 0 0,0 0 1 0 0,1 0 0 0 0,-1-1-1 0 0,0 1 1 0 0,1 0 0 0 0,-1 0-1 0 0,1 0 1 0 0,0 0 0 0 0,-1 0 0 0 0,1-1-1 0 0,0 1 1 0 0,0 1 0 0 0,2 1-51 0 0,0 0 0 0 0,0 0 1 0 0,0-1-1 0 0,1 1 0 0 0,-1-1 1 0 0,1 0-1 0 0,0 1 0 0 0,-1-1 0 0 0,7 2 1 0 0,10 2 30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6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1 219 920 0 0,'0'-2'331'0'0,"1"0"1"0"0,-1 0-1 0 0,1 0 0 0 0,0 0 0 0 0,-1 0 0 0 0,1 0 1 0 0,0 0-1 0 0,0 1 0 0 0,1-1 0 0 0,-1 0 0 0 0,0 1 1 0 0,0-1-1 0 0,1 1 0 0 0,-1-1 0 0 0,1 1 0 0 0,-1 0 1 0 0,1-1-1 0 0,0 1 0 0 0,0 0 0 0 0,-1 0 0 0 0,1 0 1 0 0,0 0-1 0 0,0 1 0 0 0,0-1 0 0 0,0 0 0 0 0,0 1 1 0 0,0 0-1 0 0,0-1 0 0 0,0 1 0 0 0,3 0 0 0 0,2-1 245 0 0,-1 0 0 0 0,0 1 0 0 0,0-1 0 0 0,1 2 1 0 0,-1-1-1 0 0,0 0 0 0 0,1 1 0 0 0,-1 1 0 0 0,7 1 0 0 0,-7 0-336 0 0,1 1 0 0 0,-1 0 0 0 0,0 1 1 0 0,0-1-1 0 0,0 1 0 0 0,0 0 0 0 0,-1 1 0 0 0,0-1 1 0 0,0 1-1 0 0,-1 0 0 0 0,1 0 0 0 0,-1 1 1 0 0,-1-1-1 0 0,1 1 0 0 0,-1 0 0 0 0,0 0 1 0 0,-1 0-1 0 0,1 0 0 0 0,-1 0 0 0 0,-1 1 1 0 0,2 7-1 0 0,-4-15-229 0 0,1 0 0 0 0,0 0 0 0 0,0 0 1 0 0,0-1-1 0 0,-1 1 0 0 0,1 0 0 0 0,0 0 1 0 0,0 0-1 0 0,-1 0 0 0 0,1-1 0 0 0,0 1 1 0 0,0 0-1 0 0,-1 0 0 0 0,1 0 0 0 0,0 0 1 0 0,0 0-1 0 0,-1 0 0 0 0,1 0 0 0 0,0 0 1 0 0,0 0-1 0 0,-1 0 0 0 0,1 0 0 0 0,0 0 0 0 0,0 0 1 0 0,-1 0-1 0 0,1 0 0 0 0,0 0 0 0 0,0 0 1 0 0,-1 0-1 0 0,1 1 0 0 0,0-1 0 0 0,0 0 1 0 0,-1 0-1 0 0,1 0 0 0 0,0 0 0 0 0,0 0 1 0 0,-1 1-1 0 0,1-1 0 0 0,0 0 0 0 0,0 0 1 0 0,0 0-1 0 0,0 1 0 0 0,-1-1 0 0 0,1 0 0 0 0,0 0 1 0 0,0 1-1 0 0,0-1 0 0 0,0 0 0 0 0,0 0 1 0 0,0 1-1 0 0,0-1 0 0 0,0 0 0 0 0,-1 0 1 0 0,1 1-1 0 0,0-1 0 0 0,0 0 0 0 0,0 0 1 0 0,0 1-1 0 0,0-1 0 0 0,1 0 0 0 0,-1 0 1 0 0,0 1-1 0 0,-16-19 349 0 0,13 7-302 0 0,0 0 0 0 0,1 0 0 0 0,0 0 0 0 0,0 0 0 0 0,1-1 0 0 0,1 1 0 0 0,0 0 1 0 0,0 0-1 0 0,1-1 0 0 0,1 1 0 0 0,0 0 0 0 0,5-18 0 0 0,-1 12-577 0 0,0 0 0 0 0,14-29 0 0 0,-12 33-1188 0 0,-1 0 1 0 0,2 0-1 0 0,12-14 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18.9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4 212 2761 0 0,'0'0'198'0'0,"-1"1"1"0"0,1 0 0 0 0,0-1 0 0 0,-1 1 0 0 0,1-1 0 0 0,0 1 0 0 0,0 0 0 0 0,-1-1 0 0 0,1 1 0 0 0,0 0-1 0 0,0-1 1 0 0,0 1 0 0 0,0 0 0 0 0,0-1 0 0 0,0 1 0 0 0,0 0 0 0 0,0-1 0 0 0,0 1 0 0 0,0 0 0 0 0,0-1-1 0 0,0 1 1 0 0,1 0 0 0 0,-1-1 0 0 0,0 1 0 0 0,0 0 0 0 0,1-1 0 0 0,-1 1 0 0 0,0-1 0 0 0,1 1 0 0 0,-1-1-1 0 0,1 1 1 0 0,-1-1 0 0 0,1 1 0 0 0,-1-1 0 0 0,1 1 0 0 0,-1-1 0 0 0,1 1 0 0 0,-1-1 0 0 0,1 0-1 0 0,0 1 1 0 0,-1-1 0 0 0,2 0 0 0 0,-1 0 72 0 0,0 0 0 0 0,1 0 0 0 0,-1 0 0 0 0,0 0 0 0 0,1 0 0 0 0,-1-1 0 0 0,0 1 0 0 0,0 0 0 0 0,1-1 0 0 0,-1 1 0 0 0,0-1 0 0 0,0 0 0 0 0,0 1 0 0 0,1-1 0 0 0,-1 0 0 0 0,0 0 0 0 0,0 1 0 0 0,0-1 0 0 0,0 0 0 0 0,1-2 0 0 0,5-6 65 0 0,-1-1 1 0 0,0 0 0 0 0,0 0-1 0 0,-1-1 1 0 0,0 1 0 0 0,-1-1 0 0 0,5-19-1 0 0,-7 23-303 0 0,-1 1 0 0 0,1-1-1 0 0,-1 0 1 0 0,-1 1 0 0 0,1-1 0 0 0,-1 0-1 0 0,0 0 1 0 0,-1 1 0 0 0,0-1 0 0 0,0 0-1 0 0,0 0 1 0 0,-1 1 0 0 0,0-1 0 0 0,-4-9-1 0 0,6 15-7 0 0,0 1 0 0 0,-1-1-1 0 0,1 0 1 0 0,0 1 0 0 0,-1-1-1 0 0,1 0 1 0 0,0 1 0 0 0,-1-1 0 0 0,1 1-1 0 0,-1-1 1 0 0,1 1 0 0 0,-1-1-1 0 0,1 1 1 0 0,-1-1 0 0 0,0 1-1 0 0,1-1 1 0 0,-1 1 0 0 0,1 0-1 0 0,-1-1 1 0 0,0 1 0 0 0,1 0-1 0 0,-1 0 1 0 0,0-1 0 0 0,0 1 0 0 0,1 0-1 0 0,-1 0 1 0 0,0 0 0 0 0,1 0-1 0 0,-1 0 1 0 0,-1 0 0 0 0,1 1-3 0 0,-1-1 0 0 0,1 1 1 0 0,0 0-1 0 0,-1 0 0 0 0,1 0 1 0 0,0 0-1 0 0,0 0 1 0 0,0 0-1 0 0,0 0 0 0 0,0 0 1 0 0,0 0-1 0 0,0 1 0 0 0,-1 1 1 0 0,-2 4 0 0 0,0 0-1 0 0,1 0 1 0 0,0 0 0 0 0,-3 12 0 0 0,5-14-22 0 0,0-1 1 0 0,0 1-1 0 0,0-1 1 0 0,1 1-1 0 0,0 0 1 0 0,0-1-1 0 0,0 1 1 0 0,0 0-1 0 0,1 0 1 0 0,0-1-1 0 0,0 1 1 0 0,0-1-1 0 0,0 1 1 0 0,1-1-1 0 0,0 0 1 0 0,0 1-1 0 0,0-1 1 0 0,0 0-1 0 0,1 0 1 0 0,-1 0-1 0 0,1-1 1 0 0,0 1-1 0 0,1 0 1 0 0,-1-1-1 0 0,0 0 1 0 0,1 0-1 0 0,0 0 1 0 0,0 0-1 0 0,4 2 1 0 0,5 1-124 0 0,-1 0 1 0 0,2 0 0 0 0,-1-2-1 0 0,1 1 1 0 0,-1-2 0 0 0,1 1-1 0 0,0-2 1 0 0,21 1 0 0 0,-8-1-745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1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185 44 4145 0 0,'-6'-13'1760'0'0,"5"10"-1232"0"0,0 0-1 0 0,0 1 0 0 0,0-1 0 0 0,0 1 0 0 0,-1-1 0 0 0,1 1 0 0 0,-1 0 0 0 0,0 0 0 0 0,-2-3 0 0 0,3 5-390 0 0,0-1-1 0 0,0 1 1 0 0,0-1-1 0 0,0 1 0 0 0,-1-1 1 0 0,1 1-1 0 0,0 0 1 0 0,0-1-1 0 0,-1 1 1 0 0,1 0-1 0 0,0 0 0 0 0,0 0 1 0 0,-1 0-1 0 0,1 0 1 0 0,0 0-1 0 0,0 1 0 0 0,-1-1 1 0 0,1 0-1 0 0,0 1 1 0 0,0-1-1 0 0,0 1 0 0 0,0-1 1 0 0,-1 1-1 0 0,1-1 1 0 0,-2 2-1 0 0,-8 7 122 0 0,-1 0-1 0 0,1 0 1 0 0,0 1 0 0 0,1 1-1 0 0,1-1 1 0 0,-1 2-1 0 0,2-1 1 0 0,0 1 0 0 0,0 1-1 0 0,1-1 1 0 0,-9 21-1 0 0,15-29-250 0 0,-1 0 0 0 0,1 0 0 0 0,0 0 0 0 0,0 1-1 0 0,0-1 1 0 0,0 0 0 0 0,1 1 0 0 0,0-1 0 0 0,-1 0-1 0 0,2 1 1 0 0,-1-1 0 0 0,2 8 0 0 0,-2-11-38 0 0,0 0 1 0 0,1 0-1 0 0,-1 0 1 0 0,1 0-1 0 0,0 1 1 0 0,-1-1 0 0 0,1 0-1 0 0,0 0 1 0 0,-1 0-1 0 0,1 0 1 0 0,0-1-1 0 0,0 1 1 0 0,0 0-1 0 0,0 0 1 0 0,0 0 0 0 0,0-1-1 0 0,0 1 1 0 0,0 0-1 0 0,1 0 1 0 0,0-1-86 0 0,0 1 1 0 0,0-1-1 0 0,0 0 1 0 0,1 1-1 0 0,-1-1 1 0 0,0 0 0 0 0,0 0-1 0 0,0-1 1 0 0,0 1-1 0 0,0 0 1 0 0,0-1-1 0 0,0 1 1 0 0,0-1-1 0 0,4-1 1 0 0,2-2-209 0 0,0-1 0 0 0,0 0 1 0 0,-1 0-1 0 0,0 0 0 0 0,0-1 0 0 0,0 0 1 0 0,0 0-1 0 0,-1-1 0 0 0,0 0 0 0 0,-1 0 0 0 0,0 0 1 0 0,0-1-1 0 0,8-16 0 0 0,-5 11 834 0 0,0 0-1 0 0,1 1 0 0 0,16-19 1 0 0,-25 31-453 0 0,1 0-1 0 0,-1 0 1 0 0,1-1 0 0 0,-1 1-1 0 0,0 0 1 0 0,1 0 0 0 0,-1 0-1 0 0,1 0 1 0 0,-1 0 0 0 0,1 0 0 0 0,-1 0-1 0 0,1 0 1 0 0,-1 0 0 0 0,0 0-1 0 0,1 0 1 0 0,-1 1 0 0 0,1-1 0 0 0,-1 0-1 0 0,0 0 1 0 0,1 0 0 0 0,-1 0-1 0 0,1 1 1 0 0,-1-1 0 0 0,0 0 0 0 0,1 0-1 0 0,-1 1 1 0 0,0-1 0 0 0,1 0-1 0 0,-1 1 1 0 0,0-1 0 0 0,1 0 0 0 0,-1 1-1 0 0,0-1 1 0 0,0 1 0 0 0,0-1-1 0 0,1 0 1 0 0,-1 1 0 0 0,0-1 0 0 0,0 1-1 0 0,0-1 1 0 0,0 0 0 0 0,0 1-1 0 0,0 0 1 0 0,12 26 714 0 0,-10-21-484 0 0,2 3-427 0 0,-1 0 0 0 0,2-1 0 0 0,-1 1 0 0 0,1-1 1 0 0,1 0-1 0 0,0-1 0 0 0,0 1 0 0 0,0-1 1 0 0,15 13-1 0 0,-6-10-5392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4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11522 0 0,'-3'-1'7317'0'0,"1"21"-4346"0"0,2 49-3398 0 0,1-25 1109 0 0,-2-20-652 0 0,-1 67-50 0 0,16 149-1 0 0,-9-207-876 0 0,2 0 0 0 0,20 60 0 0 0,-18-71-180 0 0,0 0-1 0 0,1-1 0 0 0,2-1 1 0 0,0 0-1 0 0,15 19 0 0 0,-8-14-638 0 0,-4-4 1033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0.8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 14 6449 0 0,'0'0'127'0'0,"1"-1"-1"0"0,-1 1 0 0 0,0 0 1 0 0,0-1-1 0 0,0 1 0 0 0,0 0 1 0 0,0-1-1 0 0,1 1 0 0 0,-1 0 1 0 0,0-1-1 0 0,0 1 0 0 0,0 0 0 0 0,0-1 1 0 0,0 1-1 0 0,0-1 0 0 0,0 1 1 0 0,0 0-1 0 0,0-1 0 0 0,0 1 1 0 0,-1-1-1 0 0,1 1 0 0 0,0 0 1 0 0,0-1-1 0 0,0 1 0 0 0,0 0 1 0 0,0-1-1 0 0,-1 1 0 0 0,0-2 632 0 0,1 2-632 0 0,-1 0 1 0 0,1 0-1 0 0,0-1 0 0 0,-1 1 1 0 0,1 0-1 0 0,0 0 0 0 0,-1 0 1 0 0,1 0-1 0 0,0-1 0 0 0,-1 1 0 0 0,1 0 1 0 0,-1 0-1 0 0,1 0 0 0 0,0 0 1 0 0,-1 0-1 0 0,1 0 0 0 0,0 0 1 0 0,-1 0-1 0 0,1 0 0 0 0,-1 0 1 0 0,1 0-1 0 0,0 0 0 0 0,-1 1 1 0 0,1-1-1 0 0,0 0 0 0 0,-1 0 1 0 0,1 0-1 0 0,0 0 0 0 0,-1 1 0 0 0,0-1 1 0 0,-16 9 3833 0 0,10-3-5036 0 0,4-1 1129 0 0,1-1 1 0 0,1 1-1 0 0,-1-1 0 0 0,0 1 1 0 0,1 0-1 0 0,0-1 0 0 0,0 1 1 0 0,1 0-1 0 0,-1 0 1 0 0,1 0-1 0 0,0 0 0 0 0,0-1 1 0 0,1 1-1 0 0,-1 0 1 0 0,1 0-1 0 0,0 0 0 0 0,0-1 1 0 0,1 1-1 0 0,3 7 1 0 0,0 0-92 0 0,0-1 0 0 0,0 0 1 0 0,1 0-1 0 0,1 0 0 0 0,0-1 1 0 0,14 16-1 0 0,-17-23 41 0 0,0 1 0 0 0,0-1 0 0 0,0 0 0 0 0,0-1 0 0 0,1 1 0 0 0,-1-1 1 0 0,1 1-1 0 0,0-1 0 0 0,0-1 0 0 0,0 1 0 0 0,0-1 0 0 0,0 0 0 0 0,0 0 0 0 0,0 0 0 0 0,0-1 0 0 0,1 0 0 0 0,-1 0 1 0 0,0 0-1 0 0,0 0 0 0 0,0-1 0 0 0,10-3 0 0 0,-11 4-1 0 0,-1-1 1 0 0,0 0 0 0 0,0 0-1 0 0,0-1 1 0 0,0 1-1 0 0,0-1 1 0 0,0 1-1 0 0,0-1 1 0 0,-1 0 0 0 0,1 0-1 0 0,-1 0 1 0 0,1-1-1 0 0,-1 1 1 0 0,0 0-1 0 0,1-1 1 0 0,-1 0-1 0 0,-1 1 1 0 0,1-1 0 0 0,0 0-1 0 0,-1 0 1 0 0,1 0-1 0 0,-1 0 1 0 0,0 0-1 0 0,0 0 1 0 0,0-1-1 0 0,-1 1 1 0 0,1 0 0 0 0,-1 0-1 0 0,1-1 1 0 0,-1 1-1 0 0,0 0 1 0 0,0-1-1 0 0,-1 1 1 0 0,1 0-1 0 0,-2-4 1 0 0,1 2-163 0 0,-1 0 1 0 0,0 0 0 0 0,0 1-1 0 0,0-1 1 0 0,-1 1-1 0 0,1 0 1 0 0,-1 0-1 0 0,0-1 1 0 0,0 2-1 0 0,-1-1 1 0 0,1 0-1 0 0,-1 1 1 0 0,0-1-1 0 0,0 1 1 0 0,0 0-1 0 0,0 1 1 0 0,0-1-1 0 0,-7-2 1 0 0,-4-2-754 0 0,0 0-1 0 0,-1 2 1 0 0,1 0 0 0 0,-24-5 0 0 0,19 6-3270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1.38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49 20 7370 0 0,'4'-19'11711'0'0,"-1"21"-11162"0"0,-2-2-494 0 0,0 1 1 0 0,0 0-1 0 0,0 0 1 0 0,0-1 0 0 0,0 1-1 0 0,-1 0 1 0 0,1 0-1 0 0,0 0 1 0 0,-1 0 0 0 0,1 0-1 0 0,0 0 1 0 0,-1 0 0 0 0,1 0-1 0 0,-1 0 1 0 0,0 0-1 0 0,1 0 1 0 0,-1 0 0 0 0,0 0-1 0 0,0 0 1 0 0,1 0 0 0 0,-1 1-1 0 0,0-1 1 0 0,0 2-1 0 0,-1 1 98 0 0,0 0-1 0 0,0 0 1 0 0,-1 0-1 0 0,1 0 1 0 0,-1 0-1 0 0,-3 6 0 0 0,-15 24 65 0 0,12-22-120 0 0,1 0 0 0 0,1 0 1 0 0,-8 18-1 0 0,14-28-79 0 0,0-1 0 0 0,0 1 0 0 0,0-1 0 0 0,0 1 1 0 0,0-1-1 0 0,0 1 0 0 0,0-1 0 0 0,0 1 0 0 0,1-1 0 0 0,-1 1 0 0 0,0-1 1 0 0,1 0-1 0 0,-1 1 0 0 0,1-1 0 0 0,0 1 0 0 0,-1-1 0 0 0,1 0 1 0 0,0 0-1 0 0,0 1 0 0 0,0-1 0 0 0,1 1 0 0 0,9 17 159 0 0,9 46-223 0 0,15 79 0 0 0,7 29-238 0 0,-24-116 5 0 0,7 20-490 0 0,-12-26-2948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1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1 141 4609 0 0,'0'-1'87'0'0,"0"1"0"0"0,0-1 1 0 0,0 1-1 0 0,0-1 0 0 0,1 0 0 0 0,-1 1 0 0 0,0-1 0 0 0,0 1 1 0 0,1-1-1 0 0,-1 0 0 0 0,0 1 0 0 0,1-1 0 0 0,-1 1 1 0 0,0-1-1 0 0,1 1 0 0 0,-1-1 0 0 0,1 1 0 0 0,-1-1 0 0 0,1 1 1 0 0,-1 0-1 0 0,1-1 0 0 0,-1 1 0 0 0,1 0 0 0 0,-1-1 1 0 0,1 1-1 0 0,0 0 0 0 0,-1 0 0 0 0,1 0 0 0 0,-1-1 1 0 0,2 1-1 0 0,27-13 3095 0 0,-24 11-2580 0 0,203-74 7796 0 0,-130 50-8889 0 0,-48 16-6245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7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12 10594 0 0,'1'0'-18'0'0,"-1"-1"-1"0"0,0 1 0 0 0,0 0 0 0 0,0 0 1 0 0,0-1-1 0 0,1 1 0 0 0,-1 0 1 0 0,0-1-1 0 0,0 1 0 0 0,0 0 1 0 0,0-1-1 0 0,0 1 0 0 0,0 0 0 0 0,0-1 1 0 0,0 1-1 0 0,0 0 0 0 0,0 0 1 0 0,0-1-1 0 0,0 1 0 0 0,0 0 1 0 0,0-1-1 0 0,-1 1 0 0 0,1 0 0 0 0,0-1 1 0 0,0 1-1 0 0,0 0 0 0 0,0 0 1 0 0,0-1-1 0 0,-1 1 0 0 0,1 0 1 0 0,0 0-1 0 0,0-1 0 0 0,0 1 0 0 0,-1 0 1 0 0,1 0-1 0 0,0 0 0 0 0,0 0 1 0 0,-1-1-1 0 0,1 1 0 0 0,0 0 1 0 0,-1 0-1 0 0,1 0 0 0 0,0 0 0 0 0,-1 0 1 0 0,-19 3 549 0 0,-19 14 533 0 0,16-4-584 0 0,0 2 0 0 0,-36 29 1 0 0,49-35-184 0 0,0 0-1 0 0,0 1 1 0 0,1 0 0 0 0,1 1 0 0 0,-1 0 0 0 0,2 0-1 0 0,-9 17 1 0 0,15-27-287 0 0,0 1 0 0 0,1-1-1 0 0,-1 1 1 0 0,1-1-1 0 0,-1 1 1 0 0,1-1 0 0 0,0 1-1 0 0,0 0 1 0 0,0-1 0 0 0,0 1-1 0 0,0 0 1 0 0,0-1-1 0 0,0 1 1 0 0,0-1 0 0 0,1 1-1 0 0,-1 0 1 0 0,1-1 0 0 0,-1 1-1 0 0,1-1 1 0 0,-1 1-1 0 0,1-1 1 0 0,0 1 0 0 0,0-1-1 0 0,0 0 1 0 0,0 1 0 0 0,0-1-1 0 0,0 0 1 0 0,0 0-1 0 0,0 0 1 0 0,1 1 0 0 0,-1-1-1 0 0,0 0 1 0 0,1-1 0 0 0,-1 1-1 0 0,0 0 1 0 0,1 0-1 0 0,-1-1 1 0 0,1 1 0 0 0,2 0-1 0 0,8 4-106 0 0,1-1 0 0 0,0 0-1 0 0,24 3 1 0 0,-23-5 163 0 0,23 5-124 0 0,-10-3 167 0 0,39 12 0 0 0,-60-15-90 0 0,0 2 0 0 0,0-1 1 0 0,0 0-1 0 0,0 1 0 0 0,0 0 1 0 0,-1 1-1 0 0,0-1 0 0 0,1 1 1 0 0,-1 0-1 0 0,0 0 0 0 0,7 9 1 0 0,-10-10 15 0 0,-1-1 0 0 0,1 1-1 0 0,-1 0 1 0 0,0 0 0 0 0,0 0 0 0 0,0 0 0 0 0,0 0 0 0 0,0 0 0 0 0,-1 0 0 0 0,1 1 0 0 0,-1-1 0 0 0,0 0 0 0 0,0 0 0 0 0,0 0 0 0 0,0 0 0 0 0,-1 1 0 0 0,1-1 0 0 0,-1 0 0 0 0,0 0-1 0 0,0 0 1 0 0,0 0 0 0 0,0 0 0 0 0,0 0 0 0 0,-1 0 0 0 0,-2 3 0 0 0,-5 9 455 0 0,0-1 0 0 0,-2 0-1 0 0,-16 18 1 0 0,19-23-290 0 0,-12 11 293 0 0,0-1 0 0 0,-2-1-1 0 0,-30 20 1 0 0,27-21-416 0 0,2 1 0 0 0,-36 35 0 0 0,57-51-168 0 0,1-1-32 0 0,0 0 1 0 0,0 0-1 0 0,0 0 0 0 0,0 0 1 0 0,0 0-1 0 0,0 0 1 0 0,0 0-1 0 0,0 1 1 0 0,0-1-1 0 0,1 0 1 0 0,-1 1-1 0 0,1-1 1 0 0,-1 1-1 0 0,1-1 1 0 0,-1 0-1 0 0,1 1 1 0 0,0-1-1 0 0,0 1 0 0 0,-1 2 1 0 0,4 2-1274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7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8290 0 0,'3'-1'463'0'0,"0"1"0"0"0,-1 0-1 0 0,1 1 1 0 0,0-1 0 0 0,0 0 0 0 0,0 1 0 0 0,0 0 0 0 0,0-1 0 0 0,0 1 0 0 0,0 0-1 0 0,0 1 1 0 0,-1-1 0 0 0,1 0 0 0 0,-1 1 0 0 0,1 0 0 0 0,-1-1 0 0 0,1 1 0 0 0,-1 0 0 0 0,4 4-1 0 0,-4-2-264 0 0,0-1-1 0 0,0 1 0 0 0,0-1 0 0 0,0 1 0 0 0,-1 0 0 0 0,0 0 1 0 0,1 0-1 0 0,-1 0 0 0 0,-1 0 0 0 0,2 5 0 0 0,-2 37 256 0 0,-1-38-466 0 0,1-1 1 0 0,0 1-1 0 0,0 0 0 0 0,1 0 1 0 0,0 0-1 0 0,0 0 1 0 0,4 11-1 0 0,-5-18 12 0 0,0-1 1 0 0,0 0-1 0 0,0 1 0 0 0,0-1 0 0 0,0 0 0 0 0,1 0 0 0 0,-1 1 0 0 0,0-1 0 0 0,0 0 1 0 0,0 0-1 0 0,0 0 0 0 0,0 1 0 0 0,1-1 0 0 0,-1 0 0 0 0,0 0 0 0 0,0 0 0 0 0,0 1 1 0 0,1-1-1 0 0,-1 0 0 0 0,0 0 0 0 0,0 0 0 0 0,0 0 0 0 0,1 0 0 0 0,-1 1 0 0 0,0-1 1 0 0,0 0-1 0 0,1 0 0 0 0,-1 0 0 0 0,0 0 0 0 0,1 0 0 0 0,-1 0 0 0 0,0 0 0 0 0,0 0 1 0 0,1 0-1 0 0,-1 0 0 0 0,0 0 0 0 0,0 0 0 0 0,1 0 0 0 0,-1 0 0 0 0,0 0 0 0 0,0 0 1 0 0,1-1-1 0 0,-1 1 0 0 0,12-13-93 0 0,3-18-240 0 0,35-89-635 0 0,-44 107 1195 0 0,2 0-1 0 0,-1 0 1 0 0,2 1 0 0 0,-1 0-1 0 0,2 1 1 0 0,18-19-1 0 0,-27 29-190 0 0,0 0 0 0 0,0 0 0 0 0,0-1-1 0 0,0 1 1 0 0,0 0 0 0 0,1 0 0 0 0,-1 0 0 0 0,0 0-1 0 0,1 1 1 0 0,-1-1 0 0 0,1 0 0 0 0,-1 0-1 0 0,1 1 1 0 0,-1-1 0 0 0,1 1 0 0 0,-1 0-1 0 0,1-1 1 0 0,0 1 0 0 0,-1 0 0 0 0,1 0 0 0 0,-1 0-1 0 0,1 0 1 0 0,0 0 0 0 0,-1 0 0 0 0,1 0-1 0 0,-1 1 1 0 0,1-1 0 0 0,0 1 0 0 0,-1-1-1 0 0,1 1 1 0 0,-1-1 0 0 0,0 1 0 0 0,1 0 0 0 0,-1 0-1 0 0,1 0 1 0 0,-1 0 0 0 0,0 0 0 0 0,0 0-1 0 0,1 0 1 0 0,-1 0 0 0 0,0 0 0 0 0,0 1 0 0 0,0-1-1 0 0,0 0 1 0 0,-1 1 0 0 0,2 1 0 0 0,4 9 78 0 0,-1 0 0 0 0,0 0 0 0 0,-1 1 0 0 0,5 22 0 0 0,-6-21-111 0 0,2 7 53 0 0,-3-9-61 0 0,1 0-1 0 0,0 0 1 0 0,0 0 0 0 0,2 0 0 0 0,-1-1 0 0 0,1 0 0 0 0,12 19-1 0 0,-16-29-6 0 0,-1-1 0 0 0,0 0 0 0 0,0 1 0 0 0,1-1 0 0 0,-1 0 0 0 0,0 1 0 0 0,0-1 0 0 0,1 0 0 0 0,-1 0 0 0 0,0 1 0 0 0,1-1 0 0 0,-1 0-1 0 0,0 0 1 0 0,1 0 0 0 0,-1 0 0 0 0,1 1 0 0 0,-1-1 0 0 0,0 0 0 0 0,1 0 0 0 0,-1 0 0 0 0,1 0 0 0 0,-1 0 0 0 0,0 0 0 0 0,1 0 0 0 0,-1 0-1 0 0,1 0 1 0 0,-1 0 0 0 0,0 0 0 0 0,1 0 0 0 0,-1-1 0 0 0,1 1 0 0 0,-1 0 0 0 0,11-13-201 0 0,5-27 177 0 0,-13 31 70 0 0,4-10-12 0 0,3-10 147 0 0,21-38 0 0 0,-28 60-147 0 0,1 0 0 0 0,0 0 0 0 0,1 1 0 0 0,-1 0 1 0 0,1 0-1 0 0,0 0 0 0 0,1 1 0 0 0,0-1 0 0 0,-1 1 0 0 0,2 0 1 0 0,6-3-1 0 0,-11 7-26 0 0,0 0 1 0 0,0 0-1 0 0,1 0 0 0 0,-1 1 1 0 0,0-1-1 0 0,1 1 0 0 0,-1 0 1 0 0,1-1-1 0 0,-1 1 0 0 0,0 0 1 0 0,1 1-1 0 0,-1-1 1 0 0,0 0-1 0 0,1 1 0 0 0,-1-1 1 0 0,0 1-1 0 0,1 0 0 0 0,-1-1 1 0 0,0 1-1 0 0,0 0 0 0 0,0 1 1 0 0,0-1-1 0 0,3 2 1 0 0,6 5-79 0 0,0 1 0 0 0,0 0 0 0 0,9 12 0 0 0,9 6-248 0 0,-19-18-480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8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130 562 7834 0 0,'4'-4'400'0'0,"-1"-1"0"0"0,0 1 0 0 0,0-1 0 0 0,-1 0 0 0 0,0 0 0 0 0,4-9 1 0 0,-6 12-193 0 0,1 1 1 0 0,-1 0-1 0 0,0 0 1 0 0,1-1-1 0 0,-1 1 1 0 0,0 0-1 0 0,1-1 1 0 0,-1 1-1 0 0,0 0 1 0 0,0-1-1 0 0,0 1 1 0 0,0 0-1 0 0,-1-1 1 0 0,1 1-1 0 0,0 0 1 0 0,0-1-1 0 0,-1 1 1 0 0,1 0-1 0 0,-1 0 1 0 0,1-1-1 0 0,-1 1 1 0 0,0 0 0 0 0,1 0-1 0 0,-1 0 1 0 0,0 0-1 0 0,0 0 1 0 0,0 0-1 0 0,0 0 1 0 0,0 0-1 0 0,0 0 1 0 0,0 0-1 0 0,-2-1 1 0 0,1 2-114 0 0,0 0 0 0 0,1-1 0 0 0,-1 1 0 0 0,0 0 0 0 0,0 1 0 0 0,0-1 0 0 0,1 0 0 0 0,-1 0 0 0 0,0 1 0 0 0,0-1 0 0 0,1 1 0 0 0,-1-1 0 0 0,0 1 0 0 0,1 0 0 0 0,-1 0 1 0 0,1 0-1 0 0,-1 0 0 0 0,1 0 0 0 0,-1 0 0 0 0,1 0 0 0 0,0 0 0 0 0,-1 1 0 0 0,0 1 0 0 0,-30 34 286 0 0,32-37-371 0 0,-44 67-217 0 0,40-61-12 0 0,1 1-1 0 0,0 0 1 0 0,0-1 0 0 0,1 1-1 0 0,0 0 1 0 0,0 1-1 0 0,0-1 1 0 0,0 14 0 0 0,2-21 176 0 0,0 1 1 0 0,-1-1 0 0 0,1 0 0 0 0,0 0 0 0 0,0 1 0 0 0,0-1 0 0 0,0 0 0 0 0,0 0 0 0 0,0 0 0 0 0,0 1 0 0 0,0-1 0 0 0,0 0 0 0 0,0 0 0 0 0,0 1 0 0 0,0-1 0 0 0,1 0 0 0 0,-1 0 0 0 0,0 0 0 0 0,0 1 0 0 0,0-1 0 0 0,0 0 0 0 0,0 0 0 0 0,0 0 0 0 0,0 1 0 0 0,1-1 0 0 0,-1 0 0 0 0,0 0 0 0 0,0 0 0 0 0,0 0 0 0 0,0 1 0 0 0,1-1 0 0 0,-1 0 0 0 0,0 0 0 0 0,0 0 0 0 0,0 0 0 0 0,1 0 0 0 0,-1 0 0 0 0,0 0 0 0 0,0 0 0 0 0,0 0 0 0 0,1 0 0 0 0,-1 1 0 0 0,0-1 0 0 0,0 0 0 0 0,1 0 0 0 0,-1-1 0 0 0,12-7-881 0 0,10-16 481 0 0,52-100 1716 0 0,-58 171 509 0 0,-13-41-1731 0 0,-1-1 0 0 0,1 0 0 0 0,0 0 0 0 0,0 0 0 0 0,1 0 0 0 0,-1-1 0 0 0,1 1 0 0 0,0-1 0 0 0,0 0 0 0 0,0 0 0 0 0,1 0 0 0 0,0-1 0 0 0,-1 0 0 0 0,1 0 0 0 0,0 0 0 0 0,1 0 0 0 0,-1-1 0 0 0,0 0 1 0 0,1 0-1 0 0,-1 0 0 0 0,1-1 0 0 0,0 1 0 0 0,0-2 0 0 0,-1 1 0 0 0,1 0 0 0 0,7-1 0 0 0,-6 0-54 0 0,1 0 1 0 0,-1 0 0 0 0,1-1-1 0 0,-1 0 1 0 0,1 0-1 0 0,-1 0 1 0 0,1-1-1 0 0,-1-1 1 0 0,0 1-1 0 0,0-1 1 0 0,0 0 0 0 0,0 0-1 0 0,-1-1 1 0 0,1 0-1 0 0,-1 0 1 0 0,0-1-1 0 0,0 0 1 0 0,-1 0 0 0 0,11-11-1 0 0,-8 4-36 0 0,-1-1 0 0 0,0 0 1 0 0,-1 0-1 0 0,-1 0 0 0 0,0-1 0 0 0,0 0 0 0 0,-1 0 0 0 0,3-28 0 0 0,-2-4 56 0 0,-4-69-1 0 0,1-6 801 0 0,-2 136-658 0 0,0 0-1 0 0,1 0 0 0 0,0-1 0 0 0,1 1 1 0 0,1 0-1 0 0,0-1 0 0 0,1 0 1 0 0,1 0-1 0 0,0 0 0 0 0,8 15 1 0 0,-5-17-254 0 0,1 0 1 0 0,0 0-1 0 0,1-1 0 0 0,0 0 1 0 0,21 17-1 0 0,-25-23 39 0 0,0-1-1 0 0,0 0 1 0 0,1 0-1 0 0,0 0 0 0 0,-1 0 1 0 0,1-1-1 0 0,1 0 0 0 0,-1-1 1 0 0,0 0-1 0 0,1 0 1 0 0,-1 0-1 0 0,16 1 0 0 0,-19-4 12 0 0,-1 0 0 0 0,1 1-1 0 0,0-1 1 0 0,-1-1 0 0 0,1 1 0 0 0,0 0-1 0 0,-1-1 1 0 0,1 0 0 0 0,-1 0-1 0 0,0 0 1 0 0,0 0 0 0 0,0 0-1 0 0,0-1 1 0 0,0 1 0 0 0,0-1 0 0 0,-1 0-1 0 0,1 0 1 0 0,-1 0 0 0 0,0 0-1 0 0,1 0 1 0 0,0-4 0 0 0,8-11-281 0 0,-2-1-1 0 0,11-31 1 0 0,-16 40 303 0 0,55-189 2113 0 0,-26 79-965 0 0,-19 227 1001 0 0,-8-81-2194 0 0,0 0 1 0 0,2 0-1 0 0,0 0 1 0 0,2-1-1 0 0,1 0 1 0 0,1-1-1 0 0,16 24 1 0 0,-12-22-513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9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87 6913 0 0,'-2'-3'344'0'0,"1"1"0"0"0,0 0-1 0 0,-1-1 1 0 0,1 1-1 0 0,0-1 1 0 0,1 0-1 0 0,-1 1 1 0 0,0-1-1 0 0,1 0 1 0 0,-1 1-1 0 0,1-1 1 0 0,0 0-1 0 0,0 1 1 0 0,0-1 0 0 0,0 0-1 0 0,0 0 1 0 0,1 1-1 0 0,-1-1 1 0 0,1 0-1 0 0,0 1 1 0 0,0-1-1 0 0,0 1 1 0 0,0-1-1 0 0,2-3 1 0 0,-2 5-148 0 0,0-1 0 0 0,0 1 0 0 0,0 0 0 0 0,0 0 0 0 0,0 0 1 0 0,0 0-1 0 0,0 0 0 0 0,0 0 0 0 0,1 0 0 0 0,-1 0 0 0 0,0 0 0 0 0,1 0 0 0 0,-1 1 0 0 0,0-1 0 0 0,1 1 1 0 0,-1-1-1 0 0,1 1 0 0 0,2-1 0 0 0,-2 1-116 0 0,0 0 0 0 0,0 0 0 0 0,0 0 1 0 0,1 1-1 0 0,-1-1 0 0 0,0 1 0 0 0,0-1 0 0 0,0 1 0 0 0,0 0 1 0 0,0 0-1 0 0,0 0 0 0 0,0 0 0 0 0,-1 0 0 0 0,1 0 1 0 0,0 1-1 0 0,0-1 0 0 0,1 2 0 0 0,4 4 5 0 0,-1 0 0 0 0,1 0 1 0 0,-2 1-1 0 0,1 0 0 0 0,-1 0 0 0 0,0 0 0 0 0,-1 1 1 0 0,0 0-1 0 0,4 10 0 0 0,3 15 382 0 0,8 40 1 0 0,-11-37-361 0 0,5 15-457 0 0,1-1 0 0 0,3 0 0 0 0,2-2 0 0 0,3 0 0 0 0,1-1 0 0 0,53 80 0 0 0,-62-109-1153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29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6 329 2304 0 0,'-6'-16'12098'0'0,"7"15"-11803"0"0,9 0 3288 0 0,6 3-4477 0 0,46 24 3182 0 0,-51-20-1943 0 0,1-1 0 0 0,-1 0 0 0 0,1 0 0 0 0,0-2 0 0 0,15 4 0 0 0,-23-7-299 0 0,0 1 0 0 0,-1-1 0 0 0,1 0 0 0 0,-1 0-1 0 0,1-1 1 0 0,-1 1 0 0 0,1-1 0 0 0,-1 0 0 0 0,1 0-1 0 0,-1 0 1 0 0,0 0 0 0 0,1 0 0 0 0,-1-1 0 0 0,0 1-1 0 0,0-1 1 0 0,0 0 0 0 0,0 0 0 0 0,0 0 0 0 0,-1-1-1 0 0,1 1 1 0 0,0-1 0 0 0,-1 1 0 0 0,2-4 0 0 0,12-17 88 0 0,-1 0 1 0 0,-2-1-1 0 0,0-1 1 0 0,-2 0-1 0 0,-1-1 1 0 0,8-28-1 0 0,26-61-3053 0 0,-34 94-4624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12899 0 0,'7'-23'5734'0'0,"-2"20"-3412"0"0,0 16-1362 0 0,20 169-435 0 0,23 116-3499 0 0,-39-260 1656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3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0 367 11979 0 0,'2'-4'166'0'0,"0"1"0"0"0,0-1 1 0 0,0 1-1 0 0,0 0 1 0 0,0 0-1 0 0,1-1 1 0 0,-1 2-1 0 0,1-1 0 0 0,0 0 1 0 0,0 0-1 0 0,0 1 1 0 0,1 0-1 0 0,4-4 1 0 0,6-4 228 0 0,-12 8-382 0 0,32-28 1275 0 0,45-51 1 0 0,-72 72-1103 0 0,1 0 1 0 0,-1-1-1 0 0,-1 0 1 0 0,0 0-1 0 0,0 0 1 0 0,-1-1-1 0 0,0 0 1 0 0,-1 0 0 0 0,0 0-1 0 0,-1 0 1 0 0,2-16-1 0 0,-4 25-183 0 0,-1 0-1 0 0,1 0 0 0 0,-1 0 0 0 0,0 0 1 0 0,0 0-1 0 0,0 0 0 0 0,0 0 1 0 0,0 0-1 0 0,-1 0 0 0 0,1 0 1 0 0,-1 0-1 0 0,1 0 0 0 0,-1 0 1 0 0,0 0-1 0 0,1 0 0 0 0,-1 1 1 0 0,0-1-1 0 0,0 0 0 0 0,-1 0 1 0 0,1 1-1 0 0,0-1 0 0 0,0 1 1 0 0,-1-1-1 0 0,1 1 0 0 0,-1-1 1 0 0,1 1-1 0 0,-1 0 0 0 0,0 0 1 0 0,0 0-1 0 0,1 0 0 0 0,-1 0 1 0 0,0 0-1 0 0,0 0 0 0 0,0 1 1 0 0,0-1-1 0 0,0 1 0 0 0,0-1 1 0 0,0 1-1 0 0,0 0 0 0 0,0 0 1 0 0,0 0-1 0 0,-2 0 0 0 0,-1 0 8 0 0,1 0 0 0 0,-1 1 0 0 0,0 0 0 0 0,1 0 0 0 0,-1 0 0 0 0,1 0 0 0 0,-1 1 0 0 0,1 0 0 0 0,0 0 0 0 0,0 0 0 0 0,0 0 0 0 0,0 1 0 0 0,0-1 0 0 0,0 1 0 0 0,1 0 0 0 0,-1 0 0 0 0,-5 7 0 0 0,7-7 35 0 0,-1 1 0 0 0,1 0-1 0 0,-1 0 1 0 0,1 0 0 0 0,0 0 0 0 0,0 0-1 0 0,1 1 1 0 0,-1-1 0 0 0,1 0 0 0 0,0 1-1 0 0,0-1 1 0 0,1 1 0 0 0,-1-1 0 0 0,1 1-1 0 0,0 0 1 0 0,0-1 0 0 0,1 1 0 0 0,1 7-1 0 0,0-5 6 0 0,0-1 1 0 0,1 1-1 0 0,0-1 0 0 0,0 0 0 0 0,1 0 0 0 0,0 0 1 0 0,0 0-1 0 0,0 0 0 0 0,1-1 0 0 0,-1 0 0 0 0,7 5 0 0 0,7 5-115 0 0,1 0-1 0 0,1-2 0 0 0,0 0 0 0 0,1-1 0 0 0,0-1 0 0 0,25 8 0 0 0,3-3-2566 0 0,-25-13-4009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 7834 0 0,'-20'2'4808'0'0,"-18"13"-2010"0"0,33-13-2283 0 0,-14 7 175 0 0,0 1-1 0 0,0 1 0 0 0,1 1 0 0 0,-19 15 0 0 0,29-21-563 0 0,1 0 0 0 0,0 1 0 0 0,0 0 0 0 0,0 0 0 0 0,1 1 0 0 0,0-1 0 0 0,1 2 0 0 0,-1-1 0 0 0,2 0 0 0 0,-1 1 0 0 0,-4 13-1 0 0,9-20-98 0 0,-1 0 0 0 0,0-1 0 0 0,1 1 0 0 0,0 0 0 0 0,-1 0 0 0 0,1 0-1 0 0,0 0 1 0 0,0 0 0 0 0,0 0 0 0 0,1 0 0 0 0,-1 0 0 0 0,0 0-1 0 0,1 0 1 0 0,-1 0 0 0 0,1 0 0 0 0,-1 0 0 0 0,1 0 0 0 0,0-1 0 0 0,0 1-1 0 0,0 0 1 0 0,0-1 0 0 0,2 3 0 0 0,-1-2-9 0 0,1 1 1 0 0,0-1 0 0 0,0 1-1 0 0,0-1 1 0 0,0 0-1 0 0,1 0 1 0 0,-1-1-1 0 0,1 1 1 0 0,-1-1-1 0 0,8 3 1 0 0,6 0-9 0 0,2-1 0 0 0,-1-1 0 0 0,32 1 0 0 0,-45-3 10 0 0,57-1 84 0 0,-38-1 25 0 0,0 2 0 0 0,40 5 0 0 0,-64-5-125 0 0,1 0 0 0 0,-1 0 0 0 0,0 0 0 0 0,0 0 0 0 0,1 0 0 0 0,-1 0 0 0 0,0 0 0 0 0,1 0 0 0 0,-1 0 0 0 0,0 0 0 0 0,1 0 0 0 0,-1 0 0 0 0,0 0 1 0 0,0 1-1 0 0,1-1 0 0 0,-1 0 0 0 0,0 0 0 0 0,0 0 0 0 0,1 0 0 0 0,-1 1 0 0 0,0-1 0 0 0,0 0 0 0 0,1 0 0 0 0,-1 1 0 0 0,0-1 0 0 0,0 0 0 0 0,0 0 0 0 0,0 1 0 0 0,1-1 0 0 0,-1 0 0 0 0,0 1 1 0 0,0-1-1 0 0,0 0 0 0 0,0 0 0 0 0,0 1 0 0 0,0-1 0 0 0,0 0 0 0 0,0 1 0 0 0,0-1 0 0 0,0 0 0 0 0,0 1 0 0 0,0-1 0 0 0,-10 15 35 0 0,-23 11-175 0 0,31-25 120 0 0,-37 24-277 0 0,25-17-606 0 0,1 0 1 0 0,1 1 0 0 0,-1 0 0 0 0,2 1 0 0 0,-22 22 0 0 0,33-32 746 0 0,-1 1 0 0 0,0-1 0 0 0,1 1 0 0 0,0-1 1 0 0,-1 1-1 0 0,1-1 0 0 0,-1 0 0 0 0,1 1 0 0 0,-1 0 0 0 0,1-1 1 0 0,0 1-1 0 0,-1-1 0 0 0,1 1 0 0 0,0-1 0 0 0,0 1 1 0 0,0 0-1 0 0,-1-1 0 0 0,1 1 0 0 0,0-1 0 0 0,0 1 1 0 0,0 0-1 0 0,0-1 0 0 0,0 1 0 0 0,0 0 0 0 0,0-1 1 0 0,0 1-1 0 0,0 0 0 0 0,0-1 0 0 0,0 1 0 0 0,1-1 0 0 0,-1 1 1 0 0,0 0-1 0 0,0-1 0 0 0,1 1 0 0 0,-1-1 0 0 0,0 1 1 0 0,1-1-1 0 0,-1 1 0 0 0,0-1 0 0 0,1 1 0 0 0,-1-1 1 0 0,1 1-1 0 0,-1-1 0 0 0,1 1 0 0 0,-1-1 0 0 0,1 0 1 0 0,0 1-1 0 0,11 1-2440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1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68 9674 0 0,'23'-38'1688'0'0,"-20"18"1003"0"0,-3 19-2569 0 0,0 1 0 0 0,0-1 0 0 0,-1 1 1 0 0,1-1-1 0 0,0 1 0 0 0,-1-1 0 0 0,1 1 1 0 0,0 0-1 0 0,-1-1 0 0 0,1 1 0 0 0,-1-1 0 0 0,1 1 1 0 0,0 0-1 0 0,-1-1 0 0 0,1 1 0 0 0,-1 0 1 0 0,1-1-1 0 0,-1 1 0 0 0,1 0 0 0 0,-1 0 0 0 0,0-1 1 0 0,1 1-1 0 0,-1 0 0 0 0,1 0 0 0 0,-1 0 1 0 0,1 0-1 0 0,-1 0 0 0 0,0 0 0 0 0,1 0 0 0 0,-1 0 1 0 0,0 0-1 0 0,-3 1 113 0 0,0 0-1 0 0,1 0 1 0 0,-1 0 0 0 0,0 0 0 0 0,1 1 0 0 0,-1-1-1 0 0,1 1 1 0 0,0 0 0 0 0,-1 0 0 0 0,1 0-1 0 0,0 1 1 0 0,0-1 0 0 0,0 1 0 0 0,-3 4 0 0 0,3-4-159 0 0,-1 1 0 0 0,1-1 0 0 0,0 1 0 0 0,0 0 0 0 0,1 0 1 0 0,-1 0-1 0 0,1 0 0 0 0,0 1 0 0 0,0-1 0 0 0,0 1 0 0 0,-1 5 0 0 0,3-6-66 0 0,0-1-1 0 0,0 1 0 0 0,0 0 0 0 0,0 0 1 0 0,1-1-1 0 0,-1 1 0 0 0,1 0 0 0 0,0-1 0 0 0,0 1 1 0 0,0 0-1 0 0,1-1 0 0 0,-1 0 0 0 0,1 1 1 0 0,0-1-1 0 0,0 0 0 0 0,0 0 0 0 0,1 0 0 0 0,-1 0 1 0 0,0 0-1 0 0,1-1 0 0 0,5 5 0 0 0,6 3 25 0 0,0 0 0 0 0,0-1 0 0 0,29 12-1 0 0,-29-15 33 0 0,1 2-1 0 0,17 12 0 0 0,-30-19-64 0 0,-1-1-1 0 0,0 1 1 0 0,0 0-1 0 0,0 0 1 0 0,0 0 0 0 0,0 0-1 0 0,0 0 1 0 0,0 0 0 0 0,0 0-1 0 0,-1 1 1 0 0,1-1-1 0 0,0 0 1 0 0,-1 0 0 0 0,1 1-1 0 0,0-1 1 0 0,-1 0 0 0 0,0 1-1 0 0,1-1 1 0 0,-1 1 0 0 0,0-1-1 0 0,0 0 1 0 0,0 1-1 0 0,0 2 1 0 0,0-2-3 0 0,-1 1-1 0 0,0-1 1 0 0,0 0 0 0 0,0 1-1 0 0,0-1 1 0 0,0 0 0 0 0,-1 0-1 0 0,1 0 1 0 0,-1 0-1 0 0,1 0 1 0 0,-1 0 0 0 0,-3 2-1 0 0,-5 4-99 0 0,0 0 0 0 0,0-1 0 0 0,-1 0-1 0 0,-14 6 1 0 0,4-3-1562 0 0,0 0-5787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2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 9218 0 0,'-14'-2'9142'0'0,"14"3"-8952"0"0,-5 15 1627 0 0,4-13-1981 0 0,-2 20 517 0 0,0 0 0 0 0,2 0 0 0 0,0 0 0 0 0,1 1 0 0 0,5 24 0 0 0,-4-27-255 0 0,56 338-348 0 0,-40-275-1515 0 0,-16-76 853 0 0,1-1 0 0 0,-1 1 0 0 0,0 0 0 0 0,-1-1-1 0 0,0 1 1 0 0,-1 11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6 150 8290 0 0,'-1'-1'138'0'0,"1"-1"1"0"0,-1 1-1 0 0,0 0 1 0 0,1 0-1 0 0,-1 0 1 0 0,1-1-1 0 0,0 1 1 0 0,-1 0-1 0 0,1-1 0 0 0,0 1 1 0 0,0 0-1 0 0,0-1 1 0 0,-1 1-1 0 0,2 0 1 0 0,-1-1-1 0 0,0 1 1 0 0,0 0-1 0 0,0-1 1 0 0,1 1-1 0 0,-1 0 1 0 0,0 0-1 0 0,1-1 1 0 0,-1 1-1 0 0,1 0 1 0 0,0 0-1 0 0,-1 0 1 0 0,1-1-1 0 0,0 1 0 0 0,0 0 1 0 0,0 0-1 0 0,0 0 1 0 0,-1 0-1 0 0,3 0 1 0 0,40-41 3094 0 0,-33 34-3098 0 0,-3 1-138 0 0,1 1 0 0 0,0 1 0 0 0,0-1 0 0 0,0 1 0 0 0,0 1 0 0 0,1 0 0 0 0,0 0 0 0 0,0 0 0 0 0,0 1 0 0 0,0 1 0 0 0,1-1 0 0 0,-1 2 0 0 0,14-2 0 0 0,-17 3 130 0 0,1 0-1 0 0,-1 0 0 0 0,1 1 1 0 0,-1-1-1 0 0,1 2 0 0 0,-1-1 0 0 0,0 1 1 0 0,1 0-1 0 0,-1 0 0 0 0,0 0 0 0 0,0 1 1 0 0,0 0-1 0 0,-1 1 0 0 0,1-1 0 0 0,-1 1 1 0 0,0 0-1 0 0,0 0 0 0 0,0 1 1 0 0,0-1-1 0 0,5 8 0 0 0,18 31 1274 0 0,5 6-622 0 0,-6-24-6959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6449 0 0,'1'5'577'0'0,"1"-3"-465"0"0,0 1-112 0 0,1-1 0 0 0,-1 0-305 0 0,0 1-79 0 0,1 1-24 0 0,4 5 0 0 0,4 3 408 0 0,-2-1 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10138 0 0,'6'1'356'0'0,"0"-1"1"0"0,0 1-1 0 0,-1 0 0 0 0,1 0 0 0 0,0 1 0 0 0,0 0 1 0 0,-1 0-1 0 0,1 0 0 0 0,-1 0 0 0 0,1 1 0 0 0,-1 0 0 0 0,0 0 1 0 0,0 1-1 0 0,0-1 0 0 0,-1 1 0 0 0,1 0 0 0 0,-1 0 1 0 0,0 1-1 0 0,0-1 0 0 0,5 9 0 0 0,-5-7-219 0 0,0 1 1 0 0,0 0-1 0 0,-1 0 0 0 0,0 0 0 0 0,0 0 0 0 0,-1 0 1 0 0,0 0-1 0 0,0 1 0 0 0,-1-1 0 0 0,0 1 1 0 0,0 0-1 0 0,0-1 0 0 0,-1 1 0 0 0,-1-1 0 0 0,-1 15 1 0 0,9-70-1009 0 0,-2 31 140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0,'4'7'752'0'0,"1"-1"0"0"0,-1 0-1 0 0,1 1 1 0 0,8 6 0 0 0,16 25 2235 0 0,-25-31-2696 0 0,0 1-1 0 0,0-1 1 0 0,-1 1 0 0 0,0 0-1 0 0,-1 0 1 0 0,2 11 0 0 0,-3-11-710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3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12 9674 0 0,'-3'-3'424'0'0,"1"1"96"0"0,2 1-416 0 0,0 0-104 0 0,2-1 0 0 0,-1 2 112 0 0,2-1 0 0 0,0-1 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34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4609 0 0,'1'-2'338'0'0,"1"1"0"0"0,-1-1 0 0 0,1 1-1 0 0,0 0 1 0 0,0 0 0 0 0,0 0 0 0 0,0 0 0 0 0,0 0 0 0 0,0 0 0 0 0,0 0-1 0 0,0 1 1 0 0,0-1 0 0 0,0 1 0 0 0,4-1 0 0 0,32-1 3904 0 0,-36 2-4116 0 0,-1 1 0 0 0,1-1 0 0 0,-1 1 0 0 0,1-1 1 0 0,-1 1-1 0 0,1 0 0 0 0,-1-1 0 0 0,0 1 0 0 0,1 0 0 0 0,-1 0 0 0 0,0 0 0 0 0,0 0 0 0 0,1 0 0 0 0,-1 0 1 0 0,0 0-1 0 0,0 1 0 0 0,-1-1 0 0 0,1 0 0 0 0,0 1 0 0 0,0-1 0 0 0,0 0 0 0 0,-1 1 0 0 0,1-1 1 0 0,-1 1-1 0 0,1-1 0 0 0,-1 1 0 0 0,0-1 0 0 0,1 1 0 0 0,-1 0 0 0 0,0 1 0 0 0,0 9 86 0 0,0 0 0 0 0,0-1 0 0 0,-4 17-1 0 0,1 8-169 0 0,3-34-109 0 0,0-1-1 0 0,0 1 1 0 0,0-1-1 0 0,0 1 0 0 0,0-1 1 0 0,0 1-1 0 0,0-1 1 0 0,0 1-1 0 0,1-1 1 0 0,-1 0-1 0 0,1 1 0 0 0,-1-1 1 0 0,1 1-1 0 0,-1-1 1 0 0,1 0-1 0 0,0 1 1 0 0,0-1-1 0 0,0 0 0 0 0,0 0 1 0 0,0 0-1 0 0,0 0 1 0 0,0 0-1 0 0,0 0 1 0 0,0 0-1 0 0,0 0 0 0 0,0 0 1 0 0,1 0-1 0 0,-1 0 1 0 0,0-1-1 0 0,1 1 0 0 0,-1-1 1 0 0,0 1-1 0 0,1-1 1 0 0,-1 1-1 0 0,1-1 1 0 0,2 1-1 0 0,-2-2-219 0 0,1 1 0 0 0,-1-1-1 0 0,0 0 1 0 0,0 0 0 0 0,1 1 0 0 0,-1-1-1 0 0,0-1 1 0 0,0 1 0 0 0,0 0 0 0 0,0 0-1 0 0,0-1 1 0 0,0 1 0 0 0,-1-1 0 0 0,1 0-1 0 0,0 1 1 0 0,-1-1 0 0 0,0 0 0 0 0,1 0 0 0 0,-1 0-1 0 0,0 0 1 0 0,0 0 0 0 0,0 0 0 0 0,1-3-1 0 0,14-40-3697 0 0,-9 24 4035 0 0,17-37-1 0 0,-22 53 431 0 0,1 0 1 0 0,0 1-1 0 0,0-1 1 0 0,1 1-1 0 0,-1-1 0 0 0,1 1 1 0 0,0 0-1 0 0,0 0 1 0 0,0 1-1 0 0,0-1 1 0 0,1 1-1 0 0,6-4 0 0 0,-11 7-414 0 0,1 0 0 0 0,0 0 0 0 0,-1-1-1 0 0,1 1 1 0 0,0 0 0 0 0,-1 0-1 0 0,1 0 1 0 0,0 0 0 0 0,-1 0-1 0 0,1 0 1 0 0,0 0 0 0 0,0 0-1 0 0,-1 0 1 0 0,1 0 0 0 0,0 0-1 0 0,-1 1 1 0 0,1-1 0 0 0,0 0-1 0 0,-1 0 1 0 0,1 1 0 0 0,-1-1-1 0 0,1 1 1 0 0,0-1 0 0 0,-1 0-1 0 0,1 1 1 0 0,-1-1 0 0 0,1 1-1 0 0,-1-1 1 0 0,1 1 0 0 0,-1-1 0 0 0,0 1-1 0 0,1-1 1 0 0,-1 1 0 0 0,0 0-1 0 0,1-1 1 0 0,-1 2 0 0 0,13 32 3470 0 0,-7-17-2453 0 0,-5-15-1086 0 0,15 22-254 0 0,-16-23 254 0 0,0-1 1 0 0,1 1-1 0 0,-1-1 0 0 0,0 0 0 0 0,0 1 0 0 0,0-1 0 0 0,1 0 0 0 0,-1 1 0 0 0,0-1 0 0 0,1 0 0 0 0,-1 1 0 0 0,0-1 0 0 0,1 0 0 0 0,-1 0 1 0 0,0 1-1 0 0,1-1 0 0 0,-1 0 0 0 0,0 0 0 0 0,1 0 0 0 0,-1 1 0 0 0,1-1 0 0 0,-1 0 0 0 0,0 0 0 0 0,1 0 0 0 0,-1 0 0 0 0,1 0 1 0 0,-1 0-1 0 0,0 0 0 0 0,1 0 0 0 0,-1 0 0 0 0,1 0 0 0 0,-1 0 0 0 0,1 0 0 0 0,-1 0 0 0 0,0 0 0 0 0,1-1 0 0 0,-1 1 0 0 0,1 0 0 0 0,-1 0 1 0 0,0 0-1 0 0,1-1 0 0 0,-1 1 0 0 0,0 0 0 0 0,1 0 0 0 0,-1-1 0 0 0,0 1 0 0 0,1 0 0 0 0,-1-1 0 0 0,0 1 0 0 0,0 0 0 0 0,1-1 0 0 0,-1 1 1 0 0,0-1-1 0 0,18-25 2220 0 0,-17 26-2172 0 0,-1-1 0 0 0,0 1 0 0 0,0 0 0 0 0,0 0 0 0 0,0 0 0 0 0,1 0 0 0 0,-1 0 0 0 0,0-1 0 0 0,0 1 0 0 0,1 0 0 0 0,-1 0 0 0 0,0 0 0 0 0,0 0 0 0 0,0 0 0 0 0,1 0 0 0 0,-1 0 0 0 0,0 0 0 0 0,0 0 0 0 0,1 0 0 0 0,-1 0 0 0 0,0 0 0 0 0,0 0 0 0 0,1 0 0 0 0,-1 0 0 0 0,0 0-1 0 0,0 0 1 0 0,1 0 0 0 0,-1 0 0 0 0,0 0 0 0 0,0 1 0 0 0,1-1 0 0 0,-1 0 0 0 0,0 0 0 0 0,0 0 0 0 0,1 0 0 0 0,3 17 481 0 0,10 90 75 0 0,-7-69-487 0 0,1 38 1 0 0,-8-62-100 0 0,0 0 1 0 0,-1 0 0 0 0,0 0 0 0 0,-1 0-1 0 0,-1 0 1 0 0,-6 18 0 0 0,0-6-169 0 0,-2 0 0 0 0,-1-2 1 0 0,-1 1-1 0 0,-1-2 0 0 0,-1 1 0 0 0,-34 39 0 0 0,33-45-597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160 220 2761 0 0,'-14'2'303'0'0,"0"0"1"0"0,0 0-1 0 0,0 2 1 0 0,-18 6 0 0 0,27-9-139 0 0,0 1 0 0 0,0 0 0 0 0,0 0 0 0 0,1 1 1 0 0,-1 0-1 0 0,1-1 0 0 0,0 1 0 0 0,0 1 0 0 0,0-1 0 0 0,0 0 1 0 0,0 1-1 0 0,1 0 0 0 0,0 0 0 0 0,0 0 0 0 0,-4 6 0 0 0,7-9-133 0 0,-1 0-1 0 0,1 0 0 0 0,0 0 0 0 0,-1 0 0 0 0,1 0 0 0 0,0 0 0 0 0,0 0 0 0 0,0 0 0 0 0,0 0 0 0 0,0 0 0 0 0,0 0 0 0 0,0 0 0 0 0,0 0 0 0 0,0 0 0 0 0,0 0 0 0 0,0 0 0 0 0,1 0 0 0 0,-1 0 0 0 0,0 0 0 0 0,1 0 0 0 0,-1 0 0 0 0,1 0 0 0 0,-1 0 0 0 0,2 1 0 0 0,0 0 22 0 0,0 0-1 0 0,0 0 0 0 0,1 0 0 0 0,-1 0 1 0 0,0 0-1 0 0,1 0 0 0 0,0-1 0 0 0,4 3 1 0 0,6 1 358 0 0,0-1 1 0 0,25 6 0 0 0,-35-10-253 0 0,30 6 480 0 0,0-2 0 0 0,0-1 0 0 0,64-3 0 0 0,100-21 569 0 0,-194 21-1187 0 0,285-41 1018 0 0,223-26-436 0 0,-241 46-510 0 0,66-6 68 0 0,407-24 1632 0 0,-164 31-197 0 0,-545 18-1552 0 0,78-4 157 0 0,301-11 279 0 0,90-1-465 0 0,-89-13 291 0 0,-214 11 382 0 0,-97 7-232 0 0,-60 6-174 0 0,0 2 0 0 0,44 2-1 0 0,-87 3-283 0 0,30 3 75 0 0,-29-3-97 0 0,0 0-1 0 0,0 0 1 0 0,0 0 0 0 0,0 1 0 0 0,1-1-1 0 0,-1 0 1 0 0,0 1 0 0 0,0-1 0 0 0,0 1-1 0 0,0-1 1 0 0,0 1 0 0 0,0 0 0 0 0,0-1-1 0 0,0 1 1 0 0,0 0 0 0 0,-1 0 0 0 0,1 0-1 0 0,0 0 1 0 0,0-1 0 0 0,-1 1 0 0 0,2 2 0 0 0,-2 3-529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12 165 3209 0 0,'-6'-14'136'0'0,"3"3"40"0"0,0 1-176 0 0,3 3 0 0 0,0 3 0 0 0,2 1 0 0 0,1-2 0 0 0,-1-5 0 0 0,4-5 0 0 0,1-5 0 0 0,4-2 0 0 0,0 0-96 0 0,2 1 96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0:59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97 208 5065 0 0,'-4'-20'345'0'0,"1"0"-1"0"0,1 0 1 0 0,0-1-1 0 0,2 1 1 0 0,1-1-1 0 0,3-22 1 0 0,-1 7 164 0 0,-4 29 1704 0 0,-2 21-952 0 0,-3 24-318 0 0,-35 278 1338 0 0,24-228-1842 0 0,5 2 1 0 0,-1 115 0 0 0,102 797 673 0 0,-71-895-483 0 0,-9-64 676 0 0,-2 1 0 0 0,2 61-1 0 0,-9-104-1319 0 0,0 0-1 0 0,0 1 1 0 0,0-1-1 0 0,-1 0 0 0 0,1 0 1 0 0,0 0-1 0 0,0 1 1 0 0,-1-1-1 0 0,1 0 0 0 0,-1 0 1 0 0,1 0-1 0 0,-1 0 1 0 0,1 0-1 0 0,-2 2 1 0 0,-2 1-346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0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49 10138 0 0,'-1'-1'35'0'0,"1"1"0"0"0,-1 0-1 0 0,1-1 1 0 0,0 1 0 0 0,-1-1-1 0 0,1 1 1 0 0,-1-1 0 0 0,1 1-1 0 0,0-1 1 0 0,-1 1 0 0 0,1-1-1 0 0,0 1 1 0 0,0-1 0 0 0,-1 0-1 0 0,1 1 1 0 0,0-1 0 0 0,0 1-1 0 0,0-1 1 0 0,0 0 0 0 0,0 1-1 0 0,0-1 1 0 0,0 0 0 0 0,0 1-1 0 0,0-1 1 0 0,0 1 0 0 0,0-1-1 0 0,0 0 1 0 0,0 1 0 0 0,1-1-1 0 0,-1 1 1 0 0,0-1 0 0 0,0 1-1 0 0,1-1 1 0 0,-1 0 0 0 0,0 1-1 0 0,1-1 1 0 0,1-1 12 0 0,0 0-1 0 0,1 0 1 0 0,-1 1-1 0 0,0-1 1 0 0,1 1-1 0 0,-1-1 1 0 0,1 1-1 0 0,-1 0 1 0 0,4-1-1 0 0,2-1-40 0 0,0 1 0 0 0,0 0 0 0 0,1 0 0 0 0,-1 1 0 0 0,17-1 1 0 0,-15 4-21 0 0,-1 0 1 0 0,1 0 0 0 0,-1 1-1 0 0,0 1 1 0 0,0-1 0 0 0,0 1-1 0 0,-1 1 1 0 0,11 6 0 0 0,64 50-145 0 0,-65-47 147 0 0,167 120 1822 0 0,-80-60-829 0 0,-83-56-298 0 0,-1 1 1 0 0,0 1-1 0 0,-2 1 0 0 0,21 27 1 0 0,-11-13 158 0 0,-27-32-748 0 0,0 0 1 0 0,0-1-1 0 0,1 1 0 0 0,-1-1 0 0 0,0 0 1 0 0,1 0-1 0 0,-1 0 0 0 0,1 0 1 0 0,0 0-1 0 0,0-1 0 0 0,0 1 0 0 0,0-1 1 0 0,0 0-1 0 0,0 0 0 0 0,0 0 0 0 0,0 0 1 0 0,0 0-1 0 0,1-1 0 0 0,-1 1 1 0 0,5-1-1 0 0,-4-1-3 0 0,0 0 0 0 0,0 0 0 0 0,0 0 0 0 0,0 0 0 0 0,0-1 0 0 0,0 0 0 0 0,0 0 0 0 0,-1 0 0 0 0,1 0 0 0 0,-1-1 0 0 0,1 0 0 0 0,-1 1 0 0 0,0-1 0 0 0,0 0 0 0 0,4-5 0 0 0,77-95 498 0 0,-47 56-360 0 0,45-45 1 0 0,-1 14-1 0 0,-7 7-863 0 0,-26 23-5140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1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1 183 1840 0 0,'1'-20'848'0'0,"2"-1"-1"0"0,0 0 0 0 0,12-38 0 0 0,-6 25 744 0 0,9 7 7237 0 0,-7 43-7184 0 0,6 19-841 0 0,-1 1 0 0 0,18 64 1 0 0,10 80-300 0 0,18 240 237 0 0,-4-16-435 0 0,-55-392-363 0 0,-1 1 1 0 0,0 1 0 0 0,-1-1-1 0 0,-1 23 1 0 0,0-33-126 0 0,0-1 1 0 0,0 0-1 0 0,0 0 0 0 0,-1 1 1 0 0,1-1-1 0 0,0 0 1 0 0,-1 0-1 0 0,0 1 1 0 0,0-1-1 0 0,1 0 0 0 0,-1 0 1 0 0,-1 0-1 0 0,1 0 1 0 0,0 0-1 0 0,0-1 0 0 0,-1 1 1 0 0,1 0-1 0 0,-1 0 1 0 0,1-1-1 0 0,-1 1 1 0 0,0-1-1 0 0,0 1 0 0 0,0-1 1 0 0,1 0-1 0 0,-1 0 1 0 0,0 0-1 0 0,-1 0 0 0 0,1 0 1 0 0,0 0-1 0 0,0-1 1 0 0,0 1-1 0 0,0-1 1 0 0,-1 1-1 0 0,1-1 0 0 0,-5 0 1 0 0,-1-1-1074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2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38 264 10594 0 0,'-2'-1'42'0'0,"-1"0"-1"0"0,1 0 0 0 0,0 0 1 0 0,0 0-1 0 0,0-1 1 0 0,0 1-1 0 0,0-1 1 0 0,0 0-1 0 0,0 1 0 0 0,0-1 1 0 0,1 0-1 0 0,-1 0 1 0 0,1 0-1 0 0,-1 0 0 0 0,1-1 1 0 0,0 1-1 0 0,0 0 1 0 0,0-1-1 0 0,0 1 0 0 0,0 0 1 0 0,0-1-1 0 0,1 1 1 0 0,-1-1-1 0 0,1 1 0 0 0,0-1 1 0 0,-1 1-1 0 0,1-1 1 0 0,1 1-1 0 0,-1-1 0 0 0,0 1 1 0 0,0-1-1 0 0,1 1 1 0 0,0-1-1 0 0,-1 1 1 0 0,1-1-1 0 0,0 1 0 0 0,0 0 1 0 0,0-1-1 0 0,1 1 1 0 0,1-3-1 0 0,5-5 393 0 0,0 1-1 0 0,1-1 1 0 0,0 1-1 0 0,0 1 1 0 0,1 0 0 0 0,0 0-1 0 0,0 1 1 0 0,1 1-1 0 0,0-1 1 0 0,0 2 0 0 0,15-6-1 0 0,13-4 760 0 0,82-18 1 0 0,-78 23-1041 0 0,-1 3 1 0 0,1 1-1 0 0,0 2 1 0 0,0 2-1 0 0,0 2 1 0 0,0 2-1 0 0,0 2 1 0 0,67 14 0 0 0,-89-13-163 0 0,-1 1 0 0 0,0 1 0 0 0,0 0 0 0 0,0 2 0 0 0,-1 0 1 0 0,0 1-1 0 0,-1 1 0 0 0,0 1 0 0 0,0 1 0 0 0,-2 0 1 0 0,1 1-1 0 0,-2 1 0 0 0,0 0 0 0 0,-1 1 0 0 0,0 1 0 0 0,-1 0 1 0 0,-1 1-1 0 0,-1 0 0 0 0,10 23 0 0 0,-7-7-72 0 0,-1 1-1 0 0,-1 0 1 0 0,-3 1-1 0 0,-1 0 1 0 0,-1 0 0 0 0,-2 1-1 0 0,-2 0 1 0 0,-1 0-1 0 0,-2 0 1 0 0,-5 40-1 0 0,0-31 235 0 0,-3-2 0 0 0,-1 1-1 0 0,-3-1 1 0 0,-1-1 0 0 0,-2 0-1 0 0,-2-1 1 0 0,-42 74 0 0 0,41-85 102 0 0,-2-2 1 0 0,-1 0 0 0 0,-40 44 0 0 0,44-56-96 0 0,-1-1 1 0 0,-1-1-1 0 0,0-1 0 0 0,-1 0 1 0 0,-1-1-1 0 0,-29 13 0 0 0,14-10-61 0 0,0-1-1 0 0,-47 11 0 0 0,63-21-224 0 0,0-1 0 0 0,0-1 0 0 0,0 0-1 0 0,-1-2 1 0 0,1-1 0 0 0,-23-1 0 0 0,38 0-1747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2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70 104 6913 0 0,'-5'0'-106'0'0,"0"1"-1"0"0,0-1 0 0 0,0 1 1 0 0,1 1-1 0 0,-1-1 0 0 0,0 1 1 0 0,0 0-1 0 0,-4 2 0 0 0,-13 5 1621 0 0,48-15-440 0 0,-1 1-1 0 0,0 1 1 0 0,1 2 0 0 0,37 0-1 0 0,13-1-245 0 0,264-42 2314 0 0,-92 10-1279 0 0,-133 22-1864 0 0,221 3-1 0 0,-312 11-6692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3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623 0 8754 0 0,'-96'4'6862'0'0,"-1"-1"-4083"0"0,19-1-1223 0 0,-88 14 1 0 0,6 12-6595 0 0,135-22-1102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3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771 0 920 0 0,'-3'3'774'0'0,"0"-1"0"0"0,-1 0-1 0 0,1 0 1 0 0,-1 0 0 0 0,0 0-1 0 0,0-1 1 0 0,-4 2 0 0 0,-246 51 8569 0 0,64-17-6880 0 0,-58 17-3320 0 0,202-43-5656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7370 0 0,'0'-1'168'0'0,"1"0"1"0"0,-1 1-1 0 0,1-1 1 0 0,-1 0-1 0 0,1 1 1 0 0,0-1-1 0 0,-1 0 1 0 0,1 1-1 0 0,0-1 1 0 0,0 1-1 0 0,0-1 1 0 0,-1 1 0 0 0,1-1-1 0 0,0 1 1 0 0,0 0-1 0 0,0 0 1 0 0,0-1-1 0 0,0 1 1 0 0,0 0-1 0 0,0 0 1 0 0,0 0-1 0 0,1 0 1 0 0,23-2 1162 0 0,-14 3-1058 0 0,-1 1-1 0 0,0 0 1 0 0,0 1-1 0 0,-1 0 1 0 0,1 1-1 0 0,-1 0 0 0 0,0 0 1 0 0,1 1-1 0 0,-2 0 1 0 0,1 1-1 0 0,-1 0 1 0 0,0 0-1 0 0,0 1 0 0 0,0 0 1 0 0,-1 1-1 0 0,9 11 1 0 0,-3-2-114 0 0,0 0 0 0 0,-1 0-1 0 0,-1 1 1 0 0,-1 1 0 0 0,0 0 0 0 0,-2 1 0 0 0,7 20 0 0 0,-11-29-101 0 0,-2 0 1 0 0,1 0-1 0 0,-1 1 1 0 0,-1-1-1 0 0,0 1 1 0 0,-1-1-1 0 0,0 1 1 0 0,0-1-1 0 0,-5 23 1 0 0,0-17-28 0 0,0 0 1 0 0,-1-1 0 0 0,-1 0-1 0 0,0 0 1 0 0,-18 28 0 0 0,19-35-77 0 0,-53 79 407 0 0,53-80-500 0 0,0 0 1 0 0,-1-1 0 0 0,0 0-1 0 0,0 0 1 0 0,0-1 0 0 0,-1 0 0 0 0,0 0-1 0 0,-12 6 1 0 0,11-9-1627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81 6913 0 0,'-18'3'499'0'0,"-16"2"2309"0"0,34-6-2721 0 0,0 1 1 0 0,0-1 0 0 0,0 0 0 0 0,0 1 0 0 0,0-1-1 0 0,0 1 1 0 0,1-1 0 0 0,-1 0 0 0 0,0 1 0 0 0,0-1-1 0 0,1 1 1 0 0,-1-1 0 0 0,0 1 0 0 0,1-1 0 0 0,-1 1 0 0 0,1-1-1 0 0,-1 1 1 0 0,0 0 0 0 0,1-1 0 0 0,-1 1 0 0 0,1-1-1 0 0,-1 1 1 0 0,1 0 0 0 0,-1 0 0 0 0,1-1 0 0 0,0 1-1 0 0,18-15 710 0 0,1 5-423 0 0,0 1-1 0 0,1 1 1 0 0,0 0 0 0 0,0 2 0 0 0,0 0-1 0 0,1 2 1 0 0,0 0 0 0 0,42-1 0 0 0,-20 5-196 0 0,0 1 1 0 0,0 2-1 0 0,67 14 1 0 0,-88-11-158 0 0,-1 1 0 0 0,1 1 0 0 0,-1 1 0 0 0,-1 1 0 0 0,0 0 1 0 0,0 2-1 0 0,-1 1 0 0 0,-1 0 0 0 0,26 23 0 0 0,-22-16-14 0 0,-1 2 0 0 0,0 1-1 0 0,-2 0 1 0 0,-1 1 0 0 0,-1 1 0 0 0,26 49 0 0 0,-38-61-22 0 0,0 0 1 0 0,-1 0 0 0 0,-1 1-1 0 0,0-1 1 0 0,-1 1-1 0 0,0 0 1 0 0,-1 0 0 0 0,-1 0-1 0 0,0 0 1 0 0,-1 17-1 0 0,-2-11 43 0 0,-1 1 0 0 0,0-1 0 0 0,-2 0 1 0 0,0 0-1 0 0,-2 0 0 0 0,-11 25 0 0 0,0-9 358 0 0,-2 0 1 0 0,-1-2 0 0 0,-2 0-1 0 0,-1-2 1 0 0,-2 0 0 0 0,-48 45-1 0 0,56-61-260 0 0,0-1-1 0 0,-1-1 0 0 0,-1 0 0 0 0,0-2 0 0 0,-1 0 0 0 0,-27 10 0 0 0,-134 39 434 0 0,39-16-688 0 0,135-42-62 0 0,-9 4-3536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4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5 120 2304 0 0,'0'-1'217'0'0,"-1"0"0"0"0,0 0 0 0 0,1-1 0 0 0,-1 1 0 0 0,1 0 0 0 0,0 0 0 0 0,-1-1 0 0 0,1 1 0 0 0,0 0 0 0 0,0-1 0 0 0,0 1 0 0 0,0-1 0 0 0,0 1 0 0 0,0 0 0 0 0,0-1 0 0 0,0 1 0 0 0,0 0 0 0 0,1-1 0 0 0,-1 1 0 0 0,0 0 0 0 0,1 0 0 0 0,0-1 0 0 0,-1 1 0 0 0,1 0 0 0 0,-1 0 0 0 0,1 0 0 0 0,0 0 0 0 0,0 0 0 0 0,0 0 0 0 0,0 0 0 0 0,0 0 0 0 0,0 0 0 0 0,1-1 0 0 0,3-4 676 0 0,1 1 0 0 0,0-1-1 0 0,0 1 1 0 0,10-6 0 0 0,-5 5-390 0 0,0 1 1 0 0,1 0 0 0 0,0 1 0 0 0,-1 0-1 0 0,1 1 1 0 0,1 0 0 0 0,-1 1 0 0 0,15-2-1 0 0,15 2 399 0 0,46 4 0 0 0,-30 0-461 0 0,871-10 1064 0 0,-887 7-1488 0 0,248-1-2512 0 0,-255 5-4717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5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1160 88 3681 0 0,'-1'-1'154'0'0,"1"0"0"0"0,0 0 1 0 0,-1 0-1 0 0,1 0 0 0 0,-1 0 1 0 0,1 1-1 0 0,-1-1 0 0 0,0 0 1 0 0,1 0-1 0 0,-1 0 0 0 0,0 1 1 0 0,0-1-1 0 0,0 0 0 0 0,1 1 1 0 0,-1-1-1 0 0,0 1 0 0 0,0-1 1 0 0,0 1-1 0 0,0-1 0 0 0,0 1 0 0 0,0-1 1 0 0,0 1-1 0 0,0 0 0 0 0,0 0 1 0 0,0-1-1 0 0,0 1 0 0 0,0 0 1 0 0,0 0-1 0 0,0 0 0 0 0,0 0 1 0 0,-2 1-1 0 0,-34 0 2716 0 0,-95 17 3672 0 0,-1-7-3324 0 0,27-6-2248 0 0,-186-17 0 0 0,50-32-1030 0 0,134 21-1383 0 0,106 23 1242 0 0,-41-11-1938 0 0,18-4-5028 0 0,18 14 4505 0 0,3 2 2475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5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1273 0 9218 0 0,'-5'2'351'0'0,"0"-1"0"0"0,0 0-1 0 0,0 1 1 0 0,0 0 0 0 0,0 0 0 0 0,1 1-1 0 0,-1-1 1 0 0,-7 7 0 0 0,-13 5 661 0 0,-195 66 4404 0 0,124-54-3872 0 0,-151 20 0 0 0,128-30-1449 0 0,-168 2 0 0 0,250-19-522 0 0,-66 1-1023 0 0,36 11-5315 0 0,47-5 952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6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32 12443 0 0,'-3'-5'185'0'0,"-19"-19"2341"0"0,22 23-2467 0 0,0 1 0 0 0,0 0 0 0 0,-1 0 0 0 0,1 0 1 0 0,0-1-1 0 0,-1 1 0 0 0,1 0 0 0 0,0 0 0 0 0,-1 0 0 0 0,1 0 0 0 0,0 0 0 0 0,-1 0 0 0 0,1 0 0 0 0,0 0 0 0 0,-1 0 0 0 0,1 0 0 0 0,-1 0 0 0 0,1 0 0 0 0,0 0 0 0 0,-1 0 0 0 0,1 0 0 0 0,0 0 0 0 0,-1 0 0 0 0,1 0 0 0 0,0 0 1 0 0,-1 0-1 0 0,0 1 0 0 0,-5 15 1353 0 0,3 13-1020 0 0,1-1-1 0 0,1 0 1 0 0,2 1-1 0 0,7 49 1 0 0,31 111-959 0 0,2-43-510 0 0,-3-53-2705 0 0,-24-65-1744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6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3 183 4145 0 0,'-1'-4'134'0'0,"0"0"-1"0"0,1 0 1 0 0,-1-1-1 0 0,1 1 1 0 0,0 0 0 0 0,0-1-1 0 0,1 1 1 0 0,-1 0 0 0 0,1 0-1 0 0,0-1 1 0 0,0 1-1 0 0,0 0 1 0 0,1 0 0 0 0,2-5-1 0 0,0 1 418 0 0,1 1 0 0 0,0 0-1 0 0,0 0 1 0 0,1 0-1 0 0,-1 1 1 0 0,9-7-1 0 0,-6 6-194 0 0,-1 1 1 0 0,1 0-1 0 0,0 1 0 0 0,1 0 0 0 0,-1 0 0 0 0,1 1 0 0 0,0 0 0 0 0,0 0 0 0 0,0 1 0 0 0,1 0 0 0 0,-1 1 0 0 0,1 0 0 0 0,-1 0 0 0 0,1 1 0 0 0,0 1 0 0 0,-1-1 0 0 0,1 2 0 0 0,0-1 0 0 0,0 1 0 0 0,17 5 0 0 0,-7-1-70 0 0,0 1 1 0 0,-1 1-1 0 0,0 1 1 0 0,-1 0 0 0 0,0 2-1 0 0,0 0 1 0 0,-1 1-1 0 0,32 26 1 0 0,-22-14-248 0 0,0 2 1 0 0,-1 1-1 0 0,-2 2 1 0 0,-1 0-1 0 0,-1 1 0 0 0,-1 1 1 0 0,-2 1-1 0 0,24 51 1 0 0,-40-76-26 0 0,-1 1 0 0 0,0-1 0 0 0,0 1 0 0 0,-1 0 0 0 0,0-1 0 0 0,0 1 1 0 0,0 0-1 0 0,-1 0 0 0 0,0 0 0 0 0,0 0 0 0 0,-1 0 0 0 0,0-1 0 0 0,0 1 0 0 0,-1 0 0 0 0,0-1 1 0 0,0 1-1 0 0,-4 9 0 0 0,-1-5 101 0 0,1 0-1 0 0,-1 0 1 0 0,-1-1 0 0 0,0 0 0 0 0,0-1-1 0 0,-1 0 1 0 0,0 0 0 0 0,-18 13 0 0 0,3-5-70 0 0,-1-1 0 0 0,-1-2 0 0 0,0 0 0 0 0,-1-2 0 0 0,0 0 0 0 0,-1-2 0 0 0,0-1 0 0 0,-52 9 1 0 0,54-14-2744 0 0,-1-1 1 0 0,-53-1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87 1840 0 0,'-10'0'578'0'0,"1"1"0"0"0,-1 0 0 0 0,0 0 0 0 0,1 0 0 0 0,-1 1 0 0 0,1 1-1 0 0,-10 3 1 0 0,17-5-407 0 0,1-1 0 0 0,-1 1-1 0 0,0 0 1 0 0,1 0 0 0 0,-1 0-1 0 0,1 0 1 0 0,-1 0 0 0 0,1 0-1 0 0,0 0 1 0 0,-1 0 0 0 0,1 1 0 0 0,0-1-1 0 0,0 0 1 0 0,0 1 0 0 0,0-1-1 0 0,0 1 1 0 0,0-1 0 0 0,0 1-1 0 0,1 0 1 0 0,-1-1 0 0 0,0 1-1 0 0,1 0 1 0 0,-1 0 0 0 0,1-1 0 0 0,0 1-1 0 0,0 0 1 0 0,0 0 0 0 0,0-1-1 0 0,0 1 1 0 0,0 0 0 0 0,0 0-1 0 0,0 0 1 0 0,1-1 0 0 0,-1 1-1 0 0,1 0 1 0 0,-1 0 0 0 0,1-1 0 0 0,0 1-1 0 0,-1-1 1 0 0,1 1 0 0 0,0 0-1 0 0,0-1 1 0 0,0 0 0 0 0,2 3-1 0 0,0 0-4 0 0,-1 0 0 0 0,1 0-1 0 0,0-1 1 0 0,0 1 0 0 0,1-1 0 0 0,-1 1-1 0 0,1-1 1 0 0,0 0 0 0 0,0 0-1 0 0,0-1 1 0 0,0 1 0 0 0,0-1-1 0 0,0 0 1 0 0,1 0 0 0 0,-1 0 0 0 0,7 1-1 0 0,-4-2-34 0 0,0 0 1 0 0,1 0-1 0 0,-1 0 0 0 0,1-1 0 0 0,0 0 0 0 0,-1-1 1 0 0,1 0-1 0 0,-1 0 0 0 0,13-4 0 0 0,-8 2-64 0 0,-1-1-1 0 0,1-1 0 0 0,-1 0 1 0 0,0 0-1 0 0,-1-1 0 0 0,1-1 1 0 0,-1 1-1 0 0,0-2 1 0 0,-1 1-1 0 0,0-1 0 0 0,0-1 1 0 0,13-17-1 0 0,-20 25-60 0 0,-1-1-1 0 0,0 0 1 0 0,1 0-1 0 0,-1 0 1 0 0,0 0-1 0 0,0-1 1 0 0,0 1-1 0 0,0 0 1 0 0,-1 0-1 0 0,1-1 1 0 0,-1 1-1 0 0,1 0 1 0 0,-1 0 0 0 0,0-1-1 0 0,0 1 1 0 0,0-1-1 0 0,0 1 1 0 0,0 0-1 0 0,-1-1 1 0 0,1 1-1 0 0,-2-4 1 0 0,1 3 21 0 0,-1 0 0 0 0,0 0 0 0 0,0 1 0 0 0,0-1 1 0 0,0 0-1 0 0,0 1 0 0 0,-1-1 0 0 0,1 1 0 0 0,-1 0 0 0 0,0 0 0 0 0,1 0 0 0 0,-1 0 1 0 0,-5-2-1 0 0,-3-1 25 0 0,-1 0 0 0 0,0 1 1 0 0,-1 0-1 0 0,1 1 1 0 0,-1 0-1 0 0,-22-2 0 0 0,30 5-229 0 0,1-1-1 0 0,0 1 1 0 0,-1 0 0 0 0,1 0-1 0 0,0 1 1 0 0,-1-1-1 0 0,1 1 1 0 0,0 0-1 0 0,0 0 1 0 0,0 0-1 0 0,-1 1 1 0 0,1 0 0 0 0,1-1-1 0 0,-1 1 1 0 0,0 1-1 0 0,0-1 1 0 0,1 0-1 0 0,-6 5 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9218 0 0,'11'-4'665'0'0,"-1"0"0"0"0,2 1 1 0 0,-1 1-1 0 0,0 0 0 0 0,0 0 0 0 0,17 1 0 0 0,3-2 255 0 0,28-2 2026 0 0,75 2 1 0 0,59 13-1120 0 0,96 0-1820 0 0,-268-11-320 0 0,1-1 1 0 0,-1-1-1 0 0,0-1 1 0 0,21-7-1 0 0,-24 5-1646 0 0,-1 0 0 0 0,28-16 0 0 0,-21 8-3816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7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807 10 5529 0 0,'0'0'35'0'0,"1"0"1"0"0,-1 0-1 0 0,0 0 0 0 0,0 0 0 0 0,0 0 1 0 0,0 0-1 0 0,0 0 0 0 0,0 0 0 0 0,1 0 0 0 0,-1 0 1 0 0,0 0-1 0 0,0 0 0 0 0,0 0 0 0 0,0 0 1 0 0,0 0-1 0 0,0 0 0 0 0,0 1 0 0 0,1-1 0 0 0,-1 0 1 0 0,0 0-1 0 0,0 0 0 0 0,0 0 0 0 0,0 0 1 0 0,0 0-1 0 0,0 0 0 0 0,0 0 0 0 0,0 0 0 0 0,0 1 1 0 0,0-1-1 0 0,0 0 0 0 0,0 0 0 0 0,1 0 1 0 0,-1 0-1 0 0,0 0 0 0 0,0 0 0 0 0,0 0 0 0 0,0 1 1 0 0,0-1-1 0 0,0 0 0 0 0,0 0 0 0 0,0 0 1 0 0,0 0-1 0 0,0 0 0 0 0,0 0 0 0 0,0 1 0 0 0,0-1 1 0 0,0 0-1 0 0,-1 0 0 0 0,1 0 0 0 0,0 0 1 0 0,0 0-1 0 0,0 0 0 0 0,0 1 0 0 0,0-1 1 0 0,0 0-1 0 0,0 0 0 0 0,-11 5 4167 0 0,-90-14 1963 0 0,68 4-4784 0 0,-61 0 1 0 0,-12 11-834 0 0,-117 22 0 0 0,8 22-6125 0 0,189-43-455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08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0 8290 0 0,'-40'16'2720'0'0,"-1"-3"-1"0"0,-45 10 1 0 0,23-8-525 0 0,-201 45 1915 0 0,222-54-4126 0 0,0-2 1 0 0,0-2-1 0 0,-1-2 0 0 0,-56-6 1 0 0,49 2-1290 0 0,28 5 618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2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7 5065 0 0,'-19'-7'9845'0'0,"17"8"-9516"0"0,1 0-120 0 0,-1 0 1 0 0,1 1 0 0 0,-1-1-1 0 0,1 0 1 0 0,0 1 0 0 0,0-1-1 0 0,0 1 1 0 0,0-1 0 0 0,0 1-1 0 0,0 0 1 0 0,0-1 0 0 0,0 3 0 0 0,-2 2-101 0 0,1 0 1 0 0,1 0 0 0 0,-1 0 0 0 0,1 0 0 0 0,0 0 0 0 0,0 1 0 0 0,1 8 0 0 0,0 8 295 0 0,-1 0 0 0 0,0-1 0 0 0,-2 1-1 0 0,-1 0 1 0 0,-7 25 0 0 0,-2 15-219 0 0,-51 191 374 0 0,0-2-166 0 0,-33 336-330 0 0,62-311-64 0 0,-14 79 0 0 0,36-252 0 0 0,1 152 0 0 0,7-94 0 0 0,10 101 20 0 0,2-73 100 0 0,8 139-3 0 0,-8-218-110 0 0,17 272 133 0 0,-1-136 285 0 0,1 21 238 0 0,-23-192-2299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3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112 203 5985 0 0,'-9'5'693'0'0,"1"-1"-1"0"0,-1-1 1 0 0,0 1-1 0 0,0-2 1 0 0,0 1-1 0 0,0-1 1 0 0,0 0-1 0 0,-1-1 1 0 0,1 0-1 0 0,-12-1 1 0 0,31-9 3256 0 0,10-1-3697 0 0,38-10 252 0 0,2 3 0 0 0,-1 3 1 0 0,96-10-1 0 0,-113 18-353 0 0,660-63 1977 0 0,-344 41-1797 0 0,777-4 544 0 0,-1081 33-889 0 0,1128 5 127 0 0,-296 19 119 0 0,-756-12-232 0 0,395 20 0 0 0,-363-37 2 0 0,245 0 276 0 0,-390 5-694 0 0,0 1-1 0 0,0 0 1 0 0,-1 1-1 0 0,1 1 0 0 0,21 7 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3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69 9218 0 0,'-6'-3'456'0'0,"0"-1"1"0"0,0 0-1 0 0,1 0 0 0 0,0 0 0 0 0,-7-8 1 0 0,9 9 112 0 0,0 0 0 0 0,-1-1 0 0 0,1 1 0 0 0,-1 0 0 0 0,1 0 0 0 0,-1 1 0 0 0,0-1 1 0 0,0 1-1 0 0,0 0 0 0 0,0 0 0 0 0,0 0 0 0 0,-1 1 0 0 0,1-1 0 0 0,-6 0 0 0 0,10 2-519 0 0,-1 0 0 0 0,1 0 0 0 0,0 0 0 0 0,-1 0-1 0 0,1 0 1 0 0,0 0 0 0 0,-1 0 0 0 0,1 0 0 0 0,0 0-1 0 0,-1 0 1 0 0,1 0 0 0 0,0 0 0 0 0,0 0 0 0 0,-1 0-1 0 0,1 0 1 0 0,0 0 0 0 0,-1 0 0 0 0,1 1 0 0 0,0-1-1 0 0,0 0 1 0 0,-1 0 0 0 0,1 0 0 0 0,0 1 0 0 0,0-1-1 0 0,0 0 1 0 0,-1 0 0 0 0,1 0 0 0 0,0 1 0 0 0,0-1-1 0 0,0 0 1 0 0,0 1 0 0 0,-1-1 0 0 0,1 0 0 0 0,0 0-1 0 0,0 1 1 0 0,0-1 0 0 0,0 1 0 0 0,5 12 585 0 0,14 10-194 0 0,-5-15-330 0 0,1 0 0 0 0,-1 0 0 0 0,2-2 0 0 0,-1 0-1 0 0,29 7 1 0 0,25 10-120 0 0,-45-13 8 0 0,-1 1 0 0 0,0 1-1 0 0,-1 1 1 0 0,31 23 0 0 0,-47-31 5 0 0,0 0 0 0 0,0 0 0 0 0,-1 0 1 0 0,1 1-1 0 0,-1 0 0 0 0,0 1 1 0 0,-1-1-1 0 0,0 1 0 0 0,0-1 0 0 0,0 1 1 0 0,-1 0-1 0 0,0 1 0 0 0,0-1 0 0 0,0 1 1 0 0,-1-1-1 0 0,-1 1 0 0 0,1 0 1 0 0,0 14-1 0 0,-3-17 10 0 0,1 0-1 0 0,-1 0 1 0 0,0-1 0 0 0,-1 1-1 0 0,1 0 1 0 0,-1 0 0 0 0,0-1-1 0 0,0 1 1 0 0,0-1 0 0 0,-1 0-1 0 0,0 0 1 0 0,-3 5 0 0 0,-45 47 184 0 0,36-41-121 0 0,-43 38 113 0 0,37-34-1553 0 0,-32 35 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4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332 144 4649 0 0,'16'-10'87'0'0,"-1"0"0"0"0,0-1 0 0 0,14-14 0 0 0,-22 19 6 0 0,-1-1 0 0 0,1 0-1 0 0,-2 0 1 0 0,1 0 0 0 0,-1-1 0 0 0,0 1-1 0 0,0-1 1 0 0,3-10 0 0 0,-8 17 7 0 0,1 1 0 0 0,-1 0 0 0 0,0 0 0 0 0,0-1 0 0 0,1 1 0 0 0,-1 0 0 0 0,0 0 0 0 0,0-1 0 0 0,0 1 0 0 0,0 0 0 0 0,0-1 0 0 0,0 1 0 0 0,1 0 0 0 0,-1-1 0 0 0,0 1 0 0 0,0 0 0 0 0,0-1 0 0 0,0 1 0 0 0,0-1 0 0 0,0 1 0 0 0,0 0 0 0 0,0-1 0 0 0,0 1 0 0 0,-1 0 0 0 0,1-1 0 0 0,0 1 0 0 0,0 0 0 0 0,0-1 0 0 0,0 1 0 0 0,0 0 0 0 0,0 0 0 0 0,-1-1 0 0 0,1 1 0 0 0,0 0 0 0 0,0-1 0 0 0,-1 1 0 0 0,1 0 0 0 0,0 0 0 0 0,-1-1 0 0 0,-13 7 2260 0 0,-15 15-237 0 0,-98 90 360 0 0,77-71-1880 0 0,2 2 1 0 0,2 3 0 0 0,-48 58-1 0 0,88-94-582 0 0,4-6-45 0 0,-1 1 1 0 0,0 0-1 0 0,0-1 1 0 0,0 1 0 0 0,0-1-1 0 0,0 0 1 0 0,0 0 0 0 0,-1 0-1 0 0,0 0 1 0 0,1-1-1 0 0,-9 4 1 0 0,25-33 182 0 0,196-238-690 0 0,-202 256 596 0 0,-2 2 72 0 0,0 1 1 0 0,-1 0-1 0 0,2 1 1 0 0,-1-1 0 0 0,1 1-1 0 0,0 0 1 0 0,0 1-1 0 0,0 0 1 0 0,0-1-1 0 0,10-3 1 0 0,-15 8-57 0 0,-1 0 0 0 0,1 1 0 0 0,0-1-1 0 0,0 0 1 0 0,0 0 0 0 0,-1 0 0 0 0,1 1 0 0 0,0-1 0 0 0,0 1 0 0 0,-1-1 0 0 0,1 0 0 0 0,0 1 0 0 0,-1-1 0 0 0,1 1 0 0 0,0-1 0 0 0,-1 1 0 0 0,1 0 0 0 0,-1-1 0 0 0,1 1 0 0 0,-1 0 0 0 0,1-1 0 0 0,-1 1 0 0 0,1 0 0 0 0,-1 0 0 0 0,12 23 322 0 0,-10-19-370 0 0,1 3-28 0 0,14 32 78 0 0,2-1-1 0 0,1-1 0 0 0,1 0 0 0 0,3-2 1 0 0,34 42-1 0 0,48 23-1880 0 0,-64-65-5846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8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38 3225 0 0,'-29'-14'2816'0'0,"25"13"-1846"0"0,-1-1 1 0 0,1 0-1 0 0,-1 0 0 0 0,-15-15 7463 0 0,28 18-6961 0 0,10 4-592 0 0,-7 3-664 0 0,-1-1-1 0 0,-1 1 1 0 0,1 1-1 0 0,-1-1 1 0 0,-1 2-1 0 0,0-1 1 0 0,12 18 0 0 0,43 81-21 0 0,-56-94-153 0 0,19 37-9 0 0,63 109 37 0 0,-71-131-62 0 0,2-1 0 0 0,1 0 1 0 0,31 31-1 0 0,12 5-343 0 0,37 38-999 0 0,-31-38-5071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9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484 114 3681 0 0,'-9'-35'793'0'0,"8"30"-144"0"0,0-1 0 0 0,0 1 0 0 0,0 0 0 0 0,-1-1 0 0 0,1 1 0 0 0,-1 0 0 0 0,-1 0 0 0 0,1 0 0 0 0,-1 0 0 0 0,0 0 0 0 0,0 1 0 0 0,0-1 0 0 0,-5-4 0 0 0,6 8-436 0 0,0 0 0 0 0,0 1 0 0 0,1-1 0 0 0,-1 1 0 0 0,0 0 0 0 0,0-1 0 0 0,0 1-1 0 0,0 0 1 0 0,1 0 0 0 0,-1 0 0 0 0,0 1 0 0 0,0-1 0 0 0,0 0 0 0 0,1 1 0 0 0,-1-1 0 0 0,0 1 0 0 0,0-1-1 0 0,1 1 1 0 0,-1 0 0 0 0,0 0 0 0 0,1 0 0 0 0,-1 0 0 0 0,1 0 0 0 0,-1 0 0 0 0,1 0 0 0 0,-3 3 0 0 0,-38 38 768 0 0,39-38-780 0 0,-52 61 246 0 0,3 3 0 0 0,3 2-1 0 0,3 2 1 0 0,-60 126 0 0 0,75-119-194 0 0,23-37-1183 0 0,10-1-3549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19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8290 0 0,'2'0'154'0'0,"1"1"0"0"0,-1-1 0 0 0,0 0 0 0 0,0 1 0 0 0,0 0 0 0 0,0-1 0 0 0,0 1 0 0 0,0 0 1 0 0,0 0-1 0 0,0 0 0 0 0,0 0 0 0 0,-1 0 0 0 0,1 1 0 0 0,0-1 0 0 0,-1 0 0 0 0,1 1 0 0 0,0 0 0 0 0,-1-1 0 0 0,0 1 1 0 0,1 0-1 0 0,0 2 0 0 0,1 3 528 0 0,0 0 0 0 0,-1-1 0 0 0,0 1-1 0 0,0 0 1 0 0,1 10 0 0 0,-1 10 598 0 0,-1-1 0 0 0,-1 1 0 0 0,-1-1 0 0 0,-8 50 0 0 0,4-41-1205 0 0,-1 64 0 0 0,7-75-843 0 0,-1 0-261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0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28 138 7370 0 0,'-4'0'132'0'0,"-20"5"7091"0"0,40 2-5959 0 0,-9-3-1014 0 0,0-1-1 0 0,0 1 1 0 0,-1 1 0 0 0,1-1 0 0 0,-1 1-1 0 0,0 0 1 0 0,0 0 0 0 0,-1 1 0 0 0,1 0-1 0 0,7 11 1 0 0,5 10-45 0 0,20 38 1 0 0,-9-13-109 0 0,-21-40-87 0 0,1 3-17 0 0,1 0 0 0 0,16 18 0 0 0,-25-30 15 0 0,1-1 0 0 0,1 0-1 0 0,-1 1 1 0 0,0-1 0 0 0,1 0 0 0 0,-1 0-1 0 0,1 0 1 0 0,-1 0 0 0 0,1-1 0 0 0,0 1-1 0 0,0-1 1 0 0,0 0 0 0 0,0 0 0 0 0,0 0 0 0 0,0 0-1 0 0,0 0 1 0 0,0 0 0 0 0,0-1 0 0 0,0 0-1 0 0,4 1 1 0 0,-4-2 45 0 0,-1 0-1 0 0,1 0 1 0 0,-1 0 0 0 0,1-1-1 0 0,-1 1 1 0 0,0-1-1 0 0,0 1 1 0 0,1-1-1 0 0,-1 0 1 0 0,0 1 0 0 0,0-1-1 0 0,0 0 1 0 0,-1 0-1 0 0,1-1 1 0 0,-1 1 0 0 0,1 0-1 0 0,-1-1 1 0 0,1 1-1 0 0,-1 0 1 0 0,0-1 0 0 0,0 0-1 0 0,0 1 1 0 0,-1-1-1 0 0,1 0 1 0 0,0-2 0 0 0,2-10 243 0 0,-1 0 0 0 0,0-1 0 0 0,0-14 1 0 0,-1-55-116 0 0,3-53 75 0 0,4 48-3000 0 0,-5 70-4383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1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23 1376 0 0,'0'0'99'0'0,"0"-1"-1"0"0,-1 1 1 0 0,1-1-1 0 0,0 1 1 0 0,-1-1-1 0 0,1 0 1 0 0,0 1-1 0 0,0-1 1 0 0,0 1 0 0 0,-1-1-1 0 0,1 0 1 0 0,0 1-1 0 0,0-1 1 0 0,0 1-1 0 0,0-1 1 0 0,0 0-1 0 0,0 1 1 0 0,0-1-1 0 0,0 0 1 0 0,1 1-1 0 0,-1-1 1 0 0,0 1-1 0 0,0-1 1 0 0,0 1-1 0 0,1-1 1 0 0,-1 0-1 0 0,0 1 1 0 0,1-1-1 0 0,-1 1 1 0 0,0-1-1 0 0,1 1 1 0 0,-1-1-1 0 0,1 1 1 0 0,-1 0 0 0 0,1-1-1 0 0,-1 1 1 0 0,1-1-1 0 0,-1 1 1 0 0,1 0-1 0 0,-1-1 1 0 0,1 1-1 0 0,-1 0 1 0 0,1 0-1 0 0,0 0 1 0 0,-1-1-1 0 0,2 1 1 0 0,-1 0 37 0 0,0 1 0 0 0,0-1 0 0 0,0 0 0 0 0,0 0 0 0 0,0 1 1 0 0,0-1-1 0 0,0 1 0 0 0,0-1 0 0 0,0 1 0 0 0,0 0 0 0 0,0-1 0 0 0,0 1 0 0 0,0 0 0 0 0,0 0 1 0 0,-1-1-1 0 0,1 1 0 0 0,0 0 0 0 0,0 0 0 0 0,-1 0 0 0 0,1 0 0 0 0,-1 0 0 0 0,1 0 1 0 0,-1 0-1 0 0,1 0 0 0 0,-1 0 0 0 0,0 0 0 0 0,1 2 0 0 0,3 20 317 0 0,-2 1-1 0 0,0-1 1 0 0,-2 1-1 0 0,-2 29 1 0 0,0-20-147 0 0,-14 177 878 0 0,-1 11-1867 0 0,17-193-26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1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 1840 0 0,'-1'0'208'0'0,"1"0"0"0"0,-1-1 0 0 0,1 1-1 0 0,-1 0 1 0 0,0-1 0 0 0,1 1 0 0 0,-1 0-1 0 0,1 0 1 0 0,-1-1 0 0 0,0 1-1 0 0,1 0 1 0 0,-1 0 0 0 0,0 0 0 0 0,1 0-1 0 0,-1 0 1 0 0,1 0 0 0 0,-1 0 0 0 0,0 0-1 0 0,1 0 1 0 0,-1 0 0 0 0,0 0-1 0 0,1 0 1 0 0,-2 1 0 0 0,3 11 3637 0 0,17 16-1327 0 0,102 107 1756 0 0,-84-90-3786 0 0,3-2-1 0 0,83 72 0 0 0,-81-84-428 0 0,0-2-1 0 0,84 43 0 0 0,-100-60-3297 0 0,47 13 1 0 0,-57-21-2199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2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95 5985 0 0,'0'-1'107'0'0,"0"0"0"0"0,1 1-1 0 0,-1-1 1 0 0,0 0-1 0 0,0 0 1 0 0,1 0 0 0 0,-1 1-1 0 0,1-1 1 0 0,-1 0 0 0 0,0 0-1 0 0,1 1 1 0 0,0-1 0 0 0,-1 0-1 0 0,1 1 1 0 0,-1-1-1 0 0,1 0 1 0 0,0 1 0 0 0,-1-1-1 0 0,1 1 1 0 0,0-1 0 0 0,0 1-1 0 0,17-14 1983 0 0,-15 12-1928 0 0,0 0 0 0 0,-1 0 0 0 0,1 0 1 0 0,0 1-1 0 0,0 0 0 0 0,0-1 1 0 0,0 1-1 0 0,0 0 0 0 0,0 0 0 0 0,1 1 1 0 0,-1-1-1 0 0,0 0 0 0 0,0 1 1 0 0,1 0-1 0 0,-1 0 0 0 0,0 0 0 0 0,0 0 1 0 0,1 1-1 0 0,-1-1 0 0 0,0 1 1 0 0,0 0-1 0 0,0 0 0 0 0,0 0 0 0 0,0 0 1 0 0,0 0-1 0 0,0 1 0 0 0,0 0 1 0 0,0-1-1 0 0,0 1 0 0 0,-1 0 1 0 0,1 0-1 0 0,-1 0 0 0 0,0 1 0 0 0,1-1 1 0 0,2 4-1 0 0,3 5 124 0 0,-1 0 0 0 0,0 1 1 0 0,0-1-1 0 0,-1 1 0 0 0,0 1 0 0 0,-1-1 1 0 0,4 17-1 0 0,-9-28-222 0 0,0-1 1 0 0,0 1-1 0 0,0 0 0 0 0,1-1 0 0 0,-1 1 1 0 0,0 0-1 0 0,0-1 0 0 0,1 1 0 0 0,-1-1 1 0 0,0 1-1 0 0,1 0 0 0 0,-1-1 0 0 0,0 1 1 0 0,1-1-1 0 0,-1 1 0 0 0,1-1 1 0 0,-1 1-1 0 0,1-1 0 0 0,-1 0 0 0 0,1 1 1 0 0,0-1-1 0 0,-1 0 0 0 0,1 1 0 0 0,-1-1 1 0 0,1 0-1 0 0,0 0 0 0 0,-1 1 1 0 0,1-1-1 0 0,0 0 0 0 0,0 0 0 0 0,1 0 38 0 0,0-1 0 0 0,-1 1 0 0 0,1-1 0 0 0,0 1 0 0 0,-1-1 0 0 0,1 0 0 0 0,-1 1 0 0 0,1-1 0 0 0,-1 0 0 0 0,1 0 0 0 0,-1 0 0 0 0,2-2 0 0 0,7-6 209 0 0,-1-1 1 0 0,13-17-1 0 0,-17 20-386 0 0,57-61-1284 0 0,-19 28-4302 0 0,-7 7-1063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5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27 3225 0 0,'-3'-3'220'0'0,"1"1"0"0"0,0 0 1 0 0,-1 0-1 0 0,1 0 0 0 0,-1 0 0 0 0,1 0 1 0 0,-1 0-1 0 0,0 1 0 0 0,0-1 1 0 0,0 1-1 0 0,0 0 0 0 0,0 0 1 0 0,0 0-1 0 0,0 0 0 0 0,0 1 0 0 0,0-1 1 0 0,0 1-1 0 0,-1 0 0 0 0,1-1 1 0 0,0 1-1 0 0,0 1 0 0 0,0-1 1 0 0,0 1-1 0 0,-1-1 0 0 0,1 1 0 0 0,0 0 1 0 0,-3 1-1 0 0,0 0 122 0 0,0 0 1 0 0,0 0-1 0 0,0 0 1 0 0,1 1-1 0 0,-1 0 1 0 0,1 0-1 0 0,0 0 0 0 0,0 1 1 0 0,0 0-1 0 0,0 0 1 0 0,0 0-1 0 0,1 0 1 0 0,-7 9-1 0 0,9-6-226 0 0,-1 0-1 0 0,1 0 1 0 0,0 0 0 0 0,1 0-1 0 0,0 0 1 0 0,0 0 0 0 0,0 0-1 0 0,1 0 1 0 0,0 1 0 0 0,0-1-1 0 0,1 0 1 0 0,0 0 0 0 0,0 0-1 0 0,1 0 1 0 0,0 0 0 0 0,0 0-1 0 0,0 0 1 0 0,1 0 0 0 0,0-1-1 0 0,1 1 1 0 0,5 8 0 0 0,-7-13-59 0 0,1 1 1 0 0,0-1-1 0 0,0 0 1 0 0,0 1-1 0 0,0-1 1 0 0,0 0 0 0 0,0-1-1 0 0,0 1 1 0 0,1 0-1 0 0,-1-1 1 0 0,0 0-1 0 0,1 0 1 0 0,0 0-1 0 0,-1 0 1 0 0,1-1 0 0 0,-1 1-1 0 0,1-1 1 0 0,0 0-1 0 0,-1 0 1 0 0,1 0-1 0 0,0-1 1 0 0,-1 1 0 0 0,1-1-1 0 0,-1 0 1 0 0,1 0-1 0 0,-1 0 1 0 0,1 0-1 0 0,-1-1 1 0 0,1 1 0 0 0,-1-1-1 0 0,0 0 1 0 0,4-3-1 0 0,-2 2-37 0 0,0 0 1 0 0,-1 0-1 0 0,1-1 0 0 0,-1 1 0 0 0,0-1 1 0 0,-1 0-1 0 0,1 0 0 0 0,0 0 0 0 0,-1-1 0 0 0,0 1 1 0 0,0-1-1 0 0,-1 0 0 0 0,1 0 0 0 0,-1 0 1 0 0,0 0-1 0 0,0 0 0 0 0,0 0 0 0 0,-1-1 0 0 0,0 1 1 0 0,0 0-1 0 0,0-8 0 0 0,-2 7 64 0 0,0 2 0 0 0,0-1 0 0 0,0 0 0 0 0,-1 0 0 0 0,1 0 0 0 0,-1 1-1 0 0,0-1 1 0 0,-1 0 0 0 0,1 1 0 0 0,-1 0 0 0 0,0 0 0 0 0,-4-5 0 0 0,5 7-61 0 0,0 0-1 0 0,1 0 1 0 0,-1 0 0 0 0,0 0 0 0 0,0 1-1 0 0,0-1 1 0 0,0 1 0 0 0,0 0-1 0 0,-1-1 1 0 0,1 1 0 0 0,0 0 0 0 0,-1 0-1 0 0,1 0 1 0 0,0 1 0 0 0,-1-1-1 0 0,1 1 1 0 0,-1-1 0 0 0,1 1 0 0 0,-1 0-1 0 0,0 0 1 0 0,1 0 0 0 0,-1 0 0 0 0,1 0-1 0 0,-1 0 1 0 0,1 1 0 0 0,-4 1-1 0 0,4-1-20 0 0,1 0-1 0 0,0 0 1 0 0,-1 0-1 0 0,1 1 1 0 0,0-1-1 0 0,0 0 1 0 0,-1 1-1 0 0,1-1 1 0 0,0 1-1 0 0,1 0 1 0 0,-1-1-1 0 0,0 1 0 0 0,0 0 1 0 0,1-1-1 0 0,-1 1 1 0 0,1 0-1 0 0,-1 0 1 0 0,1-1-1 0 0,0 1 1 0 0,0 2-1 0 0,-1 38-280 0 0,2-38 274 0 0,-1-1-1 0 0,1 1 0 0 0,0 0 0 0 0,0-1 0 0 0,0 1 0 0 0,1-1 0 0 0,-1 1 0 0 0,1-1 0 0 0,-1 0 1 0 0,1 0-1 0 0,0 0 0 0 0,1 0 0 0 0,-1 0 0 0 0,0 0 0 0 0,1 0 0 0 0,0-1 0 0 0,0 1 1 0 0,5 3-1 0 0,-3-3 1 0 0,0-1 0 0 0,0 0 1 0 0,0 0-1 0 0,0-1 0 0 0,0 1 1 0 0,0-1-1 0 0,0 0 1 0 0,1 0-1 0 0,-1-1 0 0 0,0 0 1 0 0,1 0-1 0 0,5 0 0 0 0,-2-1 24 0 0,-1 0-1 0 0,1-1 0 0 0,-1 0 0 0 0,1 0 1 0 0,-1 0-1 0 0,0-1 0 0 0,0-1 1 0 0,0 1-1 0 0,-1-1 0 0 0,1 0 0 0 0,-1-1 1 0 0,0 0-1 0 0,0 0 0 0 0,0-1 1 0 0,-1 0-1 0 0,8-8 0 0 0,-12 12-2 0 0,-1 0-1 0 0,0 0 1 0 0,1 0-1 0 0,-1 0 1 0 0,0-1-1 0 0,0 1 1 0 0,0 0-1 0 0,0-1 1 0 0,0 1-1 0 0,-1 0 1 0 0,1-1-1 0 0,-1 1 1 0 0,0-1-1 0 0,1 1 1 0 0,-1-1-1 0 0,0 1 1 0 0,0-1-1 0 0,-1 1 1 0 0,1-1-1 0 0,0 1 1 0 0,-1-1-1 0 0,0 1 1 0 0,1-1-1 0 0,-1 1 1 0 0,0 0-1 0 0,0-1 1 0 0,-1 1-1 0 0,1 0 1 0 0,0 0-1 0 0,-1 0 1 0 0,1 0-1 0 0,-1 0 1 0 0,0 0-1 0 0,1 0 0 0 0,-1 1 1 0 0,0-1-1 0 0,0 1 1 0 0,-4-3 0 0 0,2 1-10 0 0,0 1 1 0 0,-1-1-1 0 0,1 1 1 0 0,-1 0-1 0 0,0 0 1 0 0,1 1-1 0 0,-1-1 1 0 0,0 1-1 0 0,0 0 1 0 0,0 1-1 0 0,0-1 1 0 0,0 1-1 0 0,0 0 1 0 0,0 0-1 0 0,0 0 1 0 0,0 1-1 0 0,0-1 1 0 0,-9 4-1 0 0,8-1-12 0 0,0 0-1 0 0,0 1 1 0 0,0-1-1 0 0,1 1 1 0 0,0 1 0 0 0,-1-1-1 0 0,1 1 1 0 0,1 0-1 0 0,-1 0 1 0 0,1 0-1 0 0,-6 9 1 0 0,7-10 0 0 0,1 0 0 0 0,0-1-1 0 0,-1 1 1 0 0,1 1 0 0 0,1-1 0 0 0,-1 0 0 0 0,1 0-1 0 0,-1 1 1 0 0,1-1 0 0 0,1 1 0 0 0,-1-1 0 0 0,1 1 0 0 0,-1 0-1 0 0,1-1 1 0 0,0 1 0 0 0,1-1 0 0 0,-1 1 0 0 0,2 4 0 0 0,-1-7 1 0 0,-1-1 1 0 0,1 1 0 0 0,0-1 0 0 0,-1 1 0 0 0,1-1 0 0 0,0 1 0 0 0,0-1 0 0 0,0 1 0 0 0,0-1 0 0 0,0 0 0 0 0,1 0 0 0 0,-1 1 0 0 0,0-1 0 0 0,1 0 0 0 0,-1 0 0 0 0,0 0 0 0 0,1 0 0 0 0,-1-1 0 0 0,1 1 0 0 0,3 1 0 0 0,-2-1-13 0 0,0-1 0 0 0,0 1 0 0 0,1-1 0 0 0,-1 0-1 0 0,0 0 1 0 0,0 0 0 0 0,0 0 0 0 0,1-1 0 0 0,-1 1 0 0 0,6-3 0 0 0,-5 2 0 0 0,1 0 0 0 0,-1-1 0 0 0,0 0 0 0 0,1 0 0 0 0,-1 0 0 0 0,0 0 0 0 0,0-1 0 0 0,0 1 0 0 0,-1-1 0 0 0,1 0 0 0 0,-1-1 0 0 0,0 1 0 0 0,1 0 0 0 0,-1-1 0 0 0,4-7 0 0 0,-6 9 27 0 0,-1 0 0 0 0,0 0 0 0 0,0 0 0 0 0,0 0 0 0 0,0 0 0 0 0,-1 1 0 0 0,1-1 0 0 0,0 0 0 0 0,-1 0 0 0 0,0 0 0 0 0,1 0 0 0 0,-1 0 0 0 0,0 1 0 0 0,0-1 0 0 0,0 0-1 0 0,0 1 1 0 0,0-1 0 0 0,0 1 0 0 0,0-1 0 0 0,-1 1 0 0 0,-2-3 0 0 0,-31-28 137 0 0,31 30-116 0 0,1-1 0 0 0,-1 1 0 0 0,0-1 1 0 0,0 1-1 0 0,0 1 0 0 0,0-1 0 0 0,0 0 1 0 0,0 1-1 0 0,0 0 0 0 0,-1 0 0 0 0,1 0 0 0 0,0 1 1 0 0,-1-1-1 0 0,1 1 0 0 0,-1 0 0 0 0,-5 1 0 0 0,7 0-15 0 0,0 0-1 0 0,1-1 0 0 0,-1 2 0 0 0,0-1 0 0 0,1 0 0 0 0,-1 1 0 0 0,1-1 0 0 0,0 1 1 0 0,-1-1-1 0 0,1 1 0 0 0,0 0 0 0 0,0 0 0 0 0,0 0 0 0 0,1 1 0 0 0,-1-1 0 0 0,0 0 0 0 0,1 1 1 0 0,-1-1-1 0 0,1 0 0 0 0,0 1 0 0 0,0 0 0 0 0,0-1 0 0 0,0 1 0 0 0,0 0 0 0 0,1 0 1 0 0,-1 3-1 0 0,0-4-15 0 0,1 0 0 0 0,-1 0 1 0 0,1-1-1 0 0,-1 1 1 0 0,1 0-1 0 0,0 0 0 0 0,0 0 1 0 0,0 0-1 0 0,0-1 1 0 0,1 1-1 0 0,-1 0 0 0 0,0 0 1 0 0,1 0-1 0 0,-1-1 0 0 0,1 1 1 0 0,-1 0-1 0 0,1-1 1 0 0,0 1-1 0 0,0 0 0 0 0,0-1 1 0 0,0 1-1 0 0,0-1 1 0 0,2 2-1 0 0,-2-1-4 0 0,1-1-1 0 0,1 0 1 0 0,-1 0-1 0 0,0 0 1 0 0,0 0-1 0 0,0-1 1 0 0,0 1-1 0 0,1-1 1 0 0,-1 1-1 0 0,0-1 1 0 0,1 0 0 0 0,-1 1-1 0 0,0-1 1 0 0,1-1-1 0 0,3 1 1 0 0,4-2 26 0 0,1 0 0 0 0,0-1 1 0 0,-1 0-1 0 0,1 0 1 0 0,-1-1-1 0 0,15-8 0 0 0,-23 11 12 0 0,1-1 0 0 0,-1 1 0 0 0,1-1-1 0 0,-1 0 1 0 0,0 0 0 0 0,0 0 0 0 0,0 0-1 0 0,0 0 1 0 0,0 0 0 0 0,0-1 0 0 0,-1 1-1 0 0,1-1 1 0 0,1-2 0 0 0,-3 4-27 0 0,0 1 0 0 0,0-1 0 0 0,1 1 0 0 0,-1-1 1 0 0,0 0-1 0 0,0 1 0 0 0,0-1 0 0 0,0 0 0 0 0,0 1 0 0 0,0-1 0 0 0,0 0 0 0 0,0 1 1 0 0,0-1-1 0 0,-1 1 0 0 0,1-1 0 0 0,0 0 0 0 0,0 1 0 0 0,0-1 0 0 0,-1 1 1 0 0,1-1-1 0 0,0 0 0 0 0,-1 1 0 0 0,0-1 0 0 0,0 0-11 0 0,0 0 1 0 0,-1 0-1 0 0,1 0 1 0 0,-1 0-1 0 0,1 0 1 0 0,0 0-1 0 0,-1 1 0 0 0,0-1 1 0 0,1 1-1 0 0,-1-1 1 0 0,1 1-1 0 0,-1 0 0 0 0,-2-1 1 0 0,0 1-18 0 0,0 0 0 0 0,0 0 0 0 0,0 0 0 0 0,-1 1 0 0 0,1-1 0 0 0,0 1 0 0 0,0 0 0 0 0,1 0 0 0 0,-1 1 0 0 0,0-1 0 0 0,0 1 0 0 0,1 0 0 0 0,-1 0 0 0 0,0 0 0 0 0,1 0 0 0 0,0 0 0 0 0,-5 5 0 0 0,4-3-404 0 0,0-1 0 0 0,1 1-1 0 0,0 0 1 0 0,0 0 0 0 0,0 0 0 0 0,0 0-1 0 0,1 0 1 0 0,-4 9 0 0 0,0 5-6357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6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44 6449 0 0,'-3'-2'184'0'0,"0"1"0"0"0,0 0-1 0 0,0 0 1 0 0,0 1 0 0 0,0-1-1 0 0,0 1 1 0 0,0-1 0 0 0,0 1-1 0 0,0 0 1 0 0,0 0 0 0 0,0 0-1 0 0,0 1 1 0 0,0-1 0 0 0,0 1-1 0 0,0 0 1 0 0,0-1 0 0 0,0 1-1 0 0,0 1 1 0 0,0-1 0 0 0,0 0-1 0 0,0 1 1 0 0,1-1 0 0 0,-1 1-1 0 0,1 0 1 0 0,-1 0 0 0 0,1 0-1 0 0,0 0 1 0 0,-1 0 0 0 0,1 1-1 0 0,0-1 1 0 0,1 1 0 0 0,-1-1-1 0 0,0 1 1 0 0,1 0 0 0 0,-2 3-1 0 0,1 0-31 0 0,1 0-1 0 0,-1 0 0 0 0,1 0 0 0 0,1 0 0 0 0,-1 0 0 0 0,1 1 0 0 0,0-1 1 0 0,0 0-1 0 0,1 0 0 0 0,0 1 0 0 0,0-1 0 0 0,0 0 0 0 0,4 10 0 0 0,-4-14-141 0 0,0 0 0 0 0,1 1 0 0 0,-1-1 0 0 0,0 0 0 0 0,0 0-1 0 0,1 0 1 0 0,-1 0 0 0 0,1 0 0 0 0,0-1 0 0 0,0 1-1 0 0,0 0 1 0 0,-1-1 0 0 0,1 1 0 0 0,1-1 0 0 0,-1 0-1 0 0,0 0 1 0 0,0 0 0 0 0,0 0 0 0 0,1 0 0 0 0,-1 0 0 0 0,0 0-1 0 0,1-1 1 0 0,-1 1 0 0 0,1-1 0 0 0,-1 0 0 0 0,1 0-1 0 0,-1 0 1 0 0,0 0 0 0 0,1 0 0 0 0,-1 0 0 0 0,1-1 0 0 0,-1 1-1 0 0,1-1 1 0 0,-1 1 0 0 0,0-1 0 0 0,5-2 0 0 0,-5 2-7 0 0,0-1 0 0 0,1 1 0 0 0,-1 0 0 0 0,0-1 0 0 0,0 1 0 0 0,0-1 0 0 0,-1 0 0 0 0,1 1 0 0 0,0-1 0 0 0,0 0 0 0 0,-1 0 0 0 0,0 0 0 0 0,1-1 0 0 0,-1 1 0 0 0,0 0 0 0 0,0 0 0 0 0,0-1 0 0 0,0 1 0 0 0,0-1 0 0 0,-1 1 0 0 0,1 0 0 0 0,-1-1 0 0 0,0 1 0 0 0,1-1 0 0 0,-1 1 0 0 0,0-1 0 0 0,-1 0 0 0 0,1 1 0 0 0,0-1 0 0 0,-1 1 0 0 0,1 0 0 0 0,-1-1 0 0 0,-2-4 0 0 0,3 4 75 0 0,-1 1 1 0 0,0-1 0 0 0,0 0-1 0 0,0 1 1 0 0,0-1-1 0 0,0 0 1 0 0,-1 1-1 0 0,1-1 1 0 0,-1 1-1 0 0,1 0 1 0 0,-1-1 0 0 0,0 1-1 0 0,0 0 1 0 0,0 0-1 0 0,0 0 1 0 0,-1 1-1 0 0,1-1 1 0 0,0 0 0 0 0,-1 1-1 0 0,1 0 1 0 0,-1-1-1 0 0,1 1 1 0 0,-1 0-1 0 0,0 0 1 0 0,0 0 0 0 0,1 1-1 0 0,-1-1 1 0 0,0 1-1 0 0,-4-1 1 0 0,5 2-50 0 0,0 0 0 0 0,0 0 0 0 0,-1 0 0 0 0,1 0 0 0 0,0 0 0 0 0,0 0 0 0 0,0 1 0 0 0,0-1 0 0 0,0 0 0 0 0,1 1 0 0 0,-1 0 0 0 0,0-1 0 0 0,1 1 1 0 0,-1 0-1 0 0,1 0 0 0 0,-1 0 0 0 0,1 0 0 0 0,0 0 0 0 0,0 0 0 0 0,0 1 0 0 0,0-1 0 0 0,1 0 0 0 0,-1 0 0 0 0,0 1 0 0 0,1-1 0 0 0,-1 5 0 0 0,0 2-42 0 0,-1 0-1 0 0,2 0 1 0 0,-1 0 0 0 0,1 0-1 0 0,2 17 1 0 0,-2-25 10 0 0,0 0 0 0 0,0 0 0 0 0,1 0 0 0 0,-1 1 0 0 0,0-1 0 0 0,0 0 0 0 0,0 0 0 0 0,1 0 0 0 0,-1 0 0 0 0,1 1 0 0 0,-1-1 0 0 0,1 0 0 0 0,-1 0 0 0 0,1 0 0 0 0,0 0 0 0 0,0 0 0 0 0,-1 0 0 0 0,1 0 0 0 0,0 0 0 0 0,0-1 0 0 0,0 1-1 0 0,0 0 1 0 0,0 0 0 0 0,0-1 0 0 0,0 1 0 0 0,0 0 0 0 0,0-1 0 0 0,0 1 0 0 0,0-1 0 0 0,0 0 0 0 0,1 1 0 0 0,-1-1 0 0 0,0 0 0 0 0,0 0 0 0 0,0 0 0 0 0,1 0 0 0 0,-1 0 0 0 0,0 0 0 0 0,0 0 0 0 0,1 0 0 0 0,-1 0 0 0 0,0 0 0 0 0,0-1 0 0 0,0 1 0 0 0,0 0 0 0 0,1-1 0 0 0,-1 1 0 0 0,0-1 0 0 0,0 0 0 0 0,0 1 0 0 0,1-2 0 0 0,3 0 31 0 0,-1-1 0 0 0,0 0 0 0 0,0 0 0 0 0,0 0 0 0 0,0-1 0 0 0,0 0 1 0 0,-1 1-1 0 0,1-1 0 0 0,-1 0 0 0 0,0-1 0 0 0,3-4 0 0 0,-5 5 1 0 0,0 0-1 0 0,0-1 1 0 0,-1 1 0 0 0,1 0-1 0 0,-1-1 1 0 0,0 1 0 0 0,0-1-1 0 0,0 1 1 0 0,-1 0 0 0 0,1-1-1 0 0,-1 1 1 0 0,0 0 0 0 0,-3-8-1 0 0,2 8 8 0 0,1 1 0 0 0,0-1-1 0 0,-1 1 1 0 0,1-1 0 0 0,-1 1-1 0 0,0-1 1 0 0,0 1-1 0 0,-1 0 1 0 0,1 0 0 0 0,0 0-1 0 0,-1 1 1 0 0,0-1-1 0 0,0 0 1 0 0,0 1 0 0 0,0 0-1 0 0,-3-3 1 0 0,5 5-32 0 0,1 0 0 0 0,-1 0 0 0 0,1-1 0 0 0,-1 1 0 0 0,0 0 1 0 0,1 0-1 0 0,-1 0 0 0 0,1 0 0 0 0,-1 0 0 0 0,1 0 0 0 0,-1 0 0 0 0,1 0 0 0 0,-1 0 0 0 0,0 0 1 0 0,1 0-1 0 0,-1 0 0 0 0,1 0 0 0 0,-1 0 0 0 0,1 0 0 0 0,-1 1 0 0 0,1-1 0 0 0,-1 0 0 0 0,1 0 0 0 0,-1 1 1 0 0,1-1-1 0 0,-1 0 0 0 0,1 1 0 0 0,-1-1 0 0 0,1 0 0 0 0,-1 1 0 0 0,-4 18 217 0 0,4-15-184 0 0,1 1 1 0 0,0-1 0 0 0,1 0 0 0 0,-1 1-1 0 0,1-1 1 0 0,0 0 0 0 0,2 6-1 0 0,-2-8-37 0 0,1 0 0 0 0,-1 0 0 0 0,1-1 0 0 0,0 1 0 0 0,-1 0 0 0 0,1-1 0 0 0,0 1 0 0 0,0-1 0 0 0,1 1 0 0 0,-1-1 0 0 0,0 0 0 0 0,0 0 0 0 0,1 0 0 0 0,-1 0 0 0 0,0-1 0 0 0,4 2 0 0 0,-5-2 0 0 0,0 0 0 0 0,0 1 0 0 0,0-1 0 0 0,-1 0 0 0 0,1 0 0 0 0,0 0 0 0 0,0 0 0 0 0,0 0 0 0 0,0 0 0 0 0,0 0 0 0 0,0 0 0 0 0,0 0 0 0 0,0 0 0 0 0,0 0 0 0 0,0-1 0 0 0,-1 1 0 0 0,1 0 0 0 0,0-1 0 0 0,0 1 0 0 0,0 0 0 0 0,0-1 0 0 0,-1 1 0 0 0,1-1 0 0 0,0 0 0 0 0,0 1 0 0 0,-1-1 0 0 0,1 0 0 0 0,0 1 0 0 0,-1-1 0 0 0,1 0 0 0 0,-1 1 0 0 0,1-1 0 0 0,-1 0 0 0 0,1 0 0 0 0,-1 0 0 0 0,0 0 0 0 0,1 1 0 0 0,-1-1 0 0 0,0 0 0 0 0,0 0 0 0 0,0 0 0 0 0,0 0 0 0 0,1 0 0 0 0,-1-1 0 0 0,-2-7 134 0 0,0 0 0 0 0,0 0 0 0 0,-1 1 0 0 0,0-1 0 0 0,0 1 0 0 0,-7-11 0 0 0,2 2 57 0 0,8 14-157 0 0,-1 1 0 0 0,0 0 0 0 0,0 0 0 0 0,-1 0 0 0 0,1 0 1 0 0,0-1-1 0 0,-1 2 0 0 0,1-1 0 0 0,-1 0 0 0 0,0 0 0 0 0,1 0 1 0 0,-4-1-1 0 0,5 3-26 0 0,-1-1 1 0 0,1 1-1 0 0,0 0 1 0 0,-1 0-1 0 0,1 0 1 0 0,0 0-1 0 0,-1 0 1 0 0,1 0 0 0 0,0 0-1 0 0,-1 0 1 0 0,1 0-1 0 0,-1 0 1 0 0,1 0-1 0 0,0 0 1 0 0,-1 0-1 0 0,1 0 1 0 0,0 0-1 0 0,-1 0 1 0 0,1 1-1 0 0,0-1 1 0 0,-1 0 0 0 0,1 0-1 0 0,0 0 1 0 0,-1 0-1 0 0,1 1 1 0 0,0-1-1 0 0,0 0 1 0 0,-1 1-1 0 0,-8 18 101 0 0,7-8-582 0 0,0 0 1 0 0,0 0-1 0 0,1 1 0 0 0,0-1 1 0 0,1 0-1 0 0,2 17 0 0 0,-2-26 388 0 0,0 1 0 0 0,1-1 0 0 0,-1 0 0 0 0,0 0 0 0 0,1 0 0 0 0,0 0 0 0 0,-1 0 0 0 0,1 0 0 0 0,0-1 0 0 0,0 1 0 0 0,0 0 0 0 0,0 0 0 0 0,0-1 0 0 0,1 1 0 0 0,-1 0 0 0 0,1-1-1 0 0,-1 1 1 0 0,1-1 0 0 0,-1 0 0 0 0,1 1 0 0 0,0-1 0 0 0,-1 0 0 0 0,1 0 0 0 0,0 0 0 0 0,0 0 0 0 0,0 0 0 0 0,0-1 0 0 0,0 1 0 0 0,0-1 0 0 0,0 1 0 0 0,0-1 0 0 0,0 0 0 0 0,0 0 0 0 0,0 1-1 0 0,0-1 1 0 0,0-1 0 0 0,0 1 0 0 0,0 0 0 0 0,1 0 0 0 0,-1-1 0 0 0,0 1 0 0 0,0-1 0 0 0,2-1 0 0 0,14-5-380 0 0,-1-6 331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30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23 3225 0 0,'-1'-1'-90'0'0,"-10"-20"6410"0"0,11 21-6204 0 0,1 0 35 0 0,0 0 0 0 0,-1 1-1 0 0,1-1 1 0 0,0 0 0 0 0,-1 1-1 0 0,1-1 1 0 0,0 0-1 0 0,-1 1 1 0 0,1-1 0 0 0,0 1-1 0 0,-1-1 1 0 0,1 1 0 0 0,-1 0-1 0 0,1-1 1 0 0,-1 1 0 0 0,1 0-1 0 0,-1-1 1 0 0,0 1-1 0 0,1 0 1 0 0,-1-1 0 0 0,0 1-1 0 0,1 0 1 0 0,-1 0 0 0 0,0-1-1 0 0,0 1 1 0 0,0 1 0 0 0,8 23 1160 0 0,-8-23-1035 0 0,1 1-22 0 0,1 6 217 0 0,0-1-1 0 0,0 1 1 0 0,1-1 0 0 0,1 0 0 0 0,7 14 0 0 0,-11-21-427 0 0,1 0 0 0 0,0 0 0 0 0,0 1 0 0 0,0-1-1 0 0,0 0 1 0 0,0 0 0 0 0,0 0 0 0 0,1 0 0 0 0,-1-1 0 0 0,0 1 0 0 0,0 0 0 0 0,1 0 0 0 0,-1-1 0 0 0,0 1 0 0 0,1-1 0 0 0,-1 1 0 0 0,2 0 0 0 0,-1-1-10 0 0,0-1 0 0 0,0 1 1 0 0,0 0-1 0 0,0 0 0 0 0,0-1 0 0 0,0 1 0 0 0,0-1 1 0 0,0 1-1 0 0,0-1 0 0 0,0 0 0 0 0,0 0 0 0 0,-1 0 1 0 0,1 0-1 0 0,0 0 0 0 0,-1 0 0 0 0,3-2 1 0 0,-3 2-28 0 0,-1 1 0 0 0,1 0 0 0 0,-1-1 0 0 0,1 1 0 0 0,-1 0 0 0 0,1-1 0 0 0,-1 1 0 0 0,1-1 1 0 0,-1 1-1 0 0,1-1 0 0 0,-1 1 0 0 0,1-1 0 0 0,-1 1 0 0 0,0-1 0 0 0,1 1 0 0 0,-1-1 0 0 0,0 0 1 0 0,0 1-1 0 0,1-1 0 0 0,-1 0 0 0 0,0 1 0 0 0,0-1 0 0 0,0 0 0 0 0,0 1 0 0 0,0-1 0 0 0,0 1 0 0 0,0-1 1 0 0,0 0-1 0 0,0 1 0 0 0,0-1 0 0 0,0 0 0 0 0,0 1 0 0 0,0-1 0 0 0,-1 0 0 0 0,1 1 0 0 0,0-1 1 0 0,0 1-1 0 0,-1-1 0 0 0,1 0 0 0 0,0 1 0 0 0,-1-1 0 0 0,1 1 0 0 0,-1-1 0 0 0,1 1 0 0 0,-1-1 1 0 0,1 1-1 0 0,-1 0 0 0 0,1-1 0 0 0,-1 1 0 0 0,1-1 0 0 0,-1 1 0 0 0,1 0 0 0 0,-1 0 0 0 0,0-1 1 0 0,1 1-1 0 0,-1 0 0 0 0,0 0 0 0 0,1 0 0 0 0,-1 0 0 0 0,0-1 0 0 0,-3 0 15 0 0,1 0-1 0 0,-1 0 1 0 0,0 0 0 0 0,1 0-1 0 0,-1 1 1 0 0,0-1-1 0 0,1 1 1 0 0,-1 0-1 0 0,-6 1 1 0 0,7 0-16 0 0,1 0 0 0 0,0 0 0 0 0,0 0 0 0 0,-1 0 0 0 0,1 0 0 0 0,0 0 0 0 0,0 1 0 0 0,0-1 0 0 0,1 1 0 0 0,-1 0-1 0 0,0-1 1 0 0,0 1 0 0 0,1 0 0 0 0,-1 0 0 0 0,1 0 0 0 0,0 0 0 0 0,-2 5 0 0 0,1-3 15 0 0,0 1-1 0 0,0 0 0 0 0,1 0 1 0 0,0 0-1 0 0,0 0 1 0 0,0 0-1 0 0,1 0 0 0 0,-1 10 1 0 0,2-11-4 0 0,-1 1 0 0 0,1 0 1 0 0,-1 0-1 0 0,1-1 1 0 0,1 1-1 0 0,-1 0 0 0 0,1-1 1 0 0,-1 1-1 0 0,5 5 0 0 0,-5-8-13 0 0,0 0 0 0 0,1 0 1 0 0,-1 0-1 0 0,1 0 0 0 0,-1 0 0 0 0,1-1 0 0 0,0 1 0 0 0,-1-1 0 0 0,1 1 0 0 0,0-1 0 0 0,0 0 0 0 0,0 1 0 0 0,0-1 0 0 0,1 0 0 0 0,-1 0 0 0 0,0-1 0 0 0,0 1 0 0 0,5 1 0 0 0,-5-2-6 0 0,0 0-1 0 0,1 1 1 0 0,-1-1-1 0 0,1 0 1 0 0,-1 0-1 0 0,0 0 0 0 0,1-1 1 0 0,-1 1-1 0 0,0-1 1 0 0,1 1-1 0 0,-1-1 0 0 0,0 0 1 0 0,0 1-1 0 0,1-1 1 0 0,-1-1-1 0 0,0 1 0 0 0,0 0 1 0 0,0 0-1 0 0,0-1 1 0 0,0 1-1 0 0,-1-1 0 0 0,1 1 1 0 0,0-1-1 0 0,-1 0 1 0 0,1 0-1 0 0,-1 0 1 0 0,0 0-1 0 0,1 0 0 0 0,-1 0 1 0 0,0 0-1 0 0,0 0 1 0 0,0 0-1 0 0,0-5 0 0 0,0 4 0 0 0,0 0-1 0 0,-1-1 0 0 0,1 1 1 0 0,-1 0-1 0 0,0-1 0 0 0,0 1 1 0 0,-1-1-1 0 0,1 1 0 0 0,0 0 1 0 0,-1-1-1 0 0,0 1 0 0 0,0 0 1 0 0,0 0-1 0 0,0-1 0 0 0,-1 1 1 0 0,1 0-1 0 0,-1 0 0 0 0,0 0 1 0 0,0 1-1 0 0,0-1 0 0 0,0 0 1 0 0,0 1-1 0 0,-4-4 0 0 0,2 3 15 0 0,0 0-1 0 0,0 1 0 0 0,0 0 0 0 0,0-1 0 0 0,0 2 1 0 0,0-1-1 0 0,-1 0 0 0 0,1 1 0 0 0,-1 0 0 0 0,1 0 0 0 0,-1 0 1 0 0,1 0-1 0 0,-1 1 0 0 0,1 0 0 0 0,-1 0 0 0 0,0 0 1 0 0,1 1-1 0 0,-1-1 0 0 0,1 1 0 0 0,-1 0 0 0 0,-5 2 0 0 0,5-1 2 0 0,0 0 0 0 0,0 0 0 0 0,0 0 0 0 0,0 1-1 0 0,1 0 1 0 0,-1 0 0 0 0,1 0 0 0 0,0 0 0 0 0,0 0-1 0 0,0 1 1 0 0,1 0 0 0 0,-1 0 0 0 0,1 0 0 0 0,0 0-1 0 0,0 1 1 0 0,0-1 0 0 0,0 1 0 0 0,-3 7 0 0 0,6-10-13 0 0,-1 0 0 0 0,1 0 0 0 0,0 0 0 0 0,-1 0 0 0 0,1-1 0 0 0,0 1 0 0 0,0 0 0 0 0,0 0 0 0 0,0 0 0 0 0,0 0 0 0 0,1 0 0 0 0,-1 0 0 0 0,1-1 0 0 0,-1 1 0 0 0,1 0 0 0 0,-1 0 0 0 0,1-1 0 0 0,1 3 0 0 0,1 0-4 0 0,-1 0-1 0 0,1-1 1 0 0,0 1 0 0 0,0-1-1 0 0,0 0 1 0 0,1 0 0 0 0,5 4 0 0 0,1 0-11 0 0,1-1 0 0 0,0 0 0 0 0,0 0 0 0 0,21 6 0 0 0,-29-11-2 0 0,1 0-1 0 0,-1 0 0 0 0,1 0 0 0 0,0 0 0 0 0,-1-1 0 0 0,1 0 0 0 0,-1 1 0 0 0,1-1 0 0 0,0-1 0 0 0,-1 1 0 0 0,1 0 1 0 0,0-1-1 0 0,-1 0 0 0 0,1 0 0 0 0,-1 0 0 0 0,1 0 0 0 0,-1-1 0 0 0,0 1 0 0 0,1-1 0 0 0,-1 0 0 0 0,5-4 0 0 0,-6 4 34 0 0,1-1-1 0 0,-1 1 1 0 0,0-1-1 0 0,0 0 1 0 0,0 0-1 0 0,-1 1 1 0 0,1-1-1 0 0,-1-1 1 0 0,1 1-1 0 0,-1 0 1 0 0,0 0-1 0 0,0 0 1 0 0,-1-1-1 0 0,1 1 1 0 0,-1-1-1 0 0,1 1 1 0 0,-1 0-1 0 0,0-1 1 0 0,0 1-1 0 0,-1-1 1 0 0,1 1-1 0 0,-1 0 1 0 0,-1-6-1 0 0,0 2 39 0 0,-1 0 0 0 0,0 0 0 0 0,0 0-1 0 0,0 0 1 0 0,-1 1 0 0 0,0 0 0 0 0,0 0-1 0 0,0 0 1 0 0,-1 0 0 0 0,0 1 0 0 0,0-1-1 0 0,0 1 1 0 0,-9-5 0 0 0,12 8-45 0 0,0 0 1 0 0,0 1-1 0 0,0 0 1 0 0,0-1-1 0 0,-1 1 0 0 0,1 0 1 0 0,0 0-1 0 0,-1 1 1 0 0,1-1-1 0 0,-1 0 0 0 0,1 1 1 0 0,-1-1-1 0 0,1 1 1 0 0,-1 0-1 0 0,1 0 0 0 0,-1 0 1 0 0,0 0-1 0 0,1 0 1 0 0,-1 1-1 0 0,1-1 0 0 0,-1 1 1 0 0,1-1-1 0 0,0 1 1 0 0,-1 0-1 0 0,1 0 0 0 0,0 0 1 0 0,-1 1-1 0 0,1-1 1 0 0,0 0-1 0 0,0 1 0 0 0,0-1 1 0 0,0 1-1 0 0,0 0 1 0 0,0 0-1 0 0,1 0 0 0 0,-1 0 1 0 0,1 0-1 0 0,-1 0 1 0 0,1 0-1 0 0,-2 4 0 0 0,2-5-9 0 0,0 1-1 0 0,0 0 0 0 0,0 0 0 0 0,0 0 1 0 0,0 0-1 0 0,0 0 0 0 0,1 1 1 0 0,-1-1-1 0 0,1 0 0 0 0,0 0 0 0 0,-1 0 1 0 0,1 0-1 0 0,0 1 0 0 0,0-1 1 0 0,1 0-1 0 0,-1 0 0 0 0,0 0 0 0 0,1 1 1 0 0,-1-1-1 0 0,2 2 0 0 0,-1 0-5 0 0,1-1-1 0 0,0 0 0 0 0,0 0 1 0 0,0 0-1 0 0,0 0 1 0 0,0-1-1 0 0,1 1 0 0 0,-1 0 1 0 0,1-1-1 0 0,0 0 0 0 0,5 4 1 0 0,-4-3-30 0 0,1-1 0 0 0,-1 1 1 0 0,1-1-1 0 0,0 0 0 0 0,0 0 0 0 0,0 0 0 0 0,0 0 1 0 0,0-1-1 0 0,0 0 0 0 0,0 0 0 0 0,0-1 1 0 0,0 1-1 0 0,0-1 0 0 0,1 0 0 0 0,-1-1 0 0 0,0 1 1 0 0,8-3-1 0 0,-12 3 37 0 0,0-1 0 0 0,1 0 0 0 0,-1 0 0 0 0,0 1-1 0 0,0-1 1 0 0,0 0 0 0 0,0 0 0 0 0,0-1 0 0 0,0 1 0 0 0,0 0 0 0 0,0 0 0 0 0,-1 0 0 0 0,1-1 0 0 0,0 1 0 0 0,-1 0 0 0 0,1-1 0 0 0,0 1 0 0 0,-1 0-1 0 0,0-1 1 0 0,1 1 0 0 0,-1-1 0 0 0,0 1 0 0 0,0-1 0 0 0,0 1 0 0 0,0 0 0 0 0,0-1 0 0 0,0 1 0 0 0,0-1 0 0 0,0 1 0 0 0,-1-1 0 0 0,1 1-1 0 0,-1 0 1 0 0,1-1 0 0 0,-1 1 0 0 0,0-2 0 0 0,-2-6 4 0 0,-1 1-1 0 0,1-1 0 0 0,-11-15 1 0 0,10 18 16 0 0,0 0 1 0 0,0-1-1 0 0,-1 2 1 0 0,0-1 0 0 0,0 0-1 0 0,-1 1 1 0 0,-10-8 0 0 0,15 12-15 0 0,-1 1 1 0 0,1-1-1 0 0,0 0 1 0 0,-1 1-1 0 0,1-1 1 0 0,-1 0 0 0 0,1 1-1 0 0,-1 0 1 0 0,1-1-1 0 0,-1 1 1 0 0,1 0 0 0 0,-1 0-1 0 0,1 0 1 0 0,-1 0-1 0 0,1 0 1 0 0,-1 0 0 0 0,-2 1-1 0 0,2 0-2 0 0,0 0-1 0 0,0 0 1 0 0,0 0-1 0 0,1 0 1 0 0,-1 1 0 0 0,0-1-1 0 0,1 0 1 0 0,-1 1-1 0 0,1-1 1 0 0,0 1 0 0 0,-1 0-1 0 0,1-1 1 0 0,0 1-1 0 0,0 0 1 0 0,0 0-1 0 0,0 0 1 0 0,0 2 0 0 0,-2 2 3 0 0,1 0 1 0 0,-1 0 0 0 0,1 0 0 0 0,1 0 0 0 0,-1 0 0 0 0,1 0 0 0 0,0 0 0 0 0,1 9 0 0 0,0-13-7 0 0,0 0 1 0 0,0 0-1 0 0,1-1 1 0 0,-1 1 0 0 0,1 0-1 0 0,-1 0 1 0 0,1 0-1 0 0,0-1 1 0 0,-1 1 0 0 0,1 0-1 0 0,0-1 1 0 0,0 1 0 0 0,0-1-1 0 0,1 1 1 0 0,-1-1-1 0 0,0 1 1 0 0,0-1 0 0 0,1 0-1 0 0,-1 0 1 0 0,1 1-1 0 0,-1-1 1 0 0,1 0 0 0 0,0-1-1 0 0,-1 1 1 0 0,1 0-1 0 0,0 0 1 0 0,0-1 0 0 0,-1 1-1 0 0,1-1 1 0 0,0 1-1 0 0,0-1 1 0 0,2 0 0 0 0,2 1-31 0 0,-1-1 1 0 0,0 0-1 0 0,0-1 1 0 0,0 1 0 0 0,1-1-1 0 0,-1 0 1 0 0,0 0-1 0 0,0-1 1 0 0,9-3 0 0 0,-12 4 16 0 0,0 1 0 0 0,0-1 0 0 0,-1 0 1 0 0,1 0-1 0 0,0 0 0 0 0,0 0 0 0 0,-1 0 1 0 0,1 0-1 0 0,0 0 0 0 0,-1-1 1 0 0,1 1-1 0 0,-1 0 0 0 0,0-1 0 0 0,1 0 1 0 0,-1 1-1 0 0,0-1 0 0 0,0 0 1 0 0,0 1-1 0 0,0-1 0 0 0,0 0 0 0 0,-1 0 1 0 0,1 0-1 0 0,-1 0 0 0 0,1 0 0 0 0,-1 0 1 0 0,1 0-1 0 0,-1 0 0 0 0,0-2 1 0 0,-1 1-14 0 0,0 1 1 0 0,0-1-1 0 0,-1 1 1 0 0,1-1-1 0 0,-1 1 1 0 0,0-1-1 0 0,1 1 1 0 0,-1 0-1 0 0,0 0 1 0 0,0 0-1 0 0,-5-3 1 0 0,-26-20 24 0 0,32 24-3 0 0,-1 0 15 0 0,0 0-1 0 0,0 0 0 0 0,0 0 1 0 0,0 1-1 0 0,-1-1 0 0 0,1 1 0 0 0,0-1 1 0 0,0 1-1 0 0,0 0 0 0 0,0 0 1 0 0,0 0-1 0 0,-1 0 0 0 0,1 0 0 0 0,0 0 1 0 0,0 1-1 0 0,0-1 0 0 0,0 1 1 0 0,0 0-1 0 0,0-1 0 0 0,0 1 1 0 0,0 0-1 0 0,0 0 0 0 0,0 0 0 0 0,0 0 1 0 0,0 1-1 0 0,1-1 0 0 0,-4 3 1 0 0,4-3-4 0 0,-1 0 0 0 0,1 0 0 0 0,0 0 0 0 0,0 1 0 0 0,0-1 0 0 0,0 0 0 0 0,0 0 0 0 0,0 1 0 0 0,0-1 1 0 0,0 1-1 0 0,1-1 0 0 0,-1 1 0 0 0,1-1 0 0 0,-1 1 0 0 0,1-1 0 0 0,-1 1 0 0 0,1-1 0 0 0,0 1 1 0 0,0 0-1 0 0,-1-1 0 0 0,1 1 0 0 0,0-1 0 0 0,1 1 0 0 0,-1 0 0 0 0,0-1 0 0 0,0 1 0 0 0,1-1 0 0 0,-1 1 1 0 0,1-1-1 0 0,-1 1 0 0 0,1-1 0 0 0,0 1 0 0 0,-1-1 0 0 0,1 1 0 0 0,0-1 0 0 0,0 0 0 0 0,0 1 1 0 0,2 0-1 0 0,-2 0-212 0 0,1-1 1 0 0,0 1 0 0 0,-1-1-1 0 0,1 1 1 0 0,0-1 0 0 0,0 0-1 0 0,0 0 1 0 0,0 0 0 0 0,0 0 0 0 0,0 0-1 0 0,0 0 1 0 0,0-1 0 0 0,1 1-1 0 0,-1-1 1 0 0,0 1 0 0 0,0-1-1 0 0,5 0 1 0 0,-2 0-1291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30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14283 0 0,'-2'3'632'0'0,"-2"0"136"0"0,1 0-616 0 0,1-2-152 0 0,1 1 0 0 0,1-1 0 0 0,0 0 0 0 0,0 1 80 0 0,0 0-80 0 0,3 1 64 0 0,2 0-64 0 0,2-4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0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221 148 6913 0 0,'-17'-51'1488'0'0,"0"-4"624"0"0,15 52-1799 0 0,1 0 1 0 0,-1 0-1 0 0,0 0 0 0 0,0 0 1 0 0,0 0-1 0 0,0 1 0 0 0,0-1 0 0 0,-1 1 1 0 0,1-1-1 0 0,-1 1 0 0 0,0 0 1 0 0,1 0-1 0 0,-6-3 0 0 0,7 4-188 0 0,-1 1 1 0 0,1 0-1 0 0,0-1 0 0 0,0 1 1 0 0,-1 0-1 0 0,1 0 0 0 0,0 0 1 0 0,-1 0-1 0 0,1 0 0 0 0,0 0 0 0 0,-1 0 1 0 0,1 0-1 0 0,0 1 0 0 0,0-1 1 0 0,-1 0-1 0 0,1 1 0 0 0,0-1 1 0 0,0 1-1 0 0,-1-1 0 0 0,1 1 0 0 0,0 0 1 0 0,0 0-1 0 0,0-1 0 0 0,0 1 1 0 0,0 0-1 0 0,0 0 0 0 0,0 0 1 0 0,0 0-1 0 0,1 0 0 0 0,-1 0 0 0 0,0 0 1 0 0,1 0-1 0 0,-1 0 0 0 0,0 2 1 0 0,-5 7 211 0 0,1 0-1 0 0,1 0 1 0 0,-5 12 0 0 0,4-9-109 0 0,-12 33-92 0 0,1 2-1 0 0,3 0 0 0 0,1 0 0 0 0,3 1 1 0 0,2 1-1 0 0,2-1 0 0 0,2 1 0 0 0,2 0 1 0 0,12 94-1 0 0,-7-122-119 0 0,0 0 1 0 0,2 0 0 0 0,1-1 0 0 0,0 1-1 0 0,2-2 1 0 0,0 1 0 0 0,1-1 0 0 0,20 29-1 0 0,-19-35-188 0 0,0 1-1 0 0,1-2 0 0 0,0 0 0 0 0,1 0 0 0 0,1-1 1 0 0,0 0-1 0 0,0-2 0 0 0,1 1 0 0 0,1-2 0 0 0,-1 0 0 0 0,18 7 1 0 0,-2-5-7115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1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36 2761 0 0,'-30'-15'2569'0'0,"27"13"-1659"0"0,-1 0-1 0 0,1-1 1 0 0,-1 1 0 0 0,0 1-1 0 0,0-1 1 0 0,0 1 0 0 0,0-1-1 0 0,0 1 1 0 0,0 0 0 0 0,0 1-1 0 0,0-1 1 0 0,-8 0 0 0 0,11 2-762 0 0,0 0-1 0 0,0-1 1 0 0,0 1 0 0 0,0 0 0 0 0,0-1 0 0 0,0 1 0 0 0,1 0 0 0 0,-1 0 0 0 0,0 0 0 0 0,0 0 0 0 0,0 0-1 0 0,1 0 1 0 0,-1 0 0 0 0,1 0 0 0 0,-1 0 0 0 0,1 0 0 0 0,-1 0 0 0 0,1 0 0 0 0,0 1 0 0 0,-1-1-1 0 0,1 0 1 0 0,0 0 0 0 0,0 0 0 0 0,0 3 0 0 0,-2 35 207 0 0,2-33-134 0 0,1 41 10 0 0,1-1-1 0 0,9 51 1 0 0,-8-81-221 0 0,0 0 0 0 0,1 0 0 0 0,1-1 0 0 0,0 1 0 0 0,2-1 0 0 0,-1 0 0 0 0,2-1 0 0 0,0 1 0 0 0,16 20 0 0 0,-21-31-26 0 0,0-1 1 0 0,0 0-1 0 0,0 1 1 0 0,1-1 0 0 0,-1 0-1 0 0,1-1 1 0 0,0 1-1 0 0,0-1 1 0 0,0 0-1 0 0,0 0 1 0 0,0 0 0 0 0,0 0-1 0 0,6 1 1 0 0,-8-3 8 0 0,0 0 1 0 0,0 0-1 0 0,0 0 1 0 0,0 0-1 0 0,0 0 0 0 0,0 0 1 0 0,-1 0-1 0 0,1-1 1 0 0,0 1-1 0 0,0-1 1 0 0,0 1-1 0 0,0-1 1 0 0,0 0-1 0 0,-1 0 1 0 0,1 0-1 0 0,0 0 0 0 0,0 0 1 0 0,-1 0-1 0 0,1 0 1 0 0,-1 0-1 0 0,1-1 1 0 0,-1 1-1 0 0,0-1 1 0 0,0 1-1 0 0,1-1 0 0 0,-1 1 1 0 0,0-1-1 0 0,0 0 1 0 0,0 0-1 0 0,-1 1 1 0 0,1-1-1 0 0,0-3 1 0 0,2-3 43 0 0,-1-1 0 0 0,0 0 0 0 0,0 1 0 0 0,-1-1 0 0 0,0 0 0 0 0,-1 0 0 0 0,0 0 0 0 0,0 0 0 0 0,-1 1 0 0 0,0-1 0 0 0,0 0 0 0 0,-1 0 0 0 0,-1 1 0 0 0,1-1 0 0 0,-7-13 0 0 0,-3-4 111 0 0,-1 1 0 0 0,-1 0 0 0 0,-27-36 0 0 0,15 24-244 0 0,16 21-324 0 0,-2-1-1 0 0,1 2 1 0 0,-2 0 0 0 0,0 0-1 0 0,-25-21 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1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8290 0 0,'0'0'80'0'0,"0"-1"-1"0"0,1 1 1 0 0,-1 0 0 0 0,0 0 0 0 0,1-1-1 0 0,-1 1 1 0 0,0 0 0 0 0,1 0 0 0 0,-1-1-1 0 0,0 1 1 0 0,1 0 0 0 0,-1 0 0 0 0,1 0-1 0 0,-1 0 1 0 0,0 0 0 0 0,1-1 0 0 0,-1 1 0 0 0,1 0-1 0 0,-1 0 1 0 0,0 0 0 0 0,1 0 0 0 0,-1 0-1 0 0,1 0 1 0 0,-1 1 0 0 0,1-1 0 0 0,-1 0-1 0 0,0 0 1 0 0,1 0 0 0 0,-1 0 0 0 0,0 0-1 0 0,1 0 1 0 0,-1 1 0 0 0,1-1 0 0 0,-1 0 0 0 0,0 0-1 0 0,1 1 1 0 0,-1-1 0 0 0,1 1 0 0 0,11 19 2136 0 0,1 26 763 0 0,-12-23-2663 0 0,0 0 0 0 0,-3 25 0 0 0,-19 95-6437 0 0,16-111 4875 0 0,3-21 1231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37 6449 0 0,'-4'6'3602'0'0,"-8"37"-2016"0"0,8-17-1479 0 0,0 1 1 0 0,2 0-1 0 0,1-1 0 0 0,3 49 0 0 0,-1-64-218 0 0,1 1 0 0 0,0-1 0 0 0,0 0 0 0 0,1 0 0 0 0,0 0 0 0 0,1-1 0 0 0,1 1 0 0 0,-1-1 1 0 0,1 0-1 0 0,1 0 0 0 0,0-1 0 0 0,1 1 0 0 0,14 15 0 0 0,-19-23-42 0 0,-1 0 0 0 0,1 0 0 0 0,0-1 1 0 0,0 1-1 0 0,0-1 0 0 0,0 1 1 0 0,0-1-1 0 0,0 0 0 0 0,0 0 1 0 0,0 0-1 0 0,1 0 0 0 0,-1 0 0 0 0,0 0 1 0 0,1-1-1 0 0,-1 1 0 0 0,0-1 1 0 0,1 0-1 0 0,-1 1 0 0 0,1-1 0 0 0,-1 0 1 0 0,4-1-1 0 0,-3 0 126 0 0,-1 0 1 0 0,1 0-1 0 0,-1 0 0 0 0,1-1 0 0 0,-1 1 1 0 0,0-1-1 0 0,1 0 0 0 0,-1 1 0 0 0,0-1 1 0 0,0 0-1 0 0,0 0 0 0 0,0 0 0 0 0,-1-1 1 0 0,1 1-1 0 0,2-4 0 0 0,1-5 398 0 0,0 0 1 0 0,0 0-1 0 0,-1-1 0 0 0,0 0 0 0 0,-1 1 1 0 0,0-1-1 0 0,1-16 0 0 0,-3 14-25 0 0,-1 0 0 0 0,0 0-1 0 0,-1 0 1 0 0,0 0 0 0 0,-1 0 0 0 0,-1 0-1 0 0,0 1 1 0 0,-1-1 0 0 0,0 1 0 0 0,-1 0-1 0 0,-1 0 1 0 0,0 0 0 0 0,-1 1-1 0 0,0 0 1 0 0,-1 0 0 0 0,0 1 0 0 0,0 0-1 0 0,-2 1 1 0 0,1-1 0 0 0,-1 2 0 0 0,-1-1-1 0 0,0 1 1 0 0,-20-12 0 0 0,11 16-403 0 0,13 7-470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10594 0 0,'5'0'4282'0'0,"7"7"-2057"0"0,-3 6-1930 0 0,-1 1 1 0 0,0 0-1 0 0,-2 0 1 0 0,1 1-1 0 0,-2 0 1 0 0,0 0-1 0 0,5 22 1 0 0,13 114 1900 0 0,-19-119-2084 0 0,7 158-699 0 0,-11-147-43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2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1 8754 0 0,'-5'3'341'0'0,"1"0"1"0"0,-1 1-1 0 0,1-1 0 0 0,-1 1 1 0 0,1 0-1 0 0,0 1 1 0 0,1-1-1 0 0,-1 1 0 0 0,1 0 1 0 0,0-1-1 0 0,-5 12 0 0 0,0-3 287 0 0,-8 14 265 0 0,2 2 0 0 0,0-1 0 0 0,-15 53 1 0 0,-16 95 779 0 0,40-152-1407 0 0,2 0 0 0 0,0 0 0 0 0,2 1 0 0 0,0-1 0 0 0,2 1 0 0 0,1-1 0 0 0,7 41 0 0 0,-4-47-380 0 0,0-1 0 0 0,1 1 1 0 0,0-1-1 0 0,14 23 0 0 0,-13-27-832 0 0,1 0 0 0 0,1-1 0 0 0,0 0-1 0 0,0 0 1 0 0,22 19 0 0 0,-7-11-5330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4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7834 0 0,'9'19'9798'0'0,"-5"13"-6142"0"0,-5 47-4332 0 0,1-20 1159 0 0,1-28-1356 0 0,2-1-1 0 0,2 1 1 0 0,12 46-1 0 0,-8-52-5557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4609 0 0,'0'0'353'0'0,"-4"20"5415"0"0,-29 102 637 0 0,-2 1-8171 0 0,28-100-3801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11 7370 0 0,'-4'20'5703'0'0,"-3"3"-3760"0"0,-2 11-1062 0 0,-9 105-573 0 0,18-125-353 0 0,-1 0 1 0 0,2 0-1 0 0,0 0 1 0 0,0 0-1 0 0,2 0 1 0 0,-1 0-1 0 0,10 24 1 0 0,-10-33 37 0 0,0 0 1 0 0,0 0 0 0 0,1-1-1 0 0,0 0 1 0 0,0 1 0 0 0,0-1 0 0 0,0 0-1 0 0,1 0 1 0 0,0-1 0 0 0,0 1-1 0 0,0-1 1 0 0,0 0 0 0 0,0 0-1 0 0,7 4 1 0 0,-9-6-12 0 0,1 0-1 0 0,-1 0 1 0 0,0-1-1 0 0,1 1 1 0 0,-1 0 0 0 0,1-1-1 0 0,-1 0 1 0 0,0 0 0 0 0,1 1-1 0 0,-1-2 1 0 0,1 1-1 0 0,-1 0 1 0 0,1 0 0 0 0,-1-1-1 0 0,0 1 1 0 0,1-1-1 0 0,-1 0 1 0 0,0 1 0 0 0,1-1-1 0 0,-1 0 1 0 0,0-1-1 0 0,0 1 1 0 0,0 0 0 0 0,0-1-1 0 0,0 1 1 0 0,0-1 0 0 0,0 1-1 0 0,-1-1 1 0 0,1 0-1 0 0,0 0 1 0 0,-1 0 0 0 0,2-2-1 0 0,3-5 47 0 0,-1-1 0 0 0,0 1 0 0 0,-1-1 0 0 0,0 0-1 0 0,0 0 1 0 0,-1 0 0 0 0,0 0 0 0 0,-1-1 0 0 0,0 1 0 0 0,-1-1 0 0 0,0 1-1 0 0,-1-1 1 0 0,-1-18 0 0 0,-1 9 294 0 0,-1 0 0 0 0,0-1 0 0 0,-2 1 0 0 0,0 0 1 0 0,-1 1-1 0 0,-11-23 0 0 0,14 35-279 0 0,0 1-1 0 0,0 0 1 0 0,-1 0 0 0 0,0 0 0 0 0,-1 0 0 0 0,1 1 0 0 0,-1-1 0 0 0,0 1-1 0 0,0 0 1 0 0,-8-5 0 0 0,10 8-385 0 0,0 0-1 0 0,-1 0 1 0 0,1 1-1 0 0,-1-1 1 0 0,0 1-1 0 0,0-1 1 0 0,-4 0-1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5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0,'0'0'188'0'0,"1"0"0"0"0,-1 1 0 0 0,1-1-1 0 0,0 0 1 0 0,-1 0 0 0 0,1 0 0 0 0,0 1-1 0 0,-1-1 1 0 0,1 0 0 0 0,-1 1 0 0 0,1-1-1 0 0,-1 0 1 0 0,1 1 0 0 0,-1-1 0 0 0,1 1-1 0 0,-1-1 1 0 0,1 0 0 0 0,-1 1 0 0 0,0-1-1 0 0,1 1 1 0 0,-1 0 0 0 0,0-1 0 0 0,1 1-1 0 0,-1 0 1 0 0,12 17 2819 0 0,2 7-1399 0 0,0 0 1 0 0,-2 1 0 0 0,18 55-1 0 0,-24-58-1628 0 0,-1-1 0 0 0,-1 1 1 0 0,-1-1-1 0 0,-1 1 0 0 0,-1 0 0 0 0,-1 0 0 0 0,-2 0 0 0 0,0 0 1 0 0,-6 28-1 0 0,2-22-644 0 0,-2 0 1 0 0,-2 0-1 0 0,-22 48 1 0 0,15-43-473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99 1840 0 0,'-8'-15'-109'0'0,"5"8"1160"0"0,-1-1 0 0 0,0 0 0 0 0,-1 1 0 0 0,1 0 0 0 0,-2 0 0 0 0,1 0-1 0 0,-1 0 1 0 0,1 1 0 0 0,-2 0 0 0 0,-8-7 0 0 0,14 13-937 0 0,0 0 1 0 0,0 0 0 0 0,1 0-1 0 0,-1 0 1 0 0,0 0 0 0 0,0 0-1 0 0,1 0 1 0 0,-1 0 0 0 0,0 0-1 0 0,0 0 1 0 0,0 0 0 0 0,1 0-1 0 0,-1 1 1 0 0,0-1-1 0 0,1 0 1 0 0,-1 1 0 0 0,0-1-1 0 0,0 0 1 0 0,1 1 0 0 0,-1-1-1 0 0,1 1 1 0 0,-1-1 0 0 0,0 1-1 0 0,1-1 1 0 0,-1 1 0 0 0,1 0-1 0 0,-1-1 1 0 0,1 1-1 0 0,-1-1 1 0 0,1 1 0 0 0,0 0-1 0 0,-1 0 1 0 0,1-1 0 0 0,0 1-1 0 0,0 0 1 0 0,-1 0 0 0 0,1-1-1 0 0,0 1 1 0 0,0 0 0 0 0,0 1-1 0 0,-9 38 811 0 0,8-33-630 0 0,-5 30-26 0 0,2-1 0 0 0,2 1 0 0 0,1 0 0 0 0,2 0 0 0 0,1 0 0 0 0,13 66 0 0 0,-8-73-353 0 0,1 0 0 0 0,1 0 1 0 0,1-2-1 0 0,2 1 0 0 0,1-1 0 0 0,1-1 1 0 0,1 0-1 0 0,31 39 0 0 0,-30-48-1019 0 0,1 0 0 0 0,19 16-1 0 0,-12-14-5140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0,'1'1'370'0'0,"1"0"0"0"0,-1 0 0 0 0,0-1 0 0 0,1 1 0 0 0,-1 0 0 0 0,0 0 0 0 0,0 0 0 0 0,0 1 0 0 0,0-1 0 0 0,0 0-1 0 0,0 0 1 0 0,0 1 0 0 0,0-1 0 0 0,-1 0 0 0 0,1 1 0 0 0,0-1 0 0 0,-1 1 0 0 0,1 1 0 0 0,11 31 4257 0 0,-7-5-3300 0 0,0 0 0 0 0,-2 1 0 0 0,-1 46 0 0 0,-1-17-3106 0 0,4-1-3286 0 0,0-27-1462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6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11058 0 0,'4'2'488'0'0,"-3"0"105"0"0,4 1-473 0 0,-3-1-120 0 0,0 0 0 0 0,-1 1 0 0 0,1-1 720 0 0,0 5 120 0 0,3 6 24 0 0,-1 2 8 0 0,-2 5-712 0 0,1 1-160 0 0,-3 0 0 0 0,-1 1 0 0 0,-3 0 0 0 0,-3-1 64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7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33 4609 0 0,'-28'-32'11759'0'0,"28"32"-11620"0"0,-1 1 0 0 0,0-1 0 0 0,0 0 0 0 0,0 1 0 0 0,1-1 0 0 0,-1 1 0 0 0,0 0 0 0 0,1-1 0 0 0,-1 1 0 0 0,0-1 0 0 0,1 1 0 0 0,-1 0 0 0 0,1 0 0 0 0,-1-1 0 0 0,1 1-1 0 0,-1 0 1 0 0,1 0 0 0 0,0 0 0 0 0,-1-1 0 0 0,1 1 0 0 0,0 0 0 0 0,0 0 0 0 0,0 0 0 0 0,-1 0 0 0 0,1 0 0 0 0,0-1 0 0 0,0 3 0 0 0,-3 10 113 0 0,1 0-1 0 0,0 1 1 0 0,0-1 0 0 0,1 1-1 0 0,1 0 1 0 0,1 13 0 0 0,1-17-521 0 0,-1 0 0 0 0,1 0 1 0 0,1 0-1 0 0,-1 0 0 0 0,6 10 0 0 0,-1-4-1063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7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6449 0 0,'5'0'621'0'0,"1"1"0"0"0,-1-1-1 0 0,0 1 1 0 0,0 0 0 0 0,0 0 0 0 0,1 1-1 0 0,-1-1 1 0 0,0 1 0 0 0,-1 0-1 0 0,1 0 1 0 0,0 1 0 0 0,-1-1 0 0 0,1 1-1 0 0,5 5 1 0 0,-4-2-140 0 0,0 0-1 0 0,0 0 1 0 0,-1 1 0 0 0,1-1 0 0 0,-1 2 0 0 0,-1-1-1 0 0,0 0 1 0 0,4 9 0 0 0,3 11 2 0 0,-2 0-1 0 0,-1 0 1 0 0,-2 1 0 0 0,5 36 0 0 0,-7-34-1145 0 0,0 53 1 0 0,-6-45-6890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7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1 246 1376 0 0,'2'-10'128'0'0,"0"2"-128"0"0,0-1 0 0 0,1 4 0 0 0,-1-1-160 0 0,-1 2-48 0 0,0 0-16 0 0,2-5 0 0 0,1-3 224 0 0,1-5 0 0 0,2-4 0 0 0,1 0 0 0 0,3-1 0 0 0,-1 1 96 0 0,1 0 0 0 0,2 2 0 0 0,-2-1-96 0 0,1 3 88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28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205 0 2304 0 0,'-5'0'759'0'0,"0"1"0"0"0,0-1-1 0 0,0 1 1 0 0,0-1 0 0 0,0 1-1 0 0,1 1 1 0 0,-1-1 0 0 0,0 1-1 0 0,1 0 1 0 0,-8 4 0 0 0,10-5-547 0 0,0 0 1 0 0,0 0-1 0 0,0 1 1 0 0,1-1-1 0 0,-1 1 1 0 0,1 0-1 0 0,-1-1 1 0 0,1 1-1 0 0,-1 0 1 0 0,1 0-1 0 0,0 0 1 0 0,0 0-1 0 0,0 0 1 0 0,0 0-1 0 0,0 0 1 0 0,1 0-1 0 0,-1 1 1 0 0,1-1-1 0 0,-1 0 1 0 0,1 0-1 0 0,0 1 1 0 0,0-1-1 0 0,-1 0 1 0 0,2 4-1 0 0,-1 6 145 0 0,4 27 471 0 0,-4-38-788 0 0,1 0 0 0 0,-1 0 1 0 0,0 0-1 0 0,0 0 0 0 0,0 0 0 0 0,1 0 1 0 0,-1 0-1 0 0,1 0 0 0 0,-1 0 0 0 0,1 0 1 0 0,-1-1-1 0 0,1 1 0 0 0,-1 0 0 0 0,1 0 1 0 0,0 0-1 0 0,-1-1 0 0 0,1 1 0 0 0,0 0 1 0 0,0-1-1 0 0,0 1 0 0 0,-1 0 1 0 0,1-1-1 0 0,0 1 0 0 0,0-1 0 0 0,0 0 1 0 0,0 1-1 0 0,0-1 0 0 0,0 0 0 0 0,2 1 1 0 0,-2-1-3 0 0,0-1 0 0 0,0 1 0 0 0,1 0 0 0 0,-1-1 0 0 0,0 1 0 0 0,0-1 0 0 0,0 0 0 0 0,0 1 0 0 0,0-1 0 0 0,0 0 0 0 0,-1 1 1 0 0,1-1-1 0 0,0 0 0 0 0,0 0 0 0 0,0 0 0 0 0,-1 0 0 0 0,1 0 0 0 0,0 0 0 0 0,-1 0 0 0 0,1 0 0 0 0,-1 0 0 0 0,1 0 0 0 0,-1 0 0 0 0,1 0 0 0 0,-1 0 1 0 0,0 0-1 0 0,0 0 0 0 0,0-1 0 0 0,1 1 0 0 0,-1 0 0 0 0,0 0 0 0 0,-1 0 0 0 0,1 0 0 0 0,0-1 0 0 0,0 1 0 0 0,-1-2 0 0 0,1-4 15 0 0,-1 0 0 0 0,0-1 0 0 0,0 1 0 0 0,-4-10 0 0 0,5 15-24 0 0,-1-1 0 0 0,0 1-1 0 0,1 0 1 0 0,-1 0 0 0 0,0 0 0 0 0,0 0-1 0 0,0 0 1 0 0,-1 0 0 0 0,1 0 0 0 0,0 0-1 0 0,-1 0 1 0 0,1 0 0 0 0,-1 1-1 0 0,0-1 1 0 0,0 1 0 0 0,1-1 0 0 0,-1 1-1 0 0,0 0 1 0 0,0-1 0 0 0,0 1-1 0 0,0 0 1 0 0,0 0 0 0 0,-1 1 0 0 0,1-1-1 0 0,0 0 1 0 0,0 1 0 0 0,-1-1 0 0 0,1 1-1 0 0,0 0 1 0 0,-1 0 0 0 0,-2 0-1 0 0,0 1-11 0 0,1 0 0 0 0,0 0 0 0 0,0 1-1 0 0,-1 0 1 0 0,1-1 0 0 0,0 2 0 0 0,1-1-1 0 0,-1 0 1 0 0,0 1 0 0 0,1-1 0 0 0,-1 1-1 0 0,1 0 1 0 0,0 0 0 0 0,0 1-1 0 0,-5 6 1 0 0,4-4-70 0 0,0 1 0 0 0,0-1 0 0 0,0 0-1 0 0,1 1 1 0 0,0 0 0 0 0,1 0 0 0 0,-3 11 0 0 0,4-17 25 0 0,1 1 1 0 0,0-1-1 0 0,0 1 0 0 0,-1-1 1 0 0,1 1-1 0 0,1-1 1 0 0,-1 1-1 0 0,0-1 1 0 0,0 1-1 0 0,0-1 0 0 0,1 0 1 0 0,-1 1-1 0 0,1-1 1 0 0,-1 1-1 0 0,1-1 0 0 0,-1 0 1 0 0,1 1-1 0 0,1 0 1 0 0,-1-1-8 0 0,1 1 1 0 0,-1-1 0 0 0,0-1 0 0 0,1 1 0 0 0,0 0-1 0 0,-1 0 1 0 0,1 0 0 0 0,-1-1 0 0 0,1 1 0 0 0,0-1-1 0 0,-1 1 1 0 0,1-1 0 0 0,0 0 0 0 0,0 0 0 0 0,-1 0-1 0 0,1 1 1 0 0,0-2 0 0 0,0 1 0 0 0,2 0 0 0 0,3-2 40 0 0,0 1 0 0 0,0-1 1 0 0,0-1-1 0 0,0 1 0 0 0,0-1 1 0 0,-1 0-1 0 0,1 0 0 0 0,-1-1 1 0 0,0 0-1 0 0,7-6 1 0 0,-8 6 30 0 0,0 0 1 0 0,0 0-1 0 0,-1 0 1 0 0,0 0 0 0 0,0-1-1 0 0,0 0 1 0 0,0 0-1 0 0,0 0 1 0 0,-1-1 0 0 0,0 1-1 0 0,0-1 1 0 0,2-6-1 0 0,-5 11-30 0 0,0 0 0 0 0,0 0-1 0 0,1 0 1 0 0,-1 0 0 0 0,0 0-1 0 0,0 0 1 0 0,0 0 0 0 0,0 0-1 0 0,0 0 1 0 0,0 0 0 0 0,-1 0-1 0 0,1-1 1 0 0,0 1 0 0 0,0 1-1 0 0,-1-1 1 0 0,1 0 0 0 0,-1 0-1 0 0,1 0 1 0 0,-1 0 0 0 0,1 0-1 0 0,-1 0 1 0 0,0 0 0 0 0,1 0-1 0 0,-1 1 1 0 0,-1-2 0 0 0,0 1 8 0 0,0-1 0 0 0,0 1 1 0 0,0 0-1 0 0,0 0 1 0 0,0 0-1 0 0,-1 0 1 0 0,1 0-1 0 0,0 1 1 0 0,-1-1-1 0 0,-3 0 1 0 0,1 1 35 0 0,0-1-1 0 0,1 1 1 0 0,-1 0 0 0 0,0 0-1 0 0,1 1 1 0 0,-1-1 0 0 0,1 1 0 0 0,-1 0-1 0 0,1 0 1 0 0,-1 1 0 0 0,-6 2 0 0 0,4 2-51 0 0,1-1 0 0 0,0 1 0 0 0,0 0 1 0 0,1 0-1 0 0,0 0 0 0 0,0 1 0 0 0,0 0 1 0 0,1 0-1 0 0,0 0 0 0 0,-5 12 1 0 0,8-15-40 0 0,-1 1 1 0 0,1-1-1 0 0,0 1 0 0 0,0-1 1 0 0,0 1-1 0 0,0-1 1 0 0,1 1-1 0 0,0-1 1 0 0,0 7-1 0 0,1-8-6 0 0,-1-1-1 0 0,1 0 1 0 0,-1 1-1 0 0,1-1 1 0 0,0 0 0 0 0,0 1-1 0 0,0-1 1 0 0,0 0-1 0 0,0 0 1 0 0,1 0-1 0 0,-1 0 1 0 0,1 0 0 0 0,-1 0-1 0 0,1 0 1 0 0,0-1-1 0 0,-1 1 1 0 0,1 0-1 0 0,3 1 1 0 0,-1-1-68 0 0,1 0 0 0 0,-1 0 0 0 0,1-1 0 0 0,0 1 0 0 0,-1-1 0 0 0,1 0 0 0 0,0 0 1 0 0,0-1-1 0 0,0 0 0 0 0,0 1 0 0 0,-1-2 0 0 0,1 1 0 0 0,0 0 0 0 0,0-1 0 0 0,0 0 0 0 0,0 0 0 0 0,5-3 0 0 0,-1 2 151 0 0,1-2 0 0 0,-2 1-1 0 0,1-1 1 0 0,0-1 0 0 0,-1 1-1 0 0,0-1 1 0 0,15-12 0 0 0,-22 16 3 0 0,1-1 0 0 0,0 1 0 0 0,-1-1 1 0 0,1 1-1 0 0,-1-1 0 0 0,1 0 0 0 0,-1 0 0 0 0,0 1 0 0 0,0-1 1 0 0,1 0-1 0 0,-1 0 0 0 0,-1 0 0 0 0,1 0 0 0 0,0-1 0 0 0,-1 1 1 0 0,1 0-1 0 0,-1 0 0 0 0,1 0 0 0 0,-1 0 0 0 0,0-1 0 0 0,0 1 1 0 0,0 0-1 0 0,0-3 0 0 0,-2 2 47 0 0,1 0 1 0 0,0 0-1 0 0,-1 0 1 0 0,1 0-1 0 0,-1 0 1 0 0,0 0-1 0 0,0 0 1 0 0,0 1-1 0 0,-1-1 1 0 0,1 1-1 0 0,0 0 1 0 0,-1 0-1 0 0,0-1 1 0 0,-5-2-1 0 0,1 1-9 0 0,0 0 0 0 0,0 1 1 0 0,-1 0-1 0 0,0 0 0 0 0,1 1 0 0 0,-1 0 0 0 0,0 0 1 0 0,0 1-1 0 0,0 0 0 0 0,0 0 0 0 0,-12 1 0 0 0,16 0-65 0 0,-1 0 0 0 0,1 0-1 0 0,0 0 1 0 0,0 1-1 0 0,0 0 1 0 0,0 0-1 0 0,0 0 1 0 0,1 0-1 0 0,-1 1 1 0 0,0-1-1 0 0,0 1 1 0 0,1 0-1 0 0,-1 0 1 0 0,1 0-1 0 0,0 1 1 0 0,-1-1-1 0 0,1 1 1 0 0,0 0-1 0 0,1 0 1 0 0,-1 0-1 0 0,0 0 1 0 0,1 0-1 0 0,0 0 1 0 0,-3 6-1 0 0,4-7-9 0 0,0-1 0 0 0,0 1 0 0 0,1 0 0 0 0,-1-1 0 0 0,1 1 0 0 0,-1 0-1 0 0,1-1 1 0 0,0 1 0 0 0,0 0 0 0 0,0-1 0 0 0,0 1 0 0 0,0 0 0 0 0,0 0 0 0 0,0-1-1 0 0,1 1 1 0 0,-1 0 0 0 0,0-1 0 0 0,1 1 0 0 0,0 0 0 0 0,-1-1 0 0 0,1 1 0 0 0,1 1 0 0 0,0-1-8 0 0,-1 0 0 0 0,1 0 0 0 0,0 0 0 0 0,0-1 0 0 0,0 1 0 0 0,1 0 0 0 0,-1-1 1 0 0,0 0-1 0 0,1 0 0 0 0,-1 1 0 0 0,0-2 0 0 0,1 1 0 0 0,2 1 0 0 0,3 0-18 0 0,1-1 0 0 0,-1 1 1 0 0,1-1-1 0 0,-1-1 0 0 0,1 0 0 0 0,-1 0 0 0 0,17-3 0 0 0,-18 1 21 0 0,0 0 0 0 0,0-1 0 0 0,0 1 0 0 0,0-2 0 0 0,0 1-1 0 0,-1-1 1 0 0,0 0 0 0 0,0 0 0 0 0,11-10 0 0 0,-16 13 19 0 0,1 0 1 0 0,-1-1-1 0 0,0 1 1 0 0,0 0-1 0 0,0-1 1 0 0,0 1-1 0 0,0-1 1 0 0,0 0-1 0 0,0 1 1 0 0,-1-1-1 0 0,1 0 0 0 0,-1 1 1 0 0,1-1-1 0 0,-1 0 1 0 0,1 0-1 0 0,-1 1 1 0 0,0-1-1 0 0,0-3 1 0 0,-1 3-4 0 0,1 0 1 0 0,-1 0 0 0 0,0 0 0 0 0,0 0 0 0 0,0 0-1 0 0,0 0 1 0 0,0 1 0 0 0,0-1 0 0 0,-1 0-1 0 0,1 1 1 0 0,-1-1 0 0 0,1 1 0 0 0,-1-1-1 0 0,0 1 1 0 0,1 0 0 0 0,-1-1 0 0 0,0 1 0 0 0,0 0-1 0 0,-3-1 1 0 0,0 0-128 0 0,1 0 0 0 0,0 0 0 0 0,-1 1-1 0 0,1 0 1 0 0,-1-1 0 0 0,1 2 0 0 0,-1-1 0 0 0,0 0-1 0 0,1 1 1 0 0,-1 0 0 0 0,0 0 0 0 0,1 1 0 0 0,-1-1 0 0 0,0 1-1 0 0,1 0 1 0 0,-9 3 0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48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146 186 4145 0 0,'2'-47'2923'0'0,"0"35"-1875"0"0,-1 0 1 0 0,0-1 0 0 0,-1 1 0 0 0,-1 0 0 0 0,0 0 0 0 0,-1-1 0 0 0,-6-22 0 0 0,8 34-921 0 0,0 0-1 0 0,0 0 0 0 0,-1 0 0 0 0,1 0 0 0 0,0 1 1 0 0,-1-1-1 0 0,1 0 0 0 0,-1 0 0 0 0,1 0 1 0 0,-1 1-1 0 0,1-1 0 0 0,-1 0 0 0 0,1 1 1 0 0,-1-1-1 0 0,0 0 0 0 0,0 1 0 0 0,1-1 0 0 0,-1 1 1 0 0,0-1-1 0 0,0 1 0 0 0,1 0 0 0 0,-1-1 1 0 0,0 1-1 0 0,0 0 0 0 0,0-1 0 0 0,0 1 1 0 0,0 0-1 0 0,0 0 0 0 0,-1 0 0 0 0,1 0-19 0 0,-1 1 0 0 0,0-1-1 0 0,1 1 1 0 0,-1 0-1 0 0,0 0 1 0 0,1 0 0 0 0,-1 0-1 0 0,1 0 1 0 0,-1 0 0 0 0,1 0-1 0 0,0 0 1 0 0,-1 0 0 0 0,-1 3-1 0 0,-5 6 38 0 0,1 0-1 0 0,0 1 0 0 0,-5 11 0 0 0,11-22-125 0 0,-9 22 34 0 0,0-1 0 0 0,2 1 0 0 0,0 1 0 0 0,2-1 0 0 0,0 1 0 0 0,1 1-1 0 0,2-1 1 0 0,0 0 0 0 0,1 1 0 0 0,2 0 0 0 0,0-1 0 0 0,2 1 0 0 0,6 36 0 0 0,-1-30-80 0 0,1 0 1 0 0,1-1-1 0 0,1 0 1 0 0,2 0-1 0 0,1-2 1 0 0,1 1-1 0 0,1-2 1 0 0,1 0 0 0 0,2-1-1 0 0,20 24 1 0 0,58 63-4185 0 0,-80-91 2812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174 22 4609 0 0,'-2'-2'174'0'0,"0"0"0"0"0,0 0 1 0 0,-1 0-1 0 0,1 0 0 0 0,0 1 0 0 0,-1-1 1 0 0,0 1-1 0 0,1 0 0 0 0,-1-1 0 0 0,0 1 1 0 0,1 0-1 0 0,-1 1 0 0 0,0-1 0 0 0,0 0 1 0 0,0 1-1 0 0,0 0 0 0 0,0-1 0 0 0,0 1 1 0 0,0 0-1 0 0,0 1 0 0 0,0-1 0 0 0,0 0 1 0 0,1 1-1 0 0,-1 0 0 0 0,0 0 0 0 0,0 0 1 0 0,0 0-1 0 0,1 0 0 0 0,-1 0 0 0 0,0 1 1 0 0,1-1-1 0 0,-1 1 0 0 0,1 0 0 0 0,0-1 1 0 0,-1 1-1 0 0,1 0 0 0 0,0 1 0 0 0,0-1 1 0 0,1 0-1 0 0,-3 4 0 0 0,-9 22 58 0 0,2 1-1 0 0,1 1 1 0 0,1 0 0 0 0,2 0-1 0 0,1 1 1 0 0,1 0 0 0 0,1 0-1 0 0,2 0 1 0 0,3 38 0 0 0,-1-63-249 0 0,1 1 1 0 0,0-1 0 0 0,0 0 0 0 0,1 0-1 0 0,0 0 1 0 0,0 0 0 0 0,0 0 0 0 0,1 0-1 0 0,0 0 1 0 0,0-1 0 0 0,0 1 0 0 0,1-1-1 0 0,0 0 1 0 0,8 8 0 0 0,-10-11-1 0 0,1 0 1 0 0,-1 0-1 0 0,0-1 1 0 0,1 1 0 0 0,0-1-1 0 0,-1 1 1 0 0,1-1-1 0 0,0 0 1 0 0,0 0-1 0 0,-1 0 1 0 0,1-1-1 0 0,0 1 1 0 0,0-1 0 0 0,0 0-1 0 0,0 1 1 0 0,0-1-1 0 0,0 0 1 0 0,0-1-1 0 0,0 1 1 0 0,0-1 0 0 0,0 1-1 0 0,0-1 1 0 0,-1 0-1 0 0,1 0 1 0 0,0 0-1 0 0,0 0 1 0 0,-1 0-1 0 0,1-1 1 0 0,-1 1 0 0 0,1-1-1 0 0,-1 0 1 0 0,0 0-1 0 0,4-3 1 0 0,1-2 171 0 0,0 0-1 0 0,-1 0 1 0 0,0 0 0 0 0,0-1 0 0 0,0 0 0 0 0,-1 0 0 0 0,0-1-1 0 0,-1 1 1 0 0,0-1 0 0 0,-1 0 0 0 0,1 0 0 0 0,-2 0-1 0 0,1-1 1 0 0,-1 1 0 0 0,-1-1 0 0 0,0 1 0 0 0,1-16-1 0 0,-2 12 52 0 0,-1-1 1 0 0,0 1-1 0 0,0 0 0 0 0,-1 0 0 0 0,-1 0 0 0 0,0 0 0 0 0,-1 0 0 0 0,-1 0 0 0 0,0 1 0 0 0,0 0 0 0 0,-1 0 0 0 0,-10-14 0 0 0,13 21-390 0 0,-1 0 1 0 0,0 1-1 0 0,0 0 1 0 0,-1-1-1 0 0,-6-4 0 0 0,5 6-946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4609 0 0,'2'1'268'0'0,"0"1"-1"0"0,0-1 1 0 0,-1 1 0 0 0,1 0-1 0 0,0-1 1 0 0,-1 1-1 0 0,0 0 1 0 0,1 0 0 0 0,-1 0-1 0 0,0 1 1 0 0,0-1 0 0 0,0 0-1 0 0,0 0 1 0 0,-1 1 0 0 0,1-1-1 0 0,0 0 1 0 0,-1 3 0 0 0,6 43 2455 0 0,-6-47-2573 0 0,3 81 2315 0 0,-3-1-3386 0 0,0-46-968 0 0,0-16 672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0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0 7834 0 0,'-5'2'6783'0'0,"3"6"-4128"0"0,3 17-3154 0 0,0-6 1438 0 0,0 30-245 0 0,8 61 1 0 0,-3-75-2223 0 0,10 35 1 0 0,-8-43-4349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1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23 7370 0 0,'0'0'75'0'0,"-1"-1"0"0"0,1 1 1 0 0,-1 0-1 0 0,1 0 0 0 0,0-1 0 0 0,-1 1 1 0 0,1 0-1 0 0,-1-1 0 0 0,1 1 1 0 0,0 0-1 0 0,-1-1 0 0 0,1 1 1 0 0,0-1-1 0 0,0 1 0 0 0,-1 0 1 0 0,1-1-1 0 0,0 1 0 0 0,0-1 1 0 0,0 1-1 0 0,-1-1 0 0 0,1 1 0 0 0,0-1 1 0 0,0 1-1 0 0,0-1 0 0 0,0 1 1 0 0,0-1-1 0 0,0 1 0 0 0,0-1 1 0 0,0 1-1 0 0,0-1 0 0 0,0 1 1 0 0,0-1-1 0 0,0 1 0 0 0,1-1 1 0 0,-1 1-1 0 0,0-1 0 0 0,0 1 1 0 0,0-1-1 0 0,1 1 0 0 0,-1 0 0 0 0,0-1 1 0 0,1 1-1 0 0,-1-1 0 0 0,0 1 1 0 0,1 0-1 0 0,-1-1 0 0 0,0 1 1 0 0,1 0-1 0 0,-1-1 0 0 0,1 1 1 0 0,-1 0-1 0 0,0 0 0 0 0,1-1 1 0 0,-1 1-1 0 0,1 0 0 0 0,-1 0 0 0 0,1 0 1 0 0,-1 0-1 0 0,1 0 0 0 0,-1 0 1 0 0,1-1-1 0 0,-1 1 0 0 0,1 0 1 0 0,-1 1-1 0 0,1-1 0 0 0,-1 0 1 0 0,1 0-1 0 0,-1 0 0 0 0,1 0 1 0 0,5 0 403 0 0,-1 0-1 0 0,1 0 1 0 0,-1 0 0 0 0,1 0 0 0 0,6 3 0 0 0,1 0-195 0 0,0 2-1 0 0,-1 0 0 0 0,1 0 0 0 0,-1 1 1 0 0,-1 1-1 0 0,1 0 0 0 0,-1 0 1 0 0,-1 1-1 0 0,1 1 0 0 0,13 14 0 0 0,-11-9-32 0 0,-1 1-1 0 0,-1 0 0 0 0,-1 1 0 0 0,0 0 0 0 0,-1 1 1 0 0,13 31-1 0 0,-10-12-135 0 0,-2-1 0 0 0,-1 1 0 0 0,-2 1 1 0 0,-2-1-1 0 0,-1 1 0 0 0,-2 0 0 0 0,-2 41 1 0 0,-3-38-157 0 0,-1-1 1 0 0,-14 59-1 0 0,-17 16-3209 0 0,16-64-3337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59.68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683 127 4145 0 0,'0'-1'257'0'0,"1"0"1"0"0,0-1 0 0 0,0 1-1 0 0,0 0 1 0 0,-1 0-1 0 0,1 0 1 0 0,-1 0 0 0 0,1-1-1 0 0,-1 1 1 0 0,1 0-1 0 0,-1-1 1 0 0,0 1-1 0 0,0 0 1 0 0,1-1 0 0 0,-1 1-1 0 0,0 0 1 0 0,0-1-1 0 0,0 1 1 0 0,0 0-1 0 0,-1-1 1 0 0,1 1 0 0 0,0 0-1 0 0,-1-2 1 0 0,0 1 129 0 0,-1 0 1 0 0,1-1-1 0 0,-1 1 1 0 0,1 1 0 0 0,-1-1-1 0 0,1 0 1 0 0,-1 0-1 0 0,0 0 1 0 0,0 1-1 0 0,0-1 1 0 0,-4-1 0 0 0,-8-4 699 0 0,1 0 0 0 0,-1 2 1 0 0,-22-7-1 0 0,25 9-1051 0 0,-13-5 336 0 0,-1 0 0 0 0,1 2 1 0 0,-1 1-1 0 0,0 1 0 0 0,-34-1 1 0 0,44 5-360 0 0,-1 0 1 0 0,1 1 0 0 0,0 1 0 0 0,0 0-1 0 0,-1 1 1 0 0,1 1 0 0 0,1 0 0 0 0,-1 1-1 0 0,1 1 1 0 0,0 0 0 0 0,0 1 0 0 0,0 0 0 0 0,1 1-1 0 0,0 1 1 0 0,1 0 0 0 0,0 0 0 0 0,0 2-1 0 0,1-1 1 0 0,1 1 0 0 0,-1 1 0 0 0,2 0-1 0 0,0 0 1 0 0,0 1 0 0 0,-8 18 0 0 0,6-10-13 0 0,1 1 1 0 0,1 1 0 0 0,1 0-1 0 0,1 0 1 0 0,1 0 0 0 0,-4 40-1 0 0,8-45-16 0 0,1-1-1 0 0,1 1 0 0 0,1-1 0 0 0,0 1 0 0 0,1 0 0 0 0,1-1 0 0 0,1 0 1 0 0,0 0-1 0 0,13 30 0 0 0,-4-15-75 0 0,8 17 75 0 0,40 69-1 0 0,-52-103-53 0 0,1-1 0 0 0,1 0 0 0 0,0-1-1 0 0,0 0 1 0 0,1-1 0 0 0,1 0-1 0 0,0-1 1 0 0,26 18 0 0 0,-11-13-47 0 0,0 0 0 0 0,0-1 0 0 0,1-2 0 0 0,51 15 0 0 0,-70-25 141 0 0,1 0 0 0 0,0-1 1 0 0,0-1-1 0 0,1 1 0 0 0,-1-2 1 0 0,0 0-1 0 0,0 0 0 0 0,1-1 0 0 0,-1 0 1 0 0,0-1-1 0 0,0 0 0 0 0,0-1 1 0 0,0 0-1 0 0,-1-1 0 0 0,1 0 0 0 0,17-10 1 0 0,-16 6-7 0 0,-2 0 0 0 0,1-1 1 0 0,-1 0-1 0 0,-1 0 0 0 0,15-18 1 0 0,38-60 101 0 0,-52 71-115 0 0,20-28 216 0 0,34-69 0 0 0,-54 89-134 0 0,0 0 1 0 0,-1-1-1 0 0,-1 0 1 0 0,-2 0-1 0 0,4-27 0 0 0,-7 30 43 0 0,0 0-1 0 0,-2-1 0 0 0,0 1 0 0 0,-2-1 0 0 0,0 1 0 0 0,-8-38 0 0 0,7 50-116 0 0,-1 0 0 0 0,-1 0 0 0 0,0 0 0 0 0,0 0 0 0 0,-1 1 0 0 0,0 0 0 0 0,0 0 0 0 0,-1 0 0 0 0,-1 0 0 0 0,1 1 0 0 0,-1 0 0 0 0,-1 1 0 0 0,1-1 0 0 0,-1 2 0 0 0,-1-1 0 0 0,-11-7 0 0 0,10 8 9 0 0,0 1 0 0 0,0 0 0 0 0,-1 0 1 0 0,1 1-1 0 0,-1 1 0 0 0,0-1 1 0 0,0 2-1 0 0,-1 0 0 0 0,1 0 0 0 0,0 1 1 0 0,-15 0-1 0 0,5 2-850 0 0,0 1 1 0 0,0 1-1 0 0,1 1 0 0 0,-1 1 1 0 0,-24 9-1 0 0,27-9-5966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0.8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423 35 6449 0 0,'-4'-4'479'0'0,"-1"1"-1"0"0,0-1 1 0 0,0 1-1 0 0,0 0 1 0 0,0 0-1 0 0,0 1 1 0 0,-1-1-1 0 0,1 1 1 0 0,-1 1-1 0 0,0-1 1 0 0,1 1 0 0 0,-1 0-1 0 0,0 0 1 0 0,0 0-1 0 0,0 1 1 0 0,0 0-1 0 0,0 0 1 0 0,-7 1-1 0 0,5 0-101 0 0,0 1 1 0 0,-1-1-1 0 0,1 1 0 0 0,0 1 0 0 0,0-1 1 0 0,0 1-1 0 0,1 1 0 0 0,-1 0 1 0 0,1 0-1 0 0,0 0 0 0 0,0 1 0 0 0,-8 6 1 0 0,-3 8-134 0 0,0 0 1 0 0,1 2 0 0 0,1 0-1 0 0,1 0 1 0 0,-16 32 0 0 0,13-18-114 0 0,2 1-1 0 0,-23 72 1 0 0,34-87-103 0 0,1 1-1 0 0,1 0 1 0 0,1-1-1 0 0,0 36 1 0 0,13 89 67 0 0,-10-133-57 0 0,1 9-31 0 0,2 0 1 0 0,0 0-1 0 0,1 0 0 0 0,2-1 1 0 0,0 0-1 0 0,1 0 1 0 0,1-1-1 0 0,1 0 1 0 0,0 0-1 0 0,2-1 0 0 0,17 22 1 0 0,-19-29-6 0 0,0-1 1 0 0,0-1-1 0 0,1 0 0 0 0,0 0 1 0 0,1-1-1 0 0,0-1 1 0 0,0 0-1 0 0,1 0 0 0 0,0-1 1 0 0,0-1-1 0 0,1 0 1 0 0,0-1-1 0 0,0 0 0 0 0,0-2 1 0 0,1 1-1 0 0,-1-2 0 0 0,29 3 1 0 0,-28-5-35 0 0,1 0 1 0 0,-1-1-1 0 0,0 0 0 0 0,0-2 1 0 0,-1 1-1 0 0,1-2 1 0 0,0 0-1 0 0,-1-1 0 0 0,0 0 1 0 0,0-1-1 0 0,0 0 1 0 0,-1-1-1 0 0,0-1 0 0 0,0 0 1 0 0,-1-1-1 0 0,0-1 1 0 0,-1 1-1 0 0,0-2 0 0 0,14-16 1 0 0,-9 9 96 0 0,-1-2 1 0 0,-1 0 0 0 0,19-35-1 0 0,-28 44-37 0 0,-1 1-1 0 0,0-1 1 0 0,-1 0 0 0 0,0 1-1 0 0,-1-1 1 0 0,0-1-1 0 0,0 1 1 0 0,-1 0-1 0 0,-1 0 1 0 0,0-13-1 0 0,-2 3 76 0 0,0 0 0 0 0,-1 1 0 0 0,-1-1-1 0 0,-10-29 1 0 0,9 38-8 0 0,0 1 1 0 0,0 0-1 0 0,-1 0 0 0 0,-1 0 0 0 0,0 1 0 0 0,0 0 1 0 0,-1 0-1 0 0,-17-16 0 0 0,-171-158 149 0 0,179 167-2406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1.95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523 27 5529 0 0,'-1'-2'328'0'0,"0"1"-1"0"0,-1-1 1 0 0,1 1-1 0 0,-1 0 1 0 0,0-1-1 0 0,1 1 1 0 0,-1 0 0 0 0,0 0-1 0 0,1 0 1 0 0,-1 0-1 0 0,0 0 1 0 0,0 1-1 0 0,0-1 1 0 0,0 1-1 0 0,0-1 1 0 0,-3 0 0 0 0,-42-5 3239 0 0,30 5-2085 0 0,11 0-1222 0 0,-1 1 0 0 0,1 0 0 0 0,-1 0-1 0 0,1 0 1 0 0,0 1 0 0 0,-1 0-1 0 0,1 0 1 0 0,0 1 0 0 0,0 0-1 0 0,0 0 1 0 0,0 0 0 0 0,0 1 0 0 0,1 0-1 0 0,-1 0 1 0 0,1 0 0 0 0,-1 1-1 0 0,1 0 1 0 0,0 0 0 0 0,-7 8-1 0 0,-6 8-159 0 0,1 0-1 0 0,1 1 1 0 0,-20 34-1 0 0,11-15 32 0 0,-11 10 114 0 0,4 3 0 0 0,-48 102 0 0 0,72-137-239 0 0,1 2 0 0 0,0-1 0 0 0,2 1 0 0 0,0 0 1 0 0,2 0-1 0 0,0 0 0 0 0,1 0 0 0 0,1 1 0 0 0,1-1 0 0 0,1 1 1 0 0,0-1-1 0 0,7 31 0 0 0,1-20-6 0 0,0 0 0 0 0,3 0 0 0 0,23 47 0 0 0,-24-58 0 0 0,1-1 0 0 0,0 0 0 0 0,1-1 0 0 0,1 0 0 0 0,1-1 0 0 0,19 17 0 0 0,-24-26-60 0 0,1 0 1 0 0,0-1 0 0 0,0-1-1 0 0,0 0 1 0 0,1-1 0 0 0,0 0-1 0 0,0 0 1 0 0,0-1 0 0 0,1-1-1 0 0,22 3 1 0 0,-10-3-48 0 0,-1-1-1 0 0,1-1 1 0 0,-1-1 0 0 0,43-6-1 0 0,-51 3 77 0 0,-1-1 0 0 0,0 0 0 0 0,1-2 0 0 0,-2 1 0 0 0,1-2 0 0 0,23-14 0 0 0,78-59-229 0 0,-92 62 246 0 0,-9 8 99 0 0,-1-1 0 0 0,-1 0 0 0 0,0-1 0 0 0,-1 0 0 0 0,0-2 0 0 0,0 1 0 0 0,-2-1 0 0 0,0-1 0 0 0,0 0 0 0 0,-2 0 0 0 0,0 0 0 0 0,0-2 0 0 0,-1 1 0 0 0,6-27 0 0 0,-7 19 29 0 0,-1-1 0 0 0,-2 0 0 0 0,-1 0 0 0 0,0 0 0 0 0,-2-1 0 0 0,-1 1 0 0 0,-1 0 0 0 0,-8-37 0 0 0,2 24 132 0 0,-2 0-1 0 0,-2 1 1 0 0,-2 0 0 0 0,-32-62-1 0 0,40 87-209 0 0,-1 0 1 0 0,0 0-1 0 0,0 1 0 0 0,-1 0 0 0 0,-1 1 1 0 0,0-1-1 0 0,0 2 0 0 0,-1-1 0 0 0,0 1 0 0 0,-1 1 1 0 0,0 0-1 0 0,0 0 0 0 0,-1 1 0 0 0,0 1 1 0 0,0-1-1 0 0,0 2 0 0 0,-1 0 0 0 0,-19-5 0 0 0,-1 2-159 0 0,4 0-241 0 0,-1 2-1 0 0,-42-5 1 0 0,59 12 140 0 0,3 2-160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06.6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549 56 2304 0 0,'-13'-18'13561'0'0,"0"18"-14535"0"0,7 0 1356 0 0,0-1 0 0 0,0 1 0 0 0,0-1 0 0 0,1 0 0 0 0,-1 0 0 0 0,0-1-1 0 0,1 1 1 0 0,-1-1 0 0 0,1-1 0 0 0,0 1 0 0 0,-1-1 0 0 0,1 0 0 0 0,-5-4 0 0 0,6 5-281 0 0,0 1 0 0 0,0-1 1 0 0,0 1-1 0 0,0 0 0 0 0,0 0 1 0 0,0 0-1 0 0,-1 0 0 0 0,1 1 1 0 0,0 0-1 0 0,0 0 0 0 0,-1 0 1 0 0,1 0-1 0 0,0 1 0 0 0,0-1 1 0 0,-1 1-1 0 0,-3 2 0 0 0,-12 3 34 0 0,0 1-1 0 0,-21 11 1 0 0,1-1-52 0 0,-91 32 203 0 0,128-47-286 0 0,-1 0 0 0 0,1-1 0 0 0,0 2 0 0 0,0-1 0 0 0,0 0 0 0 0,0 0 0 0 0,1 1 0 0 0,-1 0 0 0 0,1 0 0 0 0,-1-1 0 0 0,1 1 0 0 0,0 0 0 0 0,0 1 0 0 0,-2 5 0 0 0,-19 56 0 0 0,9-23 0 0 0,6-16-15 0 0,1 0 0 0 0,1 0 0 0 0,1 1 0 0 0,1 0 0 0 0,2 1 0 0 0,0-1 0 0 0,4 45 0 0 0,0-52-31 0 0,1-1-1 0 0,0 1 1 0 0,1-1 0 0 0,1 0 0 0 0,1 0 0 0 0,0-1-1 0 0,2 0 1 0 0,0 0 0 0 0,1 0 0 0 0,13 17 0 0 0,2 0-81 0 0,1-1 0 0 0,2-1 0 0 0,52 47 0 0 0,-62-66 153 0 0,1-1 0 0 0,0-1 1 0 0,1 0-1 0 0,0-2 0 0 0,1 0 1 0 0,0-1-1 0 0,0-1 0 0 0,1-1 1 0 0,1-1-1 0 0,-1 0 0 0 0,1-2 1 0 0,-1-1-1 0 0,1 0 0 0 0,0-2 1 0 0,35-1-1 0 0,-42-2 5 0 0,0 0 0 0 0,0-1 0 0 0,0-1-1 0 0,0 0 1 0 0,-1-1 0 0 0,0-1 0 0 0,0 0 0 0 0,0 0 0 0 0,-1-2-1 0 0,0 0 1 0 0,0 0 0 0 0,-1-1 0 0 0,0-1 0 0 0,-1 0 0 0 0,13-14-1 0 0,-15 14-1 0 0,0-1-1 0 0,-1 0 0 0 0,0-1 0 0 0,0 0 0 0 0,-1 0 0 0 0,-1-1 0 0 0,0 1 0 0 0,-1-1 0 0 0,0-1 0 0 0,-1 1 0 0 0,0-1 0 0 0,-2 0 1 0 0,1 0-1 0 0,-2 0 0 0 0,1 0 0 0 0,-2-21 0 0 0,-3-5-3 0 0,1-6 213 0 0,-2 1 0 0 0,-20-89 1 0 0,20 120-197 0 0,-1 0 1 0 0,0 1-1 0 0,0 0 0 0 0,-2 0 1 0 0,0 0-1 0 0,0 1 1 0 0,-1 0-1 0 0,0 0 0 0 0,-1 1 1 0 0,0 0-1 0 0,-1 0 1 0 0,-1 1-1 0 0,-19-15 1 0 0,-45-38-32 0 0,57 45-11 0 0,-2 1 0 0 0,0 1 1 0 0,-24-14-1 0 0,36 26 0 0 0,0 0 0 0 0,0 0 0 0 0,-1 1 0 0 0,1 0 0 0 0,-1 0-1 0 0,1 1 1 0 0,-1 0 0 0 0,0 0 0 0 0,0 1 0 0 0,0 1 0 0 0,0-1-1 0 0,-17 3 1 0 0,14-1-4 0 0,-1 1-1 0 0,1 0 1 0 0,-1 1-1 0 0,1 1 1 0 0,0 0-1 0 0,0 0 1 0 0,-11 7-1 0 0,15-6 2 0 0,0 0 0 0 0,0 0-1 0 0,1 1 1 0 0,0 0 0 0 0,0 0 0 0 0,1 0-1 0 0,0 1 1 0 0,0 0 0 0 0,0 1-1 0 0,-6 12 1 0 0,-40 77-95 0 0,-56 152-1 0 0,103-234 104 0 0,0-1-9 0 0,0 1 1 0 0,1 0-1 0 0,1 1 0 0 0,0-1 0 0 0,1 1 1 0 0,1-1-1 0 0,1 1 0 0 0,0-1 0 0 0,1 1 1 0 0,5 27-1 0 0,-2-22-8 0 0,1 0 0 0 0,1-1 0 0 0,1 1 1 0 0,1-1-1 0 0,1-1 0 0 0,1 1 0 0 0,15 22 0 0 0,-20-35 2 0 0,0 0 0 0 0,0 0 1 0 0,1-1-1 0 0,-1 0 0 0 0,2 0 0 0 0,-1 0 0 0 0,0-1 1 0 0,1 0-1 0 0,0 0 0 0 0,0-1 0 0 0,1 0 0 0 0,-1 0 1 0 0,1-1-1 0 0,0 0 0 0 0,0 0 0 0 0,0-1 0 0 0,0 1 1 0 0,13 0-1 0 0,-9-2 5 0 0,0-1-1 0 0,-1 0 1 0 0,1-1 0 0 0,0 0 0 0 0,-1-1 0 0 0,1-1 0 0 0,-1 1-1 0 0,1-2 1 0 0,-1 1 0 0 0,0-2 0 0 0,-1 1 0 0 0,18-12 0 0 0,0-1-1 0 0,0-1 1 0 0,-2-1 0 0 0,42-39-1 0 0,-54 44 2 0 0,-1 0-1 0 0,-1-1 0 0 0,-1-1 1 0 0,0 0-1 0 0,-1 0 0 0 0,0-1 1 0 0,12-31-1 0 0,-16 31 24 0 0,0-1 0 0 0,-1 0 1 0 0,-1 0-1 0 0,0 0 0 0 0,-2 0 0 0 0,0-1 0 0 0,-1 1 1 0 0,-1-1-1 0 0,0 0 0 0 0,-1 1 0 0 0,-2-1 0 0 0,0 1 1 0 0,-1 0-1 0 0,0 0 0 0 0,-1 0 0 0 0,-2 1 1 0 0,0-1-1 0 0,0 1 0 0 0,-20-30 0 0 0,10 20 44 0 0,-1 2-1 0 0,-2 0 1 0 0,-33-34-1 0 0,46 52-41 0 0,-1 1 1 0 0,1 1-1 0 0,-1-1 0 0 0,0 1 0 0 0,-1 0 0 0 0,-16-6 0 0 0,19 9-15 0 0,1 0-1 0 0,-1 1 0 0 0,0-1 0 0 0,1 2 0 0 0,-1-1 0 0 0,0 1 0 0 0,0-1 0 0 0,0 1 0 0 0,1 1 0 0 0,-1-1 0 0 0,0 1 0 0 0,-8 3 0 0 0,2 0-22 0 0,0 1-1 0 0,0 1 0 0 0,0 0 0 0 0,1 0 1 0 0,0 1-1 0 0,1 1 0 0 0,-1 0 1 0 0,1 0-1 0 0,-15 18 0 0 0,5-4-31 0 0,2 0 1 0 0,0 1-1 0 0,-18 33 0 0 0,26-36 37 0 0,1-1-1 0 0,0 1 1 0 0,2 0-1 0 0,0 1 1 0 0,-7 41-1 0 0,8-19-30 0 0,2-1 0 0 0,0 45 0 0 0,4-66 6 0 0,1 1 0 0 0,1-1-1 0 0,1 0 1 0 0,0 0 0 0 0,2 0 0 0 0,0 0 0 0 0,10 24-1 0 0,-11-36 20 0 0,1 1 0 0 0,0-1 0 0 0,0 0-1 0 0,1 0 1 0 0,0-1 0 0 0,1 1 0 0 0,0-1-1 0 0,0-1 1 0 0,1 1 0 0 0,-1-1 0 0 0,2-1-1 0 0,-1 1 1 0 0,1-2 0 0 0,0 1 0 0 0,0-1-1 0 0,15 6 1 0 0,-11-6 9 0 0,1 0-1 0 0,-1-1 1 0 0,1-1 0 0 0,0 0-1 0 0,0-1 1 0 0,0-1 0 0 0,0 0-1 0 0,0-1 1 0 0,1 0 0 0 0,-1-1-1 0 0,0-1 1 0 0,17-4 0 0 0,-21 4 22 0 0,-1-1-1 0 0,0 0 1 0 0,0-1 0 0 0,0 0-1 0 0,-1 0 1 0 0,1-1 0 0 0,-1 0-1 0 0,0-1 1 0 0,0 1 0 0 0,-1-1-1 0 0,0-1 1 0 0,0 0 0 0 0,0 0 0 0 0,-1 0-1 0 0,0-1 1 0 0,0 0 0 0 0,-1 0-1 0 0,7-14 1 0 0,0-6 21 0 0,-2 0 0 0 0,0-1 0 0 0,9-55 0 0 0,3-91 154 0 0,-21 158-160 0 0,-1 0-1 0 0,-1 0 1 0 0,0 1 0 0 0,-1-1-1 0 0,0 0 1 0 0,-2 1 0 0 0,0 0 0 0 0,-1 0-1 0 0,0 0 1 0 0,-1 0 0 0 0,-11-19-1 0 0,11 24 9 0 0,-1 0 0 0 0,0 0 0 0 0,-1 0 0 0 0,0 1 0 0 0,0 0 0 0 0,-1 1 0 0 0,-1 0 0 0 0,1 0 0 0 0,-1 1 0 0 0,-1 1 0 0 0,0-1 0 0 0,0 2 0 0 0,0-1 0 0 0,-1 2 0 0 0,-14-6 0 0 0,20 9-37 0 0,1 0 0 0 0,0 1-1 0 0,-1 0 1 0 0,1 1 0 0 0,0-1-1 0 0,-1 1 1 0 0,1 0 0 0 0,-1 0-1 0 0,1 1 1 0 0,-1-1 0 0 0,1 1-1 0 0,0 0 1 0 0,-10 4 0 0 0,6-1-14 0 0,1-1 0 0 0,0 2 0 0 0,0-1 0 0 0,1 1 0 0 0,-1 1 0 0 0,1-1 0 0 0,-11 12 0 0 0,2 1-42 0 0,1 0 0 0 0,1 1 0 0 0,0 1-1 0 0,2 0 1 0 0,-16 33 0 0 0,20-36 8 0 0,1 0 1 0 0,1 0-1 0 0,0 0 1 0 0,1 1-1 0 0,1 0 0 0 0,1 0 1 0 0,1 0-1 0 0,0 0 1 0 0,1 1-1 0 0,1-1 1 0 0,4 31-1 0 0,-3-44 31 0 0,0 1 1 0 0,1-1-1 0 0,0 0 0 0 0,0 0 1 0 0,0 0-1 0 0,0 0 0 0 0,1-1 1 0 0,0 1-1 0 0,0-1 0 0 0,0 1 1 0 0,0-1-1 0 0,1 0 0 0 0,0 0 1 0 0,-1 0-1 0 0,1-1 0 0 0,1 0 1 0 0,-1 1-1 0 0,1-1 0 0 0,-1-1 1 0 0,1 1-1 0 0,0-1 0 0 0,0 0 1 0 0,9 3-1 0 0,-8-3-1 0 0,0-1 0 0 0,0 0 1 0 0,0 0-1 0 0,1 0 0 0 0,-1-1 0 0 0,0 0 0 0 0,1 0 1 0 0,-1 0-1 0 0,0-1 0 0 0,0 0 0 0 0,1-1 0 0 0,-1 1 0 0 0,0-1 1 0 0,0 0-1 0 0,0 0 0 0 0,-1-1 0 0 0,1 0 0 0 0,-1 0 1 0 0,11-7-1 0 0,0-4 54 0 0,0-1 0 0 0,-1 0 1 0 0,0-1-1 0 0,-1-1 0 0 0,-1 0 1 0 0,-1-1-1 0 0,18-33 0 0 0,-24 39-12 0 0,0-1-1 0 0,-1 0 1 0 0,0 0 0 0 0,-1 0-1 0 0,-1 0 1 0 0,0-1-1 0 0,-1 1 1 0 0,0-1 0 0 0,-1 0-1 0 0,0 1 1 0 0,-1-1-1 0 0,-1 0 1 0 0,-3-17 0 0 0,4 28-7 0 0,-1 0 0 0 0,0 0 1 0 0,1 0-1 0 0,-1 0 1 0 0,0 0-1 0 0,-1 0 1 0 0,1 0-1 0 0,0 0 0 0 0,-1 0 1 0 0,0 1-1 0 0,1-1 1 0 0,-1 1-1 0 0,0-1 0 0 0,0 1 1 0 0,-1 0-1 0 0,1-1 1 0 0,0 1-1 0 0,-1 0 0 0 0,0 1 1 0 0,1-1-1 0 0,-1 0 1 0 0,0 1-1 0 0,0 0 0 0 0,0-1 1 0 0,1 1-1 0 0,-7-1 1 0 0,4 1 4 0 0,-1 1 0 0 0,0 0 0 0 0,0 0 0 0 0,1 0 0 0 0,-1 1 0 0 0,0 0-1 0 0,1 0 1 0 0,-1 0 0 0 0,0 1 0 0 0,1 0 0 0 0,0 0 0 0 0,-1 0 0 0 0,1 1 0 0 0,-5 3 0 0 0,0 1-59 0 0,1 0 1 0 0,-1 0-1 0 0,1 1 0 0 0,1 1 1 0 0,-1-1-1 0 0,2 1 0 0 0,-1 1 0 0 0,1-1 1 0 0,1 1-1 0 0,-1 1 0 0 0,2-1 0 0 0,-1 1 1 0 0,2 0-1 0 0,-8 22 0 0 0,8-16-22 0 0,0 0-1 0 0,0 0 0 0 0,2 0 1 0 0,0 0-1 0 0,1 0 0 0 0,1 0 1 0 0,0 0-1 0 0,1 0 1 0 0,7 32-1 0 0,-6-43 45 0 0,-1-1 0 0 0,2 0-1 0 0,-1 0 1 0 0,0 0 0 0 0,1 0 0 0 0,0 0 0 0 0,0-1-1 0 0,1 1 1 0 0,-1-1 0 0 0,1 0 0 0 0,0 0 0 0 0,0 0 0 0 0,0-1-1 0 0,1 1 1 0 0,-1-1 0 0 0,1 0 0 0 0,0 0 0 0 0,0-1 0 0 0,0 1-1 0 0,0-1 1 0 0,0 0 0 0 0,0 0 0 0 0,1-1 0 0 0,-1 0-1 0 0,1 0 1 0 0,-1 0 0 0 0,1-1 0 0 0,10 1 0 0 0,-10-1 20 0 0,0 0-1 0 0,-1 0 1 0 0,1-1 0 0 0,0 0 0 0 0,0 0 0 0 0,-1 0-1 0 0,1 0 1 0 0,0-1 0 0 0,-1 0 0 0 0,0 0 0 0 0,1-1-1 0 0,-1 1 1 0 0,0-1 0 0 0,0 0 0 0 0,-1-1 0 0 0,1 1-1 0 0,0-1 1 0 0,-1 0 0 0 0,0 0 0 0 0,0 0 0 0 0,0-1-1 0 0,-1 1 1 0 0,1-1 0 0 0,-1 0 0 0 0,0 0 0 0 0,-1 0-1 0 0,4-9 1 0 0,-4 6 34 0 0,-1-1 0 0 0,0 1 0 0 0,0 0 0 0 0,-1 0 0 0 0,0-1 0 0 0,0 1 1 0 0,-1 0-1 0 0,0-1 0 0 0,-1 1 0 0 0,1 0 0 0 0,-6-13 0 0 0,2 8 25 0 0,0 0 1 0 0,-1 0-1 0 0,0 1 1 0 0,-1 0 0 0 0,0 1-1 0 0,-12-15 1 0 0,17 24-58 0 0,1 0 1 0 0,0 0 0 0 0,-1 0 0 0 0,0 0 0 0 0,1 0-1 0 0,-1 1 1 0 0,0-1 0 0 0,0 1 0 0 0,0-1 0 0 0,0 1-1 0 0,0 0 1 0 0,0 0 0 0 0,-1 0 0 0 0,1 0-1 0 0,0 0 1 0 0,-1 0 0 0 0,1 1 0 0 0,0-1 0 0 0,-1 1-1 0 0,1-1 1 0 0,-1 1 0 0 0,1 0 0 0 0,-1 0-1 0 0,1 0 1 0 0,0 0 0 0 0,-1 1 0 0 0,1-1 0 0 0,-1 1-1 0 0,1-1 1 0 0,0 1 0 0 0,-1 0 0 0 0,1 0-1 0 0,0 0 1 0 0,0 0 0 0 0,-1 0 0 0 0,1 0 0 0 0,0 1-1 0 0,0-1 1 0 0,1 1 0 0 0,-1 0 0 0 0,0-1 0 0 0,0 1-1 0 0,-1 2 1 0 0,-7 8-50 0 0,0 1 0 0 0,1 0-1 0 0,1 0 1 0 0,0 0 0 0 0,-8 20-1 0 0,11-21 17 0 0,0-1-1 0 0,1 1 1 0 0,0 0 0 0 0,0 0-1 0 0,2 0 1 0 0,-1 1-1 0 0,2-1 1 0 0,0 1-1 0 0,0 22 1 0 0,2-31 12 0 0,-1 1 0 0 0,1-1 0 0 0,0 1 0 0 0,0-1 0 0 0,0 1 1 0 0,1-1-1 0 0,0 0 0 0 0,0 0 0 0 0,0 1 0 0 0,0-1 0 0 0,0 0 0 0 0,1-1 0 0 0,0 1 0 0 0,0 0 0 0 0,0-1 1 0 0,0 0-1 0 0,0 1 0 0 0,1-1 0 0 0,-1-1 0 0 0,1 1 0 0 0,0 0 0 0 0,0-1 0 0 0,0 0 0 0 0,0 0 0 0 0,0 0 0 0 0,1 0 1 0 0,-1-1-1 0 0,1 0 0 0 0,6 2 0 0 0,-6-2-7 0 0,0 0 0 0 0,0-1 0 0 0,0 1 0 0 0,0-1 0 0 0,0 0 0 0 0,0 0 0 0 0,0 0 1 0 0,0-1-1 0 0,0 0 0 0 0,0 0 0 0 0,0 0 0 0 0,0-1 0 0 0,0 1 0 0 0,-1-1 0 0 0,1 0 0 0 0,-1 0 0 0 0,1-1 0 0 0,-1 0 0 0 0,5-3 0 0 0,-6 3 27 0 0,-1 0 0 0 0,1 0 0 0 0,0 0-1 0 0,-1-1 1 0 0,1 1 0 0 0,-1-1-1 0 0,0 0 1 0 0,0 1 0 0 0,-1-1 0 0 0,1 0-1 0 0,-1 0 1 0 0,1 0 0 0 0,-1-1-1 0 0,-1 1 1 0 0,1 0 0 0 0,-1 0 0 0 0,1 0-1 0 0,-1-1 1 0 0,0 1 0 0 0,-1 0-1 0 0,1 0 1 0 0,-1 0 0 0 0,-1-5-1 0 0,-2-9 48 0 0,-1 0-1 0 0,-1 1 0 0 0,-1-1 0 0 0,-1 1 1 0 0,0 1-1 0 0,-1 0 0 0 0,0 0 0 0 0,-1 0 0 0 0,-15-15 1 0 0,24 29-44 0 0,-1 0 1 0 0,1 1 0 0 0,-1-1 0 0 0,1 1-1 0 0,-1 0 1 0 0,1-1 0 0 0,-1 1-1 0 0,0 0 1 0 0,0 0 0 0 0,0 0 0 0 0,0 0-1 0 0,0 0 1 0 0,0 1 0 0 0,0-1 0 0 0,0 1-1 0 0,0-1 1 0 0,0 1 0 0 0,0 0-1 0 0,0-1 1 0 0,0 1 0 0 0,0 0 0 0 0,0 0-1 0 0,0 1 1 0 0,-3-1 0 0 0,2 2-4 0 0,-1-1 0 0 0,1 1 0 0 0,-1 0 1 0 0,1 0-1 0 0,0 0 0 0 0,-1 0 0 0 0,1 0 0 0 0,0 1 0 0 0,0-1 1 0 0,1 1-1 0 0,-1 0 0 0 0,-2 4 0 0 0,-3 3-50 0 0,1 0 0 0 0,1 1 0 0 0,0 0 0 0 0,0 0 0 0 0,1 0 0 0 0,1 1 0 0 0,-5 17 0 0 0,7-20 14 0 0,1-1 1 0 0,0 1 0 0 0,0 0-1 0 0,1 0 1 0 0,1 0-1 0 0,-1 0 1 0 0,1 0 0 0 0,1-1-1 0 0,0 1 1 0 0,0 0 0 0 0,0-1-1 0 0,1 1 1 0 0,7 11-1 0 0,-8-15 2 0 0,0-1-1 0 0,1 0 0 0 0,0 1 1 0 0,0-2-1 0 0,0 1 0 0 0,1 0 1 0 0,-1 0-1 0 0,1-1 1 0 0,0 0-1 0 0,0 0 0 0 0,0 0 1 0 0,0 0-1 0 0,1-1 0 0 0,-1 1 1 0 0,1-1-1 0 0,0 0 0 0 0,-1-1 1 0 0,1 1-1 0 0,0-1 1 0 0,0 0-1 0 0,0 0 0 0 0,0 0 1 0 0,0-1-1 0 0,0 0 0 0 0,6 0 1 0 0,-5-1 38 0 0,-1 0 0 0 0,1 0 1 0 0,-1-1-1 0 0,0 1 1 0 0,0-1-1 0 0,1-1 0 0 0,-1 1 1 0 0,-1-1-1 0 0,1 1 0 0 0,0-1 1 0 0,-1-1-1 0 0,1 1 1 0 0,-1-1-1 0 0,0 0 0 0 0,0 0 1 0 0,0 0-1 0 0,-1 0 1 0 0,0 0-1 0 0,1-1 0 0 0,-1 0 1 0 0,-1 0-1 0 0,4-8 1 0 0,-1 2 55 0 0,0 1 1 0 0,-1-1 0 0 0,-1 0 0 0 0,0 0 0 0 0,-1-1 0 0 0,0 1 0 0 0,0 0 0 0 0,-1-1 0 0 0,-1 1 0 0 0,0-13 0 0 0,-1 16-27 0 0,0-1 0 0 0,-1 0 1 0 0,0 0-1 0 0,-1 1 0 0 0,1-1 0 0 0,-2 1 0 0 0,1 0 0 0 0,-1 0 0 0 0,0 0 0 0 0,-1 0 1 0 0,-6-8-1 0 0,8 13-25 0 0,1 0 0 0 0,0 1 0 0 0,-1-1 1 0 0,0 1-1 0 0,0 0 0 0 0,1 0 0 0 0,-1 0 1 0 0,-1 0-1 0 0,1 0 0 0 0,0 1 0 0 0,0-1 1 0 0,-1 1-1 0 0,1 0 0 0 0,0 0 0 0 0,-1 0 1 0 0,1 1-1 0 0,-1-1 0 0 0,1 1 0 0 0,-1 0 0 0 0,0-1 1 0 0,1 2-1 0 0,-1-1 0 0 0,1 0 0 0 0,-1 1 1 0 0,1 0-1 0 0,-1 0 0 0 0,1 0 0 0 0,0 0 1 0 0,-1 0-1 0 0,-4 3 0 0 0,-1 1-67 0 0,0 1 0 0 0,0 1 0 0 0,0-1 0 0 0,1 2 0 0 0,0-1 0 0 0,0 1-1 0 0,0 0 1 0 0,1 0 0 0 0,1 1 0 0 0,0 0 0 0 0,0 0 0 0 0,0 1 0 0 0,1 0 0 0 0,1 0 0 0 0,-1 0 0 0 0,2 0 0 0 0,-1 1-1 0 0,2-1 1 0 0,-1 1 0 0 0,0 12 0 0 0,5-5-544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08.6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408 24 3225 0 0,'-19'-6'1591'0'0,"0"1"-1"0"0,0 1 1 0 0,-1 0 0 0 0,1 2 0 0 0,-1 0 0 0 0,0 1 0 0 0,-31 3-1 0 0,43 0-1356 0 0,0 0-1 0 0,0 1 0 0 0,1 0 0 0 0,-1 0 1 0 0,1 0-1 0 0,-1 1 0 0 0,1 0 0 0 0,0 1 1 0 0,1 0-1 0 0,-1 0 0 0 0,1 0 1 0 0,0 1-1 0 0,0 0 0 0 0,1 0 0 0 0,0 0 1 0 0,0 1-1 0 0,0 0 0 0 0,1 0 0 0 0,-4 7 1 0 0,-2 6-162 0 0,0 0 0 0 0,2 1 0 0 0,1-1 0 0 0,0 2 1 0 0,-7 40-1 0 0,11-36-63 0 0,0 0-1 0 0,1 0 1 0 0,2 0 0 0 0,1 0-1 0 0,0 0 1 0 0,2-1 0 0 0,2 1 0 0 0,10 40-1 0 0,-11-55-65 0 0,0 1-1 0 0,0-1 0 0 0,1 1 0 0 0,1-1 0 0 0,-1-1 1 0 0,2 1-1 0 0,0-1 0 0 0,0 0 0 0 0,1-1 1 0 0,0 1-1 0 0,0-2 0 0 0,1 1 0 0 0,0-1 0 0 0,1 0 1 0 0,0-1-1 0 0,0 0 0 0 0,0-1 0 0 0,1 0 0 0 0,0-1 1 0 0,16 6-1 0 0,-22-9 35 0 0,0-1 1 0 0,1 0-1 0 0,-1 0 1 0 0,1 0-1 0 0,-1-1 1 0 0,1 0-1 0 0,-1 0 1 0 0,1 0-1 0 0,-1 0 1 0 0,1-1-1 0 0,-1 0 1 0 0,1-1 0 0 0,-1 1-1 0 0,8-4 1 0 0,-4 1 52 0 0,-1 0 0 0 0,0-1 0 0 0,0 0 0 0 0,0-1 0 0 0,0 1 1 0 0,-1-2-1 0 0,12-11 0 0 0,-3-2 127 0 0,-1 0 0 0 0,-1 0 0 0 0,0-1 0 0 0,-2-1 1 0 0,15-35-1 0 0,-17 34-65 0 0,-2-1 0 0 0,0 0 0 0 0,-2 0 0 0 0,0 0 0 0 0,-2 0 0 0 0,-1-1 0 0 0,0-45 1 0 0,-3 59-37 0 0,0 0 1 0 0,-1 1 0 0 0,-1-1 0 0 0,0 0 0 0 0,0 1 0 0 0,-1-1 0 0 0,0 1 0 0 0,-1 0-1 0 0,0 0 1 0 0,-1 0 0 0 0,0 1 0 0 0,0 0 0 0 0,-1-1 0 0 0,0 2 0 0 0,-1-1-1 0 0,0 1 1 0 0,0 0 0 0 0,-1 0 0 0 0,0 1 0 0 0,-11-8 0 0 0,4 5 21 0 0,0 1 1 0 0,-1 0 0 0 0,0 2-1 0 0,0-1 1 0 0,0 2-1 0 0,-1 0 1 0 0,0 1-1 0 0,0 1 1 0 0,-34-4-1 0 0,42 8-69 0 0,0-1 0 0 0,1 2-1 0 0,-1-1 1 0 0,1 1 0 0 0,-1 1-1 0 0,1-1 1 0 0,-1 1 0 0 0,1 1-1 0 0,0 0 1 0 0,0 0-1 0 0,0 0 1 0 0,0 1 0 0 0,1 0-1 0 0,-1 1 1 0 0,1 0 0 0 0,0 0-1 0 0,1 0 1 0 0,-1 1 0 0 0,1 0-1 0 0,0 0 1 0 0,0 1-1 0 0,-5 8 1 0 0,2-1-29 0 0,1 1-1 0 0,1-1 1 0 0,0 2 0 0 0,1-1-1 0 0,1 0 1 0 0,0 1-1 0 0,1 0 1 0 0,1 0 0 0 0,0 0-1 0 0,1 1 1 0 0,1 32 0 0 0,3 11-229 0 0,20 112 0 0 0,-18-151 214 0 0,-1 1-58 0 0,1-1 1 0 0,1 0 0 0 0,1 0 0 0 0,1-1 0 0 0,1 0 0 0 0,1 0-1 0 0,21 35 1 0 0,-25-48 46 0 0,-1-1-1 0 0,1 0 0 0 0,0 0 0 0 0,0 0 0 0 0,1 0 1 0 0,0-1-1 0 0,0 0 0 0 0,0-1 0 0 0,0 1 0 0 0,1-1 1 0 0,0 0-1 0 0,0-1 0 0 0,0 0 0 0 0,0 0 1 0 0,0 0-1 0 0,1-1 0 0 0,-1 0 0 0 0,1 0 0 0 0,0-1 1 0 0,-1 0-1 0 0,1 0 0 0 0,0-1 0 0 0,0 0 0 0 0,-1-1 1 0 0,11-1-1 0 0,-5 0 61 0 0,0-1 0 0 0,0-1 0 0 0,0 0 0 0 0,0 0-1 0 0,0-2 1 0 0,-1 1 0 0 0,0-2 0 0 0,0 0 0 0 0,-1 0 0 0 0,19-15 0 0 0,-16 9 106 0 0,-1 0 0 0 0,0-1 0 0 0,-1-1 0 0 0,0 0 0 0 0,-1 0 0 0 0,-1-1 0 0 0,11-22-1 0 0,-11 17-38 0 0,-1 0-1 0 0,-1 0 1 0 0,-1-1-1 0 0,-1 0 0 0 0,0 0 1 0 0,-2-1-1 0 0,-1 1 0 0 0,-1-1 1 0 0,0 0-1 0 0,-2 0 1 0 0,-1 0-1 0 0,0 0 0 0 0,-7-30 1 0 0,4 41-37 0 0,0 1 1 0 0,-1-1-1 0 0,0 1 1 0 0,-1 0 0 0 0,0 1-1 0 0,0-1 1 0 0,-1 1 0 0 0,-1 0-1 0 0,1 1 1 0 0,-2 0 0 0 0,1 0-1 0 0,-1 1 1 0 0,-1 0-1 0 0,-18-13 1 0 0,16 14 1 0 0,1 0-1 0 0,-1 0 1 0 0,0 1 0 0 0,0 1 0 0 0,-1 0-1 0 0,0 1 1 0 0,0 0 0 0 0,0 1 0 0 0,0 0-1 0 0,0 1 1 0 0,-1 1 0 0 0,1 0-1 0 0,-20 1 1 0 0,26 1-32 0 0,1 0-1 0 0,0 0 1 0 0,0 1-1 0 0,0 0 1 0 0,0 0-1 0 0,0 0 1 0 0,1 1-1 0 0,-1 0 1 0 0,1 0-1 0 0,-1 0 1 0 0,1 1 0 0 0,0-1-1 0 0,-5 6 1 0 0,3-1-18 0 0,-1 0 1 0 0,2 0 0 0 0,-1 1 0 0 0,1-1-1 0 0,0 2 1 0 0,1-1 0 0 0,-5 11 0 0 0,1 6-86 0 0,0 0 1 0 0,1 0-1 0 0,2 1 0 0 0,1 0 1 0 0,-3 32-1 0 0,6-30-8 0 0,0 0-1 0 0,2 0 1 0 0,1 0 0 0 0,1 0-1 0 0,7 32 1 0 0,-7-50 63 0 0,1-1 0 0 0,0 1 0 0 0,1-1 0 0 0,0 0 0 0 0,0 0 0 0 0,1 0 0 0 0,0-1 0 0 0,1 1-1 0 0,0-1 1 0 0,1-1 0 0 0,0 1 0 0 0,0-1 0 0 0,0 0 0 0 0,1-1 0 0 0,1 1 0 0 0,15 9 0 0 0,-3-4-32 0 0,1-2 0 0 0,0-1 1 0 0,1 0-1 0 0,0-2 0 0 0,0-1 0 0 0,29 6 0 0 0,-40-11 44 0 0,0 1 1 0 0,1-2-1 0 0,-1 0 0 0 0,0-1 0 0 0,1 0 1 0 0,-1 0-1 0 0,1-2 0 0 0,-1 1 0 0 0,0-2 1 0 0,0 1-1 0 0,0-2 0 0 0,0 1 0 0 0,22-12 1 0 0,-27 10 14 0 0,0 0 1 0 0,0 0-1 0 0,-1-1 0 0 0,1 0 1 0 0,-1 0-1 0 0,-1-1 1 0 0,1 1-1 0 0,-1-1 0 0 0,0 0 1 0 0,-1-1-1 0 0,0 1 1 0 0,0-1-1 0 0,0 0 1 0 0,-1 0-1 0 0,0 0 0 0 0,-1-1 1 0 0,0 1-1 0 0,2-11 1 0 0,-2 4 74 0 0,-1-1 0 0 0,0 1 0 0 0,0 0 0 0 0,-2-1 0 0 0,0 1 0 0 0,-1 0 0 0 0,0-1 1 0 0,-1 1-1 0 0,-8-20 0 0 0,3 12 54 0 0,-1 0 0 0 0,-1 0-1 0 0,-1 1 1 0 0,-2 1 0 0 0,-28-39 0 0 0,36 53-91 0 0,-1 0 1 0 0,0 1-1 0 0,0 0 0 0 0,0 0 0 0 0,-1 1 1 0 0,0-1-1 0 0,0 1 0 0 0,0 1 1 0 0,-1 0-1 0 0,1 0 0 0 0,-1 0 1 0 0,0 1-1 0 0,0 0 0 0 0,0 0 0 0 0,-1 1 1 0 0,1 0-1 0 0,-1 1 0 0 0,1 0 1 0 0,-1 0-1 0 0,-13 1 0 0 0,17 0-34 0 0,0 1 0 0 0,0 0 0 0 0,1 0 0 0 0,-1 0 0 0 0,0 1 0 0 0,1-1 0 0 0,-1 1-1 0 0,1 0 1 0 0,-1 1 0 0 0,1-1 0 0 0,0 1 0 0 0,0 0 0 0 0,0 0 0 0 0,-6 5 0 0 0,4-1-10 0 0,1 0 0 0 0,0 0 1 0 0,0 0-1 0 0,0 0 0 0 0,0 1 1 0 0,1 0-1 0 0,-5 13 0 0 0,2 2-12 0 0,1-1 1 0 0,1 1-1 0 0,0 1 0 0 0,2-1 1 0 0,0 28-1 0 0,2-31-70 0 0,1-1-1 0 0,1 1 1 0 0,0-1-1 0 0,2 0 0 0 0,0 1 1 0 0,1-1-1 0 0,13 34 1 0 0,-15-47 64 0 0,1 0 0 0 0,0 0 1 0 0,0-1-1 0 0,0 1 0 0 0,1-1 1 0 0,0 0-1 0 0,0 0 0 0 0,0 0 0 0 0,0 0 1 0 0,1-1-1 0 0,0 0 0 0 0,0 0 1 0 0,0 0-1 0 0,1-1 0 0 0,-1 1 0 0 0,1-1 1 0 0,0-1-1 0 0,-1 1 0 0 0,1-1 1 0 0,1 0-1 0 0,-1 0 0 0 0,0-1 0 0 0,0 1 1 0 0,1-1-1 0 0,-1-1 0 0 0,0 1 0 0 0,10-2 1 0 0,-10 1 7 0 0,0 0 0 0 0,0-1 0 0 0,0 0 0 0 0,0 0 1 0 0,0-1-1 0 0,0 1 0 0 0,0-1 0 0 0,-1 0 0 0 0,1-1 1 0 0,-1 1-1 0 0,0-1 0 0 0,0-1 0 0 0,0 1 0 0 0,0 0 0 0 0,0-1 1 0 0,-1 0-1 0 0,1 0 0 0 0,-1-1 0 0 0,0 1 0 0 0,0-1 1 0 0,-1 0-1 0 0,0 0 0 0 0,1 0 0 0 0,-2 0 0 0 0,1-1 0 0 0,0 1 1 0 0,-1-1-1 0 0,0 1 0 0 0,1-8 0 0 0,3-15 197 0 0,-1 0 0 0 0,-1-1-1 0 0,-1 1 1 0 0,-2-51 0 0 0,-1 69-122 0 0,0 2-19 0 0,0 0 0 0 0,-1 0 0 0 0,0-1 0 0 0,0 1 0 0 0,0 0 0 0 0,-1 1 0 0 0,-1-1 1 0 0,1 0-1 0 0,-8-14 0 0 0,9 20-28 0 0,-1 0 1 0 0,1 0-1 0 0,-1 0 1 0 0,0 0-1 0 0,0 0 0 0 0,1 0 1 0 0,-1 1-1 0 0,0-1 1 0 0,0 1-1 0 0,-1-1 1 0 0,1 1-1 0 0,0 0 1 0 0,0 0-1 0 0,-1 0 0 0 0,1 0 1 0 0,-1 0-1 0 0,1 0 1 0 0,0 1-1 0 0,-1-1 1 0 0,1 1-1 0 0,-1 0 0 0 0,0 0 1 0 0,1 0-1 0 0,-1 0 1 0 0,1 0-1 0 0,-1 0 1 0 0,1 1-1 0 0,-1-1 1 0 0,1 1-1 0 0,-1 0 0 0 0,1-1 1 0 0,0 1-1 0 0,-1 0 1 0 0,-3 3-1 0 0,-6 2-37 0 0,1 1-1 0 0,0 0 0 0 0,0 0 1 0 0,1 1-1 0 0,0 0 0 0 0,0 1 1 0 0,1 1-1 0 0,-13 15 1 0 0,10-10-59 0 0,1 0 0 0 0,1 1 1 0 0,1 0-1 0 0,0 0 0 0 0,-9 26 1 0 0,17-40 70 0 0,0-1 0 0 0,0 1 0 0 0,0 0 0 0 0,1 0 0 0 0,-1-1 0 0 0,0 1 1 0 0,1 0-1 0 0,0 0 0 0 0,-1 0 0 0 0,1-1 0 0 0,0 1 0 0 0,0 0 0 0 0,0 0 0 0 0,0 0 1 0 0,1 0-1 0 0,-1 0 0 0 0,0-1 0 0 0,1 1 0 0 0,-1 0 0 0 0,1 0 0 0 0,0 0 0 0 0,-1-1 1 0 0,1 1-1 0 0,0 0 0 0 0,0-1 0 0 0,0 1 0 0 0,0-1 0 0 0,1 1 0 0 0,-1-1 0 0 0,0 0 1 0 0,0 1-1 0 0,1-1 0 0 0,-1 0 0 0 0,1 0 0 0 0,-1 0 0 0 0,1 0 0 0 0,0 0 0 0 0,-1 0 1 0 0,1-1-1 0 0,0 1 0 0 0,3 1 0 0 0,0-1-47 0 0,1 0-1 0 0,-1-1 1 0 0,1 1 0 0 0,0-1 0 0 0,-1 0-1 0 0,1-1 1 0 0,-1 1 0 0 0,1-1 0 0 0,-1 0-1 0 0,1-1 1 0 0,-1 1 0 0 0,0-1 0 0 0,6-2-1 0 0,-1-2 71 0 0,-1 0 0 0 0,-1 0 0 0 0,1-1 0 0 0,-1 0 0 0 0,0 0 0 0 0,-1-1-1 0 0,1 0 1 0 0,-1 0 0 0 0,-1-1 0 0 0,0 0 0 0 0,0 0 0 0 0,-1-1 0 0 0,0 1 0 0 0,-1-1 0 0 0,0 0-1 0 0,0 0 1 0 0,4-20 0 0 0,-5 18 56 0 0,-1 0 0 0 0,0-1 0 0 0,0 1 0 0 0,-1-1-1 0 0,-1 1 1 0 0,0-1 0 0 0,-1 1 0 0 0,0-1 0 0 0,-1 1 0 0 0,0 0 0 0 0,-1-1-1 0 0,0 1 1 0 0,-1 0 0 0 0,-1 1 0 0 0,-6-13 0 0 0,10 21-26 0 0,0 1 0 0 0,0 1 0 0 0,0-1 0 0 0,-1 0-1 0 0,1 0 1 0 0,-1 0 0 0 0,1 1 0 0 0,-1-1 0 0 0,1 0 0 0 0,-1 1 0 0 0,0 0 0 0 0,0-1 0 0 0,0 1 0 0 0,0 0 0 0 0,0 0-1 0 0,0 0 1 0 0,0 0 0 0 0,0 1 0 0 0,0-1 0 0 0,-5 0 0 0 0,4 1 0 0 0,0 0 1 0 0,0 0-1 0 0,0 1 0 0 0,1-1 0 0 0,-1 1 1 0 0,0 0-1 0 0,0 0 0 0 0,0 0 1 0 0,0 0-1 0 0,1 0 0 0 0,-1 0 0 0 0,1 1 1 0 0,-1 0-1 0 0,-2 1 0 0 0,-4 5-36 0 0,1 0-1 0 0,0 0 0 0 0,0 0 0 0 0,0 1 0 0 0,1 0 1 0 0,1 1-1 0 0,-8 12 0 0 0,2 3-69 0 0,0 0-1 0 0,1 0 1 0 0,-8 33-1 0 0,16-47 19 0 0,0 1 0 0 0,1-1 1 0 0,0 1-1 0 0,1 0 0 0 0,0 0 0 0 0,1 0 0 0 0,0-1 0 0 0,1 1 0 0 0,0 0 0 0 0,4 13 1 0 0,-4-23 45 0 0,-1 1 0 0 0,1-1 0 0 0,0 1 0 0 0,0 0 0 0 0,0-1 0 0 0,1 0 0 0 0,-1 1 1 0 0,1-1-1 0 0,-1 0 0 0 0,1 0 0 0 0,0 0 0 0 0,0 0 0 0 0,2 3 0 0 0,-2-4-3 0 0,-1-1 0 0 0,0 1 0 0 0,1 0 0 0 0,-1-1-1 0 0,0 1 1 0 0,1 0 0 0 0,-1-1 0 0 0,1 0 0 0 0,-1 1-1 0 0,1-1 1 0 0,-1 0 0 0 0,1 0 0 0 0,-1 0 0 0 0,1 0-1 0 0,-1 0 1 0 0,1 0 0 0 0,0 0 0 0 0,1-1 0 0 0,0 0-6 0 0,1-1 0 0 0,-1 1 0 0 0,1-1 0 0 0,-1 0 0 0 0,0 0 0 0 0,0 0 0 0 0,0 0 0 0 0,0-1 0 0 0,0 1 0 0 0,0-1 0 0 0,0 0 0 0 0,-1 0-1 0 0,0 0 1 0 0,1 0 0 0 0,-1 0 0 0 0,0-1 0 0 0,2-4 0 0 0,1-4 95 0 0,-1-1-1 0 0,0 1 1 0 0,-1-1-1 0 0,0 0 1 0 0,-1 0-1 0 0,-1 0 0 0 0,0 0 1 0 0,-1 0-1 0 0,0 0 1 0 0,-3-21-1 0 0,-1 5 152 0 0,-2 0-1 0 0,-1 0 1 0 0,-17-46 0 0 0,22 70-201 0 0,0-1 0 0 0,-1 1 0 0 0,1 0 0 0 0,-1 0 0 0 0,0 0 0 0 0,-1 0 0 0 0,1 0 0 0 0,-1 1 0 0 0,-4-5 0 0 0,7 8-11 0 0,-1 0 1 0 0,0 0-1 0 0,1 0 0 0 0,-1 0 1 0 0,0 0-1 0 0,1 0 1 0 0,-1 0-1 0 0,0 1 1 0 0,0-1-1 0 0,0 0 1 0 0,1 1-1 0 0,-1 0 1 0 0,0-1-1 0 0,0 1 0 0 0,0 0 1 0 0,0 0-1 0 0,0 0 1 0 0,0 0-1 0 0,0 1 1 0 0,0-1-1 0 0,0 0 1 0 0,1 1-1 0 0,-1 0 1 0 0,0-1-1 0 0,0 1 0 0 0,0 0 1 0 0,1 0-1 0 0,-1 0 1 0 0,0 0-1 0 0,-2 2 1 0 0,-9 8-17 0 0,0 1 1 0 0,1 0 0 0 0,1 1 0 0 0,0 0-1 0 0,1 1 1 0 0,0 0 0 0 0,1 1-1 0 0,1 0 1 0 0,0 0 0 0 0,1 1 0 0 0,1 0-1 0 0,-7 22 1 0 0,12-30-9 0 0,-1-1 0 0 0,1 1-1 0 0,1-1 1 0 0,-1 1 0 0 0,1-1 0 0 0,0 1 0 0 0,1-1-1 0 0,0 1 1 0 0,0-1 0 0 0,1 1 0 0 0,-1-1 0 0 0,2 0-1 0 0,-1 0 1 0 0,1 0 0 0 0,0 0 0 0 0,1 0-1 0 0,7 12 1 0 0,-2-7-363 0 0,1-1-1 0 0,0 0 0 0 0,0-1 1 0 0,1 0-1 0 0,1 0 0 0 0,-1-1 1 0 0,1-1-1 0 0,16 9 0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1.1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639 165 7370 0 0,'-5'-3'463'0'0,"0"1"0"0"0,0 0 0 0 0,0 0 0 0 0,0 0-1 0 0,-1 1 1 0 0,1 0 0 0 0,-1 0 0 0 0,1 0 0 0 0,-1 0 0 0 0,-10 1 0 0 0,5 0-28 0 0,-27-2 932 0 0,0 1-1 0 0,0 2 0 0 0,0 2 1 0 0,-48 10-1 0 0,64-8-1160 0 0,0 0-1 0 0,0 1 1 0 0,1 2 0 0 0,0 0 0 0 0,1 1-1 0 0,0 1 1 0 0,0 1 0 0 0,-30 23 0 0 0,40-26-201 0 0,1 0 1 0 0,1 1 0 0 0,0 1 0 0 0,0-1 0 0 0,0 1 0 0 0,2 1-1 0 0,-1-1 1 0 0,1 1 0 0 0,1 0 0 0 0,0 1 0 0 0,0-1-1 0 0,1 1 1 0 0,1 0 0 0 0,0 0 0 0 0,0 0 0 0 0,1 0 0 0 0,1 0-1 0 0,0 1 1 0 0,1-1 0 0 0,0 1 0 0 0,3 15 0 0 0,-2-16-22 0 0,1 0 1 0 0,1-1-1 0 0,0 1 1 0 0,0 0 0 0 0,1-1-1 0 0,1 0 1 0 0,0 0-1 0 0,0 0 1 0 0,1 0 0 0 0,1-1-1 0 0,0 0 1 0 0,0 0-1 0 0,1-1 1 0 0,0 0 0 0 0,0-1-1 0 0,1 1 1 0 0,0-1-1 0 0,1-1 1 0 0,0 0 0 0 0,0 0-1 0 0,20 9 1 0 0,-20-12-15 0 0,0 0-1 0 0,1 0 1 0 0,-1-1 0 0 0,1 0 0 0 0,-1 0-1 0 0,1-2 1 0 0,0 1 0 0 0,0-1-1 0 0,0-1 1 0 0,0 0 0 0 0,0 0 0 0 0,0-1-1 0 0,0-1 1 0 0,0 0 0 0 0,0 0 0 0 0,-1-1-1 0 0,1-1 1 0 0,-1 1 0 0 0,0-2 0 0 0,0 1-1 0 0,0-2 1 0 0,-1 1 0 0 0,1-1-1 0 0,-1 0 1 0 0,-1-1 0 0 0,1 0 0 0 0,-1-1-1 0 0,0 0 1 0 0,-1 0 0 0 0,0 0 0 0 0,0-1-1 0 0,7-13 1 0 0,-6 8 160 0 0,-1-1 1 0 0,0 0-1 0 0,-1-1 0 0 0,0 1 1 0 0,-2-1-1 0 0,0 0 1 0 0,0-1-1 0 0,-1 1 0 0 0,-2-1 1 0 0,1 1-1 0 0,-2-1 0 0 0,0 0 1 0 0,-1 1-1 0 0,-4-23 1 0 0,0 14-40 0 0,0 0 0 0 0,-2 0 1 0 0,-1 0-1 0 0,-1 1 0 0 0,0 1 1 0 0,-2 0-1 0 0,-1 0 1 0 0,-25-36-1 0 0,29 49-71 0 0,0-1 0 0 0,-1 2 0 0 0,1-1 0 0 0,-2 1 0 0 0,0 0 0 0 0,0 1 0 0 0,0 0 0 0 0,-1 1-1 0 0,-17-9 1 0 0,23 13-17 0 0,0 1-1 0 0,-1 0 1 0 0,1 1-1 0 0,0-1 1 0 0,0 1-1 0 0,-1 0 1 0 0,1 0-1 0 0,-1 1 1 0 0,1 0-1 0 0,-1 0 1 0 0,1 0-1 0 0,-1 0 1 0 0,1 1-1 0 0,0 0 1 0 0,-1 0-1 0 0,1 1 1 0 0,0-1-1 0 0,0 1 1 0 0,-1 0-1 0 0,2 0 1 0 0,-1 1-1 0 0,0 0 1 0 0,0 0-1 0 0,1 0 0 0 0,-6 4 1 0 0,-3 5-32 0 0,1 0 0 0 0,0 1-1 0 0,1 1 1 0 0,0 0 0 0 0,1 0 0 0 0,1 1 0 0 0,0 0-1 0 0,1 0 1 0 0,0 1 0 0 0,1 0 0 0 0,1 1-1 0 0,1 0 1 0 0,0-1 0 0 0,2 2 0 0 0,0-1 0 0 0,-2 25-1 0 0,4-18-20 0 0,0 0 0 0 0,2 0 0 0 0,1-1 1 0 0,1 1-1 0 0,0 0 0 0 0,2-1 0 0 0,1 0 0 0 0,1 0 0 0 0,1 0 0 0 0,1-1 0 0 0,17 32 0 0 0,-18-41 8 0 0,0-1 1 0 0,0 0 0 0 0,1-1 0 0 0,1 0-1 0 0,0-1 1 0 0,0 0 0 0 0,1 0-1 0 0,0-1 1 0 0,1-1 0 0 0,0 1 0 0 0,0-2-1 0 0,1 0 1 0 0,20 8 0 0 0,-22-11 50 0 0,0 0 0 0 0,0-1 0 0 0,0-1 0 0 0,1 1 0 0 0,-1-2 0 0 0,1 0 0 0 0,0 0 0 0 0,-1-1 0 0 0,1-1 0 0 0,0 1 0 0 0,-1-2 0 0 0,1 0 0 0 0,-1 0 0 0 0,1-1 0 0 0,-1-1 0 0 0,0 0 0 0 0,10-5 0 0 0,-3 0 59 0 0,-1-1 1 0 0,0 0-1 0 0,0-1 1 0 0,-1-1-1 0 0,-1-1 1 0 0,0 0-1 0 0,-1-1 1 0 0,-1-1-1 0 0,0 0 1 0 0,0 0-1 0 0,-2-1 0 0 0,10-19 1 0 0,-15 24-26 0 0,0 0-1 0 0,-1-1 1 0 0,0 0 0 0 0,-1 0-1 0 0,-1 0 1 0 0,0 0 0 0 0,-1-1 0 0 0,0 1-1 0 0,0-1 1 0 0,-2 1 0 0 0,1-1-1 0 0,-2 0 1 0 0,0 1 0 0 0,0-1 0 0 0,-1 1-1 0 0,-1-1 1 0 0,0 1 0 0 0,0 0-1 0 0,-11-22 1 0 0,4 15 56 0 0,0 0 0 0 0,-2 1-1 0 0,0 0 1 0 0,-1 1 0 0 0,-16-16 0 0 0,-4 0 29 0 0,-47-37 1 0 0,70 61-112 0 0,-1 1 1 0 0,-1 0 0 0 0,1 1 0 0 0,-1 0 0 0 0,-1 1 0 0 0,1 0-1 0 0,-1 1 1 0 0,0 0 0 0 0,0 1 0 0 0,-1 1 0 0 0,-16-2 0 0 0,22 4-15 0 0,0 1 0 0 0,0 0 1 0 0,1 0-1 0 0,-1 1 0 0 0,0 0 1 0 0,1 0-1 0 0,-1 1 0 0 0,1 0 0 0 0,-1 0 1 0 0,1 1-1 0 0,0 0 0 0 0,0 0 1 0 0,0 1-1 0 0,0 0 0 0 0,1 0 1 0 0,-1 0-1 0 0,1 1 0 0 0,0 0 0 0 0,1 0 1 0 0,-1 1-1 0 0,-6 9 0 0 0,0 0-29 0 0,0 0 0 0 0,2 1-1 0 0,0 1 1 0 0,1 0-1 0 0,0 0 1 0 0,2 1 0 0 0,0 0-1 0 0,1 0 1 0 0,1 0-1 0 0,0 1 1 0 0,-3 37 0 0 0,7-42-24 0 0,1 1 1 0 0,0-1 0 0 0,1 0 0 0 0,1 1 0 0 0,0-1 0 0 0,1 0 0 0 0,0 0-1 0 0,2 0 1 0 0,-1 0 0 0 0,2-1 0 0 0,0 0 0 0 0,0 0 0 0 0,1 0-1 0 0,1-1 1 0 0,0 0 0 0 0,14 16 0 0 0,-9-13-9 0 0,2-1-1 0 0,0 0 1 0 0,0-1-1 0 0,2-1 1 0 0,-1 0-1 0 0,1-2 1 0 0,1 0-1 0 0,0 0 1 0 0,0-2-1 0 0,1 0 1 0 0,0-1-1 0 0,30 6 1 0 0,-44-12 60 0 0,0-1 0 0 0,0 1 0 0 0,0-1 0 0 0,0-1 1 0 0,-1 1-1 0 0,1 0 0 0 0,0-1 0 0 0,0 0 0 0 0,0 0 0 0 0,-1-1 0 0 0,1 0 1 0 0,0 1-1 0 0,7-6 0 0 0,-4 2 6 0 0,-1 0 0 0 0,0 0 1 0 0,0-1-1 0 0,0 0 0 0 0,-1 0 0 0 0,1-1 1 0 0,4-8-1 0 0,2-3 8 0 0,-1-1 0 0 0,-1 0 0 0 0,0-1 0 0 0,-2-1 0 0 0,9-26 0 0 0,-9 14 6 0 0,-1 1 1 0 0,-2-1 0 0 0,-2-1-1 0 0,0 1 1 0 0,-3-1-1 0 0,0 1 1 0 0,-2-1-1 0 0,-2 0 1 0 0,-1 1-1 0 0,-14-55 1 0 0,16 81 2 0 0,0 0 1 0 0,0 0-1 0 0,-1 0 0 0 0,1 0 1 0 0,-2 1-1 0 0,1 0 0 0 0,-1-1 1 0 0,0 1-1 0 0,-6-7 0 0 0,8 11-12 0 0,0 0 0 0 0,0 1-1 0 0,0-1 1 0 0,0 0 0 0 0,0 1-1 0 0,0-1 1 0 0,-1 1 0 0 0,1 0-1 0 0,-1 0 1 0 0,1 0 0 0 0,-1 0-1 0 0,1 0 1 0 0,-1 0 0 0 0,0 1-1 0 0,1-1 1 0 0,-1 1 0 0 0,0 0-1 0 0,1 0 1 0 0,-1 0 0 0 0,0 0-1 0 0,0 0 1 0 0,1 1 0 0 0,-1-1-1 0 0,0 1 1 0 0,1-1 0 0 0,-1 1-1 0 0,-3 2 1 0 0,-5 2 0 0 0,0 1-1 0 0,0 1 1 0 0,1-1 0 0 0,0 2 0 0 0,0-1-1 0 0,1 2 1 0 0,0-1 0 0 0,0 1-1 0 0,-10 15 1 0 0,-1 2-44 0 0,1 2 1 0 0,-20 39-1 0 0,24-37-66 0 0,1 0 0 0 0,2 1 0 0 0,1 0 0 0 0,-12 58 0 0 0,19-67-6 0 0,1 1 1 0 0,1-1-1 0 0,0 1 1 0 0,2 0 0 0 0,1 0-1 0 0,1 0 1 0 0,8 40-1 0 0,-8-56 67 0 0,0-1 0 0 0,0 0-1 0 0,1 0 1 0 0,0 1 0 0 0,0-2-1 0 0,0 1 1 0 0,1 0 0 0 0,0-1-1 0 0,0 1 1 0 0,1-1 0 0 0,-1 0-1 0 0,1-1 1 0 0,0 1 0 0 0,0-1-1 0 0,1 0 1 0 0,-1 0 0 0 0,1 0-1 0 0,0-1 1 0 0,7 3 0 0 0,-8-4 34 0 0,0 0 1 0 0,-1-1 0 0 0,1 0 0 0 0,0 0-1 0 0,0 0 1 0 0,-1 0 0 0 0,1-1-1 0 0,0 0 1 0 0,0 0 0 0 0,0 0 0 0 0,0 0-1 0 0,0-1 1 0 0,-1 0 0 0 0,1 0-1 0 0,0 0 1 0 0,0-1 0 0 0,-1 0 0 0 0,1 0-1 0 0,-1 0 1 0 0,0 0 0 0 0,0 0-1 0 0,1-1 1 0 0,-1 0 0 0 0,-1 0 0 0 0,1 0-1 0 0,0 0 1 0 0,3-5 0 0 0,3-6 41 0 0,0 0 1 0 0,0 0 0 0 0,-1-1 0 0 0,-1 0-1 0 0,-1-1 1 0 0,0 0 0 0 0,-1 0-1 0 0,-1-1 1 0 0,0 1 0 0 0,-1-1 0 0 0,-1 0-1 0 0,2-24 1 0 0,-3 1 37 0 0,-1 0 0 0 0,-2 1 1 0 0,-1-1-1 0 0,-10-50 0 0 0,10 82-49 0 0,1-1 0 0 0,-2 1 1 0 0,1 0-1 0 0,-1 0 0 0 0,0 0 1 0 0,0 0-1 0 0,-1 1 0 0 0,0-1 1 0 0,-6-6-1 0 0,8 12-13 0 0,1 0 0 0 0,-1 0 0 0 0,0 0 0 0 0,0 0 0 0 0,0 1 0 0 0,0-1 0 0 0,0 1 1 0 0,0-1-1 0 0,-1 1 0 0 0,1 0 0 0 0,0 0 0 0 0,-1 0 0 0 0,1 0 0 0 0,-1 0 0 0 0,1 1 0 0 0,-1-1 0 0 0,1 1 1 0 0,-1-1-1 0 0,0 1 0 0 0,1 0 0 0 0,-1 0 0 0 0,1 0 0 0 0,-1 1 0 0 0,0-1 0 0 0,1 0 0 0 0,-1 1 0 0 0,1 0 1 0 0,-1 0-1 0 0,1 0 0 0 0,-1 0 0 0 0,1 0 0 0 0,-4 2 0 0 0,-9 6-4 0 0,0 1-1 0 0,0 1 1 0 0,1 0-1 0 0,1 0 0 0 0,0 1 1 0 0,0 1-1 0 0,1 0 1 0 0,1 1-1 0 0,-13 20 1 0 0,16-21-55 0 0,-1 0 0 0 0,2 1-1 0 0,0 0 1 0 0,1 0 0 0 0,0 1 0 0 0,1 0 0 0 0,1 0-1 0 0,0 0 1 0 0,1 0 0 0 0,-2 30 0 0 0,5-37 9 0 0,0-1-1 0 0,1 1 1 0 0,0 0-1 0 0,0-1 1 0 0,1 1-1 0 0,0-1 1 0 0,0 1-1 0 0,0-1 1 0 0,1 0-1 0 0,0 0 1 0 0,1 0-1 0 0,-1 0 1 0 0,2 0-1 0 0,-1-1 1 0 0,0 0 0 0 0,1 0-1 0 0,10 10 1 0 0,-8-11-11 0 0,-1-1 1 0 0,1 1-1 0 0,0-1 1 0 0,0 0-1 0 0,0 0 1 0 0,1-1-1 0 0,0 0 1 0 0,-1 0-1 0 0,1-1 1 0 0,0 0-1 0 0,0-1 1 0 0,0 1 0 0 0,0-2-1 0 0,0 1 1 0 0,1-1-1 0 0,13-1 1 0 0,-14 0 44 0 0,1 0 0 0 0,0 0 0 0 0,-1-1 0 0 0,1 0 0 0 0,-1 0 0 0 0,1-1 0 0 0,-1 0 0 0 0,0 0 0 0 0,0-1 0 0 0,-1 0 0 0 0,1-1 0 0 0,-1 0 0 0 0,0 0 0 0 0,0 0 0 0 0,0-1 0 0 0,-1 0 0 0 0,0 0 0 0 0,0-1 0 0 0,0 0 0 0 0,-1 0 0 0 0,0 0 0 0 0,-1 0 0 0 0,1-1 0 0 0,-1 0 0 0 0,-1 0 0 0 0,0 0 0 0 0,0 0 0 0 0,0-1 0 0 0,-1 1 0 0 0,0-1 0 0 0,-1 0 0 0 0,0 1 0 0 0,0-1 0 0 0,-1-10 0 0 0,0 3 103 0 0,-1 0 1 0 0,0 0 0 0 0,-2 0 0 0 0,1 0 0 0 0,-2 1-1 0 0,0-1 1 0 0,-9-21 0 0 0,11 32-76 0 0,0 1 0 0 0,0 0 0 0 0,0 0 0 0 0,-1-1 0 0 0,1 2 0 0 0,-1-1 0 0 0,0 0 0 0 0,0 0 0 0 0,0 1 0 0 0,-1 0 0 0 0,1-1 0 0 0,-1 1 0 0 0,0 1 0 0 0,0-1 0 0 0,0 0 0 0 0,0 1 0 0 0,0 0 0 0 0,0 0 0 0 0,-1 0 1 0 0,1 1-1 0 0,-1-1 0 0 0,0 1 0 0 0,1 0 0 0 0,-1 1 0 0 0,0-1 0 0 0,1 1 0 0 0,-1 0 0 0 0,0 0 0 0 0,-5 1 0 0 0,0 0-27 0 0,0 2 1 0 0,0 0 0 0 0,0 0-1 0 0,1 0 1 0 0,-1 1-1 0 0,1 1 1 0 0,0 0-1 0 0,0 0 1 0 0,1 1 0 0 0,-1 0-1 0 0,1 0 1 0 0,0 1-1 0 0,1 0 1 0 0,-9 10 0 0 0,10-11-32 0 0,1 0 0 0 0,0 0 0 0 0,1 1 0 0 0,-1 0 0 0 0,1 0 0 0 0,1 0 0 0 0,-1 0 0 0 0,1 0 0 0 0,0 1 0 0 0,1-1 0 0 0,0 1 0 0 0,0 0 0 0 0,1 0 0 0 0,0 0 0 0 0,0 0 0 0 0,0 0 0 0 0,1 0 0 0 0,2 15 0 0 0,-1-19 13 0 0,0 0-1 0 0,1 0 1 0 0,-1 0 0 0 0,1-1-1 0 0,-1 1 1 0 0,1 0 0 0 0,0-1-1 0 0,0 0 1 0 0,1 1-1 0 0,-1-1 1 0 0,1 0 0 0 0,0 0-1 0 0,0 0 1 0 0,0 0-1 0 0,0-1 1 0 0,0 1 0 0 0,0-1-1 0 0,1 0 1 0 0,-1 0-1 0 0,1 0 1 0 0,0 0 0 0 0,-1-1-1 0 0,1 1 1 0 0,0-1 0 0 0,0 0-1 0 0,0 0 1 0 0,0-1-1 0 0,0 1 1 0 0,0-1 0 0 0,0 0-1 0 0,0 0 1 0 0,0 0-1 0 0,0 0 1 0 0,0-1 0 0 0,0 1-1 0 0,0-1 1 0 0,0 0-1 0 0,0-1 1 0 0,0 1 0 0 0,0-1-1 0 0,-1 1 1 0 0,1-1-1 0 0,-1 0 1 0 0,1-1 0 0 0,-1 1-1 0 0,0 0 1 0 0,0-1 0 0 0,0 0-1 0 0,4-4 1 0 0,0-2 45 0 0,-1-1 0 0 0,0 0 0 0 0,0 0 0 0 0,-1 0 0 0 0,0-1 0 0 0,-1 0 0 0 0,0 0-1 0 0,4-21 1 0 0,-7 27-8 0 0,0-1 0 0 0,-1 1 0 0 0,0-1 0 0 0,0 0 0 0 0,0 1 0 0 0,0-1-1 0 0,-1 0 1 0 0,0 1 0 0 0,-2-7 0 0 0,2 9 3 0 0,0 0 1 0 0,0 0-1 0 0,-1 0 1 0 0,1 0-1 0 0,-1 0 0 0 0,0 1 1 0 0,0-1-1 0 0,0 1 1 0 0,0-1-1 0 0,0 1 0 0 0,-1 0 1 0 0,1-1-1 0 0,-1 1 1 0 0,1 0-1 0 0,-1 1 1 0 0,-5-4-1 0 0,6 4-9 0 0,0 0 0 0 0,0 1 0 0 0,0-1 0 0 0,-1 0 0 0 0,1 1-1 0 0,0-1 1 0 0,0 1 0 0 0,-1 0 0 0 0,1 0 0 0 0,0 0 0 0 0,0 0 0 0 0,-1 0 0 0 0,1 0 0 0 0,0 1 0 0 0,0-1 0 0 0,-1 1 0 0 0,-3 1 0 0 0,1 0-9 0 0,1 0 1 0 0,-1 1 0 0 0,1 0 0 0 0,0 0 0 0 0,0 0 0 0 0,0 0 0 0 0,-6 7 0 0 0,0 1-42 0 0,1 0 0 0 0,1 1 0 0 0,0 0 0 0 0,-12 24 1 0 0,16-28 4 0 0,1 0 0 0 0,0 1 1 0 0,1-1-1 0 0,-1 0 0 0 0,1 1 1 0 0,1 0-1 0 0,0-1 0 0 0,0 1 0 0 0,1 0 1 0 0,0 10-1 0 0,1-16 1 0 0,-1 0 1 0 0,1 0-1 0 0,-1 0 0 0 0,1-1 1 0 0,0 1-1 0 0,0 0 0 0 0,0 0 1 0 0,0 0-1 0 0,1-1 0 0 0,-1 1 1 0 0,1-1-1 0 0,0 1 0 0 0,-1-1 0 0 0,1 0 1 0 0,0 1-1 0 0,1-1 0 0 0,-1 0 1 0 0,0 0-1 0 0,0-1 0 0 0,1 1 1 0 0,-1 0-1 0 0,1-1 0 0 0,0 1 1 0 0,-1-1-1 0 0,1 0 0 0 0,0 0 0 0 0,0 0 1 0 0,0 0-1 0 0,0-1 0 0 0,0 1 1 0 0,-1-1-1 0 0,1 0 0 0 0,5 0 1 0 0,-6 1-3 0 0,1-1 0 0 0,-1 0 0 0 0,1 0 0 0 0,-1 0 0 0 0,1 0 0 0 0,-1 0 0 0 0,1 0 0 0 0,-1-1 0 0 0,1 1 0 0 0,-1-1 0 0 0,1 0 0 0 0,-1 0 0 0 0,0 0 0 0 0,1 0 0 0 0,-1 0 0 0 0,0-1 0 0 0,0 1 0 0 0,0 0 1 0 0,0-1-1 0 0,0 0 0 0 0,0 1 0 0 0,2-4 0 0 0,-3 2 25 0 0,1 0 1 0 0,-1 0-1 0 0,1 0 1 0 0,-1 0-1 0 0,0-1 1 0 0,0 1-1 0 0,-1 0 1 0 0,1-1-1 0 0,-1 1 1 0 0,0-1-1 0 0,0 1 1 0 0,0-1-1 0 0,0 1 1 0 0,-1-5-1 0 0,-2-6 118 0 0,0 0-1 0 0,-1 0 0 0 0,0 0 1 0 0,-1 1-1 0 0,-1 0 0 0 0,-13-23 1 0 0,18 33-93 0 0,-1 0 1 0 0,0 0-1 0 0,0 0 1 0 0,-1 0-1 0 0,1 1 1 0 0,0-1-1 0 0,-1 1 1 0 0,0-1 0 0 0,1 1-1 0 0,-1 0 1 0 0,0 0-1 0 0,0 0 1 0 0,-1 0-1 0 0,1 1 1 0 0,0-1-1 0 0,0 1 1 0 0,-1 0 0 0 0,1 0-1 0 0,-1 0 1 0 0,1 0-1 0 0,-8 0 1 0 0,7 1 1 0 0,-1 1-1 0 0,0-1 1 0 0,1 1 0 0 0,-1 1 0 0 0,0-1-1 0 0,1 0 1 0 0,0 1 0 0 0,-1 0 0 0 0,1 0-1 0 0,0 0 1 0 0,0 1 0 0 0,0 0 0 0 0,0-1 0 0 0,0 1-1 0 0,1 0 1 0 0,-4 5 0 0 0,-4 3-88 0 0,1 0 1 0 0,1 1 0 0 0,-11 16-1 0 0,18-24 51 0 0,-1 0 0 0 0,1-1 0 0 0,0 1-1 0 0,0 0 1 0 0,0 0 0 0 0,1 0 0 0 0,0 0 0 0 0,-1 1 0 0 0,1-1-1 0 0,1 0 1 0 0,-1 0 0 0 0,1 1 0 0 0,-1-1 0 0 0,1 0 0 0 0,1 1-1 0 0,-1 4 1 0 0,9 6-85 0 0,-8-15 99 0 0,-1 0 0 0 0,0 1 1 0 0,1-1-1 0 0,-1 0 1 0 0,0 0-1 0 0,0 0 0 0 0,1 0 1 0 0,-1 0-1 0 0,0 0 0 0 0,1 0 1 0 0,-1 0-1 0 0,1 0 0 0 0,-1 0 1 0 0,0 0-1 0 0,1 0 0 0 0,-1 0 1 0 0,0 0-1 0 0,1 0 0 0 0,-1 0 1 0 0,0 0-1 0 0,1 0 1 0 0,-1 0-1 0 0,0 0 0 0 0,0-1 1 0 0,1 1-1 0 0,-1 0 0 0 0,0 0 1 0 0,1-1-1 0 0,0 0 10 0 0,1-1 0 0 0,-1 1-1 0 0,0-1 1 0 0,0 0 0 0 0,0 1 0 0 0,0-1 0 0 0,0 0-1 0 0,0 0 1 0 0,0 0 0 0 0,-1 0 0 0 0,1 1 0 0 0,0-1 0 0 0,-1-3-1 0 0,6-35 329 0 0,-1-58 0 0 0,-3 99-366 0 0,-1-1 1 0 0,1 1-1 0 0,-1-1 0 0 0,1 1 1 0 0,-1-1-1 0 0,1 1 0 0 0,-1-1 1 0 0,1 0-1 0 0,-1 0 1 0 0,1 0-1 0 0,-1 0 0 0 0,1 0 1 0 0,-1 0-1 0 0,1-1 0 0 0,-1 1 1 0 0,3-1-1 0 0,34-7-24 0 0,-33 5 55 0 0,0 0 0 0 0,0 0 0 0 0,0 0 0 0 0,0 0 0 0 0,-1-1 0 0 0,1 0 0 0 0,-1 0 0 0 0,0 0 0 0 0,0 0 0 0 0,-1-1 0 0 0,1 0 0 0 0,4-8 0 0 0,-31 31-44 0 0,20-15-138 0 0,-1 0-178 0 0,0 0-1 0 0,1 0 0 0 0,-1 0 0 0 0,1 0 0 0 0,0 1 0 0 0,-5 6 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1.2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1 3225 0 0,'-7'7'136'0'0,"1"-3"40"0"0,2 2-176 0 0,1-4 0 0 0,1 0 0 0 0,-1 1 1184 0 0,-1-2 208 0 0,-2 3 41 0 0,0 0 7 0 0,-1 1-56 0 0,2-3-7 0 0,-2 1 1375 0 0,5-3-2560 0 0,5-3-192 0 0,4-1-128 0 0,3-6 24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5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27 4145 0 0,'3'-26'5108'0'0,"4"27"-3199"0"0,4 13-1589 0 0,-5-5-6 0 0,0 0 0 0 0,-1 0 0 0 0,-1 1 0 0 0,1 0 0 0 0,-2 0-1 0 0,1 0 1 0 0,-1 0 0 0 0,-1 0 0 0 0,0 1 0 0 0,0 0-1 0 0,0 17 1 0 0,-2 13 389 0 0,-10 71-1 0 0,4-54-223 0 0,-11 201 281 0 0,9-99-604 0 0,-45 248 0 0 0,49-390-98 0 0,2-10 5 0 0,-1 1 0 0 0,2-1 0 0 0,-1 1 1 0 0,1-1-1 0 0,0 1 0 0 0,1 0 0 0 0,0-1 0 0 0,2 16 1 0 0,-2-23-133 0 0,0-1-1 0 0,0 0 1 0 0,0 0 0 0 0,1 1 0 0 0,-1-1 0 0 0,0 0 0 0 0,0 1 0 0 0,0-1 0 0 0,0 0 0 0 0,1 0-1 0 0,-1 0 1 0 0,0 1 0 0 0,0-1 0 0 0,1 0 0 0 0,-1 0 0 0 0,0 0 0 0 0,0 1 0 0 0,1-1 0 0 0,-1 0-1 0 0,0 0 1 0 0,0 0 0 0 0,1 0 0 0 0,-1 0 0 0 0,0 0 0 0 0,1 0 0 0 0,-1 0 0 0 0,0 0-1 0 0,0 0 1 0 0,1 0 0 0 0,-1 0 0 0 0,0 0 0 0 0,1 0 0 0 0,-1 0 0 0 0,0 0 0 0 0,1 0 0 0 0,-1 0-1 0 0,0 0 1 0 0,0 0 0 0 0,1 0 0 0 0,-1 0 0 0 0,0-1 0 0 0,0 1 0 0 0,1 0 0 0 0,-1 0 0 0 0,0 0-1 0 0,0 0 1 0 0,1-1 0 0 0,-1 1 0 0 0,0 0 0 0 0,0 0 0 0 0,0-1 0 0 0,1 1 0 0 0,-1 0-1 0 0,0 0 1 0 0,0-1 0 0 0,0 1 0 0 0,0 0 0 0 0,0 0 0 0 0,0-1 0 0 0,0 1 0 0 0,0 0 0 0 0,1-1-1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1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78 1376 0 0,'-12'-6'547'0'0,"0"0"0"0"0,-18-14 0 0 0,23 16 373 0 0,1-1 0 0 0,0 0 0 0 0,0-1 0 0 0,0 1 0 0 0,-8-12-1 0 0,23 14 1836 0 0,19 4-2799 0 0,-26-1 199 0 0,87 4-25 0 0,146 15 1186 0 0,54 44-1104 0 0,-185-36-205 0 0,-61-17 53 0 0,0-2-1 0 0,58 3 1 0 0,-78-10-341 0 0,0-1 0 0 0,1-1-1 0 0,-1-1 1 0 0,0-1 0 0 0,0-1-1 0 0,24-7 1 0 0,-34 6-3834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5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1 456 0 0,'-30'14'6617'0'0,"27"3"99"0"0,4 1-6343 0 0,-1 24 507 0 0,-1 1 0 0 0,-10 55 1 0 0,-1 51 752 0 0,16-15-1850 0 0,-1 53-456 0 0,-4-160 593 0 0,-2 1 0 0 0,-1-1 1 0 0,-1 0-1 0 0,-17 49 1 0 0,5-36 79 0 0,12-30 0 0 0,0 0 0 0 0,1 1 0 0 0,0-1 0 0 0,0 1 0 0 0,1 0 0 0 0,1 0 0 0 0,0 1 0 0 0,0-1 0 0 0,0 15 0 0 0,2-25-16 0 0,0 0 1 0 0,1-1 0 0 0,-1 1-1 0 0,0 0 1 0 0,0 0-1 0 0,0-1 1 0 0,1 1 0 0 0,-1 0-1 0 0,0 0 1 0 0,1-1 0 0 0,-1 1-1 0 0,1 0 1 0 0,-1-1-1 0 0,1 1 1 0 0,-1-1 0 0 0,1 1-1 0 0,-1-1 1 0 0,1 1 0 0 0,0-1-1 0 0,1 2 1 0 0,9-5-3323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3:06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892 125 456 0 0,'-4'-2'1116'0'0,"1"1"-1"0"0,-1 0 1 0 0,0 0 0 0 0,1 0-1 0 0,-1 0 1 0 0,0 0 0 0 0,0 1-1 0 0,-6-1 1 0 0,-33 5 2713 0 0,-11-1-2064 0 0,-150-8 2904 0 0,4-1-3296 0 0,169 3-1345 0 0,1-2 0 0 0,-1-1 0 0 0,1-2 1 0 0,-45-17-1 0 0,-6-10-4303 0 0,18 9-3878 0 0,54 23 4380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16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408 163 3225 0 0,'0'-2'178'0'0,"-1"0"1"0"0,0 0 0 0 0,0 0 0 0 0,0 0-1 0 0,0 0 1 0 0,0 0 0 0 0,0 0 0 0 0,-1 1 0 0 0,1-1-1 0 0,-1 0 1 0 0,1 1 0 0 0,-1-1 0 0 0,0 1-1 0 0,1-1 1 0 0,-1 1 0 0 0,0 0 0 0 0,0 0-1 0 0,-4-2 1 0 0,2 2 46 0 0,0 0 1 0 0,0 0-1 0 0,0 0 0 0 0,0 1 1 0 0,0-1-1 0 0,0 1 0 0 0,-1 0 0 0 0,1 0 1 0 0,-6 1-1 0 0,-4 2 241 0 0,-1 1-1 0 0,1 0 1 0 0,0 0 0 0 0,-20 11-1 0 0,-5 3 909 0 0,0 2 0 0 0,2 1-1 0 0,-43 33 1 0 0,79-54-1368 0 0,1 0 1 0 0,0 0-1 0 0,0 0 0 0 0,0 0 1 0 0,0 0-1 0 0,0 0 0 0 0,0 0 1 0 0,-1 0-1 0 0,1 0 0 0 0,0 0 1 0 0,0 0-1 0 0,0 0 0 0 0,0 0 1 0 0,0 0-1 0 0,0 0 1 0 0,-1 0-1 0 0,1 0 0 0 0,0 0 1 0 0,0 0-1 0 0,0 1 0 0 0,0-1 1 0 0,0 0-1 0 0,0 0 0 0 0,0 0 1 0 0,0 0-1 0 0,-1 0 0 0 0,1 0 1 0 0,0 0-1 0 0,0 0 1 0 0,0 0-1 0 0,0 1 0 0 0,0-1 1 0 0,0 0-1 0 0,0 0 0 0 0,0 0 1 0 0,0 0-1 0 0,0 0 0 0 0,0 0 1 0 0,0 1-1 0 0,0-1 0 0 0,0 0 1 0 0,0 0-1 0 0,0 0 0 0 0,0 0 1 0 0,0 0-1 0 0,0 0 1 0 0,0 1-1 0 0,0-1 0 0 0,0 0 1 0 0,0 0-1 0 0,0 0 0 0 0,0 0 1 0 0,0 0-1 0 0,0 0 0 0 0,0 0 1 0 0,0 1-1 0 0,0-1 0 0 0,1 0 1 0 0,-1 0-1 0 0,0 0 0 0 0,0 0 1 0 0,0 0-1 0 0,0 0 1 0 0,0 0-1 0 0,0 0 0 0 0,0 0 1 0 0,1 1-1 0 0,12-3-27 0 0,16-8-565 0 0,25-20 212 0 0,-2-2 0 0 0,-1-3 0 0 0,62-54 0 0 0,-87 66 820 0 0,-23 20 115 0 0,-9 9 5 0 0,-6 6-208 0 0,-200 218 595 0 0,225-243-1450 0 0,186-204-507 0 0,-163 170 2051 0 0,-75 65-124 0 0,-48 40-1017 0 0,61-38-125 0 0,-1-2 1 0 0,0-1 0 0 0,-43 19 0 0 0,69-36 220 0 0,1 1 0 0 0,0-1 0 0 0,0 0 0 0 0,-1 0 0 0 0,1 1 0 0 0,0-1 0 0 0,-1 0 0 0 0,1 0 0 0 0,0 0 0 0 0,-1 1 0 0 0,1-1 1 0 0,0 0-1 0 0,-1 0 0 0 0,1 0 0 0 0,0 0 0 0 0,-1 0 0 0 0,1 0 0 0 0,0 0 0 0 0,-1 0 0 0 0,1 0 0 0 0,-1 0 0 0 0,1 0 0 0 0,0 0 0 0 0,-1 0 0 0 0,1 0 0 0 0,0 0 1 0 0,-1 0-1 0 0,1 0 0 0 0,-1 0 0 0 0,1-1 0 0 0,0 1 0 0 0,-1 0 0 0 0,1 0 0 0 0,0 0 0 0 0,0-1 0 0 0,-1 1 0 0 0,1 0 0 0 0,0 0 0 0 0,-1-1 0 0 0,1 1 0 0 0,0 0 1 0 0,0-1-1 0 0,0 1 0 0 0,-1 0 0 0 0,1-1 0 0 0,7-21 207 0 0,22-22 95 0 0,-3 15-304 0 0,2 1 0 0 0,35-28 0 0 0,-54 48 0 0 0,-82 67 1970 0 0,-127 150-1532 0 0,265-249-934 0 0,-27 9 505 0 0,-13 10 9 0 0,1 1 0 0 0,1 1-1 0 0,58-31 1 0 0,-85 50-18 0 0,0-1 0 0 0,1 1 0 0 0,-1 0 0 0 0,0-1 0 0 0,0 1 0 0 0,1 0 0 0 0,-1 0 0 0 0,1-1 0 0 0,-1 1 0 0 0,0 0 0 0 0,1 0 0 0 0,-1 0 0 0 0,1-1 0 0 0,-1 1 0 0 0,0 0 0 0 0,1 0 0 0 0,-1 0 0 0 0,1 0 0 0 0,-1 0 0 0 0,1 0 0 0 0,-1 0 0 0 0,0 0 0 0 0,1 0 0 0 0,-1 0 0 0 0,1 0 0 0 0,-1 0 0 0 0,1 0 0 0 0,-1 1 0 0 0,0-1 0 0 0,1 0 0 0 0,-1 0 0 0 0,1 0 0 0 0,-1 0 0 0 0,0 1 0 0 0,1-1 0 0 0,-1 0 0 0 0,0 1 0 0 0,1-1 0 0 0,-1 1 0 0 0,-8 17 0 0 0,-28 27 0 0 0,34-43 0 0 0,-127 127 100 0 0,53-56-56 0 0,143-120 20 0 0,-25 14-60 0 0,9-7 11 0 0,0 2 0 0 0,3 3 0 0 0,63-32 0 0 0,-115 66-10 0 0,0 0 0 0 0,0 0 0 0 0,0 0 0 0 0,1 0 0 0 0,-1 0 0 0 0,0 1 0 0 0,1-1 0 0 0,-1 1 0 0 0,0-1 0 0 0,3 1 0 0 0,-2 6 44 0 0,-12 10-3 0 0,-35 34 126 0 0,-3-2 0 0 0,-1-2-1 0 0,-61 44 1 0 0,-1 2 0 0 0,101-84-172 0 0,6-6 0 0 0,0 0 0 0 0,1 0 0 0 0,-1 0 0 0 0,1 0 0 0 0,0 1 0 0 0,-1-1 0 0 0,1 1 0 0 0,1-1 0 0 0,-1 1 0 0 0,-2 3 0 0 0,34-21-60 0 0,333-222-622 0 0,-245 165 655 0 0,-97 61 91 0 0,-21 11-61 0 0,0 0 1 0 0,0 0 0 0 0,0 0 0 0 0,-1 0-1 0 0,1 0 1 0 0,0 0 0 0 0,0 1 0 0 0,0-1-1 0 0,0 0 1 0 0,0 0 0 0 0,0 0-1 0 0,0 0 1 0 0,0 0 0 0 0,0 0 0 0 0,0 0-1 0 0,0 0 1 0 0,0 0 0 0 0,0 0 0 0 0,0 1-1 0 0,0-1 1 0 0,0 0 0 0 0,0 0 0 0 0,0 0-1 0 0,0 0 1 0 0,0 0 0 0 0,0 0 0 0 0,0 0-1 0 0,0 0 1 0 0,0 0 0 0 0,0 0 0 0 0,1 1-1 0 0,-1-1 1 0 0,0 0 0 0 0,0 0 0 0 0,0 0-1 0 0,0 0 1 0 0,0 0 0 0 0,0 0 0 0 0,0 0-1 0 0,0 0 1 0 0,0 0 0 0 0,0 0 0 0 0,0 0-1 0 0,0 0 1 0 0,0 0 0 0 0,1 0-1 0 0,-1 0 1 0 0,0 0 0 0 0,0 0 0 0 0,0 0-1 0 0,0 0 1 0 0,0 0 0 0 0,0 0 0 0 0,0 0-1 0 0,0 0 1 0 0,0 0 0 0 0,1 0 0 0 0,-1 0-1 0 0,0 0 1 0 0,0 0 0 0 0,-25 29 498 0 0,12-15-449 0 0,-40 40 108 0 0,-3-3-1 0 0,-108 77 0 0 0,84-68-143 0 0,70-52-15 0 0,-2 1 11 0 0,0 0-1 0 0,1 0 0 0 0,1 1 0 0 0,-19 22 1 0 0,29-32-14 0 0,0 0-1 0 0,0 0 1 0 0,0 0 0 0 0,-1 0 0 0 0,1 0 0 0 0,0 0 0 0 0,0 0 0 0 0,0 0 0 0 0,0 0-1 0 0,0 0 1 0 0,0 0 0 0 0,0 0 0 0 0,0 1 0 0 0,0-1 0 0 0,-1 0 0 0 0,1 0 0 0 0,0 0-1 0 0,0 0 1 0 0,0 0 0 0 0,0 0 0 0 0,0 0 0 0 0,0 0 0 0 0,0 1 0 0 0,0-1 0 0 0,0 0-1 0 0,0 0 1 0 0,0 0 0 0 0,0 0 0 0 0,0 0 0 0 0,0 0 0 0 0,0 0 0 0 0,0 1 0 0 0,0-1-1 0 0,0 0 1 0 0,0 0 0 0 0,0 0 0 0 0,0 0 0 0 0,0 0 0 0 0,0 0 0 0 0,0 0 0 0 0,0 1-1 0 0,0-1 1 0 0,0 0 0 0 0,0 0 0 0 0,0 0 0 0 0,0 0 0 0 0,0 0 0 0 0,1 0 0 0 0,-1 0-1 0 0,0 0 1 0 0,0 1 0 0 0,0-1 0 0 0,0 0 0 0 0,0 0 0 0 0,0 0 0 0 0,0 0 0 0 0,0 0-1 0 0,1 0 1 0 0,-1 0 0 0 0,0 0 0 0 0,0 0 0 0 0,0 0 0 0 0,0 0 0 0 0,0 0 0 0 0,0 0-1 0 0,0 0 1 0 0,1 0 0 0 0,-1 0 0 0 0,0 0 0 0 0,13-4-237 0 0,17-12-149 0 0,130-86-617 0 0,229-156 198 0 0,-370 245 797 0 0,2-4 80 0 0,2 1 0 0 0,-1 1 0 0 0,2 1-1 0 0,39-17 1 0 0,-63 31-50 0 0,0 0-1 0 0,1 0 1 0 0,-1-1-1 0 0,0 1 1 0 0,1 0-1 0 0,-1 0 1 0 0,0-1-1 0 0,1 1 1 0 0,-1 0-1 0 0,0 0 1 0 0,1 0-1 0 0,-1 0 1 0 0,0 0-1 0 0,1-1 1 0 0,-1 1-1 0 0,1 0 1 0 0,-1 0-1 0 0,0 0 1 0 0,1 0-1 0 0,-1 0 1 0 0,0 0-1 0 0,1 0 0 0 0,-1 0 1 0 0,1 0-1 0 0,-1 1 1 0 0,0-1-1 0 0,1 0 1 0 0,-1 0-1 0 0,0 0 1 0 0,1 0-1 0 0,-1 0 1 0 0,0 1-1 0 0,1-1 1 0 0,-1 0-1 0 0,0 0 1 0 0,1 1-1 0 0,-1-1 1 0 0,0 0-1 0 0,1 1 1 0 0,-10 15 392 0 0,-31 24-132 0 0,36-36-226 0 0,-287 253 287 0 0,-63 61 36 0 0,337-300-382 0 0,9-11-2 0 0,0 1 0 0 0,1-1 0 0 0,0 1-1 0 0,0 1 1 0 0,1-1 0 0 0,0 1 0 0 0,-9 18-1 0 0,15-26-1 0 0,-1-1-1 0 0,1 0 1 0 0,0 1-1 0 0,0-1 0 0 0,0 0 1 0 0,0 1-1 0 0,-1-1 1 0 0,1 0-1 0 0,0 1 1 0 0,0-1-1 0 0,0 1 0 0 0,0-1 1 0 0,0 0-1 0 0,0 1 1 0 0,0-1-1 0 0,0 0 1 0 0,0 1-1 0 0,0-1 0 0 0,0 0 1 0 0,0 1-1 0 0,1-1 1 0 0,-1 1-1 0 0,0-1 0 0 0,0 0 1 0 0,0 1-1 0 0,0-1 1 0 0,1 0-1 0 0,-1 0 1 0 0,0 1-1 0 0,0-1 0 0 0,0 0 1 0 0,1 1-1 0 0,12-3-421 0 0,14-12-172 0 0,38-31-101 0 0,71-65-1 0 0,-52 40 591 0 0,28-25 63 0 0,52-40-45 0 0,-131 110 202 0 0,2 2 0 0 0,75-38 0 0 0,-109 60-62 0 0,1 0-1 0 0,0 0 0 0 0,-1 1 1 0 0,1-1-1 0 0,0 0 1 0 0,0 1-1 0 0,0-1 0 0 0,-1 1 1 0 0,1 0-1 0 0,0 0 0 0 0,3-1 1 0 0,-4 2-23 0 0,-1-1 1 0 0,0 0-1 0 0,0 1 0 0 0,0-1 1 0 0,0 0-1 0 0,0 0 1 0 0,1 1-1 0 0,-1-1 0 0 0,0 0 1 0 0,0 1-1 0 0,0-1 0 0 0,0 0 1 0 0,0 1-1 0 0,0-1 1 0 0,0 1-1 0 0,0-1 0 0 0,0 0 1 0 0,0 1-1 0 0,0-1 0 0 0,0 0 1 0 0,0 1-1 0 0,-1-1 1 0 0,1 0-1 0 0,0 1 0 0 0,0-1 1 0 0,0 0-1 0 0,0 0 0 0 0,-1 1 1 0 0,1-1-1 0 0,0 0 1 0 0,0 0-1 0 0,0 1 0 0 0,-1-1 1 0 0,1 0-1 0 0,-1 1 0 0 0,-33 37 733 0 0,-380 369-71 0 0,226-237-631 0 0,120-112-42 0 0,61-52-11 0 0,4-4 0 0 0,0 1 0 0 0,1-1 0 0 0,-1 1 0 0 0,0-1 0 0 0,1 1 0 0 0,-1 0 0 0 0,1 0 0 0 0,-2 4 0 0 0,23-13-488 0 0,31-24 79 0 0,-1-3 1 0 0,-1-2-1 0 0,64-62 1 0 0,36-43 322 0 0,-79 71 351 0 0,4 3 0 0 0,100-70-1 0 0,-204 159 371 0 0,1 0-1 0 0,-50 53 1 0 0,-49 70-713 0 0,68-75 178 0 0,-186 197-100 0 0,246-266 0 0 0,0-1 1 0 0,0 0-1 0 0,-1 0 0 0 0,1 0 1 0 0,0 0-1 0 0,1 1 0 0 0,-1-1 1 0 0,0 0-1 0 0,0 1 1 0 0,1-1-1 0 0,-1 1 0 0 0,0-1 1 0 0,0 3-1 0 0,2-4-3 0 0,-1 0-1 0 0,0 1 1 0 0,0-1 0 0 0,0 0-1 0 0,1 1 1 0 0,-1-1 0 0 0,0 0 0 0 0,0 0-1 0 0,0 0 1 0 0,1 1 0 0 0,-1-1-1 0 0,0 0 1 0 0,1 0 0 0 0,-1 0 0 0 0,0 1-1 0 0,1-1 1 0 0,-1 0 0 0 0,0 0-1 0 0,0 0 1 0 0,1 0 0 0 0,-1 0-1 0 0,0 0 1 0 0,1 0 0 0 0,-1 0 0 0 0,0 0-1 0 0,1 0 1 0 0,-1 0 0 0 0,0 0-1 0 0,1 0 1 0 0,-1 0 0 0 0,0 0-1 0 0,1 0 1 0 0,-1 0 0 0 0,0 0 0 0 0,1-1-1 0 0,41-14-306 0 0,12-18 119 0 0,-2-2 0 0 0,-2-3 0 0 0,82-77 0 0 0,-78 65 11 0 0,2 3 0 0 0,75-49-1 0 0,-123 91 197 0 0,-5 2 8 0 0,0 1 0 0 0,0 0-1 0 0,1-1 1 0 0,-1 2 0 0 0,1-1-1 0 0,-1 0 1 0 0,1 1 0 0 0,0 0-1 0 0,0-1 1 0 0,6 0 0 0 0,-10 2-14 0 0,1 1 1 0 0,-1-1-1 0 0,0 0 1 0 0,0 0-1 0 0,1 1 1 0 0,-1-1 0 0 0,0 0-1 0 0,0 0 1 0 0,0 1-1 0 0,0-1 1 0 0,0 0-1 0 0,1 0 1 0 0,-1 1 0 0 0,0-1-1 0 0,0 0 1 0 0,0 1-1 0 0,0-1 1 0 0,0 0-1 0 0,0 1 1 0 0,0-1 0 0 0,0 0-1 0 0,0 1 1 0 0,0-1-1 0 0,0 0 1 0 0,0 1-1 0 0,0-1 1 0 0,0 0 0 0 0,0 0-1 0 0,0 1 1 0 0,-1-1-1 0 0,1 0 1 0 0,0 1-1 0 0,0-1 1 0 0,0 0 0 0 0,0 0-1 0 0,-1 1 1 0 0,1-1-1 0 0,0 0 1 0 0,0 0-1 0 0,0 1 1 0 0,-1-1 0 0 0,-9 15 160 0 0,10-15-149 0 0,-84 106 385 0 0,-121 116 1 0 0,155-170-368 0 0,47-49-38 0 0,0-1 2 0 0,1 0 0 0 0,-1 1 0 0 0,1-1 1 0 0,0 0-1 0 0,0 1 0 0 0,0 0 1 0 0,0-1-1 0 0,0 1 0 0 0,0 0 1 0 0,1 0-1 0 0,-2 5 0 0 0,5-8-4 0 0,0-1 0 0 0,1 1 0 0 0,-1-1-1 0 0,0 0 1 0 0,0 1 0 0 0,1-1 0 0 0,-1 0-1 0 0,0 0 1 0 0,0-1 0 0 0,0 1 0 0 0,0 0-1 0 0,2-3 1 0 0,-3 4-5 0 0,359-248-1120 0 0,-356 245 1123 0 0,1 0 0 0 0,0 0 0 0 0,0 1 0 0 0,0-1 0 0 0,7-1 1 0 0,-11 4 1 0 0,-1 0-1 0 0,1 0 1 0 0,-1 0 0 0 0,1-1 0 0 0,-1 1 0 0 0,1 0 0 0 0,-1 0 0 0 0,1 0 0 0 0,-1 0 0 0 0,1 0 0 0 0,-1 0 0 0 0,0 1-1 0 0,1-1 1 0 0,-1 0 0 0 0,1 0 0 0 0,-1 0 0 0 0,1 0 0 0 0,-1 0 0 0 0,1 1 0 0 0,-1-1 0 0 0,0 0 0 0 0,1 0 0 0 0,-1 1-1 0 0,0-1 1 0 0,1 0 0 0 0,0 1 0 0 0,-1 0 1 0 0,0 1-1 0 0,1-1 1 0 0,-1 0-1 0 0,0 0 1 0 0,0 0-1 0 0,0 1 1 0 0,0-1 0 0 0,0 0-1 0 0,0 0 1 0 0,0 0-1 0 0,-1 1 1 0 0,1-1-1 0 0,0 0 1 0 0,0 0 0 0 0,-1 0-1 0 0,0 2 1 0 0,-10 23 111 0 0,-2 0 1 0 0,-1 0 0 0 0,0-1 0 0 0,-35 42-1 0 0,-14 25 113 0 0,55-70-225 0 0,8-22 0 0 0,0 1 0 0 0,0-1 0 0 0,0 0 0 0 0,0 1 0 0 0,1-1 0 0 0,-1 1 0 0 0,0-1 0 0 0,0 0 0 0 0,0 1 0 0 0,0-1 0 0 0,0 0 0 0 0,1 1 0 0 0,-1-1 0 0 0,0 1 0 0 0,0-1 0 0 0,0 0 0 0 0,1 1 0 0 0,-1-1 0 0 0,0 0 0 0 0,1 0 0 0 0,-1 1 0 0 0,0-1 0 0 0,1 0 0 0 0,-1 0 0 0 0,0 1 0 0 0,1-1 0 0 0,-1 0 0 0 0,1 0 0 0 0,2 1 0 0 0,0-1 0 0 0,0 0 0 0 0,0 0 0 0 0,0 0 0 0 0,0-1 0 0 0,0 1 0 0 0,0-1 0 0 0,0 1 0 0 0,0-1 0 0 0,0 0 0 0 0,3-2 0 0 0,16-6 0 0 0,0 0 0 0 0,31-20 0 0 0,-43 23 0 0 0,-1-1 0 0 0,1 0 0 0 0,-1 0 0 0 0,-1-1 0 0 0,1 0 0 0 0,-2 0 0 0 0,11-14 0 0 0,-14 15 0 0 0,-1 0 0 0 0,1 0 0 0 0,-1-1 0 0 0,-1 1 0 0 0,1-1 0 0 0,-1 0 0 0 0,-1 0 0 0 0,1 0 0 0 0,-1-16 0 0 0,0 11 0 0 0,-1 0 0 0 0,-1 0 0 0 0,0 0 0 0 0,-1 0 0 0 0,-5-18 0 0 0,4 23-100 0 0,-1 1 1 0 0,1-1-1 0 0,-2 0 1 0 0,1 1-1 0 0,-1 0 1 0 0,0 0-1 0 0,-7-7 1 0 0,5 6-50 0 0,1 1 0 0 0,0-1 1 0 0,1-1-1 0 0,-1 1 0 0 0,-3-12 0 0 0,4 7-1231 0 0,1-1-1 0 0,0 1 1 0 0,-2-23-1 0 0,3 15-4355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49.9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15 3817 0 0,'-7'-9'0'0'0,"2"5"0"0"0,0 3 0 0 0,3 1 0 0 0,-3 0 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0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31 3225 0 0,'-18'-30'12070'0'0,"29"42"-9262"0"0,-11-11-2444 0 0,4 3-20 0 0,241 252 2605 0 0,-148-160-2696 0 0,-39-38-777 0 0,-3 3-1 0 0,-3 2 1 0 0,68 106 0 0 0,-104-142-1894 0 0,-7-12-3958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0.7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6449 0 0,'2'4'546'0'0,"0"-1"0"0"0,1 0 0 0 0,0 0 0 0 0,0 0 0 0 0,0 0 0 0 0,0 0 0 0 0,6 3 0 0 0,6 7 1458 0 0,0 0-1 0 0,0 1 1 0 0,-1 0-1 0 0,19 27 1 0 0,-16-17-1747 0 0,-1 0 0 0 0,-1 2 0 0 0,-1 0-1 0 0,19 51 1 0 0,-25-50-2318 0 0,7 47-1 0 0,-11-52-53 0 0,0 0-3836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0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3225 0 0,'13'17'1696'0'0,"1"-1"1"0"0,1 0 0 0 0,1-1-1 0 0,0 0 1 0 0,0-2-1 0 0,23 14 1 0 0,-12-6 1557 0 0,33 29 0 0 0,-51-41-3050 0 0,0 1 0 0 0,0 0 1 0 0,11 19-1 0 0,41 87-254 0 0,-43-77-1450 0 0,1-2 0 0 0,25 36 0 0 0,-37-63 348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3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1 456 0 0,'47'38'5610'0'0,"-27"-22"-2844"0"0,1 0 0 0 0,0-1 0 0 0,29 16 0 0 0,-31-21-2106 0 0,-1 0 1 0 0,0 2-1 0 0,0 0 0 0 0,-1 1 0 0 0,-1 1 0 0 0,16 16 0 0 0,-11-6-416 0 0,-1 1-1 0 0,-1 0 0 0 0,21 40 1 0 0,-30-49-542 0 0,1-1 0 0 0,0 1-1 0 0,0-2 1 0 0,2 0 0 0 0,0 0 0 0 0,0-1 0 0 0,1 0 0 0 0,31 20 0 0 0,-20-15-2834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6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2304 0 0,'69'32'2619'0'0,"-40"-19"914"0"0,0 0 1 0 0,48 33-1 0 0,50 58 3078 0 0,-10 9-5701 0 0,22 21-7357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1.9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2761 0 0,'189'117'14974'0'0,"-65"-34"-9632"0"0,-38-25-5646 0 0,-77-52 178 0 0,27 18-897 0 0,-11-8-2448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1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6913 0 0,'213'174'9327'0'0,"-34"-31"-3709"0"0,-173-137-5529 0 0,196 183 151 0 0,-186-174-1862 0 0,0-1 0 0 0,0 0 0 0 0,35 20 0 0 0,-37-25-2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7370 0 0,'32'24'1714'0'0,"209"149"8779"0"0,-185-137-9776 0 0,1-2 0 0 0,90 37 1 0 0,-129-64-2589 0 0,-1 1-5328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4:52.5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6449 0 0,'123'116'7259'0'0,"-6"-6"-2077"0"0,-33-41-4832 0 0,-72-60-720 0 0,1 0-1 0 0,0-1 1 0 0,1-1 0 0 0,0 0-1 0 0,0-1 1 0 0,19 6 0 0 0,-7-6 310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39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59 3225 0 0,'-2'0'135'0'0,"0"-1"0"0"0,1 0 0 0 0,-1 0 0 0 0,0 0 0 0 0,0 1 0 0 0,1-2 0 0 0,-1 1 0 0 0,0 0 0 0 0,1 0 0 0 0,-1 0 0 0 0,1-1 0 0 0,-2-1 0 0 0,2 1 294 0 0,0 0 0 0 0,0 1 0 0 0,0-1 0 0 0,0 0 0 0 0,0 1 0 0 0,0-1 0 0 0,1 0-1 0 0,-1 0 1 0 0,1 0 0 0 0,-1 1 0 0 0,1-1 0 0 0,0 0 0 0 0,-1 0 0 0 0,1 0 0 0 0,0 0 0 0 0,0 0-1 0 0,1 0 1 0 0,-1 0 0 0 0,0 0 0 0 0,2-3 0 0 0,-2 5-330 0 0,0 0 0 0 0,1 0 0 0 0,-1 0 0 0 0,0-1 0 0 0,0 1 0 0 0,1 0 0 0 0,-1 0 0 0 0,1 0 0 0 0,-1 0 0 0 0,0 0 0 0 0,1 0 0 0 0,-1 0 0 0 0,0 0 0 0 0,1 0 0 0 0,-1 0-1 0 0,0 0 1 0 0,1 0 0 0 0,-1 0 0 0 0,0 0 0 0 0,1 0 0 0 0,-1 0 0 0 0,0 0 0 0 0,1 0 0 0 0,-1 0 0 0 0,0 1 0 0 0,1-1 0 0 0,-1 0 0 0 0,0 0 0 0 0,1 0 0 0 0,-1 1 0 0 0,0-1 0 0 0,0 0 0 0 0,1 0 0 0 0,-1 1 0 0 0,0-1 0 0 0,0 0 0 0 0,1 0 0 0 0,-1 1 0 0 0,0-1 0 0 0,0 0 0 0 0,0 1 0 0 0,0-1 0 0 0,16 18 699 0 0,-14-16-420 0 0,263 278 2253 0 0,-101-61-2325 0 0,-118-150-118 0 0,107 120 1 0 0,-60-98-147 0 0,-39-40 25 0 0,59 72 0 0 0,-100-107-19 0 0,339 390 240 0 0,-291-338-204 0 0,-2 2 0 0 0,95 150-1 0 0,14 20-78 0 0,48 55-6 0 0,-128-170 143 0 0,147 148-203 0 0,-228-266 61 0 0,301 305 0 0 0,-158-168 0 0 0,-92-91 0 0 0,-27-24 3 0 0,270 260 138 0 0,-203-190-141 0 0,53 53 0 0 0,-56-54 0 0 0,46 53 0 0 0,35 41 0 0 0,-167-183 0 0 0,52 56 0 0 0,90 89 0 0 0,-114-121 0 0 0,311 267 0 0 0,-86-74 64 0 0,-134-92-9 0 0,25 24 82 0 0,81 52 87 0 0,-74-53-222 0 0,-106-99-19 0 0,67 54 0 0 0,2-8 49 0 0,179 197 0 0 0,-258-256-32 0 0,2-2 0 0 0,60 41 0 0 0,-60-47 0 0 0,3 7 22 0 0,-2 1 0 0 0,-2 3-1 0 0,53 74 1 0 0,-55-66 9 0 0,2-3 1 0 0,90 84 0 0 0,-49-61 49 0 0,-4 3 1 0 0,107 133 0 0 0,-68-81 236 0 0,-82-92-175 0 0,-1 2 0 0 0,41 58 0 0 0,107 151-5 0 0,-186-250-138 0 0,15 16-314 0 0,-15-16 308 0 0,1 1-1 0 0,-1-1 0 0 0,0 0 0 0 0,0 0 0 0 0,0 1 0 0 0,0-1 0 0 0,0 0 1 0 0,0 0-1 0 0,1 1 0 0 0,-1-1 0 0 0,0 0 0 0 0,0 0 0 0 0,0 0 0 0 0,1 1 0 0 0,-1-1 1 0 0,0 0-1 0 0,0 0 0 0 0,0 0 0 0 0,1 0 0 0 0,-1 0 0 0 0,0 0 0 0 0,0 1 0 0 0,1-1 1 0 0,-1 0-1 0 0,0 0 0 0 0,1 0 0 0 0,-1 0 0 0 0,0 0 0 0 0,0 0 0 0 0,1 0 0 0 0,-1 0 1 0 0,0 0-1 0 0,0 0 0 0 0,1 0 0 0 0,-1 0 0 0 0,0 0 0 0 0,1 0 0 0 0,-1 0 0 0 0,0-1 1 0 0,0 1-1 0 0,1 0 0 0 0,-1 0 0 0 0,0 0 0 0 0,0 0 0 0 0,0 0 0 0 0,1-1 0 0 0,-1 1 1 0 0,0 0-1 0 0,0 0 0 0 0,0 0 0 0 0,1-1 0 0 0,-1 1 0 0 0,0 0 0 0 0,0 0 0 0 0,0 0 1 0 0,0-1-1 0 0,0 1 0 0 0,1 0 0 0 0,-1-1 0 0 0,0 1 0 0 0,0 0 0 0 0,0 0 0 0 0,0-1 1 0 0,0 1-1 0 0,0 0 0 0 0,0 0 0 0 0,0-1 0 0 0,0 0 0 0 0,0-5-429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7.7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0 3225 0 0,'-1'7'350'0'0,"0"0"0"0"0,1 0 0 0 0,0 0 0 0 0,0 0 0 0 0,1 0 0 0 0,0 0 0 0 0,0-1 0 0 0,0 1 0 0 0,1 0 0 0 0,0-1 0 0 0,0 1 0 0 0,1-1 0 0 0,0 0 0 0 0,0 1 0 0 0,0-1 0 0 0,1-1 0 0 0,0 1 0 0 0,0 0 0 0 0,1-1 0 0 0,-1 0 0 0 0,7 6 0 0 0,12 9 129 0 0,0-1 0 0 0,1-1 0 0 0,40 22 0 0 0,-49-30-152 0 0,12 8-163 0 0,0 1-1 0 0,-2 1 0 0 0,-1 2 1 0 0,27 29-1 0 0,78 106 596 0 0,-2-2-21 0 0,49 21-212 0 0,6 9-421 0 0,199 218 876 0 0,-294-310-967 0 0,38 41 14 0 0,169 140 0 0 0,-44-39-1125 0 0,-164-147 481 0 0,100 77 0 0 0,-112-102 616 0 0,68 74 0 0 0,-96-90 0 0 0,118 107 577 0 0,-85-83 273 0 0,-3 3 1 0 0,85 109 0 0 0,-152-170-783 0 0,29 34 553 0 0,-36-45-640 0 0,0 0 0 0 0,0 1-1 0 0,0-1 1 0 0,1 0 0 0 0,-1-1 0 0 0,1 1-1 0 0,-1 0 1 0 0,1-1 0 0 0,-1 1 0 0 0,1-1-1 0 0,0 0 1 0 0,0 0 0 0 0,0 0 0 0 0,0 0-1 0 0,4 0 1 0 0,-6-1-337 0 0,1-1 0 0 0,-1 1-1 0 0,0-1 1 0 0,0 1 0 0 0,0-1 0 0 0,0 0-1 0 0,0 0 1 0 0,0 0 0 0 0,0 1 0 0 0,0-1-1 0 0,-1 0 1 0 0,1 0 0 0 0,0 0 0 0 0,0 0-1 0 0,-1 0 1 0 0,1-1 0 0 0,-1 1-1 0 0,1 0 1 0 0,-1 0 0 0 0,1-2 0 0 0,2-7-3563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2.5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2998 2744 10594 0 0,'-1'2'123'0'0,"1"0"-1"0"0,-1-1 0 0 0,0 1 1 0 0,0 0-1 0 0,0-1 0 0 0,0 1 1 0 0,0-1-1 0 0,0 1 0 0 0,0-1 1 0 0,0 1-1 0 0,0-1 0 0 0,-1 0 1 0 0,1 0-1 0 0,-1 0 0 0 0,1 0 1 0 0,-1 0-1 0 0,1 0 0 0 0,-3 1 0 0 0,3-2-78 0 0,-1-1 1 0 0,1 1-1 0 0,0 0 0 0 0,-1-1 0 0 0,1 1 0 0 0,0-1 0 0 0,-1 0 0 0 0,1 1 0 0 0,0-1 0 0 0,0 0 0 0 0,-1 0 0 0 0,1 0 0 0 0,0 0 0 0 0,0 0 0 0 0,0 0 0 0 0,0 0 0 0 0,0 0 0 0 0,0 0 0 0 0,1 0 0 0 0,-1-1 0 0 0,0 1 0 0 0,0-2 0 0 0,-61-82 294 0 0,-3 3 1 0 0,-96-93-1 0 0,107 118-201 0 0,-144-169 533 0 0,-52-53-449 0 0,29 84-328 0 0,-1-1 35 0 0,51 38 292 0 0,132 127-243 0 0,-1 2-1 0 0,-74-41 1 0 0,42 26 12 0 0,2-2 0 0 0,-87-75 0 0 0,42 30-306 0 0,42 30 381 0 0,3-4-1 0 0,-100-118 1 0 0,116 122-124 0 0,24 31 316 0 0,-2 2 0 0 0,0 1 0 0 0,-43-27 1 0 0,33 25 744 0 0,-57-54 0 0 0,58 44-469 0 0,-19-20 468 0 0,-69-52 0 0 0,126 109-1248 0 0,0 0 0 0 0,0 0 1 0 0,1-1-1 0 0,-1 1 1 0 0,1-1-1 0 0,-1 0 0 0 0,1 0 1 0 0,0 1-1 0 0,0-1 0 0 0,1 0 1 0 0,-2-4-1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2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14 3225 0 0,'-18'-13'7253'0'0,"24"24"-4976"0"0,30 40-727 0 0,2-2 0 0 0,51 50 1 0 0,27 33-2188 0 0,-99-109 199 0 0,33 38-4728 0 0,-28-38 354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4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49 9674 0 0,'-23'-5'2875'0'0,"23"5"-2886"0"0,-1 0 0 0 0,1 0 1 0 0,0-1-1 0 0,-1 1 0 0 0,1 0 1 0 0,0-1-1 0 0,-1 1 0 0 0,1 0 1 0 0,0-1-1 0 0,-1 1 0 0 0,1-1 1 0 0,0 1-1 0 0,-1 0 0 0 0,1-1 1 0 0,0 1-1 0 0,0-1 0 0 0,0 1 1 0 0,0-1-1 0 0,-1 1 0 0 0,1-1 1 0 0,0 1-1 0 0,0-1 0 0 0,0 1 1 0 0,0-2-1 0 0,1 0-202 0 0,0 0-1 0 0,-1 1 1 0 0,1-1 0 0 0,0 0-1 0 0,0 0 1 0 0,0 0 0 0 0,0 1-1 0 0,1-1 1 0 0,-1 1 0 0 0,0-1-1 0 0,1 1 1 0 0,-1-1 0 0 0,1 1-1 0 0,-1 0 1 0 0,1 0 0 0 0,3-2-1 0 0,2-2 201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7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10 227 1376 0 0,'-1'0'65'0'0,"1"0"1"0"0,0 0-1 0 0,-1 0 0 0 0,1 0 0 0 0,-1 0 0 0 0,1 0 0 0 0,0 0 0 0 0,-1 0 0 0 0,1 0 0 0 0,0 0 1 0 0,-1-1-1 0 0,1 1 0 0 0,0 0 0 0 0,-1 0 0 0 0,1 0 0 0 0,0-1 0 0 0,-1 1 0 0 0,1 0 0 0 0,0 0 1 0 0,0-1-1 0 0,-1 1 0 0 0,1 0 0 0 0,0-1 0 0 0,0 1 0 0 0,-1 0 0 0 0,1-1 0 0 0,0 1 0 0 0,0 0 1 0 0,0-1-1 0 0,0 1 0 0 0,0-1 0 0 0,0 1 0 0 0,-1 0 0 0 0,1-1 0 0 0,3-19 1200 0 0,11-19-260 0 0,-14 39-1003 0 0,8-18 812 0 0,1 0 0 0 0,1 0 0 0 0,1 0 1 0 0,0 2-1 0 0,1-1 0 0 0,27-28 0 0 0,-38 44-788 0 0,0 1-1 0 0,0-1 0 0 0,0 0 0 0 0,0 0 0 0 0,0 0 0 0 0,0 1 1 0 0,0-1-1 0 0,0 0 0 0 0,0 1 0 0 0,0-1 0 0 0,1 1 0 0 0,-1 0 0 0 0,0-1 1 0 0,0 1-1 0 0,1 0 0 0 0,-1 0 0 0 0,0-1 0 0 0,0 1 0 0 0,1 0 0 0 0,-1 0 1 0 0,0 1-1 0 0,0-1 0 0 0,1 0 0 0 0,-1 0 0 0 0,0 1 0 0 0,0-1 0 0 0,0 0 1 0 0,1 1-1 0 0,-1-1 0 0 0,0 1 0 0 0,0 0 0 0 0,0-1 0 0 0,0 1 0 0 0,0 0 1 0 0,0-1-1 0 0,0 1 0 0 0,0 0 0 0 0,0 0 0 0 0,0 0 0 0 0,-1 0 0 0 0,1 0 1 0 0,0 0-1 0 0,-1 0 0 0 0,2 2 0 0 0,4 7 67 0 0,-1 0 0 0 0,0 0 0 0 0,0 0 0 0 0,3 12 0 0 0,-2-6-3 0 0,32 78 325 0 0,54 113 836 0 0,-87-199-1685 0 0,0 1 0 0 0,1-1 0 0 0,0 0 0 0 0,0 0 0 0 0,8 7 0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3.9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13 369 6913 0 0,'-1'-1'53'0'0,"0"0"0"0"0,0 1 0 0 0,0-1 0 0 0,1 0 0 0 0,-1 0 0 0 0,0 1 0 0 0,0-1 0 0 0,1 0 0 0 0,-1 0 0 0 0,0 0 0 0 0,1 0 0 0 0,-1 0 0 0 0,1 0 0 0 0,-1 0 0 0 0,1 0 0 0 0,0 0 0 0 0,-1 0 0 0 0,1 0 0 0 0,0 0 0 0 0,0 0 0 0 0,0-1 0 0 0,0 1 0 0 0,0 0 0 0 0,0 0 0 0 0,0 0 0 0 0,0 0 0 0 0,0 0 0 0 0,0 0 0 0 0,1 0 0 0 0,-1 0 0 0 0,0-1 0 0 0,1 1 0 0 0,0-1 0 0 0,15-47 841 0 0,-12 39-532 0 0,15-43-269 0 0,2 0 0 0 0,3 2 0 0 0,32-53-1 0 0,-47 90-152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4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96 6913 0 0,'24'-35'5011'0'0,"35"-25"-5875"0"0,-62 64 628 0 0,1 1 0 0 0,-1 0 0 0 0,1 0 0 0 0,0 0 1 0 0,0 0-1 0 0,0 0 0 0 0,1 0 0 0 0,0 0 0 0 0,0 1 1 0 0,0-1-1 0 0,1 0 0 0 0,-1 1 0 0 0,1-1 0 0 0,1 8 1 0 0,0-8 386 0 0,-1 0 1 0 0,1-1 0 0 0,0 1-1 0 0,0-1 1 0 0,0 1 0 0 0,1-1 0 0 0,-1 0-1 0 0,4 7 1 0 0,-4-10-95 0 0,1 1 1 0 0,-1 0-1 0 0,0 0 0 0 0,0-1 0 0 0,1 1 1 0 0,-1-1-1 0 0,1 1 0 0 0,-1-1 1 0 0,1 0-1 0 0,0 0 0 0 0,0 0 1 0 0,-1 0-1 0 0,1 0 0 0 0,0 0 1 0 0,0 0-1 0 0,0 0 0 0 0,0-1 1 0 0,0 1-1 0 0,2 0 0 0 0,18 0 452 0 0,-17-1-307 0 0,0 0-1 0 0,0 1 0 0 0,-1-1 1 0 0,1 1-1 0 0,0 0 0 0 0,4 2 0 0 0,-7-3-156 0 0,-1 1-1 0 0,0-1 0 0 0,0 1 0 0 0,1 0 0 0 0,-1 0 0 0 0,0 0 0 0 0,0 0 0 0 0,0 0 0 0 0,0 0 0 0 0,0 0 0 0 0,0 0 1 0 0,0 0-1 0 0,0 0 0 0 0,-1 0 0 0 0,1 1 0 0 0,0-1 0 0 0,-1 0 0 0 0,1 1 0 0 0,-1-1 0 0 0,1 0 0 0 0,-1 1 0 0 0,0-1 1 0 0,0 1-1 0 0,0-1 0 0 0,1 2 0 0 0,-1 40-746 0 0,0-12-3709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0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56 120 1376 0 0,'-18'-27'1029'0'0,"14"22"120"0"0,-30-31 13317 0 0,41 61-14010 0 0,4 11 95 0 0,1 0 0 0 0,18 37 1 0 0,-26-64-510 0 0,1 0 0 0 0,0 0-1 0 0,0-1 1 0 0,1 1 0 0 0,0-1 0 0 0,0-1 0 0 0,1 1 0 0 0,0-1 0 0 0,1 0 0 0 0,-1-1 0 0 0,1 0 0 0 0,0 0 0 0 0,12 6-1 0 0,-16-10-16 0 0,0-1 0 0 0,0 0 0 0 0,-1-1-1 0 0,1 1 1 0 0,0-1 0 0 0,0 1-1 0 0,0-1 1 0 0,0 0 0 0 0,0-1-1 0 0,0 1 1 0 0,0-1 0 0 0,-1 1 0 0 0,1-1-1 0 0,0 0 1 0 0,0-1 0 0 0,-1 1-1 0 0,1-1 1 0 0,0 1 0 0 0,-1-1 0 0 0,0 0-1 0 0,1 0 1 0 0,-1-1 0 0 0,0 1-1 0 0,0-1 1 0 0,5-5 0 0 0,4-4 70 0 0,-1 0 1 0 0,0-1 0 0 0,-1-1-1 0 0,15-23 1 0 0,-16 21-50 0 0,0-1 1 0 0,-1-1-1 0 0,-1 1 1 0 0,0-1-1 0 0,-2 0 1 0 0,0 0 0 0 0,-1-1-1 0 0,0 1 1 0 0,-2-1-1 0 0,1-22 1 0 0,26 89 273 0 0,-7-3-283 0 0,5 5-30 0 0,-2 2 0 0 0,-2 1 0 0 0,28 101 0 0 0,-47-139 21 0 0,-1 0-1 0 0,-1 1 0 0 0,0-1 1 0 0,-1 1-1 0 0,-1 0 0 0 0,0-1 1 0 0,-1 1-1 0 0,-1-1 0 0 0,0 1 0 0 0,-1-1 1 0 0,-1 1-1 0 0,0-1 0 0 0,-2-1 1 0 0,1 1-1 0 0,-2-1 0 0 0,1 0 0 0 0,-2 0 1 0 0,-18 25-1 0 0,8-17 106 0 0,0-1 0 0 0,-2-1 0 0 0,-39 32 0 0 0,48-44-138 0 0,-1 1 0 0 0,0-1 0 0 0,-1-1 0 0 0,0 0 0 0 0,0-1 0 0 0,0 0 0 0 0,0-1 1 0 0,-1-1-1 0 0,-16 4 0 0 0,28-8-36 0 0,1 0-1 0 0,0 0 1 0 0,-1 1 0 0 0,1-1 0 0 0,0 0 0 0 0,0 0 0 0 0,-1 0 0 0 0,1 0 0 0 0,0-1 0 0 0,-1 1-1 0 0,1 0 1 0 0,0-1 0 0 0,0 1 0 0 0,-1 0 0 0 0,0-2 0 0 0,1 2-28 0 0,1-1 0 0 0,-1 0-1 0 0,1 1 1 0 0,-1-1 0 0 0,1 0 0 0 0,0 1 0 0 0,-1-1 0 0 0,1 0 0 0 0,0 1-1 0 0,0-1 1 0 0,-1 0 0 0 0,1 0 0 0 0,0 1 0 0 0,0-1 0 0 0,0 0 0 0 0,0 0 0 0 0,0 1-1 0 0,0-1 1 0 0,0 0 0 0 0,0 0 0 0 0,1 1 0 0 0,-1-1 0 0 0,0 0 0 0 0,0 0-1 0 0,0 1 1 0 0,1-2 0 0 0,4-13-746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10594 0 0,'-10'2'6508'0'0,"31"3"-5208"0"0,37 3-1878 0 0,-35-7-17 0 0,2 0-4238 0 0,-10-1-505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8290 0 0,'53'-25'3224'0'0,"77"-30"-6272"0"0,-108 47 3016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2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1 8754 0 0,'-2'0'135'0'0,"1"1"1"0"0,-1 0-1 0 0,0 0 1 0 0,0 0-1 0 0,1-1 1 0 0,-1 2-1 0 0,1-1 1 0 0,-1 0-1 0 0,1 0 1 0 0,-1 0-1 0 0,1 1 0 0 0,0-1 1 0 0,0 0-1 0 0,-1 1 1 0 0,1 0-1 0 0,0-1 1 0 0,-1 3-1 0 0,-16 31 805 0 0,11-16-651 0 0,1 1 1 0 0,2-1-1 0 0,0 1 1 0 0,1 0-1 0 0,0 0 0 0 0,2 0 1 0 0,1 1-1 0 0,0-1 1 0 0,4 24-1 0 0,6 25 334 0 0,24 85-1 0 0,19 17-65 0 0,-18-65-1478 0 0,-29-84-23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6449 0 0,'12'-14'288'0'0,"1"3"57"0"0,4 1-281 0 0,-3 1-64 0 0,-3 3 0 0 0,-1 0 0 0 0,5-1 184 0 0,7-2 16 0 0,20-11 8 0 0,11-4 0 0 0,6-1 128 0 0,-6 4 24 0 0,-6 2 8 0 0,-4 4 0 0 0,-2 2-592 0 0,-5 0-112 0 0,0 2-24 0 0,-3-1-8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32 11522 0 0,'-2'-2'142'0'0,"1"-1"0"0"0,0 1-1 0 0,-1 0 1 0 0,1-1 0 0 0,-1 1-1 0 0,0 0 1 0 0,0 0 0 0 0,1 0-1 0 0,-2 0 1 0 0,1 0 0 0 0,0 0-1 0 0,0 1 1 0 0,-5-3 0 0 0,6 4-86 0 0,-1 0 0 0 0,1 0 1 0 0,-1 0-1 0 0,1 0 1 0 0,-1 0-1 0 0,1 0 1 0 0,-1 1-1 0 0,1-1 1 0 0,-1 0-1 0 0,1 1 1 0 0,-1 0-1 0 0,1-1 1 0 0,0 1-1 0 0,-1 0 1 0 0,1-1-1 0 0,0 1 1 0 0,0 0-1 0 0,-1 0 1 0 0,1 0-1 0 0,0 0 1 0 0,0 0-1 0 0,0 1 1 0 0,0-1-1 0 0,0 0 1 0 0,0 0-1 0 0,1 1 1 0 0,-2 1-1 0 0,-15 27 364 0 0,0 0 1 0 0,3 0-1 0 0,0 2 0 0 0,2 0 0 0 0,-10 42 0 0 0,13-45-192 0 0,1-4-58 0 0,2-1 0 0 0,0 1 0 0 0,2 0 0 0 0,1 1 0 0 0,1-1 0 0 0,1 1 0 0 0,1-1 0 0 0,6 43 0 0 0,-4-54-64 0 0,1 0-1 0 0,1 0 1 0 0,0-1-1 0 0,1 1 1 0 0,0-1-1 0 0,1-1 1 0 0,0 1-1 0 0,1-1 1 0 0,1 0 0 0 0,0 0-1 0 0,1-1 1 0 0,0 0-1 0 0,0-1 1 0 0,1 0-1 0 0,0 0 1 0 0,1-1-1 0 0,14 9 1 0 0,-2-4-37 0 0,2 0 1 0 0,0-2 0 0 0,0-1-1 0 0,1-1 1 0 0,0-1-1 0 0,1-1 1 0 0,0-2-1 0 0,0 0 1 0 0,0-2 0 0 0,1-1-1 0 0,39-1 1 0 0,-56-2-421 0 0,0-1 0 0 0,0-1-1 0 0,18-5 1 0 0,-12 2-837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63 161 1264 0 0,'-5'-1'74'0'0,"-34"-7"445"0"0,38 8-387 0 0,1 0 1 0 0,-1-1 0 0 0,0 1 0 0 0,0 0 0 0 0,0 0 0 0 0,0-1 0 0 0,0 1 0 0 0,1 0-1 0 0,-1-1 1 0 0,0 1 0 0 0,0-1 0 0 0,1 1 0 0 0,-1-1 0 0 0,0 1 0 0 0,0-1 0 0 0,1 1-1 0 0,-1-1 1 0 0,1 0 0 0 0,-1 1 0 0 0,1-1 0 0 0,-1 0 0 0 0,1 0 0 0 0,-1 1 0 0 0,1-1-1 0 0,0 0 1 0 0,-1 0 0 0 0,1 0 0 0 0,0 0 0 0 0,0 1 0 0 0,-1-1 0 0 0,1 0 0 0 0,0 0-1 0 0,0 0 1 0 0,0 0 0 0 0,0-1 0 0 0,1 0 196 0 0,1 0 1 0 0,-1 0-1 0 0,0 0 0 0 0,1 0 1 0 0,0 0-1 0 0,-1 0 0 0 0,1 1 0 0 0,0-1 1 0 0,0 0-1 0 0,0 1 0 0 0,0 0 1 0 0,0-1-1 0 0,3 0 0 0 0,33-17 895 0 0,-27 14-607 0 0,-6 3-462 0 0,0 0 0 0 0,0 0 0 0 0,0 0 0 0 0,-1 1 0 0 0,1 0 0 0 0,1 0 1 0 0,8-1-1 0 0,-13 2-123 0 0,0 0 0 0 0,0 0 0 0 0,0 0 0 0 0,0 0 0 0 0,0 1 0 0 0,1-1 1 0 0,-1 0-1 0 0,0 1 0 0 0,0-1 0 0 0,0 1 0 0 0,0-1 0 0 0,0 1 0 0 0,0-1 0 0 0,0 1 1 0 0,0 0-1 0 0,-1 0 0 0 0,1-1 0 0 0,0 1 0 0 0,0 0 0 0 0,0 0 0 0 0,-1 0 0 0 0,1 0 1 0 0,0 0-1 0 0,-1 0 0 0 0,1 0 0 0 0,-1 0 0 0 0,1 0 0 0 0,-1 0 0 0 0,0 0 0 0 0,1 0 1 0 0,-1 0-1 0 0,0 0 0 0 0,0 1 0 0 0,0-1 0 0 0,0 0 0 0 0,0 0 0 0 0,0 0 0 0 0,0 0 1 0 0,0 2-1 0 0,-1 13 246 0 0,-1 0 0 0 0,0 0 1 0 0,-1-1-1 0 0,0 1 0 0 0,-8 19 1 0 0,-34 77 91 0 0,25-66-409 0 0,-5 16-39 0 0,36-89-45 0 0,1 1 1 0 0,20-31-1 0 0,-5 8-171 0 0,52-127-291 0 0,-39 82 918 0 0,-40 94-309 0 0,0 0-1 0 0,0 0 0 0 0,0 0 0 0 0,0-1 1 0 0,0 1-1 0 0,0 0 0 0 0,0 0 1 0 0,0 0-1 0 0,0 0 0 0 0,0 0 0 0 0,0-1 1 0 0,0 1-1 0 0,0 0 0 0 0,0 0 1 0 0,0 0-1 0 0,0 0 0 0 0,0 0 0 0 0,0 0 1 0 0,1-1-1 0 0,-1 1 0 0 0,0 0 1 0 0,0 0-1 0 0,0 0 0 0 0,0 0 0 0 0,0 0 1 0 0,0 0-1 0 0,0 0 0 0 0,1 0 1 0 0,-1-1-1 0 0,0 1 0 0 0,0 0 0 0 0,0 0 1 0 0,0 0-1 0 0,0 0 0 0 0,0 0 1 0 0,1 0-1 0 0,-1 0 0 0 0,0 0 0 0 0,0 0 1 0 0,0 0-1 0 0,0 0 0 0 0,0 0 1 0 0,1 0-1 0 0,-1 0 0 0 0,0 0 0 0 0,0 0 1 0 0,0 0-1 0 0,0 0 0 0 0,0 0 1 0 0,1 0-1 0 0,-1 1 0 0 0,0-1 1 0 0,0 0-1 0 0,0 0 0 0 0,0 0 0 0 0,0 0 1 0 0,0 0-1 0 0,1 0 0 0 0,-1 0 1 0 0,0 0-1 0 0,0 0 0 0 0,0 1 0 0 0,0-1 1 0 0,5 15 912 0 0,1 20-5 0 0,-5-10-764 0 0,2-1 0 0 0,1 1 0 0 0,7 23 0 0 0,-8-39-468 0 0,0-1 1 0 0,1 1 0 0 0,0-1-1 0 0,0 0 1 0 0,1 0 0 0 0,0 0-1 0 0,1 0 1 0 0,-1-1 0 0 0,2 0-1 0 0,-1 0 1 0 0,9 7 0 0 0,5 2-1241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 4609 0 0,'-7'-7'5101'0'0,"15"26"-1181"0"0,10 49-917 0 0,-4-10-3566 0 0,-10-41-5161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57 138 7370 0 0,'-7'-28'320'0'0,"3"14"80"0"0,0-1-320 0 0,1 4-80 0 0,2 5 0 0 0,-2 2 0 0 0,0-2 872 0 0,-1-2 160 0 0,-3-4 32 0 0,0-2 9 0 0,0 2-401 0 0,3 5-72 0 0,1 6-24 0 0,5 4 0 0 0,0 4-1984 0 0,3 5-393 0 0,-1 2-87 0 0,0 3-8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9 8290 0 0,'1'-9'2781'0'0,"-8"20"-662"0"0,-6 18-58 0 0,8-13-1723 0 0,0 2 1 0 0,1-1-1 0 0,0 0 0 0 0,2 1 0 0 0,0 0 0 0 0,1 0 1 0 0,2 28-1 0 0,-1-40-351 0 0,1 1 0 0 0,1-1 0 0 0,-1 0 0 0 0,1 0 1 0 0,0 0-1 0 0,0 0 0 0 0,1 0 0 0 0,0-1 0 0 0,0 1 0 0 0,0-1 1 0 0,0 1-1 0 0,1-1 0 0 0,0 0 0 0 0,0-1 0 0 0,1 1 0 0 0,-1-1 1 0 0,1 0-1 0 0,0 0 0 0 0,0 0 0 0 0,0 0 0 0 0,1-1 0 0 0,-1 0 0 0 0,1 0 1 0 0,8 2-1 0 0,-9-3-31 0 0,0 0 1 0 0,0 0 0 0 0,0-1-1 0 0,0 0 1 0 0,1 0 0 0 0,-1 0-1 0 0,0 0 1 0 0,1-1 0 0 0,-1 0-1 0 0,0 0 1 0 0,1-1 0 0 0,-1 1-1 0 0,0-1 1 0 0,1 0 0 0 0,-1-1 0 0 0,7-2-1 0 0,-8 2 49 0 0,0 0-1 0 0,0-1 0 0 0,-1 0 1 0 0,1 1-1 0 0,-1-1 1 0 0,1 0-1 0 0,-1-1 1 0 0,0 1-1 0 0,0-1 0 0 0,-1 1 1 0 0,1-1-1 0 0,-1 0 1 0 0,1 0-1 0 0,-1 0 1 0 0,0 0-1 0 0,-1 0 0 0 0,1 0 1 0 0,-1-1-1 0 0,2-7 1 0 0,-3 10-4 0 0,3-8 7 0 0,-1 0 0 0 0,0 0 0 0 0,-1 0 0 0 0,0-1 0 0 0,0 1 0 0 0,-1 0 0 0 0,-2-12 0 0 0,1 24-53 0 0,0 1 0 0 0,0 0-1 0 0,0 0 1 0 0,1 0 0 0 0,-1-1 0 0 0,1 1 0 0 0,0 5 0 0 0,2-4 111 0 0,-1 1 1 0 0,1-1 0 0 0,1 0 0 0 0,-1 0-1 0 0,1 0 1 0 0,-1 0 0 0 0,1 0 0 0 0,0-1-1 0 0,1 1 1 0 0,-1-1 0 0 0,0 0-1 0 0,1 0 1 0 0,0 0 0 0 0,0-1 0 0 0,0 1-1 0 0,0-1 1 0 0,0 0 0 0 0,0 0 0 0 0,1 0-1 0 0,-1 0 1 0 0,1-1 0 0 0,-1 0 0 0 0,10 1-1 0 0,1 1 180 0 0,1-1-1 0 0,0 0 0 0 0,0-1 0 0 0,0-1 0 0 0,28-4 0 0 0,-33 2-86 0 0,-1 0 0 0 0,0-1 0 0 0,0 0 0 0 0,0 0 0 0 0,0-1 0 0 0,0-1 0 0 0,0 0 0 0 0,-1 0 0 0 0,0-1 0 0 0,0 0 0 0 0,14-13 0 0 0,-19 14-231 0 0,1 1 0 0 0,-2-1-1 0 0,1 1 1 0 0,0-1 0 0 0,-1-1 0 0 0,0 1-1 0 0,0 0 1 0 0,0-1 0 0 0,3-9 0 0 0,-5 11-415 0 0,0-1 1 0 0,0 0 0 0 0,-1 0 0 0 0,1 0 0 0 0,-1 1-1 0 0,0-1 1 0 0,0 0 0 0 0,-1 0 0 0 0,1 0 0 0 0,-1 1 0 0 0,0-1-1 0 0,0 0 1 0 0,-3-6 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7834 0 0,'22'20'3794'0'0,"-19"-18"-3359"0"0,-1 1-1 0 0,1 0 1 0 0,-1 0 0 0 0,0 0 0 0 0,0 0 0 0 0,0 1 0 0 0,0-1-1 0 0,-1 1 1 0 0,1-1 0 0 0,-1 1 0 0 0,0-1 0 0 0,2 8-1 0 0,-2-1-639 0 0,-1-1-1 0 0,0 1 0 0 0,-2 16 0 0 0,1-6-3155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10594 0 0,'-2'-1'944'0'0,"0"1"-751"0"0,2 1 63 0 0,-1 1-136 0 0,0 1 0 0 0,-1-1 32 0 0,-1 3 8 0 0,3 0 0 0 0,2 1 0 0 0,1-1-992 0 0,2 2-193 0 0,2-1-31 0 0,3 1-16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9674 0 0,'0'0'748'0'0,"21"-4"1305"0"0,159-25 5820 0 0,-119 24-9058 0 0,0 3-3736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10 6449 0 0,'-2'-9'11176'0'0,"6"19"-10640"0"0,1 0 0 0 0,-2 0 0 0 0,1 0 0 0 0,-1 1 0 0 0,-1-1 0 0 0,2 13 0 0 0,3 68 309 0 0,-5-61-598 0 0,1 19-186 0 0,17 172-2088 0 0,-15-191-5361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5529 0 0,'12'-6'12914'0'0,"-8"19"-12518"0"0,0 1 0 0 0,0 1 1 0 0,-2-1-1 0 0,0 0 0 0 0,-1 1 0 0 0,0 0 1 0 0,-2 25-1 0 0,2 24-143 0 0,1-32-238 0 0,1-1 0 0 0,2 0 1 0 0,1 0-1 0 0,14 45 0 0 0,-16-67-15 0 0,0-1 0 0 0,0 1-1 0 0,0 0 1 0 0,1-1 0 0 0,1 0 0 0 0,-1 0-1 0 0,1-1 1 0 0,10 10 0 0 0,-12-13 4 0 0,1 0 0 0 0,0 0 0 0 0,0-1 0 0 0,0 1 0 0 0,0-2 0 0 0,1 1 0 0 0,-1 0 0 0 0,1-1 0 0 0,0 0 0 0 0,0 0 0 0 0,0-1 1 0 0,-1 0-1 0 0,1 0 0 0 0,10 1 0 0 0,-12-2 12 0 0,0 0 0 0 0,-1 0 0 0 0,1 0 1 0 0,0-1-1 0 0,0 0 0 0 0,-1 1 0 0 0,1-1 0 0 0,0 0 1 0 0,-1-1-1 0 0,1 1 0 0 0,-1-1 0 0 0,1 1 1 0 0,-1-1-1 0 0,0 0 0 0 0,0 0 0 0 0,0-1 0 0 0,0 1 1 0 0,0-1-1 0 0,0 1 0 0 0,0-1 0 0 0,-1 0 1 0 0,0 0-1 0 0,1 0 0 0 0,-1 0 0 0 0,0-1 0 0 0,-1 1 1 0 0,1 0-1 0 0,0-1 0 0 0,-1 1 0 0 0,0-1 1 0 0,1-4-1 0 0,2-9 67 0 0,-1 0 1 0 0,0 1-1 0 0,-2-1 1 0 0,0 0-1 0 0,-2-28 1 0 0,1 42-113 0 0,0 0 1 0 0,0 0-1 0 0,0 0 0 0 0,-1 0 1 0 0,1 0-1 0 0,-1 0 0 0 0,0 0 1 0 0,0 0-1 0 0,0 0 0 0 0,0 0 1 0 0,0 1-1 0 0,0-1 0 0 0,-1 0 1 0 0,0 1-1 0 0,1-1 0 0 0,-1 1 1 0 0,0-1-1 0 0,0 1 0 0 0,0 0 1 0 0,0 0-1 0 0,-1 0 0 0 0,1 0 1 0 0,-5-2-1 0 0,1 2-60 0 0,0 0 0 0 0,0 0 0 0 0,0 1 1 0 0,0-1-1 0 0,0 2 0 0 0,0-1 0 0 0,0 1 0 0 0,-1 0 0 0 0,1 0 0 0 0,-11 2 0 0 0,-18 3-2255 0 0,26-2 1105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8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 5529 0 0,'-2'-2'207'0'0,"0"0"-1"0"0,0 0 0 0 0,-1 1 1 0 0,1-1-1 0 0,-1 1 1 0 0,1 0-1 0 0,-1 0 1 0 0,0 0-1 0 0,-2-1 0 0 0,0 1 697 0 0,0 0-1 0 0,1 0 1 0 0,-1 0-1 0 0,0 1 1 0 0,0-1-1 0 0,1 1 0 0 0,-1 1 1 0 0,-6 0-1 0 0,11-1-767 0 0,0 1-1 0 0,0 0 0 0 0,0-1 0 0 0,0 1 0 0 0,0-1 1 0 0,0 1-1 0 0,0 0 0 0 0,0-1 0 0 0,1 1 1 0 0,-1-1-1 0 0,0 1 0 0 0,0-1 0 0 0,1 1 0 0 0,-1-1 1 0 0,0 1-1 0 0,1-1 0 0 0,-1 1 0 0 0,1-1 1 0 0,-1 1-1 0 0,0-1 0 0 0,1 0 0 0 0,-1 1 1 0 0,1-1-1 0 0,-1 0 0 0 0,2 1 0 0 0,17 18 235 0 0,-17-17-183 0 0,192 204 907 0 0,-160-164-857 0 0,-2 2 0 0 0,-2 1 0 0 0,30 59 0 0 0,-52-89-267 0 0,-2 1 1 0 0,0 0 0 0 0,-1 0 0 0 0,0 1 0 0 0,-1 0-1 0 0,-1-1 1 0 0,-1 1 0 0 0,0 0 0 0 0,-1 0-1 0 0,-1 0 1 0 0,-1 0 0 0 0,0 0 0 0 0,-6 27 0 0 0,2-24-45 0 0,-1 1 0 0 0,-1-1 1 0 0,-1-1-1 0 0,-1 0 0 0 0,0 0 1 0 0,-2 0-1 0 0,0-1 0 0 0,-1-1 1 0 0,0 0-1 0 0,-25 25 0 0 0,-27 19-2765 0 0,32-36-3662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0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1356 2 3225 0 0,'-1'0'394'0'0,"0"-1"1"0"0,0 1-1 0 0,0 0 0 0 0,-1 0 1 0 0,1-1-1 0 0,0 1 1 0 0,0 0-1 0 0,0 0 0 0 0,0 0 1 0 0,0 0-1 0 0,0 1 1 0 0,0-1-1 0 0,-1 0 0 0 0,-1 1 1 0 0,-21 10 2034 0 0,-27 25-2382 0 0,27-19 655 0 0,-6 0-606 0 0,-2-2 0 0 0,0-1 0 0 0,-1-1-1 0 0,0-2 1 0 0,-35 7 0 0 0,-55 20 325 0 0,-135 73 201 0 0,45-17-612 0 0,-136 62 358 0 0,322-147 609 0 0,23-8-754 0 0,0 0 0 0 0,-1 0 0 0 0,1 0 0 0 0,0 1 0 0 0,0 0 0 0 0,0 0 0 0 0,-7 4 0 0 0,33-3-7089 0 0,-18-6 5202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1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58 3225 0 0,'0'-4'-313'0'0,"1"-2"931"0"0,-1 0 0 0 0,-1 0 0 0 0,1-1 0 0 0,-1 1 0 0 0,-2-7 0 0 0,3 13-496 0 0,0-1 0 0 0,0 1-1 0 0,0-1 1 0 0,-1 1 0 0 0,1-1 0 0 0,0 1-1 0 0,0-1 1 0 0,-1 1 0 0 0,1-1 0 0 0,0 1-1 0 0,-1 0 1 0 0,1-1 0 0 0,0 1 0 0 0,-1 0 0 0 0,1-1-1 0 0,0 1 1 0 0,-1 0 0 0 0,1-1 0 0 0,-1 1-1 0 0,1 0 1 0 0,-1 0 0 0 0,1 0 0 0 0,-1-1-1 0 0,1 1 1 0 0,-1 0 0 0 0,1 0 0 0 0,-1 0-1 0 0,-1 0-15 0 0,1 1 0 0 0,0-1 0 0 0,-1 1 0 0 0,1-1 0 0 0,0 1-1 0 0,-1-1 1 0 0,1 1 0 0 0,0 0 0 0 0,-1 0 0 0 0,1 0 0 0 0,0 0 0 0 0,0 0-1 0 0,0 0 1 0 0,-1 1 0 0 0,-4 5 0 0 0,0 0-1 0 0,1 0 0 0 0,0 1 1 0 0,1-1-1 0 0,-1 1 1 0 0,2 0-1 0 0,-7 16 0 0 0,-14 65 166 0 0,19-69-134 0 0,-2 9 212 0 0,1-1 0 0 0,2 1 0 0 0,-1 30 0 0 0,4-52-178 0 0,1 0 1 0 0,0-1 0 0 0,0 1 0 0 0,1 0 0 0 0,0 0-1 0 0,0-1 1 0 0,0 1 0 0 0,1 0 0 0 0,0-1 0 0 0,0 1-1 0 0,1-1 1 0 0,0 0 0 0 0,0 0 0 0 0,1 0 0 0 0,-1 0 0 0 0,1-1-1 0 0,0 1 1 0 0,1-1 0 0 0,4 5 0 0 0,-4-7-70 0 0,-1-1 0 0 0,1 1 0 0 0,-1-1 1 0 0,1 0-1 0 0,0 0 0 0 0,0-1 0 0 0,0 1 1 0 0,0-1-1 0 0,0 0 0 0 0,0 0 0 0 0,0-1 0 0 0,0 0 1 0 0,0 0-1 0 0,0 0 0 0 0,0 0 0 0 0,1-1 0 0 0,-1 0 1 0 0,0 0-1 0 0,0 0 0 0 0,7-3 0 0 0,11-4 24 0 0,-1-2 0 0 0,0 0 0 0 0,21-13 0 0 0,-31 16-210 0 0,9-5-909 0 0,1 1-1 0 0,29-11 1 0 0,-28 16-5307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 3681 0 0,'-3'-3'10561'0'0,"-8"486"-7003"0"0,12-448-3614 0 0,0-21-136 0 0,0-1-1 0 0,-1 1 1 0 0,0-1 0 0 0,-1 1-1 0 0,-1-1 1 0 0,0 0-1 0 0,-1 0 1 0 0,-6 19 0 0 0,9-31-11 0 0,0-1 1 0 0,-1 1 0 0 0,1 0-1 0 0,0-1 1 0 0,-1 1 0 0 0,1 0 0 0 0,-1-1-1 0 0,1 1 1 0 0,-1-1 0 0 0,1 1-1 0 0,-1 0 1 0 0,1-1 0 0 0,-1 1-1 0 0,1-1 1 0 0,-1 1 0 0 0,1-1-1 0 0,-1 0 1 0 0,0 1 0 0 0,1-1-1 0 0,-1 0 1 0 0,0 1 0 0 0,0-1 0 0 0,1 0-1 0 0,-1 0 1 0 0,0 0 0 0 0,0 1-1 0 0,-5-3-1313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3225 0 0,'6'-24'699'0'0,"-5"22"-273"0"0,0 1 0 0 0,-1-1 1 0 0,1 1-1 0 0,0-1 0 0 0,0 1 1 0 0,0 0-1 0 0,0-1 0 0 0,0 1 1 0 0,0 0-1 0 0,0 0 1 0 0,1 0-1 0 0,-1 0 0 0 0,0 0 1 0 0,1 0-1 0 0,1-1 0 0 0,-2 2 32 0 0,1-1-1 0 0,0 0 1 0 0,0 1-1 0 0,-1 0 1 0 0,1 0-1 0 0,0-1 1 0 0,0 1-1 0 0,0 0 0 0 0,-1 0 1 0 0,1 0-1 0 0,0 1 1 0 0,0-1-1 0 0,3 1 1 0 0,19 9-502 0 0,-7 1 441 0 0,0 1-1 0 0,0 1 1 0 0,-1 0-1 0 0,0 1 1 0 0,-1 0-1 0 0,16 22 1 0 0,-4-2-157 0 0,-2 0 0 0 0,21 40 0 0 0,-28-41-493 0 0,15 36 1 0 0,-17-23-4374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0 171 7834 0 0,'1'-2'100'0'0,"0"-1"0"0"0,0 1 0 0 0,0 0-1 0 0,1 0 1 0 0,-1 0 0 0 0,0 0 0 0 0,1 0 0 0 0,0 0 0 0 0,-1 1 0 0 0,1-1 0 0 0,0 1 0 0 0,0-1 0 0 0,0 1 0 0 0,2-2 0 0 0,37-19 1131 0 0,-24 14-913 0 0,95-45 48 0 0,-16 8-2645 0 0,-70 32 2192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49 10594 0 0,'-2'-1'131'0'0,"0"1"1"0"0,1-1-1 0 0,-1 0 0 0 0,0 0 0 0 0,0 0 0 0 0,0 0 0 0 0,1 0 1 0 0,-1-1-1 0 0,0 1 0 0 0,-1-2 0 0 0,3 2-18 0 0,0 1 1 0 0,-1 0-1 0 0,1-1 0 0 0,0 1 0 0 0,0-1 0 0 0,-1 0 1 0 0,1 1-1 0 0,0-1 0 0 0,0 1 0 0 0,0-1 0 0 0,0 1 1 0 0,0-1-1 0 0,0 1 0 0 0,0-1 0 0 0,0 1 1 0 0,0-1-1 0 0,0 0 0 0 0,0 1 0 0 0,0-1 0 0 0,0 1 1 0 0,0-1-1 0 0,0 1 0 0 0,1-1 0 0 0,-1 1 0 0 0,0-1 1 0 0,0 1-1 0 0,1-1 0 0 0,-1 1 0 0 0,0-1 0 0 0,1 1 1 0 0,-1 0-1 0 0,0-1 0 0 0,1 1 0 0 0,-1-1 0 0 0,1 1 1 0 0,-1 0-1 0 0,1-1 0 0 0,-1 1 0 0 0,1 0 0 0 0,-1 0 1 0 0,1-1-1 0 0,-1 1 0 0 0,2 0 0 0 0,-1 0 7 0 0,0-1 0 0 0,0 1 0 0 0,1 0-1 0 0,-1 0 1 0 0,0 0 0 0 0,0 0 0 0 0,1 0-1 0 0,-1 1 1 0 0,0-1 0 0 0,0 0 0 0 0,1 1-1 0 0,-1-1 1 0 0,0 0 0 0 0,0 1 0 0 0,0 0-1 0 0,0-1 1 0 0,1 1 0 0 0,-1 0 0 0 0,0-1-1 0 0,0 1 1 0 0,0 0 0 0 0,-1 0 0 0 0,1 0-1 0 0,0 0 1 0 0,1 1 0 0 0,24 29 406 0 0,-24-28-393 0 0,15 22 28 0 0,-1 0 0 0 0,-2 1 0 0 0,13 32 0 0 0,-2-6 41 0 0,-25-47-163 0 0,-5-23 76 0 0,5 5-104 0 0,0 0-1 0 0,1-1 0 0 0,0 1 1 0 0,1-1-1 0 0,0 1 0 0 0,1 0 1 0 0,1 0-1 0 0,0 0 0 0 0,1 1 1 0 0,0-1-1 0 0,1 1 0 0 0,0 0 1 0 0,1 1-1 0 0,1-1 0 0 0,14-17 1 0 0,-21 28-11 0 0,0-1 0 0 0,0 1 1 0 0,1 0-1 0 0,-1 0 1 0 0,0 0-1 0 0,0 0 0 0 0,1 0 1 0 0,-1 0-1 0 0,0 1 1 0 0,1-1-1 0 0,-1 0 0 0 0,1 1 1 0 0,-1-1-1 0 0,1 1 1 0 0,-1-1-1 0 0,1 1 1 0 0,-1 0-1 0 0,1 0 0 0 0,-1-1 1 0 0,1 1-1 0 0,-1 0 1 0 0,1 0-1 0 0,0 1 0 0 0,-1-1 1 0 0,1 0-1 0 0,-1 0 1 0 0,1 1-1 0 0,-1-1 0 0 0,1 1 1 0 0,-1 0-1 0 0,1-1 1 0 0,-1 1-1 0 0,0 0 0 0 0,1 0 1 0 0,0 1-1 0 0,5 4-21 0 0,-1 0 0 0 0,1 1 0 0 0,-2 0 0 0 0,1 0 0 0 0,6 10 0 0 0,10 13-565 0 0,21 18-3987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3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44 222 4177 0 0,'24'-134'2666'0'0,"-4"47"4122"0"0,-44 148-138 0 0,18-50-6598 0 0,1 0 0 0 0,0 1 0 0 0,1-1 0 0 0,0 1 0 0 0,1 0 1 0 0,1 0-1 0 0,-3 24 0 0 0,5-28-85 0 0,1-1 0 0 0,-1 1 0 0 0,2 0 0 0 0,-1 0 0 0 0,1-1 0 0 0,0 1 0 0 0,1-1 0 0 0,0 1 0 0 0,0-1 0 0 0,1 0 0 0 0,0 0 0 0 0,0-1 0 0 0,0 1 0 0 0,1-1 0 0 0,7 9 0 0 0,-2-6-226 0 0,0 0 1 0 0,0-1-1 0 0,0 0 1 0 0,1 0 0 0 0,0-1-1 0 0,0-1 1 0 0,1 0-1 0 0,17 7 1 0 0,-25-12 177 0 0,0 1 1 0 0,0-1-1 0 0,0 1 1 0 0,-1 0-1 0 0,1 0 0 0 0,-1 1 1 0 0,1-1-1 0 0,-1 1 1 0 0,0-1-1 0 0,5 7 1 0 0,-7-8 97 0 0,0 1 1 0 0,0-1-1 0 0,-1 1 1 0 0,1-1-1 0 0,0 1 1 0 0,-1-1-1 0 0,1 1 1 0 0,-1 0-1 0 0,0-1 1 0 0,0 1-1 0 0,0 0 1 0 0,1-1 0 0 0,-2 1-1 0 0,1 0 1 0 0,0-1-1 0 0,0 1 1 0 0,0-1-1 0 0,-1 1 1 0 0,1 0-1 0 0,-1-1 1 0 0,1 1-1 0 0,-1-1 1 0 0,0 1 0 0 0,1-1-1 0 0,-1 1 1 0 0,0-1-1 0 0,0 1 1 0 0,0-1-1 0 0,-2 2 1 0 0,-9 11 452 0 0,-1-1 0 0 0,-1 0 0 0 0,0-1 0 0 0,0 0 0 0 0,-1-1 0 0 0,-1-1 0 0 0,0 0 0 0 0,0-2 0 0 0,-1 1 0 0 0,-35 11 0 0 0,18-15-2162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3681 0 0,'20'29'4634'0'0,"-12"2"-3240"0"0,0 0 0 0 0,-3 1 0 0 0,0-1 0 0 0,-2 1 0 0 0,-1 49-1 0 0,-2-45-1769 0 0,1 0 0 0 0,3-1-1 0 0,14 71 1 0 0,-12-91-1646 0 0,1-3-2935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659 128 4609 0 0,'-14'-15'1099'0'0,"-1"0"-1"0"0,0 1 1 0 0,-1 1 0 0 0,-19-14-1 0 0,27 22-704 0 0,-1-1 0 0 0,0 1 0 0 0,0 1-1 0 0,0-1 1 0 0,0 1 0 0 0,-1 1 0 0 0,0 0-1 0 0,0 0 1 0 0,0 1 0 0 0,-13-1 0 0 0,16 3-260 0 0,0 1 0 0 0,0 0-1 0 0,0 0 1 0 0,0 1 0 0 0,0 0 0 0 0,1 0 0 0 0,-1 1 0 0 0,1-1 0 0 0,-1 2 0 0 0,1-1-1 0 0,0 1 1 0 0,0-1 0 0 0,0 2 0 0 0,1-1 0 0 0,-1 1 0 0 0,1-1 0 0 0,0 2 0 0 0,-6 6-1 0 0,-8 13 41 0 0,0 1-1 0 0,-26 49 0 0 0,35-59-93 0 0,-25 44 14 0 0,-82 156 208 0 0,102-185-218 0 0,2 2 1 0 0,2 0 0 0 0,0 0-1 0 0,-10 70 1 0 0,17-74-61 0 0,2 0 0 0 0,1 1 1 0 0,1-1-1 0 0,1 1 0 0 0,2-1 0 0 0,7 30 1 0 0,-6-40-28 0 0,2 1 0 0 0,0-1 0 0 0,1-1 0 0 0,1 1 0 0 0,1-1 0 0 0,1-1 0 0 0,0 0 0 0 0,1 0 0 0 0,23 27 0 0 0,-17-26-143 0 0,-1 0 0 0 0,2-1 0 0 0,1-1-1 0 0,0-1 1 0 0,1 0 0 0 0,0-2 0 0 0,1 0 0 0 0,0-1 0 0 0,1-2-1 0 0,1 0 1 0 0,0-1 0 0 0,0-1 0 0 0,0-1 0 0 0,1-2 0 0 0,0 0 0 0 0,31 2-1 0 0,-17-4 47 0 0,0-2-1 0 0,0-1 1 0 0,70-11-1 0 0,-86 7 167 0 0,0-1 0 0 0,0-1 0 0 0,-1-1 1 0 0,0-1-1 0 0,0-1 0 0 0,-1-1 0 0 0,35-22 0 0 0,-23 9 255 0 0,-2 0-1 0 0,-1-2 1 0 0,0-1 0 0 0,-2-1 0 0 0,34-46-1 0 0,-44 51-167 0 0,-1-2 0 0 0,-1 0 1 0 0,-2-1-1 0 0,0 0 0 0 0,-2-1 0 0 0,0-1 0 0 0,-2 1 0 0 0,6-32 0 0 0,-5 5 200 0 0,-2 0 0 0 0,-2-1-1 0 0,-3 0 1 0 0,-3 0 0 0 0,-7-73 0 0 0,5 113-274 0 0,-1 0 0 0 0,0 1 0 0 0,-1 0 0 0 0,0 0 0 0 0,-1 0 0 0 0,-1 0 0 0 0,0 1 0 0 0,0 0 0 0 0,-1 0 0 0 0,-1 0 1 0 0,0 1-1 0 0,-1 0 0 0 0,-13-13 0 0 0,6 9-51 0 0,-2 1 0 0 0,0 0 0 0 0,0 1 0 0 0,-1 1 0 0 0,-1 1 0 0 0,0 0 0 0 0,-30-10 0 0 0,24 11-551 0 0,0 1 0 0 0,-1 2 0 0 0,-41-7 0 0 0,48 12-6974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9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6913 0 0,'-3'6'5728'0'0,"-2"12"-3934"0"0,4 0-941 0 0,1-1-1 0 0,0 0 1 0 0,1 1 0 0 0,6 26-1 0 0,21 70 280 0 0,-17-76-839 0 0,-2-4-419 0 0,25 59 1 0 0,-7-43-5903 0 0,-16-33 74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9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33 270 6449 0 0,'-7'-7'1'0'0,"4"4"150"0"0,0 0-1 0 0,0 0 1 0 0,0 0 0 0 0,1 0-1 0 0,-1 0 1 0 0,1 0 0 0 0,-3-6-1 0 0,5 8-55 0 0,-1-1 0 0 0,1 1-1 0 0,0-1 1 0 0,-1 0 0 0 0,1 1-1 0 0,0-1 1 0 0,0 0 0 0 0,0 1-1 0 0,0-1 1 0 0,1 0 0 0 0,-1 1-1 0 0,0-1 1 0 0,1 1 0 0 0,-1-1-1 0 0,1 0 1 0 0,-1 1 0 0 0,1-1-1 0 0,0 1 1 0 0,0 0 0 0 0,0-1-1 0 0,0 1 1 0 0,1-2 0 0 0,6-7 277 0 0,0 1 1 0 0,0 0-1 0 0,1 0 1 0 0,0 1-1 0 0,1 0 1 0 0,11-7-1 0 0,69-38 1504 0 0,-42 26-946 0 0,23-13-1604 0 0,-55 33-215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0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10594 0 0,'2'-3'944'0'0,"0"0"-751"0"0,1 2-193 0 0,0 0 0 0 0,1-1 0 0 0,0-2 0 0 0,6-2 0 0 0,4-3 0 0 0,6-2 376 0 0,3-2 40 0 0,1 2 0 0 0,1 1 8 0 0,-3 2-944 0 0,2 1-192 0 0,1 0-41 0 0,-2-2-7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6913 0 0,'0'0'529'0'0,"16"21"1242"0"0,22 64 3685 0 0,16 30-1749 0 0,-29-80-5786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 12443 0 0,'-2'-2'1483'0'0,"2"2"-1416"0"0,-1-1 1 0 0,1 1-1 0 0,0 0 0 0 0,0 0 1 0 0,0 0-1 0 0,0 0 1 0 0,0-1-1 0 0,0 1 1 0 0,1-3 1145 0 0,0 3-1145 0 0,10 2-176 0 0,-9-2-87 0 0,0 1 0 0 0,0 0-1 0 0,0 0 1 0 0,0 0 0 0 0,0 0 0 0 0,0 1-1 0 0,0-1 1 0 0,0 0 0 0 0,0 1 0 0 0,-1-1-1 0 0,1 1 1 0 0,-1 0 0 0 0,1-1 0 0 0,1 5-1 0 0,4 11-188 0 0,-2 1 282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0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7370 0 0,'0'-1'42'0'0,"-1"0"0"0"0,2 1 0 0 0,-1-1 1 0 0,0 0-1 0 0,0 0 0 0 0,0 0 1 0 0,0 0-1 0 0,1 0 0 0 0,-1 0 1 0 0,0 0-1 0 0,1 1 0 0 0,-1-1 0 0 0,0 0 1 0 0,1 0-1 0 0,-1 0 0 0 0,1 1 1 0 0,0-1-1 0 0,-1 0 0 0 0,1 1 1 0 0,-1-1-1 0 0,1 0 0 0 0,0 1 0 0 0,0-1 1 0 0,-1 1-1 0 0,1-1 0 0 0,0 1 1 0 0,0-1-1 0 0,0 1 0 0 0,-1 0 1 0 0,1-1-1 0 0,0 1 0 0 0,0 0 0 0 0,0 0 1 0 0,0 0-1 0 0,0 0 0 0 0,0 0 1 0 0,0 0-1 0 0,0 0 0 0 0,0 0 1 0 0,-1 0-1 0 0,1 0 0 0 0,0 0 0 0 0,0 0 1 0 0,0 1-1 0 0,0-1 0 0 0,1 1 1 0 0,1-1 222 0 0,0 1 1 0 0,0 0-1 0 0,-1 0 1 0 0,1 0 0 0 0,0 1-1 0 0,0-1 1 0 0,0 1-1 0 0,-1-1 1 0 0,1 1 0 0 0,-1 0-1 0 0,0 0 1 0 0,1 0 0 0 0,1 3-1 0 0,0 3-137 0 0,-1-1 0 0 0,0 1 0 0 0,0 0 0 0 0,-1 0-1 0 0,0 0 1 0 0,0 0 0 0 0,-1 0 0 0 0,0 0 0 0 0,0 15 0 0 0,-1-16-54 0 0,0-1 1 0 0,0 1 0 0 0,1 0 0 0 0,-1-1-1 0 0,2 1 1 0 0,-1-1 0 0 0,1 1-1 0 0,0-1 1 0 0,0 1 0 0 0,1-1-1 0 0,-1 0 1 0 0,1 0 0 0 0,1 0 0 0 0,5 7-1 0 0,-8-12-79 0 0,-1 0 0 0 0,1 0-1 0 0,0-1 1 0 0,0 1 0 0 0,-1-1-1 0 0,1 1 1 0 0,0-1 0 0 0,0 1-1 0 0,0-1 1 0 0,0 1 0 0 0,-1-1-1 0 0,1 0 1 0 0,0 0 0 0 0,0 1-1 0 0,0-1 1 0 0,0 0 0 0 0,0 0-1 0 0,0 0 1 0 0,0 0 0 0 0,0 0-1 0 0,0 0 1 0 0,0 0 0 0 0,0 0-1 0 0,0 0 1 0 0,0-1 0 0 0,0 1-1 0 0,-1 0 1 0 0,1-1 0 0 0,0 1-1 0 0,0 0 1 0 0,0-1 0 0 0,0 1-1 0 0,0-1 1 0 0,-1 1 0 0 0,1-1-1 0 0,0 0 1 0 0,-1 1 0 0 0,1-1-1 0 0,0 0 1 0 0,-1 0-1 0 0,1 1 1 0 0,-1-1 0 0 0,1 0-1 0 0,-1 0 1 0 0,1 0 0 0 0,-1 0-1 0 0,0 1 1 0 0,1-3 0 0 0,4-6-71 0 0,-1 0 1 0 0,-1 0-1 0 0,5-15 1 0 0,-7 21 70 0 0,11-49 206 0 0,-10 38-73 0 0,1 0 0 0 0,1 0 0 0 0,0 0 0 0 0,13-26-1 0 0,-17 40-111 0 0,0-1-1 0 0,0 1 1 0 0,0-1 0 0 0,1 0-1 0 0,-1 1 1 0 0,0-1-1 0 0,0 1 1 0 0,1-1-1 0 0,-1 1 1 0 0,1-1 0 0 0,-1 1-1 0 0,0-1 1 0 0,1 1-1 0 0,-1-1 1 0 0,1 1-1 0 0,-1 0 1 0 0,1-1-1 0 0,-1 1 1 0 0,1 0 0 0 0,-1-1-1 0 0,1 1 1 0 0,0 0-1 0 0,-1 0 1 0 0,1 0-1 0 0,-1-1 1 0 0,1 1 0 0 0,0 0-1 0 0,-1 0 1 0 0,1 0-1 0 0,0 0 1 0 0,-1 0-1 0 0,1 0 1 0 0,-1 0-1 0 0,2 0 1 0 0,-1 1-6 0 0,0 0 1 0 0,1 0-1 0 0,-1 0 1 0 0,0 0-1 0 0,0 1 1 0 0,0-1-1 0 0,1 0 1 0 0,-2 0-1 0 0,1 1 1 0 0,0-1-1 0 0,0 1 0 0 0,1 2 1 0 0,15 44-274 0 0,-10-24-292 0 0,0 1-156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1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224 343 2561 0 0,'1'-1'21'0'0,"-1"1"1"0"0,0 0 0 0 0,0-1 0 0 0,0 1 0 0 0,0 0-1 0 0,0-1 1 0 0,0 1 0 0 0,0-1 0 0 0,0 1 0 0 0,0 0 0 0 0,0-1-1 0 0,0 1 1 0 0,0-1 0 0 0,0 1 0 0 0,0 0 0 0 0,-1-1 0 0 0,1 1-1 0 0,0 0 1 0 0,0-1 0 0 0,0 1 0 0 0,0 0 0 0 0,-1-1-1 0 0,1 1 1 0 0,0 0 0 0 0,0-1 0 0 0,-1 1 0 0 0,1 0 0 0 0,0 0-1 0 0,-1-1 1 0 0,1 1 0 0 0,0 0 0 0 0,-1 0 0 0 0,1 0 0 0 0,0-1-1 0 0,-1 1 1 0 0,0 0 0 0 0,-21-3 1818 0 0,-21 6 1446 0 0,34-1-2839 0 0,0 0 0 0 0,-1 0 0 0 0,1 1 0 0 0,0 1 0 0 0,0 0 0 0 0,1 0 1 0 0,-1 1-1 0 0,1-1 0 0 0,0 2 0 0 0,-14 11 0 0 0,19-14-403 0 0,-1 0 1 0 0,1 0-1 0 0,-1 1 0 0 0,1-1 0 0 0,0 1 1 0 0,0 0-1 0 0,1 0 0 0 0,-1 0 1 0 0,1 0-1 0 0,0 1 0 0 0,0-1 1 0 0,0 0-1 0 0,1 1 0 0 0,-1-1 0 0 0,1 1 1 0 0,0 0-1 0 0,1-1 0 0 0,-1 1 1 0 0,1 0-1 0 0,0 0 0 0 0,0-1 0 0 0,0 1 1 0 0,2 8-1 0 0,-2-11-52 0 0,1-1-1 0 0,-1 0 0 0 0,0 1 1 0 0,1-1-1 0 0,-1 1 1 0 0,1-1-1 0 0,0 0 1 0 0,-1 1-1 0 0,1-1 1 0 0,0 0-1 0 0,0 0 1 0 0,0 0-1 0 0,0 0 1 0 0,0 0-1 0 0,0 0 1 0 0,0 0-1 0 0,0 0 0 0 0,0 0 1 0 0,0 0-1 0 0,1 0 1 0 0,-1-1-1 0 0,0 1 1 0 0,3 0-1 0 0,-1 0-40 0 0,-1-1 1 0 0,1 0-1 0 0,-1 0 0 0 0,0 0 0 0 0,1 0 1 0 0,-1 0-1 0 0,1-1 0 0 0,-1 1 0 0 0,0-1 1 0 0,1 0-1 0 0,-1 0 0 0 0,5-2 0 0 0,2-2-327 0 0,1-1 0 0 0,-1 0 0 0 0,1 0 0 0 0,14-16 0 0 0,-13 12 101 0 0,0-2 0 0 0,-1 0 0 0 0,-1 0 0 0 0,0 0 0 0 0,0-1 0 0 0,-1-1 0 0 0,-1 0 0 0 0,0 0 0 0 0,-1 0 0 0 0,-1 0 0 0 0,0-1 0 0 0,-1 0 0 0 0,3-22 0 0 0,-5 23 506 0 0,-1 1 0 0 0,-1-1 0 0 0,0 0 0 0 0,-1 1-1 0 0,-1-1 1 0 0,-4-20 0 0 0,2 20 503 0 0,0 1-1 0 0,0 0 1 0 0,-2 1-1 0 0,0-1 1 0 0,0 1-1 0 0,-16-22 0 0 0,19 30-295 0 0,1 1-1 0 0,-2-1 0 0 0,1 1 0 0 0,0 0 0 0 0,-1 0 0 0 0,1 0 0 0 0,-1 1 0 0 0,-5-4 0 0 0,8 6-341 0 0,1 0-1 0 0,-1-1 0 0 0,1 1 1 0 0,-1 0-1 0 0,0 0 0 0 0,1-1 1 0 0,-1 1-1 0 0,0 0 0 0 0,1 0 1 0 0,-1 0-1 0 0,0 0 0 0 0,1 0 1 0 0,-1 0-1 0 0,0 0 0 0 0,1 0 1 0 0,-1 0-1 0 0,1 0 0 0 0,-1 0 1 0 0,0 1-1 0 0,1-1 0 0 0,-1 0 1 0 0,0 0-1 0 0,0 1 0 0 0,0 0-42 0 0,0 0-1 0 0,1 0 1 0 0,-1 0-1 0 0,1 0 0 0 0,-1 1 1 0 0,1-1-1 0 0,-1 0 1 0 0,1 0-1 0 0,-1 0 0 0 0,1 0 1 0 0,0 1-1 0 0,0-1 1 0 0,0 0-1 0 0,0 0 0 0 0,0 0 1 0 0,0 1-1 0 0,0-1 1 0 0,0 2-1 0 0,5 43 195 0 0,1 0-1 0 0,2 0 1 0 0,23 68 0 0 0,60 129-68 0 0,-71-199-377 0 0,0 1-79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14 4145 0 0,'0'0'106'0'0,"0"-1"0"0"0,0 0 0 0 0,0 1 1 0 0,0-1-1 0 0,0 1 0 0 0,0-1 0 0 0,0 1 0 0 0,0-1 0 0 0,0 1 1 0 0,0-1-1 0 0,0 1 0 0 0,-1-1 0 0 0,1 1 0 0 0,0-1 0 0 0,0 1 1 0 0,-1-1-1 0 0,1 1 0 0 0,0-1 0 0 0,-1 1 0 0 0,1-1 0 0 0,0 1 0 0 0,-1 0 1 0 0,1-1-1 0 0,-1 1 0 0 0,1 0 0 0 0,0-1 0 0 0,-1 1 0 0 0,1 0 1 0 0,-2-1-1 0 0,-16 3 2556 0 0,-16 17 331 0 0,26-11-2708 0 0,0 0-1 0 0,1 0 1 0 0,0 1-1 0 0,0 0 1 0 0,1 0-1 0 0,0 1 1 0 0,1 0-1 0 0,-8 17 1 0 0,3 0-86 0 0,0 1-1 0 0,-6 32 1 0 0,14-52-98 0 0,1 1-1 0 0,-1-1 1 0 0,2 1-1 0 0,-1-1 1 0 0,1 1-1 0 0,0-1 1 0 0,1 1-1 0 0,0-1 1 0 0,3 14-1 0 0,-3-19-58 0 0,0 0 0 0 0,0-1 0 0 0,0 1-1 0 0,0 0 1 0 0,1-1 0 0 0,-1 0-1 0 0,1 1 1 0 0,0-1 0 0 0,0 0-1 0 0,0 1 1 0 0,0-1 0 0 0,0 0-1 0 0,0-1 1 0 0,1 1 0 0 0,-1 0-1 0 0,0-1 1 0 0,1 1 0 0 0,-1-1-1 0 0,1 1 1 0 0,0-1 0 0 0,0 0-1 0 0,-1 0 1 0 0,1-1 0 0 0,0 1 0 0 0,0-1-1 0 0,0 1 1 0 0,0-1 0 0 0,0 0-1 0 0,0 0 1 0 0,-1 0 0 0 0,4-1-1 0 0,2 1 6 0 0,0-1-1 0 0,-1-1 0 0 0,1 1 0 0 0,-1-1 1 0 0,0-1-1 0 0,1 1 0 0 0,-1-1 0 0 0,0 0 0 0 0,0-1 1 0 0,-1 0-1 0 0,1 0 0 0 0,-1 0 0 0 0,0-1 1 0 0,0 0-1 0 0,0 0 0 0 0,-1 0 0 0 0,0-1 1 0 0,0 0-1 0 0,0 0 0 0 0,-1 0 0 0 0,1-1 1 0 0,4-10-1 0 0,-3 4 37 0 0,-1 1 1 0 0,0-1 0 0 0,0 0-1 0 0,-1 0 1 0 0,-1-1 0 0 0,-1 1-1 0 0,0-1 1 0 0,0 1 0 0 0,-1-1-1 0 0,-1 0 1 0 0,-3-25-1 0 0,3 38-99 0 0,0 0 1 0 0,0 0-1 0 0,0 0 0 0 0,0 0 0 0 0,0 0 0 0 0,0 1 0 0 0,-1-1 0 0 0,1 0 0 0 0,0 0 0 0 0,0 0 0 0 0,-1 0 0 0 0,1 1 0 0 0,-1-1 1 0 0,1 0-1 0 0,-1 0 0 0 0,1 1 0 0 0,-1-1 0 0 0,1 0 0 0 0,-1 1 0 0 0,0-2 0 0 0,0 2-14 0 0,1 0 0 0 0,-1 0 1 0 0,1 0-1 0 0,-1 1 0 0 0,1-1 0 0 0,-1 0 0 0 0,1 0 0 0 0,-1 0 0 0 0,1 0 1 0 0,-1 0-1 0 0,1 1 0 0 0,-1-1 0 0 0,1 0 0 0 0,-1 0 0 0 0,1 1 1 0 0,0-1-1 0 0,-1 0 0 0 0,1 1 0 0 0,0-1 0 0 0,-1 0 0 0 0,1 1 0 0 0,0-1 1 0 0,-1 1-1 0 0,1 0 0 0 0,-2 2-102 0 0,0 0-1 0 0,0 0 1 0 0,0 0 0 0 0,1 1-1 0 0,-1-1 1 0 0,1 1 0 0 0,0-1 0 0 0,-1 6-1 0 0,2-7 111 0 0,0-1 1 0 0,-1 0-1 0 0,1 1 0 0 0,0-1 0 0 0,1 1 1 0 0,-1-1-1 0 0,0 0 0 0 0,0 1 0 0 0,1-1 1 0 0,-1 1-1 0 0,0-1 0 0 0,1 0 0 0 0,-1 1 1 0 0,1-1-1 0 0,0 0 0 0 0,0 0 0 0 0,-1 0 1 0 0,1 1-1 0 0,0-1 0 0 0,0 0 0 0 0,0 0 0 0 0,0 0 1 0 0,2 1-1 0 0,-1-1 7 0 0,0 0-1 0 0,1 0 1 0 0,-1 0-1 0 0,1 0 1 0 0,-1 0 0 0 0,1 0-1 0 0,-1-1 1 0 0,1 0-1 0 0,-1 1 1 0 0,1-1 0 0 0,5 0-1 0 0,1-1 62 0 0,1 0-1 0 0,0-1 1 0 0,0 0 0 0 0,-1-1-1 0 0,16-6 1 0 0,-7 1 147 0 0,0-1 1 0 0,0-1 0 0 0,-2 0-1 0 0,1-1 1 0 0,18-18-1 0 0,10-14-2221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0 272 7834 0 0,'1'0'54'0'0,"-1"0"0"0"0,0 0 0 0 0,1 0 0 0 0,-1 0 0 0 0,0 0 0 0 0,0 1 0 0 0,1-1 1 0 0,-1 0-1 0 0,0 0 0 0 0,0 0 0 0 0,1 0 0 0 0,-1 1 0 0 0,0-1 0 0 0,0 0 0 0 0,0 0 0 0 0,1 1 1 0 0,-1-1-1 0 0,0 0 0 0 0,0 0 0 0 0,0 1 0 0 0,0-1 0 0 0,0 0 0 0 0,0 0 0 0 0,1 1 1 0 0,-1-1-1 0 0,0 0 0 0 0,0 1 0 0 0,0-1 0 0 0,0 0 0 0 0,0 0 0 0 0,0 1 0 0 0,0-1 0 0 0,0 0 1 0 0,0 1-1 0 0,0-1 0 0 0,-1 0 0 0 0,1 1 0 0 0,0-1 0 0 0,0 0 0 0 0,0 0 0 0 0,0 1 0 0 0,0-1 1 0 0,0 0-1 0 0,-1 0 0 0 0,1 1 0 0 0,0-1 0 0 0,0 0 0 0 0,0 0 0 0 0,0 0 0 0 0,-1 1 0 0 0,1-1 1 0 0,0 0-1 0 0,0 0 0 0 0,-1 0 0 0 0,1 0 0 0 0,0 1 0 0 0,0-1 0 0 0,-1 0 0 0 0,1 0 0 0 0,-1 0 1 0 0,27 6 3126 0 0,-17-8-2628 0 0,0 0 0 0 0,1 0 0 0 0,-1-1 0 0 0,0 0 0 0 0,0-1 0 0 0,-1 0 0 0 0,14-8 0 0 0,-11 5-388 0 0,0-1 1 0 0,-1 0-1 0 0,0-1 1 0 0,0 0-1 0 0,11-15 1 0 0,-14 17-186 0 0,-1-1 1 0 0,0-1 0 0 0,-1 1-1 0 0,1-1 1 0 0,-2 0 0 0 0,1 0-1 0 0,-1 0 1 0 0,-1-1 0 0 0,0 1-1 0 0,0-1 1 0 0,0 0 0 0 0,-2 0-1 0 0,1 0 1 0 0,-1 0 0 0 0,-1 0-1 0 0,0-17 1 0 0,0 26 15 0 0,0 0 0 0 0,0 1-1 0 0,0-1 1 0 0,0 0 0 0 0,0 1 0 0 0,0-1-1 0 0,0 0 1 0 0,0 0 0 0 0,0 1 0 0 0,-1-1-1 0 0,1 0 1 0 0,0 1 0 0 0,0-1 0 0 0,-1 0-1 0 0,1 1 1 0 0,0-1 0 0 0,-1 0 0 0 0,1 1 0 0 0,-1-1-1 0 0,1 1 1 0 0,0-1 0 0 0,-1 1 0 0 0,1-1-1 0 0,-1 1 1 0 0,0-1 0 0 0,1 1 0 0 0,-1-1-1 0 0,1 1 1 0 0,-1 0 0 0 0,0-1 0 0 0,1 1-1 0 0,-1 0 1 0 0,0 0 0 0 0,1 0 0 0 0,-1-1-1 0 0,0 1 1 0 0,0 0 0 0 0,1 0 0 0 0,-1 0-1 0 0,0 0 1 0 0,1 0 0 0 0,-1 0 0 0 0,0 0-1 0 0,0 0 1 0 0,1 0 0 0 0,-1 1 0 0 0,0-1-1 0 0,1 0 1 0 0,-1 0 0 0 0,0 1 0 0 0,1-1-1 0 0,-1 0 1 0 0,0 1 0 0 0,1-1 0 0 0,-1 1-1 0 0,1-1 1 0 0,-1 1 0 0 0,1-1 0 0 0,-2 2 0 0 0,-1 0-23 0 0,0 1 0 0 0,0-1 1 0 0,1 1-1 0 0,-1 0 1 0 0,1 0-1 0 0,-1 0 1 0 0,1 1-1 0 0,0-1 1 0 0,-3 7-1 0 0,4-7 19 0 0,0 1 0 0 0,0-1 0 0 0,0 0 0 0 0,1 0 0 0 0,0 1 0 0 0,-1-1 0 0 0,1 0 0 0 0,1 1 1 0 0,-1-1-1 0 0,0 0 0 0 0,1 1 0 0 0,-1-1 0 0 0,1 0 0 0 0,0 0 0 0 0,0 0 0 0 0,0 0 0 0 0,1 0 0 0 0,2 5 0 0 0,-1-4 10 0 0,0-1-1 0 0,0 1 1 0 0,0-1-1 0 0,1 1 1 0 0,0-1-1 0 0,-1 0 0 0 0,1 0 1 0 0,1 0-1 0 0,-1-1 1 0 0,0 0-1 0 0,6 3 1 0 0,5 0-90 0 0,0 0-1 0 0,0-1 1 0 0,1 0-1 0 0,-1-1 1 0 0,1-1-1 0 0,27 0 1 0 0,-28-2-718 0 0,0-1 1 0 0,-1-1-1 0 0,1 0 1 0 0,27-7-1 0 0,-27 3-4416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5209 0 0,'18'-8'10844'0'0,"-7"31"-9333"0"0,30 55-598 0 0,-35-70-1209 0 0,-1 1-1 0 0,2-1 1 0 0,-1 0 0 0 0,1 0 0 0 0,0-1 0 0 0,13 11-1 0 0,-13-15 298 0 0,-1-5-1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2.8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76 13827 0 0,'-9'-19'608'0'0,"5"9"128"0"0,0 0-584 0 0,0 3-152 0 0,2 3 0 0 0,1 3 0 0 0,0-2-216 0 0,-1-1-72 0 0,-1-2-8 0 0,1 0-8 0 0,0 2-32 0 0,2 3-8 0 0,4 4 0 0 0,2 4 0 0 0,2 2 256 0 0,1 4 88 0 0,2 0 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3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217 378 456 0 0,'-2'-2'264'0'0,"-1"1"0"0"0,1 0 0 0 0,-1-1 0 0 0,1 1 0 0 0,-1 0 0 0 0,0 1 1 0 0,1-1-1 0 0,-1 0 0 0 0,0 1 0 0 0,0-1 0 0 0,0 1 0 0 0,1 0 0 0 0,-1 0 0 0 0,0 0 0 0 0,0 0 0 0 0,0 1 0 0 0,-4 0 0 0 0,-1 1 283 0 0,0-1-1 0 0,0 1 1 0 0,0 1-1 0 0,-14 6 1 0 0,12-3-302 0 0,-1 0-1 0 0,2 1 1 0 0,-1 1 0 0 0,1-1 0 0 0,0 2 0 0 0,1-1 0 0 0,-10 12-1 0 0,15-15-215 0 0,0-1-1 0 0,0 1 0 0 0,0 0 1 0 0,0 0-1 0 0,1 0 0 0 0,0 0 1 0 0,0 0-1 0 0,-1 6 1 0 0,2-8-33 0 0,1-1 1 0 0,0 1-1 0 0,-1 0 1 0 0,1-1-1 0 0,0 1 1 0 0,1-1 0 0 0,-1 1-1 0 0,0-1 1 0 0,1 1-1 0 0,-1-1 1 0 0,1 1 0 0 0,0-1-1 0 0,0 1 1 0 0,0-1-1 0 0,0 0 1 0 0,0 1 0 0 0,3 3-1 0 0,-2-4-34 0 0,0 0 1 0 0,0 0-1 0 0,0 0 0 0 0,0 0 0 0 0,0-1 0 0 0,1 1 1 0 0,-1 0-1 0 0,1-1 0 0 0,-1 0 0 0 0,1 0 0 0 0,-1 0 1 0 0,1 0-1 0 0,-1 0 0 0 0,1 0 0 0 0,0-1 0 0 0,0 1 1 0 0,-1-1-1 0 0,1 1 0 0 0,0-1 0 0 0,0 0 0 0 0,0-1 1 0 0,-1 1-1 0 0,1 0 0 0 0,0-1 0 0 0,0 1 1 0 0,-1-1-1 0 0,1 0 0 0 0,0 0 0 0 0,-1 0 0 0 0,3-2 1 0 0,11-4 230 0 0,-1-1 0 0 0,0 0 0 0 0,24-19 1 0 0,-25 16 354 0 0,-12 10-476 0 0,9-7 319 0 0,1 0 1 0 0,0 1-1 0 0,0 0 0 0 0,27-10 1 0 0,-37 16-351 0 0,0 0 1 0 0,0 1-1 0 0,0-1 1 0 0,0 1-1 0 0,1-1 0 0 0,-1 1 1 0 0,0 0-1 0 0,0 0 1 0 0,0 0-1 0 0,0 0 1 0 0,1 0-1 0 0,-1 0 0 0 0,0 0 1 0 0,0 1-1 0 0,0-1 1 0 0,0 1-1 0 0,0 0 0 0 0,0 0 1 0 0,0 0-1 0 0,0 0 1 0 0,0 0-1 0 0,0 0 0 0 0,0 0 1 0 0,0 0-1 0 0,-1 1 1 0 0,1-1-1 0 0,0 1 1 0 0,-1-1-1 0 0,0 1 0 0 0,1 0 1 0 0,-1 0-1 0 0,0-1 1 0 0,0 1-1 0 0,0 0 0 0 0,0 0 1 0 0,0 0-1 0 0,0 0 1 0 0,0 0-1 0 0,-1 0 1 0 0,1 1-1 0 0,0 1 0 0 0,2 14 156 0 0,-1-1 0 0 0,-1 0 0 0 0,0 1 0 0 0,-1-1 0 0 0,-1 1 0 0 0,-1-1-1 0 0,0 1 1 0 0,-1-1 0 0 0,-1 0 0 0 0,-1 0 0 0 0,0 0 0 0 0,-9 18 0 0 0,13-32-193 0 0,-1 0 1 0 0,1-1-1 0 0,0 1 1 0 0,-1-1-1 0 0,1 0 1 0 0,-1 1-1 0 0,0-1 1 0 0,0 0-1 0 0,0 0 1 0 0,0 0-1 0 0,0-1 1 0 0,0 1-1 0 0,-1 0 1 0 0,1-1-1 0 0,-6 3 1 0 0,8-4-3 0 0,-1 1 0 0 0,0-1 0 0 0,1 0 0 0 0,-1 0 0 0 0,0 0 0 0 0,0 0 1 0 0,0 0-1 0 0,1 0 0 0 0,-1 0 0 0 0,0 0 0 0 0,0-1 0 0 0,1 1 1 0 0,-1 0-1 0 0,0 0 0 0 0,1 0 0 0 0,-1-1 0 0 0,0 1 0 0 0,1 0 0 0 0,-1-1 1 0 0,0 1-1 0 0,1-1 0 0 0,-2 0 0 0 0,1-1 0 0 0,-1 0 0 0 0,1 1 0 0 0,0-1 0 0 0,0 0-1 0 0,0 0 1 0 0,0 0 0 0 0,0 0 0 0 0,0 0 0 0 0,1 0 0 0 0,-1 0 0 0 0,0-4 0 0 0,0-3-68 0 0,0 1 0 0 0,1-1 1 0 0,0 1-1 0 0,0-1 1 0 0,1 1-1 0 0,0 0 0 0 0,4-15 1 0 0,22-61-1289 0 0,-17 57 868 0 0,57-174-2043 0 0,34-93 2482 0 0,-97 283 413 0 0,-3 6-47 0 0,1 0 0 0 0,0 0 0 0 0,0 0 0 0 0,0 0 0 0 0,0 1 0 0 0,1-1 0 0 0,0 1 0 0 0,5-8 1 0 0,-5 22 2972 0 0,-4 17-2529 0 0,-3 9-499 0 0,1 0 0 0 0,2 0 0 0 0,2-1 0 0 0,8 59 0 0 0,-6-72-296 0 0,2-1 0 0 0,0 0 0 0 0,1-1 0 0 0,2 1 0 0 0,0-1 0 0 0,1 0 0 0 0,0-1 0 0 0,25 35 0 0 0,-33-52 4 0 0,0-1-1 0 0,0 1 0 0 0,0-1 0 0 0,1 1 0 0 0,-1-1 1 0 0,0 0-1 0 0,1 1 0 0 0,-1-1 0 0 0,1 0 1 0 0,-1 0-1 0 0,1 0 0 0 0,-1 0 0 0 0,1 0 1 0 0,0-1-1 0 0,-1 1 0 0 0,1 0 0 0 0,3 0 1 0 0,-4-1 33 0 0,0 0 1 0 0,0 0-1 0 0,1-1 0 0 0,-1 1 1 0 0,0 0-1 0 0,0-1 1 0 0,0 1-1 0 0,0 0 1 0 0,1-1-1 0 0,-1 0 1 0 0,0 1-1 0 0,0-1 1 0 0,0 0-1 0 0,0 1 1 0 0,0-1-1 0 0,0 0 1 0 0,-1 0-1 0 0,1 0 0 0 0,0 0 1 0 0,0-1-1 0 0,5-6 136 0 0,-1-2-1 0 0,0 1 1 0 0,0 0-1 0 0,-1-1 1 0 0,3-11-1 0 0,1 0-29 0 0,-3 11-83 0 0,-1 0 1 0 0,2 0-1 0 0,-1 1 0 0 0,1 0 1 0 0,9-10-1 0 0,-12 16-29 0 0,0-1 1 0 0,0 1-1 0 0,1 0 1 0 0,-1 1-1 0 0,0-1 1 0 0,1 1-1 0 0,0-1 1 0 0,0 1-1 0 0,0 0 1 0 0,0 0-1 0 0,0 1 1 0 0,0-1-1 0 0,0 1 1 0 0,0 0-1 0 0,8-1 0 0 0,-10 2 2 0 0,-1 0 0 0 0,1 0 0 0 0,0 1-1 0 0,-1-1 1 0 0,1 0 0 0 0,0 1 0 0 0,-1-1-1 0 0,1 1 1 0 0,-1 0 0 0 0,1-1 0 0 0,-1 1-1 0 0,0 0 1 0 0,1 0 0 0 0,-1 0-1 0 0,0 0 1 0 0,1 0 0 0 0,-1 1 0 0 0,0-1-1 0 0,0 0 1 0 0,0 0 0 0 0,0 1 0 0 0,0-1-1 0 0,1 3 1 0 0,18 42 359 0 0,-13-27-36 0 0,-2-9-564 0 0,0 0 1 0 0,1-1 0 0 0,0 1-1 0 0,0-2 1 0 0,1 1-1 0 0,1-1 1 0 0,-1 0-1 0 0,1 0 1 0 0,1-1-1 0 0,11 8 1 0 0,0-1-6598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3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 6913 0 0,'5'-11'3335'0'0,"0"25"1677"0"0,-2-4-4965 0 0,94 265 4969 0 0,-56-168-5017 0 0,-16-40-1832 0 0,-13-34-4829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4.0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94 6449 0 0,'0'-1'28'0'0,"-1"1"0"0"0,1-1-1 0 0,0 1 1 0 0,0 0 0 0 0,0-1-1 0 0,0 1 1 0 0,0-1-1 0 0,0 1 1 0 0,-1-1 0 0 0,1 1-1 0 0,0-1 1 0 0,1 1 0 0 0,-1-1-1 0 0,0 1 1 0 0,0-1-1 0 0,0 1 1 0 0,0-1 0 0 0,0 1-1 0 0,0-1 1 0 0,1 1 0 0 0,-1-1-1 0 0,0 1 1 0 0,0-1-1 0 0,1 1 1 0 0,-1 0 0 0 0,0-1-1 0 0,0 1 1 0 0,1 0 0 0 0,0-1-1 0 0,18-14 308 0 0,23-5 70 0 0,-5 9-663 0 0,1 2 1 0 0,59-7 0 0 0,-74 13 350 0 0,11-3-6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4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1 3225 0 0,'0'6'3924'0'0,"0"-6"-3805"0"0,0 0-60 0 0,-1 0 1 0 0,-16 14 2560 0 0,-24 15 360 0 0,30-22-2381 0 0,-13 8 843 0 0,-30 26 1 0 0,49-36-1323 0 0,0-1 0 0 0,0 1-1 0 0,0 0 1 0 0,1 0 0 0 0,0 0 0 0 0,0 1-1 0 0,0 0 1 0 0,1-1 0 0 0,-1 1-1 0 0,2 1 1 0 0,-5 10 0 0 0,7-15-110 0 0,-1 1 1 0 0,1 0-1 0 0,0 0 1 0 0,0 0 0 0 0,0-1-1 0 0,0 1 1 0 0,1 0-1 0 0,-1 0 1 0 0,1-1-1 0 0,0 1 1 0 0,0 0-1 0 0,0-1 1 0 0,0 1 0 0 0,0-1-1 0 0,0 1 1 0 0,1-1-1 0 0,-1 0 1 0 0,1 1-1 0 0,0-1 1 0 0,0 0-1 0 0,3 3 1 0 0,5 5 167 0 0,2 0 1 0 0,0-1-1 0 0,13 8 0 0 0,9 8 917 0 0,-9 2-461 0 0,-24-25-645 0 0,0-1 1 0 0,0 0-1 0 0,-1 1 1 0 0,1-1-1 0 0,0 0 1 0 0,-1 1-1 0 0,1-1 0 0 0,-1 1 1 0 0,0-1-1 0 0,1 1 1 0 0,-1-1-1 0 0,0 1 1 0 0,0 0-1 0 0,0-1 1 0 0,0 1-1 0 0,0-1 0 0 0,0 1 1 0 0,0-1-1 0 0,-1 1 1 0 0,1-1-1 0 0,-2 4 1 0 0,-5 7-384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5.2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38 5529 0 0,'0'-2'441'0'0,"-1"-1"-1"0"0,1 1 1 0 0,-1 0-1 0 0,0 0 1 0 0,0 0 0 0 0,0 0-1 0 0,0 0 1 0 0,0 0-1 0 0,-1 0 1 0 0,1 0-1 0 0,-1 0 1 0 0,-2-3 0 0 0,3 5-351 0 0,1-1 1 0 0,-1 0 0 0 0,1 1 0 0 0,-1-1 0 0 0,1 1 0 0 0,-1-1 0 0 0,0 1 0 0 0,1-1 0 0 0,-1 1-1 0 0,0-1 1 0 0,0 1 0 0 0,1 0 0 0 0,-1-1 0 0 0,0 1 0 0 0,0 0 0 0 0,0 0 0 0 0,1-1 0 0 0,-1 1-1 0 0,0 0 1 0 0,0 0 0 0 0,0 0 0 0 0,0 0 0 0 0,0 0 0 0 0,1 0 0 0 0,-1 0 0 0 0,0 0 0 0 0,0 1-1 0 0,0-1 1 0 0,1 0 0 0 0,-1 0 0 0 0,0 1 0 0 0,0-1 0 0 0,0 0 0 0 0,1 1 0 0 0,-1-1 0 0 0,0 1-1 0 0,1-1 1 0 0,-1 1 0 0 0,0 0 0 0 0,1-1 0 0 0,-1 2 0 0 0,-18 24 12 0 0,2 1 1 0 0,-23 51 0 0 0,14-29 204 0 0,22-40-214 0 0,-1 0 0 0 0,1 0-1 0 0,1 1 1 0 0,-1-1 0 0 0,-1 15 0 0 0,4-23-102 0 0,1 1 1 0 0,0-1-1 0 0,0 1 0 0 0,0-1 0 0 0,0 1 0 0 0,0 0 0 0 0,0-1 1 0 0,0 1-1 0 0,1-1 0 0 0,-1 1 0 0 0,0-1 0 0 0,1 1 1 0 0,-1-1-1 0 0,1 1 0 0 0,0-1 0 0 0,-1 0 0 0 0,3 3 0 0 0,-2-3-49 0 0,0 0 0 0 0,1 0 0 0 0,-1 0 0 0 0,0-1-1 0 0,1 1 1 0 0,-1 0 0 0 0,1-1 0 0 0,0 1 0 0 0,-1-1-1 0 0,1 1 1 0 0,-1-1 0 0 0,1 0 0 0 0,0 1-1 0 0,-1-1 1 0 0,1 0 0 0 0,0 0 0 0 0,-1 0 0 0 0,1-1-1 0 0,-1 1 1 0 0,4-1 0 0 0,3 0-85 0 0,0-1-1 0 0,-1-1 1 0 0,1 1 0 0 0,0-1 0 0 0,-1-1 0 0 0,0 1-1 0 0,1-1 1 0 0,-2 0 0 0 0,1-1 0 0 0,0 0 0 0 0,-1 0-1 0 0,0 0 1 0 0,8-10 0 0 0,5-6-513 0 0,-1-2-1 0 0,20-34 0 0 0,-32 48 638 0 0,-6 8 32 0 0,1 0 0 0 0,0 0 0 0 0,-1-1-1 0 0,1 1 1 0 0,0 0 0 0 0,0 0 0 0 0,0 0-1 0 0,0 0 1 0 0,0 0 0 0 0,0 0 0 0 0,0 0-1 0 0,0 0 1 0 0,0 1 0 0 0,1-1-1 0 0,-1 0 1 0 0,0 1 0 0 0,1-1 0 0 0,-1 1-1 0 0,0-1 1 0 0,1 1 0 0 0,1-1 0 0 0,-2 1 23 0 0,0 1 1 0 0,0-1-1 0 0,1 0 1 0 0,-1 1-1 0 0,0-1 1 0 0,0 1-1 0 0,1-1 1 0 0,-1 1-1 0 0,0 0 1 0 0,0 0-1 0 0,0-1 1 0 0,0 1-1 0 0,0 0 1 0 0,0 0-1 0 0,0 0 1 0 0,0 0-1 0 0,0 0 1 0 0,0 1-1 0 0,5 8 262 0 0,0 0-1 0 0,-1 0 0 0 0,0 0 0 0 0,4 14 0 0 0,-5-13-131 0 0,-1-4-22 0 0,0 1 0 0 0,1-1 0 0 0,0 0 1 0 0,1 0-1 0 0,-1 0 0 0 0,1-1 0 0 0,1 0 0 0 0,-1 1 1 0 0,1-2-1 0 0,0 1 0 0 0,0-1 0 0 0,1 0 0 0 0,11 7 1 0 0,-14-10-145 0 0,1 0 0 0 0,-1 0 0 0 0,1 0 0 0 0,-1-1 1 0 0,1 1-1 0 0,0-1 0 0 0,0 0 0 0 0,-1-1 0 0 0,1 1 1 0 0,0-1-1 0 0,0 0 0 0 0,0 0 0 0 0,0 0 1 0 0,0-1-1 0 0,-1 0 0 0 0,1 0 0 0 0,0 0 0 0 0,0 0 1 0 0,-1-1-1 0 0,1 0 0 0 0,-1 0 0 0 0,0 0 1 0 0,1 0-1 0 0,4-5 0 0 0,-4 3 0 0 0,-1-1-1 0 0,0 1 0 0 0,0-1 1 0 0,0 0-1 0 0,-1 0 1 0 0,0-1-1 0 0,0 1 1 0 0,0-1-1 0 0,-1 1 1 0 0,0-1-1 0 0,0 0 1 0 0,0 0-1 0 0,0 0 1 0 0,0-7-1 0 0,0 4 39 0 0,0 0-1 0 0,1 1 0 0 0,0-1 0 0 0,0 1 0 0 0,9-16 0 0 0,-10 22-36 0 0,-1-1 1 0 0,1 1-1 0 0,-1 0 0 0 0,1 0 1 0 0,0-1-1 0 0,0 1 0 0 0,0 0 0 0 0,0 1 1 0 0,0-1-1 0 0,0 0 0 0 0,1 1 1 0 0,-1-1-1 0 0,0 1 0 0 0,1 0 0 0 0,0-1 1 0 0,-1 1-1 0 0,1 1 0 0 0,0-1 1 0 0,-1 0-1 0 0,5 0 0 0 0,-4 1 18 0 0,1 1 0 0 0,-1 0-1 0 0,0 0 1 0 0,1 0 0 0 0,-1 0-1 0 0,0 0 1 0 0,0 1 0 0 0,0 0-1 0 0,0-1 1 0 0,0 1 0 0 0,0 0-1 0 0,-1 0 1 0 0,1 1 0 0 0,-1-1-1 0 0,1 0 1 0 0,2 5 0 0 0,4 3 74 0 0,0 0 0 0 0,1 0 0 0 0,0-1 0 0 0,1-1 0 0 0,13 9 0 0 0,-20-15-71 0 0,-1 0-1 0 0,1 0 1 0 0,0-1 0 0 0,1 1-1 0 0,-1-1 1 0 0,0 0-1 0 0,0 0 1 0 0,0-1 0 0 0,1 1-1 0 0,-1-1 1 0 0,0 0-1 0 0,1 0 1 0 0,-1 0 0 0 0,0-1-1 0 0,1 0 1 0 0,-1 1-1 0 0,0-2 1 0 0,0 1 0 0 0,0 0-1 0 0,6-4 1 0 0,4-2-6 0 0,-1-1 0 0 0,-1 0 1 0 0,1-1-1 0 0,-2-1 0 0 0,1 0 0 0 0,11-13 1 0 0,-10 9 3 0 0,1 1 1 0 0,1 1 0 0 0,19-14 0 0 0,-28 22-23 0 0,1 1 1 0 0,-1-1-1 0 0,0 1 0 0 0,1 0 1 0 0,0 1-1 0 0,0 0 0 0 0,-1 0 1 0 0,12-1-1 0 0,-16 2 4 0 0,1 1-1 0 0,-1 0 0 0 0,0 1 1 0 0,1-1-1 0 0,-1 0 1 0 0,1 1-1 0 0,-1-1 0 0 0,0 1 1 0 0,1 0-1 0 0,-1 0 1 0 0,0 0-1 0 0,1 0 0 0 0,-1 0 1 0 0,0 0-1 0 0,0 1 1 0 0,0-1-1 0 0,0 0 0 0 0,0 1 1 0 0,-1 0-1 0 0,1 0 1 0 0,0-1-1 0 0,-1 1 0 0 0,1 0 1 0 0,-1 0-1 0 0,0 0 1 0 0,0 1-1 0 0,1-1 0 0 0,-1 2 1 0 0,25 62-1324 0 0,-16-50-4512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5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153 434 2761 0 0,'0'-2'166'0'0,"1"0"-1"0"0,-1 1 1 0 0,0-1 0 0 0,0 0 0 0 0,0 0 0 0 0,0 0 0 0 0,0 0 0 0 0,0 1 0 0 0,0-1 0 0 0,0 0 0 0 0,-1 0 0 0 0,1 0 0 0 0,-1 1 0 0 0,1-1 0 0 0,-1 0-1 0 0,0 1 1 0 0,0-1 0 0 0,0 0 0 0 0,0 1 0 0 0,0-1 0 0 0,0 1 0 0 0,0 0 0 0 0,0-1 0 0 0,0 1 0 0 0,-1 0 0 0 0,-1-2 0 0 0,1 2 11 0 0,0 1-1 0 0,1 0 1 0 0,-1-1 0 0 0,0 1 0 0 0,1 0 0 0 0,-1 0 0 0 0,0 0-1 0 0,0 0 1 0 0,1 0 0 0 0,-1 0 0 0 0,0 1 0 0 0,1-1 0 0 0,-1 0 0 0 0,0 1-1 0 0,1-1 1 0 0,-1 1 0 0 0,1 0 0 0 0,-1 0 0 0 0,1-1 0 0 0,-1 1 0 0 0,1 0-1 0 0,0 0 1 0 0,-1 0 0 0 0,1 1 0 0 0,0-1 0 0 0,0 0 0 0 0,0 0-1 0 0,-2 3 1 0 0,-7 7 233 0 0,0 0-1 0 0,1 1 1 0 0,0 1-1 0 0,1 0 1 0 0,1 0 0 0 0,0 0-1 0 0,0 1 1 0 0,1 0-1 0 0,1 0 1 0 0,1 1-1 0 0,-4 15 1 0 0,8-28-398 0 0,0 0 1 0 0,-1 0-1 0 0,1 0 1 0 0,0 0-1 0 0,0 0 1 0 0,1 1 0 0 0,-1-1-1 0 0,0 0 1 0 0,1 0-1 0 0,-1 0 1 0 0,1 0-1 0 0,0 0 1 0 0,0-1-1 0 0,-1 1 1 0 0,3 3-1 0 0,-2-4-24 0 0,0 0-1 0 0,0 0 0 0 0,0-1 1 0 0,0 1-1 0 0,0 0 0 0 0,0 0 1 0 0,0 0-1 0 0,0-1 0 0 0,0 1 1 0 0,0-1-1 0 0,1 1 0 0 0,-1-1 0 0 0,0 1 1 0 0,0-1-1 0 0,1 0 0 0 0,-1 0 1 0 0,0 1-1 0 0,3-1 0 0 0,-1-1-54 0 0,1 1 1 0 0,-1 0-1 0 0,1-1 0 0 0,-1 0 0 0 0,0 0 0 0 0,1 0 0 0 0,-1 0 0 0 0,0-1 0 0 0,0 1 0 0 0,0-1 0 0 0,0 0 1 0 0,0 0-1 0 0,0 0 0 0 0,0 0 0 0 0,0 0 0 0 0,3-5 0 0 0,3-5-268 0 0,0 0-1 0 0,0-1 0 0 0,-1-1 1 0 0,-1 1-1 0 0,0-1 1 0 0,-1-1-1 0 0,-1 1 1 0 0,0-1-1 0 0,-1 0 0 0 0,3-19 1 0 0,-1-3-567 0 0,-2-1 0 0 0,-2 1 0 0 0,-3-41 0 0 0,1 54 908 0 0,-7-77 361 0 0,6 90 188 0 0,-1 0-1 0 0,0 0 1 0 0,-1 1-1 0 0,0-1 1 0 0,0 1-1 0 0,-10-19 0 0 0,12 28-384 0 0,1 0 0 0 0,-1 0 0 0 0,1 0 0 0 0,-1 0 0 0 0,1 0 0 0 0,-1 1 0 0 0,0-1 0 0 0,1 0-1 0 0,-1 0 1 0 0,0 0 0 0 0,0 1 0 0 0,0-1 0 0 0,1 0 0 0 0,-1 1 0 0 0,0-1 0 0 0,0 1 0 0 0,0-1-1 0 0,0 1 1 0 0,0 0 0 0 0,0-1 0 0 0,0 1 0 0 0,0 0 0 0 0,0-1 0 0 0,0 1 0 0 0,-2 0 0 0 0,2 1 7 0 0,-1-1 1 0 0,1 0 0 0 0,-1 1 0 0 0,1 0 0 0 0,0-1 0 0 0,-1 1-1 0 0,1 0 1 0 0,0 0 0 0 0,0 0 0 0 0,0 0 0 0 0,-1 0 0 0 0,1 0-1 0 0,0 0 1 0 0,0 0 0 0 0,-1 2 0 0 0,-2 4 158 0 0,-1 0 0 0 0,1 1 0 0 0,0-1 1 0 0,1 1-1 0 0,-3 9 0 0 0,1 3-233 0 0,1 1 0 0 0,1 0 0 0 0,1-1 1 0 0,1 1-1 0 0,1 0 0 0 0,0 0 0 0 0,7 41 0 0 0,3-13-92 0 0,1 1-1 0 0,20 53 0 0 0,13 8-705 0 0,-22-65-5021 0 0,-1-9-1500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58 5985 0 0,'-1'-5'361'0'0,"0"0"-1"0"0,0 1 0 0 0,-1-1 0 0 0,0 0 1 0 0,0 1-1 0 0,0 0 0 0 0,0-1 1 0 0,-1 1-1 0 0,-2-4 0 0 0,4 8-232 0 0,0-1 0 0 0,1 0-1 0 0,-1 0 1 0 0,1 1 0 0 0,-1-1 0 0 0,0 1-1 0 0,0-1 1 0 0,1 1 0 0 0,-1-1-1 0 0,0 1 1 0 0,0-1 0 0 0,0 1 0 0 0,1 0-1 0 0,-1-1 1 0 0,0 1 0 0 0,0 0 0 0 0,0 0-1 0 0,0-1 1 0 0,0 1 0 0 0,0 0-1 0 0,-1 0 1 0 0,1 1-12 0 0,0-1-1 0 0,-1 1 0 0 0,1 0 1 0 0,0-1-1 0 0,0 1 0 0 0,0 0 1 0 0,0 0-1 0 0,0 0 1 0 0,0 0-1 0 0,0-1 0 0 0,0 2 1 0 0,0-1-1 0 0,0 0 1 0 0,0 0-1 0 0,0 0 0 0 0,1 0 1 0 0,-1 0-1 0 0,0 1 0 0 0,0 0 1 0 0,-2 6 149 0 0,0 0 1 0 0,1 0-1 0 0,0 0 1 0 0,0 0-1 0 0,0 0 1 0 0,1 1-1 0 0,1-1 0 0 0,-1 0 1 0 0,1 1-1 0 0,1-1 1 0 0,-1 0-1 0 0,1 1 1 0 0,1-1-1 0 0,0 0 1 0 0,0 0-1 0 0,0 0 1 0 0,1 0-1 0 0,0-1 0 0 0,1 1 1 0 0,7 11-1 0 0,-2-3-45 0 0,1-1 0 0 0,1 0 0 0 0,0 0 1 0 0,1-2-1 0 0,1 1 0 0 0,0-1 0 0 0,1-1 0 0 0,20 14 0 0 0,-22-18-122 0 0,0-1 1 0 0,0-1 0 0 0,22 9-1 0 0,-31-14-110 0 0,0 1 1 0 0,0-1-1 0 0,1 0 0 0 0,-1 0 0 0 0,1-1 0 0 0,-1 1 1 0 0,0-1-1 0 0,1 1 0 0 0,-1-1 0 0 0,1 0 1 0 0,-1 0-1 0 0,1-1 0 0 0,-1 1 0 0 0,1-1 0 0 0,-1 0 1 0 0,0 0-1 0 0,1 0 0 0 0,-1 0 0 0 0,6-3 0 0 0,-6 0-334 0 0,0 1 1 0 0,-1-1-1 0 0,0 1 0 0 0,1-1 0 0 0,-1 0 0 0 0,0 0 0 0 0,-1 0 0 0 0,1 0 0 0 0,-1 0 0 0 0,0 0 0 0 0,0-1 0 0 0,1-7 0 0 0,-1 5-943 0 0,1 0 1 0 0,0 1 0 0 0,0-1-1 0 0,4-9 1 0 0,-2 10 1054 0 0,1-1 0 0 0,-1 1 1 0 0,1 0-1 0 0,1 0 0 0 0,-1 1 1 0 0,1-1-1 0 0,0 1 0 0 0,0 1 1 0 0,0-1-1 0 0,1 1 0 0 0,-1 0 1 0 0,1 0-1 0 0,0 1 0 0 0,8-3 1 0 0,0 1 214 0 0,0 1 1 0 0,0 0-1 0 0,1 2 0 0 0,-1-1 1 0 0,1 2-1 0 0,17 0 0 0 0,-31 1 267 0 0,0 0-1 0 0,0 0 1 0 0,0 1-1 0 0,0-1 1 0 0,0 1-1 0 0,0-1 0 0 0,0 1 1 0 0,0 0-1 0 0,0 0 1 0 0,-1 0-1 0 0,1 0 1 0 0,0 0-1 0 0,-1 0 0 0 0,1 0 1 0 0,-1 1-1 0 0,1-1 1 0 0,-1 0-1 0 0,1 1 1 0 0,-1-1-1 0 0,0 1 0 0 0,0 0 1 0 0,0-1-1 0 0,0 1 1 0 0,0 0-1 0 0,1 3 1 0 0,2 6 862 0 0,0 0 0 0 0,-1 1 0 0 0,3 17 0 0 0,2 5-3235 0 0,-7-28 791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11 8290 0 0,'-6'-9'4137'0'0,"5"7"-3801"0"0,-1 2-104 0 0,2 3 352 0 0,6 29-520 0 0,-5-19 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6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291 32 3681 0 0,'0'-1'86'0'0,"0"0"0"0"0,-1-1 0 0 0,1 1-1 0 0,0 0 1 0 0,0-1 0 0 0,-1 1 0 0 0,1 0 0 0 0,0-1 0 0 0,-1 1 0 0 0,0 0 0 0 0,1 0 0 0 0,-1 0 0 0 0,0-1-1 0 0,1 1 1 0 0,-1 0 0 0 0,0 0 0 0 0,0 0 0 0 0,0 0 0 0 0,0 0 0 0 0,0 0 0 0 0,0 1 0 0 0,0-1 0 0 0,0 0 0 0 0,-1 0-1 0 0,1 1 1 0 0,0-1 0 0 0,0 1 0 0 0,-2-1 0 0 0,-1 0 332 0 0,0 1 1 0 0,0 0-1 0 0,0 0 0 0 0,0 0 1 0 0,1 1-1 0 0,-1-1 0 0 0,0 1 1 0 0,0 0-1 0 0,-4 1 1 0 0,-5 3 242 0 0,0 0 1 0 0,1 0-1 0 0,-1 1 1 0 0,1 1-1 0 0,1 0 1 0 0,-18 13 0 0 0,15-9-573 0 0,1 1 0 0 0,0 0 0 0 0,1 1 0 0 0,0 0 0 0 0,1 1 0 0 0,0 1 0 0 0,2-1 1 0 0,-10 19-1 0 0,18-31-129 0 0,-1 0 0 0 0,2 0-1 0 0,-1 1 1 0 0,0-1 0 0 0,0 0 0 0 0,1 0 0 0 0,-1 1 0 0 0,1-1 0 0 0,-1 0 0 0 0,1 1 0 0 0,0-1 0 0 0,0 0 0 0 0,0 1 0 0 0,1-1-1 0 0,-1 0 1 0 0,0 1 0 0 0,1-1 0 0 0,0 0 0 0 0,-1 0 0 0 0,1 1 0 0 0,2 2 0 0 0,-2-3-13 0 0,1-1 1 0 0,-1 1-1 0 0,1-1 1 0 0,-1 0 0 0 0,1 1-1 0 0,-1-1 1 0 0,1 0-1 0 0,0 0 1 0 0,0 0-1 0 0,0 0 1 0 0,-1 0-1 0 0,1-1 1 0 0,0 1-1 0 0,0-1 1 0 0,0 1-1 0 0,0-1 1 0 0,0 0 0 0 0,0 1-1 0 0,0-1 1 0 0,0 0-1 0 0,0 0 1 0 0,1-1-1 0 0,-1 1 1 0 0,0 0-1 0 0,3-2 1 0 0,4 0 8 0 0,1-1 0 0 0,-1 0 0 0 0,0 0 0 0 0,-1-1 0 0 0,1 0-1 0 0,-1-1 1 0 0,0 0 0 0 0,0 0 0 0 0,0-1 0 0 0,9-8 0 0 0,5-8 365 0 0,35-44 0 0 0,-28 31 407 0 0,-28 33-659 0 0,1 0-1 0 0,-1 0 1 0 0,0 1-1 0 0,1-1 1 0 0,0 1-1 0 0,-1-1 1 0 0,1 1-1 0 0,0-1 1 0 0,0 1-1 0 0,0 0 1 0 0,0 0 0 0 0,0 0-1 0 0,0 0 1 0 0,0 0-1 0 0,0 1 1 0 0,4-2-1 0 0,-5 3-48 0 0,0-1-1 0 0,1 0 1 0 0,-1 1 0 0 0,0-1-1 0 0,1 1 1 0 0,-1 0 0 0 0,0-1-1 0 0,0 1 1 0 0,0 0 0 0 0,0 0-1 0 0,0 0 1 0 0,0 0 0 0 0,0 0-1 0 0,0 0 1 0 0,0 0 0 0 0,0 0-1 0 0,0 0 1 0 0,0 0 0 0 0,-1 0-1 0 0,1 0 1 0 0,0 1 0 0 0,-1-1-1 0 0,1 0 1 0 0,-1 1-1 0 0,0-1 1 0 0,1 0 0 0 0,-1 3-1 0 0,20 81-1875 0 0,-13-62-3317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7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242 13 3225 0 0,'-1'-1'303'0'0,"1"0"0"0"0,-1 0 0 0 0,0 0 0 0 0,0 1 0 0 0,0-1 1 0 0,0 0-1 0 0,0 0 0 0 0,0 0 0 0 0,0 1 0 0 0,0-1 0 0 0,-1 1 0 0 0,1-1 0 0 0,0 1 1 0 0,0-1-1 0 0,0 1 0 0 0,-1 0 0 0 0,1-1 0 0 0,0 1 0 0 0,0 0 0 0 0,-1 0 1 0 0,0 0-1 0 0,-3 0 261 0 0,1 1 0 0 0,-1-1 0 0 0,1 1 0 0 0,-1 0 0 0 0,1 0 0 0 0,-5 3 0 0 0,-6 2 474 0 0,0 1 1 0 0,-19 13-1 0 0,24-14-939 0 0,0 1 0 0 0,1 0 0 0 0,0 1-1 0 0,0 0 1 0 0,1 0 0 0 0,0 1 0 0 0,0 0 0 0 0,1 1 0 0 0,0-1 0 0 0,1 1 0 0 0,-8 16 0 0 0,12-21-70 0 0,0-1 0 0 0,1 1 0 0 0,-1 0 0 0 0,1 0 1 0 0,0-1-1 0 0,0 1 0 0 0,0 0 0 0 0,1 0 0 0 0,0 0 1 0 0,0 0-1 0 0,0 0 0 0 0,1 0 0 0 0,-1 0 1 0 0,1 0-1 0 0,0 0 0 0 0,1-1 0 0 0,-1 1 0 0 0,1 0 1 0 0,0-1-1 0 0,0 1 0 0 0,0-1 0 0 0,1 0 1 0 0,-1 0-1 0 0,1 0 0 0 0,0 0 0 0 0,0 0 0 0 0,1 0 1 0 0,-1-1-1 0 0,7 5 0 0 0,5 3 35 0 0,0-1-1 0 0,0-1 0 0 0,1 0 1 0 0,25 9-1 0 0,23 13 134 0 0,-62-30-196 0 0,-1 0 0 0 0,1 0 0 0 0,-1 0 1 0 0,1 0-1 0 0,-1 0 0 0 0,0 0 1 0 0,1 0-1 0 0,-1 1 0 0 0,0-1 0 0 0,0 0 1 0 0,2 4-1 0 0,-3-5 11 0 0,0 1 0 0 0,1 0 1 0 0,-1-1-1 0 0,0 1 0 0 0,0 0 1 0 0,0-1-1 0 0,0 1 0 0 0,0 0 0 0 0,0-1 1 0 0,0 1-1 0 0,0 0 0 0 0,0 0 0 0 0,0-1 1 0 0,0 1-1 0 0,0 0 0 0 0,0-1 0 0 0,-1 1 1 0 0,1 0-1 0 0,0-1 0 0 0,-1 2 0 0 0,-1 1-140 0 0,0-1-1 0 0,-1 1 0 0 0,1-1 0 0 0,0 0 0 0 0,-1 0 0 0 0,0 0 1 0 0,1 0-1 0 0,-1 0 0 0 0,0-1 0 0 0,-6 3 0 0 0,-14 6-6465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7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39 9218 0 0,'-3'-5'475'0'0,"0"1"1"0"0,0 0-1 0 0,0 0 0 0 0,0 0 1 0 0,-1 1-1 0 0,1-1 1 0 0,-7-3-1 0 0,9 6-332 0 0,0 1 0 0 0,0-1 0 0 0,0 1 0 0 0,0 0 0 0 0,0-1 0 0 0,0 1 0 0 0,0 0 0 0 0,0 0 0 0 0,0 0 0 0 0,0-1 0 0 0,0 1 0 0 0,0 0 0 0 0,0 0 0 0 0,0 1 0 0 0,0-1 0 0 0,0 0 0 0 0,0 0 0 0 0,-1 0 0 0 0,1 1 0 0 0,0-1 0 0 0,0 1 0 0 0,0-1 0 0 0,1 1 0 0 0,-1-1 0 0 0,0 1 0 0 0,0-1 0 0 0,0 1 0 0 0,0 0 0 0 0,0 0 0 0 0,1-1 0 0 0,-1 1 0 0 0,0 0 0 0 0,1 0 0 0 0,-1 0 0 0 0,0 0 0 0 0,1 0 0 0 0,-1 0 0 0 0,1 0 0 0 0,0 0 0 0 0,-1 0 0 0 0,1 1 0 0 0,-7 11 138 0 0,2 0 1 0 0,-1 1-1 0 0,2 0 0 0 0,0 0 1 0 0,1 1-1 0 0,0-1 1 0 0,-1 23-1 0 0,2 4-119 0 0,5 58 0 0 0,1-68-151 0 0,1 0-1 0 0,1 0 1 0 0,1 0 0 0 0,2-1 0 0 0,1-1-1 0 0,2 1 1 0 0,0-2 0 0 0,2 1 0 0 0,1-2-1 0 0,25 34 1 0 0,-22-36-1319 0 0,1-1 0 0 0,2-1 1 0 0,30 26-1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2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3 334 6913 0 0,'0'-1'31'0'0,"-1"0"1"0"0,1-1-1 0 0,-1 1 0 0 0,1-1 0 0 0,0 1 0 0 0,-1-1 0 0 0,1 1 0 0 0,0 0 0 0 0,0-1 0 0 0,0 1 0 0 0,0-1 0 0 0,0 1 0 0 0,1-1 0 0 0,-1 1 0 0 0,0-1 0 0 0,1 1 0 0 0,-1-1 0 0 0,1 1 0 0 0,-1 0 0 0 0,1-1 0 0 0,0 1 0 0 0,-1 0 0 0 0,1 0 0 0 0,0-1 0 0 0,0 1 0 0 0,0 0 0 0 0,0 0 0 0 0,0 0 0 0 0,0 0 0 0 0,0 0 0 0 0,1 0 0 0 0,-1 1 0 0 0,0-1 0 0 0,0 0 0 0 0,2 0 0 0 0,9-6 171 0 0,0 0 0 0 0,0 1 0 0 0,14-4 0 0 0,-9 3 221 0 0,248-104 2266 0 0,-86 42-4556 0 0,-137 53 725 0 0,-18 6 348 0 0,3-1 289 0 0,-1 2 0 0 0,1 0 0 0 0,42-7 0 0 0,-69 16 509 0 0,0 0 1 0 0,0 0-1 0 0,0 0 1 0 0,0 0-1 0 0,0 0 1 0 0,0 0-1 0 0,1 0 1 0 0,-1 0-1 0 0,0 0 1 0 0,0 0 0 0 0,0 0-1 0 0,0 0 1 0 0,0 0-1 0 0,0 0 1 0 0,0 0-1 0 0,0 0 1 0 0,0 0-1 0 0,1 0 1 0 0,-1 0-1 0 0,0 0 1 0 0,0 0-1 0 0,0 0 1 0 0,0 0-1 0 0,0 0 1 0 0,0 0 0 0 0,0 0-1 0 0,0 0 1 0 0,0 0-1 0 0,1 0 1 0 0,-1 0-1 0 0,0 1 1 0 0,0-1-1 0 0,0 0 1 0 0,0 0-1 0 0,0 0 1 0 0,0 0-1 0 0,0 0 1 0 0,0 0-1 0 0,0 0 1 0 0,0 0 0 0 0,0 0-1 0 0,0 0 1 0 0,0 1-1 0 0,0-1 1 0 0,0 0-1 0 0,0 0 1 0 0,0 0-1 0 0,0 0 1 0 0,0 0-1 0 0,0 0 1 0 0,0 0-1 0 0,0 0 1 0 0,0 0-1 0 0,0 1 1 0 0,0-1 0 0 0,0 0-1 0 0,0 0 1 0 0,0 0-1 0 0,0 0 1 0 0,0 0-1 0 0,0 0 1 0 0,0 0-1 0 0,0 0 1 0 0,0 1-1 0 0,-7 8 239 0 0,-11 7 785 0 0,-7-1 371 0 0,18-11-358 0 0,-1 1-1 0 0,1-1 1 0 0,0 2-1 0 0,0-1 0 0 0,-10 10 1 0 0,15-13-799 0 0,1 0 1 0 0,0 0-1 0 0,-1 0 1 0 0,1 1-1 0 0,0-1 1 0 0,0 0-1 0 0,0 0 0 0 0,0 1 1 0 0,0-1-1 0 0,1 1 1 0 0,-1-1-1 0 0,1 1 1 0 0,-1-1-1 0 0,1 1 1 0 0,0-1-1 0 0,0 1 1 0 0,0-1-1 0 0,0 1 1 0 0,1-1-1 0 0,-1 1 0 0 0,1-1 1 0 0,-1 0-1 0 0,1 1 1 0 0,1 2-1 0 0,8 17 185 0 0,1 0-1 0 0,0 0 0 0 0,22 29 1 0 0,-28-44-411 0 0,1 2-15 0 0,-1 0 5 0 0,1-1 0 0 0,0 0-1 0 0,0 0 1 0 0,1 0 0 0 0,11 10 0 0 0,-17-17-6 0 0,0 0 1 0 0,1 0 0 0 0,-1-1-1 0 0,0 1 1 0 0,1 0 0 0 0,-1 0-1 0 0,1-1 1 0 0,-1 1-1 0 0,1-1 1 0 0,-1 1 0 0 0,1-1-1 0 0,-1 1 1 0 0,1-1 0 0 0,-1 0-1 0 0,1 0 1 0 0,0 0 0 0 0,-1 0-1 0 0,1 0 1 0 0,-1 0 0 0 0,1 0-1 0 0,0-1 1 0 0,-1 1-1 0 0,1-1 1 0 0,-1 1 0 0 0,1-1-1 0 0,-1 1 1 0 0,1-1 0 0 0,-1 0-1 0 0,0 0 1 0 0,1 0 0 0 0,-1 0-1 0 0,0 0 1 0 0,0 0 0 0 0,1 0-1 0 0,-1 0 1 0 0,0 0-1 0 0,0 0 1 0 0,0-1 0 0 0,-1 1-1 0 0,1 0 1 0 0,0-1 0 0 0,0 1-1 0 0,0-2 1 0 0,4-8-1 0 0,0-1 0 0 0,0 1 0 0 0,-1-1 0 0 0,-1 0 0 0 0,0 0 0 0 0,0 0 0 0 0,-1 0 0 0 0,-1-1 0 0 0,0 1 0 0 0,-1-1 0 0 0,0 1 0 0 0,-1 0 0 0 0,0-1 0 0 0,-4-11 0 0 0,4 19 3 0 0,-1 0 1 0 0,1 0-1 0 0,-1 0 1 0 0,0 1-1 0 0,-1-1 0 0 0,1 1 1 0 0,-1-1-1 0 0,0 1 1 0 0,0 0-1 0 0,-5-5 1 0 0,-15-6-6502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0 165 4609 0 0,'30'5'1481'0'0,"52"16"0"0"0,-71-17-952 0 0,1 0-1 0 0,-1 1 1 0 0,0 0-1 0 0,0 0 1 0 0,-1 2 0 0 0,0-1-1 0 0,13 11 1 0 0,-22-16-439 0 0,0-1 0 0 0,0 1 0 0 0,0 0 1 0 0,0 0-1 0 0,0-1 0 0 0,0 1 0 0 0,0 0 0 0 0,-1 0 0 0 0,1 0 1 0 0,0 0-1 0 0,-1 0 0 0 0,1 0 0 0 0,-1 0 0 0 0,1 0 1 0 0,-1 0-1 0 0,1 0 0 0 0,-1 0 0 0 0,0 0 0 0 0,1 1 0 0 0,-1-1 1 0 0,0 0-1 0 0,0 0 0 0 0,0 0 0 0 0,0 0 0 0 0,0 1 1 0 0,0-1-1 0 0,0 0 0 0 0,0 0 0 0 0,-1 0 0 0 0,1 0 0 0 0,0 0 1 0 0,-2 3-1 0 0,1-4 92 0 0,0 1 0 0 0,0-1 0 0 0,0 1 1 0 0,0-1-1 0 0,0 0 0 0 0,0 1 0 0 0,0-1 0 0 0,0 0 1 0 0,0 0-1 0 0,0 1 0 0 0,0-1 0 0 0,0 0 1 0 0,-1 0-1 0 0,1 0 0 0 0,0-1 0 0 0,0 1 0 0 0,0 0 1 0 0,0 0-1 0 0,0-1 0 0 0,0 1 0 0 0,0 0 1 0 0,0-1-1 0 0,0 1 0 0 0,0-1 0 0 0,0 1 0 0 0,0-1 1 0 0,0 0-1 0 0,0 1 0 0 0,0-1 0 0 0,0 0 0 0 0,1 0 1 0 0,-1 0-1 0 0,-1-1 0 0 0,-3-3-44 0 0,1 0 1 0 0,-1 0-1 0 0,1 0 0 0 0,1-1 0 0 0,-1 1 1 0 0,1-1-1 0 0,0 0 0 0 0,0 0 0 0 0,0 0 1 0 0,1 0-1 0 0,0-1 0 0 0,0 1 0 0 0,1-1 0 0 0,0 1 1 0 0,0-1-1 0 0,0 1 0 0 0,1-1 0 0 0,0-10 1 0 0,1 8-316 0 0,0 0 0 0 0,1 0 1 0 0,0 0-1 0 0,0 1 0 0 0,1-1 0 0 0,0 0 1 0 0,0 1-1 0 0,1 0 0 0 0,0-1 1 0 0,1 1-1 0 0,0 1 0 0 0,11-15 1 0 0,7-2-7482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8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13363 0 0,'11'34'1943'0'0,"-3"-13"-1648"0"0,11 54 2243 0 0,14 115 0 0 0,-1-1-4139 0 0,-23-153-5248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9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0 243 6913 0 0,'72'-33'905'0'0,"112"-71"-1"0"0,-4 1 1975 0 0,-180 103-2818 0 0,1-1 1 0 0,-1 1-1 0 0,1 0 0 0 0,-1-1 1 0 0,0 1-1 0 0,1 0 0 0 0,-1 0 1 0 0,1 0-1 0 0,-1 0 0 0 0,1-1 1 0 0,-1 1-1 0 0,1 0 0 0 0,-1 0 0 0 0,1 0 1 0 0,0 0-1 0 0,-1 0 0 0 0,1 0 1 0 0,-1 0-1 0 0,1 0 0 0 0,-1 0 1 0 0,1 1-1 0 0,-1-1 0 0 0,1 0 0 0 0,-1 0 1 0 0,1 0-1 0 0,-1 1 0 0 0,0-1 1 0 0,1 0-1 0 0,-1 0 0 0 0,1 1 1 0 0,-1-1-1 0 0,0 0 0 0 0,1 1 1 0 0,-1-1-1 0 0,1 0 0 0 0,-1 1 0 0 0,0-1 1 0 0,0 1-1 0 0,1-1 0 0 0,-1 1 1 0 0,0-1-1 0 0,0 1 0 0 0,1-1 1 0 0,-1 1-1 0 0,0-1 0 0 0,0 1 1 0 0,0-1-1 0 0,0 1 0 0 0,0-1 0 0 0,0 1 1 0 0,0-1-1 0 0,0 1 0 0 0,0-1 1 0 0,0 1-1 0 0,0-1 0 0 0,0 1 1 0 0,0-1-1 0 0,0 1 0 0 0,0-1 0 0 0,-1 1 1 0 0,-8 47 2334 0 0,5-29-1474 0 0,0 5-656 0 0,2-1 0 0 0,1 1 0 0 0,1-1 0 0 0,2 27 0 0 0,-1-41-199 0 0,1 1 0 0 0,-1-1 1 0 0,1 0-1 0 0,1 0 1 0 0,0 0-1 0 0,0 0 1 0 0,0 0-1 0 0,2 0 0 0 0,-1-1 1 0 0,1 0-1 0 0,0 0 1 0 0,0 0-1 0 0,8 7 0 0 0,-12-14-68 0 0,0 0-1 0 0,0-1 0 0 0,0 1 0 0 0,1-1 1 0 0,-1 1-1 0 0,0-1 0 0 0,0 1 0 0 0,1-1 1 0 0,-1 0-1 0 0,0 0 0 0 0,1 1 0 0 0,-1-1 1 0 0,0 0-1 0 0,1 0 0 0 0,-1-1 0 0 0,0 1 1 0 0,1 0-1 0 0,-1 0 0 0 0,0-1 0 0 0,1 1 1 0 0,-1 0-1 0 0,0-1 0 0 0,0 1 0 0 0,0-1 1 0 0,1 0-1 0 0,-1 1 0 0 0,0-1 0 0 0,0 0 1 0 0,0 0-1 0 0,0 0 0 0 0,0 0 0 0 0,0 0 1 0 0,1-2-1 0 0,34-37-66 0 0,-34 37 67 0 0,55-85-52 0 0,-45 66 43 0 0,0 1 1 0 0,2 1 0 0 0,1 0 0 0 0,0 1-1 0 0,19-18 1 0 0,-33 36 53 0 0,0-1 1 0 0,1 1-1 0 0,-1-1 0 0 0,1 1 0 0 0,0 0 1 0 0,-1-1-1 0 0,1 1 0 0 0,0 0 0 0 0,0 0 1 0 0,0 0-1 0 0,0 0 0 0 0,0 1 0 0 0,0-1 1 0 0,0 0-1 0 0,0 1 0 0 0,0 0 0 0 0,0-1 1 0 0,0 1-1 0 0,0 0 0 0 0,0 0 0 0 0,0 0 1 0 0,0 0-1 0 0,0 0 0 0 0,0 1 0 0 0,0-1 1 0 0,0 1-1 0 0,0-1 0 0 0,0 1 0 0 0,0 0 1 0 0,2 0-1 0 0,0 3 12 0 0,0-1-1 0 0,0 1 1 0 0,0 0 0 0 0,-1 0-1 0 0,1 0 1 0 0,-1 1 0 0 0,0-1-1 0 0,0 1 1 0 0,-1 0 0 0 0,4 8 0 0 0,16 31-587 0 0,-5-16-5473 0 0,-3-7-939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59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0 369 5409 0 0,'26'-47'3836'0'0,"36"-40"1161"0"0,-42 63-4646 0 0,-1-2-1 0 0,-1-1 1 0 0,-2 0 0 0 0,15-32-1 0 0,-30 57-312 0 0,0 0-1 0 0,0 0 0 0 0,0 0 0 0 0,0 0 0 0 0,-1-1 0 0 0,1 1 0 0 0,-1 0 0 0 0,0 0 0 0 0,1 0 0 0 0,-1 0 1 0 0,0-1-1 0 0,0 1 0 0 0,0 0 0 0 0,-1 0 0 0 0,1 0 0 0 0,0 0 0 0 0,-1-1 0 0 0,0 1 0 0 0,1 0 0 0 0,-1 0 1 0 0,0 0-1 0 0,0 0 0 0 0,0 0 0 0 0,0 0 0 0 0,0 1 0 0 0,-1-1 0 0 0,1 0 0 0 0,-3-2 0 0 0,2 3 41 0 0,-1-1-1 0 0,1 1 0 0 0,0 0 0 0 0,-1 0 0 0 0,1 0 0 0 0,-1 1 1 0 0,0-1-1 0 0,1 0 0 0 0,-1 1 0 0 0,1 0 0 0 0,-1-1 1 0 0,0 1-1 0 0,1 0 0 0 0,-1 1 0 0 0,0-1 0 0 0,1 0 1 0 0,-1 1-1 0 0,0-1 0 0 0,1 1 0 0 0,-1 0 0 0 0,1 0 1 0 0,-1 0-1 0 0,-2 2 0 0 0,-2 0 128 0 0,0 1-1 0 0,0 0 1 0 0,0 1-1 0 0,1-1 1 0 0,0 1 0 0 0,0 0-1 0 0,0 1 1 0 0,1-1 0 0 0,0 1-1 0 0,-9 13 1 0 0,13-17-185 0 0,-1 0 0 0 0,1 1 0 0 0,0-1 0 0 0,0 1 0 0 0,0-1 1 0 0,0 1-1 0 0,0 0 0 0 0,1-1 0 0 0,-1 1 0 0 0,1 0 0 0 0,0-1 0 0 0,0 1 0 0 0,0 0 1 0 0,0 0-1 0 0,0-1 0 0 0,1 1 0 0 0,-1 0 0 0 0,1-1 0 0 0,-1 1 0 0 0,1-1 1 0 0,0 1-1 0 0,0 0 0 0 0,0-1 0 0 0,1 0 0 0 0,-1 1 0 0 0,1-1 0 0 0,-1 0 0 0 0,1 0 1 0 0,0 0-1 0 0,-1 0 0 0 0,1 0 0 0 0,0 0 0 0 0,0 0 0 0 0,4 2 0 0 0,5 4-105 0 0,-1-1-1 0 0,1-1 0 0 0,1 0 1 0 0,-1 0-1 0 0,18 5 0 0 0,10 1-5416 0 0,-5-4-1319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0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 6449 0 0,'1'-2'220'0'0,"0"0"0"0"0,0 1 0 0 0,0-1-1 0 0,0 0 1 0 0,0 1 0 0 0,0-1 0 0 0,1 0-1 0 0,-1 1 1 0 0,1 0 0 0 0,-1-1 0 0 0,1 1-1 0 0,-1 0 1 0 0,1 0 0 0 0,0 0 0 0 0,0 0-1 0 0,0 0 1 0 0,-1 0 0 0 0,1 0-1 0 0,0 1 1 0 0,0-1 0 0 0,0 1 0 0 0,0-1-1 0 0,0 1 1 0 0,0 0 0 0 0,0 0 0 0 0,0 0-1 0 0,0 0 1 0 0,0 0 0 0 0,3 1 0 0 0,-3-1 24 0 0,1 0 0 0 0,0 1 0 0 0,-1 0 0 0 0,1-1 0 0 0,-1 1 0 0 0,0 0 0 0 0,1 0 0 0 0,-1 1 1 0 0,1-1-1 0 0,-1 0 0 0 0,0 1 0 0 0,0-1 0 0 0,0 1 0 0 0,0 0 0 0 0,0 0 0 0 0,0 0 0 0 0,-1 0 0 0 0,1 0 1 0 0,0 0-1 0 0,-1 0 0 0 0,0 0 0 0 0,0 1 0 0 0,2 2 0 0 0,2 16-11 0 0,-1 0 0 0 0,-1 0 0 0 0,0 1 1 0 0,-2 0-1 0 0,-1-1 0 0 0,-3 35 0 0 0,2 50-705 0 0,1-105 460 0 0,0-1-1 0 0,0 1 0 0 0,0 0 1 0 0,0-1-1 0 0,0 1 1 0 0,0 0-1 0 0,0-1 0 0 0,0 1 1 0 0,0-1-1 0 0,1 1 1 0 0,-1 0-1 0 0,0-1 0 0 0,0 1 1 0 0,0-1-1 0 0,1 1 1 0 0,-1-1-1 0 0,0 1 0 0 0,1 0 1 0 0,-1-1-1 0 0,0 1 1 0 0,1-1-1 0 0,-1 0 0 0 0,1 1 1 0 0,-1-1-1 0 0,1 1 1 0 0,0 0-1 0 0,11-11-201 0 0,12-33-211 0 0,-19 34 180 0 0,15-26 169 0 0,2 0 1 0 0,2 2-1 0 0,1 0 1 0 0,1 2-1 0 0,36-34 1 0 0,-60 63 166 0 0,0 1 0 0 0,0-1 0 0 0,-1 1 1 0 0,1 0-1 0 0,0 0 0 0 0,0-1 0 0 0,0 1 1 0 0,0 0-1 0 0,1 1 0 0 0,-1-1 0 0 0,3 0 1 0 0,-4 0-25 0 0,0 1 0 0 0,0 0 0 0 0,0 0 0 0 0,0 0 0 0 0,0 0 1 0 0,0 1-1 0 0,0-1 0 0 0,0 0 0 0 0,0 0 0 0 0,0 1 0 0 0,-1-1 0 0 0,1 0 1 0 0,0 1-1 0 0,0-1 0 0 0,0 1 0 0 0,0-1 0 0 0,0 1 0 0 0,1 1 1 0 0,1 2 98 0 0,0 0 0 0 0,1 1 1 0 0,-2-1-1 0 0,1 1 0 0 0,0 0 1 0 0,-1 0-1 0 0,3 8 1 0 0,-3-7-242 0 0,4 9-359 0 0,1-1 1 0 0,0 0-1 0 0,1 0 0 0 0,0 0 1 0 0,15 16-1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0.6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70 351 1640 0 0,'0'-2'29'0'0,"0"0"-1"0"0,1 0 0 0 0,-1 0 0 0 0,1 0 1 0 0,-1 0-1 0 0,1 0 0 0 0,-1 1 1 0 0,1-1-1 0 0,0 0 0 0 0,2-2 0 0 0,26-30 4876 0 0,-1 0-497 0 0,-22 21-3988 0 0,-1 1 0 0 0,-1-1 0 0 0,0 0 1 0 0,-1-1-1 0 0,0 1 0 0 0,-1-1 0 0 0,0 1 0 0 0,-2-1 0 0 0,1 0 0 0 0,-2 1 0 0 0,1-1 0 0 0,-2 0 0 0 0,0 1 0 0 0,-7-25 0 0 0,8 36-418 0 0,1 0-1 0 0,0 0 1 0 0,-1 1 0 0 0,1-1 0 0 0,-1 0 0 0 0,0 1 0 0 0,1-1-1 0 0,-1 1 1 0 0,0-1 0 0 0,0 1 0 0 0,0-1 0 0 0,0 1 0 0 0,0 0-1 0 0,0-1 1 0 0,-1 1 0 0 0,1 0 0 0 0,0 0 0 0 0,-1 0-1 0 0,1 0 1 0 0,-1 0 0 0 0,1 0 0 0 0,-1 0 0 0 0,1 0 0 0 0,-1 1-1 0 0,-2-2 1 0 0,1 3 2 0 0,1-1 0 0 0,-1 0 0 0 0,0 0 0 0 0,1 1-1 0 0,-1 0 1 0 0,1-1 0 0 0,-1 1 0 0 0,1 0 0 0 0,0 0 0 0 0,-1 0 0 0 0,1 1-1 0 0,0-1 1 0 0,0 0 0 0 0,0 1 0 0 0,-3 2 0 0 0,-4 4 4 0 0,0 1 0 0 0,0 0 0 0 0,1 0 0 0 0,0 1 0 0 0,1 0 0 0 0,-7 11 0 0 0,12-16-21 0 0,0-1-1 0 0,0 0 1 0 0,0 1 0 0 0,0-1 0 0 0,1 1 0 0 0,0 0 0 0 0,0 0-1 0 0,0-1 1 0 0,0 1 0 0 0,1 0 0 0 0,0 0 0 0 0,0 0 0 0 0,0-1-1 0 0,1 1 1 0 0,-1 0 0 0 0,1 0 0 0 0,0 0 0 0 0,1-1-1 0 0,-1 1 1 0 0,1-1 0 0 0,0 1 0 0 0,0-1 0 0 0,0 0 0 0 0,1 1-1 0 0,-1-1 1 0 0,1 0 0 0 0,0-1 0 0 0,0 1 0 0 0,6 5 0 0 0,1 0-180 0 0,0-1 1 0 0,1 0 0 0 0,0 0-1 0 0,0-1 1 0 0,0-1 0 0 0,1 0 0 0 0,0 0-1 0 0,0-1 1 0 0,24 6 0 0 0,-6-4-670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76 920 0 0,'35'-35'21909'0'0,"-32"32"-21940"0"0,10-13-627 0 0,-13 16 642 0 0,0-1-1 0 0,1 1 1 0 0,-1-1-1 0 0,0 1 0 0 0,0-1 1 0 0,0 0-1 0 0,0 1 1 0 0,0-1-1 0 0,0 0 1 0 0,0 1-1 0 0,0-1 1 0 0,0 1-1 0 0,0-1 0 0 0,0 0 1 0 0,0 1-1 0 0,0-1 1 0 0,0 0-1 0 0,-1 1 1 0 0,1-1-1 0 0,0 1 0 0 0,0-1 1 0 0,-1 1-1 0 0,1-1 1 0 0,0 1-1 0 0,-1-1 1 0 0,1 1-1 0 0,-1-1 0 0 0,1 1 1 0 0,-1-1-1 0 0,-4-4 91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14 3945 0 0,'5'-14'14484'0'0,"-7"18"-13713"0"0,-3 11-372 0 0,1 0 1 0 0,0 1-1 0 0,1 0 0 0 0,1-1 1 0 0,1 1-1 0 0,0 0 0 0 0,2 18 1 0 0,-3 23-19 0 0,-4 195 277 0 0,8-219-739 0 0,2-1 0 0 0,1 1 0 0 0,1-1 0 0 0,2 0 0 0 0,19 51 0 0 0,-14-50-3303 0 0,-9-24 207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1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5065 0 0,'0'-6'200'0'0,"0"1"1"0"0,0 0-1 0 0,0 0 0 0 0,0 0 0 0 0,1 0 1 0 0,0-1-1 0 0,0 1 0 0 0,1 0 0 0 0,-1 0 0 0 0,1 1 1 0 0,0-1-1 0 0,0 0 0 0 0,1 1 0 0 0,-1-1 1 0 0,1 1-1 0 0,0-1 0 0 0,0 1 0 0 0,5-5 1 0 0,9-10 1239 0 0,1 1 1 0 0,26-21 0 0 0,-43 39-1437 0 0,9-9 33 0 0,2 1-1 0 0,-1 0 0 0 0,1 1 1 0 0,14-6-1 0 0,-15 8-926 0 0,1 0 0 0 0,0 1 0 0 0,0 0 0 0 0,1 1 0 0 0,-1 1 0 0 0,1 0-1 0 0,24-1 1 0 0,-17 4 738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2.2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 4089 0 0,'1'1'92'0'0,"0"-1"1"0"0,0 0-1 0 0,-1 0 0 0 0,1 1 1 0 0,-1-1-1 0 0,1 1 0 0 0,0-1 1 0 0,-1 1-1 0 0,1-1 0 0 0,-1 1 1 0 0,1-1-1 0 0,-1 1 0 0 0,1-1 1 0 0,-1 1-1 0 0,1-1 0 0 0,-1 1 1 0 0,1 0-1 0 0,-1-1 0 0 0,0 1 1 0 0,0 0-1 0 0,1-1 0 0 0,-1 1 1 0 0,0 0-1 0 0,0 0 0 0 0,0-1 1 0 0,0 1-1 0 0,0 0 0 0 0,0 0 1 0 0,0-1-1 0 0,0 1 0 0 0,0 0 1 0 0,0 0-1 0 0,0-1 1 0 0,0 1-1 0 0,0 0 0 0 0,-1 0 1 0 0,1 0-1 0 0,-10 43 3003 0 0,6-29-2450 0 0,2-3-212 0 0,0 1 1 0 0,1 0-1 0 0,0-1 0 0 0,1 1 0 0 0,0-1 0 0 0,1 1 0 0 0,3 14 0 0 0,-4-24-383 0 0,1 0 0 0 0,-1 0 0 0 0,1 0 0 0 0,0 0 1 0 0,0 0-1 0 0,0 0 0 0 0,0 0 0 0 0,1 0 0 0 0,-1 0 0 0 0,1-1 0 0 0,0 1 1 0 0,0-1-1 0 0,0 1 0 0 0,0-1 0 0 0,0 1 0 0 0,0-1 0 0 0,1 0 0 0 0,-1 0 0 0 0,1 0 1 0 0,-1-1-1 0 0,1 1 0 0 0,0-1 0 0 0,0 1 0 0 0,0-1 0 0 0,0 0 0 0 0,0 0 1 0 0,0 0-1 0 0,0 0 0 0 0,0-1 0 0 0,0 1 0 0 0,0-1 0 0 0,0 0 0 0 0,6 0 1 0 0,-6 0 41 0 0,0-1 1 0 0,1 0 0 0 0,-1 0 0 0 0,0 0 0 0 0,0 0 0 0 0,0 0-1 0 0,0-1 1 0 0,0 1 0 0 0,-1-1 0 0 0,1 0 0 0 0,0 0 0 0 0,-1 0-1 0 0,1 0 1 0 0,-1 0 0 0 0,1-1 0 0 0,-1 1 0 0 0,0-1 0 0 0,0 1 0 0 0,0-1-1 0 0,-1 0 1 0 0,3-5 0 0 0,4-7 181 0 0,-1-1-1 0 0,8-33 1 0 0,-8 27-193 0 0,7-20-136 0 0,21-66-3205 0 0,-35 111 3106 0 0,-1 0 1 0 0,1-1-1 0 0,-1 1 0 0 0,1 0 1 0 0,0 0-1 0 0,0-1 0 0 0,0 1 1 0 0,0 0-1 0 0,1 0 0 0 0,-1-1 1 0 0,1 1-1 0 0,0 0 1 0 0,-1-1-1 0 0,1 1 0 0 0,0-1 1 0 0,2 4-1 0 0,0-1 204 0 0,0-1 0 0 0,1 1 1 0 0,-1-1-1 0 0,1 0 0 0 0,-1 0 0 0 0,1 0 1 0 0,0-1-1 0 0,6 4 0 0 0,-1-1 270 0 0,1 0 1 0 0,-1-1-1 0 0,1 0 0 0 0,1 0 1 0 0,-1-1-1 0 0,0-1 0 0 0,1 0 0 0 0,15 2 1 0 0,-19-4-36 0 0,1 0 0 0 0,0-1 1 0 0,0 0-1 0 0,0 0 0 0 0,0-1 1 0 0,-1 0-1 0 0,1 0 0 0 0,0-1 1 0 0,-1 0-1 0 0,1 0 1 0 0,-1-1-1 0 0,13-6 0 0 0,-17 7-291 0 0,0 0-1 0 0,0-1 1 0 0,0 1-1 0 0,0 0 1 0 0,-1-1 0 0 0,1 0-1 0 0,-1 1 1 0 0,1-1-1 0 0,-1 0 1 0 0,0 0 0 0 0,0 0-1 0 0,2-5 1 0 0,-3 4-391 0 0,0 0-1 0 0,0 0 1 0 0,0 0 0 0 0,0 0 0 0 0,0 0 0 0 0,-1 1 0 0 0,0-1 0 0 0,0 0 0 0 0,0 0-1 0 0,0 0 1 0 0,-1 0 0 0 0,0 0 0 0 0,-1-6 0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2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7 3681 0 0,'-1'-1'355'0'0,"-1"0"-1"0"0,1 0 1 0 0,-1 1 0 0 0,1-1 0 0 0,-1 0 0 0 0,1 1 0 0 0,-1 0 0 0 0,0-1-1 0 0,1 1 1 0 0,-1 0 0 0 0,1 0 0 0 0,-1 0 0 0 0,0 0 0 0 0,1 0-1 0 0,-1 0 1 0 0,0 0 0 0 0,1 1 0 0 0,-1-1 0 0 0,-2 1 0 0 0,1 0 119 0 0,0 0 0 0 0,0 0 0 0 0,0 0 0 0 0,1 0 0 0 0,-1 1 0 0 0,0-1 0 0 0,0 1 0 0 0,1-1 0 0 0,-5 4 0 0 0,3 1-275 0 0,0 0-1 0 0,1 0 1 0 0,-1 1-1 0 0,1-1 1 0 0,0 1 0 0 0,1 0-1 0 0,0-1 1 0 0,0 1-1 0 0,0 0 1 0 0,1 0 0 0 0,0 1-1 0 0,0-1 1 0 0,1 0 0 0 0,0 0-1 0 0,0 0 1 0 0,2 9-1 0 0,-2-7-177 0 0,2 0-1 0 0,-1-1 0 0 0,1 1 1 0 0,0 0-1 0 0,1-1 0 0 0,0 0 1 0 0,0 0-1 0 0,1 0 0 0 0,0 0 1 0 0,1 0-1 0 0,-1-1 0 0 0,12 14 1 0 0,-11-17 70 0 0,0 0 0 0 0,0 0 0 0 0,0 0 0 0 0,1-1 0 0 0,0 0 0 0 0,-1 0 0 0 0,1 0 0 0 0,0-1 0 0 0,13 4 0 0 0,-18-6-64 0 0,1 1 0 0 0,-1-1 1 0 0,0 0-1 0 0,1 0 0 0 0,-1 1 0 0 0,1-1 1 0 0,-1 0-1 0 0,1 0 0 0 0,-1 0 0 0 0,1 0 1 0 0,-1-1-1 0 0,1 1 0 0 0,-1 0 0 0 0,0-1 1 0 0,1 1-1 0 0,-1-1 0 0 0,1 1 0 0 0,-1-1 1 0 0,0 0-1 0 0,0 1 0 0 0,1-1 1 0 0,-1 0-1 0 0,0 0 0 0 0,0 0 0 0 0,0 0 1 0 0,0 0-1 0 0,0 0 0 0 0,0 0 0 0 0,0 0 1 0 0,0-1-1 0 0,0 1 0 0 0,-1 0 0 0 0,1 0 1 0 0,0-1-1 0 0,-1 1 0 0 0,1-1 0 0 0,-1 1 1 0 0,0 0-1 0 0,1-1 0 0 0,-1 1 0 0 0,0-1 1 0 0,0 1-1 0 0,0-1 0 0 0,0 1 1 0 0,0-1-1 0 0,0 1 0 0 0,0-1 0 0 0,-1-2 1 0 0,0-2-12 0 0,0 0 0 0 0,-1 0 0 0 0,1 0 0 0 0,-1 0 1 0 0,0 0-1 0 0,-1 0 0 0 0,0 1 0 0 0,1-1 1 0 0,-2 1-1 0 0,-6-10 0 0 0,-48-51-283 0 0,36 43-370 0 0,9 9-302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4609 0 0,'41'16'641'0'0,"62"27"5566"0"0,-90-37-5368 0 0,0 1-1 0 0,-1 1 1 0 0,0 0 0 0 0,0 1-1 0 0,15 14 1 0 0,-14-1 199 0 0,-10-9-257 0 0,-3-13-741 0 0,0 0 1 0 0,-1 0 0 0 0,1 1 0 0 0,0-1 0 0 0,0 0 0 0 0,0 0-1 0 0,0 0 1 0 0,-1 1 0 0 0,1-1 0 0 0,0 0 0 0 0,0 0 0 0 0,0 0 0 0 0,0 0-1 0 0,-1 1 1 0 0,1-1 0 0 0,0 0 0 0 0,0 0 0 0 0,-1 0 0 0 0,1 0-1 0 0,0 0 1 0 0,0 0 0 0 0,-1 0 0 0 0,1 0 0 0 0,0 0 0 0 0,0 0-1 0 0,-1 0 1 0 0,1 0 0 0 0,0 0 0 0 0,0 0 0 0 0,-1 0 0 0 0,1 0-1 0 0,0 0 1 0 0,0 0 0 0 0,-1 0 0 0 0,1 0 0 0 0,0 0 0 0 0,0 0-1 0 0,-1 0 1 0 0,0-1 46 0 0,-1 0 1 0 0,1 0-1 0 0,0 0 0 0 0,0 0 0 0 0,0 0 0 0 0,0 0 0 0 0,0 0 0 0 0,0 0 0 0 0,0 0 1 0 0,0 0-1 0 0,1 0 0 0 0,-1-1 0 0 0,0 1 0 0 0,1 0 0 0 0,-1-1 0 0 0,0 1 1 0 0,1 0-1 0 0,0-1 0 0 0,-1 1 0 0 0,1-1 0 0 0,0 1 0 0 0,0 0 0 0 0,0-3 1 0 0,-1-37 391 0 0,1 40-431 0 0,7-50-300 0 0,0 19-5567 0 0,0 6-1243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5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0,'4'1'567'0'0,"-1"0"1"0"0,1 1-1 0 0,-1-1 0 0 0,1 1 0 0 0,-1 0 1 0 0,0 0-1 0 0,0 0 0 0 0,0 0 1 0 0,0 0-1 0 0,0 1 0 0 0,0-1 1 0 0,-1 1-1 0 0,1 0 0 0 0,-1 0 0 0 0,0 0 1 0 0,0 0-1 0 0,0 0 0 0 0,3 5 1 0 0,1 14-202 0 0,-4 6 70 0 0,0 0 1 0 0,-1 0-1 0 0,-6 49 1 0 0,-1 15-544 0 0,12 37-1695 0 0,-3-102 910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7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25 1840 0 0,'0'-1'323'0'0,"0"0"1"0"0,0 0-1 0 0,0 0 0 0 0,0 0 0 0 0,0 0 0 0 0,0 0 0 0 0,0 0 0 0 0,0 0 0 0 0,-1 0 0 0 0,1 0 0 0 0,0 0 0 0 0,-1 0 0 0 0,1 0 1 0 0,0 0-1 0 0,-1 1 0 0 0,1-1 0 0 0,-4-4 1615 0 0,3 5-1615 0 0,-1-2 0 0 0,1 2-25 0 0,0 0-1 0 0,0-1 0 0 0,-1 1 0 0 0,1 0 1 0 0,0 0-1 0 0,-1 0 0 0 0,1 0 1 0 0,0 0-1 0 0,-1 0 0 0 0,1 0 0 0 0,0 0 1 0 0,0 0-1 0 0,-1 1 0 0 0,1-1 0 0 0,-2 1 1 0 0,-3 1 128 0 0,1 1 1 0 0,0 0-1 0 0,0 0 1 0 0,0 0 0 0 0,0 0-1 0 0,-8 8 1 0 0,9-6-245 0 0,-1 0 1 0 0,1 0 0 0 0,0 0-1 0 0,0 1 1 0 0,0 0 0 0 0,1 0 0 0 0,0 0-1 0 0,0 0 1 0 0,1 0 0 0 0,-1 1-1 0 0,-1 11 1 0 0,3-16-153 0 0,1 1 0 0 0,0-1 0 0 0,0 1 0 0 0,0-1 0 0 0,0 0 0 0 0,0 1 0 0 0,0-1-1 0 0,1 1 1 0 0,-1-1 0 0 0,1 0 0 0 0,0 1 0 0 0,-1-1 0 0 0,1 0 0 0 0,0 0 0 0 0,1 1 0 0 0,-1-1 0 0 0,0 0 0 0 0,0 0 0 0 0,1 0 0 0 0,0 0 0 0 0,-1-1 0 0 0,1 1 0 0 0,0 0 0 0 0,0-1-1 0 0,-1 1 1 0 0,1-1 0 0 0,1 0 0 0 0,-1 1 0 0 0,0-1 0 0 0,0 0 0 0 0,0 0 0 0 0,1 0 0 0 0,-1-1 0 0 0,0 1 0 0 0,5 0 0 0 0,10 2-52 0 0,-1 0 0 0 0,1-1-1 0 0,-1-1 1 0 0,22-2 0 0 0,-17 0-489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03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8754 0 0,'3'4'384'0'0,"0"-2"88"0"0,-1-1-376 0 0,1 1-96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23 157 1840 0 0,'-2'-2'117'0'0,"0"-1"-1"0"0,0 1 1 0 0,0 0 0 0 0,0-1-1 0 0,0 1 1 0 0,1-1-1 0 0,-1 0 1 0 0,1 0-1 0 0,0 1 1 0 0,0-1-1 0 0,0 0 1 0 0,0 0 0 0 0,0 0-1 0 0,1 0 1 0 0,-1 0-1 0 0,1 0 1 0 0,0 0-1 0 0,0 0 1 0 0,0 0-1 0 0,0 0 1 0 0,1 0-1 0 0,-1 0 1 0 0,1 0 0 0 0,-1 0-1 0 0,1 0 1 0 0,0 0-1 0 0,1 0 1 0 0,-1 0-1 0 0,0 1 1 0 0,1-1-1 0 0,-1 0 1 0 0,1 1-1 0 0,0-1 1 0 0,0 1 0 0 0,3-3-1 0 0,-1 0 218 0 0,1 0 0 0 0,0 0 0 0 0,0 1 0 0 0,0 0 0 0 0,1 0-1 0 0,-1 0 1 0 0,1 0 0 0 0,0 1 0 0 0,0 0 0 0 0,0 0 0 0 0,0 1 0 0 0,1 0 0 0 0,-1 0 0 0 0,1 0 0 0 0,9 0-1 0 0,-12 1-187 0 0,0 1-1 0 0,0 0 1 0 0,0 0-1 0 0,0 0 0 0 0,0 1 1 0 0,-1-1-1 0 0,1 1 1 0 0,0 0-1 0 0,0 0 0 0 0,0 1 1 0 0,0-1-1 0 0,-1 1 1 0 0,1 0-1 0 0,-1 0 0 0 0,1 0 1 0 0,-1 0-1 0 0,0 0 1 0 0,0 1-1 0 0,0 0 0 0 0,0-1 1 0 0,0 1-1 0 0,0 0 1 0 0,-1 0-1 0 0,1 1 1 0 0,2 4-1 0 0,-1 1-93 0 0,-1 0 0 0 0,0 0 0 0 0,0 1 0 0 0,-1-1-1 0 0,0 0 1 0 0,0 1 0 0 0,-1-1 0 0 0,-1 1 0 0 0,0 16 0 0 0,-17 122 224 0 0,1-15 1283 0 0,16-131-1467 0 0,0 0-1 0 0,-1 0 1 0 0,1 0 0 0 0,0 0 0 0 0,0 0-1 0 0,1-1 1 0 0,-1 1 0 0 0,0 0-1 0 0,1 0 1 0 0,-1 0 0 0 0,1 0-1 0 0,-1-1 1 0 0,1 1 0 0 0,0 0 0 0 0,0-1-1 0 0,0 1 1 0 0,0 0 0 0 0,0-1-1 0 0,0 1 1 0 0,0-1 0 0 0,1 0-1 0 0,-1 1 1 0 0,2 1 0 0 0,0-2-9 0 0,-1 0 1 0 0,1 0 0 0 0,0 0-1 0 0,-1-1 1 0 0,1 1-1 0 0,0 0 1 0 0,0-1-1 0 0,0 0 1 0 0,-1 0-1 0 0,1 0 1 0 0,0 0 0 0 0,0 0-1 0 0,0 0 1 0 0,2-1-1 0 0,12-4-104 0 0,0 1 1 0 0,-1-2-1 0 0,32-15 0 0 0,-42 18-164 0 0,15-6-1186 0 0,-1 0-3290 0 0,1-2-1652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701 98 4609 0 0,'-26'1'753'0'0,"1"-2"1"0"0,-1-1-1 0 0,1-1 0 0 0,-38-10 1 0 0,48 10-431 0 0,-9-2 837 0 0,0 1 1 0 0,0 1-1 0 0,-46 0 0 0 0,59 4-881 0 0,0 0 1 0 0,0 1-1 0 0,0 0 0 0 0,0 1 1 0 0,0 0-1 0 0,0 1 0 0 0,1 0 1 0 0,-1 1-1 0 0,1 0 0 0 0,-15 10 1 0 0,6-2-151 0 0,2 2 0 0 0,0-1 0 0 0,0 2 0 0 0,1 0 1 0 0,1 1-1 0 0,1 1 0 0 0,1 0 0 0 0,0 1 0 0 0,1 0 0 0 0,-10 23 0 0 0,9-13 44 0 0,1 1 0 0 0,2 0 0 0 0,0 0 0 0 0,2 1 0 0 0,2 0 0 0 0,-5 52 0 0 0,10-67-207 0 0,1 0 0 0 0,1 0 0 0 0,0 0 0 0 0,1 0 0 0 0,1 0 0 0 0,0-1 0 0 0,1 1 0 0 0,1-1 0 0 0,1 0 0 0 0,0 0 0 0 0,0 0 0 0 0,2-1 0 0 0,0 0 0 0 0,18 25 0 0 0,-9-20-34 0 0,0 0 0 0 0,1-1 1 0 0,0-1-1 0 0,1 0 0 0 0,1-2 0 0 0,1 0 0 0 0,0-1 1 0 0,42 19-1 0 0,-34-19 87 0 0,0-2 0 0 0,1-2 1 0 0,0 0-1 0 0,0-2 0 0 0,1-1 0 0 0,0-2 1 0 0,36 2-1 0 0,-41-6 178 0 0,0-2-1 0 0,-1 0 1 0 0,1-2 0 0 0,-1-1 0 0 0,1-1 0 0 0,-1-1-1 0 0,-1-1 1 0 0,1-1 0 0 0,27-14 0 0 0,-9 1 68 0 0,-2-2 0 0 0,-1-1 0 0 0,-1-3 0 0 0,-1 0 1 0 0,-1-3-1 0 0,43-45 0 0 0,-65 58-224 0 0,-1 0-1 0 0,0-1 1 0 0,-2-1 0 0 0,0 0-1 0 0,-1-1 1 0 0,-1 0-1 0 0,-1-1 1 0 0,-1 0 0 0 0,-1 0-1 0 0,-1-1 1 0 0,0 0 0 0 0,-2 0-1 0 0,3-33 1 0 0,-5 18 45 0 0,-2 0-1 0 0,-1-1 1 0 0,-2 1 0 0 0,-2 0 0 0 0,-1 1-1 0 0,-2 0 1 0 0,-17-51 0 0 0,23 80-94 0 0,-1 0-1 0 0,1 0 1 0 0,-1 0 0 0 0,-1 0 0 0 0,1 0-1 0 0,-1 1 1 0 0,-1-1 0 0 0,1 1 0 0 0,-1 0-1 0 0,0 0 1 0 0,0 1 0 0 0,-1 0 0 0 0,1 0-1 0 0,-1 0 1 0 0,0 0 0 0 0,-1 1 0 0 0,1 0-1 0 0,-1 0 1 0 0,0 1 0 0 0,0 0 0 0 0,0 0-1 0 0,0 1 1 0 0,0-1 0 0 0,-1 2-1 0 0,1-1 1 0 0,-1 1 0 0 0,1 0 0 0 0,-1 1-1 0 0,0-1 1 0 0,-10 2 0 0 0,1 0-439 0 0,0 0-1 0 0,1 1 1 0 0,-1 1-1 0 0,1 0 1 0 0,0 1 0 0 0,-1 1-1 0 0,2 0 1 0 0,-1 1 0 0 0,1 1-1 0 0,-25 15 1 0 0,15-3-1210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2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8754 0 0,'1'-2'206'0'0,"-1"0"0"0"0,1 0 1 0 0,-1 0-1 0 0,1 0 0 0 0,-1 0 0 0 0,1 0 0 0 0,0 0 1 0 0,0 0-1 0 0,0 0 0 0 0,0 0 0 0 0,0 1 0 0 0,1-1 1 0 0,-1 0-1 0 0,0 1 0 0 0,1-1 0 0 0,-1 1 1 0 0,1-1-1 0 0,0 1 0 0 0,-1 0 0 0 0,1 0 0 0 0,3-2 1 0 0,-4 2-152 0 0,0 1 1 0 0,0 0-1 0 0,0-1 0 0 0,0 1 1 0 0,0 0-1 0 0,0 0 1 0 0,0-1-1 0 0,0 1 1 0 0,0 0-1 0 0,0 0 1 0 0,0 0-1 0 0,0 0 0 0 0,0 0 1 0 0,0 0-1 0 0,0 1 1 0 0,0-1-1 0 0,0 0 1 0 0,0 0-1 0 0,-1 1 1 0 0,1-1-1 0 0,0 1 0 0 0,0-1 1 0 0,0 1-1 0 0,0-1 1 0 0,0 1-1 0 0,-1-1 1 0 0,1 1-1 0 0,0 0 1 0 0,0-1-1 0 0,-1 1 0 0 0,1 0 1 0 0,0 0-1 0 0,-1 0 1 0 0,1-1-1 0 0,-1 1 1 0 0,1 0-1 0 0,-1 0 1 0 0,0 0-1 0 0,1 0 0 0 0,-1 0 1 0 0,0 0-1 0 0,0 0 1 0 0,1 0-1 0 0,-1 0 1 0 0,0 0-1 0 0,0 0 1 0 0,0 0-1 0 0,0 2 0 0 0,11 143 1273 0 0,-9-94-1010 0 0,10 65 1 0 0,-7-93-268 0 0,0 0 1 0 0,1 0 0 0 0,2 0-1 0 0,0-1 1 0 0,19 35 0 0 0,-23-50-59 0 0,1-1-1 0 0,0 0 1 0 0,0 0 0 0 0,1-1 0 0 0,-1 0 0 0 0,1 0 0 0 0,1 0 0 0 0,11 8 0 0 0,-13-11-22 0 0,0 0-1 0 0,0 0 0 0 0,0-1 0 0 0,1 0 1 0 0,-1 0-1 0 0,1 0 0 0 0,0-1 1 0 0,-1 0-1 0 0,1 0 0 0 0,0 0 1 0 0,0-1-1 0 0,0 1 0 0 0,11-2 0 0 0,-12 0-25 0 0,1 0-1 0 0,-1 0 1 0 0,0 0-1 0 0,1 0 1 0 0,-1-1-1 0 0,0 0 1 0 0,0 0-1 0 0,0 0 1 0 0,-1-1-1 0 0,1 1 1 0 0,0-1-1 0 0,-1 0 1 0 0,0-1-1 0 0,1 1 0 0 0,-1-1 1 0 0,-1 1-1 0 0,1-1 1 0 0,-1-1-1 0 0,1 1 1 0 0,-1 0-1 0 0,0-1 1 0 0,-1 0-1 0 0,1 1 1 0 0,2-9-1 0 0,-1 2 6 0 0,-1 0-1 0 0,-1 0 1 0 0,0 0 0 0 0,0 0 0 0 0,-1 0-1 0 0,0 0 1 0 0,-1 0 0 0 0,-1 0-1 0 0,0-1 1 0 0,-4-19 0 0 0,3 16-116 0 0,2 11 136 0 0,0 1 0 0 0,-1-1 0 0 0,1 1-1 0 0,-1-1 1 0 0,0 0 0 0 0,0 1-1 0 0,0-1 1 0 0,0 1 0 0 0,-4-6 0 0 0,14 16 268 0 0,0 0-1 0 0,0-1 1 0 0,1 0 0 0 0,0 0 0 0 0,0-1 0 0 0,0-1 0 0 0,0 1 0 0 0,1-2 0 0 0,-1 1 0 0 0,1-2 0 0 0,0 1-1 0 0,0-2 1 0 0,0 1 0 0 0,1-1 0 0 0,-1-1 0 0 0,0 0 0 0 0,19-3 0 0 0,-18 2-106 0 0,0-1 0 0 0,1 0 1 0 0,-1 0-1 0 0,-1-1 0 0 0,1-1 0 0 0,0 0 1 0 0,-1-1-1 0 0,0 0 0 0 0,0-1 1 0 0,0 0-1 0 0,-1-1 0 0 0,0 0 0 0 0,0 0 1 0 0,0-1-1 0 0,-1 0 0 0 0,11-13 0 0 0,-17 16-103 0 0,0 1-1 0 0,-1-1 1 0 0,1 0-1 0 0,-1 0 1 0 0,0 0-1 0 0,0 0 1 0 0,0-1-1 0 0,-1 1 1 0 0,1 0 0 0 0,-2-1-1 0 0,1 1 1 0 0,0-1-1 0 0,-1 1 1 0 0,0-1-1 0 0,0 1 1 0 0,-1-1-1 0 0,0 1 1 0 0,0-1-1 0 0,0 1 1 0 0,0-1-1 0 0,-4-7 1 0 0,0 0-316 0 0,-1 0 1 0 0,-12-21 0 0 0,-18-19-4182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2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 5065 0 0,'23'-14'7601'0'0,"-23"15"-7469"0"0,1 2 785 0 0,1 1-1 0 0,-1-1 1 0 0,-1 1 0 0 0,1 0 0 0 0,-1-1 0 0 0,1 8 0 0 0,-1-2-1530 0 0,2 8 1080 0 0,1 31 372 0 0,13 60-1 0 0,-13-96-832 0 0,0 1 0 0 0,0-1 0 0 0,1 0 0 0 0,1 0 0 0 0,0-1 0 0 0,1 1 0 0 0,0-1 0 0 0,0 0 0 0 0,1-1 0 0 0,10 11-1 0 0,-16-19-4 0 0,0-1-1 0 0,0 0 1 0 0,0 0-1 0 0,0 1 1 0 0,1-1-1 0 0,-1 0 0 0 0,1 0 1 0 0,-1 0-1 0 0,1 0 1 0 0,-1 0-1 0 0,1-1 1 0 0,-1 1-1 0 0,1 0 1 0 0,0-1-1 0 0,-1 1 0 0 0,1-1 1 0 0,2 1-1 0 0,-3-2 0 0 0,0 1-1 0 0,0 0 1 0 0,0 0 0 0 0,0-1-1 0 0,0 1 1 0 0,0 0-1 0 0,0-1 1 0 0,0 1-1 0 0,0-1 1 0 0,0 0 0 0 0,0 1-1 0 0,0-1 1 0 0,0 0-1 0 0,0 1 1 0 0,0-1 0 0 0,0 0-1 0 0,-1 0 1 0 0,1 0-1 0 0,0 0 1 0 0,0-1-1 0 0,3-6-19 0 0,0-1 0 0 0,0 0 0 0 0,-1 0 0 0 0,0 0-1 0 0,2-12 1 0 0,2-2-95 0 0,0 4 105 0 0,0 0 0 0 0,2 0 0 0 0,19-30 0 0 0,-25 43 67 0 0,0 1 1 0 0,1 0-1 0 0,0 0 0 0 0,0 0 0 0 0,0 1 0 0 0,1-1 1 0 0,-1 1-1 0 0,1 0 0 0 0,0 1 0 0 0,1-1 0 0 0,-1 1 0 0 0,0 0 1 0 0,1 0-1 0 0,0 0 0 0 0,0 1 0 0 0,8-3 0 0 0,-13 5-29 0 0,1 0 0 0 0,-1 0 0 0 0,0 0 0 0 0,0 1 0 0 0,1-1 0 0 0,-1 0 0 0 0,0 0 0 0 0,1 1 0 0 0,-1-1 0 0 0,0 1 0 0 0,0-1 1 0 0,0 1-1 0 0,0-1 0 0 0,1 1 0 0 0,-1 0 0 0 0,0-1 0 0 0,0 1 0 0 0,0 0 0 0 0,0 0 0 0 0,-1 0 0 0 0,1 0 0 0 0,0 0 0 0 0,0 0 0 0 0,0 0 0 0 0,-1 0 0 0 0,1 0 0 0 0,0 0 0 0 0,-1 0 0 0 0,1 2 0 0 0,14 45 271 0 0,-7-21-229 0 0,-6-21-184 0 0,1-1 0 0 0,0 1 0 0 0,1-1 0 0 0,-1 0 0 0 0,1 0 0 0 0,0 0 0 0 0,0-1 0 0 0,1 1 0 0 0,-1-1 0 0 0,8 5 0 0 0,6 3-1025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96 1840 0 0,'5'-9'750'0'0,"0"0"0"0"0,0-1 0 0 0,4-12 0 0 0,-9 20-305 0 0,1-1-1 0 0,0 1 0 0 0,-1-1 0 0 0,1 1 0 0 0,-1-1 0 0 0,0 1 0 0 0,0-1 0 0 0,0 1 0 0 0,0-3 1 0 0,-1 4-219 0 0,1 0 1 0 0,0 0 0 0 0,0 0 0 0 0,-1 0-1 0 0,1 0 1 0 0,-1 0 0 0 0,1 1 0 0 0,0-1 0 0 0,-1 0-1 0 0,0 0 1 0 0,1 1 0 0 0,-1-1 0 0 0,1 0 0 0 0,-1 1-1 0 0,0-1 1 0 0,0 0 0 0 0,1 1 0 0 0,-1-1-1 0 0,0 1 1 0 0,0-1 0 0 0,0 1 0 0 0,1 0 0 0 0,-1-1-1 0 0,-2 0 1 0 0,1 1-6 0 0,0 0-1 0 0,-1 0 0 0 0,1 0 0 0 0,0 0 1 0 0,-1 0-1 0 0,1 0 0 0 0,0 1 1 0 0,-1-1-1 0 0,1 1 0 0 0,0 0 1 0 0,-1-1-1 0 0,1 1 0 0 0,0 0 0 0 0,0 0 1 0 0,0 1-1 0 0,0-1 0 0 0,0 0 1 0 0,-2 3-1 0 0,-37 33 580 0 0,30-27-469 0 0,-2 3-242 0 0,-1 2 0 0 0,2 0 0 0 0,0 0 0 0 0,-10 18-1 0 0,18-28-70 0 0,1 0 0 0 0,0 0-1 0 0,1 0 1 0 0,-1 1-1 0 0,1-1 1 0 0,0 1-1 0 0,0-1 1 0 0,1 1-1 0 0,-1 0 1 0 0,2 0 0 0 0,-1-1-1 0 0,0 1 1 0 0,1 0-1 0 0,0 0 1 0 0,0 0-1 0 0,1 0 1 0 0,2 9-1 0 0,-3-14-41 0 0,0 1-1 0 0,1-1 0 0 0,-1 0 1 0 0,1 0-1 0 0,0 1 0 0 0,-1-1 1 0 0,1 0-1 0 0,0 0 0 0 0,0 0 0 0 0,0 0 1 0 0,0 0-1 0 0,-1 0 0 0 0,1 0 1 0 0,1 0-1 0 0,-1 0 0 0 0,0 0 1 0 0,0-1-1 0 0,0 1 0 0 0,0 0 0 0 0,1-1 1 0 0,-1 1-1 0 0,0-1 0 0 0,3 1 1 0 0,-2-1-86 0 0,1 0 1 0 0,-1 0-1 0 0,1 0 1 0 0,0 0 0 0 0,-1 0-1 0 0,1-1 1 0 0,-1 1 0 0 0,1-1-1 0 0,-1 0 1 0 0,1 0-1 0 0,3-2 1 0 0,3-2-222 0 0,0 0 0 0 0,0-1-1 0 0,0-1 1 0 0,-1 1 0 0 0,8-9 0 0 0,19-32-28 0 0,-30 39 497 0 0,1-1 1 0 0,0 0-1 0 0,1 1 1 0 0,9-9-1 0 0,-15 16-94 0 0,-1 1 0 0 0,0 0 0 0 0,1 0 0 0 0,-1-1-1 0 0,0 1 1 0 0,1 0 0 0 0,-1 0 0 0 0,1-1 0 0 0,-1 1 0 0 0,0 0 0 0 0,1 0-1 0 0,-1 0 1 0 0,1 0 0 0 0,-1 0 0 0 0,1-1 0 0 0,-1 1 0 0 0,1 0 0 0 0,-1 0-1 0 0,0 0 1 0 0,1 0 0 0 0,-1 0 0 0 0,1 1 0 0 0,-1-1 0 0 0,1 0 0 0 0,-1 0 0 0 0,1 0-1 0 0,-1 0 1 0 0,0 0 0 0 0,1 1 0 0 0,-1-1 0 0 0,1 1 0 0 0,11 14 917 0 0,4 32 156 0 0,-13-38-859 0 0,-1-2-348 0 0,0 0 0 0 0,0-1 1 0 0,1 1-1 0 0,0 0 0 0 0,0-1 1 0 0,1 1-1 0 0,0-1 0 0 0,0 0 1 0 0,0 0-1 0 0,1-1 0 0 0,0 1 1 0 0,0-1-1 0 0,0 0 0 0 0,1-1 1 0 0,-1 1-1 0 0,13 6 0 0 0,1-2-6999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2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17 12443 0 0,'-7'-17'1573'0'0,"6"26"946"0"0,7 30 942 0 0,-5-34-3814 0 0,2 25 655 0 0,2 0 1 0 0,1 0 0 0 0,1 0-1 0 0,2-1 1 0 0,1 0-1 0 0,1-1 1 0 0,1 0 0 0 0,2 0-1 0 0,23 35 1 0 0,1-7-743 0 0,-18-28-112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4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11058 0 0,'30'-6'4996'0'0,"14"-8"-3673"0"0,42-12-1436 0 0,-1 18-4398 0 0,-54 6 2784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1 10138 0 0,'-2'0'271'0'0,"0"0"-1"0"0,0 1 1 0 0,0 0-1 0 0,0-1 1 0 0,0 1-1 0 0,0 0 1 0 0,0 0-1 0 0,0 0 1 0 0,1 0-1 0 0,-1 1 1 0 0,0-1-1 0 0,1 0 1 0 0,-1 1-1 0 0,1-1 1 0 0,-1 1-1 0 0,1 0 1 0 0,-1-1-1 0 0,0 4 1 0 0,-1-1 147 0 0,1 1 0 0 0,0 0 0 0 0,0-1-1 0 0,1 1 1 0 0,-1 0 0 0 0,1 0 0 0 0,-1 8 0 0 0,1 3 222 0 0,1 0-1 0 0,0 0 1 0 0,4 33-1 0 0,1-25-1436 0 0,14 42 1 0 0,-12-44-6243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3.9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16 2304 0 0,'-21'-15'7242'0'0,"26"18"-6930"0"0,3-1-312 0 0,3 4-64 0 0,5-1-16 0 0,0 4 80 0 0,4-1 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4.2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251 3 6913 0 0,'-7'-1'468'0'0,"-1"0"0"0"0,0 1 0 0 0,1 0 0 0 0,-1 0 0 0 0,0 1 0 0 0,1 0 0 0 0,-1 0 0 0 0,1 0 0 0 0,-1 1 0 0 0,1 0 0 0 0,0 1-1 0 0,0 0 1 0 0,0 0 0 0 0,0 0 0 0 0,0 1 0 0 0,1 0 0 0 0,0 0 0 0 0,-6 6 0 0 0,1-2-148 0 0,0 1 0 0 0,1 1 0 0 0,0-1-1 0 0,1 2 1 0 0,0-1 0 0 0,0 1 0 0 0,1 1 0 0 0,1-1 0 0 0,-7 16 0 0 0,12-24-312 0 0,1 0 1 0 0,-1 1-1 0 0,1-1 0 0 0,0 1 1 0 0,0-1-1 0 0,0 1 1 0 0,0 0-1 0 0,1-1 0 0 0,0 1 1 0 0,0 0-1 0 0,0-1 1 0 0,0 1-1 0 0,0 0 0 0 0,1-1 1 0 0,-1 1-1 0 0,1-1 1 0 0,0 1-1 0 0,0 0 0 0 0,1-1 1 0 0,-1 0-1 0 0,1 1 1 0 0,-1-1-1 0 0,1 0 0 0 0,0 0 1 0 0,0 0-1 0 0,1 0 1 0 0,-1 0-1 0 0,0 0 1 0 0,1-1-1 0 0,0 1 0 0 0,0-1 1 0 0,3 3-1 0 0,10 5-82 0 0,1 0 0 0 0,0-1-1 0 0,1-1 1 0 0,-1-1 0 0 0,21 6-1 0 0,4 3 93 0 0,-35-13 5 0 0,-1-1-1 0 0,0 1 1 0 0,0 1-1 0 0,0-1 1 0 0,0 1 0 0 0,-1 0-1 0 0,1 1 1 0 0,7 7-1 0 0,-12-11-14 0 0,0 1 0 0 0,0-1 0 0 0,0 1 0 0 0,0-1 0 0 0,-1 1 0 0 0,1 0 0 0 0,0-1 0 0 0,-1 1 0 0 0,1 0-1 0 0,-1-1 1 0 0,0 1 0 0 0,1 0 0 0 0,-1 0 0 0 0,0-1 0 0 0,0 1 0 0 0,0 0 0 0 0,0 0 0 0 0,0 0 0 0 0,-1-1 0 0 0,1 1 0 0 0,0 0-1 0 0,-1 0 1 0 0,1-1 0 0 0,-1 1 0 0 0,0-1 0 0 0,0 1 0 0 0,1 0 0 0 0,-1-1 0 0 0,0 1 0 0 0,0-1 0 0 0,-1 0 0 0 0,1 1 0 0 0,0-1-1 0 0,0 0 1 0 0,-1 0 0 0 0,1 1 0 0 0,-2 0 0 0 0,-8 6-89 0 0,0 0-1 0 0,0-1 1 0 0,-1 0 0 0 0,0-1-1 0 0,0 0 1 0 0,-1-1 0 0 0,1 0-1 0 0,-1-1 1 0 0,-17 3 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4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5065 0 0,'-4'4'12448'0'0,"0"163"-7539"0"0,0-122-5223 0 0,2 0 1 0 0,2 0-1 0 0,9 63 0 0 0,-5-80-1788 0 0,0 0-4880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7 239 7370 0 0,'-1'0'91'0'0,"1"-1"1"0"0,-1 1 0 0 0,1-1 0 0 0,-1 0 0 0 0,1 1 0 0 0,-1-1 0 0 0,1 1 0 0 0,0-1 0 0 0,-1 0 0 0 0,1 1 0 0 0,0-1 0 0 0,0 0 0 0 0,-1 1 0 0 0,1-1-1 0 0,0 0 1 0 0,0 1 0 0 0,0-1 0 0 0,0 0 0 0 0,0 0 0 0 0,0 1 0 0 0,0-1 0 0 0,0 0 0 0 0,0 1 0 0 0,0-1 0 0 0,0 0 0 0 0,0 0 0 0 0,1 1-1 0 0,-1-1 1 0 0,0 0 0 0 0,2-1 53 0 0,-1 0-1 0 0,0 0 1 0 0,1 0-1 0 0,-1 0 1 0 0,1 1-1 0 0,0-1 1 0 0,-1 1-1 0 0,1-1 1 0 0,3-1-1 0 0,46-22 661 0 0,-49 25-787 0 0,258-100 1420 0 0,-85 38-8650 0 0,-166 59 6754 0 0,-6 2 202 0 0,1 0-1 0 0,0 0 0 0 0,-1 0 1 0 0,21-4 9726 0 0,-22 23-8853 0 0,-1 0 0 0 0,-1 1-1 0 0,0-1 1 0 0,-1 0 0 0 0,-6 30-1 0 0,3-28-390 0 0,2 1 0 0 0,0 0 0 0 0,1-1-1 0 0,3 36 1 0 0,-1-54-207 0 0,-1 1 0 0 0,0 0 0 0 0,1 0 0 0 0,-1 0 1 0 0,1-1-1 0 0,0 1 0 0 0,0 0 0 0 0,0-1 0 0 0,1 1 0 0 0,-1-1 0 0 0,0 1 0 0 0,1-1 0 0 0,0 1 0 0 0,-1-1 0 0 0,1 0 1 0 0,0 0-1 0 0,0 0 0 0 0,1 0 0 0 0,-1 0 0 0 0,0-1 0 0 0,0 1 0 0 0,1-1 0 0 0,-1 1 0 0 0,1-1 0 0 0,-1 0 0 0 0,1 0 0 0 0,5 2 1 0 0,-4-3-43 0 0,0 0 0 0 0,0 0 0 0 0,0 0 0 0 0,0 0 0 0 0,0-1 0 0 0,0 1 0 0 0,0-1 0 0 0,0 0 0 0 0,0 0 0 0 0,0-1 0 0 0,0 1 0 0 0,-1-1 0 0 0,1 0 0 0 0,-1 0 1 0 0,1 0-1 0 0,-1 0 0 0 0,0 0 0 0 0,6-6 0 0 0,3-5 71 0 0,0-1 1 0 0,13-20 0 0 0,-15 20 406 0 0,0 0 1 0 0,1 1 0 0 0,23-22 0 0 0,-31 33-397 0 0,1-1 1 0 0,-1 0 0 0 0,1 1 0 0 0,0-1-1 0 0,0 1 1 0 0,0 0 0 0 0,1 0 0 0 0,-1 1 0 0 0,0-1-1 0 0,1 1 1 0 0,-1 0 0 0 0,1 0 0 0 0,-1 0 0 0 0,1 1-1 0 0,-1 0 1 0 0,1 0 0 0 0,-1 0 0 0 0,9 1-1 0 0,-10 0-54 0 0,0 0-1 0 0,0 0 0 0 0,0 0 0 0 0,0 0 0 0 0,-1 1 0 0 0,1-1 0 0 0,0 1 0 0 0,-1 0 0 0 0,1-1 1 0 0,-1 1-1 0 0,0 0 0 0 0,0 0 0 0 0,4 5 0 0 0,24 37-18 0 0,-4-5-162 0 0,-16-29-321 0 0,0 0 0 0 0,1-1 0 0 0,0 0-1 0 0,0 0 1 0 0,1-1 0 0 0,20 9 0 0 0,-8-4-670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5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0 323 3225 0 0,'12'-4'846'0'0,"0"-1"0"0"0,-1-1 1 0 0,0 0-1 0 0,0-1 1 0 0,-1 0-1 0 0,1 0 0 0 0,-2-1 1 0 0,1 0-1 0 0,-1-1 0 0 0,0 0 1 0 0,12-18-1 0 0,-13 16-489 0 0,0 0 0 0 0,-1-1 0 0 0,-1 0 0 0 0,0 0 0 0 0,0 0 0 0 0,-1-1 0 0 0,-1 0 0 0 0,0 0 0 0 0,-1 0 0 0 0,3-25 0 0 0,-6 35-305 0 0,1-1 0 0 0,-1 0 0 0 0,-1 1-1 0 0,1-1 1 0 0,0 1 0 0 0,-1-1 0 0 0,0 1 0 0 0,0-1 0 0 0,0 1 0 0 0,0-1 0 0 0,-3-5 0 0 0,3 8-32 0 0,1 0 1 0 0,-1 0 0 0 0,0 0-1 0 0,0 1 1 0 0,0-1-1 0 0,0 0 1 0 0,0 0-1 0 0,0 1 1 0 0,0-1-1 0 0,0 0 1 0 0,0 1-1 0 0,0-1 1 0 0,0 1-1 0 0,0-1 1 0 0,0 1-1 0 0,-1 0 1 0 0,1 0 0 0 0,0-1-1 0 0,0 1 1 0 0,-1 0-1 0 0,1 0 1 0 0,0 0-1 0 0,0 0 1 0 0,0 0-1 0 0,-1 0 1 0 0,1 1-1 0 0,0-1 1 0 0,0 0-1 0 0,0 1 1 0 0,0-1-1 0 0,-1 1 1 0 0,1-1 0 0 0,0 1-1 0 0,0-1 1 0 0,0 1-1 0 0,-2 1 1 0 0,-2 2 121 0 0,-1-1 1 0 0,1 1 0 0 0,0 0-1 0 0,0 0 1 0 0,0 1 0 0 0,0-1-1 0 0,1 1 1 0 0,0 0 0 0 0,0 1-1 0 0,0-1 1 0 0,0 1 0 0 0,-3 8-1 0 0,6-12-104 0 0,0 0-1 0 0,0 1 1 0 0,0-1-1 0 0,1 1 1 0 0,-1-1-1 0 0,1 1 1 0 0,-1-1-1 0 0,1 1 1 0 0,0-1-1 0 0,0 1 1 0 0,0-1-1 0 0,0 1 0 0 0,1-1 1 0 0,-1 1-1 0 0,1-1 1 0 0,-1 1-1 0 0,1-1 1 0 0,0 1-1 0 0,0-1 1 0 0,0 0-1 0 0,0 1 1 0 0,0-1-1 0 0,1 0 1 0 0,-1 0-1 0 0,1 0 0 0 0,-1 0 1 0 0,1 0-1 0 0,0 0 1 0 0,0-1-1 0 0,0 1 1 0 0,0 0-1 0 0,0-1 1 0 0,0 0-1 0 0,4 2 1 0 0,10 5-326 0 0,0-2 1 0 0,1 0 0 0 0,0-1-1 0 0,1-1 1 0 0,-1 0 0 0 0,1-1-1 0 0,26 0 1 0 0,-41-2 104 0 0,41 3-6829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22 8754 0 0,'0'-1'144'0'0,"-1"1"0"0"0,1-1 0 0 0,0 0-1 0 0,0 1 1 0 0,0-1 0 0 0,0 0 0 0 0,0 1 0 0 0,0-1 0 0 0,0 0 0 0 0,0 0 0 0 0,0 1-1 0 0,0-1 1 0 0,0 0 0 0 0,1 1 0 0 0,-1-1 0 0 0,0 0 0 0 0,0 1 0 0 0,1-1 0 0 0,-1 1-1 0 0,0-1 1 0 0,1 0 0 0 0,-1 1 0 0 0,1-1 0 0 0,-1 1 0 0 0,1-1 0 0 0,-1 1 0 0 0,1-1-1 0 0,-1 1 1 0 0,1 0 0 0 0,-1-1 0 0 0,1 1 0 0 0,-1 0 0 0 0,1-1 0 0 0,0 1 0 0 0,-1 0-1 0 0,1-1 1 0 0,0 1 0 0 0,-1 0 0 0 0,1 0 0 0 0,0 0 0 0 0,-1 0 0 0 0,1 0 0 0 0,0 0 0 0 0,-1 0-1 0 0,1 0 1 0 0,0 0 0 0 0,-1 0 0 0 0,2 0 0 0 0,0 1 7 0 0,0 0 0 0 0,0 0-1 0 0,0 0 1 0 0,0 0 0 0 0,0 0 0 0 0,0 0 0 0 0,-1 0 0 0 0,1 1-1 0 0,0-1 1 0 0,-1 1 0 0 0,1-1 0 0 0,-1 1 0 0 0,0 0 0 0 0,2 2 0 0 0,4 8 158 0 0,-2 1 0 0 0,1 0 0 0 0,-2 1 0 0 0,1-1 1 0 0,-2 1-1 0 0,0 0 0 0 0,2 21 0 0 0,-1 104 262 0 0,-4-77-463 0 0,0-32-283 0 0,4 64-438 0 0,-2-82-210 0 0,0-1 0 0 0,0 0 0 0 0,6 15-1 0 0,0-7-5488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 13363 0 0,'-5'19'904'0'0,"1"0"0"0"0,-3 39 0 0 0,3-18-717 0 0,2-23-177 0 0,-1 2-339 0 0,-1 38-1 0 0,4-51-299 0 0,1 1 0 0 0,0-1 0 0 0,0 0 1 0 0,0 1-1 0 0,4 9 0 0 0,-1-8 289 0 0,0-6 306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6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13 11522 0 0,'-5'-2'1025'0'0,"3"2"-825"0"0,-3-5 2224 0 0,5 2-2552 0 0,5 2-160 0 0,3-1-24 0 0,25 8-8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2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7370 0 0,'2'0'262'0'0,"0"1"1"0"0,1-1 0 0 0,-1 1-1 0 0,1-1 1 0 0,-1 1 0 0 0,0 0-1 0 0,1 0 1 0 0,-1 0 0 0 0,0 0-1 0 0,0 0 1 0 0,0 1 0 0 0,0-1-1 0 0,0 1 1 0 0,0-1 0 0 0,0 1-1 0 0,0 0 1 0 0,-1-1-1 0 0,1 1 1 0 0,-1 0 0 0 0,1 0-1 0 0,-1 0 1 0 0,0 1 0 0 0,0-1-1 0 0,2 3 1 0 0,2 8 239 0 0,0 0-1 0 0,0 0 1 0 0,3 17-1 0 0,-1-3-214 0 0,-4-16-265 0 0,-2-7-17 0 0,-1-1 0 0 0,1 0 0 0 0,0 0 0 0 0,-1 0-1 0 0,1 0 1 0 0,1 0 0 0 0,-1 0 0 0 0,0 0 0 0 0,1-1-1 0 0,0 1 1 0 0,-1 0 0 0 0,1-1 0 0 0,0 1 0 0 0,4 3-1 0 0,-4-8-20 0 0,0 0-1 0 0,0 0 0 0 0,-1 0 0 0 0,1 0 0 0 0,-1-1 0 0 0,0 1 0 0 0,1 0 1 0 0,-1-1-1 0 0,0 1 0 0 0,0-1 0 0 0,0-3 0 0 0,1 1-10 0 0,9-22 158 0 0,-4 9 111 0 0,1 0-1 0 0,9-17 0 0 0,-15 32-125 0 0,1-1 0 0 0,-1 0 0 0 0,1 1 0 0 0,-1-1-1 0 0,1 1 1 0 0,0 0 0 0 0,1 0 0 0 0,-1 0 0 0 0,0 0 0 0 0,1 1-1 0 0,-1-1 1 0 0,1 1 0 0 0,0 0 0 0 0,6-3 0 0 0,-8 5-52 0 0,0 0 0 0 0,0 0 0 0 0,0 0 0 0 0,0 0 1 0 0,0 0-1 0 0,0 0 0 0 0,0 0 0 0 0,0 0 0 0 0,0 1 0 0 0,0-1 1 0 0,0 1-1 0 0,0 0 0 0 0,0-1 0 0 0,0 1 0 0 0,-1 0 0 0 0,1 0 1 0 0,0 0-1 0 0,-1 0 0 0 0,1 1 0 0 0,0-1 0 0 0,1 2 1 0 0,35 39 258 0 0,-14-15-1869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103 275 6449 0 0,'-2'-2'285'0'0,"1"0"1"0"0,0 0-1 0 0,-1 0 0 0 0,1 0 0 0 0,0-1 0 0 0,0 1 0 0 0,1 0 0 0 0,-1 0 0 0 0,0-1 0 0 0,1 1 0 0 0,-1 0 0 0 0,1-1 0 0 0,0 1 0 0 0,0 0 0 0 0,0-1 0 0 0,0 1 0 0 0,0-1 1 0 0,1-1-1 0 0,11-51 2074 0 0,-6 33-1854 0 0,4-16-106 0 0,-6 31-247 0 0,-2-2-1 0 0,1 1 1 0 0,-1 0-1 0 0,0 0 1 0 0,-1-1-1 0 0,0 1 1 0 0,0-1-1 0 0,-1 0 1 0 0,0 1-1 0 0,-1-14 1 0 0,0 21-141 0 0,1 1 0 0 0,-1-1 0 0 0,1 0 0 0 0,0 1 0 0 0,-1-1 0 0 0,1 1 1 0 0,-1-1-1 0 0,1 1 0 0 0,-1-1 0 0 0,1 1 0 0 0,-1 0 0 0 0,0-1 0 0 0,1 1 0 0 0,-1 0 1 0 0,0-1-1 0 0,1 1 0 0 0,-1 0 0 0 0,0 0 0 0 0,1-1 0 0 0,-1 1 0 0 0,0 0 1 0 0,1 0-1 0 0,-1 0 0 0 0,0 0 0 0 0,1 0 0 0 0,-1 0 0 0 0,0 0 0 0 0,1 0 0 0 0,-1 0 1 0 0,0 0-1 0 0,0 1 0 0 0,1-1 0 0 0,-1 0 0 0 0,0 0 0 0 0,1 1 0 0 0,-1-1 1 0 0,1 0-1 0 0,-1 1 0 0 0,0-1 0 0 0,1 1 0 0 0,-1-1 0 0 0,1 1 0 0 0,-1-1 1 0 0,0 1-1 0 0,-26 22-315 0 0,18-13 164 0 0,0 0-1 0 0,1 1 1 0 0,0 0 0 0 0,0 1 0 0 0,2 0 0 0 0,-1 0-1 0 0,1 0 1 0 0,-5 19 0 0 0,9-27 175 0 0,1 0 1 0 0,0 0-1 0 0,0 0 1 0 0,0 1-1 0 0,0-1 1 0 0,1 0-1 0 0,0 0 1 0 0,0 0-1 0 0,0 1 1 0 0,0-1-1 0 0,1 0 1 0 0,-1 0-1 0 0,1 0 1 0 0,0 1-1 0 0,1-1 1 0 0,-1 0-1 0 0,1-1 1 0 0,-1 1-1 0 0,1 0 1 0 0,0 0 0 0 0,1-1-1 0 0,-1 1 1 0 0,1-1-1 0 0,-1 1 1 0 0,1-1-1 0 0,0 0 1 0 0,0 0-1 0 0,0-1 1 0 0,1 1-1 0 0,6 4 1 0 0,8 3-136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7.9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8754 0 0,'0'-1'231'0'0,"1"0"1"0"0,-1 0 0 0 0,0 0-1 0 0,0 0 1 0 0,1 0-1 0 0,-1 0 1 0 0,1 0 0 0 0,-1 0-1 0 0,1 0 1 0 0,-1 1-1 0 0,1-1 1 0 0,-1 0 0 0 0,1 0-1 0 0,0 1 1 0 0,-1-1-1 0 0,1 0 1 0 0,0 1 0 0 0,0-1-1 0 0,-1 0 1 0 0,1 1-1 0 0,0-1 1 0 0,0 1 0 0 0,0 0-1 0 0,0-1 1 0 0,0 1-1 0 0,0 0 1 0 0,0-1 0 0 0,0 1-1 0 0,0 0 1 0 0,-1 0-1 0 0,3 0 1 0 0,36-9 2968 0 0,-37 9-3090 0 0,2-1-48 0 0,-1 1 0 0 0,1 0 0 0 0,-1 0 1 0 0,1 0-1 0 0,0 0 0 0 0,-1 0 0 0 0,1 1 0 0 0,-1 0 1 0 0,1 0-1 0 0,-1 0 0 0 0,0 0 0 0 0,1 0 0 0 0,-1 0 1 0 0,0 1-1 0 0,0 0 0 0 0,0 0 0 0 0,0 0 0 0 0,0 0 0 0 0,0 0 1 0 0,0 0-1 0 0,-1 1 0 0 0,1-1 0 0 0,-1 1 0 0 0,0 0 1 0 0,0 0-1 0 0,0 0 0 0 0,0 0 0 0 0,0 0 0 0 0,-1 0 1 0 0,3 6-1 0 0,3 10 315 0 0,-1 0 0 0 0,0 0 0 0 0,-2 1 0 0 0,3 26 0 0 0,-2-17-244 0 0,10 53-1030 0 0,4-1 0 0 0,39 108 0 0 0,-48-163-6590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8.3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1 267 1368 0 0,'13'-11'251'0'0,"0"1"0"0"0,1 0-1 0 0,0 1 1 0 0,16-7 0 0 0,-1-1 329 0 0,44-25 2095 0 0,103-44 0 0 0,-125 66 550 0 0,75-19 0 0 0,-121 37-3190 0 0,-1 1 340 0 0,0 0 0 0 0,0 0-1 0 0,-1 0 1 0 0,1 1-1 0 0,0-1 1 0 0,0 1 0 0 0,7 0-1 0 0,-10 1-269 0 0,0-1 0 0 0,0 1-1 0 0,0-1 1 0 0,0 1-1 0 0,-1-1 1 0 0,1 1-1 0 0,0 0 1 0 0,0-1 0 0 0,0 1-1 0 0,-1 0 1 0 0,1 0-1 0 0,0-1 1 0 0,-1 1-1 0 0,1 0 1 0 0,0 0 0 0 0,-1 0-1 0 0,1 0 1 0 0,-1 0-1 0 0,0 0 1 0 0,1 0-1 0 0,-1 0 1 0 0,0 0-1 0 0,0 0 1 0 0,1 0 0 0 0,-1 0-1 0 0,0 0 1 0 0,0 0-1 0 0,0 0 1 0 0,0 0-1 0 0,0 0 1 0 0,-1 2 0 0 0,0 57 833 0 0,1 62-550 0 0,1-108-391 0 0,0 0 0 0 0,2 0 0 0 0,-1-1-1 0 0,2 1 1 0 0,0-1 0 0 0,7 18 0 0 0,-10-30 3 0 0,-1 1 0 0 0,1-1 0 0 0,-1 0 1 0 0,1 1-1 0 0,0-1 0 0 0,-1 0 0 0 0,1 1 1 0 0,0-1-1 0 0,0 0 0 0 0,0 0 0 0 0,0 0 0 0 0,0 0 1 0 0,0 0-1 0 0,0 0 0 0 0,1 0 0 0 0,-1 0 1 0 0,0-1-1 0 0,0 1 0 0 0,1 0 0 0 0,-1-1 0 0 0,0 1 1 0 0,3 0-1 0 0,-2-1-1 0 0,0 0 1 0 0,-1-1-1 0 0,1 1 1 0 0,-1 0-1 0 0,1-1 1 0 0,-1 1 0 0 0,1-1-1 0 0,-1 0 1 0 0,1 0-1 0 0,-1 1 1 0 0,0-1-1 0 0,1 0 1 0 0,-1 0-1 0 0,0 0 1 0 0,0 0-1 0 0,0 0 1 0 0,2-3 0 0 0,5-6-63 0 0,0-1 0 0 0,-1-1 1 0 0,11-23-1 0 0,-14 28-13 0 0,20-52-125 0 0,-20 46 150 0 0,1 0 0 0 0,0 1 1 0 0,0-1-1 0 0,1 1 0 0 0,1 0 0 0 0,0 1 0 0 0,1 0 0 0 0,0 0 0 0 0,10-10 0 0 0,-17 20 61 0 0,1 0 0 0 0,-1 0 0 0 0,1 0 1 0 0,0 0-1 0 0,-1 1 0 0 0,1-1 0 0 0,0 0 1 0 0,-1 1-1 0 0,1 0 0 0 0,0-1 0 0 0,-1 1 1 0 0,1 0-1 0 0,0 0 0 0 0,0 0 0 0 0,-1 0 0 0 0,1 0 1 0 0,0 0-1 0 0,0 0 0 0 0,-1 1 0 0 0,1-1 1 0 0,0 1-1 0 0,0-1 0 0 0,-1 1 0 0 0,1 0 1 0 0,-1 0-1 0 0,1-1 0 0 0,-1 1 0 0 0,1 0 1 0 0,1 2-1 0 0,7 4 99 0 0,-1 1 0 0 0,0 0 0 0 0,11 14 0 0 0,-2-4-68 0 0,29 21-734 0 0,71 39-6608 0 0,-93-63 7157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8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197 2 6449 0 0,'-4'-1'300'0'0,"0"1"0"0"0,1-1 0 0 0,-1 1 0 0 0,0 0 0 0 0,0 1 0 0 0,1-1 0 0 0,-1 1 0 0 0,0-1 0 0 0,1 1 0 0 0,-1 0 0 0 0,1 0 0 0 0,-1 1 0 0 0,1-1 0 0 0,-1 1 0 0 0,1 0 0 0 0,0 0 0 0 0,0 0 0 0 0,0 0 0 0 0,0 0 0 0 0,0 1 0 0 0,-4 4 0 0 0,-5 5 624 0 0,0 0 0 0 0,1 1 0 0 0,-13 20 0 0 0,14-18-660 0 0,0 0 0 0 0,2 1 1 0 0,-11 25-1 0 0,17-37-291 0 0,1 1 0 0 0,-1-1 0 0 0,0 1 0 0 0,1 0 0 0 0,0 0 0 0 0,0 0 0 0 0,1 0 0 0 0,-1 0 0 0 0,1 0 1 0 0,0 0-1 0 0,0 0 0 0 0,1 0 0 0 0,0 0 0 0 0,0 0 0 0 0,0-1 0 0 0,0 1 0 0 0,3 6 0 0 0,-4-10-65 0 0,1 1 0 0 0,-1-1 0 0 0,1 0 1 0 0,0 0-1 0 0,-1 0 0 0 0,1 0 0 0 0,0 0 0 0 0,0 0 0 0 0,0 0 0 0 0,-1-1 1 0 0,1 1-1 0 0,0 0 0 0 0,0 0 0 0 0,0-1 0 0 0,0 1 0 0 0,0 0 0 0 0,1-1 1 0 0,-1 1-1 0 0,0-1 0 0 0,0 0 0 0 0,0 1 0 0 0,0-1 0 0 0,1 0 0 0 0,-1 1 0 0 0,0-1 1 0 0,0 0-1 0 0,2 0 0 0 0,0-1-53 0 0,-1 0 1 0 0,1 0-1 0 0,-1 0 1 0 0,0 0-1 0 0,0 0 1 0 0,0 0-1 0 0,0-1 1 0 0,0 1-1 0 0,0-1 1 0 0,0 1-1 0 0,0-1 0 0 0,3-4 1 0 0,2-3 62 0 0,1-1 0 0 0,-1-1 0 0 0,-1 0 0 0 0,7-14 0 0 0,5-26 1120 0 0,-15 39-502 0 0,1 1-1 0 0,0 0 1 0 0,1-1 0 0 0,0 2-1 0 0,1-1 1 0 0,10-15 0 0 0,-16 26-507 0 0,0 0 1 0 0,0 0-1 0 0,0-1 1 0 0,0 1-1 0 0,0 0 1 0 0,0 0 0 0 0,0 0-1 0 0,0 0 1 0 0,1 0-1 0 0,-1 0 1 0 0,0-1-1 0 0,0 1 1 0 0,0 0-1 0 0,0 0 1 0 0,0 0-1 0 0,0 0 1 0 0,0 0 0 0 0,1 0-1 0 0,-1 0 1 0 0,0 0-1 0 0,0 0 1 0 0,0 0-1 0 0,0 0 1 0 0,0 0-1 0 0,1 0 1 0 0,-1 0-1 0 0,0 0 1 0 0,0 0 0 0 0,0 0-1 0 0,0 0 1 0 0,1 0-1 0 0,-1 0 1 0 0,0 0-1 0 0,0 0 1 0 0,0 0-1 0 0,0 0 1 0 0,0 0-1 0 0,1 0 1 0 0,-1 0 0 0 0,0 0-1 0 0,0 0 1 0 0,0 0-1 0 0,0 0 1 0 0,0 0-1 0 0,0 0 1 0 0,1 1-1 0 0,-1-1 1 0 0,0 0-1 0 0,0 0 1 0 0,0 0 0 0 0,0 0-1 0 0,3 13 666 0 0,-2 18-268 0 0,-1-28-287 0 0,0 6 35 0 0,0 0 1 0 0,1 0 0 0 0,0 1 0 0 0,1-1-1 0 0,-1 0 1 0 0,7 15 0 0 0,12 10-1101 0 0,-17-30 27 0 0,1 0 0 0 0,1 0 0 0 0,-1 0 0 0 0,0-1 0 0 0,8 5 0 0 0,12 6-5531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0 6449 0 0,'-1'1'216'0'0,"0"0"-1"0"0,0 0 0 0 0,0 0 0 0 0,0 1 1 0 0,0-1-1 0 0,0 0 0 0 0,1 0 1 0 0,-1 1-1 0 0,0-1 0 0 0,1 0 0 0 0,-1 1 1 0 0,1-1-1 0 0,0 1 0 0 0,-1-1 0 0 0,1 0 1 0 0,0 3-1 0 0,-4 28 3204 0 0,3-29-3252 0 0,0 25 1134 0 0,1 0 0 0 0,1 0 0 0 0,2 0 1 0 0,1 0-1 0 0,0-1 0 0 0,18 54 0 0 0,22 40-2051 0 0,6-8-5152 0 0,-36-85-1039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6 179 5065 0 0,'-1'0'165'0'0,"1"-1"-1"0"0,-1 0 1 0 0,0 0-1 0 0,1 0 1 0 0,-1 0-1 0 0,1 0 1 0 0,0 0-1 0 0,-1-1 1 0 0,1 1-1 0 0,0 0 1 0 0,-1 0-1 0 0,1 0 1 0 0,0 0 0 0 0,0 0-1 0 0,0-1 1 0 0,0 1-1 0 0,0 0 1 0 0,0 0-1 0 0,1 0 1 0 0,-1 0-1 0 0,0 0 1 0 0,0 0-1 0 0,1-2 1 0 0,1 0 269 0 0,0-1 1 0 0,0 1-1 0 0,0-1 1 0 0,0 1-1 0 0,0 0 0 0 0,1 0 1 0 0,2-3-1 0 0,3-3 186 0 0,1 1-1 0 0,0 1 0 0 0,1-1 1 0 0,10-5-1 0 0,-1 3-352 0 0,0 1 0 0 0,1 0 0 0 0,0 2-1 0 0,34-9 1 0 0,-9 6-1834 0 0,50-3 0 0 0,-64 10 416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9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30 5065 0 0,'0'-1'240'0'0,"1"0"0"0"0,0 0 0 0 0,-1 1 0 0 0,1-1 0 0 0,-1 0 0 0 0,1 0 0 0 0,-1 0-1 0 0,0 0 1 0 0,1 0 0 0 0,-1 0 0 0 0,0 0 0 0 0,0 0 0 0 0,0 0 0 0 0,0 0 0 0 0,1 0 0 0 0,-1 0 0 0 0,-1 0 0 0 0,1 0 0 0 0,0 0-1 0 0,0 0 1 0 0,0 0 0 0 0,0 0 0 0 0,-1 1 0 0 0,1-1 0 0 0,0 0 0 0 0,-1 0 0 0 0,1 0 0 0 0,-1-1 0 0 0,0 2-30 0 0,0 0 1 0 0,-1-1 0 0 0,1 1-1 0 0,0 0 1 0 0,0 0 0 0 0,0 0-1 0 0,0 0 1 0 0,0 0 0 0 0,0 0-1 0 0,-1 0 1 0 0,1 0 0 0 0,0 1-1 0 0,0-1 1 0 0,0 0-1 0 0,0 1 1 0 0,0-1 0 0 0,0 1-1 0 0,0-1 1 0 0,0 1 0 0 0,0-1-1 0 0,0 1 1 0 0,0 0 0 0 0,0 0-1 0 0,-1 0 1 0 0,-6 7 232 0 0,-1 0-1 0 0,1 0 1 0 0,0 0-1 0 0,0 1 1 0 0,1 0-1 0 0,-7 12 1 0 0,10-14-373 0 0,0 0-1 0 0,0 1 1 0 0,0-1 0 0 0,1 1 0 0 0,0 0-1 0 0,0 0 1 0 0,1 0 0 0 0,0 0 0 0 0,-1 11 0 0 0,3-15-65 0 0,1 0 0 0 0,-1 1 1 0 0,1-1-1 0 0,0 0 1 0 0,0 0-1 0 0,0 1 1 0 0,1-1-1 0 0,-1 0 1 0 0,1 0-1 0 0,0 0 1 0 0,0-1-1 0 0,1 1 1 0 0,-1 0-1 0 0,1-1 1 0 0,-1 0-1 0 0,1 1 1 0 0,0-1-1 0 0,1 0 1 0 0,4 3-1 0 0,8 6-46 0 0,1 0 1 0 0,36 17-1 0 0,-24-13-51 0 0,-5-5 15 0 0,21 13 17 0 0,-43-22 55 0 0,1 0 1 0 0,0-1-1 0 0,-1 1 0 0 0,0 0 0 0 0,1 0 0 0 0,-1 1 0 0 0,0-1 1 0 0,0 0-1 0 0,0 1 0 0 0,0-1 0 0 0,-1 1 0 0 0,3 3 0 0 0,-4-5 6 0 0,0 1 0 0 0,0 0-1 0 0,0-1 1 0 0,0 1 0 0 0,0-1 0 0 0,0 1-1 0 0,-1-1 1 0 0,1 1 0 0 0,0 0-1 0 0,-1-1 1 0 0,1 1 0 0 0,-1-1-1 0 0,0 0 1 0 0,1 1 0 0 0,-1-1-1 0 0,0 1 1 0 0,0-1 0 0 0,0 0-1 0 0,0 0 1 0 0,0 1 0 0 0,0-1-1 0 0,0 0 1 0 0,-1 0 0 0 0,1 0-1 0 0,0 0 1 0 0,-1-1 0 0 0,1 1-1 0 0,0 0 1 0 0,-1 0 0 0 0,1-1-1 0 0,-3 2 1 0 0,-5 2-31 0 0,0 0 1 0 0,0-1-1 0 0,-17 4 0 0 0,10-4-1430 0 0,0 0-5432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0 272 4145 0 0,'17'-12'495'0'0,"-1"0"1"0"0,0-2-1 0 0,-1 1 1 0 0,-1-2 0 0 0,0 0-1 0 0,-1 0 1 0 0,-1-2-1 0 0,0 1 1 0 0,-1-1-1 0 0,-1-1 1 0 0,-1 0-1 0 0,0-1 1 0 0,7-23-1 0 0,-15 41-375 0 0,-1 0 0 0 0,1-1 0 0 0,-1 1-1 0 0,1 0 1 0 0,-1-1 0 0 0,1 1 0 0 0,-1 0-1 0 0,0-1 1 0 0,0 1 0 0 0,0-1 0 0 0,0 1-1 0 0,0-1 1 0 0,0 1 0 0 0,0-1 0 0 0,0 1-1 0 0,-1 0 1 0 0,0-3 0 0 0,1 4-24 0 0,-1 0 1 0 0,1 0 0 0 0,-1-1-1 0 0,1 1 1 0 0,-1 0-1 0 0,1 0 1 0 0,-1 0-1 0 0,1 0 1 0 0,-1 0-1 0 0,1 0 1 0 0,-1 0-1 0 0,1 0 1 0 0,-1 0-1 0 0,1 0 1 0 0,-1 0-1 0 0,1 0 1 0 0,-1 0-1 0 0,0 0 1 0 0,1 0-1 0 0,-1 0 1 0 0,1 1-1 0 0,-1-1 1 0 0,1 0-1 0 0,0 0 1 0 0,-1 1-1 0 0,1-1 1 0 0,-1 0 0 0 0,0 1-1 0 0,-3 2 255 0 0,0 0-1 0 0,0 0 1 0 0,0 1 0 0 0,1-1 0 0 0,-1 1-1 0 0,1-1 1 0 0,0 1 0 0 0,-5 8-1 0 0,6-5-257 0 0,-1 1-1 0 0,1-1 0 0 0,0 1 0 0 0,1 0 0 0 0,0-1 0 0 0,0 1 0 0 0,1 0 0 0 0,0 0 0 0 0,0-1 1 0 0,1 1-1 0 0,0 0 0 0 0,0-1 0 0 0,0 1 0 0 0,1 0 0 0 0,1-1 0 0 0,-1 0 0 0 0,1 1 0 0 0,0-1 1 0 0,1-1-1 0 0,0 1 0 0 0,0 0 0 0 0,0-1 0 0 0,1 0 0 0 0,0 0 0 0 0,0 0 0 0 0,1 0 0 0 0,-1-1 0 0 0,1 0 1 0 0,12 8-1 0 0,-14-11-90 0 0,0-1 1 0 0,0 1 0 0 0,0-1-1 0 0,0 0 1 0 0,0 0 0 0 0,0 0-1 0 0,1 0 1 0 0,-1-1 0 0 0,0 0-1 0 0,0 0 1 0 0,0 0 0 0 0,1 0-1 0 0,-1-1 1 0 0,0 1 0 0 0,0-1-1 0 0,0 0 1 0 0,0 0 0 0 0,0-1-1 0 0,0 1 1 0 0,0-1 0 0 0,5-3-1 0 0,8-6-312 0 0,0 0-1 0 0,-1 0 0 0 0,20-20 1 0 0,-10 9-1262 0 0,3-2-5394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4609 0 0,'2'-1'11394'0'0,"11"188"-4928"0"0,7 63-5911 0 0,-16-209-1721 0 0,-4-23-4873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0 230 3169 0 0,'4'-13'168'0'0,"0"1"0"0"0,1 0 1 0 0,1 0-1 0 0,0 0 0 0 0,1 1 0 0 0,0 0 1 0 0,0 0-1 0 0,1 0 0 0 0,18-17 1 0 0,-20 23 214 0 0,13-14 1696 0 0,30-20 0 0 0,-43 35-1586 0 0,-1 0 0 0 0,1 0 0 0 0,1 1 0 0 0,-1 0 0 0 0,0 0 0 0 0,1 0 0 0 0,-1 1-1 0 0,1 0 1 0 0,0 0 0 0 0,11-1 0 0 0,-17 3-385 0 0,1 0 0 0 0,-1 0 0 0 0,0 0 1 0 0,1 0-1 0 0,-1 0 0 0 0,1 0 0 0 0,-1 0 0 0 0,0 0 0 0 0,1 0 0 0 0,-1 0 0 0 0,0 1 0 0 0,1-1 0 0 0,-1 1 1 0 0,0-1-1 0 0,0 1 0 0 0,1-1 0 0 0,-1 1 0 0 0,0 0 0 0 0,0-1 0 0 0,0 1 0 0 0,0 0 0 0 0,0 0 0 0 0,0 0 1 0 0,0 0-1 0 0,0 0 0 0 0,0 0 0 0 0,0 0 0 0 0,-1 0 0 0 0,1 1 0 0 0,0-1 0 0 0,-1 0 0 0 0,1 0 0 0 0,-1 1 1 0 0,1-1-1 0 0,-1 0 0 0 0,0 1 0 0 0,0-1 0 0 0,1 0 0 0 0,-1 1 0 0 0,0-1 0 0 0,0 0 0 0 0,0 1 0 0 0,0-1 1 0 0,0 0-1 0 0,-1 1 0 0 0,1-1 0 0 0,0 0 0 0 0,-2 3 0 0 0,0 5 124 0 0,-1-1-1 0 0,0 0 1 0 0,0 1-1 0 0,-1-1 1 0 0,0-1-1 0 0,-6 10 1 0 0,-5 4 36 0 0,-1-1 1 0 0,-1 0-1 0 0,-35 31 1 0 0,-26 12-2898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0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1 7802 0 0,'-3'0'326'0'0,"1"0"1"0"0,-1 0 0 0 0,0 0 0 0 0,0 0-1 0 0,0 1 1 0 0,1-1 0 0 0,-1 1 0 0 0,0-1-1 0 0,1 1 1 0 0,-1 0 0 0 0,1 0 0 0 0,-1 1-1 0 0,1-1 1 0 0,-1 0 0 0 0,1 1 0 0 0,0 0-1 0 0,0-1 1 0 0,-1 1 0 0 0,1 0 0 0 0,1 0-1 0 0,-1 0 1 0 0,0 0 0 0 0,-3 5 0 0 0,-1 1 397 0 0,1 0-1 0 0,0 1 1 0 0,0 0 0 0 0,0 0 0 0 0,-4 13 0 0 0,7-15-564 0 0,0 1 0 0 0,0-1 0 0 0,1 1 1 0 0,0 0-1 0 0,0-1 0 0 0,1 13 0 0 0,0-18-171 0 0,0 0 1 0 0,0 0-1 0 0,0 0 0 0 0,1 0 1 0 0,-1 0-1 0 0,1 0 0 0 0,-1 0 1 0 0,1 0-1 0 0,0 0 0 0 0,-1 0 1 0 0,1 0-1 0 0,0 0 1 0 0,0 0-1 0 0,1 0 0 0 0,-1-1 1 0 0,0 1-1 0 0,0 0 0 0 0,1-1 1 0 0,-1 1-1 0 0,1-1 0 0 0,0 0 1 0 0,-1 1-1 0 0,1-1 0 0 0,0 0 1 0 0,0 0-1 0 0,0 0 0 0 0,-1 0 1 0 0,1 0-1 0 0,3 0 0 0 0,-4-1-33 0 0,1 0 0 0 0,0 0 0 0 0,0-1-1 0 0,-1 1 1 0 0,1 0 0 0 0,0-1 0 0 0,0 1-1 0 0,-1-1 1 0 0,1 0 0 0 0,0 1 0 0 0,-1-1-1 0 0,1 0 1 0 0,-1 0 0 0 0,1 0 0 0 0,-1 0-1 0 0,0 0 1 0 0,3-3 0 0 0,25-27-973 0 0,-23 23 918 0 0,8-8 195 0 0,-9 10 6 0 0,0-1 0 0 0,0 1 0 0 0,0 0-1 0 0,1 1 1 0 0,0-1 0 0 0,0 1 0 0 0,1 0 0 0 0,-1 1 0 0 0,1-1-1 0 0,13-5 1 0 0,-19 10-85 0 0,0 0 0 0 0,0 0 0 0 0,0-1-1 0 0,0 1 1 0 0,0 1 0 0 0,0-1-1 0 0,0 0 1 0 0,0 0 0 0 0,0 0 0 0 0,0 0-1 0 0,0 1 1 0 0,0-1 0 0 0,0 0 0 0 0,0 1-1 0 0,0-1 1 0 0,-1 1 0 0 0,1-1 0 0 0,0 1-1 0 0,0-1 1 0 0,0 1 0 0 0,-1 0 0 0 0,1-1-1 0 0,0 1 1 0 0,-1 0 0 0 0,1 0-1 0 0,-1-1 1 0 0,1 1 0 0 0,0 1 0 0 0,13 29-258 0 0,-11-21 20 0 0,4 9-251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3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80 4865 0 0,'15'-1'1546'0'0,"-13"1"-808"0"0,0 0-1 0 0,0-1 1 0 0,0 1-1 0 0,0 0 1 0 0,0 0-1 0 0,0 1 1 0 0,0-1-1 0 0,0 0 1 0 0,0 1 0 0 0,0-1-1 0 0,3 2 1 0 0,9 8 485 0 0,20 30 2079 0 0,-27-28-3053 0 0,1-1 0 0 0,-2 1 0 0 0,0 1 1 0 0,0-1-1 0 0,-2 1 0 0 0,1 0 0 0 0,4 21 1 0 0,-25-71 1190 0 0,12 20-1708 0 0,1-1 0 0 0,0 1 0 0 0,1-1 0 0 0,1 0 0 0 0,0 0 0 0 0,2 0 0 0 0,0 1-1 0 0,6-34 1 0 0,0 29-7249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7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4 4145 0 0,'-4'1'499'0'0,"1"-1"0"0"0,-1 0 0 0 0,1 1 0 0 0,-1 0 0 0 0,1 0 0 0 0,-1 0 0 0 0,1 0 0 0 0,0 0 0 0 0,0 1 0 0 0,-1 0 0 0 0,1-1 0 0 0,-4 5 1 0 0,1-1 24 0 0,0-1 1 0 0,1 2 0 0 0,0-1 0 0 0,0 1-1 0 0,-8 11 1 0 0,8-9-133 0 0,-1 1-1 0 0,2 0 1 0 0,-1 1-1 0 0,1-1 0 0 0,1 1 1 0 0,0-1-1 0 0,0 1 1 0 0,1 0-1 0 0,-2 11 1 0 0,4-20-369 0 0,0 0-1 0 0,0 0 1 0 0,-1 1 0 0 0,1-1 0 0 0,0 0-1 0 0,1 0 1 0 0,-1 0 0 0 0,0 1 0 0 0,0-1 0 0 0,0 0-1 0 0,1 0 1 0 0,-1 0 0 0 0,0 0 0 0 0,1 0-1 0 0,-1 1 1 0 0,1-1 0 0 0,0 0 0 0 0,-1 0-1 0 0,1 0 1 0 0,0 0 0 0 0,-1-1 0 0 0,1 1 0 0 0,0 0-1 0 0,0 0 1 0 0,0 0 0 0 0,0-1 0 0 0,0 1-1 0 0,2 1 1 0 0,-2-2-22 0 0,1 0-1 0 0,-1 0 0 0 0,1 0 1 0 0,-1 0-1 0 0,0 0 1 0 0,1 0-1 0 0,-1 0 1 0 0,1 0-1 0 0,-1 0 1 0 0,0-1-1 0 0,1 1 0 0 0,-1-1 1 0 0,0 1-1 0 0,1-1 1 0 0,-1 0-1 0 0,0 1 1 0 0,0-1-1 0 0,1 0 0 0 0,-1 0 1 0 0,0 0-1 0 0,0 0 1 0 0,0 0-1 0 0,2-2 1 0 0,12-16-459 0 0,27-41 0 0 0,-33 45 594 0 0,0 0 0 0 0,2 1 0 0 0,-1 0 0 0 0,2 1 0 0 0,24-23 0 0 0,-35 36-78 0 0,-1-1 0 0 0,1 1-1 0 0,-1 0 1 0 0,1 0 0 0 0,-1 0 0 0 0,1-1 0 0 0,0 1 0 0 0,-1 0 0 0 0,1 0 0 0 0,0 0 0 0 0,-1 0 0 0 0,1 0 0 0 0,-1 0 0 0 0,1 0 0 0 0,0 0 0 0 0,-1 0 0 0 0,1 1 0 0 0,0-1 0 0 0,-1 0 0 0 0,1 0 0 0 0,-1 0 0 0 0,1 1 0 0 0,-1-1 0 0 0,1 0 0 0 0,0 1 0 0 0,-1-1 0 0 0,1 1 0 0 0,-1-1 0 0 0,0 0 0 0 0,1 1-1 0 0,-1-1 1 0 0,1 1 0 0 0,-1-1 0 0 0,0 1 0 0 0,1-1 0 0 0,-1 1 0 0 0,0-1 0 0 0,1 1 0 0 0,-1 0 0 0 0,0-1 0 0 0,0 2 0 0 0,14 31 711 0 0,-11-25-612 0 0,0 0-357 0 0,1-1-1 0 0,0 1 1 0 0,0-1-1 0 0,1 0 1 0 0,-1-1-1 0 0,2 1 1 0 0,-1-1-1 0 0,1 0 1 0 0,-1 0-1 0 0,2-1 1 0 0,-1 0-1 0 0,1 0 1 0 0,11 7-1 0 0,0-4-1799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1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17 7834 0 0,'-13'-16'4028'0'0,"12"28"850"0"0,5 13-3464 0 0,31 176 3329 0 0,-27-170-4946 0 0,1 0 0 0 0,1 0 0 0 0,2-1 0 0 0,21 38 0 0 0,-19-45-1661 0 0,0 0-5391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1 175 10138 0 0,'0'-1'69'0'0,"0"-1"0"0"0,0 0 0 0 0,0 0 0 0 0,0 0 0 0 0,0 0-1 0 0,1 0 1 0 0,-1 0 0 0 0,1 0 0 0 0,-1 0 0 0 0,1 1 0 0 0,0-1 0 0 0,0 0-1 0 0,0 0 1 0 0,0 1 0 0 0,0-1 0 0 0,0 0 0 0 0,0 1 0 0 0,0-1 0 0 0,1 1 0 0 0,-1 0-1 0 0,3-3 1 0 0,40-23 891 0 0,-27 17-617 0 0,104-53-1500 0 0,-106 56 77 0 0,0 1-1 0 0,1 1 0 0 0,-1 0 0 0 0,1 1 1 0 0,0 1-1 0 0,23-2 0 0 0,-18 6 920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0 233 5985 0 0,'3'0'128'0'0,"-1"1"1"0"0,0-1-1 0 0,0 1 0 0 0,1-1 0 0 0,-1 0 0 0 0,0 0 0 0 0,0 0 0 0 0,1 0 1 0 0,-1 0-1 0 0,0-1 0 0 0,1 1 0 0 0,-1-1 0 0 0,3 0 0 0 0,33-13 2334 0 0,-29 10-2114 0 0,14-5 1114 0 0,0-2-1 0 0,0 0 1 0 0,20-15 0 0 0,-37 23-1305 0 0,-1-1 1 0 0,0 1 0 0 0,0-1-1 0 0,0 0 1 0 0,-1 0 0 0 0,1-1-1 0 0,-1 0 1 0 0,0 1 0 0 0,0-1-1 0 0,-1-1 1 0 0,0 1 0 0 0,1 0-1 0 0,-2-1 1 0 0,1 0 0 0 0,-1 0-1 0 0,0 1 1 0 0,3-13-1 0 0,-5 16-147 0 0,0 0 0 0 0,0 0-1 0 0,0-1 1 0 0,0 1-1 0 0,0 0 1 0 0,0 0-1 0 0,0 0 1 0 0,-1 0-1 0 0,1 0 1 0 0,-1 0-1 0 0,0 0 1 0 0,0 0-1 0 0,1 0 1 0 0,-1 0-1 0 0,0 1 1 0 0,0-1 0 0 0,-1 0-1 0 0,1 0 1 0 0,0 1-1 0 0,-1-1 1 0 0,-2-1-1 0 0,2 1 19 0 0,-1 0 1 0 0,0 0-1 0 0,0 1 0 0 0,0-1 1 0 0,0 1-1 0 0,0 0 0 0 0,0 0 0 0 0,0 0 1 0 0,-1 1-1 0 0,1-1 0 0 0,0 1 1 0 0,-6-1-1 0 0,4 1-1 0 0,0 0-1 0 0,0 0 1 0 0,0 1-1 0 0,0-1 1 0 0,0 1 0 0 0,0 0-1 0 0,0 1 1 0 0,0-1-1 0 0,1 1 1 0 0,-1 0 0 0 0,0 0-1 0 0,1 1 1 0 0,0-1-1 0 0,-1 1 1 0 0,1 0 0 0 0,0 0-1 0 0,1 0 1 0 0,-6 6-1 0 0,6-5-65 0 0,1 0-1 0 0,0 0 0 0 0,0 0 1 0 0,0 0-1 0 0,0 1 1 0 0,1-1-1 0 0,0 0 0 0 0,0 1 1 0 0,0 0-1 0 0,0-1 0 0 0,1 1 1 0 0,0-1-1 0 0,-1 1 1 0 0,2 0-1 0 0,-1-1 0 0 0,1 1 1 0 0,-1-1-1 0 0,1 1 0 0 0,1-1 1 0 0,-1 1-1 0 0,0-1 1 0 0,1 1-1 0 0,0-1 0 0 0,0 0 1 0 0,0 0-1 0 0,1 0 0 0 0,3 4 1 0 0,9 6-788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6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82 100 1376 0 0,'18'-25'1584'0'0,"-15"21"-418"0"0,0-1 0 0 0,0 0-1 0 0,0-1 1 0 0,-1 1 0 0 0,0 0 0 0 0,0-1-1 0 0,0 1 1 0 0,-1-1 0 0 0,0 1-1 0 0,0-1 1 0 0,-2-11 3156 0 0,-3 24-3060 0 0,1 13-658 0 0,7-2-526 0 0,0 0-1 0 0,1-1 0 0 0,15 32 0 0 0,-14-34 9 0 0,1 0 0 0 0,-2 1 0 0 0,0-1 0 0 0,5 30 0 0 0,-10-39-75 0 0,0-1 0 0 0,0 1 1 0 0,0-1-1 0 0,-1 1 0 0 0,1-1 1 0 0,-1 0-1 0 0,0 1 0 0 0,-1-1 1 0 0,0 0-1 0 0,1 0 0 0 0,-2 0 1 0 0,1 0-1 0 0,0 0 0 0 0,-1 0 1 0 0,0-1-1 0 0,0 1 0 0 0,-1-1 1 0 0,-6 8-1 0 0,-1-2-20 0 0,-1 0-1 0 0,0-1 1 0 0,0 0 0 0 0,-1-1-1 0 0,0 0 1 0 0,0-1 0 0 0,-22 9-1 0 0,13-9-107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22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0 13363 0 0,'3'9'1184'0'0,"-3"-2"-944"0"0,1 0-240 0 0,-3 7 4225 0 0,-1-10-2721 0 0,0 4-1016 0 0,-1 3-199 0 0,-2 0-49 0 0,-5-1-8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4609 0 0,'1'-2'545'0'0,"0"-1"-1"0"0,0 1 1 0 0,0 0-1 0 0,1-1 1 0 0,-1 1-1 0 0,1 0 1 0 0,-1 0-1 0 0,1 0 1 0 0,0 0-1 0 0,0 0 1 0 0,0 1-1 0 0,4-4 1 0 0,-6 5-336 0 0,1 0 0 0 0,-1 0 0 0 0,1 0 0 0 0,-1 0 0 0 0,1 0 0 0 0,-1-1 0 0 0,8 4 3136 0 0,-7-2-3136 0 0,12 19 1946 0 0,0 10-1261 0 0,-2 1 0 0 0,-1 0-1 0 0,11 59 1 0 0,3 102-656 0 0,-12-86 14 0 0,52 674 932 0 0,-64-757-1184 0 0,0-1 1 0 0,-1 1-1 0 0,-2-1 0 0 0,0 1 0 0 0,-2-1 0 0 0,-12 40 0 0 0,17-61-13 0 0,-1 0 0 0 0,1-1 0 0 0,0 1-1 0 0,0 0 1 0 0,0-1 0 0 0,-1 1 0 0 0,1 0-1 0 0,0-1 1 0 0,0 1 0 0 0,-1-1 0 0 0,1 1-1 0 0,-1-1 1 0 0,1 1 0 0 0,0-1 0 0 0,-1 1-1 0 0,1-1 1 0 0,-1 1 0 0 0,1-1 0 0 0,-1 0-1 0 0,0 1 1 0 0,1-1 0 0 0,-1 0 0 0 0,-1 1-1 0 0,-5-11-990 0 0,2-26-1497 0 0,14-96-6637 0 0,-3 66 5412 0 0,-3 20 2784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239 158 456 0 0,'-13'-9'354'0'0,"-1"1"0"0"0,-1 1 1 0 0,1 0-1 0 0,-1 1 0 0 0,0 1 0 0 0,-1 0 0 0 0,1 1 0 0 0,-31-4 0 0 0,23 6 891 0 0,18 2-726 0 0,0 0 0 0 0,0 0-1 0 0,1-1 1 0 0,-1 1-1 0 0,0-1 1 0 0,1-1-1 0 0,-1 1 1 0 0,1 0 0 0 0,-6-4-1 0 0,10 5-434 0 0,0-1 1 0 0,0 1-1 0 0,0-1 0 0 0,0 1 1 0 0,0-1-1 0 0,0 1 0 0 0,0-1 1 0 0,0 1-1 0 0,0-1 0 0 0,0 1 1 0 0,0-1-1 0 0,0 1 0 0 0,0-1 1 0 0,1 1-1 0 0,-1-1 0 0 0,0 1 1 0 0,0-1-1 0 0,1 1 0 0 0,-1-1 1 0 0,0 1-1 0 0,1-1 0 0 0,-1 1 1 0 0,0 0-1 0 0,1-1 0 0 0,-1 1 1 0 0,1 0-1 0 0,-1-1 0 0 0,1 1 0 0 0,-1 0 1 0 0,0-1-1 0 0,1 1 0 0 0,-1 0 1 0 0,1 0-1 0 0,-1 0 0 0 0,1 0 1 0 0,-1-1-1 0 0,2 1 0 0 0,20-11 856 0 0,11-2-325 0 0,1 2 0 0 0,1 1 0 0 0,0 2 1 0 0,0 2-1 0 0,1 1 0 0 0,63-1 0 0 0,-39 6-189 0 0,0 4 0 0 0,0 2 0 0 0,73 16 0 0 0,-111-17-405 0 0,0 1-1 0 0,-1 1 1 0 0,0 0-1 0 0,0 2 1 0 0,0 0-1 0 0,-1 2 1 0 0,23 15-1 0 0,-29-15-12 0 0,0 0 0 0 0,0 1-1 0 0,-2 1 1 0 0,0 0-1 0 0,0 0 1 0 0,-1 1 0 0 0,-1 1-1 0 0,0 0 1 0 0,12 26-1 0 0,-8-12 59 0 0,-2 2-1 0 0,-1 0 1 0 0,-1 0-1 0 0,-2 0 1 0 0,-1 1-1 0 0,-1 1 1 0 0,1 54-1 0 0,-6-59-7 0 0,-2 0 1 0 0,-1 0-1 0 0,-1-1 0 0 0,-1 1 0 0 0,-2 0 0 0 0,0-1 0 0 0,-2 0 1 0 0,-1-1-1 0 0,-16 32 0 0 0,-1-9 122 0 0,-2-1 0 0 0,-2-1 0 0 0,-3-1 0 0 0,-45 49 0 0 0,49-64-88 0 0,-1-1 0 0 0,-2-1 1 0 0,0-2-1 0 0,-2-2 0 0 0,-1-1 0 0 0,-43 23 1 0 0,52-34-15 0 0,-35 18 108 0 0,56-28-176 0 0,0-1 0 0 0,-1 0 0 0 0,0 0 0 0 0,1-1 0 0 0,-1 0 0 0 0,0 0 0 0 0,0 0 0 0 0,-9-1 0 0 0,15 0-30 0 0,-1 0-1 0 0,0 0 1 0 0,1 0-1 0 0,-1 0 0 0 0,0 0 1 0 0,1 0-1 0 0,-1 0 1 0 0,0 0-1 0 0,1-1 1 0 0,-1 1-1 0 0,0 0 0 0 0,1-1 1 0 0,-1 1-1 0 0,0 0 1 0 0,1-1-1 0 0,-1 1 1 0 0,1-1-1 0 0,-1 1 0 0 0,1-1 1 0 0,-1 1-1 0 0,1-1 1 0 0,-1 1-1 0 0,1-1 1 0 0,0 1-1 0 0,-1-1 0 0 0,1 0 1 0 0,0 1-1 0 0,0-1 1 0 0,-1 0-1 0 0,1 1 1 0 0,0-1-1 0 0,0 0 0 0 0,0 1 1 0 0,0-1-1 0 0,0 0 1 0 0,-1 1-1 0 0,1-1 0 0 0,1 0 1 0 0,-1 0-1 0 0,0 1 1 0 0,0-1-1 0 0,0 0 1 0 0,1 0-1 0 0,11-29-3339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7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80 1840 0 0,'-16'-13'2297'0'0,"4"2"1847"0"0,13 10-4091 0 0,0 0 0 0 0,-1 0 0 0 0,1 1 0 0 0,0-1 0 0 0,0 0 0 0 0,0 1 0 0 0,0-1 0 0 0,0 1 0 0 0,0-1 0 0 0,0 1 0 0 0,0 0 0 0 0,0-1 0 0 0,0 1 0 0 0,0 0 0 0 0,0-1 0 0 0,0 1 0 0 0,0 0 0 0 0,0 0 0 0 0,2 0 0 0 0,307-40 6018 0 0,161 33-4103 0 0,-65 53-360 0 0,-324-34-1064 0 0,-1-4-659 0 0,135-3 1 0 0,-184-7-526 0 0,-4-3-195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1420 37 2304 0 0,'14'-8'349'0'0,"-10"6"157"0"0,1 0 0 0 0,-1 0 0 0 0,1 0 0 0 0,-1-1 0 0 0,0 0 0 0 0,0 0 0 0 0,0 0 0 0 0,3-4 0 0 0,-9 6-25 0 0,0 1 1 0 0,0 0 0 0 0,0-1-1 0 0,1 1 1 0 0,-1 0-1 0 0,0 0 1 0 0,0 1-1 0 0,0-1 1 0 0,0 0-1 0 0,0 1 1 0 0,-3 0-1 0 0,-164 30 6056 0 0,-88-9-4586 0 0,98-11-1213 0 0,-9 3-410 0 0,-183-8-1 0 0,305-11-211 0 0,-69-15 0 0 0,75 12-1276 0 0,1 1 0 0 0,-66-2 1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 0 456 0 0,'-1'2'468'0'0,"1"0"1"0"0,-1 0-1 0 0,0 0 1 0 0,1 0-1 0 0,-1-1 0 0 0,0 1 1 0 0,0 0-1 0 0,0 0 0 0 0,0-1 1 0 0,0 1-1 0 0,-1-1 0 0 0,1 1 1 0 0,0-1-1 0 0,-1 0 1 0 0,1 1-1 0 0,-1-1 0 0 0,1 0 1 0 0,-1 0-1 0 0,0 0 0 0 0,1 0 1 0 0,-1 0-1 0 0,0 0 0 0 0,0-1 1 0 0,-3 2-1 0 0,-50 12 3627 0 0,52-13-3835 0 0,-79 10 2282 0 0,-101 2 0 0 0,38-4-1677 0 0,-715 105-185 0 0,846-112-812 0 0,-94 11-3018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10 5529 0 0,'-7'-9'9428'0'0,"15"23"-4002"0"0,2-3-7150 0 0,103 99 3514 0 0,-78-73-1618 0 0,1-2-1 0 0,2-1 1 0 0,77 53-1 0 0,-105-81-777 0 0,0-1-1 0 0,0-1 0 0 0,0 1 1 0 0,0-2-1 0 0,1 1 0 0 0,0-1 1 0 0,13 2-1 0 0,-7-5-944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4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4 11058 0 0,'0'0'113'0'0,"-1"-1"-1"0"0,0 1 0 0 0,1-1 0 0 0,-1 1 1 0 0,0 0-1 0 0,0-1 0 0 0,1 1 0 0 0,-1 0 1 0 0,0 0-1 0 0,0-1 0 0 0,0 1 1 0 0,1 0-1 0 0,-1 0 0 0 0,0 0 0 0 0,0 0 1 0 0,0 0-1 0 0,1 0 0 0 0,-1 0 0 0 0,0 1 1 0 0,0-1-1 0 0,0 0 0 0 0,1 0 0 0 0,-1 0 1 0 0,0 1-1 0 0,0-1 0 0 0,1 0 0 0 0,-1 1 1 0 0,0-1-1 0 0,1 1 0 0 0,-1-1 0 0 0,0 1 1 0 0,1-1-1 0 0,-1 1 0 0 0,0 0 1 0 0,-25 27 1787 0 0,18-18-1223 0 0,-153 185 3083 0 0,24 18-5530 0 0,119-179-3021 0 0,4-2-1563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25 7834 0 0,'0'-1'238'0'0,"0"0"1"0"0,-1 0 0 0 0,1-1-1 0 0,-1 1 1 0 0,1 0 0 0 0,-1 0-1 0 0,1 0 1 0 0,-1 0 0 0 0,0 0-1 0 0,1-1 1 0 0,-1 1 0 0 0,0 0 0 0 0,0 0-1 0 0,0 1 1 0 0,0-1 0 0 0,0 0-1 0 0,0 0 1 0 0,0 0 0 0 0,0 1-1 0 0,0-1 1 0 0,0 0 0 0 0,0 1-1 0 0,-1-1 1 0 0,1 1 0 0 0,0 0-1 0 0,0-1 1 0 0,-1 1 0 0 0,1 0-1 0 0,0 0 1 0 0,-2-1 0 0 0,2 2-54 0 0,-1 0 1 0 0,1-1-1 0 0,0 1 1 0 0,-1 0-1 0 0,1 0 1 0 0,0 0-1 0 0,0 0 1 0 0,0 0 0 0 0,-1 0-1 0 0,1 0 1 0 0,0 0-1 0 0,0 1 1 0 0,1-1-1 0 0,-1 0 1 0 0,0 1-1 0 0,0-1 1 0 0,1 0-1 0 0,-1 1 1 0 0,0-1-1 0 0,1 1 1 0 0,0-1-1 0 0,-1 1 1 0 0,1-1-1 0 0,0 3 1 0 0,-3 13 138 0 0,1 1 0 0 0,1-1-1 0 0,0 1 1 0 0,4 28 0 0 0,15 73-663 0 0,-6-55-34 0 0,-5-13-963 0 0,0 0-3376 0 0,-2 2-1632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10594 0 0,'0'-1'112'0'0,"0"0"-1"0"0,1 0 1 0 0,-1 0-1 0 0,1 0 1 0 0,-1 0-1 0 0,1 0 1 0 0,0 0-1 0 0,-1 0 1 0 0,1 0-1 0 0,0 0 1 0 0,0 0-1 0 0,-1 0 1 0 0,1 0-1 0 0,0 0 1 0 0,0 1-1 0 0,0-1 1 0 0,0 0-1 0 0,0 1 1 0 0,0-1-1 0 0,0 1 1 0 0,0-1-1 0 0,0 1 1 0 0,1-1-1 0 0,-1 1 1 0 0,0 0-1 0 0,0-1 1 0 0,0 1-1 0 0,1 0 1 0 0,-1 0-1 0 0,0 0 1 0 0,0 0-1 0 0,2 1 1 0 0,41 1 1836 0 0,-31 2-1657 0 0,0 1-1 0 0,0-1 0 0 0,-1 2 1 0 0,0 0-1 0 0,0 0 0 0 0,0 2 1 0 0,20 15-1 0 0,71 72-553 0 0,-71-64-161 0 0,10 8-2047 0 0,-23-20-3178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29 5529 0 0,'-10'-15'166'0'0,"-6"2"4762"0"0,15 13-4670 0 0,-1 0-1 0 0,1 0 1 0 0,0 0-1 0 0,-1 0 1 0 0,1 0-1 0 0,-1 0 1 0 0,1 0-1 0 0,0 1 1 0 0,-1-1-1 0 0,1 0 1 0 0,0 1-1 0 0,-1-1 1 0 0,1 1-1 0 0,0-1 1 0 0,0 1-1 0 0,0 0 1 0 0,-1 0-1 0 0,1-1 1 0 0,0 1-1 0 0,0 0 1 0 0,0 0-1 0 0,0 0 1 0 0,0 0-1 0 0,1 0 1 0 0,-1 0-1 0 0,-1 2 1 0 0,-18 23 582 0 0,2 0 0 0 0,0 2 1 0 0,-19 42-1 0 0,16-31-710 0 0,-2 5-50 0 0,-26 69 0 0 0,41-91-1015 0 0,1 1-1 0 0,-6 43 0 0 0,10-35-5761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1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32 138 1376 0 0,'-1'-1'154'0'0,"-1"1"0"0"0,0 0 0 0 0,1-1 0 0 0,-1 0 0 0 0,1 1 0 0 0,-1-1 0 0 0,1 0 0 0 0,-1 0 0 0 0,1 0 0 0 0,-1 0 0 0 0,1 0 0 0 0,0 0 0 0 0,0 0 0 0 0,-1 0 0 0 0,1-1 0 0 0,0 1-1 0 0,0 0 1 0 0,0-1 0 0 0,0 1 0 0 0,1-1 0 0 0,-1 1 0 0 0,0-1 0 0 0,1 1 0 0 0,-1-1 0 0 0,1 0 0 0 0,-1 1 0 0 0,1-1 0 0 0,0 0 0 0 0,-1 1 0 0 0,1-1 0 0 0,0 0 0 0 0,0 1 0 0 0,0-1 0 0 0,1 0 0 0 0,-1 1 0 0 0,0-1-1 0 0,1-2 1 0 0,0 0 249 0 0,1-1-1 0 0,-1 1 0 0 0,1 0 0 0 0,-1 0 1 0 0,1 0-1 0 0,0 0 0 0 0,1 0 0 0 0,-1 1 0 0 0,1-1 1 0 0,0 1-1 0 0,0-1 0 0 0,0 1 0 0 0,4-4 0 0 0,-2 4-151 0 0,0-1-1 0 0,0 1 0 0 0,1 0 0 0 0,0 0 0 0 0,-1 1 0 0 0,1-1 1 0 0,0 1-1 0 0,0 1 0 0 0,0-1 0 0 0,1 1 0 0 0,-1 0 0 0 0,0 0 1 0 0,0 1-1 0 0,1 0 0 0 0,-1 0 0 0 0,0 0 0 0 0,10 3 0 0 0,-11-2-136 0 0,0 0-1 0 0,0 1 1 0 0,0 0 0 0 0,0 0-1 0 0,0 0 1 0 0,-1 1-1 0 0,1 0 1 0 0,-1 0-1 0 0,0 0 1 0 0,0 0 0 0 0,0 1-1 0 0,0-1 1 0 0,-1 1-1 0 0,1 0 1 0 0,-1 0-1 0 0,0 0 1 0 0,0 1 0 0 0,0-1-1 0 0,-1 1 1 0 0,0-1-1 0 0,3 9 1 0 0,1 4 47 0 0,-2 0 1 0 0,0 1-1 0 0,-1 0 0 0 0,-1 0 1 0 0,0 0-1 0 0,-2 25 1 0 0,-15 108 1571 0 0,15-150-1710 0 0,0-1 1 0 0,0 1-1 0 0,-1 0 0 0 0,1-1 0 0 0,0 1 1 0 0,0 0-1 0 0,0-1 0 0 0,0 1 0 0 0,0 0 1 0 0,0-1-1 0 0,0 1 0 0 0,0 0 0 0 0,0-1 1 0 0,0 1-1 0 0,0 0 0 0 0,1-1 0 0 0,-1 1 1 0 0,0 0-1 0 0,0-1 0 0 0,1 1 0 0 0,-1 0 1 0 0,0-1-1 0 0,1 1 0 0 0,-1-1 0 0 0,1 1 1 0 0,-1-1-1 0 0,1 1 0 0 0,-1-1 0 0 0,1 1 0 0 0,-1-1 1 0 0,1 1-1 0 0,0 0 0 0 0,1-1-6 0 0,0 0 0 0 0,-1 0 0 0 0,1 0 0 0 0,0 0 0 0 0,-1-1 0 0 0,1 1-1 0 0,0 0 1 0 0,-1-1 0 0 0,1 1 0 0 0,0-1 0 0 0,-1 1 0 0 0,1-1 0 0 0,1-1 0 0 0,48-33-198 0 0,-48 33 170 0 0,55-45-441 0 0,-25 19 47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70 158 5065 0 0,'-69'-39'9177'0'0,"87"52"-8678"0"0,1 0 1 0 0,18 18-1 0 0,-23-18-231 0 0,1-1 0 0 0,0-1 0 0 0,25 15 0 0 0,-34-23-127 0 0,0-1 1 0 0,0 1-1 0 0,0-1 0 0 0,0 0 1 0 0,1-1-1 0 0,-1 1 0 0 0,1-1 1 0 0,-1 0-1 0 0,1-1 0 0 0,0 0 1 0 0,-1 0-1 0 0,1 0 0 0 0,-1-1 1 0 0,8-1-1 0 0,-5 0 72 0 0,0 0-1 0 0,0-1 1 0 0,-1 1 0 0 0,1-2-1 0 0,-1 1 1 0 0,0-1-1 0 0,0 0 1 0 0,0-1 0 0 0,7-5-1 0 0,-11 6-148 0 0,0 0 0 0 0,1-1 0 0 0,-2 1 0 0 0,1-1 0 0 0,-1 1 0 0 0,1-1 0 0 0,-1 0-1 0 0,0 0 1 0 0,-1-1 0 0 0,1 1 0 0 0,-1-1 0 0 0,-1 1 0 0 0,1-1 0 0 0,1-9 0 0 0,16-76-881 0 0,-9 54-4716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3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5985 0 0,'-1'0'70'0'0,"0"1"0"0"0,1-1 0 0 0,-1 0 0 0 0,0 0 0 0 0,1 0 0 0 0,-1 0 0 0 0,0 0 0 0 0,1 1 0 0 0,-1-1 0 0 0,0 0 0 0 0,1 1 0 0 0,-1-1 0 0 0,1 0 0 0 0,-1 1 0 0 0,1-1 0 0 0,-1 1 0 0 0,0-1 0 0 0,1 0 0 0 0,0 1 0 0 0,-1 0 0 0 0,1-1 0 0 0,-1 1 0 0 0,1-1 0 0 0,0 1 0 0 0,-1 1 0 0 0,-4 21 2890 0 0,11 26 1130 0 0,-6-48-4090 0 0,5 24 1175 0 0,16 45-1 0 0,17 21-2688 0 0,-27-66-4126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131 114 6913 0 0,'-2'-14'248'0'0,"-12"-45"1758"0"0,14 56-1682 0 0,-1 1-1 0 0,0-1 0 0 0,0 1 0 0 0,0-1 0 0 0,0 1 1 0 0,0 0-1 0 0,-1 0 0 0 0,1-1 0 0 0,-1 1 1 0 0,1 0-1 0 0,-1 0 0 0 0,0 0 0 0 0,0 1 0 0 0,0-1 1 0 0,0 0-1 0 0,0 1 0 0 0,0-1 0 0 0,-4-1 1 0 0,5 3-195 0 0,0 0 1 0 0,0 0-1 0 0,-1 0 1 0 0,1 0-1 0 0,0 1 1 0 0,0-1-1 0 0,-1 0 1 0 0,1 1 0 0 0,0-1-1 0 0,0 1 1 0 0,0-1-1 0 0,0 1 1 0 0,-1-1-1 0 0,1 1 1 0 0,0 0-1 0 0,0 0 1 0 0,0 0-1 0 0,1-1 1 0 0,-1 1 0 0 0,0 0-1 0 0,0 0 1 0 0,0 0-1 0 0,1 0 1 0 0,-1 0-1 0 0,0 0 1 0 0,1 1-1 0 0,-1-1 1 0 0,1 0-1 0 0,-1 0 1 0 0,1 0 0 0 0,0 1-1 0 0,-1 0 1 0 0,-13 45 554 0 0,14-45-578 0 0,-12 60 336 0 0,-7 106 1 0 0,13 67-126 0 0,4-99-80 0 0,11 498 441 0 0,0-302-554 0 0,1 79-75 0 0,2 235 20 0 0,17 171 91 0 0,32-132 632 0 0,-4-65 304 0 0,-51-522-1131 0 0,11 104 99 0 0,-13-176-168 0 0,1 0-1 0 0,1 0 1 0 0,2-1 0 0 0,0 0 0 0 0,18 36 0 0 0,-25-59-86 0 0,0 0-1 0 0,0 0 1 0 0,1 0-1 0 0,-1 0 1 0 0,1 0-1 0 0,-1 0 1 0 0,1 0-1 0 0,-1 0 1 0 0,1-1 0 0 0,4 4-1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218 378 7834 0 0,'-14'-6'678'0'0,"0"-1"1"0"0,0 1 0 0 0,-1 1 0 0 0,0 1 0 0 0,0 0 0 0 0,0 1-1 0 0,0 1 1 0 0,-1 0 0 0 0,1 1 0 0 0,-1 0 0 0 0,-26 4-1 0 0,42-4-653 0 0,-1 1-1 0 0,1 0 1 0 0,-1 0-1 0 0,1 0 1 0 0,-1 0-1 0 0,1 0 1 0 0,0 0-1 0 0,-1 0 0 0 0,1 0 1 0 0,-1 0-1 0 0,1 0 1 0 0,-1 0-1 0 0,1 1 1 0 0,0-1-1 0 0,-1 0 1 0 0,1 0-1 0 0,-1 0 1 0 0,1 0-1 0 0,0 1 0 0 0,-1-1 1 0 0,1 0-1 0 0,0 0 1 0 0,-1 1-1 0 0,1-1 1 0 0,0 0-1 0 0,-1 1 1 0 0,1-1-1 0 0,-1 1 1 0 0,11 6 942 0 0,21 2 253 0 0,0-7-1130 0 0,-1-2-1 0 0,1 0 1 0 0,-1-3 0 0 0,50-9-1 0 0,31-2 151 0 0,130 8 175 0 0,-22 1-339 0 0,-120 0-27 0 0,374-31 411 0 0,-272 16-295 0 0,96-12-4 0 0,-101 8-110 0 0,0 8 1 0 0,250 12-1 0 0,-189 11-183 0 0,406-40 0 0 0,172-51 1385 0 0,-20 19-942 0 0,-700 58-1528 0 0,-94 4-6347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15 10594 0 0,'-1'0'62'0'0,"1"0"-1"0"0,0 0 1 0 0,0 0 0 0 0,-1 0-1 0 0,1 0 1 0 0,0-1-1 0 0,0 1 1 0 0,0 0-1 0 0,-1 0 1 0 0,1 0 0 0 0,0 0-1 0 0,0 0 1 0 0,0 0-1 0 0,-1 0 1 0 0,1 0-1 0 0,0-1 1 0 0,0 1 0 0 0,0 0-1 0 0,0 0 1 0 0,-1 0-1 0 0,1 0 1 0 0,0-1-1 0 0,0 1 1 0 0,0 0 0 0 0,0 0-1 0 0,0 0 1 0 0,0-1-1 0 0,-1 1 1 0 0,1 0-1 0 0,0 0 1 0 0,0 0 0 0 0,0-1-1 0 0,0 1 1 0 0,0 0-1 0 0,0 0 1 0 0,0-1-1 0 0,0 1 1 0 0,0 0 0 0 0,0 0-1 0 0,0 0 1 0 0,0-1-1 0 0,0 1 1 0 0,1 0-1 0 0,10-5 1873 0 0,19 2-5 0 0,-18 5-1609 0 0,0 0 1 0 0,-1 1-1 0 0,1 1 0 0 0,-1 0 0 0 0,0 0 0 0 0,0 1 0 0 0,11 7 0 0 0,69 51 648 0 0,-72-48-1063 0 0,0-1-1 0 0,2 0 1 0 0,-1-2 0 0 0,1 0 0 0 0,26 9 0 0 0,-31-15-673 0 0,0-1-1 0 0,0-1 0 0 0,0 0 0 0 0,1-2 0 0 0,0 0 1 0 0,-1 0-1 0 0,1-2 0 0 0,0 0 0 0 0,-1-1 1 0 0,29-4-1 0 0,-26-1-3649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5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8 5065 0 0,'-1'-1'170'0'0,"-1"0"1"0"0,1 0-1 0 0,-1 1 0 0 0,0-1 0 0 0,0 0 1 0 0,1 1-1 0 0,-1-1 0 0 0,0 1 0 0 0,0-1 1 0 0,0 1-1 0 0,1 0 0 0 0,-1 0 0 0 0,0 0 1 0 0,0 0-1 0 0,0 0 0 0 0,0 0 0 0 0,0 0 1 0 0,1 1-1 0 0,-4 0 0 0 0,0 1 351 0 0,0 1 0 0 0,1 0-1 0 0,-1 0 1 0 0,1 0 0 0 0,-8 8-1 0 0,-5 6 159 0 0,0 1 1 0 0,1 0-1 0 0,0 1 0 0 0,-22 38 0 0 0,-42 94 188 0 0,56-102-617 0 0,-51 110 243 0 0,64-130-1277 0 0,1 0 1 0 0,1 1 0 0 0,-8 50 0 0 0,13-50-4186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29 9218 0 0,'-1'-2'503'0'0,"1"0"1"0"0,0 0-1 0 0,0 0 1 0 0,0 0-1 0 0,0 1 1 0 0,0-1-1 0 0,1 0 1 0 0,-1 0-1 0 0,0 0 1 0 0,7-7 3610 0 0,-3 23-2729 0 0,-1 47-228 0 0,-3-42-1429 0 0,2 0 1 0 0,6 37-1 0 0,-2-30-602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9674 0 0,'-8'1'6902'0'0,"8"0"-6796"0"0,12 15 2450 0 0,38 31-3230 0 0,-29-28 1351 0 0,163 178-658 0 0,-165-180-529 0 0,1 0-1 0 0,0-2 1 0 0,33 19-1 0 0,-25-19-1136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6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10 8754 0 0,'-1'-1'332'0'0,"0"0"0"0"0,0 0-1 0 0,0 0 1 0 0,1 1 0 0 0,-1-1 0 0 0,0 0 0 0 0,0 1 0 0 0,0-1-1 0 0,0 1 1 0 0,0-1 0 0 0,-1 1 0 0 0,1 0 0 0 0,0-1 0 0 0,0 1 0 0 0,0 0-1 0 0,0 0 1 0 0,0 0 0 0 0,0-1 0 0 0,-1 1 0 0 0,0 1 0 0 0,0-1-53 0 0,0 0 1 0 0,1 1-1 0 0,-1 0 1 0 0,0-1-1 0 0,1 1 1 0 0,-1 0-1 0 0,1 0 1 0 0,-1 0-1 0 0,1 0 1 0 0,-1 0-1 0 0,-2 2 1 0 0,-2 4 37 0 0,0 1 1 0 0,0-1-1 0 0,1 1 1 0 0,-5 9-1 0 0,5-10-19 0 0,-23 40-122 0 0,2 0 1 0 0,-34 88-1 0 0,50-107-2062 0 0,-9 49-1 0 0,15-52-4629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7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55 5065 0 0,'-1'0'69'0'0,"1"0"0"0"0,-1 0 0 0 0,1 0 0 0 0,-1 0 0 0 0,1 0-1 0 0,0 0 1 0 0,-1-1 0 0 0,1 1 0 0 0,-1 0 0 0 0,1 0 0 0 0,-1 0 0 0 0,1 0 0 0 0,-1-1-1 0 0,1 1 1 0 0,-1 0 0 0 0,1 0 0 0 0,0-1 0 0 0,-1 1 0 0 0,1 0 0 0 0,0-1 0 0 0,-1 1 0 0 0,1 0-1 0 0,0-1 1 0 0,-1 1 0 0 0,1-1 0 0 0,0 1 0 0 0,0 0 0 0 0,-1-1 0 0 0,1 1 0 0 0,0-1-1 0 0,0 1 1 0 0,0-1 0 0 0,0 1 0 0 0,-1-1 0 0 0,1 1 0 0 0,0-1 0 0 0,0 1 0 0 0,0-1 0 0 0,0 1-1 0 0,0-1 1 0 0,0 1 0 0 0,0-1 0 0 0,1 1 0 0 0,-1 0 0 0 0,0-1 0 0 0,0 1 0 0 0,0-1 0 0 0,0 1-1 0 0,1-1 1 0 0,-1 1 0 0 0,0-1 0 0 0,0 1 0 0 0,1 0 0 0 0,-1-1 0 0 0,0 1 0 0 0,1 0-1 0 0,-1-1 1 0 0,2-1 332 0 0,-1-1 1 0 0,0 1-1 0 0,1 0 0 0 0,-1 1 0 0 0,1-1 0 0 0,-1 0 0 0 0,1 0 0 0 0,0 0 0 0 0,0 1 0 0 0,0-1 1 0 0,3-1-1 0 0,0 1-178 0 0,0 0 0 0 0,0 1 1 0 0,0-1-1 0 0,0 1 1 0 0,0 0-1 0 0,0 1 0 0 0,0-1 1 0 0,1 1-1 0 0,-1 0 1 0 0,0 0-1 0 0,0 1 1 0 0,0-1-1 0 0,0 1 0 0 0,1 0 1 0 0,-1 1-1 0 0,0-1 1 0 0,0 1-1 0 0,-1 0 0 0 0,1 0 1 0 0,0 1-1 0 0,-1-1 1 0 0,1 1-1 0 0,-1 0 0 0 0,0 0 1 0 0,0 1-1 0 0,0-1 1 0 0,5 7-1 0 0,-2-2-57 0 0,-2 0 1 0 0,1 0-1 0 0,-1 1 0 0 0,-1 0 0 0 0,0 0 1 0 0,0 0-1 0 0,0 0 0 0 0,-1 0 0 0 0,-1 1 1 0 0,0 0-1 0 0,0-1 0 0 0,0 1 1 0 0,-1 18-1 0 0,-1-27-149 0 0,0-1 0 0 0,0 1 0 0 0,-1-1 0 0 0,1 1 0 0 0,0-1 0 0 0,0 1 0 0 0,0 0 0 0 0,0-1 0 0 0,0 1 0 0 0,0-1 0 0 0,0 1 0 0 0,0-1 0 0 0,1 1 0 0 0,-1-1 0 0 0,0 1 0 0 0,0-1 0 0 0,0 1 0 0 0,1-1 0 0 0,-1 1 0 0 0,0-1 0 0 0,0 0 0 0 0,1 1 0 0 0,-1-1 0 0 0,0 1 0 0 0,1-1 0 0 0,-1 0 0 0 0,0 1 0 0 0,1-1 0 0 0,-1 0 0 0 0,1 1 0 0 0,-1-1 0 0 0,1 0 0 0 0,-1 0 0 0 0,0 1 0 0 0,1-1 0 0 0,0 0 0 0 0,0 0-5 0 0,1-1 0 0 0,-1 1 0 0 0,1 0 0 0 0,-1-1 0 0 0,0 0 1 0 0,1 1-1 0 0,-1-1 0 0 0,0 0 0 0 0,1 0 0 0 0,-1 0 0 0 0,0 0 0 0 0,2-1 1 0 0,32-39-24 0 0,-34 40 27 0 0,49-62-1891 0 0,-32 39-5792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16 125 6913 0 0,'-15'-23'3335'0'0,"15"15"-970"0"0,11 10-144 0 0,-6 2-1786 0 0,1 0 0 0 0,-1 1 0 0 0,-1-1 0 0 0,1 1 0 0 0,-1 0 0 0 0,1 0 0 0 0,5 11 0 0 0,10 11 376 0 0,-9-15-668 0 0,0-1-1 0 0,1 0 0 0 0,0-1 0 0 0,0 0 0 0 0,1-1 0 0 0,0-1 0 0 0,1 0 0 0 0,0 0 1 0 0,0-2-1 0 0,1 1 0 0 0,0-2 0 0 0,0 0 0 0 0,16 3 0 0 0,-28-8-97 0 0,-1 0-1 0 0,1 0 1 0 0,-1-1-1 0 0,1 1 1 0 0,0-1-1 0 0,-1 1 1 0 0,1-1-1 0 0,-1 0 1 0 0,1 0-1 0 0,-1 0 1 0 0,0 0-1 0 0,1 0 1 0 0,-1-1-1 0 0,0 1 1 0 0,0-1-1 0 0,0 1 1 0 0,0-1-1 0 0,0 0 1 0 0,0 0-1 0 0,-1 0 1 0 0,1 0-1 0 0,-1 0 1 0 0,1 0-1 0 0,1-3 1 0 0,4-9 179 0 0,1 1 0 0 0,9-29 0 0 0,-10 24-172 0 0,10-21-295 0 0,15-39 603 0 0,-11 27-5581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0,'-3'3'225'0'0,"1"0"0"0"0,-1 0 0 0 0,1 0 0 0 0,-1 1 0 0 0,1-1 0 0 0,0 1 0 0 0,0 0 0 0 0,1-1 0 0 0,-1 1 0 0 0,1 0 1 0 0,0 0-1 0 0,0 0 0 0 0,0 0 0 0 0,0 0 0 0 0,1 0 0 0 0,-1 8 0 0 0,1 10 3707 0 0,5 42-1 0 0,-3-39-2891 0 0,14 108 3166 0 0,5-1-4549 0 0,-17-108-425 0 0,0 1-6078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1:5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50 8290 0 0,'-3'-1'186'0'0,"-1"0"1"0"0,1 0 0 0 0,0 0-1 0 0,0 1 1 0 0,-1-1-1 0 0,1 1 1 0 0,0 0-1 0 0,-1-1 1 0 0,1 2 0 0 0,0-1-1 0 0,-1 0 1 0 0,1 1-1 0 0,0-1 1 0 0,-1 1 0 0 0,1 0-1 0 0,0 0 1 0 0,-4 2-1 0 0,2 0 37 0 0,0 0 0 0 0,1 0 0 0 0,-1 0 0 0 0,1 1 0 0 0,0 0 0 0 0,0-1 0 0 0,0 1 0 0 0,1 1-1 0 0,-6 8 1 0 0,2-2-71 0 0,0 1 0 0 0,2 0 0 0 0,-1 0-1 0 0,1 1 1 0 0,1 0 0 0 0,1-1 0 0 0,0 1-1 0 0,-2 16 1 0 0,4-18-148 0 0,0 0 0 0 0,0 1-1 0 0,2-1 1 0 0,-1 1 0 0 0,2-1-1 0 0,-1 0 1 0 0,1 1 0 0 0,1-1-1 0 0,0 0 1 0 0,1-1 0 0 0,0 1-1 0 0,6 11 1 0 0,-6-16-33 0 0,0 1-1 0 0,1-1 1 0 0,0 0-1 0 0,0 0 1 0 0,0 0-1 0 0,1 0 1 0 0,0-1-1 0 0,0 0 1 0 0,0 0-1 0 0,1-1 1 0 0,-1 0-1 0 0,1 0 1 0 0,0 0-1 0 0,1-1 1 0 0,-1 0 0 0 0,0-1-1 0 0,1 1 1 0 0,9 1-1 0 0,-9-3-2 0 0,-1 0 0 0 0,0 1-1 0 0,1-2 1 0 0,-1 1 0 0 0,1-1 0 0 0,-1-1-1 0 0,1 1 1 0 0,-1-1 0 0 0,0-1 0 0 0,1 1-1 0 0,-1-1 1 0 0,0 0 0 0 0,0-1 0 0 0,0 0-1 0 0,0 0 1 0 0,10-6 0 0 0,-12 5 97 0 0,0 0 0 0 0,0-1 0 0 0,0 0 0 0 0,-1 0 0 0 0,1 0 0 0 0,-1 0 0 0 0,-1 0 1 0 0,1-1-1 0 0,-1 0 0 0 0,0 0 0 0 0,0 0 0 0 0,0 0 0 0 0,-1 0 0 0 0,0 0 0 0 0,0-1 0 0 0,-1 1 0 0 0,1-1 0 0 0,-1-13 0 0 0,0 7 132 0 0,-1-1 1 0 0,-1 0-1 0 0,0 1 0 0 0,-1-1 0 0 0,0 1 0 0 0,-1-1 0 0 0,0 1 1 0 0,-1 0-1 0 0,-1 0 0 0 0,0 1 0 0 0,-1-1 0 0 0,0 1 0 0 0,-1 0 1 0 0,0 1-1 0 0,-1 0 0 0 0,-1 0 0 0 0,-10-11 0 0 0,10 12-384 0 0,-1 1 0 0 0,0 1-1 0 0,-1-1 1 0 0,0 2-1 0 0,0-1 1 0 0,-1 2 0 0 0,0 0-1 0 0,0 0 1 0 0,0 1-1 0 0,0 0 1 0 0,-16-3 0 0 0,15 7-942 0 0,2 3-179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49 8290 0 0,'-4'-5'315'0'0,"0"1"1"0"0,-1 0 0 0 0,0-1-1 0 0,0 2 1 0 0,0-1 0 0 0,0 0-1 0 0,0 1 1 0 0,-1 0 0 0 0,0 0-1 0 0,1 1 1 0 0,-12-4 0 0 0,14 6-67 0 0,-1-1 1 0 0,0 0-1 0 0,0 1 1 0 0,0 0-1 0 0,0 0 1 0 0,0 0-1 0 0,0 0 1 0 0,0 1-1 0 0,0-1 1 0 0,1 1-1 0 0,-1 0 1 0 0,0 0-1 0 0,0 0 1 0 0,1 1-1 0 0,-1 0 1 0 0,0-1-1 0 0,1 1 1 0 0,0 0-1 0 0,-6 5 1 0 0,2 0-151 0 0,0 0 1 0 0,1 0 0 0 0,0 1-1 0 0,0-1 1 0 0,1 1 0 0 0,0 1-1 0 0,0-1 1 0 0,1 1 0 0 0,0-1-1 0 0,1 1 1 0 0,-1 1 0 0 0,2-1-1 0 0,-1 0 1 0 0,2 1 0 0 0,-1-1-1 0 0,1 10 1 0 0,-1-4 10 0 0,2-1 0 0 0,0 1-1 0 0,1-1 1 0 0,0 1 0 0 0,1-1 0 0 0,1 0 0 0 0,0 0 0 0 0,1 0-1 0 0,11 27 1 0 0,-11-34-101 0 0,1 0 0 0 0,0 0 0 0 0,0 0 0 0 0,0-1 0 0 0,0 1 0 0 0,1-1 0 0 0,0-1 0 0 0,1 1 0 0 0,-1-1 0 0 0,1 0 0 0 0,0 0 0 0 0,0-1-1 0 0,1 0 1 0 0,-1 0 0 0 0,1-1 0 0 0,0 0 0 0 0,0-1 0 0 0,0 1 0 0 0,0-1 0 0 0,16 1 0 0 0,-18-2 5 0 0,1 0-1 0 0,0-1 1 0 0,-1 0-1 0 0,1 0 1 0 0,0-1-1 0 0,0 0 1 0 0,-1 0-1 0 0,1-1 1 0 0,-1 1-1 0 0,1-2 1 0 0,-1 1 0 0 0,0 0-1 0 0,0-1 1 0 0,0-1-1 0 0,0 1 1 0 0,0-1-1 0 0,-1 1 1 0 0,1-2-1 0 0,-1 1 1 0 0,0-1-1 0 0,0 1 1 0 0,-1-1 0 0 0,0-1-1 0 0,0 1 1 0 0,0 0-1 0 0,4-8 1 0 0,-1-2 159 0 0,-1 0 1 0 0,0 0-1 0 0,-2 0 1 0 0,1 0-1 0 0,-2-1 1 0 0,0 0-1 0 0,-1 1 1 0 0,1-29 0 0 0,-3 37-237 0 0,0-1 0 0 0,-1 1 0 0 0,1-1 0 0 0,-1 1 0 0 0,-1 0 0 0 0,1-1-1 0 0,-1 1 1 0 0,-1 0 0 0 0,1 0 0 0 0,-1 0 0 0 0,0 1 0 0 0,-1-1 0 0 0,1 1 0 0 0,-2-1 0 0 0,1 1 0 0 0,0 0 0 0 0,-1 1 0 0 0,0-1 0 0 0,-1 1 0 0 0,-9-8 0 0 0,-2 4-4979 0 0,-2 4-1670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10594 0 0,'-4'2'32'0'0,"1"0"-1"0"0,0 0 1 0 0,0 1-1 0 0,0-1 0 0 0,1 0 1 0 0,-1 1-1 0 0,1 0 1 0 0,-1 0-1 0 0,1 0 1 0 0,0 0-1 0 0,-3 6 1 0 0,-21 42-899 0 0,19-37 1327 0 0,0 1-202 0 0,0 1 0 0 0,1 0 1 0 0,1 1-1 0 0,0-1 0 0 0,1 1 1 0 0,1 0-1 0 0,-1 24 0 0 0,3-36-219 0 0,1 0 0 0 0,0 1 0 0 0,1-1 0 0 0,-1 0 0 0 0,1 0 1 0 0,0 0-1 0 0,0 1 0 0 0,1-1 0 0 0,0 0 0 0 0,0-1 0 0 0,0 1 0 0 0,0 0 0 0 0,1-1 0 0 0,-1 1 0 0 0,1-1 0 0 0,0 0 0 0 0,1 1 0 0 0,-1-2 1 0 0,1 1-1 0 0,0 0 0 0 0,-1-1 0 0 0,2 1 0 0 0,-1-1 0 0 0,0 0 0 0 0,1-1 0 0 0,-1 1 0 0 0,1-1 0 0 0,7 3 0 0 0,3 0 118 0 0,0 0 0 0 0,1 0-1 0 0,-1-2 1 0 0,1 0 0 0 0,-1-1 0 0 0,1 0-1 0 0,29-2 1 0 0,-36 0-39 0 0,0-2-1 0 0,0 1 0 0 0,0-1 1 0 0,0 0-1 0 0,0-1 1 0 0,0 0-1 0 0,-1-1 1 0 0,1 0-1 0 0,-1 0 0 0 0,0-1 1 0 0,0 0-1 0 0,0 0 1 0 0,-1-1-1 0 0,12-10 1 0 0,-11 7 78 0 0,0 0 1 0 0,0-1 0 0 0,0 1 0 0 0,-2-2 0 0 0,1 1-1 0 0,-1-1 1 0 0,0 0 0 0 0,-1 0 0 0 0,-1 0 0 0 0,0-1 0 0 0,0 1-1 0 0,3-22 1 0 0,-6 27-107 0 0,-1 0 0 0 0,1 0 1 0 0,-1 0-1 0 0,-1 0 0 0 0,1-1 0 0 0,-1 1 0 0 0,0 0 0 0 0,0 0 1 0 0,-1 0-1 0 0,0 0 0 0 0,0 1 0 0 0,0-1 0 0 0,-1 0 0 0 0,0 1 1 0 0,0-1-1 0 0,0 1 0 0 0,0 0 0 0 0,-1 0 0 0 0,0 1 0 0 0,0-1 1 0 0,-1 1-1 0 0,1-1 0 0 0,-1 2 0 0 0,0-1 0 0 0,0 0 0 0 0,-9-4 1 0 0,4 3-782 0 0,-1 0 1 0 0,1 1-1 0 0,-1 1 0 0 0,0 0 1 0 0,0 0-1 0 0,0 1 1 0 0,0 0-1 0 0,0 1 1 0 0,0 0-1 0 0,-13 1 0 0 0,5 2-5427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0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11979 0 0,'7'-13'497'0'0,"15"-21"1038"0"0,-21 32-1322 0 0,0 1 0 0 0,0-1 0 0 0,1 1 0 0 0,-1-1 0 0 0,0 1 0 0 0,1 0 0 0 0,-1 0 0 0 0,1-1 0 0 0,0 1 0 0 0,-1 0 0 0 0,1 0 0 0 0,0 1 0 0 0,0-1-1 0 0,0 0 1 0 0,3 0 0 0 0,-5 1-114 0 0,1 0 0 0 0,0 0 0 0 0,0 1-1 0 0,-1-1 1 0 0,1 0 0 0 0,0 1 0 0 0,0-1 0 0 0,-1 1-1 0 0,1-1 1 0 0,0 1 0 0 0,-1-1 0 0 0,1 1-1 0 0,-1-1 1 0 0,1 1 0 0 0,-1 0 0 0 0,1-1-1 0 0,-1 1 1 0 0,1 0 0 0 0,-1-1 0 0 0,1 1 0 0 0,-1 0-1 0 0,0 0 1 0 0,0-1 0 0 0,1 1 0 0 0,-1 0-1 0 0,0 0 1 0 0,0 0 0 0 0,0-1 0 0 0,0 1-1 0 0,0 1 1 0 0,4 33 299 0 0,-4-28-317 0 0,45 271-2520 0 0,-37-237 1155 0 0,0 2-4990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9218 0 0,'-14'6'7916'0'0,"13"-4"-7557"0"0,-5 18 2647 0 0,10 29-3269 0 0,-2-38 879 0 0,4 40-1858 0 0,3 0 0 0 0,16 51 0 0 0,-13-62-5050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1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44 240 6913 0 0,'-4'3'286'0'0,"1"0"0"0"0,-1 1-1 0 0,1-1 1 0 0,0 1 0 0 0,0 0-1 0 0,0 0 1 0 0,0 0-1 0 0,0 0 1 0 0,1 1 0 0 0,0-1-1 0 0,0 1 1 0 0,0-1-1 0 0,1 1 1 0 0,-1 0 0 0 0,1 0-1 0 0,0-1 1 0 0,0 1-1 0 0,1 0 1 0 0,0 8 0 0 0,-1 0-33 0 0,1-1 1 0 0,1 0 0 0 0,0 0 0 0 0,0 0 0 0 0,2 0 0 0 0,-1 0 0 0 0,5 12-1 0 0,-4-18-213 0 0,0 0 0 0 0,0 0 0 0 0,1 0 0 0 0,0 0 0 0 0,0-1 0 0 0,0 1 0 0 0,0-1 0 0 0,1 0 0 0 0,0 0-1 0 0,0-1 1 0 0,1 1 0 0 0,-1-1 0 0 0,1 0 0 0 0,0-1 0 0 0,0 1 0 0 0,0-1 0 0 0,0 0 0 0 0,0-1 0 0 0,1 0 0 0 0,-1 0-1 0 0,1 0 1 0 0,0-1 0 0 0,7 1 0 0 0,-9-1 64 0 0,1-1 1 0 0,-1 1-1 0 0,1-1 0 0 0,0-1 0 0 0,-1 1 0 0 0,1-1 1 0 0,-1 0-1 0 0,1 0 0 0 0,-1-1 0 0 0,1 1 0 0 0,-1-1 1 0 0,0-1-1 0 0,0 1 0 0 0,0-1 0 0 0,0 0 0 0 0,0 0 1 0 0,-1 0-1 0 0,1 0 0 0 0,-1-1 0 0 0,0 0 0 0 0,0 0 1 0 0,0 0-1 0 0,-1 0 0 0 0,1-1 0 0 0,-1 1 0 0 0,0-1 1 0 0,0 0-1 0 0,2-7 0 0 0,4-9 243 0 0,-2-1 1 0 0,0 0-1 0 0,-1 0 1 0 0,-1 0-1 0 0,-2-1 0 0 0,0 0 1 0 0,-1-44-1 0 0,-2 54-304 0 0,-1-1-1 0 0,-1 1 0 0 0,0 0 1 0 0,0 0-1 0 0,-2 0 1 0 0,1 1-1 0 0,-2-1 1 0 0,0 1-1 0 0,0 0 0 0 0,-1 0 1 0 0,0 1-1 0 0,-1-1 1 0 0,-1 1-1 0 0,0 1 1 0 0,-11-12-1 0 0,16 18-325 0 0,-1 1 1 0 0,0 0-1 0 0,1 0 1 0 0,-2 0-1 0 0,1 0 1 0 0,0 1-1 0 0,-6-3 1 0 0,-12-2-6893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 14283 0 0,'-1'0'157'0'0,"-1"0"0"0"0,1 1 0 0 0,0 0-1 0 0,-1-1 1 0 0,1 1 0 0 0,0 0 0 0 0,-1-1 0 0 0,1 1-1 0 0,0 0 1 0 0,0 0 0 0 0,0 0 0 0 0,0 0 0 0 0,0 0 0 0 0,0 0-1 0 0,0 1 1 0 0,0-1 0 0 0,0 0 0 0 0,0 0 0 0 0,1 1 0 0 0,-1-1-1 0 0,0 3 1 0 0,-11 30 1331 0 0,9-10-1147 0 0,1-1 0 0 0,1 1 0 0 0,1 0 0 0 0,1-1 0 0 0,6 39 0 0 0,2-15-2358 0 0,26 81 0 0 0,-25-102-4318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5065 0 0,'0'3'429'0'0,"-1"0"0"0"0,0 0 0 0 0,1 0 0 0 0,0 0 0 0 0,0 0 0 0 0,-1 0 0 0 0,2 0 0 0 0,-1 0 0 0 0,0 0 0 0 0,1 0 0 0 0,-1 0 0 0 0,1-1 1 0 0,2 7-1 0 0,1 7 364 0 0,22 182 6220 0 0,-13-65-7612 0 0,-11-110-5949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5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19 6449 0 0,'-3'-3'190'0'0,"0"1"0"0"0,1 1-1 0 0,-1-1 1 0 0,-1 0 0 0 0,1 1-1 0 0,0-1 1 0 0,0 1 0 0 0,0 0-1 0 0,-1 0 1 0 0,1 0 0 0 0,-1 1-1 0 0,1-1 1 0 0,-1 1 0 0 0,1 0-1 0 0,0 0 1 0 0,-1 0 0 0 0,1 0 0 0 0,-1 1-1 0 0,1-1 1 0 0,-1 1 0 0 0,1 0-1 0 0,0 0 1 0 0,-1 0 0 0 0,1 0-1 0 0,0 1 1 0 0,-5 2 0 0 0,3-1 65 0 0,-1 1 0 0 0,1 0 0 0 0,0 0 1 0 0,0 0-1 0 0,0 1 0 0 0,0 0 1 0 0,1 0-1 0 0,0 0 0 0 0,0 0 0 0 0,0 1 1 0 0,1-1-1 0 0,0 1 0 0 0,-4 7 1 0 0,2 2-161 0 0,1-1 0 0 0,0 1 0 0 0,1 0 0 0 0,1 0 1 0 0,0 0-1 0 0,1 0 0 0 0,0 0 0 0 0,2 0 0 0 0,0 0 1 0 0,0 0-1 0 0,7 28 0 0 0,-6-36-89 0 0,-1-1-1 0 0,1 0 1 0 0,0 0 0 0 0,1 0-1 0 0,0 0 1 0 0,0 0 0 0 0,0-1 0 0 0,0 1-1 0 0,1-1 1 0 0,0 0 0 0 0,0 0-1 0 0,0 0 1 0 0,1 0 0 0 0,0-1-1 0 0,0 0 1 0 0,0 0 0 0 0,0 0-1 0 0,1-1 1 0 0,-1 1 0 0 0,1-1 0 0 0,0-1-1 0 0,0 1 1 0 0,0-1 0 0 0,0 0-1 0 0,0 0 1 0 0,1-1 0 0 0,-1 0-1 0 0,0 0 1 0 0,1 0 0 0 0,7-1 0 0 0,-6-1 75 0 0,1 0 0 0 0,0-1 0 0 0,0 0 1 0 0,-1 0-1 0 0,0-1 0 0 0,1 0 0 0 0,-1 0 1 0 0,0-1-1 0 0,0 0 0 0 0,-1-1 0 0 0,1 1 1 0 0,-1-2-1 0 0,0 1 0 0 0,0-1 0 0 0,-1 0 1 0 0,10-10-1 0 0,-6 4 68 0 0,0 0 0 0 0,-1 0 1 0 0,0-1-1 0 0,0 0 0 0 0,-2-1 0 0 0,0 0 1 0 0,0 0-1 0 0,7-24 0 0 0,-13 32-81 0 0,1 0-1 0 0,-1 1 1 0 0,0-1-1 0 0,0 0 1 0 0,-1 0 0 0 0,0 0-1 0 0,0 0 1 0 0,0 0-1 0 0,-1 0 1 0 0,0 0-1 0 0,0 1 1 0 0,0-1 0 0 0,-1 0-1 0 0,0 1 1 0 0,0-1-1 0 0,0 1 1 0 0,-1-1 0 0 0,0 1-1 0 0,0 0 1 0 0,0 0-1 0 0,0 0 1 0 0,-5-4-1 0 0,2 3-83 0 0,-1 0 0 0 0,0 1-1 0 0,0-1 1 0 0,0 1-1 0 0,0 1 1 0 0,-1-1 0 0 0,0 1-1 0 0,0 1 1 0 0,0 0-1 0 0,0 0 1 0 0,0 0 0 0 0,-1 1-1 0 0,0 0 1 0 0,-11-1-1 0 0,-16 4-2511 0 0,19 2-4030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15 6913 0 0,'-2'-1'207'0'0,"-1"-1"-1"0"0,1 1 0 0 0,0-1 0 0 0,-1 1 1 0 0,1 0-1 0 0,-1 0 0 0 0,1 0 1 0 0,-1 0-1 0 0,1 0 0 0 0,-1 0 0 0 0,0 1 1 0 0,0-1-1 0 0,1 1 0 0 0,-1 0 0 0 0,0 0 1 0 0,1 0-1 0 0,-1 0 0 0 0,0 0 0 0 0,0 1 1 0 0,1-1-1 0 0,-1 1 0 0 0,0 0 0 0 0,1 0 1 0 0,-1 0-1 0 0,1 0 0 0 0,-1 0 0 0 0,1 0 1 0 0,0 1-1 0 0,-1-1 0 0 0,1 1 0 0 0,0 0 1 0 0,0-1-1 0 0,0 1 0 0 0,-4 4 0 0 0,1 2-14 0 0,1 0 0 0 0,-1-1 0 0 0,1 1 0 0 0,0 1 0 0 0,1-1 0 0 0,0 1 0 0 0,0-1-1 0 0,1 1 1 0 0,0 0 0 0 0,-1 14 0 0 0,1-2 208 0 0,1 0 0 0 0,1 0 1 0 0,4 29-1 0 0,-2-37-376 0 0,0-1 0 0 0,1 1 1 0 0,1-1-1 0 0,0 1 0 0 0,0-1 1 0 0,1-1-1 0 0,1 1 0 0 0,0-1 1 0 0,1 1-1 0 0,11 13 0 0 0,-15-20-11 0 0,1-1-1 0 0,0 1 1 0 0,0-1 0 0 0,0 0-1 0 0,1 0 1 0 0,-1 0-1 0 0,1-1 1 0 0,0 0 0 0 0,0 0-1 0 0,0 0 1 0 0,1 0-1 0 0,-1-1 1 0 0,1 0 0 0 0,-1 0-1 0 0,1-1 1 0 0,-1 1-1 0 0,1-1 1 0 0,0 0-1 0 0,0-1 1 0 0,0 1 0 0 0,0-1-1 0 0,0 0 1 0 0,-1-1-1 0 0,1 1 1 0 0,7-3 0 0 0,-9 2 41 0 0,1-1 1 0 0,0 0 0 0 0,-1 0-1 0 0,1 0 1 0 0,-1 0 0 0 0,0-1 0 0 0,1 0-1 0 0,-1 0 1 0 0,-1 0 0 0 0,1 0-1 0 0,0 0 1 0 0,-1-1 0 0 0,1 0-1 0 0,-1 0 1 0 0,0 0 0 0 0,-1 0 0 0 0,1 0-1 0 0,-1 0 1 0 0,1-1 0 0 0,-1 0-1 0 0,-1 1 1 0 0,1-1 0 0 0,-1 0-1 0 0,0 0 1 0 0,2-8 0 0 0,-2 1 69 0 0,0 0 0 0 0,0 0 0 0 0,-1 0 0 0 0,-1 0 0 0 0,0 0 0 0 0,0 0 0 0 0,-1 0 0 0 0,-1 0 0 0 0,-6-17 0 0 0,0 4 34 0 0,-1 1 0 0 0,-1 0 0 0 0,-14-23 0 0 0,22 42-230 0 0,-1 0 0 0 0,1 0 0 0 0,-1 0 0 0 0,0 0 0 0 0,0 0 0 0 0,0 1 0 0 0,-1-1 0 0 0,1 1 0 0 0,-1 0 0 0 0,0 1 0 0 0,-1-1 0 0 0,1 1 0 0 0,0 0-1 0 0,-1 0 1 0 0,0 1 0 0 0,1 0 0 0 0,-1 0 0 0 0,-12-2 0 0 0,3 5-1056 0 0,1 4-288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80 110 6913 0 0,'-2'-2'344'0'0,"0"-1"0"0"0,1 0 0 0 0,-2 0 0 0 0,1 1 0 0 0,0-1 0 0 0,0 1 0 0 0,-1 0 0 0 0,1-1 0 0 0,-1 1 0 0 0,0 0 0 0 0,-4-2 0 0 0,6 4-180 0 0,1-1 0 0 0,-1 1 0 0 0,0 0 0 0 0,0 0 0 0 0,0 0 0 0 0,1-1 0 0 0,-1 1 0 0 0,0 0 0 0 0,0 0 0 0 0,0 0 0 0 0,1 0 0 0 0,-1 0 0 0 0,0 1 0 0 0,0-1 0 0 0,0 0 0 0 0,1 0 0 0 0,-1 0 0 0 0,0 1 0 0 0,0-1 0 0 0,0 1 0 0 0,0 0-94 0 0,-1 0-1 0 0,1 0 1 0 0,0 0 0 0 0,0 0 0 0 0,0 1 0 0 0,0-1 0 0 0,0 0 0 0 0,0 1 0 0 0,1-1 0 0 0,-1 1 0 0 0,0-1 0 0 0,1 1-1 0 0,-2 2 1 0 0,-2 13 167 0 0,0 1 0 0 0,0-1 1 0 0,2 1-1 0 0,0 0 0 0 0,1 27 0 0 0,2-32-135 0 0,0 0 0 0 0,0 0-1 0 0,1 0 1 0 0,1 0 0 0 0,0-1 0 0 0,1 1 0 0 0,0-1 0 0 0,8 16-1 0 0,-10-24-50 0 0,0-1 0 0 0,0 1 0 0 0,1 0 0 0 0,-1-1 0 0 0,1 1 0 0 0,0-1 0 0 0,0 0 0 0 0,0 0 0 0 0,0 0 0 0 0,1-1 0 0 0,-1 1 0 0 0,1-1 0 0 0,-1 1 0 0 0,1-1-1 0 0,0 0 1 0 0,0-1 0 0 0,0 1 0 0 0,0-1 0 0 0,0 0 0 0 0,0 0 0 0 0,1 0 0 0 0,-1 0 0 0 0,0-1 0 0 0,0 1 0 0 0,1-1 0 0 0,-1 0 0 0 0,8-2 0 0 0,-5 1 14 0 0,0-1 0 0 0,0 0 0 0 0,0 0 0 0 0,0-1 0 0 0,-1 0 0 0 0,1 0-1 0 0,-1-1 1 0 0,0 0 0 0 0,0 0 0 0 0,0 0 0 0 0,0-1 0 0 0,-1 1 0 0 0,0-1 0 0 0,0-1 0 0 0,8-9 0 0 0,-4 0 75 0 0,0 0-1 0 0,0 0 0 0 0,-2-1 1 0 0,0 0-1 0 0,0 0 0 0 0,-2 0 1 0 0,0-1-1 0 0,-1 0 0 0 0,3-26 1 0 0,-6 35-102 0 0,-1 1 0 0 0,0-1 0 0 0,0 0 1 0 0,-1 0-1 0 0,0 0 0 0 0,0 1 0 0 0,-1-1 1 0 0,0 0-1 0 0,0 1 0 0 0,-4-9 0 0 0,3 10-49 0 0,0 2 0 0 0,0-1 1 0 0,-1 0-1 0 0,1 0 0 0 0,-1 1 0 0 0,0 0 0 0 0,0 0 0 0 0,0 0 1 0 0,-1 0-1 0 0,1 1 0 0 0,-1-1 0 0 0,0 1 0 0 0,0 1 0 0 0,0-1 1 0 0,-7-2-1 0 0,7 3-314 0 0,1 1 0 0 0,0 0 0 0 0,0 0 0 0 0,-1 0 0 0 0,1 0 0 0 0,-1 1 0 0 0,1 0 0 0 0,-1 0 0 0 0,1 0 0 0 0,-1 1 0 0 0,1-1 0 0 0,0 1 0 0 0,-1 0 0 0 0,-7 3 0 0 0,-9 5-6027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2:06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11979 0 0,'0'0'64'0'0,"0"0"0"0"0,0 0 0 0 0,0-1 0 0 0,-1 1 0 0 0,1 0 0 0 0,0 0 0 0 0,0 0 0 0 0,-1 0 1 0 0,1 0-1 0 0,0 0 0 0 0,0 0 0 0 0,0 0 0 0 0,-1 0 0 0 0,1-1 0 0 0,0 1 0 0 0,0 0 0 0 0,-1 0 0 0 0,1 0 1 0 0,0 0-1 0 0,0 1 0 0 0,-1-1 0 0 0,1 0 0 0 0,0 0 0 0 0,0 0 0 0 0,-1 0 0 0 0,1 0 0 0 0,0 0 1 0 0,0 0-1 0 0,0 0 0 0 0,-1 0 0 0 0,1 1 0 0 0,0-1 0 0 0,0 0 0 0 0,0 0 0 0 0,-1 0 0 0 0,1 0 1 0 0,0 1-1 0 0,0-1 0 0 0,0 0 0 0 0,0 0 0 0 0,-1 1 0 0 0,-3 14 1403 0 0,3 26 32 0 0,1-33-955 0 0,4 122 1331 0 0,32 204 0 0 0,-29-290-2548 0 0,22 71-1 0 0,-22-95-6699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0 519 10138 0 0,'18'-25'1890'0'0,"11"-5"-1499"0"0,2 2 0 0 0,1 1 0 0 0,1 1 0 0 0,1 1 0 0 0,1 3 0 0 0,1 0 0 0 0,55-22 1 0 0,-86 41-370 0 0,1 1 1 0 0,0 0 0 0 0,0 0 0 0 0,0 0-1 0 0,0 1 1 0 0,0 0 0 0 0,0 0 0 0 0,0 1-1 0 0,0-1 1 0 0,7 2 0 0 0,-11-1-23 0 0,0 0 0 0 0,0 1 0 0 0,1 0 0 0 0,-1-1 0 0 0,0 1 0 0 0,0 0 0 0 0,0 0 0 0 0,0 0 0 0 0,0 1 0 0 0,-1-1 0 0 0,1 0-1 0 0,0 1 1 0 0,-1-1 0 0 0,1 1 0 0 0,0-1 0 0 0,-1 1 0 0 0,0 0 0 0 0,1 0 0 0 0,-1-1 0 0 0,0 1 0 0 0,0 0 0 0 0,0 0 0 0 0,0 0 0 0 0,0 0 0 0 0,-1 1 0 0 0,1-1 0 0 0,-1 0 0 0 0,1 0 0 0 0,-1 0 0 0 0,0 4 0 0 0,1 8-41 0 0,0-1-1 0 0,-1 0 1 0 0,-1 1 0 0 0,0-1 0 0 0,-1 0-1 0 0,-6 24 1 0 0,-32 77-236 0 0,21-64 128 0 0,62-164-2689 0 0,34-94 3620 0 0,5-56 5802 0 0,-87 286-5947 0 0,1 1 0 0 0,1 0 0 0 0,1 45 1 0 0,-1-4 39 0 0,3-58-677 0 0,-8 182 83 0 0,8-161-77 0 0,2 1 1 0 0,1 0 0 0 0,1-1-1 0 0,14 48 1 0 0,-15-67-89 0 0,1 0 0 0 0,-1 1 0 0 0,1-1 0 0 0,1-1 0 0 0,0 1 0 0 0,0 0 0 0 0,0-1 0 0 0,1 0 0 0 0,7 6 0 0 0,-7-7-525 0 0,1 0 0 0 0,-1-1 0 0 0,1 0 0 0 0,0-1 0 0 0,14 8 0 0 0,0-6-896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13363 0 0,'124'229'7135'0'0,"-75"-109"-7313"0"0,-10 5-3633 0 0,-30-92 3425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3.7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1 116 6913 0 0,'1'-1'134'0'0,"1"-1"0"0"0,0 1 0 0 0,-1-1 0 0 0,1 1 0 0 0,0 0 0 0 0,0 0 0 0 0,0 0 0 0 0,0 0 0 0 0,0 0 0 0 0,0 1-1 0 0,1-1 1 0 0,1 0 0 0 0,2-1 458 0 0,61-18 2695 0 0,115-21 0 0 0,-29 9-4194 0 0,-128 25-4444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5 8290 0 0,'-1'-1'193'0'0,"0"1"1"0"0,-1-1 0 0 0,1 1 0 0 0,0-1-1 0 0,-1 1 1 0 0,1-1 0 0 0,-1 1 0 0 0,1 0-1 0 0,-1-1 1 0 0,1 1 0 0 0,-1 0-1 0 0,1 0 1 0 0,-1 0 0 0 0,1 0 0 0 0,-1 1-1 0 0,1-1 1 0 0,-1 0 0 0 0,1 0-1 0 0,0 1 1 0 0,-3 0 0 0 0,3 1 147 0 0,0 0-1 0 0,-1-1 1 0 0,1 1 0 0 0,0 0-1 0 0,0 0 1 0 0,0 0-1 0 0,0 0 1 0 0,1 0 0 0 0,-1 0-1 0 0,0 0 1 0 0,1 0 0 0 0,0 0-1 0 0,-1 0 1 0 0,1 5 0 0 0,-2 12 737 0 0,2-1 1 0 0,0 2 0 0 0,0-2-1 0 0,6 29 1 0 0,21 78-446 0 0,-12-62-330 0 0,-1 10-254 0 0,-9-39-468 0 0,2-1 0 0 0,1 0 0 0 0,2 0 0 0 0,1-1 0 0 0,25 52 1 0 0,-21-59-7272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5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0 141 10594 0 0,'23'-4'4221'0'0,"-7"1"-3068"0"0,-1 0-1 0 0,1 2 1 0 0,24-1-1 0 0,-32 3-1065 0 0,0 1-1 0 0,0 0 0 0 0,-1 0 1 0 0,1 1-1 0 0,-1 0 0 0 0,0 0 1 0 0,0 1-1 0 0,0-1 0 0 0,0 1 1 0 0,-1 1-1 0 0,1 0 0 0 0,-1 0 1 0 0,0 0-1 0 0,-1 0 0 0 0,1 1 0 0 0,-1 0 1 0 0,0 0-1 0 0,-1 1 0 0 0,1-1 1 0 0,-1 1-1 0 0,-1 0 0 0 0,1 0 1 0 0,-1 0-1 0 0,2 8 0 0 0,-1-6-219 0 0,-2 0 0 0 0,1 0-1 0 0,-1 0 1 0 0,0 0 0 0 0,-1 1-1 0 0,0-1 1 0 0,-1 0 0 0 0,0 0 0 0 0,0 1-1 0 0,-1-1 1 0 0,0 0 0 0 0,-1 0-1 0 0,0 1 1 0 0,0-1 0 0 0,-1-1 0 0 0,0 1-1 0 0,-1 0 1 0 0,0-1 0 0 0,0 1-1 0 0,-7 9 1 0 0,21-63-1593 0 0,-6 33 1435 0 0,25-79-395 0 0,30-154 0 0 0,-53 192 2382 0 0,-8 46 410 0 0,-9 34-451 0 0,1 4-1241 0 0,2 1-1 0 0,1 0 1 0 0,2 0-1 0 0,-3 45 1 0 0,7-60-415 0 0,1 0 1 0 0,1 0-1 0 0,0-1 0 0 0,1 1 1 0 0,1 0-1 0 0,1 0 0 0 0,0-1 1 0 0,1 0-1 0 0,1 0 1 0 0,9 19-1 0 0,9 0-692 0 0,-5-13-4999 0 0,-1-2-1418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4145 0 0,'1'-3'143'0'0,"0"0"0"0"0,1 0 1 0 0,-1 0-1 0 0,1 0 0 0 0,0 0 1 0 0,0 1-1 0 0,0-1 0 0 0,0 1 1 0 0,1-1-1 0 0,-1 1 0 0 0,0 0 0 0 0,1 0 1 0 0,0 0-1 0 0,-1 0 0 0 0,1 0 1 0 0,4-1-1 0 0,51-24 3362 0 0,-53 25-3341 0 0,0 0 123 0 0,0 0 0 0 0,0 0 0 0 0,0 1 0 0 0,0-1 1 0 0,1 1-1 0 0,-1 0 0 0 0,0 1 0 0 0,1-1 0 0 0,-1 1 0 0 0,1 0 0 0 0,-1 1 0 0 0,0-1 0 0 0,1 1 0 0 0,-1 0 0 0 0,0 1 0 0 0,0-1 0 0 0,0 1 0 0 0,1 0 1 0 0,-2 0-1 0 0,1 0 0 0 0,7 5 0 0 0,-5-1-115 0 0,-1-1 0 0 0,0 1 0 0 0,-1-1 0 0 0,1 2 1 0 0,-1-1-1 0 0,0 0 0 0 0,-1 1 0 0 0,1 0 0 0 0,-1 0 0 0 0,-1 1 1 0 0,1-1-1 0 0,-1 1 0 0 0,3 12 0 0 0,-2-1 283 0 0,0 1-1 0 0,1 35 1 0 0,-4-34 320 0 0,2 0 0 0 0,4 21 0 0 0,-7-42-751 0 0,0 1-1 0 0,0 0 1 0 0,0-1 0 0 0,0 1-1 0 0,0-1 1 0 0,1 1 0 0 0,-1-1-1 0 0,0 1 1 0 0,0-1 0 0 0,1 0-1 0 0,-1 1 1 0 0,0-1 0 0 0,1 1-1 0 0,-1-1 1 0 0,0 1 0 0 0,1-1-1 0 0,-1 0 1 0 0,1 1 0 0 0,-1-1-1 0 0,0 0 1 0 0,1 1 0 0 0,-1-1-1 0 0,1 0 1 0 0,-1 0 0 0 0,1 0-1 0 0,-1 1 1 0 0,1-1 0 0 0,-1 0-1 0 0,1 0 1 0 0,-1 0 0 0 0,1 0-1 0 0,0 0 1 0 0,-1 0 0 0 0,1 0-1 0 0,-1 0 1 0 0,1 0 0 0 0,-1 0-1 0 0,1 0 1 0 0,-1 0 0 0 0,1 0-1 0 0,-1-1 1 0 0,1 1 0 0 0,-1 0-1 0 0,1 0 1 0 0,-1 0 0 0 0,1-1-1 0 0,-1 1 1 0 0,1 0 0 0 0,-1-1-1 0 0,0 1 1 0 0,1 0 0 0 0,-1-1-1 0 0,1 0 1 0 0,27-25 127 0 0,-22 19-109 0 0,87-81-229 0 0,-63 63-117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6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35 456 0 0,'-16'26'4412'0'0,"15"-22"-2837"0"0,-1 0 1 0 0,0 0-1 0 0,1 0 0 0 0,4 16 5770 0 0,-2-20-7146 0 0,25-1 443 0 0,-7-5-573 0 0,0 0 0 0 0,-1-1 1 0 0,0-1-1 0 0,0-1 0 0 0,26-18 1 0 0,-14 9-1955 0 0,-5 3-4639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1 120 8290 0 0,'0'0'736'0'0,"0"-1"-584"0"0,1 0-152 0 0,2-1 704 0 0,0-1 104 0 0,2 1 24 0 0,4-5 9 0 0,3-3-281 0 0,4-1-56 0 0,0-2-16 0 0,3 1 0 0 0,0 0-640 0 0,-1 0-128 0 0,3 1-24 0 0,-3 0-8 0 0,0-1 312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1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0 11979 0 0,'-5'2'6754'0'0,"7"7"-3951"0"0,5 9-2304 0 0,-7-18-452 0 0,39 100 472 0 0,-5 2-1 0 0,33 167 1 0 0,-5-16-3118 0 0,-55-230-4981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12443 0 0,'-4'4'3977'0'0,"2"-1"-3033"0"0,-1 0-368 0 0,2-1-64 0 0,1 3 464 0 0,20 10-2768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7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10594 0 0,'57'-4'7664'0'0,"0"-7"-4316"0"0,-29 4-3974 0 0,0-2 0 0 0,-1-1-1 0 0,-1-1 1 0 0,28-17 0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7:28.0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 0 8354 0 0,'-6'6'776'0'0,"1"0"1"0"0,0 0 0 0 0,0 0-1 0 0,1 1 1 0 0,0-1 0 0 0,0 1-1 0 0,0 0 1 0 0,1 0-1 0 0,0 1 1 0 0,-2 8 0 0 0,4-13-618 0 0,1-1 1 0 0,-1 1 0 0 0,1 0-1 0 0,-1-1 1 0 0,1 1-1 0 0,0 0 1 0 0,0-1 0 0 0,1 1-1 0 0,-1 0 1 0 0,0 0-1 0 0,1-1 1 0 0,0 1-1 0 0,-1-1 1 0 0,1 1 0 0 0,0 0-1 0 0,0-1 1 0 0,1 0-1 0 0,-1 1 1 0 0,0-1 0 0 0,1 0-1 0 0,0 0 1 0 0,-1 1-1 0 0,1-1 1 0 0,0 0 0 0 0,0-1-1 0 0,0 1 1 0 0,0 0-1 0 0,0-1 1 0 0,1 1 0 0 0,-1-1-1 0 0,1 1 1 0 0,2 0-1 0 0,18 7-27 0 0,45 13 0 0 0,-50-18-37 0 0,-1 1 0 0 0,1 1 0 0 0,31 16 1 0 0,-43-18-84 0 0,-1 0 1 0 0,1 0-1 0 0,0 0 1 0 0,-1 1 0 0 0,0-1-1 0 0,0 2 1 0 0,0-1 0 0 0,-1 0-1 0 0,0 1 1 0 0,0 0-1 0 0,0 0 1 0 0,-1 0 0 0 0,0 0-1 0 0,3 8 1 0 0,-4-7 35 0 0,0-1 0 0 0,0 0 0 0 0,-1 1 0 0 0,0-1 0 0 0,0 1 0 0 0,0 0 0 0 0,-1-1 0 0 0,0 1 0 0 0,0-1 0 0 0,-1 1 0 0 0,0 0 0 0 0,0-1 0 0 0,-1 1 1 0 0,0-1-1 0 0,0 0 0 0 0,0 0 0 0 0,-1 1 0 0 0,1-2 0 0 0,-2 1 0 0 0,-4 8 0 0 0,1-4-191 0 0,-1 0 0 0 0,0-1 1 0 0,-1 1-1 0 0,0-2 0 0 0,0 1 0 0 0,-1-1 0 0 0,0-1 1 0 0,-1 1-1 0 0,-20 9 0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0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79 234 6913 0 0,'-31'16'2246'0'0,"25"-12"-1417"0"0,-1 0-1 0 0,-1-1 0 0 0,1 0 0 0 0,-13 3 0 0 0,55-29 3588 0 0,-10 5-3823 0 0,4-1-135 0 0,38-22 301 0 0,-61 37-657 0 0,0 1 0 0 0,1 1 1 0 0,-1-1-1 0 0,0 1 1 0 0,1 0-1 0 0,0 1 0 0 0,-1-1 1 0 0,12 0-1 0 0,-17 3-93 0 0,1-1 0 0 0,-1 0 0 0 0,0 0 0 0 0,0 1 0 0 0,0-1 0 0 0,0 1 0 0 0,1-1 1 0 0,-1 1-1 0 0,0-1 0 0 0,0 1 0 0 0,0 0 0 0 0,0-1 0 0 0,0 1 0 0 0,0 0 0 0 0,0 0 0 0 0,0 0 0 0 0,-1 0 0 0 0,1 0 0 0 0,0 0 0 0 0,-1 0 0 0 0,1 0 0 0 0,0 0 1 0 0,-1 0-1 0 0,1 0 0 0 0,-1 0 0 0 0,1 1 0 0 0,-1-1 0 0 0,0 0 0 0 0,0 0 0 0 0,1 0 0 0 0,-1 3 0 0 0,2 43 204 0 0,-3-41-189 0 0,-2 36 10 0 0,-2 1-1 0 0,-2-1 1 0 0,-3 0 0 0 0,0-1 0 0 0,-23 54 0 0 0,58-177-718 0 0,17-105 0 0 0,12-46-321 0 0,-41 203 2096 0 0,-13 30-1076 0 0,0 0 0 0 0,0 0 0 0 0,0-1-1 0 0,0 1 1 0 0,0 0 0 0 0,1 0 0 0 0,-1 0 0 0 0,0 0 0 0 0,0 0 0 0 0,0 0 0 0 0,0 0-1 0 0,0-1 1 0 0,0 1 0 0 0,0 0 0 0 0,0 0 0 0 0,0 0 0 0 0,1 0 0 0 0,-1 0 0 0 0,0 0-1 0 0,0 0 1 0 0,0 0 0 0 0,0 0 0 0 0,0 0 0 0 0,0 0 0 0 0,1 0 0 0 0,-1 0-1 0 0,0 0 1 0 0,0 0 0 0 0,0 0 0 0 0,0 0 0 0 0,0 0 0 0 0,0 0 0 0 0,1 0 0 0 0,-1 0-1 0 0,0 0 1 0 0,0 0 0 0 0,0 0 0 0 0,0 0 0 0 0,0 0 0 0 0,1 0 0 0 0,-1 0 0 0 0,0 0-1 0 0,0 0 1 0 0,0 0 0 0 0,0 0 0 0 0,0 0 0 0 0,0 0 0 0 0,0 0 0 0 0,1 1 0 0 0,-1-1-1 0 0,0 0 1 0 0,0 0 0 0 0,2 18 424 0 0,-3 43 484 0 0,-1-27-715 0 0,3 0 0 0 0,5 50 0 0 0,1-39-151 0 0,16 83 202 0 0,-19-114-325 0 0,0 1 0 0 0,1-1 0 0 0,0 0 0 0 0,1 0 0 0 0,1-1 0 0 0,11 17 0 0 0,-7-16-1021 0 0,4-3-4232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0 9218 0 0,'-12'8'6389'0'0,"12"-8"-6201"0"0,0 1 0 0 0,0-1 0 0 0,0 1 0 0 0,-7 18 1977 0 0,6-2-1603 0 0,2 1 1 0 0,0-1-1 0 0,0 1 1 0 0,2-1-1 0 0,0 0 0 0 0,10 31 1 0 0,-3-12-383 0 0,-10-34-188 0 0,21 87-721 0 0,54 141 0 0 0,-64-204-6867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4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 5065 0 0,'0'0'116'0'0,"1"1"1"0"0,-1-1-1 0 0,1 1 0 0 0,-1-1 1 0 0,0 0-1 0 0,1 1 0 0 0,-1-1 1 0 0,1 0-1 0 0,-1 1 0 0 0,1-1 1 0 0,-1 0-1 0 0,1 0 0 0 0,-1 1 1 0 0,1-1-1 0 0,-1 0 0 0 0,1 0 1 0 0,-1 0-1 0 0,1 0 0 0 0,0 0 1 0 0,-1 0-1 0 0,1 0 0 0 0,-1 0 0 0 0,1 0 1 0 0,-1 0-1 0 0,1 0 0 0 0,-1 0 1 0 0,1 0-1 0 0,0-1 0 0 0,23-3 2341 0 0,-20 4-2150 0 0,34-9 3648 0 0,75-28 0 0 0,-70 21-3728 0 0,47-10 0 0 0,-71 22-1181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1.7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32 6913 0 0,'-26'-31'12105'0'0,"42"52"-9928"0"0,-6-1-1765 0 0,-1 1 0 0 0,-1 1 0 0 0,-1-1 1 0 0,8 39-1 0 0,5 93 202 0 0,-15-104-1501 0 0,1 1 0 0 0,17 60 0 0 0,-13-80-6759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1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34 7370 0 0,'-1'-2'140'0'0,"1"1"-1"0"0,0 0 1 0 0,0-1 0 0 0,-1 1 0 0 0,1-1 0 0 0,0 1 0 0 0,0 0 0 0 0,0-1 0 0 0,1 1 0 0 0,-1-1 0 0 0,0 1 0 0 0,0 0 0 0 0,1-1 0 0 0,-1 1 0 0 0,1 0-1 0 0,-1-1 1 0 0,1 1 0 0 0,0 0 0 0 0,-1 0 0 0 0,1-1 0 0 0,2-1 0 0 0,-2 3 54 0 0,1-1 0 0 0,-1 1 0 0 0,0 0 0 0 0,1-1 0 0 0,-1 1 0 0 0,1 0 0 0 0,-1 0 0 0 0,1 0 0 0 0,-1 0 0 0 0,1 0 0 0 0,-1 0 0 0 0,1 1 0 0 0,-1-1-1 0 0,1 0 1 0 0,-1 1 0 0 0,1-1 0 0 0,-1 1 0 0 0,0 0 0 0 0,1-1 0 0 0,-1 1 0 0 0,2 2 0 0 0,5 2 73 0 0,0 0 0 0 0,-1 1 0 0 0,1 1 0 0 0,-1-1-1 0 0,-1 1 1 0 0,0 0 0 0 0,0 1 0 0 0,0-1 0 0 0,-1 1 0 0 0,0 0 0 0 0,0 1 0 0 0,-1-1-1 0 0,0 1 1 0 0,3 10 0 0 0,0 1-108 0 0,-1 1-1 0 0,0 1 0 0 0,-2-1 1 0 0,-1 1-1 0 0,2 23 0 0 0,-6 9-259 0 0,-8 74 0 0 0,1-50 23 0 0,33-189-826 0 0,-8 23 320 0 0,3 2 1 0 0,37-95-1 0 0,-42 155 2039 0 0,-15 26-1415 0 0,0 0 1 0 0,0 0-1 0 0,0 0 0 0 0,0-1 1 0 0,1 1-1 0 0,-1 0 1 0 0,0 0-1 0 0,0 0 0 0 0,0 0 1 0 0,0 0-1 0 0,0 0 1 0 0,1 0-1 0 0,-1-1 0 0 0,0 1 1 0 0,0 0-1 0 0,0 0 1 0 0,1 0-1 0 0,-1 0 0 0 0,0 0 1 0 0,0 0-1 0 0,0 0 0 0 0,0 0 1 0 0,1 0-1 0 0,-1 0 1 0 0,0 0-1 0 0,0 0 0 0 0,0 0 1 0 0,1 0-1 0 0,-1 0 1 0 0,0 0-1 0 0,0 0 0 0 0,0 0 1 0 0,0 1-1 0 0,1-1 1 0 0,-1 0-1 0 0,0 0 0 0 0,0 0 1 0 0,0 0-1 0 0,0 0 1 0 0,1 0-1 0 0,2 17 975 0 0,-5 50-718 0 0,0-23 284 0 0,6 70 0 0 0,-3-103-523 0 0,1 0 1 0 0,0 1-1 0 0,0-2 1 0 0,1 1 0 0 0,1 0-1 0 0,0 0 1 0 0,0-1-1 0 0,1 0 1 0 0,0 0 0 0 0,1 0-1 0 0,9 11 1 0 0,-10-15-335 0 0,1-1 1 0 0,0 0-1 0 0,0 0 1 0 0,0 0-1 0 0,1-1 1 0 0,0 0-1 0 0,0 0 1 0 0,0 0-1 0 0,13 3 1 0 0,4 2-7060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2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7370 0 0,'2'10'6636'0'0,"2"-10"-5213"0"0,0-1-1127 0 0,0 1 0 0 0,0 0 0 0 0,0 0 1 0 0,0 0-1 0 0,0 0 0 0 0,0 1 1 0 0,0-1-1 0 0,-1 1 0 0 0,1 0 0 0 0,0 0 1 0 0,0 1-1 0 0,-1-1 0 0 0,1 1 0 0 0,-1 0 1 0 0,1 0-1 0 0,5 4 0 0 0,-5-2-148 0 0,0 0 0 0 0,0 0-1 0 0,-1 1 1 0 0,1-1 0 0 0,-1 1-1 0 0,0 0 1 0 0,0 0-1 0 0,-1 0 1 0 0,1 0 0 0 0,-1 0-1 0 0,0 0 1 0 0,1 7 0 0 0,4 18 50 0 0,4 43 1 0 0,-8-48-126 0 0,1-1 0 0 0,0 1 0 0 0,11 28 0 0 0,-14-50-80 0 0,0-1 0 0 0,-1 1 1 0 0,2-1-1 0 0,-1 0 0 0 0,0 1 0 0 0,0-1 0 0 0,1 0 0 0 0,-1 0 0 0 0,1 0 0 0 0,0 0 0 0 0,0 0 1 0 0,0 0-1 0 0,0 0 0 0 0,0 0 0 0 0,0-1 0 0 0,0 1 0 0 0,0-1 0 0 0,1 0 0 0 0,1 2 0 0 0,-1-3 36 0 0,-1 0-1 0 0,0 1 0 0 0,0-1 0 0 0,0 0 0 0 0,1 0 0 0 0,-1-1 0 0 0,0 1 0 0 0,0 0 0 0 0,0-1 0 0 0,0 1 0 0 0,0-1 0 0 0,1 0 1 0 0,-1 0-1 0 0,0 0 0 0 0,0 0 0 0 0,-1 0 0 0 0,1 0 0 0 0,0 0 0 0 0,0-1 0 0 0,0 1 0 0 0,-1 0 0 0 0,1-1 0 0 0,1-2 0 0 0,56-68-2192 0 0,-31 40-5559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1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 10594 0 0,'1'5'3116'0'0,"-1"-5"-3056"0"0,11-2 1807 0 0,12-7 272 0 0,12-15-1412 0 0,20-12-2046 0 0,-47 32 115 0 0,0 0 0 0 0,0 1 0 0 0,1 0 0 0 0,0 0 1 0 0,13-2-1 0 0,-8 2-1035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7370 0 0,'54'-65'2603'0'0,"0"19"-5498"0"0,-30 27 2182 0 0,-11 8 677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5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 8754 0 0,'-19'9'873'0'0,"1"6"5152"0"0,17-14-5591 0 0,0 0 1 0 0,1 1-1 0 0,-1-1 0 0 0,1 1 0 0 0,-1 0 1 0 0,1-1-1 0 0,-1 1 0 0 0,1-1 0 0 0,0 1 1 0 0,0 0-1 0 0,0-1 0 0 0,0 3 0 0 0,3 19-236 0 0,96 400 1780 0 0,-72-331-2710 0 0,-15-64 52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3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 10138 0 0,'-18'9'6586'0'0,"16"-4"-6034"0"0,1-1-176 0 0,1-1-40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9 158 5985 0 0,'-1'-1'54'0'0,"1"1"-1"0"0,-1 0 1 0 0,1 0-1 0 0,-1-1 1 0 0,1 1-1 0 0,-1 0 0 0 0,1-1 1 0 0,0 1-1 0 0,-1-1 1 0 0,1 1-1 0 0,0 0 1 0 0,-1-1-1 0 0,1 1 1 0 0,0-1-1 0 0,-1 1 0 0 0,1-1 1 0 0,0 1-1 0 0,0-1 1 0 0,-1 0-1 0 0,1 1 1 0 0,0-1-1 0 0,0 1 1 0 0,0-1-1 0 0,0 1 0 0 0,0-1 1 0 0,0 1-1 0 0,0-1 1 0 0,0 0-1 0 0,0 1 1 0 0,0-1-1 0 0,0 1 1 0 0,1-2-1 0 0,14-17 1982 0 0,35-14 1584 0 0,-43 29-3160 0 0,18-11 840 0 0,0 1 0 0 0,2 2 1 0 0,-1 0-1 0 0,2 2 1 0 0,35-9-1 0 0,-61 18-1301 0 0,1 1 0 0 0,-1-1 0 0 0,1 1 0 0 0,-1-1 0 0 0,1 1 0 0 0,-1 0 0 0 0,1 0 0 0 0,-1 0 0 0 0,1 0 0 0 0,-1 1 0 0 0,1-1 0 0 0,-1 1 1 0 0,1-1-1 0 0,-1 1 0 0 0,1 0 0 0 0,-1 0 0 0 0,0 0 0 0 0,4 2 0 0 0,-4-1-62 0 0,-1 0 1 0 0,1 0-1 0 0,-1 0 1 0 0,0 0-1 0 0,1 1 1 0 0,-1-1-1 0 0,0 0 1 0 0,0 1-1 0 0,-1-1 1 0 0,1 1-1 0 0,0-1 1 0 0,-1 1-1 0 0,1-1 1 0 0,-1 1-1 0 0,0-1 1 0 0,0 1-1 0 0,0 4 1 0 0,-2 58-478 0 0,0-40 347 0 0,2 1-1 0 0,0-1 1 0 0,2 0 0 0 0,1 0 0 0 0,8 37 0 0 0,-6-45 37 0 0,0 0 1 0 0,2 0-1 0 0,0-1 0 0 0,12 20 1 0 0,-15-28-298 0 0,2 0 0 0 0,-1-1-1 0 0,1 0 1 0 0,0-1 0 0 0,0 1 0 0 0,1-1 0 0 0,0 0 0 0 0,0-1 0 0 0,1 0 0 0 0,10 6-1 0 0,-8-5 441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42 126 5529 0 0,'-7'0'-806'0'0,"-28"-9"8834"0"0,36 9-7934 0 0,14-14 2534 0 0,74-37 268 0 0,-33 20-4107 0 0,-22 11-4913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32 146 9674 0 0,'-32'6'1564'0'0,"54"-28"4000"0"0,59-37-3171 0 0,-34 23-4324 0 0,3 1-5060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8:54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0 1952 0 0,'-23'30'474'0'0,"2"0"-1"0"0,-24 45 0 0 0,38-62 115 0 0,1 2 0 0 0,0-1-1 0 0,0 1 1 0 0,2 0-1 0 0,0 0 1 0 0,1 0-1 0 0,0 0 1 0 0,-1 20 0 0 0,4-30-339 0 0,0 0 0 0 0,1 0 0 0 0,-1 0 0 0 0,1 0 0 0 0,0 0 0 0 0,0 0 0 0 0,1 0 0 0 0,-1 0 0 0 0,1-1 0 0 0,0 1 0 0 0,0 0 0 0 0,1-1 0 0 0,-1 0 0 0 0,1 0 1 0 0,0 1-1 0 0,0-1 0 0 0,1-1 0 0 0,6 7 0 0 0,4 1 462 0 0,0-1-1 0 0,1-1 1 0 0,0 0 0 0 0,20 8-1 0 0,-23-12-393 0 0,-1 0 0 0 0,0 0-1 0 0,0 2 1 0 0,-1-1-1 0 0,0 1 1 0 0,0 0-1 0 0,0 1 1 0 0,-1 1 0 0 0,11 11-1 0 0,-19-17-273 0 0,1-1-1 0 0,-1 1 0 0 0,0 0 0 0 0,1-1 0 0 0,-1 1 1 0 0,0 0-1 0 0,-1 0 0 0 0,1 0 0 0 0,0 0 1 0 0,-1 0-1 0 0,0 0 0 0 0,0 0 0 0 0,0 0 1 0 0,0 0-1 0 0,0 0 0 0 0,0 0 0 0 0,-1 0 0 0 0,0 0 1 0 0,1 0-1 0 0,-2 3 0 0 0,-10 21-229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0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4805 2761 0 0,'-1'1'419'0'0,"1"-1"-349"0"0,-1 0 0 0 0,1 0 0 0 0,0 0 0 0 0,0 0 0 0 0,0 0-1 0 0,0 0 1 0 0,-1 0 0 0 0,1 0 0 0 0,0 0 0 0 0,0 0 0 0 0,0 0 0 0 0,-1 0 0 0 0,1 0 0 0 0,0 0 0 0 0,0 0 0 0 0,0 0-1 0 0,-1 0 1 0 0,1 0 0 0 0,-3-1 1119 0 0,3 0-1119 0 0,0 1-1 0 0,0 0 1 0 0,0 0 0 0 0,0 0 0 0 0,0 0 0 0 0,0-1 0 0 0,0 1 0 0 0,0 0 0 0 0,0-1 0 0 0,-6-17 779 0 0,3-27-19 0 0,16-360 3479 0 0,0 57-3314 0 0,42-577 1661 0 0,-41 783-2264 0 0,-6-2-1 0 0,-15-199 0 0 0,4-27 942 0 0,6 134-759 0 0,18-241 1146 0 0,-15 370-1543 0 0,-3 37 59 0 0,22-127 0 0 0,66-272-236 0 0,-81 355-22 0 0,-9 87 14 0 0,1 0-1 0 0,1 0 1 0 0,1 0-1 0 0,13-43 1 0 0,-6 32-1024 0 0,9-55 1 0 0,-3 11-79 0 0,-50 130-262 0 0,-162 257-645 0 0,179-280 1648 0 0,9-13 65 0 0,-1 0 0 0 0,-17 19 1 0 0,21-30 316 0 0,4-13-173 0 0,51-129-731 0 0,-44 126 1004 0 0,0 1 0 0 0,0 0-1 0 0,2 0 1 0 0,-1 1 0 0 0,2 0 0 0 0,0 1-1 0 0,19-20 1 0 0,-27 31 4 0 0,-1-1-1 0 0,1 1 1 0 0,0-1-1 0 0,0 1 1 0 0,0-1 0 0 0,0 1-1 0 0,0 0 1 0 0,0 0 0 0 0,0 0-1 0 0,0 0 1 0 0,1 0 0 0 0,-1 1-1 0 0,0-1 1 0 0,0 1 0 0 0,1-1-1 0 0,-1 1 1 0 0,0 0 0 0 0,1 0-1 0 0,-1 0 1 0 0,1 0-1 0 0,3 1 1 0 0,-3 0 30 0 0,0 1-1 0 0,0-1 1 0 0,0 1-1 0 0,-1 0 1 0 0,1-1-1 0 0,-1 1 1 0 0,1 0-1 0 0,-1 1 1 0 0,0-1-1 0 0,0 0 1 0 0,0 1 0 0 0,0-1-1 0 0,0 1 1 0 0,2 3-1 0 0,4 10 320 0 0,-1 1 0 0 0,0 0 0 0 0,-1 0 0 0 0,5 27-1 0 0,6 34-17 0 0,9 36-458 0 0,-14-77-320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2.7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92 201 920 0 0,'-5'1'405'0'0,"-1"-1"0"0"0,0 1 0 0 0,1 0 0 0 0,-1 1-1 0 0,1-1 1 0 0,-1 1 0 0 0,1 0 0 0 0,0 0 0 0 0,-1 1 0 0 0,1-1 0 0 0,0 1-1 0 0,1 1 1 0 0,-1-1 0 0 0,1 0 0 0 0,-9 12 5677 0 0,80-46-3182 0 0,-40 17-2299 0 0,2 2-1 0 0,-1 0 0 0 0,1 2 1 0 0,39-8-1 0 0,-12 10-565 0 0,66 0 1 0 0,-89 6-32 0 0,0-1-37 0 0,56-14 0 0 0,-63 11 12 0 0,1 1-1 0 0,-1 1 1 0 0,42-1-1 0 0,30 6 22 0 0,0 0 0 0 0,99 14 0 0 0,429 27 181 0 0,-499-31-72 0 0,-82-6-94 0 0,66 1 0 0 0,143-24 81 0 0,-127 7 155 0 0,151 6 0 0 0,-227 5-198 0 0,103-13 0 0 0,-63 3-29 0 0,12-4-24 0 0,119-31 0 0 0,-133 26-10 0 0,0 4-1 0 0,1 4 0 0 0,1 4 1 0 0,-1 4-1 0 0,150 14 0 0 0,-20 11 150 0 0,609 71 987 0 0,-697-73-925 0 0,291 37 48 0 0,131 5-91 0 0,-254-19 346 0 0,89 10-53 0 0,-259-43-453 0 0,235 51 1 0 0,-122-13-728 0 0,34 9-383 0 0,-262-55 308 0 0,0 1-1 0 0,0-2 0 0 0,0 0 0 0 0,0-1 1 0 0,0 0-1 0 0,0-1 0 0 0,0-1 0 0 0,0 0 0 0 0,0-1 1 0 0,26-9-1 0 0,-25 8-3657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3.2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3025 0 0,'-52'10'454'0'0,"-7"0"2234"0"0,51-8-1289 0 0,-1 0 0 0 0,1 1 0 0 0,0 0 1 0 0,-12 6-1 0 0,19-8-1227 0 0,1-1 1 0 0,-1 0-1 0 0,1 1 0 0 0,-1-1 1 0 0,1 0-1 0 0,-1 1 1 0 0,1-1-1 0 0,-1 1 0 0 0,1-1 1 0 0,-1 1-1 0 0,1-1 1 0 0,-1 1-1 0 0,1-1 1 0 0,0 1-1 0 0,-1-1 0 0 0,1 1 1 0 0,0 0-1 0 0,0-1 1 0 0,-1 1-1 0 0,1-1 0 0 0,0 1 1 0 0,0 0-1 0 0,0-1 1 0 0,0 1-1 0 0,0 0 0 0 0,0-1 1 0 0,0 1-1 0 0,0 0 1 0 0,0-1-1 0 0,0 1 0 0 0,0 1 1 0 0,1 0-50 0 0,0 0 1 0 0,0 0 0 0 0,0 0-1 0 0,1 0 1 0 0,-1 0-1 0 0,0 0 1 0 0,1 0-1 0 0,-1 0 1 0 0,3 2-1 0 0,42 30-531 0 0,-45-33 508 0 0,26 14-101 0 0,0-1 1 0 0,1-2-1 0 0,0-1 1 0 0,36 10-1 0 0,-31-11-4 0 0,-1 1-1 0 0,57 29 1 0 0,-86-39 25 0 0,0 1 0 0 0,0 0 0 0 0,0 0-1 0 0,0 0 1 0 0,0 1 0 0 0,-1-1 0 0 0,1 1 0 0 0,-1-1-1 0 0,0 1 1 0 0,0 0 0 0 0,0 0 0 0 0,0 0 0 0 0,0 0-1 0 0,0 0 1 0 0,-1 0 0 0 0,0 0 0 0 0,2 7 0 0 0,-2-4 52 0 0,0-1 1 0 0,-1 1 0 0 0,0-1-1 0 0,0 1 1 0 0,0-1 0 0 0,-1 1 0 0 0,0-1-1 0 0,0 1 1 0 0,0-1 0 0 0,-3 8 0 0 0,-6 8 189 0 0,0 1 1 0 0,-1-1 0 0 0,-1-1-1 0 0,-17 23 1 0 0,27-40-255 0 0,-29 41-475 0 0,-55 59-1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3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3199 2652 3225 0 0,'0'0'240'0'0,"-1"1"-200"0"0,0 0 0 0 0,1 0 0 0 0,-1 0 0 0 0,0 0 0 0 0,0 0 0 0 0,0 0 0 0 0,0 0 0 0 0,0-1 0 0 0,0 1 0 0 0,0 0 0 0 0,0-1 0 0 0,0 1 0 0 0,0 0 0 0 0,0-1 0 0 0,0 0 0 0 0,0 1 0 0 0,0-1 0 0 0,0 1 0 0 0,-1-1 0 0 0,1 0 0 0 0,0 0 0 0 0,0 0 0 0 0,0 0 0 0 0,-1 0 0 0 0,1 0 0 0 0,0 0 0 0 0,0 0 0 0 0,0 0 0 0 0,-1-1 0 0 0,1 1 0 0 0,0 0 0 0 0,0-1 0 0 0,0 1 0 0 0,0-1 0 0 0,0 1 0 0 0,0-1 0 0 0,0 0 0 0 0,-1 0 0 0 0,-3-4 334 0 0,2 0 0 0 0,-1 0 0 0 0,0-1 0 0 0,1 1 0 0 0,0-1 0 0 0,-3-8 0 0 0,-13-22 609 0 0,12 30-886 0 0,0 0 0 0 0,0 0 0 0 0,0 1 1 0 0,-1 0-1 0 0,0 0 0 0 0,0 1 0 0 0,-10-4 1 0 0,-31-20 397 0 0,-109-107 1279 0 0,22 16-1068 0 0,-23-14 955 0 0,-88-69-618 0 0,89 59-451 0 0,110 98-672 0 0,-60-52 109 0 0,-63-62 142 0 0,117 107 27 0 0,-3 2-1 0 0,-100-66 0 0 0,85 64-139 0 0,-99-81-67 0 0,143 110-132 0 0,-43-42 0 0 0,51 44 109 0 0,-2 1 0 0 0,1 1 0 0 0,-44-27 0 0 0,8 8 207 0 0,2-3 0 0 0,-92-85 1 0 0,38 12 913 0 0,-24-21-169 0 0,89 100-679 0 0,-1 2 0 0 0,-91-51 0 0 0,113 70-93 0 0,1-1-1 0 0,-38-34 1 0 0,6 3 127 0 0,-94-55 166 0 0,136 95-282 0 0,11 5-161 0 0,-1 1 1 0 0,0-1-1 0 0,0 0 1 0 0,1 1-1 0 0,-1-1 1 0 0,1 0-1 0 0,-1 0 1 0 0,1 0-1 0 0,-1 0 1 0 0,1-1-1 0 0,0 1 0 0 0,-1 0 1 0 0,-1-2-1 0 0,3 1-228 0 0,0 1-1 0 0,0 0 0 0 0,0 0 0 0 0,0 0 0 0 0,0-1 1 0 0,0 1-1 0 0,1 0 0 0 0,-1 0 0 0 0,0 0 1 0 0,1 0-1 0 0,-1 0 0 0 0,0 0 0 0 0,1-1 0 0 0,-1 1 1 0 0,1 0-1 0 0,0 0 0 0 0,-1 0 0 0 0,2-1 0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09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7370 0 0,'4'-6'7935'0'0,"8"13"-7363"0"0,0 1 0 0 0,0 1 1 0 0,-1 0-1 0 0,0 0 1 0 0,12 15-1 0 0,50 63 271 0 0,-20-23-601 0 0,-32-40-459 0 0,55 58 419 0 0,-66-73-907 0 0,0 0-1 0 0,0-1 0 0 0,1 0 1 0 0,0-1-1 0 0,1 0 0 0 0,13 6 1 0 0,-14-9-3159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2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1 920 0 0,'-1'1'329'0'0,"1"1"1"0"0,0-1-1 0 0,0 0 0 0 0,0 1 0 0 0,0-1 0 0 0,1 1 1 0 0,-1-1-1 0 0,0 0 0 0 0,0 1 0 0 0,1-1 0 0 0,-1 0 0 0 0,1 1 1 0 0,-1-1-1 0 0,1 0 0 0 0,0 0 0 0 0,0 1 0 0 0,-1-1 1 0 0,1 0-1 0 0,0 0 0 0 0,0 0 0 0 0,0 0 0 0 0,0 0 0 0 0,0 0 1 0 0,0 0-1 0 0,0-1 0 0 0,3 2 0 0 0,-2 0-97 0 0,1 1 0 0 0,0-1 1 0 0,0-1-1 0 0,-1 1 0 0 0,1 0 0 0 0,1-1 0 0 0,-1 0 0 0 0,0 1 0 0 0,0-1 0 0 0,5 0 0 0 0,-18-3 752 0 0,7 0-1032 0 0,0 1 1 0 0,0 0-1 0 0,0 0 0 0 0,0 0 0 0 0,0 1 0 0 0,0-1 1 0 0,-6 1-1 0 0,7-1 51 0 0,1 1 0 0 0,0 0 0 0 0,0-1-1 0 0,0 1 1 0 0,0-1 0 0 0,0 0 0 0 0,0 1 0 0 0,0-1 0 0 0,0 0 0 0 0,0 1 0 0 0,1-1 0 0 0,-1 0 0 0 0,0 0 0 0 0,0 0-1 0 0,1 0 1 0 0,-1 0 0 0 0,0 0 0 0 0,1 0 0 0 0,-1 0 0 0 0,1 0 0 0 0,-1-1 0 0 0,-3-3 177 0 0,6 8 125 0 0,-2-1-646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5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3 168 4609 0 0,'-2'0'2821'0'0,"2"-8"-953"0"0,5-24-260 0 0,12-42-1752 0 0,-6 38-1948 0 0,-7 19-1169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0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3209 0 0,'-3'11'63'0'0,"-15"70"496"0"0,17-75-153 0 0,1 1-1 0 0,-1-1 1 0 0,1 0 0 0 0,1 1 0 0 0,-1-1-1 0 0,1 0 1 0 0,0 1 0 0 0,0-1-1 0 0,1 0 1 0 0,3 10 0 0 0,-4-15-242 0 0,1 1 0 0 0,-1-1 1 0 0,0 1-1 0 0,0-1 1 0 0,1 1-1 0 0,-1-1 0 0 0,0 0 1 0 0,1 1-1 0 0,0-1 0 0 0,-1 0 1 0 0,1 0-1 0 0,0 0 0 0 0,-1-1 1 0 0,1 1-1 0 0,0 0 0 0 0,0 0 1 0 0,0-1-1 0 0,0 1 0 0 0,-1-1 1 0 0,1 0-1 0 0,0 0 0 0 0,0 0 1 0 0,2 0-1 0 0,55-4 2358 0 0,-26 0-1208 0 0,-28 4-1163 0 0,1 0-1 0 0,-1 1 0 0 0,1-1 1 0 0,-1 1-1 0 0,1 0 1 0 0,-1 1-1 0 0,0-1 0 0 0,1 1 1 0 0,-1 0-1 0 0,0 0 1 0 0,0 1-1 0 0,0-1 1 0 0,-1 1-1 0 0,9 6 0 0 0,-7-3-463 0 0,0 0-1 0 0,-1 0 0 0 0,1 0 0 0 0,-1 1 0 0 0,7 11 1 0 0,-1 0-5629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1.7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2761 0 0,'0'4'1153'0'0,"1"-1"-960"0"0,-1-1 0 0 0,1 0 0 0 0,0 0 0 0 0,0 1-1 0 0,0-1 1 0 0,0 0 0 0 0,0 0 0 0 0,0 0 0 0 0,0 0 0 0 0,1 0-1 0 0,-1 0 1 0 0,1 0 0 0 0,-1 0 0 0 0,1-1 0 0 0,0 1 0 0 0,0 0 0 0 0,0-1-1 0 0,0 0 1 0 0,0 1 0 0 0,0-1 0 0 0,0 0 0 0 0,0 0 0 0 0,1 0-1 0 0,-1 0 1 0 0,0-1 0 0 0,3 1 0 0 0,5 2-137 0 0,-1 0-1 0 0,1-1 1 0 0,0 0 0 0 0,0-1 0 0 0,10 0-1 0 0,-17-1-144 0 0,-1 0 0 0 0,0 0 0 0 0,0-1-1 0 0,1 1 1 0 0,-1-1 0 0 0,0 1 0 0 0,0-1-1 0 0,0 0 1 0 0,0 0 0 0 0,0 0 0 0 0,4-2-1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2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0 920 0 0,'0'1'136'0'0,"0"12"1625"0"0,0-11-1325 0 0,0 0 0 0 0,0-1 0 0 0,0 1-1 0 0,0 0 1 0 0,0-1 0 0 0,0 1 0 0 0,0 0 0 0 0,1-1 0 0 0,-1 1 0 0 0,1-1-1 0 0,-1 1 1 0 0,1-1 0 0 0,-1 1 0 0 0,1-1 0 0 0,0 1 0 0 0,0-1 0 0 0,0 1 0 0 0,2 1-1 0 0,23 35 2648 0 0,-9-13-2157 0 0,0-2-1 0 0,1 0 0 0 0,22 21 0 0 0,153 128-93 0 0,-73-67-470 0 0,12 35-389 0 0,-97-99 15 0 0,1-1-1 0 0,61 50 1 0 0,164 115 73 0 0,-223-173-52 0 0,-1 2 1 0 0,-2 2-1 0 0,-1 1 0 0 0,48 69 0 0 0,26 30 515 0 0,16-8-349 0 0,44 55-125 0 0,-65-59-358 0 0,187 177 0 0 0,51 61-396 0 0,-294-308 722 0 0,2-3 0 0 0,68 55-1 0 0,-40-40-88 0 0,43 34-39 0 0,-81-71 169 0 0,-1 2 0 0 0,-2 1 1 0 0,-1 3-1 0 0,36 45 0 0 0,130 183 2884 0 0,-195-255-2890 0 0,-4-5-87 0 0,0 0 0 0 0,0 0-1 0 0,1 0 1 0 0,-1 0 0 0 0,1 0-1 0 0,0 0 1 0 0,0-1 0 0 0,0 1-1 0 0,0-1 1 0 0,0 0 0 0 0,1 0-1 0 0,3 2 1 0 0,-1-1-479 0 0,1 0-1 0 0,-1 0 1 0 0,-1 1 0 0 0,11 8 0 0 0,1 0-2076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39 1376 0 0,'-55'-39'13907'0'0,"133"94"-10081"0"0,33 41-2640 0 0,-108-94-1145 0 0,105 103-190 0 0,-23-21-3594 0 0,-63-64-2323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3.5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11058 0 0,'0'1'114'0'0,"0"1"-1"0"0,1-1 1 0 0,-1 0-1 0 0,0 1 0 0 0,0-1 1 0 0,0 1-1 0 0,0-1 1 0 0,0 0-1 0 0,0 1 0 0 0,0-1 1 0 0,0 1-1 0 0,-1-1 1 0 0,1 0-1 0 0,-1 2 0 0 0,-2-1 366 0 0,1-13-1869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7370 0 0,'1'0'114'0'0,"0"1"-1"0"0,0-1 1 0 0,0 0 0 0 0,1 0 0 0 0,-1 0 0 0 0,0 1 0 0 0,0-1 0 0 0,1 0 0 0 0,-1 0 0 0 0,0-1 0 0 0,0 1 0 0 0,1 0 0 0 0,-1 0 0 0 0,0-1 0 0 0,0 1 0 0 0,0 0 0 0 0,0-1 0 0 0,1 1 0 0 0,-1-1 0 0 0,0 0-1 0 0,0 1 1 0 0,0-1 0 0 0,0 0 0 0 0,0 0 0 0 0,0 1 0 0 0,-1-1 0 0 0,1 0 0 0 0,1-1 0 0 0,27-27 940 0 0,-17 14-850 0 0,0-1 1 0 0,-1 0-1 0 0,12-24 1 0 0,-20 33-471 0 0,0 0 0 0 0,-1 1 0 0 0,0-1 0 0 0,0 0 1 0 0,1-10-1 0 0,-2 13-164 0 0,-1 1 0 0 0,0-1 1 0 0,0 1-1 0 0,0-1 0 0 0,0 0 1 0 0,-1 1-1 0 0,0-1 0 0 0,0 0 1 0 0,1 1-1 0 0,-2 0 0 0 0,-1-6 1 0 0,2 8 342 0 0,1 0 1 0 0,-1 0 0 0 0,1-1 0 0 0,-1 1 0 0 0,0 0-1 0 0,1 0 1 0 0,-1 0 0 0 0,0 0 0 0 0,0 0 0 0 0,0 0 0 0 0,0 1-1 0 0,0-1 1 0 0,0 0 0 0 0,0 0 0 0 0,0 1 0 0 0,0-1-1 0 0,-1 0 1 0 0,1 1 0 0 0,0-1 0 0 0,0 1 0 0 0,0 0-1 0 0,-1-1 1 0 0,1 1 0 0 0,0 0 0 0 0,-1 0 0 0 0,1 0 0 0 0,0 0-1 0 0,-1 0 1 0 0,1 0 0 0 0,0 0 0 0 0,0 0 0 0 0,-1 0-1 0 0,1 1 1 0 0,0-1 0 0 0,0 1 0 0 0,-1-1 0 0 0,1 1-1 0 0,0-1 1 0 0,0 1 0 0 0,0-1 0 0 0,-2 3 0 0 0,-1-1 106 0 0,0 1-1 0 0,0 0 1 0 0,1 0 0 0 0,-1 1 0 0 0,1-1 0 0 0,-1 1-1 0 0,1-1 1 0 0,1 1 0 0 0,-1 0 0 0 0,-2 5 0 0 0,-4 9-76 0 0,2 1 1 0 0,0 0-1 0 0,-7 34 1 0 0,12-42 229 0 0,1 0 1 0 0,-1-1-1 0 0,2 1 1 0 0,-1 0-1 0 0,2-1 0 0 0,-1 1 1 0 0,1 0-1 0 0,5 18 1 0 0,-5-27 118 0 0,0 0 0 0 0,0 1 0 0 0,0-1 0 0 0,0 0 0 0 0,0 0 0 0 0,0 0 0 0 0,1 1 0 0 0,-1-1 0 0 0,1-1 1 0 0,0 1-1 0 0,0 0 0 0 0,-1 0 0 0 0,1-1 0 0 0,0 1 0 0 0,0-1 0 0 0,1 1 0 0 0,-1-1 0 0 0,0 0 0 0 0,0 0 0 0 0,1 0 0 0 0,-1 0 0 0 0,0 0 1 0 0,1-1-1 0 0,-1 1 0 0 0,1-1 0 0 0,-1 1 0 0 0,1-1 0 0 0,-1 0 0 0 0,1 0 0 0 0,-1 0 0 0 0,6-1 0 0 0,8-1 618 0 0,0-1-1 0 0,0-1 1 0 0,-1 0 0 0 0,17-7-1 0 0,-1 1 491 0 0,-19 6-1026 0 0,0 1-1 0 0,0 0 0 0 0,0 1 0 0 0,0 1 1 0 0,19-1-1 0 0,-28 2-362 0 0,0 1 1 0 0,0-1-1 0 0,0 1 0 0 0,0-1 1 0 0,0 1-1 0 0,0 0 1 0 0,-1 0-1 0 0,1 0 1 0 0,0 0-1 0 0,-1 1 0 0 0,1-1 1 0 0,0 1-1 0 0,-1-1 1 0 0,0 1-1 0 0,1 0 1 0 0,-1 0-1 0 0,0 0 1 0 0,0 0-1 0 0,0 0 0 0 0,0 1 1 0 0,-1-1-1 0 0,1 1 1 0 0,-1-1-1 0 0,1 1 1 0 0,-1 0-1 0 0,0-1 0 0 0,0 1 1 0 0,1 4-1 0 0,5 37-1664 0 0,-5-18-5524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2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9218 0 0,'0'4'718'0'0,"0"0"0"0"0,0 0 0 0 0,0 0 0 0 0,0 0 0 0 0,1 0 0 0 0,0-1 0 0 0,0 1 0 0 0,0 0 0 0 0,3 6 1 0 0,-4-9-698 0 0,0-1 0 0 0,1 1 0 0 0,-1-1 0 0 0,0 0 0 0 0,1 1 0 0 0,-1-1 0 0 0,0 0 0 0 0,1 1 0 0 0,-1-1 0 0 0,1 0 0 0 0,-1 0 0 0 0,0 1 0 0 0,1-1 0 0 0,-1 0 0 0 0,1 0 0 0 0,-1 0 0 0 0,1 0 0 0 0,-1 1 1 0 0,1-1-1 0 0,-1 0 0 0 0,1 0 0 0 0,-1 0 0 0 0,1 0 0 0 0,-1 0 0 0 0,1 0 0 0 0,-1 0 0 0 0,1-1 0 0 0,2 1-205 0 0,-1-1 0 0 0,0 0 1 0 0,-1 0-1 0 0,1 0 0 0 0,0-1 0 0 0,0 1 0 0 0,0 0 0 0 0,-1-1 1 0 0,1 1-1 0 0,1-2 0 0 0,-1 1-58 0 0,0 0 0 0 0,0 0 1 0 0,0 1-1 0 0,0-1 0 0 0,0 1 0 0 0,0-1 1 0 0,0 1-1 0 0,0 0 0 0 0,1 0 0 0 0,4-2 1 0 0,7 2 145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8.7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2 110 8290 0 0,'-1'-15'2816'0'0,"0"-36"438"0"0,1 48-3119 0 0,1 1-1 0 0,-1-1 0 0 0,0 1 0 0 0,1 0 0 0 0,-1-1 1 0 0,1 1-1 0 0,0 0 0 0 0,0-1 0 0 0,0 1 0 0 0,0 0 0 0 0,0 0 1 0 0,0 0-1 0 0,1-1 0 0 0,-1 1 0 0 0,1 1 0 0 0,-1-1 0 0 0,4-3 1 0 0,-4 5-30 0 0,-1 0 1 0 0,1 0 0 0 0,-1 0 0 0 0,1 0-1 0 0,0 0 1 0 0,-1 0 0 0 0,1 0 0 0 0,-1 0-1 0 0,1 0 1 0 0,-1 0 0 0 0,1 1 0 0 0,-1-1-1 0 0,1 0 1 0 0,-1 0 0 0 0,0 1 0 0 0,1-1-1 0 0,-1 0 1 0 0,1 0 0 0 0,-1 1 0 0 0,1-1-1 0 0,-1 0 1 0 0,0 1 0 0 0,1-1 0 0 0,-1 1-1 0 0,0-1 1 0 0,1 1 0 0 0,-1 0-1 0 0,15 19 1036 0 0,-4-5-717 0 0,38 33-35 0 0,-2 2 0 0 0,55 78 1 0 0,-102-128-390 0 0,2 2 0 0 0,0 0 0 0 0,-1 1 0 0 0,1-1 0 0 0,-1 0 0 0 0,0 1 0 0 0,0-1 0 0 0,0 1 0 0 0,0 0 0 0 0,0-1 0 0 0,0 1 0 0 0,0 0 0 0 0,-1 3 0 0 0,-3-8-145 0 0,0 1 1 0 0,0-1 0 0 0,-1 0-1 0 0,1 0 1 0 0,0 0-1 0 0,1-1 1 0 0,-6-3-1 0 0,7 4-13 0 0,-32-25-1967 0 0,18 16 557 0 0,1 0 0 0 0,-19-21 0 0 0,28 26 1182 0 0,1 1 0 0 0,0-1-1 0 0,0 0 1 0 0,1 0 0 0 0,-1-1 0 0 0,1 1 0 0 0,1-1 0 0 0,-1 1-1 0 0,1-1 1 0 0,-2-8 0 0 0,3 8-354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118 110 6913 0 0,'-2'4'523'0'0,"-1"-1"0"0"0,1 1-1 0 0,0 0 1 0 0,-1-1 0 0 0,0 0-1 0 0,0 1 1 0 0,0-1 0 0 0,-6 5-1 0 0,32-52 3158 0 0,-20 39-3774 0 0,0-1 0 0 0,-1 1 1 0 0,1-1-1 0 0,-1 0 0 0 0,0 0 0 0 0,-1 0 1 0 0,2-10-1 0 0,-22 63-1414 0 0,16-37 1163 0 0,0 0 0 0 0,0-1 0 0 0,-1 1 0 0 0,-9 15 0 0 0,-17 11 3383 0 0,21-27-2380 0 0,4-5-309 0 0,0 1 0 0 0,0 0 0 0 0,0 0 0 0 0,1 0-1 0 0,0 0 1 0 0,0 1 0 0 0,0 0 0 0 0,1 0 0 0 0,-3 7 0 0 0,17-24 1203 0 0,6-11-1431 0 0,22-59-89 0 0,-29 57-30 0 0,1 0 0 0 0,1 1 0 0 0,24-35 0 0 0,-35 57 8 0 0,1-1-1 0 0,-1 1 0 0 0,0-1 0 0 0,1 1 1 0 0,-1-1-1 0 0,0 1 0 0 0,1 0 0 0 0,0 0 1 0 0,-1 0-1 0 0,1 0 0 0 0,0 0 0 0 0,-1 0 0 0 0,1 0 1 0 0,3-1-1 0 0,-3 2 8 0 0,-1 0 1 0 0,0 0-1 0 0,0 0 1 0 0,0 0-1 0 0,1 0 0 0 0,-1 1 1 0 0,0-1-1 0 0,0 0 0 0 0,0 0 1 0 0,0 1-1 0 0,1-1 1 0 0,-1 1-1 0 0,0-1 0 0 0,0 1 1 0 0,0 0-1 0 0,0-1 0 0 0,0 1 1 0 0,1 1-1 0 0,3 4 86 0 0,0 0 0 0 0,0 0 0 0 0,0 1 0 0 0,-1-1 0 0 0,0 1 0 0 0,3 8 0 0 0,4 5 24 0 0,29 40 80 0 0,59 68 1 0 0,33 49-43 0 0,-25-21 50 0 0,-57-92-2721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19.8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122 252 3209 0 0,'-55'24'1010'0'0,"-2"-5"4420"0"0,56-19-5354 0 0,1 0 0 0 0,0 0 0 0 0,-1-1 0 0 0,1 1 0 0 0,0 0-1 0 0,-1 0 1 0 0,1 0 0 0 0,-1 0 0 0 0,1 0 0 0 0,0 0 0 0 0,-1 0 0 0 0,1-1 0 0 0,0 1 0 0 0,-1 0 0 0 0,1 0 0 0 0,0 0 0 0 0,0-1 0 0 0,-1 1 0 0 0,1 0 0 0 0,0-1 0 0 0,-1 1 0 0 0,1 0 0 0 0,0 0 0 0 0,0-1 0 0 0,0 1 0 0 0,-1 0 0 0 0,1-1-1 0 0,0 1 1 0 0,0 0 0 0 0,0-1 0 0 0,0 1 0 0 0,0-1 0 0 0,0 1 0 0 0,0 0 0 0 0,0-1 0 0 0,0 1 0 0 0,0 0 0 0 0,0-1 0 0 0,0 1 0 0 0,0-1 0 0 0,0 1 0 0 0,0 0 0 0 0,0-1 0 0 0,0 1 0 0 0,0 0 0 0 0,0-1 0 0 0,1 0 0 0 0,4-23 555 0 0,-4 19-334 0 0,6-19-21 0 0,1-1 0 0 0,1 1 1 0 0,1 1-1 0 0,15-27 0 0 0,-9 22-1603 0 0,26-32 1 0 0,-30 43-3423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1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6 147 6913 0 0,'-2'10'474'0'0,"-2"41"4908"0"0,4-52-5357 0 0,0 1 0 0 0,0 0 0 0 0,0 0 0 0 0,0 0 0 0 0,0 0 0 0 0,0 0-1 0 0,0 0 1 0 0,1 0 0 0 0,-1 0 0 0 0,0 0 0 0 0,0 0 0 0 0,0 0 0 0 0,0 0 0 0 0,0-1-1 0 0,0 1 1 0 0,0 0 0 0 0,0 0 0 0 0,0 0 0 0 0,0 0 0 0 0,0 0 0 0 0,0 0 0 0 0,0 0-1 0 0,0 0 1 0 0,0 0 0 0 0,1 0 0 0 0,-1 0 0 0 0,0 0 0 0 0,0 0 0 0 0,0 0 0 0 0,0 0-1 0 0,0 0 1 0 0,0 0 0 0 0,0 0 0 0 0,0 0 0 0 0,0 0 0 0 0,0 0 0 0 0,1 0 0 0 0,-1 0-1 0 0,0 0 1 0 0,0 0 0 0 0,0 0 0 0 0,0 0 0 0 0,0 0 0 0 0,0 0 0 0 0,0 0 0 0 0,0 0-1 0 0,0 0 1 0 0,0 0 0 0 0,0 0 0 0 0,0 1 0 0 0,0-1 0 0 0,1 0 0 0 0,-1 0-1 0 0,0 0 1 0 0,0 0 0 0 0,0 0 0 0 0,0 0 0 0 0,0 0 0 0 0,0 0 0 0 0,0 0 0 0 0,0 0-1 0 0,0 0 1 0 0,0 1 0 0 0,7-13 446 0 0,4-14-302 0 0,13-52-287 0 0,-11 32-1468 0 0,2 1-3541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0 456 0 0,'0'9'831'0'0,"0"1"-1"0"0,1-1 1 0 0,0 0-1 0 0,1 0 1 0 0,-1 1-1 0 0,2-1 1 0 0,-1-1-1 0 0,1 1 1 0 0,1 0-1 0 0,5 11 1 0 0,-4-13-293 0 0,0-1 1 0 0,0 1-1 0 0,0-1 1 0 0,1 0-1 0 0,-1 0 1 0 0,1-1-1 0 0,1 0 1 0 0,-1 0 0 0 0,1 0-1 0 0,0-1 1 0 0,0 0-1 0 0,9 3 1 0 0,19 8 535 0 0,-21-10-914 0 0,0 1-1 0 0,21 11 1 0 0,-31-14-377 0 0,0-1 0 0 0,-1 1 1 0 0,0-1-1 0 0,1 1 0 0 0,-1 0 0 0 0,0 1 0 0 0,0-1 0 0 0,-1 0 0 0 0,1 1 0 0 0,-1-1 1 0 0,0 1-1 0 0,1 0 0 0 0,1 6 0 0 0,2 8-1570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20.6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 11058 0 0,'-1'1'224'0'0,"1"0"0"0"0,0 1 0 0 0,0-1-1 0 0,-1 0 1 0 0,1 1 0 0 0,0-1-1 0 0,0 0 1 0 0,0 1 0 0 0,0-1 0 0 0,1 0-1 0 0,-1 1 1 0 0,0-1 0 0 0,0 0-1 0 0,1 1 1 0 0,-1-1 0 0 0,1 0 0 0 0,-1 0-1 0 0,1 1 1 0 0,0-1 0 0 0,-1 0-1 0 0,1 0 1 0 0,0 0 0 0 0,0 0 0 0 0,0 0-1 0 0,0 0 1 0 0,0 0 0 0 0,0 0-1 0 0,0 0 1 0 0,0 0 0 0 0,2 0 0 0 0,-3 0-262 0 0,179 182 3344 0 0,-124-121-3379 0 0,2-3 0 0 0,3-3 0 0 0,78 57 0 0 0,-100-88-4983 0 0,-3-5-1776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29:35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0,'7'1'107'0'0,"1"0"1"0"0,-1 0 0 0 0,0 0 0 0 0,0 1 0 0 0,0 1 0 0 0,0-1 0 0 0,0 1-1 0 0,0 0 1 0 0,-1 1 0 0 0,1-1 0 0 0,8 8 0 0 0,10 8 447 0 0,29 29 0 0 0,-45-40-399 0 0,110 98 1597 0 0,40 38-273 0 0,-34-3-583 0 0,-16-14-378 0 0,-36-58-196 0 0,156 113 0 0 0,-77-62 35 0 0,43 30 663 0 0,-117-98-627 0 0,4 2-107 0 0,118 100 0 0 0,-123-83-287 0 0,-9-7 0 0 0,143 105 0 0 0,309 236-794 0 0,-438-336 772 0 0,139 137 44 0 0,-19-18 104 0 0,118 112 154 0 0,-65-57-108 0 0,80 83 415 0 0,-80-71-190 0 0,-107-114-460 0 0,241 220-189 0 0,-146-111 282 0 0,-42-38 23 0 0,152 130-52 0 0,-68-93 306 0 0,-235-208-343 0 0,157 153 25 0 0,13 12 150 0 0,-186-179-89 0 0,257 226 177 0 0,38 60-160 0 0,-84-77-129 0 0,-3-2 244 0 0,-154-156-172 0 0,140 162 0 0 0,-158-160-48 0 0,138 122 0 0 0,-127-127 164 0 0,94 115 0 0 0,-105-109-52 0 0,124 110 0 0 0,75 67-123 0 0,28 22 26 0 0,-19-21-206 0 0,-90-77 269 0 0,-98-103-29 0 0,108 106 55 0 0,-95-74 175 0 0,194 163 0 0 0,-218-206-118 0 0,77 85 1 0 0,63 55 59 0 0,-192-185-183 0 0,250 212 11 0 0,-125-105 977 0 0,-90-78-746 0 0,101 75-140 0 0,-37-31-4 0 0,-116-87-13 0 0,0 1 1 0 0,15 19 0 0 0,-20-22-127 0 0,0 0 1 0 0,1 0 0 0 0,0 0 0 0 0,0-1-1 0 0,1 0 1 0 0,0-1 0 0 0,0 1 0 0 0,15 8-1 0 0,-21-14-37 0 0,0 0 1 0 0,0 1-1 0 0,0-1 0 0 0,0 0 0 0 0,0 0 0 0 0,0 1 0 0 0,0-1 1 0 0,0 0-1 0 0,0 0 0 0 0,0 0 0 0 0,1 0 0 0 0,-1-1 0 0 0,0 1 1 0 0,0 0-1 0 0,0 0 0 0 0,0-1 0 0 0,0 1 0 0 0,0 0 0 0 0,0-1 1 0 0,0 1-1 0 0,0-1 0 0 0,-1 1 0 0 0,1-1 0 0 0,2-1 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140 448 4145 0 0,'-7'4'584'0'0,"0"0"1"0"0,0-1-1 0 0,-1 0 0 0 0,1-1 0 0 0,-1 1 1 0 0,-12 1-1 0 0,16-3-348 0 0,0 0-1 0 0,0-1 1 0 0,0 1 0 0 0,0-1-1 0 0,0 0 1 0 0,0 0-1 0 0,0 0 1 0 0,0-1 0 0 0,0 1-1 0 0,0-1 1 0 0,0 0-1 0 0,0 0 1 0 0,0 0 0 0 0,-5-3-1 0 0,8 3-148 0 0,0 0 1 0 0,0-1-1 0 0,0 1 0 0 0,0-1 0 0 0,0 1 0 0 0,0 0 1 0 0,1-1-1 0 0,-1 1 0 0 0,0-1 0 0 0,1 0 0 0 0,-1 1 1 0 0,1-1-1 0 0,0 1 0 0 0,-1-1 0 0 0,1 0 0 0 0,0 1 1 0 0,0-1-1 0 0,0 0 0 0 0,0 1 0 0 0,0-1 0 0 0,1 0 1 0 0,-1 1-1 0 0,0-1 0 0 0,1 1 0 0 0,-1-1 0 0 0,1 0 1 0 0,1-1-1 0 0,23-51 1031 0 0,-18 42-838 0 0,6-13 172 0 0,4-11-49 0 0,2 1 0 0 0,1 1 0 0 0,41-51 0 0 0,-61 84-403 0 0,1 0 0 0 0,0 0-1 0 0,0 0 1 0 0,0 0 0 0 0,0 0 0 0 0,0 0 0 0 0,0 0-1 0 0,0 0 1 0 0,0 1 0 0 0,0-1 0 0 0,0 0 0 0 0,0 1-1 0 0,0-1 1 0 0,0 1 0 0 0,1-1 0 0 0,-1 1 0 0 0,0-1-1 0 0,0 1 1 0 0,1 0 0 0 0,-1 0 0 0 0,0 0 0 0 0,1 0-1 0 0,-1 0 1 0 0,0 0 0 0 0,0 0 0 0 0,2 0 0 0 0,-1 1 3 0 0,0 0 1 0 0,-1 0 0 0 0,1 0 0 0 0,0 1-1 0 0,-1-1 1 0 0,1 0 0 0 0,-1 1 0 0 0,1-1-1 0 0,-1 1 1 0 0,1 0 0 0 0,-1-1 0 0 0,0 1 0 0 0,0 0-1 0 0,1 3 1 0 0,5 9 59 0 0,-2 1 0 0 0,0 0 0 0 0,4 22 0 0 0,-7-29-19 0 0,10 60 169 0 0,-2 1 0 0 0,0 95 0 0 0,-3-31-361 0 0,-7-125 145 0 0,1 0 0 0 0,0 0-1 0 0,1 0 1 0 0,-1-1 0 0 0,2 1 0 0 0,3 11 0 0 0,-1-18-54 0 0,0-10-141 0 0,2-10-242 0 0,0-39 12 0 0,-2-1-1 0 0,-3 0 0 0 0,-2 0 0 0 0,-16-109 0 0 0,4 77 1379 0 0,-27-98-1 0 0,39 187-855 0 0,0 1-1 0 0,-1-1 1 0 0,1 1-1 0 0,-1-1 1 0 0,1 0-1 0 0,-1 1 1 0 0,0-1-1 0 0,1 1 1 0 0,-1-1-1 0 0,0 1 1 0 0,0 0-1 0 0,0-1 0 0 0,0 1 1 0 0,-1 0-1 0 0,1 0 1 0 0,0 0-1 0 0,0 0 1 0 0,-3-2-1 0 0,3 3-46 0 0,1 0 0 0 0,0 0 0 0 0,-1 0 0 0 0,1 0 0 0 0,0 0 0 0 0,-1 0 0 0 0,1 0 0 0 0,0 0 0 0 0,0 0 0 0 0,-1 0 0 0 0,1 0-1 0 0,0 0 1 0 0,-1 0 0 0 0,1 1 0 0 0,0-1 0 0 0,-1 0 0 0 0,1 0 0 0 0,0 0 0 0 0,0 0 0 0 0,-1 1 0 0 0,1-1 0 0 0,0 0-1 0 0,0 0 1 0 0,0 1 0 0 0,-1-1 0 0 0,1 0 0 0 0,0 0 0 0 0,0 1 0 0 0,0-1 0 0 0,-1 1 0 0 0,-2 20 714 0 0,4-3-603 0 0,0-1 1 0 0,2 0-1 0 0,0 1 1 0 0,1-1-1 0 0,1-1 1 0 0,11 28-1 0 0,3-3-148 0 0,32 54-1 0 0,-39-74-80 0 0,1-1 1 0 0,1-1-1 0 0,0 0 0 0 0,2 0 1 0 0,0-2-1 0 0,1 0 0 0 0,1-1 1 0 0,23 16-1 0 0,-23-20-2246 0 0,1-1 0 0 0,39 17 0 0 0,-29-16-4179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1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0,'0'0'423'0'0,"25"14"7383"0"0,-16-6-6950 0 0,0 1 0 0 0,0 0 0 0 0,-1 0 0 0 0,0 1 0 0 0,-1 0 0 0 0,0 1 0 0 0,7 13 0 0 0,35 84 371 0 0,-42-89-1049 0 0,6 14-326 0 0,29 62-253 0 0,-37-85-296 0 0,0-1 0 0 0,1 0-1 0 0,0-1 1 0 0,0 0-1 0 0,1 0 1 0 0,0 0 0 0 0,13 11-1 0 0,-5-9-5271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0,'-8'15'1456'0'0,"9"-14"-1347"0"0,-1-1 0 0 0,1 0 0 0 0,-1 0-1 0 0,1 1 1 0 0,0-1 0 0 0,-1 0 0 0 0,1 0-1 0 0,-1 0 1 0 0,1 0 0 0 0,0 1 0 0 0,-1-1-1 0 0,1 0 1 0 0,0 0 0 0 0,-1 0 0 0 0,1-1-1 0 0,-1 1 1 0 0,1 0 0 0 0,0 0 0 0 0,-1 0-1 0 0,1 0 1 0 0,-1 0 0 0 0,1-1 0 0 0,1 0 880 0 0,2-1-93 0 0,10-10-487 0 0,0-1 0 0 0,-1 0 0 0 0,-1-1 0 0 0,0 0 0 0 0,15-24-1 0 0,21-45-7864 0 0,-40 67 2511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2.6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2673 0 0,'-3'1'337'0'0,"1"-1"1"0"0,0 1-1 0 0,-1 0 1 0 0,1-1-1 0 0,0 1 1 0 0,-1-1-1 0 0,1 0 1 0 0,0 0-1 0 0,-1 0 1 0 0,1 0-1 0 0,0 0 1 0 0,-1-1-1 0 0,1 1 1 0 0,-1 0-1 0 0,-2-2 1 0 0,-28 5 8756 0 0,33-3-8904 0 0,0 0 1 0 0,-1 1 0 0 0,1-1-1 0 0,0 1 1 0 0,0-1-1 0 0,0 1 1 0 0,0-1 0 0 0,0 1-1 0 0,0-1 1 0 0,0 2 0 0 0,1 19 1426 0 0,0-16-1492 0 0,0-1 0 0 0,0 1 0 0 0,0-1 0 0 0,1 0 0 0 0,-1 0-1 0 0,5 7 1 0 0,6 6 80 0 0,1 1 0 0 0,10 21 0 0 0,-15-25-221 0 0,0 0 0 0 0,1 0 0 0 0,1-1 0 0 0,19 21 0 0 0,-10-15-1109 0 0,1-2 1 0 0,34 25-1 0 0,-35-31-499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0 170 5985 0 0,'7'-7'4454'0'0,"-6"7"-4269"0"0,-1 0 1 0 0,1 0 0 0 0,-1 0-1 0 0,0 0 1 0 0,5 0 1855 0 0,-4 1-1855 0 0,4 0-73 0 0,-1 0 0 0 0,1 1 0 0 0,-1-1 0 0 0,0 1 0 0 0,0 0-1 0 0,0 1 1 0 0,0-1 0 0 0,0 1 0 0 0,0-1 0 0 0,0 1 0 0 0,-1 0 0 0 0,1 1 0 0 0,-1-1 0 0 0,0 0 0 0 0,0 1 0 0 0,0 0 0 0 0,2 4 0 0 0,5 11 116 0 0,-1 1 0 0 0,0 0 0 0 0,-2 0-1 0 0,0 0 1 0 0,5 32 0 0 0,-5-25-273 0 0,0 0 0 0 0,16 37 0 0 0,-23-63 5 0 0,0-1 0 0 0,0 1 0 0 0,0-1 0 0 0,0 1 0 0 0,0 0 0 0 0,1-1 0 0 0,-1 1 0 0 0,0-1 0 0 0,0 1 0 0 0,1-1 0 0 0,-1 1 0 0 0,0-1 0 0 0,0 1 0 0 0,1-1 0 0 0,-1 1 0 0 0,1-1 0 0 0,-1 1 0 0 0,0-1 0 0 0,1 1 0 0 0,-1-1 0 0 0,1 0 0 0 0,-1 1 0 0 0,1-1 0 0 0,-1 0 0 0 0,1 1 0 0 0,-1-1 0 0 0,1 0 0 0 0,-1 0 0 0 0,1 0 0 0 0,0 1 0 0 0,0-1 0 0 0,4-19-1559 0 0,-5-31 160 0 0,0 50 1449 0 0,-6-84-1392 0 0,-3-79 640 0 0,9 130 1399 0 0,1 1 1 0 0,11-62-1 0 0,0 72 3123 0 0,-7 37-2750 0 0,8 85 1087 0 0,-10-66-1539 0 0,11 53 0 0 0,-12-77-564 0 0,1-1 1 0 0,0-1-1 0 0,0 1 0 0 0,1 0 0 0 0,0-1 1 0 0,0 0-1 0 0,1 1 0 0 0,0-2 1 0 0,1 1-1 0 0,9 10 0 0 0,-9-12-349 0 0,1-1 0 0 0,-1 0 0 0 0,1 0-1 0 0,15 8 1 0 0,14 2-3757 0 0,-21-12-1521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4145 0 0,'3'-5'281'0'0,"-1"1"0"0"0,1 0 0 0 0,0-1 0 0 0,0 1 0 0 0,0 0 0 0 0,0 1 0 0 0,1-1 0 0 0,0 1 1 0 0,-1-1-1 0 0,1 1 0 0 0,1 0 0 0 0,-1 0 0 0 0,0 1 0 0 0,1-1 0 0 0,-1 1 0 0 0,1 0 0 0 0,0 0 0 0 0,-1 1 0 0 0,1-1 0 0 0,9 0 0 0 0,-10 1-5 0 0,0 0 1 0 0,0 0-1 0 0,1 0 0 0 0,-1 1 0 0 0,0 0 0 0 0,0 0 0 0 0,1 0 0 0 0,-1 0 0 0 0,0 1 1 0 0,0-1-1 0 0,0 1 0 0 0,0 0 0 0 0,1 0 0 0 0,-1 1 0 0 0,-1-1 0 0 0,1 1 0 0 0,0 0 0 0 0,0 0 1 0 0,-1 0-1 0 0,1 1 0 0 0,-1-1 0 0 0,1 1 0 0 0,-1 0 0 0 0,0 0 0 0 0,3 4 0 0 0,-1 3 29 0 0,-1 0-1 0 0,0 0 1 0 0,-1 0-1 0 0,0 0 1 0 0,0 1-1 0 0,-1-1 1 0 0,-1 1-1 0 0,0 0 0 0 0,0-1 1 0 0,-1 14-1 0 0,0-9-100 0 0,1 1 0 0 0,0 0 0 0 0,2-1-1 0 0,3 17 1 0 0,-6-32-279 0 0,0 1-1 0 0,0 0 1 0 0,1-1 0 0 0,-1 1-1 0 0,0 0 1 0 0,0-1 0 0 0,0 1-1 0 0,1 0 1 0 0,-1-1 0 0 0,0 1 0 0 0,1 0-1 0 0,-1-1 1 0 0,1 1 0 0 0,-1-1-1 0 0,1 1 1 0 0,-1-1 0 0 0,1 1-1 0 0,-1-1 1 0 0,1 1 0 0 0,-1-1-1 0 0,1 1 1 0 0,-1-1 0 0 0,1 0 0 0 0,0 1-1 0 0,-1-1 1 0 0,1 0 0 0 0,0 0-1 0 0,-1 1 1 0 0,1-1 0 0 0,0 0-1 0 0,-1 0 1 0 0,1 0 0 0 0,0 0-1 0 0,0 0 1 0 0,-1 0 0 0 0,1 0-1 0 0,0 0 1 0 0,-1 0 0 0 0,1 0 0 0 0,0-1-1 0 0,0 1 1 0 0,-1 0 0 0 0,1 0-1 0 0,-1-1 1 0 0,1 1 0 0 0,0 0-1 0 0,-1-1 1 0 0,1 1 0 0 0,-1 0-1 0 0,2-1 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5529 0 0,'2'-1'171'0'0,"0"1"0"0"0,0-1-1 0 0,0 0 1 0 0,0 1 0 0 0,0-1 0 0 0,0 0-1 0 0,-1 0 1 0 0,1 0 0 0 0,0 0-1 0 0,0-1 1 0 0,-1 1 0 0 0,1 0 0 0 0,-1-1-1 0 0,1 1 1 0 0,1-4 0 0 0,-1 3-166 0 0,0 0 1 0 0,0 0 0 0 0,0 0-1 0 0,0 0 1 0 0,0 1-1 0 0,0-1 1 0 0,1 1 0 0 0,3-3-1 0 0,3 21-4251 0 0,-10-10 4246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6 106 3225 0 0,'-2'4'165'0'0,"1"1"-1"0"0,0-1 1 0 0,0 1 0 0 0,1-1 0 0 0,-1 1 0 0 0,1-1-1 0 0,0 1 1 0 0,0-1 0 0 0,2 8 0 0 0,-2-12-61 0 0,0 1 0 0 0,0 0-1 0 0,0 0 1 0 0,1 0 0 0 0,-1 0 0 0 0,0 0 0 0 0,1 0 0 0 0,-1-1 0 0 0,1 1-1 0 0,-1 0 1 0 0,1 0 0 0 0,-1-1 0 0 0,1 1 0 0 0,0 0 0 0 0,-1-1 0 0 0,1 1-1 0 0,0 0 1 0 0,-1-1 0 0 0,1 1 0 0 0,2 0 0 0 0,-2-1-22 0 0,0 0-1 0 0,1 0 1 0 0,-1 0 0 0 0,1 1 0 0 0,-1-2-1 0 0,0 1 1 0 0,1 0 0 0 0,-1 0 0 0 0,1 0-1 0 0,-1-1 1 0 0,0 1 0 0 0,1-1 0 0 0,-1 1-1 0 0,0-1 1 0 0,0 1 0 0 0,1-1 0 0 0,-1 0-1 0 0,2-1 1 0 0,9-7-112 0 0,0-1-1 0 0,0 0 0 0 0,-1-1 1 0 0,16-19-1 0 0,19-18-251 0 0,-9 14 272 0 0,-23 19 10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0:13.9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0,'2'2'10346'0'0,"9"24"-7854"0"0,11 36-2161 0 0,15 72 612 0 0,-20-69-1545 0 0,42 108-1 0 0,-37-126-7287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0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56 120 1376 0 0,'-18'-27'1029'0'0,"14"22"120"0"0,-30-31 13317 0 0,41 61-14010 0 0,4 11 95 0 0,1 0 0 0 0,18 37 1 0 0,-26-64-510 0 0,1 0 0 0 0,0 0-1 0 0,0-1 1 0 0,1 1 0 0 0,0-1 0 0 0,0-1 0 0 0,1 1 0 0 0,0-1 0 0 0,1 0 0 0 0,-1-1 0 0 0,1 0 0 0 0,0 0 0 0 0,12 6-1 0 0,-16-10-16 0 0,0-1 0 0 0,0 0 0 0 0,-1-1-1 0 0,1 1 1 0 0,0-1 0 0 0,0 1-1 0 0,0-1 1 0 0,0 0 0 0 0,0-1-1 0 0,0 1 1 0 0,0-1 0 0 0,-1 1 0 0 0,1-1-1 0 0,0 0 1 0 0,0-1 0 0 0,-1 1-1 0 0,1-1 1 0 0,0 1 0 0 0,-1-1 0 0 0,0 0-1 0 0,1 0 1 0 0,-1-1 0 0 0,0 1-1 0 0,0-1 1 0 0,5-5 0 0 0,4-4 70 0 0,-1 0 1 0 0,0-1 0 0 0,-1-1-1 0 0,15-23 1 0 0,-16 21-50 0 0,0-1 1 0 0,-1-1-1 0 0,-1 1 1 0 0,0-1-1 0 0,-2 0 1 0 0,0 0 0 0 0,-1-1-1 0 0,0 1 1 0 0,-2-1-1 0 0,1-22 1 0 0,26 89 273 0 0,-7-3-283 0 0,5 5-30 0 0,-2 2 0 0 0,-2 1 0 0 0,28 101 0 0 0,-47-139 21 0 0,-1 0-1 0 0,-1 1 0 0 0,0-1 1 0 0,-1 1-1 0 0,-1 0 0 0 0,0-1 1 0 0,-1 1-1 0 0,-1-1 0 0 0,0 1 0 0 0,-1-1 1 0 0,-1 1-1 0 0,0-1 0 0 0,-2-1 1 0 0,1 1-1 0 0,-2-1 0 0 0,1 0 0 0 0,-2 0 1 0 0,-18 25-1 0 0,8-17 106 0 0,0-1 0 0 0,-2-1 0 0 0,-39 32 0 0 0,48-44-138 0 0,-1 1 0 0 0,0-1 0 0 0,-1-1 0 0 0,0 0 0 0 0,0-1 0 0 0,0 0 0 0 0,0-1 1 0 0,-1-1-1 0 0,-16 4 0 0 0,28-8-36 0 0,1 0-1 0 0,0 0 1 0 0,-1 1 0 0 0,1-1 0 0 0,0 0 0 0 0,0 0 0 0 0,-1 0 0 0 0,1 0 0 0 0,0-1 0 0 0,-1 1-1 0 0,1 0 1 0 0,0-1 0 0 0,0 1 0 0 0,-1 0 0 0 0,0-2 0 0 0,1 2-28 0 0,1-1 0 0 0,-1 0-1 0 0,1 1 1 0 0,-1-1 0 0 0,1 0 0 0 0,0 1 0 0 0,-1-1 0 0 0,1 0 0 0 0,0 1-1 0 0,0-1 1 0 0,-1 0 0 0 0,1 0 0 0 0,0 1 0 0 0,0-1 0 0 0,0 0 0 0 0,0 0 0 0 0,0 1-1 0 0,0-1 1 0 0,0 0 0 0 0,0 0 0 0 0,1 1 0 0 0,-1-1 0 0 0,0 0 0 0 0,0 0-1 0 0,0 1 1 0 0,1-2 0 0 0,4-13-746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10594 0 0,'-10'2'6508'0'0,"31"3"-5208"0"0,37 3-1878 0 0,-35-7-17 0 0,2 0-4238 0 0,-10-1-505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1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8290 0 0,'53'-25'3224'0'0,"77"-30"-6272"0"0,-108 47 3016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2.9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1 8754 0 0,'-2'0'135'0'0,"1"1"1"0"0,-1 0-1 0 0,0 0 1 0 0,0 0-1 0 0,1-1 1 0 0,-1 2-1 0 0,1-1 1 0 0,-1 0-1 0 0,1 0 1 0 0,-1 0-1 0 0,1 1 0 0 0,0-1 1 0 0,0 0-1 0 0,-1 1 1 0 0,1 0-1 0 0,0-1 1 0 0,-1 3-1 0 0,-16 31 805 0 0,11-16-651 0 0,1 1 1 0 0,2-1-1 0 0,0 1 1 0 0,1 0-1 0 0,0 0 0 0 0,2 0 1 0 0,1 1-1 0 0,0-1 1 0 0,4 24-1 0 0,6 25 334 0 0,24 85-1 0 0,19 17-65 0 0,-18-65-1478 0 0,-29-84-23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6449 0 0,'12'-14'288'0'0,"1"3"57"0"0,4 1-281 0 0,-3 1-64 0 0,-3 3 0 0 0,-1 0 0 0 0,5-1 184 0 0,7-2 16 0 0,20-11 8 0 0,11-4 0 0 0,6-1 128 0 0,-6 4 24 0 0,-6 2 8 0 0,-4 4 0 0 0,-2 2-592 0 0,-5 0-112 0 0,0 2-24 0 0,-3-1-8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32 11522 0 0,'-2'-2'142'0'0,"1"-1"0"0"0,0 1-1 0 0,-1 0 1 0 0,1-1 0 0 0,-1 1-1 0 0,0 0 1 0 0,0 0 0 0 0,1 0-1 0 0,-2 0 1 0 0,1 0 0 0 0,0 0-1 0 0,0 1 1 0 0,-5-3 0 0 0,6 4-86 0 0,-1 0 0 0 0,1 0 1 0 0,-1 0-1 0 0,1 0 1 0 0,-1 0-1 0 0,1 0 1 0 0,-1 1-1 0 0,1-1 1 0 0,-1 0-1 0 0,1 1 1 0 0,-1 0-1 0 0,1-1 1 0 0,0 1-1 0 0,-1 0 1 0 0,1-1-1 0 0,0 1 1 0 0,0 0-1 0 0,-1 0 1 0 0,1 0-1 0 0,0 0 1 0 0,0 0-1 0 0,0 1 1 0 0,0-1-1 0 0,0 0 1 0 0,0 0-1 0 0,1 1 1 0 0,-2 1-1 0 0,-15 27 364 0 0,0 0 1 0 0,3 0-1 0 0,0 2 0 0 0,2 0 0 0 0,-10 42 0 0 0,13-45-192 0 0,1-4-58 0 0,2-1 0 0 0,0 1 0 0 0,2 0 0 0 0,1 1 0 0 0,1-1 0 0 0,1 1 0 0 0,1-1 0 0 0,6 43 0 0 0,-4-54-64 0 0,1 0-1 0 0,1 0 1 0 0,0-1-1 0 0,1 1 1 0 0,0-1-1 0 0,1-1 1 0 0,0 1-1 0 0,1-1 1 0 0,1 0 0 0 0,0 0-1 0 0,1-1 1 0 0,0 0-1 0 0,0-1 1 0 0,1 0-1 0 0,0 0 1 0 0,1-1-1 0 0,14 9 1 0 0,-2-4-37 0 0,2 0 1 0 0,0-2 0 0 0,0-1-1 0 0,1-1 1 0 0,0-1-1 0 0,1-1 1 0 0,0-2-1 0 0,0 0 1 0 0,0-2 0 0 0,1-1-1 0 0,39-1 1 0 0,-56-2-421 0 0,0-1 0 0 0,0-1-1 0 0,18-5 1 0 0,-12 2-837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63 161 1264 0 0,'-5'-1'74'0'0,"-34"-7"445"0"0,38 8-387 0 0,1 0 1 0 0,-1-1 0 0 0,0 1 0 0 0,0 0 0 0 0,0 0 0 0 0,0-1 0 0 0,0 1 0 0 0,1 0-1 0 0,-1-1 1 0 0,0 1 0 0 0,0-1 0 0 0,1 1 0 0 0,-1-1 0 0 0,0 1 0 0 0,0-1 0 0 0,1 1-1 0 0,-1-1 1 0 0,1 0 0 0 0,-1 1 0 0 0,1-1 0 0 0,-1 0 0 0 0,1 0 0 0 0,-1 1 0 0 0,1-1-1 0 0,0 0 1 0 0,-1 0 0 0 0,1 0 0 0 0,0 0 0 0 0,0 1 0 0 0,-1-1 0 0 0,1 0 0 0 0,0 0-1 0 0,0 0 1 0 0,0 0 0 0 0,0-1 0 0 0,1 0 196 0 0,1 0 1 0 0,-1 0-1 0 0,0 0 0 0 0,1 0 1 0 0,0 0-1 0 0,-1 0 0 0 0,1 1 0 0 0,0-1 1 0 0,0 0-1 0 0,0 1 0 0 0,0 0 1 0 0,0-1-1 0 0,3 0 0 0 0,33-17 895 0 0,-27 14-607 0 0,-6 3-462 0 0,0 0 0 0 0,0 0 0 0 0,0 0 0 0 0,-1 1 0 0 0,1 0 0 0 0,1 0 1 0 0,8-1-1 0 0,-13 2-123 0 0,0 0 0 0 0,0 0 0 0 0,0 0 0 0 0,0 0 0 0 0,0 1 0 0 0,1-1 1 0 0,-1 0-1 0 0,0 1 0 0 0,0-1 0 0 0,0 1 0 0 0,0-1 0 0 0,0 1 0 0 0,0-1 0 0 0,0 1 1 0 0,0 0-1 0 0,-1 0 0 0 0,1-1 0 0 0,0 1 0 0 0,0 0 0 0 0,0 0 0 0 0,-1 0 0 0 0,1 0 1 0 0,0 0-1 0 0,-1 0 0 0 0,1 0 0 0 0,-1 0 0 0 0,1 0 0 0 0,-1 0 0 0 0,0 0 0 0 0,1 0 1 0 0,-1 0-1 0 0,0 0 0 0 0,0 1 0 0 0,0-1 0 0 0,0 0 0 0 0,0 0 0 0 0,0 0 0 0 0,0 0 1 0 0,0 2-1 0 0,-1 13 246 0 0,-1 0 0 0 0,0 0 1 0 0,-1-1-1 0 0,0 1 0 0 0,-8 19 1 0 0,-34 77 91 0 0,25-66-409 0 0,-5 16-39 0 0,36-89-45 0 0,1 1 1 0 0,20-31-1 0 0,-5 8-171 0 0,52-127-291 0 0,-39 82 918 0 0,-40 94-309 0 0,0 0-1 0 0,0 0 0 0 0,0 0 0 0 0,0-1 1 0 0,0 1-1 0 0,0 0 0 0 0,0 0 1 0 0,0 0-1 0 0,0 0 0 0 0,0 0 0 0 0,0-1 1 0 0,0 1-1 0 0,0 0 0 0 0,0 0 1 0 0,0 0-1 0 0,0 0 0 0 0,0 0 0 0 0,0 0 1 0 0,1-1-1 0 0,-1 1 0 0 0,0 0 1 0 0,0 0-1 0 0,0 0 0 0 0,0 0 0 0 0,0 0 1 0 0,0 0-1 0 0,0 0 0 0 0,1 0 1 0 0,-1-1-1 0 0,0 1 0 0 0,0 0 0 0 0,0 0 1 0 0,0 0-1 0 0,0 0 0 0 0,0 0 1 0 0,1 0-1 0 0,-1 0 0 0 0,0 0 0 0 0,0 0 1 0 0,0 0-1 0 0,0 0 0 0 0,0 0 1 0 0,1 0-1 0 0,-1 0 0 0 0,0 0 0 0 0,0 0 1 0 0,0 0-1 0 0,0 0 0 0 0,0 0 1 0 0,1 0-1 0 0,-1 1 0 0 0,0-1 1 0 0,0 0-1 0 0,0 0 0 0 0,0 0 0 0 0,0 0 1 0 0,0 0-1 0 0,1 0 0 0 0,-1 0 1 0 0,0 0-1 0 0,0 0 0 0 0,0 1 0 0 0,0-1 1 0 0,5 15 912 0 0,1 20-5 0 0,-5-10-764 0 0,2-1 0 0 0,1 1 0 0 0,7 23 0 0 0,-8-39-468 0 0,0-1 1 0 0,1 1 0 0 0,0-1-1 0 0,0 0 1 0 0,1 0 0 0 0,0 0-1 0 0,1 0 1 0 0,-1-1 0 0 0,2 0-1 0 0,-1 0 1 0 0,9 7 0 0 0,5 2-1241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7 4609 0 0,'-7'-7'5101'0'0,"15"26"-1181"0"0,10 49-917 0 0,-4-10-3566 0 0,-10-41-5161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57 138 7370 0 0,'-7'-28'320'0'0,"3"14"80"0"0,0-1-320 0 0,1 4-80 0 0,2 5 0 0 0,-2 2 0 0 0,0-2 872 0 0,-1-2 160 0 0,-3-4 32 0 0,0-2 9 0 0,0 2-401 0 0,3 5-72 0 0,1 6-24 0 0,5 4 0 0 0,0 4-1984 0 0,3 5-393 0 0,-1 2-87 0 0,0 3-8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9 8290 0 0,'1'-9'2781'0'0,"-8"20"-662"0"0,-6 18-58 0 0,8-13-1723 0 0,0 2 1 0 0,1-1-1 0 0,0 0 0 0 0,2 1 0 0 0,0 0 0 0 0,1 0 1 0 0,2 28-1 0 0,-1-40-351 0 0,1 1 0 0 0,1-1 0 0 0,-1 0 0 0 0,1 0 1 0 0,0 0-1 0 0,0 0 0 0 0,1 0 0 0 0,0-1 0 0 0,0 1 0 0 0,0-1 1 0 0,0 1-1 0 0,1-1 0 0 0,0 0 0 0 0,0-1 0 0 0,1 1 0 0 0,-1-1 1 0 0,1 0-1 0 0,0 0 0 0 0,0 0 0 0 0,0 0 0 0 0,1-1 0 0 0,-1 0 0 0 0,1 0 1 0 0,8 2-1 0 0,-9-3-31 0 0,0 0 1 0 0,0 0 0 0 0,0-1-1 0 0,0 0 1 0 0,1 0 0 0 0,-1 0-1 0 0,0 0 1 0 0,1-1 0 0 0,-1 0-1 0 0,0 0 1 0 0,1-1 0 0 0,-1 1-1 0 0,0-1 1 0 0,1 0 0 0 0,-1-1 0 0 0,7-2-1 0 0,-8 2 49 0 0,0 0-1 0 0,0-1 0 0 0,-1 0 1 0 0,1 1-1 0 0,-1-1 1 0 0,1 0-1 0 0,-1-1 1 0 0,0 1-1 0 0,0-1 0 0 0,-1 1 1 0 0,1-1-1 0 0,-1 0 1 0 0,1 0-1 0 0,-1 0 1 0 0,0 0-1 0 0,-1 0 0 0 0,1 0 1 0 0,-1-1-1 0 0,2-7 1 0 0,-3 10-4 0 0,3-8 7 0 0,-1 0 0 0 0,0 0 0 0 0,-1 0 0 0 0,0-1 0 0 0,0 1 0 0 0,-1 0 0 0 0,-2-12 0 0 0,1 24-53 0 0,0 1 0 0 0,0 0-1 0 0,0 0 1 0 0,1 0 0 0 0,-1-1 0 0 0,1 1 0 0 0,0 5 0 0 0,2-4 111 0 0,-1 1 1 0 0,1-1 0 0 0,1 0 0 0 0,-1 0-1 0 0,1 0 1 0 0,-1 0 0 0 0,1 0 0 0 0,0-1-1 0 0,1 1 1 0 0,-1-1 0 0 0,0 0-1 0 0,1 0 1 0 0,0 0 0 0 0,0-1 0 0 0,0 1-1 0 0,0-1 1 0 0,0 0 0 0 0,0 0 0 0 0,1 0-1 0 0,-1 0 1 0 0,1-1 0 0 0,-1 0 0 0 0,10 1-1 0 0,1 1 180 0 0,1-1-1 0 0,0 0 0 0 0,0-1 0 0 0,0-1 0 0 0,28-4 0 0 0,-33 2-86 0 0,-1 0 0 0 0,0-1 0 0 0,0 0 0 0 0,0 0 0 0 0,0-1 0 0 0,0-1 0 0 0,0 0 0 0 0,-1 0 0 0 0,0-1 0 0 0,0 0 0 0 0,14-13 0 0 0,-19 14-231 0 0,1 1 0 0 0,-2-1-1 0 0,1 1 1 0 0,0-1 0 0 0,-1-1 0 0 0,0 1-1 0 0,0 0 1 0 0,0-1 0 0 0,3-9 0 0 0,-5 11-415 0 0,0-1 1 0 0,0 0 0 0 0,-1 0 0 0 0,1 0 0 0 0,-1 1-1 0 0,0-1 1 0 0,0 0 0 0 0,-1 0 0 0 0,1 0 0 0 0,-1 1 0 0 0,0-1-1 0 0,0 0 1 0 0,-3-6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7834 0 0,'22'20'3794'0'0,"-19"-18"-3359"0"0,-1 1-1 0 0,1 0 1 0 0,-1 0 0 0 0,0 0 0 0 0,0 0 0 0 0,0 1 0 0 0,0-1-1 0 0,-1 1 1 0 0,1-1 0 0 0,-1 1 0 0 0,0-1 0 0 0,2 8-1 0 0,-2-1-639 0 0,-1-1-1 0 0,0 1 0 0 0,-2 16 0 0 0,1-6-3155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6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10594 0 0,'-2'-1'944'0'0,"0"1"-751"0"0,2 1 63 0 0,-1 1-136 0 0,0 1 0 0 0,-1-1 32 0 0,-1 3 8 0 0,3 0 0 0 0,2 1 0 0 0,1-1-992 0 0,2 2-193 0 0,2-1-31 0 0,3 1-16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41 9674 0 0,'0'0'748'0'0,"21"-4"1305"0"0,159-25 5820 0 0,-119 24-9058 0 0,0 3-3736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10 6449 0 0,'-2'-9'11176'0'0,"6"19"-10640"0"0,1 0 0 0 0,-2 0 0 0 0,1 0 0 0 0,-1 1 0 0 0,-1-1 0 0 0,2 13 0 0 0,3 68 309 0 0,-5-61-598 0 0,1 19-186 0 0,17 172-2088 0 0,-15-191-5361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7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5529 0 0,'12'-6'12914'0'0,"-8"19"-12518"0"0,0 1 0 0 0,0 1 1 0 0,-2-1-1 0 0,0 0 0 0 0,-1 1 0 0 0,0 0 1 0 0,-2 25-1 0 0,2 24-143 0 0,1-32-238 0 0,1-1 0 0 0,2 0 1 0 0,1 0-1 0 0,14 45 0 0 0,-16-67-15 0 0,0-1 0 0 0,0 1-1 0 0,0 0 1 0 0,1-1 0 0 0,1 0 0 0 0,-1 0-1 0 0,1-1 1 0 0,10 10 0 0 0,-12-13 4 0 0,1 0 0 0 0,0 0 0 0 0,0-1 0 0 0,0 1 0 0 0,0-2 0 0 0,1 1 0 0 0,-1 0 0 0 0,1-1 0 0 0,0 0 0 0 0,0 0 0 0 0,0-1 1 0 0,-1 0-1 0 0,1 0 0 0 0,10 1 0 0 0,-12-2 12 0 0,0 0 0 0 0,-1 0 0 0 0,1 0 1 0 0,0-1-1 0 0,0 0 0 0 0,-1 1 0 0 0,1-1 0 0 0,0 0 1 0 0,-1-1-1 0 0,1 1 0 0 0,-1-1 0 0 0,1 1 1 0 0,-1-1-1 0 0,0 0 0 0 0,0 0 0 0 0,0-1 0 0 0,0 1 1 0 0,0-1-1 0 0,0 1 0 0 0,0-1 0 0 0,-1 0 1 0 0,0 0-1 0 0,1 0 0 0 0,-1 0 0 0 0,0-1 0 0 0,-1 1 1 0 0,1 0-1 0 0,0-1 0 0 0,-1 1 0 0 0,0-1 1 0 0,1-4-1 0 0,2-9 67 0 0,-1 0 1 0 0,0 1-1 0 0,-2-1 1 0 0,0 0-1 0 0,-2-28 1 0 0,1 42-113 0 0,0 0 1 0 0,0 0-1 0 0,0 0 0 0 0,-1 0 1 0 0,1 0-1 0 0,-1 0 0 0 0,0 0 1 0 0,0 0-1 0 0,0 0 0 0 0,0 0 1 0 0,0 1-1 0 0,0-1 0 0 0,-1 0 1 0 0,0 1-1 0 0,1-1 0 0 0,-1 1 1 0 0,0-1-1 0 0,0 1 0 0 0,0 0 1 0 0,0 0-1 0 0,-1 0 0 0 0,1 0 1 0 0,-5-2-1 0 0,1 2-60 0 0,0 0 0 0 0,0 0 0 0 0,0 1 1 0 0,0-1-1 0 0,0 2 0 0 0,0-1 0 0 0,0 1 0 0 0,-1 0 0 0 0,1 0 0 0 0,-11 2 0 0 0,-18 3-2255 0 0,26-2 1105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38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 5529 0 0,'-2'-2'207'0'0,"0"0"-1"0"0,0 0 0 0 0,-1 1 1 0 0,1-1-1 0 0,-1 1 1 0 0,1 0-1 0 0,-1 0 1 0 0,0 0-1 0 0,-2-1 0 0 0,0 1 697 0 0,0 0-1 0 0,1 0 1 0 0,-1 0-1 0 0,0 1 1 0 0,0-1-1 0 0,1 1 0 0 0,-1 1 1 0 0,-6 0-1 0 0,11-1-767 0 0,0 1-1 0 0,0 0 0 0 0,0-1 0 0 0,0 1 0 0 0,0-1 1 0 0,0 1-1 0 0,0 0 0 0 0,0-1 0 0 0,1 1 1 0 0,-1-1-1 0 0,0 1 0 0 0,0-1 0 0 0,1 1 0 0 0,-1-1 1 0 0,0 1-1 0 0,1-1 0 0 0,-1 1 0 0 0,1-1 1 0 0,-1 1-1 0 0,0-1 0 0 0,1 0 0 0 0,-1 1 1 0 0,1-1-1 0 0,-1 0 0 0 0,2 1 0 0 0,17 18 235 0 0,-17-17-183 0 0,192 204 907 0 0,-160-164-857 0 0,-2 2 0 0 0,-2 1 0 0 0,30 59 0 0 0,-52-89-267 0 0,-2 1 1 0 0,0 0 0 0 0,-1 0 0 0 0,0 1 0 0 0,-1 0-1 0 0,-1-1 1 0 0,-1 1 0 0 0,0 0 0 0 0,-1 0-1 0 0,-1 0 1 0 0,-1 0 0 0 0,0 0 0 0 0,-6 27 0 0 0,2-24-45 0 0,-1 1 0 0 0,-1-1 1 0 0,-1-1-1 0 0,-1 0 0 0 0,0 0 1 0 0,-2 0-1 0 0,0-1 0 0 0,-1-1 1 0 0,0 0-1 0 0,-25 25 0 0 0,-27 19-2765 0 0,32-36-3662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0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1356 2 3225 0 0,'-1'0'394'0'0,"0"-1"1"0"0,0 1-1 0 0,0 0 0 0 0,-1 0 1 0 0,1-1-1 0 0,0 1 1 0 0,0 0-1 0 0,0 0 0 0 0,0 0 1 0 0,0 0-1 0 0,0 1 1 0 0,0-1-1 0 0,-1 0 0 0 0,-1 1 1 0 0,-21 10 2034 0 0,-27 25-2382 0 0,27-19 655 0 0,-6 0-606 0 0,-2-2 0 0 0,0-1 0 0 0,-1-1-1 0 0,0-2 1 0 0,-35 7 0 0 0,-55 20 325 0 0,-135 73 201 0 0,45-17-612 0 0,-136 62 358 0 0,322-147 609 0 0,23-8-754 0 0,0 0 0 0 0,-1 0 0 0 0,1 0 0 0 0,0 1 0 0 0,0 0 0 0 0,0 0 0 0 0,-7 4 0 0 0,33-3-7089 0 0,-18-6 5202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1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58 3225 0 0,'0'-4'-313'0'0,"1"-2"931"0"0,-1 0 0 0 0,-1 0 0 0 0,1-1 0 0 0,-1 1 0 0 0,-2-7 0 0 0,3 13-496 0 0,0-1 0 0 0,0 1-1 0 0,0-1 1 0 0,-1 1 0 0 0,1-1 0 0 0,0 1-1 0 0,0-1 1 0 0,-1 1 0 0 0,1-1 0 0 0,0 1-1 0 0,-1 0 1 0 0,1-1 0 0 0,0 1 0 0 0,-1 0 0 0 0,1-1-1 0 0,0 1 1 0 0,-1 0 0 0 0,1-1 0 0 0,-1 1-1 0 0,1 0 1 0 0,-1 0 0 0 0,1 0 0 0 0,-1-1-1 0 0,1 1 1 0 0,-1 0 0 0 0,1 0 0 0 0,-1 0-1 0 0,-1 0-15 0 0,1 1 0 0 0,0-1 0 0 0,-1 1 0 0 0,1-1 0 0 0,0 1-1 0 0,-1-1 1 0 0,1 1 0 0 0,0 0 0 0 0,-1 0 0 0 0,1 0 0 0 0,0 0 0 0 0,0 0-1 0 0,0 0 1 0 0,-1 1 0 0 0,-4 5 0 0 0,0 0-1 0 0,1 0 0 0 0,0 1 1 0 0,1-1-1 0 0,-1 1 1 0 0,2 0-1 0 0,-7 16 0 0 0,-14 65 166 0 0,19-69-134 0 0,-2 9 212 0 0,1-1 0 0 0,2 1 0 0 0,-1 30 0 0 0,4-52-178 0 0,1 0 1 0 0,0-1 0 0 0,0 1 0 0 0,1 0 0 0 0,0 0-1 0 0,0-1 1 0 0,0 1 0 0 0,1 0 0 0 0,0-1 0 0 0,0 1-1 0 0,1-1 1 0 0,0 0 0 0 0,0 0 0 0 0,1 0 0 0 0,-1 0 0 0 0,1-1-1 0 0,0 1 1 0 0,1-1 0 0 0,4 5 0 0 0,-4-7-70 0 0,-1-1 0 0 0,1 1 0 0 0,-1-1 1 0 0,1 0-1 0 0,0 0 0 0 0,0-1 0 0 0,0 1 1 0 0,0-1-1 0 0,0 0 0 0 0,0 0 0 0 0,0-1 0 0 0,0 0 1 0 0,0 0-1 0 0,0 0 0 0 0,0 0 0 0 0,1-1 0 0 0,-1 0 1 0 0,0 0-1 0 0,0 0 0 0 0,7-3 0 0 0,11-4 24 0 0,-1-2 0 0 0,0 0 0 0 0,21-13 0 0 0,-31 16-210 0 0,9-5-909 0 0,1 1-1 0 0,29-11 1 0 0,-28 16-5307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 3681 0 0,'-3'-3'10561'0'0,"-8"486"-7003"0"0,12-448-3614 0 0,0-21-136 0 0,0-1-1 0 0,-1 1 1 0 0,0-1 0 0 0,-1 1-1 0 0,-1-1 1 0 0,0 0-1 0 0,-1 0 1 0 0,-6 19 0 0 0,9-31-11 0 0,0-1 1 0 0,-1 1 0 0 0,1 0-1 0 0,0-1 1 0 0,-1 1 0 0 0,1 0 0 0 0,-1-1-1 0 0,1 1 1 0 0,-1-1 0 0 0,1 1-1 0 0,-1 0 1 0 0,1-1 0 0 0,-1 1-1 0 0,1-1 1 0 0,-1 1 0 0 0,1-1-1 0 0,-1 0 1 0 0,0 1 0 0 0,1-1-1 0 0,-1 0 1 0 0,0 1 0 0 0,0-1 0 0 0,1 0-1 0 0,-1 0 1 0 0,0 0 0 0 0,0 1-1 0 0,-5-3-1313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3225 0 0,'6'-24'699'0'0,"-5"22"-273"0"0,0 1 0 0 0,-1-1 1 0 0,1 1-1 0 0,0-1 0 0 0,0 1 1 0 0,0 0-1 0 0,0-1 0 0 0,0 1 1 0 0,0 0-1 0 0,0 0 1 0 0,1 0-1 0 0,-1 0 0 0 0,0 0 1 0 0,1 0-1 0 0,1-1 0 0 0,-2 2 32 0 0,1-1-1 0 0,0 0 1 0 0,0 1-1 0 0,-1 0 1 0 0,1 0-1 0 0,0-1 1 0 0,0 1-1 0 0,0 0 0 0 0,-1 0 1 0 0,1 0-1 0 0,0 1 1 0 0,0-1-1 0 0,3 1 1 0 0,19 9-502 0 0,-7 1 441 0 0,0 1-1 0 0,0 1 1 0 0,-1 0-1 0 0,0 1 1 0 0,-1 0-1 0 0,16 22 1 0 0,-4-2-157 0 0,-2 0 0 0 0,21 40 0 0 0,-28-41-493 0 0,15 36 1 0 0,-17-23-4374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0 171 7834 0 0,'1'-2'100'0'0,"0"-1"0"0"0,0 1 0 0 0,0 0-1 0 0,1 0 1 0 0,-1 0 0 0 0,0 0 0 0 0,1 0 0 0 0,0 0 0 0 0,-1 1 0 0 0,1-1 0 0 0,0 1 0 0 0,0-1 0 0 0,0 1 0 0 0,2-2 0 0 0,37-19 1131 0 0,-24 14-913 0 0,95-45 48 0 0,-16 8-2645 0 0,-70 32 2192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2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49 10594 0 0,'-2'-1'131'0'0,"0"1"1"0"0,1-1-1 0 0,-1 0 0 0 0,0 0 0 0 0,0 0 0 0 0,0 0 0 0 0,1 0 1 0 0,-1-1-1 0 0,0 1 0 0 0,-1-2 0 0 0,3 2-18 0 0,0 1 1 0 0,-1 0-1 0 0,1-1 0 0 0,0 1 0 0 0,0-1 0 0 0,-1 0 1 0 0,1 1-1 0 0,0-1 0 0 0,0 1 0 0 0,0-1 0 0 0,0 1 1 0 0,0-1-1 0 0,0 1 0 0 0,0-1 0 0 0,0 1 1 0 0,0-1-1 0 0,0 0 0 0 0,0 1 0 0 0,0-1 0 0 0,0 1 1 0 0,0-1-1 0 0,0 1 0 0 0,1-1 0 0 0,-1 1 0 0 0,0-1 1 0 0,0 1-1 0 0,1-1 0 0 0,-1 1 0 0 0,0-1 0 0 0,1 1 1 0 0,-1 0-1 0 0,0-1 0 0 0,1 1 0 0 0,-1-1 0 0 0,1 1 1 0 0,-1 0-1 0 0,1-1 0 0 0,-1 1 0 0 0,1 0 0 0 0,-1 0 1 0 0,1-1-1 0 0,-1 1 0 0 0,2 0 0 0 0,-1 0 7 0 0,0-1 0 0 0,0 1 0 0 0,1 0-1 0 0,-1 0 1 0 0,0 0 0 0 0,0 0 0 0 0,1 0-1 0 0,-1 1 1 0 0,0-1 0 0 0,0 0 0 0 0,1 1-1 0 0,-1-1 1 0 0,0 0 0 0 0,0 1 0 0 0,0 0-1 0 0,0-1 1 0 0,1 1 0 0 0,-1 0 0 0 0,0-1-1 0 0,0 1 1 0 0,0 0 0 0 0,-1 0 0 0 0,1 0-1 0 0,0 0 1 0 0,1 1 0 0 0,24 29 406 0 0,-24-28-393 0 0,15 22 28 0 0,-1 0 0 0 0,-2 1 0 0 0,13 32 0 0 0,-2-6 41 0 0,-25-47-163 0 0,-5-23 76 0 0,5 5-104 0 0,0 0-1 0 0,1-1 0 0 0,0 1 1 0 0,1-1-1 0 0,0 1 0 0 0,1 0 1 0 0,1 0-1 0 0,0 0 0 0 0,1 1 1 0 0,0-1-1 0 0,1 1 0 0 0,0 0 1 0 0,1 1-1 0 0,1-1 0 0 0,14-17 1 0 0,-21 28-11 0 0,0-1 0 0 0,0 1 1 0 0,1 0-1 0 0,-1 0 1 0 0,0 0-1 0 0,0 0 0 0 0,1 0 1 0 0,-1 0-1 0 0,0 1 1 0 0,1-1-1 0 0,-1 0 0 0 0,1 1 1 0 0,-1-1-1 0 0,1 1 1 0 0,-1-1-1 0 0,1 1 1 0 0,-1 0-1 0 0,1 0 0 0 0,-1-1 1 0 0,1 1-1 0 0,-1 0 1 0 0,1 0-1 0 0,0 1 0 0 0,-1-1 1 0 0,1 0-1 0 0,-1 0 1 0 0,1 1-1 0 0,-1-1 0 0 0,1 1 1 0 0,-1 0-1 0 0,1-1 1 0 0,-1 1-1 0 0,0 0 0 0 0,1 0 1 0 0,0 1-1 0 0,5 4-21 0 0,-1 0 0 0 0,1 1 0 0 0,-2 0 0 0 0,1 0 0 0 0,6 10 0 0 0,10 13-565 0 0,21 18-3987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3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44 222 4177 0 0,'24'-134'2666'0'0,"-4"47"4122"0"0,-44 148-138 0 0,18-50-6598 0 0,1 0 0 0 0,0 1 0 0 0,1-1 0 0 0,0 1 0 0 0,1 0 1 0 0,1 0-1 0 0,-3 24 0 0 0,5-28-85 0 0,1-1 0 0 0,-1 1 0 0 0,2 0 0 0 0,-1 0 0 0 0,1-1 0 0 0,0 1 0 0 0,1-1 0 0 0,0 1 0 0 0,0-1 0 0 0,1 0 0 0 0,0 0 0 0 0,0-1 0 0 0,0 1 0 0 0,1-1 0 0 0,7 9 0 0 0,-2-6-226 0 0,0 0 1 0 0,0-1-1 0 0,0 0 1 0 0,1 0 0 0 0,0-1-1 0 0,0-1 1 0 0,1 0-1 0 0,17 7 1 0 0,-25-12 177 0 0,0 1 1 0 0,0-1-1 0 0,0 1 1 0 0,-1 0-1 0 0,1 0 0 0 0,-1 1 1 0 0,1-1-1 0 0,-1 1 1 0 0,0-1-1 0 0,5 7 1 0 0,-7-8 97 0 0,0 1 1 0 0,0-1-1 0 0,-1 1 1 0 0,1-1-1 0 0,0 1 1 0 0,-1-1-1 0 0,1 1 1 0 0,-1 0-1 0 0,0-1 1 0 0,0 1-1 0 0,0 0 1 0 0,1-1 0 0 0,-2 1-1 0 0,1 0 1 0 0,0-1-1 0 0,0 1 1 0 0,0-1-1 0 0,-1 1 1 0 0,1 0-1 0 0,-1-1 1 0 0,1 1-1 0 0,-1-1 1 0 0,0 1 0 0 0,1-1-1 0 0,-1 1 1 0 0,0-1-1 0 0,0 1 1 0 0,0-1-1 0 0,-2 2 1 0 0,-9 11 452 0 0,-1-1 0 0 0,-1 0 0 0 0,0-1 0 0 0,0 0 0 0 0,-1-1 0 0 0,-1-1 0 0 0,0 0 0 0 0,0-2 0 0 0,-1 1 0 0 0,-35 11 0 0 0,18-15-2162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3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3681 0 0,'20'29'4634'0'0,"-12"2"-3240"0"0,0 0 0 0 0,-3 1 0 0 0,0-1 0 0 0,-2 1 0 0 0,-1 49-1 0 0,-2-45-1769 0 0,1 0 0 0 0,3-1-1 0 0,14 71 1 0 0,-12-91-1646 0 0,1-3-2935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2:47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659 128 4609 0 0,'-14'-15'1099'0'0,"-1"0"-1"0"0,0 1 1 0 0,-1 1 0 0 0,-19-14-1 0 0,27 22-704 0 0,-1-1 0 0 0,0 1 0 0 0,0 1-1 0 0,0-1 1 0 0,0 1 0 0 0,-1 1 0 0 0,0 0-1 0 0,0 0 1 0 0,0 1 0 0 0,-13-1 0 0 0,16 3-260 0 0,0 1 0 0 0,0 0-1 0 0,0 0 1 0 0,0 1 0 0 0,0 0 0 0 0,1 0 0 0 0,-1 1 0 0 0,1-1 0 0 0,-1 2 0 0 0,1-1-1 0 0,0 1 1 0 0,0-1 0 0 0,0 2 0 0 0,1-1 0 0 0,-1 1 0 0 0,1-1 0 0 0,0 2 0 0 0,-6 6-1 0 0,-8 13 41 0 0,0 1-1 0 0,-26 49 0 0 0,35-59-93 0 0,-25 44 14 0 0,-82 156 208 0 0,102-185-218 0 0,2 2 1 0 0,2 0 0 0 0,0 0-1 0 0,-10 70 1 0 0,17-74-61 0 0,2 0 0 0 0,1 1 1 0 0,1-1-1 0 0,1 1 0 0 0,2-1 0 0 0,7 30 1 0 0,-6-40-28 0 0,2 1 0 0 0,0-1 0 0 0,1-1 0 0 0,1 1 0 0 0,1-1 0 0 0,1-1 0 0 0,0 0 0 0 0,1 0 0 0 0,23 27 0 0 0,-17-26-143 0 0,-1 0 0 0 0,2-1 0 0 0,1-1-1 0 0,0-1 1 0 0,1 0 0 0 0,0-2 0 0 0,1 0 0 0 0,0-1 0 0 0,1-2-1 0 0,1 0 1 0 0,0-1 0 0 0,0-1 0 0 0,0-1 0 0 0,1-2 0 0 0,0 0 0 0 0,31 2-1 0 0,-17-4 47 0 0,0-2-1 0 0,0-1 1 0 0,70-11-1 0 0,-86 7 167 0 0,0-1 0 0 0,0-1 0 0 0,-1-1 1 0 0,0-1-1 0 0,0-1 0 0 0,-1-1 0 0 0,35-22 0 0 0,-23 9 255 0 0,-2 0-1 0 0,-1-2 1 0 0,0-1 0 0 0,-2-1 0 0 0,34-46-1 0 0,-44 51-167 0 0,-1-2 0 0 0,-1 0 1 0 0,-2-1-1 0 0,0 0 0 0 0,-2-1 0 0 0,0-1 0 0 0,-2 1 0 0 0,6-32 0 0 0,-5 5 200 0 0,-2 0 0 0 0,-2-1-1 0 0,-3 0 1 0 0,-3 0 0 0 0,-7-73 0 0 0,5 113-274 0 0,-1 0 0 0 0,0 1 0 0 0,-1 0 0 0 0,0 0 0 0 0,-1 0 0 0 0,-1 0 0 0 0,0 1 0 0 0,0 0 0 0 0,-1 0 0 0 0,-1 0 1 0 0,0 1-1 0 0,-1 0 0 0 0,-13-13 0 0 0,6 9-51 0 0,-2 1 0 0 0,0 0 0 0 0,0 1 0 0 0,-1 1 0 0 0,-1 1 0 0 0,0 0 0 0 0,-30-10 0 0 0,24 11-551 0 0,0 1 0 0 0,-1 2 0 0 0,-41-7 0 0 0,48 12-6974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23 157 1840 0 0,'-2'-2'117'0'0,"0"-1"-1"0"0,0 1 1 0 0,0 0 0 0 0,0-1-1 0 0,0 1 1 0 0,1-1-1 0 0,-1 0 1 0 0,1 0-1 0 0,0 1 1 0 0,0-1-1 0 0,0 0 1 0 0,0 0 0 0 0,0 0-1 0 0,1 0 1 0 0,-1 0-1 0 0,1 0 1 0 0,0 0-1 0 0,0 0 1 0 0,0 0-1 0 0,0 0 1 0 0,1 0-1 0 0,-1 0 1 0 0,1 0 0 0 0,-1 0-1 0 0,1 0 1 0 0,0 0-1 0 0,1 0 1 0 0,-1 0-1 0 0,0 1 1 0 0,1-1-1 0 0,-1 0 1 0 0,1 1-1 0 0,0-1 1 0 0,0 1 0 0 0,3-3-1 0 0,-1 0 218 0 0,1 0 0 0 0,0 0 0 0 0,0 1 0 0 0,0 0 0 0 0,1 0-1 0 0,-1 0 1 0 0,1 0 0 0 0,0 1 0 0 0,0 0 0 0 0,0 0 0 0 0,0 1 0 0 0,1 0 0 0 0,-1 0 0 0 0,1 0 0 0 0,9 0-1 0 0,-12 1-187 0 0,0 1-1 0 0,0 0 1 0 0,0 0-1 0 0,0 0 0 0 0,0 1 1 0 0,-1-1-1 0 0,1 1 1 0 0,0 0-1 0 0,0 0 0 0 0,0 1 1 0 0,0-1-1 0 0,-1 1 1 0 0,1 0-1 0 0,-1 0 0 0 0,1 0 1 0 0,-1 0-1 0 0,0 0 1 0 0,0 1-1 0 0,0 0 0 0 0,0-1 1 0 0,0 1-1 0 0,0 0 1 0 0,-1 0-1 0 0,1 1 1 0 0,2 4-1 0 0,-1 1-93 0 0,-1 0 0 0 0,0 0 0 0 0,0 1 0 0 0,-1-1-1 0 0,0 0 1 0 0,0 1 0 0 0,-1-1 0 0 0,-1 1 0 0 0,0 16 0 0 0,-17 122 224 0 0,1-15 1283 0 0,16-131-1467 0 0,0 0-1 0 0,-1 0 1 0 0,1 0 0 0 0,0 0 0 0 0,0 0-1 0 0,1-1 1 0 0,-1 1 0 0 0,0 0-1 0 0,1 0 1 0 0,-1 0 0 0 0,1 0-1 0 0,-1-1 1 0 0,1 1 0 0 0,0 0 0 0 0,0-1-1 0 0,0 1 1 0 0,0 0 0 0 0,0-1-1 0 0,0 1 1 0 0,0-1 0 0 0,1 0-1 0 0,-1 1 1 0 0,2 1 0 0 0,0-2-9 0 0,-1 0 1 0 0,1 0 0 0 0,0 0-1 0 0,-1-1 1 0 0,1 1-1 0 0,0 0 1 0 0,0-1-1 0 0,0 0 1 0 0,-1 0-1 0 0,1 0 1 0 0,0 0 0 0 0,0 0-1 0 0,0 0 1 0 0,2-1-1 0 0,12-4-104 0 0,0 1 1 0 0,-1-2-1 0 0,32-15 0 0 0,-42 18-164 0 0,15-6-1186 0 0,-1 0-3290 0 0,1-2-1652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3:11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701 98 4609 0 0,'-26'1'753'0'0,"1"-2"1"0"0,-1-1-1 0 0,1-1 0 0 0,-38-10 1 0 0,48 10-431 0 0,-9-2 837 0 0,0 1 1 0 0,0 1-1 0 0,-46 0 0 0 0,59 4-881 0 0,0 0 1 0 0,0 1-1 0 0,0 0 0 0 0,0 1 1 0 0,0 0-1 0 0,0 1 0 0 0,1 0 1 0 0,-1 1-1 0 0,1 0 0 0 0,-15 10 1 0 0,6-2-151 0 0,2 2 0 0 0,0-1 0 0 0,0 2 0 0 0,1 0 1 0 0,1 1-1 0 0,1 1 0 0 0,1 0 0 0 0,0 1 0 0 0,1 0 0 0 0,-10 23 0 0 0,9-13 44 0 0,1 1 0 0 0,2 0 0 0 0,0 0 0 0 0,2 1 0 0 0,2 0 0 0 0,-5 52 0 0 0,10-67-207 0 0,1 0 0 0 0,1 0 0 0 0,0 0 0 0 0,1 0 0 0 0,1 0 0 0 0,0-1 0 0 0,1 1 0 0 0,1-1 0 0 0,1 0 0 0 0,0 0 0 0 0,0 0 0 0 0,2-1 0 0 0,0 0 0 0 0,18 25 0 0 0,-9-20-34 0 0,0 0 0 0 0,1-1 1 0 0,0-1-1 0 0,1 0 0 0 0,1-2 0 0 0,1 0 0 0 0,0-1 1 0 0,42 19-1 0 0,-34-19 87 0 0,0-2 0 0 0,1-2 1 0 0,0 0-1 0 0,0-2 0 0 0,1-1 0 0 0,0-2 1 0 0,36 2-1 0 0,-41-6 178 0 0,0-2-1 0 0,-1 0 1 0 0,1-2 0 0 0,-1-1 0 0 0,1-1 0 0 0,-1-1-1 0 0,-1-1 1 0 0,1-1 0 0 0,27-14 0 0 0,-9 1 68 0 0,-2-2 0 0 0,-1-1 0 0 0,-1-3 0 0 0,-1 0 1 0 0,-1-3-1 0 0,43-45 0 0 0,-65 58-224 0 0,-1 0-1 0 0,0-1 1 0 0,-2-1 0 0 0,0 0-1 0 0,-1-1 1 0 0,-1 0-1 0 0,-1-1 1 0 0,-1 0 0 0 0,-1 0-1 0 0,-1-1 1 0 0,0 0 0 0 0,-2 0-1 0 0,3-33 1 0 0,-5 18 45 0 0,-2 0-1 0 0,-1-1 1 0 0,-2 1 0 0 0,-2 0 0 0 0,-1 1-1 0 0,-2 0 1 0 0,-17-51 0 0 0,23 80-94 0 0,-1 0-1 0 0,1 0 1 0 0,-1 0 0 0 0,-1 0 0 0 0,1 0-1 0 0,-1 1 1 0 0,-1-1 0 0 0,1 1 0 0 0,-1 0-1 0 0,0 0 1 0 0,0 1 0 0 0,-1 0 0 0 0,1 0-1 0 0,-1 0 1 0 0,0 0 0 0 0,-1 1 0 0 0,1 0-1 0 0,-1 0 1 0 0,0 1 0 0 0,0 0 0 0 0,0 0-1 0 0,0 1 1 0 0,0-1 0 0 0,-1 2-1 0 0,1-1 1 0 0,-1 1 0 0 0,1 0 0 0 0,-1 1-1 0 0,0-1 1 0 0,-10 2 0 0 0,1 0-439 0 0,0 0-1 0 0,1 1 1 0 0,-1 1-1 0 0,1 0 1 0 0,0 1 0 0 0,-1 1-1 0 0,2 0 1 0 0,-1 1 0 0 0,1 1-1 0 0,-25 15 1 0 0,15-3-1210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7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24 306 14283 0 0,'-3'3'844'0'0,"1"0"-926"0"0,-1 0 0 0 0,1 0 1 0 0,0 0-1 0 0,0 0 0 0 0,1 0 0 0 0,-1 0 0 0 0,0 1 0 0 0,1-1 1 0 0,0 1-1 0 0,-1 4 0 0 0,4-7 40 0 0,0-1 1 0 0,1 1-1 0 0,0-1 0 0 0,-1 0 0 0 0,1 1 1 0 0,-1-1-1 0 0,1 0 0 0 0,-1-1 1 0 0,1 1-1 0 0,-1 0 0 0 0,1-1 0 0 0,2 0 1 0 0,1 0 154 0 0,15 2 289 0 0,0 0 0 0 0,0 2 0 0 0,0 0 0 0 0,-1 1 1 0 0,0 2-1 0 0,25 8 0 0 0,56 14 936 0 0,-49-21-1142 0 0,0-2 0 0 0,0-3 0 0 0,1-1 0 0 0,-1-4 0 0 0,69-10 0 0 0,255-67 793 0 0,-332 69-885 0 0,68-18 127 0 0,209-44 250 0 0,277-32-148 0 0,-404 65-202 0 0,160-22 136 0 0,-260 56-117 0 0,108 7 0 0 0,94 22 83 0 0,-180-13-272 0 0,92 5 98 0 0,150 15-54 0 0,-191-8 387 0 0,272 2 0 0 0,-382-23-278 0 0,70 11 0 0 0,-37-3 105 0 0,-72-10-2242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8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9 255 10138 0 0,'-1'-1'222'0'0,"0"1"1"0"0,1-1-1 0 0,-1 1 0 0 0,0-1 0 0 0,1 0 0 0 0,-1 1 1 0 0,1-1-1 0 0,-1 0 0 0 0,1 0 0 0 0,-1 1 1 0 0,1-1-1 0 0,0 0 0 0 0,-1 0 0 0 0,1 0 0 0 0,0 0 1 0 0,0 1-1 0 0,-1-1 0 0 0,1 0 0 0 0,0 0 0 0 0,0 0 1 0 0,0 0-1 0 0,0 0 0 0 0,0 0 0 0 0,0 0 1 0 0,0 0-1 0 0,1 1 0 0 0,-1-1 0 0 0,0-1 0 0 0,2 0-22 0 0,-1 1-1 0 0,0-1 0 0 0,0 1 0 0 0,0-1 1 0 0,1 1-1 0 0,-1 0 0 0 0,1-1 0 0 0,-1 1 1 0 0,1 0-1 0 0,-1 0 0 0 0,1 0 0 0 0,3-1 1 0 0,2-1 56 0 0,0 0 0 0 0,0 1 0 0 0,1 0 0 0 0,-1 0 1 0 0,13-1-1 0 0,-12 3-208 0 0,1 0 1 0 0,-1 0-1 0 0,1 1 0 0 0,-1 0 1 0 0,0 1-1 0 0,0-1 1 0 0,1 2-1 0 0,-1-1 1 0 0,0 1-1 0 0,-1 0 0 0 0,1 1 1 0 0,0 0-1 0 0,-1 0 1 0 0,0 1-1 0 0,0 0 1 0 0,0 0-1 0 0,-1 0 0 0 0,0 1 1 0 0,0 0-1 0 0,0 0 1 0 0,-1 1-1 0 0,0-1 1 0 0,0 1-1 0 0,0 1 0 0 0,-1-1 1 0 0,0 0-1 0 0,-1 1 1 0 0,1 0-1 0 0,-2 0 1 0 0,1 0-1 0 0,-1 0 0 0 0,0 0 1 0 0,-1 1-1 0 0,2 16 1 0 0,-4 8-52 0 0,-1 1 0 0 0,-2-1 1 0 0,-1 1-1 0 0,-1-1 0 0 0,-2-1 1 0 0,-1 1-1 0 0,-2-1 0 0 0,-17 35 1 0 0,26-61 2 0 0,1-4 0 0 0,0 1 0 0 0,1-1 0 0 0,-1 0 0 0 0,0 0 0 0 0,0 0 0 0 0,0 1 0 0 0,-1-1 0 0 0,1 0 0 0 0,0-1 0 0 0,-1 1 0 0 0,0 0 0 0 0,1 0 0 0 0,-1 0 0 0 0,-2 1 0 0 0,3-3 2 0 0,1-1 0 0 0,-1 1 0 0 0,1-1 0 0 0,0 1 0 0 0,-1-1 0 0 0,1 1 0 0 0,0-1 0 0 0,0 1 0 0 0,-1-1 0 0 0,1 0 0 0 0,0 1 0 0 0,0-1-1 0 0,0 1 1 0 0,0-1 0 0 0,0 1 0 0 0,0-1 0 0 0,0 0 0 0 0,0 1 0 0 0,0-1 0 0 0,0 0 0 0 0,0 1 0 0 0,0-1 0 0 0,0 1 0 0 0,0-1 0 0 0,0 1 0 0 0,1-1 0 0 0,-1 0 0 0 0,5-20 73 0 0,106-252-235 0 0,-27 74 46 0 0,-81 193 114 0 0,72-213 240 0 0,-74 218-235 0 0,-1 0-1 0 0,0 0 1 0 0,1 0 0 0 0,-1 0-1 0 0,0 0 1 0 0,1 0 0 0 0,-1 0-1 0 0,0 0 1 0 0,0 0 0 0 0,0 0-1 0 0,0 0 1 0 0,0-1 0 0 0,0 1 0 0 0,0 0-1 0 0,0 0 1 0 0,0 0 0 0 0,-1 0-1 0 0,1 0 1 0 0,-1-2 0 0 0,0 3 7 0 0,1 0 0 0 0,-1 0 0 0 0,1 0 0 0 0,-1 0 0 0 0,0 0 0 0 0,1 0 0 0 0,-1 0 0 0 0,0 1 0 0 0,1-1 0 0 0,-1 0 0 0 0,1 0 0 0 0,-1 0 0 0 0,0 1 0 0 0,1-1 0 0 0,-1 0 0 0 0,1 1 0 0 0,-1-1 0 0 0,1 0 0 0 0,-1 1 0 0 0,1-1 0 0 0,-1 1 0 0 0,0 0 0 0 0,-30 34 306 0 0,22-21-308 0 0,2 0 0 0 0,0 1 1 0 0,1 1-1 0 0,0-1 0 0 0,1 1 1 0 0,1 0-1 0 0,0 0 0 0 0,1 0 0 0 0,1 0 1 0 0,1 0-1 0 0,0 1 0 0 0,1-1 1 0 0,1 1-1 0 0,3 17 0 0 0,4 25 29 0 0,4-1 1 0 0,27 85-1 0 0,-31-118-66 0 0,1 1 0 0 0,1-1 0 0 0,1-1 0 0 0,21 34-1 0 0,-24-47-1665 0 0,0 0-1 0 0,0-1 0 0 0,15 15 0 0 0,-1-7-5414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9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9218 0 0,'11'14'11318'0'0,"-5"4"-10944"0"0,-1 1-1 0 0,-1-1 0 0 0,-1 1 1 0 0,0 0-1 0 0,-2 0 0 0 0,0-1 1 0 0,-2 21-1 0 0,1-20-376 0 0,-1 0-1 0 0,2 0 1 0 0,1-1-1 0 0,0 1 1 0 0,1 0 0 0 0,1 0-1 0 0,12 32 1 0 0,9-13-1943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09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 10594 0 0,'5'6'5259'0'0,"6"0"-3603"0"0,4-2-671 0 0,0-2 1 0 0,0 1-1 0 0,21-1 0 0 0,90-9 119 0 0,-69 2-868 0 0,18 1-331 0 0,76-7-283 0 0,-123 6-1785 0 0,42-10 1 0 0,-48 7-4460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0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0,'21'12'6615'0'0,"16"18"-2779"0"0,-28-21-3757 0 0,-1 0 0 0 0,-1 1 0 0 0,0 0 0 0 0,0 0 1 0 0,-1 0-1 0 0,0 1 0 0 0,0 0 0 0 0,5 17 1 0 0,25 101 743 0 0,-19-59-639 0 0,-6-31-955 0 0,2-1 0 0 0,2 0-1 0 0,20 38 1 0 0,-19-49-6546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0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78 145 6913 0 0,'-26'-4'1557'0'0,"21"4"-923"0"0,1 0 1 0 0,-1-1-1 0 0,0 0 1 0 0,1 0-1 0 0,-1 0 1 0 0,1 0-1 0 0,0-1 1 0 0,-9-4-1 0 0,13 6-582 0 0,0 0 0 0 0,0 0-1 0 0,0 0 1 0 0,-1 0-1 0 0,1 0 1 0 0,0 0 0 0 0,0 0-1 0 0,0-1 1 0 0,0 1 0 0 0,-1 0-1 0 0,1 0 1 0 0,0 0-1 0 0,0 0 1 0 0,0 0 0 0 0,0-1-1 0 0,0 1 1 0 0,0 0 0 0 0,0 0-1 0 0,0 0 1 0 0,-1 0-1 0 0,1-1 1 0 0,0 1 0 0 0,0 0-1 0 0,0 0 1 0 0,0 0 0 0 0,0-1-1 0 0,0 1 1 0 0,0 0-1 0 0,0 0 1 0 0,0 0 0 0 0,0-1-1 0 0,0 1 1 0 0,0 0 0 0 0,0 0-1 0 0,0 0 1 0 0,1-1-1 0 0,-1 1 1 0 0,0 0 0 0 0,0 0-1 0 0,0 0 1 0 0,0 0 0 0 0,0-1-1 0 0,0 1 1 0 0,0 0-1 0 0,1 0 1 0 0,-1 0 0 0 0,0 0-1 0 0,0-1 1 0 0,13-6 1147 0 0,17 0-179 0 0,-26 7-980 0 0,1 0 0 0 0,-1 0 0 0 0,0 0 0 0 0,1 1 0 0 0,-1 0 0 0 0,1 0 0 0 0,-1 0 0 0 0,0 0-1 0 0,0 1 1 0 0,1 0 0 0 0,-1-1 0 0 0,0 2 0 0 0,-1-1 0 0 0,1 0 0 0 0,0 1 0 0 0,-1-1 0 0 0,1 1-1 0 0,-1 0 1 0 0,0 1 0 0 0,0-1 0 0 0,0 0 0 0 0,5 8 0 0 0,-5-5 14 0 0,0 1 0 0 0,-1-1 0 0 0,1 1 0 0 0,-1 0 0 0 0,0 0 1 0 0,-1 0-1 0 0,0 0 0 0 0,0 0 0 0 0,-1 1 0 0 0,1-1 0 0 0,-1 0 0 0 0,-1 0 0 0 0,-1 12 0 0 0,-2 0-61 0 0,-1 0 0 0 0,0 0-1 0 0,-1-1 1 0 0,-1 1 0 0 0,-1-1-1 0 0,0-1 1 0 0,-2 1 0 0 0,0-2-1 0 0,-1 1 1 0 0,0-1 0 0 0,-23 23-1 0 0,48-55-482 0 0,-2-1-1 0 0,12-19 1 0 0,5-8-227 0 0,-1 4 823 0 0,-1-1 0 0 0,-2-1 0 0 0,-1-1 0 0 0,-3-1 0 0 0,-2-1-1 0 0,16-55 1 0 0,-32 73 1123 0 0,-5 24 136 0 0,-4 16-498 0 0,2 3-786 0 0,0-1-1 0 0,1 1 0 0 0,1-1 1 0 0,1 1-1 0 0,0 0 0 0 0,1-1 1 0 0,1 1-1 0 0,0 0 0 0 0,1-1 1 0 0,1 1-1 0 0,7 22 0 0 0,-5-20-285 0 0,2 0-1 0 0,0 0 1 0 0,0-1-1 0 0,2 0 0 0 0,0 0 1 0 0,1-1-1 0 0,1-1 0 0 0,0 1 1 0 0,17 16-1 0 0,-6-12-7485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74 108 3225 0 0,'-25'-8'2376'0'0,"22"8"-1893"0"0,0-1 0 0 0,-1 1 1 0 0,1-1-1 0 0,0 0 0 0 0,-1 0 1 0 0,1-1-1 0 0,0 1 0 0 0,0-1 1 0 0,0 1-1 0 0,0-1 0 0 0,0 0 1 0 0,1 0-1 0 0,-1-1 0 0 0,-2-2 1 0 0,5 4-319 0 0,0 0 0 0 0,0 0 1 0 0,0 0-1 0 0,0 0 0 0 0,0 0 0 0 0,1 0 1 0 0,-1 0-1 0 0,0 0 0 0 0,1 0 0 0 0,-1 1 1 0 0,1-1-1 0 0,-1 0 0 0 0,1 0 0 0 0,-1 0 1 0 0,1 0-1 0 0,0 1 0 0 0,-1-1 0 0 0,1 0 1 0 0,0 1-1 0 0,0-1 0 0 0,-1 0 1 0 0,1 1-1 0 0,0-1 0 0 0,0 1 0 0 0,1-1 1 0 0,22-14 1730 0 0,-7 7-975 0 0,1 0-1 0 0,34-9 1 0 0,-44 15-851 0 0,-1 1 0 0 0,0-1 1 0 0,1 1-1 0 0,-1 0 1 0 0,0 1-1 0 0,1 0 1 0 0,-1 0-1 0 0,1 1 1 0 0,-1 0-1 0 0,11 2 1 0 0,-16-2-65 0 0,0 0 0 0 0,0 0 0 0 0,1 0 1 0 0,-1 1-1 0 0,0-1 0 0 0,0 1 0 0 0,0-1 1 0 0,0 1-1 0 0,-1-1 0 0 0,1 1 0 0 0,0 0 0 0 0,-1 0 1 0 0,1 0-1 0 0,-1 0 0 0 0,1 0 0 0 0,-1 0 0 0 0,0 1 1 0 0,0-1-1 0 0,0 0 0 0 0,0 1 0 0 0,-1-1 0 0 0,1 0 1 0 0,-1 1-1 0 0,1-1 0 0 0,-1 1 0 0 0,0-1 1 0 0,0 1-1 0 0,0-1 0 0 0,0 1 0 0 0,0-1 0 0 0,-1 5 1 0 0,-2 7-6 0 0,0 1 1 0 0,0-1 0 0 0,-2 0-1 0 0,-5 14 1 0 0,8-22-1 0 0,-35 81-1 0 0,18-44 5 0 0,-14 47 1 0 0,32-89 5 0 0,1 0 0 0 0,-1 0 0 0 0,1 0 0 0 0,0-1 1 0 0,-1 1-1 0 0,1 0 0 0 0,0 0 0 0 0,0 0 0 0 0,0 0 1 0 0,0 0-1 0 0,0 0 0 0 0,0 0 0 0 0,0 0 0 0 0,0-1 1 0 0,0 1-1 0 0,0 0 0 0 0,0 0 0 0 0,0 0 1 0 0,1 0-1 0 0,-1 0 0 0 0,0 0 0 0 0,1-1 0 0 0,-1 1 1 0 0,1 0-1 0 0,-1 0 0 0 0,1 0 0 0 0,-1-1 0 0 0,1 1 1 0 0,-1 0-1 0 0,2 0 0 0 0,0 0 2 0 0,-1-1 0 0 0,1 1 0 0 0,0-1 0 0 0,0 0 0 0 0,-1 0 0 0 0,1 1 0 0 0,0-1 0 0 0,0-1 0 0 0,0 1 0 0 0,-1 0 0 0 0,1 0 0 0 0,0 0 0 0 0,0-1 0 0 0,2 0 0 0 0,10-4 5 0 0,0 0 0 0 0,22-13 0 0 0,-35 17-22 0 0,151-98-1179 0 0,-115 72-399 0 0,6-2-5874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23 10138 0 0,'-4'0'1079'0'0,"-1"1"-1"0"0,0-1 1 0 0,0 1-1 0 0,1 1 1 0 0,-1-1-1 0 0,-6 3 1 0 0,28-5 3276 0 0,15-3-4105 0 0,27-11-612 0 0,-20 6-3109 0 0,-22 6-3331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1.9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50 6449 0 0,'0'0'65'0'0,"-1"0"0"0"0,1 0-1 0 0,0 1 1 0 0,-1-1-1 0 0,1 0 1 0 0,0 0-1 0 0,0 0 1 0 0,-1 0 0 0 0,1 0-1 0 0,0 0 1 0 0,0 0-1 0 0,-1 1 1 0 0,1-1 0 0 0,0 0-1 0 0,0 0 1 0 0,0 0-1 0 0,-1 0 1 0 0,1 1 0 0 0,0-1-1 0 0,0 0 1 0 0,0 0-1 0 0,0 1 1 0 0,0-1-1 0 0,-1 0 1 0 0,1 0 0 0 0,0 1-1 0 0,0-1 1 0 0,0 0-1 0 0,0 0 1 0 0,0 1 0 0 0,0-1-1 0 0,0 0 1 0 0,0 0-1 0 0,0 1 1 0 0,0-1-1 0 0,0 0 1 0 0,0 1 0 0 0,0-1-1 0 0,0 0 1 0 0,0 0-1 0 0,0 1 1 0 0,0-1 0 0 0,0 0-1 0 0,15 3 2156 0 0,27-5 634 0 0,-38 2-2565 0 0,56-10-615 0 0,30-17-5066 0 0,-39 11 2724 0 0,-28 9 2505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11 10594 0 0,'-45'-10'3682'0'0,"43"9"-2997"0"0,0 1 1 0 0,-1 0-1 0 0,1 0 0 0 0,-1 0 0 0 0,1 1 0 0 0,-1-1 0 0 0,1 1 0 0 0,0-1 0 0 0,-5 2 0 0 0,14 36 1229 0 0,-1-5-1759 0 0,-1 0 0 0 0,-2 1 1 0 0,-1 40-1 0 0,-12 104 14 0 0,1-59-72 0 0,8-96-531 0 0,-1 33 1026 0 0,4 72 0 0 0,1-108-1063 0 0,0 0 1 0 0,9 31-1 0 0,-8-39-654 0 0,0-1 0 0 0,1 1 0 0 0,0 0 0 0 0,1-1 0 0 0,8 11 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11058 0 0,'0'0'11560'0'0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2.9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81 13363 0 0,'-9'-8'1261'0'0,"10"2"-232"0"0,21-3 349 0 0,-16 7-1172 0 0,21-5 1202 0 0,50-6 0 0 0,-3 1-1092 0 0,-62 9-1356 0 0,1 0 1 0 0,-1-1 0 0 0,19-9-1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13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 4145 0 0,'-2'-1'558'0'0,"-1"1"0"0"0,1 0 0 0 0,0 0 0 0 0,0 0 1 0 0,-1 0-1 0 0,1 0 0 0 0,0 0 0 0 0,0 1 0 0 0,-1-1 0 0 0,1 1 1 0 0,0-1-1 0 0,0 1 0 0 0,0 0 0 0 0,-3 1 0 0 0,0 1 173 0 0,0 0 0 0 0,0 1 0 0 0,0-1 0 0 0,0 1 0 0 0,-5 5 0 0 0,1 1-130 0 0,0 0-1 0 0,0 1 0 0 0,1 0 0 0 0,-7 14 0 0 0,10-17-466 0 0,0 1 1 0 0,1 0-1 0 0,0 0 0 0 0,0 0 0 0 0,1 1 1 0 0,1-1-1 0 0,-1 1 0 0 0,0 12 0 0 0,3-19-136 0 0,0 0 0 0 0,0 1-1 0 0,0-1 1 0 0,1 0-1 0 0,-1 0 1 0 0,1 0 0 0 0,0 1-1 0 0,0-1 1 0 0,0 0 0 0 0,0 0-1 0 0,1 0 1 0 0,-1 0-1 0 0,1 0 1 0 0,0-1 0 0 0,0 1-1 0 0,0 0 1 0 0,0-1-1 0 0,0 0 1 0 0,0 1 0 0 0,1-1-1 0 0,-1 0 1 0 0,1 0-1 0 0,0 0 1 0 0,-1 0 0 0 0,1-1-1 0 0,0 1 1 0 0,0-1 0 0 0,5 2-1 0 0,13 4-59 0 0,1 0 0 0 0,0-2 0 0 0,0 0 0 0 0,28 1 0 0 0,-29-4 82 0 0,-1 1 0 0 0,0 1 0 0 0,0 0 0 0 0,-1 1-1 0 0,33 14 1 0 0,-49-17-8 0 0,1 0-1 0 0,0 0 1 0 0,-1 0-1 0 0,0 0 1 0 0,1 1-1 0 0,-1 0 1 0 0,0-1-1 0 0,0 1 1 0 0,-1 0-1 0 0,1 0 1 0 0,0 1-1 0 0,-1-1 1 0 0,4 7-1 0 0,-6-8 33 0 0,1 0 1 0 0,-1 0-1 0 0,1 0 0 0 0,-1-1 0 0 0,0 1 1 0 0,1 0-1 0 0,-1 0 0 0 0,0 0 0 0 0,0 0 1 0 0,-1 0-1 0 0,1 0 0 0 0,0 0 0 0 0,-1 0 1 0 0,1 0-1 0 0,-1 0 0 0 0,1 0 0 0 0,-1 0 1 0 0,0 0-1 0 0,0-1 0 0 0,0 1 1 0 0,0 0-1 0 0,0-1 0 0 0,0 1 0 0 0,-1-1 1 0 0,1 1-1 0 0,0-1 0 0 0,-1 1 0 0 0,1-1 1 0 0,-3 2-1 0 0,-6 4 40 0 0,0-1 0 0 0,0 0 1 0 0,0 0-1 0 0,-1-1 1 0 0,0 0-1 0 0,0-1 0 0 0,0 0 1 0 0,-14 3-1 0 0,2-2-86 0 0,1-2 0 0 0,-1 0 1 0 0,-29 0-1 0 0,34-4-214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5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13 2761 0 0,'-20'-4'1763'0'0,"17"4"-1389"0"0,0 0 1 0 0,0 0-1 0 0,0-1 0 0 0,0 1 1 0 0,0-1-1 0 0,0 0 0 0 0,1 0 0 0 0,-1 0 1 0 0,-4-3-1 0 0,11 8 445 0 0,-1-1-1 0 0,1-1 1 0 0,0 1-1 0 0,0 0 1 0 0,0-1-1 0 0,6 3 1 0 0,33 9 426 0 0,45 1-1500 0 0,188-3 999 0 0,-163-10-160 0 0,-36-4-158 0 0,0-3-1 0 0,79-15 0 0 0,-104 12-140 0 0,2 2 10 0 0,0 3 0 0 0,0 2 0 0 0,0 2 0 0 0,98 15 0 0 0,-87-10-92 0 0,-1-3 0 0 0,71-4 1 0 0,-29-1 101 0 0,-67 2-22 0 0,-13 1-389 0 0,1-1 0 0 0,-1-1 0 0 0,44-8-1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8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33 240 2304 0 0,'-18'-12'457'0'0,"17"11"-34"0"0,0 0 0 0 0,-1-1 0 0 0,1 1 0 0 0,0 0 0 0 0,0-1 1 0 0,0 1-1 0 0,0-1 0 0 0,0 1 0 0 0,0-1 0 0 0,0 1 0 0 0,-1-4 0 0 0,2 4-114 0 0,0-1 0 0 0,0 1 0 0 0,0-1 0 0 0,0 1 0 0 0,0-1 0 0 0,0 1 0 0 0,0-1 0 0 0,0 1 0 0 0,0-1 0 0 0,1 1 0 0 0,-1 0 0 0 0,0-1 0 0 0,1 1 0 0 0,0-2 0 0 0,12-17-638 0 0,-6 12 579 0 0,2-1 0 0 0,-1 1 1 0 0,1 0-1 0 0,0 1 0 0 0,0 0 0 0 0,1 1 0 0 0,0-1 1 0 0,13-4-1 0 0,-17 8-147 0 0,-1 0 1 0 0,1 1 0 0 0,-1 0 0 0 0,1 0-1 0 0,0 0 1 0 0,0 1 0 0 0,0 0-1 0 0,0 0 1 0 0,0 1 0 0 0,0-1-1 0 0,0 1 1 0 0,0 1 0 0 0,0-1-1 0 0,0 1 1 0 0,0 0 0 0 0,0 0-1 0 0,8 4 1 0 0,-11-4-88 0 0,0 1-1 0 0,0 0 1 0 0,-1 0-1 0 0,1 0 1 0 0,-1 1-1 0 0,0-1 0 0 0,0 0 1 0 0,0 1-1 0 0,0 0 1 0 0,0-1-1 0 0,0 1 1 0 0,0 0-1 0 0,-1 0 1 0 0,0 0-1 0 0,0 0 1 0 0,1 0-1 0 0,-2 0 1 0 0,1 0-1 0 0,0 1 1 0 0,-1-1-1 0 0,1 0 1 0 0,-1 0-1 0 0,0 1 1 0 0,0-1-1 0 0,0 0 1 0 0,-1 4-1 0 0,-1 10-20 0 0,0-1 0 0 0,-2 1 0 0 0,-8 26 0 0 0,-4 0 0 0 0,-2-1 1 0 0,-2-1-1 0 0,-49 74 1 0 0,31-52 6 0 0,65-103 233 0 0,18-27 226 0 0,-17 6-245 0 0,-2-1 0 0 0,24-93 1 0 0,-23 68 310 0 0,-21 68-299 0 0,-2 10 120 0 0,-1 0-1 0 0,0 0 0 0 0,-1-1 1 0 0,0 1-1 0 0,1-13 298 0 0,-5 24-520 0 0,1 1 0 0 0,0 0-1 0 0,0-1 1 0 0,1 1 0 0 0,-1 0 0 0 0,1 0 0 0 0,-1 0 0 0 0,1 5 0 0 0,-1-3-18 0 0,-3 26-22 0 0,-19 180 94 0 0,22-182-182 0 0,2 0 1 0 0,1 0-1 0 0,1-1 0 0 0,1 1 0 0 0,12 39 1 0 0,-1-21-188 0 0,31 65 0 0 0,6-11-4431 0 0,-37-75 2956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 10138 0 0,'0'0'116'0'0,"0"-1"1"0"0,0 1-1 0 0,0-1 0 0 0,0 1 1 0 0,0-1-1 0 0,0 0 0 0 0,0 1 1 0 0,0-1-1 0 0,0 1 0 0 0,0-1 1 0 0,0 1-1 0 0,0 0 0 0 0,1-1 0 0 0,-1 1 1 0 0,0-1-1 0 0,0 1 0 0 0,0-1 1 0 0,1 1-1 0 0,-1-1 0 0 0,0 1 1 0 0,1 0-1 0 0,-1-1 0 0 0,0 1 1 0 0,1-1-1 0 0,-1 1 0 0 0,0 0 0 0 0,1-1 1 0 0,-1 1-1 0 0,1 0 0 0 0,-1 0 1 0 0,1-1-1 0 0,-1 1 0 0 0,0 0 1 0 0,1 0-1 0 0,-1 0 0 0 0,1 0 1 0 0,-1 0-1 0 0,1-1 0 0 0,-1 1 0 0 0,1 0 1 0 0,-1 0-1 0 0,1 0 0 0 0,-1 0 1 0 0,1 0-1 0 0,-1 1 0 0 0,1-1 1 0 0,0 0-1 0 0,1 1 120 0 0,-1-1 0 0 0,0 1-1 0 0,0-1 1 0 0,1 1 0 0 0,-1 0 0 0 0,0-1 0 0 0,0 1 0 0 0,0 0-1 0 0,0 0 1 0 0,0 0 0 0 0,0 0 0 0 0,0 0 0 0 0,0 0 0 0 0,0 0-1 0 0,0 0 1 0 0,-1 0 0 0 0,1 1 0 0 0,0 1 0 0 0,3 13 65 0 0,-1 1 0 0 0,0 0 1 0 0,-2-1-1 0 0,0 1 1 0 0,-1 0-1 0 0,0 0 1 0 0,-5 27-1 0 0,0 30-221 0 0,4-37-230 0 0,1-1-81 0 0,3 35 0 0 0,-1-60-461 0 0,-1 1 1 0 0,2-1 0 0 0,0 0-1 0 0,4 11 1 0 0,2-3-6146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5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1 103 6913 0 0,'11'-4'4699'0'0,"21"-4"-2116"0"0,-29 7-2243 0 0,248-55 6811 0 0,-123 36-8144 0 0,0 8-3529 0 0,-105 10-1471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4:59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53 6449 0 0,'-25'-23'2017'0'0,"24"23"-1721"0"0,1-1 0 0 0,-1 0-1 0 0,0 0 1 0 0,1 1 0 0 0,-1-1 0 0 0,1 0-1 0 0,-1 0 1 0 0,1 0 0 0 0,-1 0 0 0 0,1 0-1 0 0,0 0 1 0 0,-1 1 0 0 0,1-1-1 0 0,0 0 1 0 0,0 0 0 0 0,0 0 0 0 0,-1 0-1 0 0,1 0 1 0 0,0 0 0 0 0,0 0 0 0 0,1 0-1 0 0,-1 0 1 0 0,0 0 0 0 0,0 0-1 0 0,0 0 1 0 0,1 0 0 0 0,-1 0 0 0 0,0 0-1 0 0,1 0 1 0 0,-1 1 0 0 0,1-1 0 0 0,0-1-1 0 0,0 4 3 0 0,1 0-1 0 0,-1 0 0 0 0,0 0 1 0 0,0 0-1 0 0,0 0 1 0 0,0 0-1 0 0,-1 0 0 0 0,1 0 1 0 0,0 0-1 0 0,-1 1 1 0 0,1 3-1 0 0,3 32 2 0 0,-1 1 1 0 0,-3-1-1 0 0,-5 55 0 0 0,0 17-117 0 0,6-54-160 0 0,11 80-1 0 0,-7-104-1495 0 0,19 61-1 0 0,-13-61-5869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1 226 7370 0 0,'0'-2'311'0'0,"1"-1"1"0"0,0 0-1 0 0,0 0 1 0 0,0 1-1 0 0,0-1 1 0 0,0 1-1 0 0,0-1 1 0 0,1 1 0 0 0,-1-1-1 0 0,1 1 1 0 0,0 0-1 0 0,2-3 1 0 0,-2 2-56 0 0,4-5 349 0 0,1 0 0 0 0,1 0 0 0 0,-1 0 0 0 0,1 1 0 0 0,10-7 0 0 0,-15 12-467 0 0,-1 0 0 0 0,1 0 0 0 0,0 0 0 0 0,0 1 0 0 0,0-1 0 0 0,0 1 0 0 0,0-1 0 0 0,0 1 0 0 0,0 0-1 0 0,0 0 1 0 0,0 0 0 0 0,0 1 0 0 0,1-1 0 0 0,-1 1 0 0 0,0 0 0 0 0,1 0 0 0 0,-1 0 0 0 0,0 0 0 0 0,1 1 0 0 0,4 0 0 0 0,-5 1-73 0 0,-1-1 0 0 0,0 1 1 0 0,0 0-1 0 0,0-1 1 0 0,0 1-1 0 0,0 0 1 0 0,-1 0-1 0 0,1 0 0 0 0,0 1 1 0 0,-1-1-1 0 0,0 0 1 0 0,1 0-1 0 0,-1 1 1 0 0,0-1-1 0 0,0 1 1 0 0,0-1-1 0 0,-1 1 0 0 0,1-1 1 0 0,-1 1-1 0 0,1 4 1 0 0,1 55 297 0 0,-2-61-355 0 0,-4 43-252 0 0,-1-1 0 0 0,-2 1 0 0 0,-14 46 0 0 0,19-84 189 0 0,-1 1 1 0 0,0-1-1 0 0,-1 0 0 0 0,1 0 1 0 0,-8 10-1 0 0,10-15 40 0 0,0 1-1 0 0,-1 0 1 0 0,1-1 0 0 0,-1 1 0 0 0,1-1-1 0 0,-1 0 1 0 0,0 0 0 0 0,0 0 0 0 0,1 1-1 0 0,-4 0 1 0 0,4-2 13 0 0,0 0-1 0 0,0 0 1 0 0,1 1 0 0 0,-1-1-1 0 0,0 0 1 0 0,0 0-1 0 0,1 0 1 0 0,-1 0 0 0 0,0-1-1 0 0,0 1 1 0 0,1 0-1 0 0,-1 0 1 0 0,0 0-1 0 0,1-1 1 0 0,-1 1 0 0 0,0 0-1 0 0,1 0 1 0 0,-1-1-1 0 0,0 1 1 0 0,1-1 0 0 0,-1 1-1 0 0,1-1 1 0 0,-1 1-1 0 0,0-1 1 0 0,1 1 0 0 0,-1-1-1 0 0,1 1 1 0 0,0-1-1 0 0,-1-1 1 0 0,0 0-16 0 0,0 0 1 0 0,0 0-1 0 0,0-1 1 0 0,0 1-1 0 0,1 0 1 0 0,-1-1-1 0 0,1 1 1 0 0,0 0-1 0 0,0-1 0 0 0,0 1 1 0 0,0-1-1 0 0,0 1 1 0 0,0 0-1 0 0,0-1 1 0 0,1 1-1 0 0,0-4 1 0 0,15-40-436 0 0,-13 39 402 0 0,35-85-572 0 0,34-89 1157 0 0,-63 153-144 0 0,-3 9 283 0 0,1 0 1 0 0,0 1-1 0 0,19-34 0 0 0,-34 71-288 0 0,0 0-1 0 0,1 0 1 0 0,1 1-1 0 0,-6 31 1 0 0,11-44-371 0 0,-4 11-47 0 0,2 1 1 0 0,1-1 0 0 0,0 1-1 0 0,1 0 1 0 0,3 30 0 0 0,0-36 3 0 0,0 0 1 0 0,0 0-1 0 0,2-1 0 0 0,0 0 1 0 0,0 0-1 0 0,1 0 1 0 0,0 0-1 0 0,1 0 0 0 0,8 11 1 0 0,52 64-4037 0 0,-48-65-2553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72 7834 0 0,'4'-5'297'0'0,"0"0"0"0"0,0 1 1 0 0,1-1-1 0 0,-1 1 1 0 0,1 0-1 0 0,0 0 0 0 0,0 1 1 0 0,1 0-1 0 0,-1 0 0 0 0,1 0 1 0 0,0 0-1 0 0,7-2 1 0 0,0 1 521 0 0,1-1 0 0 0,-1 2 1 0 0,1 0-1 0 0,19-2 1 0 0,-30 5-671 0 0,0-1 0 0 0,0 1 1 0 0,0 0-1 0 0,0 0 0 0 0,0 0 0 0 0,0 1 1 0 0,0-1-1 0 0,0 1 0 0 0,0 0 1 0 0,0 0-1 0 0,-1 0 0 0 0,1 0 0 0 0,0 0 1 0 0,0 0-1 0 0,-1 1 0 0 0,1-1 1 0 0,-1 1-1 0 0,1 0 0 0 0,-1 0 0 0 0,4 4 1 0 0,-3-3-25 0 0,-1 1 1 0 0,0 0 0 0 0,0 0 0 0 0,0 0-1 0 0,0 0 1 0 0,-1 0 0 0 0,1 1 0 0 0,-1-1-1 0 0,0 0 1 0 0,-1 1 0 0 0,1-1-1 0 0,-1 8 1 0 0,0 5 129 0 0,-2 1-1 0 0,0-1 0 0 0,0 1 1 0 0,-2-1-1 0 0,-11 33 1 0 0,12-42-140 0 0,-8 25 268 0 0,10-31-356 0 0,1-1 0 0 0,0 1-1 0 0,-1 0 1 0 0,1-1 0 0 0,0 1 0 0 0,0-1 0 0 0,0 1 0 0 0,0 0 0 0 0,0-1-1 0 0,0 1 1 0 0,0 0 0 0 0,1-1 0 0 0,-1 1 0 0 0,0-1 0 0 0,1 1 0 0 0,1 2 0 0 0,-2-4-32 0 0,1 1 1 0 0,0-1-1 0 0,0 1 1 0 0,0-1 0 0 0,0 1-1 0 0,0-1 1 0 0,0 0-1 0 0,0 1 1 0 0,0-1-1 0 0,0 0 1 0 0,0 0 0 0 0,0 0-1 0 0,0 0 1 0 0,0 0-1 0 0,1 0 1 0 0,-1 0 0 0 0,0 0-1 0 0,0 0 1 0 0,0 0-1 0 0,0-1 1 0 0,0 1-1 0 0,0 0 1 0 0,0-1 0 0 0,0 1-1 0 0,0-1 1 0 0,0 1-1 0 0,-1-1 1 0 0,3 0 0 0 0,27-18-499 0 0,-29 18 459 0 0,55-45-3732 0 0,-33 28-3058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1.8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57 2304 0 0,'-5'8'7177'0'0,"29"-10"-1545"0"0,-12 0-6385 0 0,58-22 1168 0 0,-54 17-1157 0 0,1 1 0 0 0,0 0 0 0 0,1 1 0 0 0,-1 1 0 0 0,1 1 0 0 0,0 0 0 0 0,18 0 0 0 0,-23 4 689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59 6449 0 0,'-2'2'689'0'0,"2"-1"-689"0"0,5-1 1296 0 0,-3 0-584 0 0,4 0 8 0 0,2-3 0 0 0,5-1 0 0 0,2-2 1 0 0,2-1-1 0 0,2-2-1728 0 0,4 0-345 0 0,-1 1-71 0 0,2 0-16 0 0,0 1 1128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10 7834 0 0,'-25'-10'8708'0'0,"25"11"-8596"0"0,-1 2 287 0 0,0 1-1 0 0,0-1 0 0 0,1 1 1 0 0,0 0-1 0 0,-1-1 1 0 0,1 1-1 0 0,1 3 1 0 0,-1 2-485 0 0,-11 484 3147 0 0,8-446-3201 0 0,-3 94 410 0 0,7-117-900 0 0,0-1-1 0 0,2 1 1 0 0,9 42 0 0 0,-3-36-6737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2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10138 0 0,'1'-3'448'0'0,"0"0"96"0"0,1 0-440 0 0,-1 2-104 0 0,1 0 0 0 0,0-2 849 0 0,0 0 143 0 0,1 0 32 0 0,1-2 8 0 0,-1 1-552 0 0,1-2-120 0 0,-1 2-16 0 0,-1 0-7 0 0,15 2-6347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8290 0 0,'58'-6'5904'0'0,"39"-16"-2752"0"0,-40 8-1981 0 0,44-11-1418 0 0,-35 5-2965 0 0,-56 16 1893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2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0 2961 0 0,'-7'3'215'0'0,"0"0"1"0"0,1 0 0 0 0,0 0-1 0 0,0 1 1 0 0,0 0 0 0 0,0 0 0 0 0,1 1-1 0 0,-1 0 1 0 0,1 0 0 0 0,0 0-1 0 0,1 0 1 0 0,-1 1 0 0 0,1 0-1 0 0,0 0 1 0 0,-6 11 0 0 0,8-12 90 0 0,0-1 0 0 0,1 0 1 0 0,-1 1-1 0 0,0-1 0 0 0,1 1 0 0 0,0-1 1 0 0,0 1-1 0 0,1 0 0 0 0,-1-1 0 0 0,1 1 1 0 0,0 0-1 0 0,0-1 0 0 0,1 1 0 0 0,-1 0 1 0 0,1-1-1 0 0,0 1 0 0 0,0 0 0 0 0,1-1 1 0 0,0 1-1 0 0,-1-1 0 0 0,1 0 1 0 0,1 0-1 0 0,-1 0 0 0 0,5 6 0 0 0,45 43 2591 0 0,-40-42-2301 0 0,1 0 0 0 0,-2 1 0 0 0,0 1 0 0 0,0 0 0 0 0,9 16 0 0 0,-17-25-572 0 0,-1 0 0 0 0,-1 0 1 0 0,1 0-1 0 0,0 0 0 0 0,-1 1 1 0 0,0-1-1 0 0,0 0 0 0 0,0 1 1 0 0,-1-1-1 0 0,1 1 0 0 0,-1 0 1 0 0,0-1-1 0 0,-1 1 0 0 0,1-1 1 0 0,-1 1-1 0 0,0-1 0 0 0,0 1 1 0 0,0-1-1 0 0,0 0 0 0 0,-1 0 1 0 0,0 1-1 0 0,0-1 0 0 0,-3 5 1 0 0,-4 3-455 0 0,1-1 1 0 0,-2-1 0 0 0,1 0 0 0 0,-1 0 0 0 0,-1-1-1 0 0,0 0 1 0 0,0-1 0 0 0,-19 10 0 0 0,23-13-352 0 0,-11 6-5298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83 3225 0 0,'38'-5'7752'0'0,"-14"3"-5757"0"0,170-36 5096 0 0,-67 4-8623 0 0,-120 31 125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3.8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16 5529 0 0,'-7'-16'15669'0'0,"11"27"-15306"0"0,5 21 21 0 0,-2 0 0 0 0,-1 0 0 0 0,-2 0 0 0 0,-1 1 1 0 0,-2 47-1 0 0,4 41-172 0 0,-3-102-252 0 0,19 125 244 0 0,-19-130-445 0 0,2-1 0 0 0,0 0 1 0 0,0-1-1 0 0,1 1 0 0 0,1-1 1 0 0,0 0-1 0 0,1 0 0 0 0,12 16 0 0 0,-10-17-926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4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43 122 5985 0 0,'-1'-18'2843'0'0,"-2"0"-1"0"0,0 1 1 0 0,-1-1-1 0 0,-11-32 1 0 0,11 89 425 0 0,1-15-3233 0 0,-6 193-52 0 0,10-176-14 0 0,2-2 0 0 0,2 1 0 0 0,14 56 0 0 0,5-17-63 0 0,-14-49 45 0 0,-1 0-1 0 0,-2 0 0 0 0,0 0 0 0 0,3 59 0 0 0,-11-79 427 0 0,-2-6-1540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5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1 456 0 0,'-9'1'-523'0'0,"-19"5"2524"0"0,1-4 4678 0 0,132 3 1698 0 0,3 9-5966 0 0,-76-8-2245 0 0,-2 2-1 0 0,1 0 1 0 0,-1 3-1 0 0,55 25 0 0 0,-81-33-152 0 0,1-1-1 0 0,-1 1 1 0 0,1 0-1 0 0,-1 0 1 0 0,0 0-1 0 0,0 0 1 0 0,0 1-1 0 0,-1 0 1 0 0,1 0-1 0 0,-1 0 1 0 0,0 0-1 0 0,0 0 1 0 0,0 1-1 0 0,-1-1 1 0 0,1 1-1 0 0,1 5 1 0 0,-3-6-17 0 0,-1 0 0 0 0,1 0 0 0 0,-1 0 0 0 0,1 0 1 0 0,-1 0-1 0 0,-1 0 0 0 0,1 0 0 0 0,0 0 0 0 0,-1 0 0 0 0,0 0 1 0 0,0 0-1 0 0,0 0 0 0 0,0-1 0 0 0,-1 1 0 0 0,0 0 0 0 0,0-1 1 0 0,0 1-1 0 0,0-1 0 0 0,0 1 0 0 0,0-1 0 0 0,-5 4 0 0 0,-4 5 99 0 0,-1 0-1 0 0,0-1 0 0 0,-1 0 1 0 0,-1-1-1 0 0,1-1 1 0 0,-2 0-1 0 0,-25 12 0 0 0,-116 39 526 0 0,111-45-822 0 0,35-11-673 0 0,1-2-279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72 8754 0 0,'-1'-2'128'0'0,"1"0"0"0"0,-1 0 0 0 0,1-1 1 0 0,0 1-1 0 0,0 0 0 0 0,0 0 0 0 0,0 0 1 0 0,0-1-1 0 0,0 1 0 0 0,1 0 0 0 0,-1 0 0 0 0,1 0 1 0 0,-1 0-1 0 0,1 0 0 0 0,0 0 0 0 0,0 0 0 0 0,1-2 1 0 0,-1 1 606 0 0,1 0-1 0 0,-1 0 1 0 0,0 0 0 0 0,0 0 0 0 0,0 0 0 0 0,-1 0 0 0 0,1 0 0 0 0,-1-4 0 0 0,-7 28 2923 0 0,-3 16-3482 0 0,2 0 0 0 0,2 0 0 0 0,1 0 0 0 0,-1 54 0 0 0,7-16 164 0 0,13 92-1 0 0,-6-119-338 0 0,2 0 1 0 0,1-1-1 0 0,3-1 0 0 0,2 0 1 0 0,36 70-1 0 0,-35-75-296 0 0,-10-13-2994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5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33 5065 0 0,'-63'8'1150'0'0,"51"-7"3351"0"0,74-15-3123 0 0,0 3 1 0 0,1 3-1 0 0,0 2 1 0 0,0 3-1 0 0,83 7 1 0 0,-138-3-1333 0 0,129 18 442 0 0,-123-16-480 0 0,1 1 0 0 0,-1 0-1 0 0,-1 1 1 0 0,1 1 0 0 0,-1 0-1 0 0,0 0 1 0 0,16 12 0 0 0,-25-15 27 0 0,0 0 1 0 0,0 0-1 0 0,0 0 1 0 0,-1 1-1 0 0,0 0 0 0 0,1-1 1 0 0,-1 1-1 0 0,-1 0 1 0 0,1 0-1 0 0,0 0 1 0 0,-1 1-1 0 0,0-1 0 0 0,0 1 1 0 0,0-1-1 0 0,-1 1 1 0 0,0 0-1 0 0,0-1 1 0 0,0 1-1 0 0,0 0 0 0 0,-1 0 1 0 0,1 0-1 0 0,-1 0 1 0 0,-1 0-1 0 0,1-1 1 0 0,-1 1-1 0 0,1 0 0 0 0,-1 0 1 0 0,-1 0-1 0 0,1-1 1 0 0,-1 1-1 0 0,0-1 1 0 0,-4 9-1 0 0,0-1 75 0 0,-1 0 0 0 0,-1-1 0 0 0,0 0 0 0 0,0 0 0 0 0,-1 0 0 0 0,-1-1 0 0 0,0-1 0 0 0,0 1 0 0 0,-1-2 0 0 0,-17 12 0 0 0,-11 1-112 0 0,0-2 1 0 0,-2-2-1 0 0,0-2 1 0 0,0-1-1 0 0,-45 8 1 0 0,81-21-223 0 0,-1 1-572 0 0,-1-1 0 0 0,0 1-1 0 0,0-1 1 0 0,0-1 0 0 0,-12 1 0 0 0,14-2-809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6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8290 0 0,'4'-1'335'0'0,"0"0"0"0"0,0 0 0 0 0,1-1 0 0 0,-1 1 0 0 0,0-1 0 0 0,-1 0 0 0 0,6-3 0 0 0,9-4 430 0 0,19-7 202 0 0,-12 6-699 0 0,37-12 1 0 0,-54 20-894 0 0,0 1 0 0 0,0-1 0 0 0,0 2 0 0 0,0-1 0 0 0,10 1 0 0 0,-16 0 541 0 0,0 0 0 0 0,0 0 0 0 0,0 0 0 0 0,-1 1 0 0 0,1-1 0 0 0,0 1 0 0 0,0-1 0 0 0,0 1 0 0 0,0 0 0 0 0,-1 0 0 0 0,1-1 0 0 0,0 1 1 0 0,-1 0-1 0 0,1 1 0 0 0,1 0 0 0 0,0 5 84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7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0 142 9218 0 0,'77'-34'7047'0'0,"-3"0"-5926"0"0,82-22-9424 0 0,-121 38 7494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 5065 0 0,'15'-21'19166'0'0,"-16"31"-19501"0"0,2-1 355 0 0,-1-1 1 0 0,1 0 0 0 0,0 1-1 0 0,3 8 1 0 0,2 9 4 0 0,15 133 6 0 0,44 249 55 0 0,-46-285-1282 0 0,-15-92-320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1 6913 0 0,'-8'0'1159'0'0,"1"1"-1"0"0,-1 0 0 0 0,1 0 0 0 0,-1 1 0 0 0,1 0 0 0 0,0 0 0 0 0,0 0 1 0 0,0 1-1 0 0,0 0 0 0 0,0 1 0 0 0,-7 4 0 0 0,15-8-1211 0 0,-1 1 0 0 0,0-1 1 0 0,0 1-1 0 0,0-1 0 0 0,0 0 0 0 0,0 1 0 0 0,0-1 1 0 0,1 1-1 0 0,-1-1 0 0 0,0 0 0 0 0,0 1 0 0 0,0-1 1 0 0,1 0-1 0 0,-1 1 0 0 0,0-1 0 0 0,1 0 0 0 0,-1 0 0 0 0,0 1 1 0 0,1-1-1 0 0,-1 0 0 0 0,0 0 0 0 0,1 1 0 0 0,-1-1 1 0 0,0 0-1 0 0,1 0 0 0 0,-1 0 0 0 0,1 0 0 0 0,-1 0 1 0 0,0 1-1 0 0,1-1 0 0 0,-1 0 0 0 0,1 0 0 0 0,-1 0 0 0 0,1 0 1 0 0,-1 0-1 0 0,1 0 0 0 0,23 6-5557 0 0,-20-5 4718 0 0,8 1 241 0 0,3-2 581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4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1 112 6913 0 0,'5'-3'372'0'0,"0"0"0"0"0,0 0-1 0 0,0 0 1 0 0,0 1 0 0 0,1 0-1 0 0,-1 0 1 0 0,1 0 0 0 0,0 1 0 0 0,10-2-1 0 0,5-1 377 0 0,8-4-50 0 0,106-31 2319 0 0,-110 30-3760 0 0,35-19 0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8.6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0 3225 0 0,'-4'2'335'0'0,"0"1"1"0"0,0-1-1 0 0,0 1 1 0 0,1-1 0 0 0,-1 1-1 0 0,1 0 1 0 0,0 0-1 0 0,0 0 1 0 0,0 1-1 0 0,0-1 1 0 0,0 1-1 0 0,1 0 1 0 0,0 0 0 0 0,0 0-1 0 0,0 0 1 0 0,-2 4-1 0 0,3-3 20 0 0,1 0 1 0 0,-1 0-1 0 0,1 0 0 0 0,-1 0 0 0 0,2-1 0 0 0,-1 1 0 0 0,0 0 0 0 0,1 0 1 0 0,0 0-1 0 0,0 0 0 0 0,1-1 0 0 0,-1 1 0 0 0,1 0 0 0 0,3 6 0 0 0,4 7 713 0 0,2-1 0 0 0,21 30 0 0 0,13 20 1692 0 0,-44-64-2718 0 0,1 0-1 0 0,-1 0 1 0 0,0-1-1 0 0,-1 1 1 0 0,1 0-1 0 0,0 0 1 0 0,-1 0-1 0 0,0 0 1 0 0,1 0-1 0 0,-1-1 1 0 0,0 1-1 0 0,0 0 0 0 0,-1 0 1 0 0,1 0-1 0 0,-1 0 1 0 0,0 0-1 0 0,1 0 1 0 0,-1-1-1 0 0,0 1 1 0 0,-1 0-1 0 0,1-1 1 0 0,0 1-1 0 0,-1 0 1 0 0,1-1-1 0 0,-1 0 1 0 0,0 1-1 0 0,0-1 1 0 0,-2 2-1 0 0,-6 6-843 0 0,-1-1-1 0 0,0 0 1 0 0,0 0 0 0 0,-17 9-1 0 0,28-18 778 0 0,-19 11-6375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09.1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4609 0 0,'19'-8'2059'0'0,"1"1"0"0"0,-1 0 0 0 0,1 2 1 0 0,0 0-1 0 0,34-3 0 0 0,13 1-1247 0 0,-56 6-1442 0 0,4 0-5562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1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207 531 6913 0 0,'-12'-1'6'0'0,"0"-1"-1"0"0,0-1 1 0 0,0 1-1 0 0,1-2 1 0 0,0 0-1 0 0,-1 0 1 0 0,2-1-1 0 0,-1-1 1 0 0,-15-9-1 0 0,17 9 249 0 0,3 2-111 0 0,-1 1-1 0 0,1-2 0 0 0,0 1 1 0 0,0-1-1 0 0,1 0 1 0 0,-1 0-1 0 0,1-1 0 0 0,0 1 1 0 0,1-1-1 0 0,-8-12 1 0 0,12 17-121 0 0,0 0 1 0 0,0 0 0 0 0,0 0 0 0 0,0 0 0 0 0,0 0 0 0 0,0 0-1 0 0,0 0 1 0 0,1 0 0 0 0,-1 0 0 0 0,0 0 0 0 0,1 0 0 0 0,-1 0-1 0 0,1 1 1 0 0,-1-1 0 0 0,1 0 0 0 0,-1 0 0 0 0,1 0 0 0 0,0 1-1 0 0,-1-1 1 0 0,1 0 0 0 0,0 1 0 0 0,-1-1 0 0 0,1 0 0 0 0,0 1-1 0 0,0-1 1 0 0,0 1 0 0 0,0-1 0 0 0,0 1 0 0 0,-1 0 0 0 0,1-1-1 0 0,0 1 1 0 0,2 0 0 0 0,37-13 552 0 0,-35 12-454 0 0,84-17 654 0 0,-1 3 0 0 0,122-3-1 0 0,-136 13-591 0 0,161-13 288 0 0,1131-63 2901 0 0,760-42 1645 0 0,-1708 78-4446 0 0,-253 26-398 0 0,-70 5-104 0 0,-48 6-153 0 0,80-3 0 0 0,-114 14-192 0 0,-13 4 54 0 0,-24 15 65 0 0,2-3 541 0 0,20-12-341 0 0,0-1-1 0 0,1 0 0 0 0,-1 1 0 0 0,1-1 0 0 0,1 1 0 0 0,-1-1 1 0 0,1 1-1 0 0,0-1 0 0 0,0 1 0 0 0,1 0 0 0 0,0-1 1 0 0,3 11-1 0 0,-1 6 19 0 0,8 89-32 0 0,-3-20 12 0 0,39 173 1 0 0,26-28 44 0 0,5 22 103 0 0,-62-198-149 0 0,-4 1 0 0 0,6 82 0 0 0,-13 172 359 0 0,-5-219-121 0 0,0-91-237 0 0,0-1 1 0 0,0 1-1 0 0,-1 0 0 0 0,1-1 0 0 0,-1 1 1 0 0,-1 0-1 0 0,1-1 0 0 0,-1 1 0 0 0,0-1 1 0 0,0 0-1 0 0,-5 8 0 0 0,5-9 6 0 0,-1-1-1 0 0,0 0 1 0 0,0 0-1 0 0,0 0 1 0 0,-1 0 0 0 0,1 0-1 0 0,-1-1 1 0 0,1 0-1 0 0,-1 1 1 0 0,0-1-1 0 0,0-1 1 0 0,0 1 0 0 0,0 0-1 0 0,0-1 1 0 0,-7 2-1 0 0,-941 159-176 0 0,418-103-1020 0 0,-155-13-14 0 0,283-28-67 0 0,104-6 1068 0 0,88-6 97 0 0,-175 5 692 0 0,175-6-324 0 0,-110-2 35 0 0,-339 22-690 0 0,221 3-63 0 0,414-30-425 0 0,2-2-4313 0 0,7 0-1566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10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5041 0 0,'-1'1'314'0'0,"0"-1"1"0"0,-10 7 4398 0 0,11-6-4399 0 0,-1 0 0 0 0,1 0 1 0 0,-1-1-1 0 0,0 3 0 0 0,-10 27 1754 0 0,1 34-1211 0 0,23 249 2011 0 0,-3-166-2152 0 0,48 471 105 0 0,-41-500-489 0 0,-5 1 0 0 0,-5 0 0 0 0,-12 160 0 0 0,3-235 237 0 0,2 1-1 0 0,2-1 0 0 0,13 76 0 0 0,-13-104-453 0 0,0 0 1 0 0,-2-1-1 0 0,0 1 1 0 0,-1-1-1 0 0,0 1 1 0 0,-4 17-1 0 0,5-33-123 0 0,0 0-1 0 0,0 0 1 0 0,0 0 0 0 0,0 0-1 0 0,0 0 1 0 0,0 0-1 0 0,0 0 1 0 0,0 0 0 0 0,0 0-1 0 0,0 0 1 0 0,0 0 0 0 0,1 0-1 0 0,-1 0 1 0 0,0 0 0 0 0,0 0-1 0 0,0 0 1 0 0,0 0-1 0 0,0 1 1 0 0,0-1 0 0 0,0 0-1 0 0,0 0 1 0 0,0 0 0 0 0,0 0-1 0 0,0 0 1 0 0,0 0-1 0 0,0 0 1 0 0,0 0 0 0 0,0 0-1 0 0,0 0 1 0 0,0 0 0 0 0,0 0-1 0 0,0 0 1 0 0,0 0-1 0 0,0 0 1 0 0,0 1 0 0 0,0-1-1 0 0,1 0 1 0 0,-1 0 0 0 0,0 0-1 0 0,-1 0 1 0 0,1 0-1 0 0,0 0 1 0 0,0 0 0 0 0,0 0-1 0 0,0 0 1 0 0,5-6-654 0 0,-4 4 525 0 0,4-7-311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4.1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0 6449 0 0,'-5'2'73'0'0,"0"1"-1"0"0,0-1 1 0 0,1 1-1 0 0,-1 0 1 0 0,0 1 0 0 0,1-1-1 0 0,0 1 1 0 0,0-1-1 0 0,0 1 1 0 0,0 1-1 0 0,1-1 1 0 0,-6 8-1 0 0,4-3 17 0 0,1 0-1 0 0,-1 1 1 0 0,1-1-1 0 0,1 1 1 0 0,0 0-1 0 0,-2 13 0 0 0,0 7 313 0 0,2 0-1 0 0,2 0 0 0 0,3 51 1 0 0,19 451 3469 0 0,-20-510-3800 0 0,7 82 257 0 0,-7-94-318 0 0,1-1 1 0 0,0 1-1 0 0,1 0 1 0 0,0-1-1 0 0,1 1 1 0 0,0-1 0 0 0,0 0-1 0 0,6 8 1 0 0,-2-7-1008 0 0,3-4-3656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5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0 143 10306 0 0,'72'-5'1794'0'0,"50"6"-744"0"0,0-6 0 0 0,-1-5 0 0 0,155-33-1 0 0,208-33 928 0 0,-366 71-1743 0 0,191 17 1 0 0,-78 0-1196 0 0,21-16 160 0 0,-19-1 718 0 0,-159 8 404 0 0,104 18 0 0 0,72 29 379 0 0,-99-19-509 0 0,-32-14 58 0 0,-71-11-285 0 0,72 17-1 0 0,-114-21-211 0 0,1 0 0 0 0,0-1 0 0 0,0 0 0 0 0,0 0-1 0 0,9 0 1 0 0,-13-1 215 0 0,0 0-1 0 0,-1-1 1 0 0,1 1-1 0 0,0-1 1 0 0,0 0-1 0 0,-1 0 1 0 0,1 0-1 0 0,-1 0 1 0 0,1 0 0 0 0,0 0-1 0 0,-1-1 1 0 0,0 1-1 0 0,1-1 1 0 0,-1 0-1 0 0,3-3 1 0 0,-5 5 102 0 0,0-1 0 0 0,0 1 0 0 0,1 0 0 0 0,-1 0 0 0 0,0-1 0 0 0,0 1 0 0 0,0 0 0 0 0,0 0 0 0 0,1-1 0 0 0,-1 1 0 0 0,0 0 0 0 0,0 0 0 0 0,0 0 0 0 0,1-1 0 0 0,-1 1 0 0 0,0 0 0 0 0,0 0 0 0 0,1 0 0 0 0,-1 0 0 0 0,0-1 0 0 0,0 1 0 0 0,1 0 0 0 0,-1 0 0 0 0,0 0 0 0 0,1 0 0 0 0,-1 0 0 0 0,0 0 0 0 0,0 0 0 0 0,1 0 0 0 0,-1 0 0 0 0,0 0 0 0 0,1 0 0 0 0,-1 0 0 0 0,0 0 0 0 0,1 0 0 0 0,-1 0 0 0 0,0 0-1 0 0,4 3 1570 0 0,-3 2-1502 0 0,30 83 110 0 0,22 79-609 0 0,-41-114 313 0 0,3 0 0 0 0,2-1 0 0 0,1 0 0 0 0,38 70-1 0 0,-48-108 82 0 0,0 1-1 0 0,-2 0 1 0 0,0 0-1 0 0,0 0 1 0 0,-2 1-1 0 0,0 0 1 0 0,-1 0-1 0 0,0 0 1 0 0,-1 0-1 0 0,-1 0 1 0 0,-1 0-1 0 0,0 1 1 0 0,-1-1 0 0 0,0 0-1 0 0,-8 30 1 0 0,8-44-24 0 0,0 0 0 0 0,0-1 1 0 0,1 1-1 0 0,-1 0 1 0 0,0-1-1 0 0,0 1 1 0 0,-1-1-1 0 0,1 0 1 0 0,0 1-1 0 0,0-1 1 0 0,-1 0-1 0 0,1 0 0 0 0,-1 0 1 0 0,1 0-1 0 0,-1 0 1 0 0,-2 1-1 0 0,-33 12 217 0 0,10-4-134 0 0,-25 17-133 0 0,-81 37-1675 0 0,19-16 1199 0 0,-123 46 1046 0 0,185-77-930 0 0,0-1 1 0 0,-91 12-1 0 0,-210 46-1537 0 0,72-11 2026 0 0,222-54 90 0 0,-1-2 0 0 0,-107-1 0 0 0,-609 7-2571 0 0,717-9 2475 0 0,-1-3 0 0 0,-114-13-1 0 0,-115-39 3476 0 0,126 26-2700 0 0,-13-2 641 0 0,152 22-1093 0 0,-45-14-1139 0 0,64 18 244 0 0,-10-5 1001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7.3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100 294 456 0 0,'-23'1'835'0'0,"15"0"1101"0"0,0 0-1 0 0,1-1 1 0 0,-1 0-1 0 0,-14-2 1 0 0,5-5-640 0 0,16 5-1163 0 0,0 1 0 0 0,0-1 0 0 0,1 1 0 0 0,-1-1 0 0 0,0 1 0 0 0,1-1 0 0 0,-1 1 0 0 0,1-1 0 0 0,0 1 0 0 0,-1-1 0 0 0,1 1 0 0 0,0-1 1 0 0,0 0-1 0 0,0 1 0 0 0,0-1 0 0 0,0 1 0 0 0,1-1 0 0 0,-1 0 0 0 0,0 1 0 0 0,1-1 0 0 0,-1 1 0 0 0,1-1 0 0 0,0 1 0 0 0,-1-1 0 0 0,1 1 0 0 0,0 0 0 0 0,0-1 0 0 0,2-1 0 0 0,1-5 206 0 0,1 2 1 0 0,-1-1-1 0 0,2 0 0 0 0,7-7 1 0 0,15-11 357 0 0,0 1 1 0 0,47-30-1 0 0,-61 45-606 0 0,1 1 1 0 0,0 0 0 0 0,1 1-1 0 0,-1 1 1 0 0,1 0-1 0 0,0 1 1 0 0,31-5-1 0 0,-44 9-82 0 0,1 1 0 0 0,-1 0 0 0 0,0-1 0 0 0,0 1 0 0 0,0 1 0 0 0,1-1 0 0 0,-1 0 0 0 0,0 1 0 0 0,0 0 0 0 0,0-1 0 0 0,0 1 0 0 0,0 0 0 0 0,0 1 0 0 0,0-1 0 0 0,0 1 0 0 0,0-1 0 0 0,0 1 0 0 0,-1 0 0 0 0,5 4 0 0 0,-3-2-16 0 0,-1-1 0 0 0,-1 2 0 0 0,1-1 0 0 0,-1 0 0 0 0,1 0 0 0 0,-1 1 0 0 0,0-1 0 0 0,-1 1 0 0 0,1 0 0 0 0,-1-1 0 0 0,1 10 0 0 0,0 6-102 0 0,-1 1 0 0 0,0-1 0 0 0,-2 1 1 0 0,-1-1-1 0 0,-5 24 0 0 0,0-13 154 0 0,-1 0 1 0 0,-1-1-1 0 0,-2 0 1 0 0,-1-1-1 0 0,-2 0 1 0 0,0-1-1 0 0,-2 0 1 0 0,-1-2-1 0 0,-24 30 1 0 0,30-42 399 0 0,15-18 136 0 0,15-24-228 0 0,0-8-379 0 0,-1-1 0 0 0,-2-1 0 0 0,-1 0 1 0 0,15-66-1 0 0,-26 81 12 0 0,0 0-1 0 0,-1 1 1 0 0,-2-1-1 0 0,0 0 1 0 0,-2 0-1 0 0,0 0 1 0 0,-2 0-1 0 0,0 0 1 0 0,-12-41-1 0 0,13 60 60 0 0,2 2 6 0 0,0 0 0 0 0,-1 0 0 0 0,0-1 0 0 0,1 1 0 0 0,-1 0-1 0 0,0 0 1 0 0,0 0 0 0 0,0 0 0 0 0,-1 0 0 0 0,1 0 0 0 0,0 0 0 0 0,-1 0-1 0 0,0 0 1 0 0,1 0 0 0 0,-1 1 0 0 0,-3-3 0 0 0,5 4-46 0 0,0 0 0 0 0,0 0 0 0 0,-1 1 0 0 0,1-1 0 0 0,0 0 1 0 0,0 0-1 0 0,0 1 0 0 0,-1-1 0 0 0,1 0 0 0 0,0 0 0 0 0,0 1 0 0 0,0-1 0 0 0,0 0 1 0 0,0 0-1 0 0,0 1 0 0 0,0-1 0 0 0,0 0 0 0 0,0 1 0 0 0,0-1 0 0 0,0 0 0 0 0,0 0 1 0 0,0 1-1 0 0,0-1 0 0 0,0 0 0 0 0,0 1 0 0 0,0-1 0 0 0,0 0 0 0 0,0 0 0 0 0,0 1 1 0 0,0-1-1 0 0,0 0 0 0 0,1 0 0 0 0,-1 1 0 0 0,0-1 0 0 0,0 0 0 0 0,0 0 0 0 0,0 1 0 0 0,1-1 1 0 0,-1 0-1 0 0,1 1 0 0 0,5 13 153 0 0,62 77-102 0 0,-6-10 5 0 0,-35-35-10 0 0,-2 1-1 0 0,-2 2 1 0 0,28 89-1 0 0,-17-45-10 0 0,-30-83-146 0 0,0 0 1 0 0,0 0 0 0 0,1 0-1 0 0,0 0 1 0 0,1-1 0 0 0,0 0-1 0 0,0 0 1 0 0,1 0-1 0 0,0-1 1 0 0,1 0 0 0 0,0-1-1 0 0,11 9 1 0 0,6-1-933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7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6913 0 0,'-6'15'8318'0'0,"7"-13"-7998"0"0,3 34 2599 0 0,-2-13-1457 0 0,0 28-980 0 0,3 1 0 0 0,2 0 1 0 0,23 89-1 0 0,-21-110-1058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0 5985 0 0,'-15'5'339'0'0,"3"-1"930"0"0,-1 0-1 0 0,1 0 1 0 0,0 1-1 0 0,0 1 0 0 0,0 0 1 0 0,-16 12-1 0 0,28-18-1213 0 0,0 0 1 0 0,0 0-1 0 0,0 0 0 0 0,-1 1 0 0 0,1-1 0 0 0,0 0 0 0 0,0 0 1 0 0,0 0-1 0 0,-1 0 0 0 0,1 1 0 0 0,0-1 0 0 0,0 0 1 0 0,0 0-1 0 0,0 0 0 0 0,0 1 0 0 0,0-1 0 0 0,-1 0 0 0 0,1 0 1 0 0,0 1-1 0 0,0-1 0 0 0,0 0 0 0 0,0 0 0 0 0,0 1 1 0 0,0-1-1 0 0,0 0 0 0 0,0 0 0 0 0,0 1 0 0 0,0-1 0 0 0,0 0 1 0 0,0 0-1 0 0,0 1 0 0 0,1-1 0 0 0,-1 0 0 0 0,0 0 0 0 0,0 0 1 0 0,0 1-1 0 0,0-1 0 0 0,11 6 1103 0 0,15 0-236 0 0,27-3-417 0 0,1-2-1 0 0,0-2 1 0 0,83-13-1 0 0,-11 1-934 0 0,-71 9-2081 0 0,-28 2-4215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0 5529 0 0,'-2'0'224'0'0,"0"0"1"0"0,0 0-1 0 0,0 0 0 0 0,0 1 1 0 0,0-1-1 0 0,-1 1 0 0 0,1-1 0 0 0,0 1 1 0 0,0-1-1 0 0,1 1 0 0 0,-1 0 0 0 0,0 0 1 0 0,0 0-1 0 0,0 0 0 0 0,0 0 0 0 0,1 1 1 0 0,-3 1-1 0 0,1 1 363 0 0,1-1 0 0 0,-1 1 0 0 0,1-1 0 0 0,0 1 0 0 0,0 0 0 0 0,0 0 0 0 0,-2 8 0 0 0,2 0 22 0 0,0 0 0 0 0,0 0 1 0 0,1 0-1 0 0,1 0 0 0 0,0 0 0 0 0,1 1 1 0 0,2 16-1 0 0,1 17 97 0 0,-3-24-509 0 0,4 93 61 0 0,19 115 1 0 0,-17-191-1123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8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 4145 0 0,'0'-1'189'0'0,"0"0"-1"0"0,-1 0 1 0 0,1 0 0 0 0,0 0-1 0 0,0 1 1 0 0,0-1 0 0 0,0 0-1 0 0,0 0 1 0 0,0 0 0 0 0,1 0 0 0 0,-1 0-1 0 0,0 0 1 0 0,0 1 0 0 0,1-1-1 0 0,-1 0 1 0 0,0 0 0 0 0,1 0-1 0 0,-1 1 1 0 0,1-1 0 0 0,-1 0 0 0 0,1 1-1 0 0,-1-1 1 0 0,1 0 0 0 0,0 1-1 0 0,-1-1 1 0 0,2-1 0 0 0,18-17 3335 0 0,-16 17-3181 0 0,-1-1 0 0 0,1 1 1 0 0,0 0-1 0 0,-1 0 0 0 0,1 0 0 0 0,0 0 0 0 0,0 1 1 0 0,0-1-1 0 0,1 1 0 0 0,-1 0 0 0 0,0 1 0 0 0,0-1 1 0 0,1 1-1 0 0,-1-1 0 0 0,0 1 0 0 0,5 1 0 0 0,-4 0-179 0 0,-1 0 0 0 0,0 0-1 0 0,1 1 1 0 0,-1 0 0 0 0,0-1-1 0 0,0 1 1 0 0,0 1-1 0 0,0-1 1 0 0,0 1 0 0 0,-1-1-1 0 0,1 1 1 0 0,-1 0 0 0 0,4 4-1 0 0,1 3-109 0 0,0 0 1 0 0,-1 0-1 0 0,0 1 1 0 0,-1 0-1 0 0,0 1 0 0 0,0-1 1 0 0,-2 1-1 0 0,1 0 0 0 0,4 21 1 0 0,-6-15-54 0 0,-1 1 1 0 0,0 0-1 0 0,-1 1 1 0 0,-1-1 0 0 0,-1 0-1 0 0,-1 0 1 0 0,0 0-1 0 0,-2 0 1 0 0,0-1 0 0 0,-1 1-1 0 0,-1-1 1 0 0,0 0-1 0 0,-2 0 1 0 0,-18 32 0 0 0,22-45-305 0 0,3-7 35 0 0,5-17-180 0 0,10-28-210 0 0,47-130-758 0 0,-51 142 1484 0 0,-2-1-1 0 0,-1-1 0 0 0,1-39 0 0 0,-10 43 1078 0 0,2 32-1097 0 0,0 0 0 0 0,0 1 0 0 0,0-1 0 0 0,0 0 0 0 0,0 0 0 0 0,0 1 0 0 0,0-1 0 0 0,0 0 0 0 0,0 0 0 0 0,-1 0 0 0 0,1 1 0 0 0,0-1 0 0 0,0 0 0 0 0,-1 1 0 0 0,1-1 0 0 0,-1 0 0 0 0,1 1 0 0 0,0-1 0 0 0,-1 0 0 0 0,1 1 1 0 0,-1-1-1 0 0,0 1 0 0 0,1-1 0 0 0,-1 1 0 0 0,1-1 0 0 0,-1 1 0 0 0,0-1 0 0 0,1 1 0 0 0,-1-1 0 0 0,0 1 0 0 0,0 0 0 0 0,1 0 0 0 0,-1-1 0 0 0,0 1 0 0 0,0 0 0 0 0,-1 0 0 0 0,2 0-25 0 0,-1 1 0 0 0,1 0-1 0 0,-1-1 1 0 0,1 1 0 0 0,0 0-1 0 0,-1-1 1 0 0,1 1 0 0 0,0 0 0 0 0,-1-1-1 0 0,1 1 1 0 0,0 0 0 0 0,0 0-1 0 0,0-1 1 0 0,0 1 0 0 0,0 0-1 0 0,0 0 1 0 0,0-1 0 0 0,0 1-1 0 0,0 0 1 0 0,0 0 0 0 0,0-1 0 0 0,0 1-1 0 0,0 0 1 0 0,1 0 0 0 0,-1 0-1 0 0,6 21 50 0 0,0-6 26 0 0,9 30 5 0 0,2 0-1 0 0,3-2 1 0 0,29 53-1 0 0,-40-86-456 0 0,-1 0 0 0 0,2 0 0 0 0,-1 0 0 0 0,2-2 0 0 0,-1 1 0 0 0,23 14 0 0 0,-10-8-6962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49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64 1840 0 0,'-12'-19'5321'0'0,"12"18"-5094"0"0,9-12 5207 0 0,1 5-4742 0 0,-8 6-392 0 0,1 0 1 0 0,0-1-1 0 0,0 1 1 0 0,-1 1 0 0 0,1-1-1 0 0,0 0 1 0 0,1 1-1 0 0,-1-1 1 0 0,0 1 0 0 0,0 0-1 0 0,1 0 1 0 0,-1 0-1 0 0,0 0 1 0 0,1 1 0 0 0,-1 0-1 0 0,1-1 1 0 0,-1 1 0 0 0,1 0-1 0 0,-1 1 1 0 0,1-1-1 0 0,-1 1 1 0 0,1-1 0 0 0,-1 1-1 0 0,4 2 1 0 0,-3-1-223 0 0,1 1 1 0 0,-1-1-1 0 0,-1 1 0 0 0,1 0 1 0 0,0 1-1 0 0,-1-1 1 0 0,1 1-1 0 0,-1-1 1 0 0,0 1-1 0 0,-1 0 1 0 0,1 0-1 0 0,0 0 0 0 0,-1 0 1 0 0,0 1-1 0 0,0-1 1 0 0,2 9-1 0 0,-1 1-15 0 0,0-1 0 0 0,-1 1 0 0 0,-1 0 0 0 0,0 0 0 0 0,-1-1 1 0 0,0 1-1 0 0,-1 0 0 0 0,-1 0 0 0 0,-6 25 0 0 0,3-16 155 0 0,2 0 0 0 0,-1 28-1 0 0,4-50-195 0 0,-1 0 0 0 0,1 1 0 0 0,0-1 0 0 0,0 0-1 0 0,0 0 1 0 0,0 0 0 0 0,1 0 0 0 0,-1 0 0 0 0,0 0 0 0 0,0 0-1 0 0,1 1 1 0 0,-1-1 0 0 0,0 0 0 0 0,1 0 0 0 0,-1 0 0 0 0,1 0-1 0 0,0 0 1 0 0,-1-1 0 0 0,1 1 0 0 0,0 0 0 0 0,-1 0-1 0 0,1 0 1 0 0,0 0 0 0 0,0-1 0 0 0,0 1 0 0 0,1 1 0 0 0,0-2 1 0 0,-1 0 1 0 0,1 0-1 0 0,-1 0 1 0 0,1 0-1 0 0,0 0 1 0 0,-1 0 0 0 0,1 0-1 0 0,0 0 1 0 0,-1 0-1 0 0,1-1 1 0 0,0 1-1 0 0,-1-1 1 0 0,1 1 0 0 0,-1-1-1 0 0,3-1 1 0 0,6-3 8 0 0,-1-1 1 0 0,0 0 0 0 0,0-1-1 0 0,9-8 1 0 0,-3-1-63 0 0,0-1 1 0 0,-1 0-1 0 0,0 0 0 0 0,19-35 1 0 0,-2-5-2854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0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57 11058 0 0,'-22'-8'2318'0'0,"22"7"-2268"0"0,0 1 0 0 0,0 0 0 0 0,0 0 1 0 0,0 0-1 0 0,1-4 1506 0 0,-1 4-1506 0 0,1 0 1 0 0,-1 0-1 0 0,34-9 3966 0 0,-23 6-4398 0 0,36-8 733 0 0,32-7-2042 0 0,-26 15-3264 0 0,-41 4 3364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0.7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27 5985 0 0,'-1'1'443'0'0,"1"-1"-388"0"0,0 0 0 0 0,0 0 1 0 0,0 0-1 0 0,0 0 0 0 0,0 0 1 0 0,0 1-1 0 0,0-1 0 0 0,0 0 1 0 0,0 0-1 0 0,0 0 0 0 0,0 0 0 0 0,0 0 1 0 0,0 1-1 0 0,0-1 0 0 0,0 0 1 0 0,0 0-1 0 0,0 0 0 0 0,0 0 1 0 0,0 1-1 0 0,0-1 0 0 0,0 0 1 0 0,1 2 718 0 0,-1-2-719 0 0,0 0 0 0 0,1 0 1 0 0,-1 0-1 0 0,0 0 0 0 0,12 4 1966 0 0,15-2 651 0 0,0-5-2785 0 0,0-1 1 0 0,30-9-1 0 0,8-2-1916 0 0,-42 11 1922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9 12899 0 0,'-2'-1'109'0'0,"-24"-7"3130"0"0,25 8-3115 0 0,0 0 0 0 0,0 0 0 0 0,0 0 0 0 0,1 0 0 0 0,-1 0 0 0 0,0 1 0 0 0,0-1 0 0 0,0 0 0 0 0,0 0 0 0 0,0 1 0 0 0,0-1 0 0 0,1 1 0 0 0,-1-1 0 0 0,0 0 0 0 0,0 1 0 0 0,0 0 0 0 0,1-1 0 0 0,-1 1 0 0 0,0-1 0 0 0,1 1 0 0 0,-1 0 0 0 0,0-1 0 0 0,1 1 0 0 0,-1 0 0 0 0,1 0 0 0 0,-1 0 0 0 0,1 0 0 0 0,0 0-327 0 0,0 0-1 0 0,0 0 1 0 0,0 0 0 0 0,0 0-1 0 0,1 0 1 0 0,-1-1 0 0 0,0 1 0 0 0,1 0-1 0 0,-1 0 1 0 0,0 0 0 0 0,1-1 0 0 0,-1 1-1 0 0,1 0 1 0 0,-1-1 0 0 0,1 1-1 0 0,0 0 1 0 0,-1-1 0 0 0,1 1 0 0 0,0-1-1 0 0,-1 1 1 0 0,1-1 0 0 0,0 1 0 0 0,0-1-1 0 0,-1 1 1 0 0,1-1 0 0 0,0 0-1 0 0,0 0 1 0 0,0 1 0 0 0,0-1 0 0 0,-1 0-1 0 0,1 0 1 0 0,2 0 0 0 0,1-2-445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4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0 128 7834 0 0,'27'-5'5552'0'0,"27"-12"-3061"0"0,-5 1-1278 0 0,85-14 385 0 0,-26 6-3197 0 0,-3-7-5649 0 0,-93 27 5673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1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82 4 3225 0 0,'-1'-1'254'0'0,"0"1"1"0"0,0-1 0 0 0,0 1-1 0 0,0 0 1 0 0,-1-1 0 0 0,1 1-1 0 0,0 0 1 0 0,0 0 0 0 0,0 0-1 0 0,0 0 1 0 0,-1 0 0 0 0,1 0-1 0 0,0 0 1 0 0,0 0 0 0 0,0 0-1 0 0,0 0 1 0 0,-1 1 0 0 0,1-1-1 0 0,0 1 1 0 0,0-1 0 0 0,0 1 0 0 0,0-1-1 0 0,0 1 1 0 0,-2 1 0 0 0,0 0 172 0 0,1 1 1 0 0,-1-1-1 0 0,1 1 0 0 0,-1 0 1 0 0,1 0-1 0 0,0 0 1 0 0,0 0-1 0 0,-2 5 1 0 0,-1 2 227 0 0,1 1 1 0 0,0 0-1 0 0,0 0 0 0 0,-2 19 1 0 0,3-15-423 0 0,2-1 1 0 0,0 1 0 0 0,0 0-1 0 0,1 0 1 0 0,1 0 0 0 0,1-1-1 0 0,6 28 1 0 0,-7-37-237 0 0,1-1 0 0 0,-1 1-1 0 0,1-1 1 0 0,0 0 0 0 0,1 0 0 0 0,-1 0-1 0 0,1 0 1 0 0,-1 0 0 0 0,1 0 0 0 0,0-1-1 0 0,1 1 1 0 0,-1-1 0 0 0,1 0 0 0 0,-1 0-1 0 0,1 0 1 0 0,0 0 0 0 0,0-1-1 0 0,0 0 1 0 0,0 0 0 0 0,1 0 0 0 0,-1 0-1 0 0,1 0 1 0 0,-1-1 0 0 0,1 0 0 0 0,-1 0-1 0 0,1 0 1 0 0,0-1 0 0 0,6 1 0 0 0,56-4-520 0 0,-44 0 329 0 0,40 3-1 0 0,-57 0 161 0 0,-1 1 0 0 0,1-1 0 0 0,0 1 0 0 0,-1 1 0 0 0,1-1 0 0 0,-1 1 1 0 0,0 0-1 0 0,1 0 0 0 0,-1 1 0 0 0,0-1 0 0 0,9 8 0 0 0,-12-9 13 0 0,1 1 1 0 0,-1 0 0 0 0,0 1-1 0 0,0-1 1 0 0,0 0 0 0 0,0 1 0 0 0,0-1-1 0 0,0 1 1 0 0,-1-1 0 0 0,1 1-1 0 0,-1 0 1 0 0,0 0 0 0 0,1 0-1 0 0,-1 0 1 0 0,-1 0 0 0 0,1 0 0 0 0,0 0-1 0 0,0 5 1 0 0,-2-3 42 0 0,1-1 0 0 0,-1 0 0 0 0,0 1 0 0 0,0-1 0 0 0,0 0 0 0 0,0 1 0 0 0,-1-1 0 0 0,1 0 0 0 0,-1 0 0 0 0,0 0 0 0 0,-5 6 0 0 0,-1 1 268 0 0,-1 0 1 0 0,0-1 0 0 0,-1-1-1 0 0,0 1 1 0 0,0-2 0 0 0,-1 1-1 0 0,-17 9 1 0 0,12-8 117 0 0,-1-1 1 0 0,-1 0-1 0 0,1-1 1 0 0,-1-1-1 0 0,-1-1 1 0 0,1-1 0 0 0,-1 0-1 0 0,-22 2 1 0 0,40-7-464 0 0,0 0 0 0 0,0 0 1 0 0,1 0-1 0 0,-1 0 1 0 0,0 0-1 0 0,0 0 1 0 0,0 0-1 0 0,1 0 1 0 0,-1 0-1 0 0,0 0 1 0 0,0 0-1 0 0,0 0 0 0 0,1-1 1 0 0,-1 1-1 0 0,0 0 1 0 0,0-1-1 0 0,1 1 1 0 0,-1-1-1 0 0,0 1 1 0 0,1 0-1 0 0,-1-1 0 0 0,0 1 1 0 0,1-1-1 0 0,-1 0 1 0 0,1 1-1 0 0,-1-1 1 0 0,1 0-1 0 0,-1 1 1 0 0,1-1-1 0 0,-1 0 0 0 0,1 0 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7.0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8707 6449 0 0,'0'4'124'0'0,"0"1"0"0"0,0-1 0 0 0,1 1 0 0 0,0-1 1 0 0,0 1-1 0 0,0-1 0 0 0,0 1 0 0 0,1-1 0 0 0,0 0 0 0 0,0 0 0 0 0,0 0 0 0 0,0 0 0 0 0,0 0 0 0 0,1 0 0 0 0,0 0 0 0 0,0-1 0 0 0,0 0 0 0 0,0 1 0 0 0,1-1 0 0 0,-1 0 0 0 0,1-1 0 0 0,-1 1 0 0 0,9 4 0 0 0,-11-7 1 0 0,0 0 0 0 0,0 1 0 0 0,0-1 0 0 0,1 0 0 0 0,-1 0 0 0 0,0 1 0 0 0,0-1 0 0 0,0 0 0 0 0,0 0 0 0 0,1 0 0 0 0,-1-1 0 0 0,0 1 0 0 0,0 0 0 0 0,0 0-1 0 0,0-1 1 0 0,0 1 0 0 0,0 0 0 0 0,1-1 0 0 0,-1 1 0 0 0,0-1 0 0 0,0 0 0 0 0,0 1 0 0 0,-1-1 0 0 0,1 0 0 0 0,2-1 0 0 0,-1-1 86 0 0,0 1-1 0 0,0-1 1 0 0,0 0 0 0 0,-1 0-1 0 0,1 0 1 0 0,-1 0-1 0 0,0 0 1 0 0,0 0 0 0 0,1-5-1 0 0,2-8 429 0 0,-2 0-1 0 0,2-31 1 0 0,-4 44-580 0 0,-1-59 458 0 0,-8-64 0 0 0,-1-34 273 0 0,13 88-561 0 0,3 1 1 0 0,2 0-1 0 0,4 0 0 0 0,24-77 1 0 0,104-270 959 0 0,-124 375-1173 0 0,153-471-26 0 0,73-185 15 0 0,-132 458-41 0 0,-2 6-11 0 0,101-234 66 0 0,36 18-54 0 0,-159 310 89 0 0,230-335 191 0 0,171-100-191 0 0,49 31-70 0 0,14 71-603 0 0,-78 133 384 0 0,-29 81 304 0 0,-248 153-29 0 0,707-335-32 0 0,-690 344-20 0 0,529-219-72 0 0,-401 184 84 0 0,-142 54 0 0 0,82-38-63 0 0,69-26-26 0 0,152-26 79 0 0,-151 55 1012 0 0,30-9-1009 0 0,-268 93-1 0 0,215-27 0 0 0,-244 45 504 0 0,-99 10-983 0 0,-10 0 512 0 0,12 5-120 0 0,-1-1-1 0 0,1 0 1 0 0,-1 0-1 0 0,0-2 1 0 0,1 0-1 0 0,-1 0 0 0 0,0-1 1 0 0,1-1-1 0 0,-1-1 1 0 0,-19-6-1 0 0,-158-44 1299 0 0,189 52-1132 0 0,-4-1 70 0 0,-1 0-1 0 0,1 0 1 0 0,0 0-1 0 0,-14 0 1 0 0,30 3-138 0 0,0 1-1 0 0,0-1 1 0 0,-1 2 0 0 0,1-1 0 0 0,11 6 0 0 0,21 6-12 0 0,146 14-96 0 0,-121-21 36 0 0,69 17 0 0 0,-128-22 65 0 0,-5-2 9 0 0,0 0 0 0 0,1 1 0 0 0,-1-1 0 0 0,0 1 0 0 0,0-1 0 0 0,0 1 0 0 0,0 0 0 0 0,0 0 0 0 0,0 0 0 0 0,2 2 0 0 0,-10 4 779 0 0,-24 28-464 0 0,17-20-266 0 0,0-1 0 0 0,1 2 0 0 0,1 0 0 0 0,-14 27 1 0 0,-71 161-102 0 0,92-196 79 0 0,2-5-3 0 0,0 1 0 0 0,0-1 0 0 0,0 1 0 0 0,1-1 1 0 0,-1 1-1 0 0,1 0 0 0 0,0-1 0 0 0,0 1 0 0 0,1 0 0 0 0,-1 0 1 0 0,1 0-1 0 0,-1-1 0 0 0,2 7 0 0 0,4-9-416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2304 0 0,'20'-15'5894'0'0,"-19"15"-5663"0"0,0 1 1 0 0,0 0 0 0 0,-1-1 0 0 0,1 1-1 0 0,0 0 1 0 0,0 0 0 0 0,-1-1-1 0 0,1 1 1 0 0,0 0 0 0 0,-1 0 0 0 0,1 0-1 0 0,-1 0 1 0 0,1 0 0 0 0,-1 0-1 0 0,0 0 1 0 0,1 0 0 0 0,-1 0 0 0 0,0 0-1 0 0,1 1 1 0 0,4 25 1517 0 0,-4-19-1101 0 0,32 237 3695 0 0,-13-73-4183 0 0,-13-117-520 0 0,11 57-4281 0 0,-14-92-864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7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 10594 0 0,'-1'53'2622'0'0,"-4"-2"-288"0"0,3-34-2731 0 0,1-1 0 0 0,0 1 0 0 0,2 29 0 0 0,4-33-460 0 0,-5-13 854 0 0,0 0 1 0 0,0 0 0 0 0,0 0-1 0 0,0 1 1 0 0,1-1 0 0 0,-1 0-1 0 0,0 0 1 0 0,0 0-1 0 0,0 0 1 0 0,0 0 0 0 0,0 0-1 0 0,1 1 1 0 0,-1-1 0 0 0,0 0-1 0 0,0 0 1 0 0,0 0 0 0 0,0 0-1 0 0,1 0 1 0 0,-1 0-1 0 0,0 0 1 0 0,0 0 0 0 0,0 0-1 0 0,0 0 1 0 0,1 0 0 0 0,-1 0-1 0 0,0 0 1 0 0,0 0-1 0 0,0 0 1 0 0,1 0 0 0 0,-1 0-1 0 0,0 0 1 0 0,0 0 0 0 0,0 0-1 0 0,0 0 1 0 0,1 0-1 0 0,-1 0 1 0 0,0-1 0 0 0,0 1-1 0 0,0 0 1 0 0,0 0 0 0 0,0 0-1 0 0,1 0 1 0 0,-1 0 0 0 0,0 0-1 0 0,0-1 1 0 0,0 1-1 0 0,0 0 1 0 0,0 0 0 0 0,0 0-1 0 0,0 0 1 0 0,1 0 0 0 0,-1-1-1 0 0,0 1 1 0 0,0 0-1 0 0,0 0 1 0 0,0 0 0 0 0,0-1-1 0 0,0 1 1 0 0,0 0 0 0 0,0 0-1 0 0,0 0 1 0 0,0 0 0 0 0,0-1-1 0 0,0 1 1 0 0,2-9-10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8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6449 0 0,'0'-7'577'0'0,"0"3"-465"0"0,1 1-112 0 0,1-1 688 0 0,-1 3-312 0 0,1 2 0 0 0,0 0-824 0 0,1 4-160 0 0,0 4-33 0 0,3 22-127 0 0,-4-11 768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9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 8754 0 0,'2'5'538'0'0,"-1"1"0"0"0,1 0 0 0 0,0-1 0 0 0,1 1 0 0 0,-1-1 0 0 0,1 0 0 0 0,0 0 0 0 0,0 0 0 0 0,1 0 0 0 0,7 8 0 0 0,10 18 985 0 0,-15-20-1216 0 0,-1 1-1 0 0,0 0 0 0 0,-1 0 0 0 0,5 24 0 0 0,-8-29-310 0 0,0 0 0 0 0,-1 1 0 0 0,1-1 0 0 0,-1 0 0 0 0,0 0-1 0 0,-1 0 1 0 0,0 0 0 0 0,0 0 0 0 0,0 0 0 0 0,-4 9 0 0 0,4-13-80 0 0,8-21-532 0 0,-1 1 0 0 0,0-1 0 0 0,4-22 1 0 0,-5 19 365 0 0,15-40 1 0 0,-15 50 335 0 0,0 1 0 0 0,1 0-1 0 0,0 0 1 0 0,13-16 0 0 0,-17 24 33 0 0,0-1 1 0 0,0 1-1 0 0,0 0 0 0 0,0-1 1 0 0,1 1-1 0 0,-1 0 0 0 0,1 0 1 0 0,-1 1-1 0 0,1-1 1 0 0,0 0-1 0 0,0 1 0 0 0,-1 0 1 0 0,1-1-1 0 0,0 1 0 0 0,0 0 1 0 0,0 1-1 0 0,0-1 0 0 0,1 0 1 0 0,-1 1-1 0 0,0 0 0 0 0,0 0 1 0 0,5 0-1 0 0,-6 1-55 0 0,0 0 1 0 0,0 0-1 0 0,0 0 0 0 0,0 0 0 0 0,0 1 1 0 0,0-1-1 0 0,0 0 0 0 0,0 1 0 0 0,-1 0 1 0 0,1-1-1 0 0,0 1 0 0 0,-1 0 1 0 0,0 0-1 0 0,1 0 0 0 0,-1 0 0 0 0,0 0 1 0 0,0 0-1 0 0,0 0 0 0 0,0 0 0 0 0,0 1 1 0 0,0 2-1 0 0,12 55-196 0 0,-12-48 6 0 0,4 11-612 0 0,0 2-229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5:59.5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70 252 9218 0 0,'35'-56'4782'0'0,"-24"40"-3624"0"0,-1 0 0 0 0,14-31 0 0 0,-21 41-1081 0 0,-1 1-1 0 0,-1-1 1 0 0,1 1 0 0 0,-1-1 0 0 0,0 0 0 0 0,0 1-1 0 0,-1-1 1 0 0,1 0 0 0 0,-1 0 0 0 0,-1 1 0 0 0,1-1 0 0 0,-1 0-1 0 0,-2-9 1 0 0,3 14-64 0 0,-1-1-1 0 0,1 1 1 0 0,0 0 0 0 0,-1-1-1 0 0,1 1 1 0 0,-1-1-1 0 0,0 1 1 0 0,1 0 0 0 0,-1 0-1 0 0,0-1 1 0 0,0 1-1 0 0,0 0 1 0 0,0 0 0 0 0,0 0-1 0 0,0 0 1 0 0,0 0-1 0 0,0 0 1 0 0,0 0 0 0 0,-1 0-1 0 0,1 1 1 0 0,0-1-1 0 0,-1 0 1 0 0,1 1 0 0 0,-2-1-1 0 0,0 0-8 0 0,1 1-1 0 0,-1 0 1 0 0,1 0-1 0 0,-1 1 1 0 0,1-1-1 0 0,0 0 1 0 0,-1 1-1 0 0,1 0 1 0 0,0-1-1 0 0,-1 1 1 0 0,1 0-1 0 0,0 0 1 0 0,-3 2-1 0 0,-3 2-7 0 0,0 0 0 0 0,0 1 0 0 0,1 0 0 0 0,0 0-1 0 0,0 1 1 0 0,-9 11 0 0 0,12-12 16 0 0,0 0-1 0 0,0 0 1 0 0,0 0-1 0 0,1 1 1 0 0,0 0-1 0 0,0 0 1 0 0,1 0-1 0 0,0 0 1 0 0,0 0-1 0 0,0 0 1 0 0,1 0-1 0 0,0 1 1 0 0,1-1-1 0 0,0 0 1 0 0,0 1-1 0 0,1 8 1 0 0,0-11 51 0 0,0 0 0 0 0,1 0 0 0 0,-1 0 0 0 0,1-1 0 0 0,0 1 0 0 0,0 0 0 0 0,1-1 0 0 0,-1 1 0 0 0,1-1-1 0 0,0 0 1 0 0,0 0 0 0 0,1 0 0 0 0,-1 0 0 0 0,1-1 0 0 0,0 1 0 0 0,0-1 0 0 0,0 0 0 0 0,0 0 0 0 0,1-1 0 0 0,-1 1 0 0 0,1-1 0 0 0,-1 0 0 0 0,10 3 0 0 0,-6-2-122 0 0,0-1 1 0 0,1-1-1 0 0,-1 1 1 0 0,16 0-1 0 0,14-5-5445 0 0,-10 0-856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0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90 369 11058 0 0,'0'0'853'0'0,"1"-5"-476"0"0,0 1 0 0 0,0 0 0 0 0,1 0 0 0 0,-1 0 1 0 0,1 0-1 0 0,0 0 0 0 0,1 1 0 0 0,3-6 0 0 0,2-5 499 0 0,-2 4-474 0 0,7-13-75 0 0,-1-1-1 0 0,-1 0 1 0 0,-1-1 0 0 0,9-33 0 0 0,-18 51-345 0 0,1 1 0 0 0,-1-1 1 0 0,-1 0-1 0 0,1 0 0 0 0,-1 0 0 0 0,-1 0 0 0 0,1 0 0 0 0,-1 1 0 0 0,-3-11 0 0 0,3 12 33 0 0,-1 1 1 0 0,0 0-1 0 0,0-1 0 0 0,0 1 1 0 0,-1 0-1 0 0,1 0 0 0 0,-1 0 0 0 0,0 1 1 0 0,0-1-1 0 0,0 1 0 0 0,-1 0 0 0 0,1-1 1 0 0,-1 1-1 0 0,0 1 0 0 0,-5-4 1 0 0,7 4 21 0 0,0 1 0 0 0,0 0 0 0 0,0 0 0 0 0,0 0 0 0 0,0 1 0 0 0,-1-1 0 0 0,1 0 0 0 0,0 1 0 0 0,0-1 0 0 0,0 1 0 0 0,-1 0 1 0 0,1 0-1 0 0,0 0 0 0 0,-1 0 0 0 0,1 0 0 0 0,0 0 0 0 0,0 1 0 0 0,0-1 0 0 0,-1 1 0 0 0,-1 0 0 0 0,0 1-25 0 0,1 0 0 0 0,-1 0-1 0 0,1 0 1 0 0,0 0 0 0 0,0 1-1 0 0,0 0 1 0 0,0-1 0 0 0,0 1 0 0 0,0 0-1 0 0,-3 6 1 0 0,-1 2-82 0 0,0 0 0 0 0,1 1 0 0 0,0-1 0 0 0,1 2 0 0 0,0-1 0 0 0,-2 13 0 0 0,4-15 83 0 0,1-1-1 0 0,1 1 1 0 0,0 0 0 0 0,0 0-1 0 0,1-1 1 0 0,0 1 0 0 0,1 0-1 0 0,0 0 1 0 0,1 0 0 0 0,-1-1-1 0 0,2 1 1 0 0,0-1 0 0 0,0 1-1 0 0,5 9 1 0 0,-6-14-5 0 0,1 0 1 0 0,0 0 0 0 0,0 0-1 0 0,1-1 1 0 0,-1 1-1 0 0,1-1 1 0 0,0 0 0 0 0,0 0-1 0 0,1 0 1 0 0,-1-1-1 0 0,1 1 1 0 0,0-1 0 0 0,0 0-1 0 0,0-1 1 0 0,0 1-1 0 0,0-1 1 0 0,1 0 0 0 0,-1 0-1 0 0,1 0 1 0 0,-1-1-1 0 0,1 0 1 0 0,-1 0 0 0 0,1 0-1 0 0,0-1 1 0 0,7 0-1 0 0,-3-1-360 0 0,1 0-1 0 0,0-1 0 0 0,-1 0 0 0 0,1 0 1 0 0,17-7-1 0 0,0-3-1281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0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111 5 3225 0 0,'17'-4'3937'0'0,"-27"27"1726"0"0,2-8-5768 0 0,-26 56 1498 0 0,-36 115 0 0 0,69-183-1399 0 0,-3 14 178 0 0,6-16-58 0 0,6-10-81 0 0,39-64-261 0 0,-39 58 273 0 0,1 0 0 0 0,0 0 0 0 0,1 1 0 0 0,0 1 0 0 0,1-1 0 0 0,19-16 0 0 0,-28 29-5 0 0,-1-1 0 0 0,1 1 1 0 0,-1-1-1 0 0,1 1 0 0 0,0 0 0 0 0,0-1 0 0 0,0 1 0 0 0,0 0 1 0 0,0 0-1 0 0,0 1 0 0 0,0-1 0 0 0,0 0 0 0 0,0 1 0 0 0,1-1 1 0 0,-1 1-1 0 0,0-1 0 0 0,0 1 0 0 0,0 0 0 0 0,1 0 0 0 0,-1 0 0 0 0,0 1 1 0 0,0-1-1 0 0,0 0 0 0 0,1 1 0 0 0,-1-1 0 0 0,0 1 0 0 0,0 0 1 0 0,0 0-1 0 0,0 0 0 0 0,0 0 0 0 0,0 0 0 0 0,0 0 0 0 0,0 0 1 0 0,-1 1-1 0 0,1-1 0 0 0,0 1 0 0 0,-1-1 0 0 0,1 1 0 0 0,-1 0 1 0 0,3 3-1 0 0,4 7 345 0 0,-1 1-1 0 0,0 1 1 0 0,0 0 0 0 0,-1 0 0 0 0,4 15 0 0 0,1 1-107 0 0,-5-16-278 0 0,15 35 0 0 0,-19-46 0 0 0,-1 0 0 0 0,1 0 0 0 0,0 0 0 0 0,0 0 0 0 0,1 0 0 0 0,-1-1 0 0 0,1 1 0 0 0,-1 0 0 0 0,1-1 0 0 0,0 0 0 0 0,3 2 0 0 0,-5-4 16 0 0,-1 0 0 0 0,1 0 0 0 0,0 0 0 0 0,-1 0 0 0 0,1 0 0 0 0,-1 0 0 0 0,1-1 0 0 0,0 1 0 0 0,-1 0 0 0 0,1-1 0 0 0,-1 1 0 0 0,1 0 0 0 0,-1-1 0 0 0,1 1 0 0 0,-1 0 0 0 0,1-1 0 0 0,-1 1 0 0 0,1-1 0 0 0,-1 1 0 0 0,0-1 0 0 0,1 1 0 0 0,-1-1 0 0 0,0 0 0 0 0,1 1 0 0 0,-1-1 0 0 0,0 1 0 0 0,0-1 0 0 0,0 0 0 0 0,1 1 0 0 0,-1-1 0 0 0,0 1 0 0 0,0-1 0 0 0,0 0 0 0 0,0-1 0 0 0,6-26 740 0 0,-6 26-713 0 0,9-74 630 0 0,5-28-729 0 0,5 38-2805 0 0,-8 42-4159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1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8290 0 0,'-3'4'5415'0'0,"3"-3"-5322"0"0,4 13 1921 0 0,7 15-464 0 0,-4-19-1186 0 0,-1-1-1 0 0,2 1 1 0 0,-1-1-1 0 0,1 0 0 0 0,0-1 1 0 0,15 12-1 0 0,-19-17-390 0 0,0 0 1 0 0,0 0-1 0 0,0 0 0 0 0,0 0 1 0 0,1-1-1 0 0,-1 1 0 0 0,1-1 0 0 0,0 0 1 0 0,0-1-1 0 0,0 1 0 0 0,0-1 1 0 0,0 0-1 0 0,0 0 0 0 0,0-1 1 0 0,0 1-1 0 0,0-1 0 0 0,7-1 0 0 0,-9 1-45 0 0,0-1 0 0 0,1 0-1 0 0,-1-1 1 0 0,0 1 0 0 0,0-1-1 0 0,0 1 1 0 0,0-1-1 0 0,0 0 1 0 0,0 0 0 0 0,-1 0-1 0 0,1 0 1 0 0,0-1 0 0 0,-1 1-1 0 0,3-4 1 0 0,1-3-398 0 0,0 0-1 0 0,0-1 1 0 0,4-11 0 0 0,-6 12 206 0 0,1 0 0 0 0,-1 0 0 0 0,12-13 0 0 0,-16 21 301 0 0,1 0-1 0 0,-1 1 1 0 0,1-1-1 0 0,0 1 1 0 0,-1 0-1 0 0,1-1 1 0 0,-1 1-1 0 0,1-1 1 0 0,0 1-1 0 0,-1 0 1 0 0,1-1-1 0 0,0 1 1 0 0,-1 0-1 0 0,1 0 1 0 0,0 0-1 0 0,0-1 1 0 0,-1 1-1 0 0,1 0 1 0 0,0 0-1 0 0,0 0 1 0 0,-1 0-1 0 0,1 0 1 0 0,0 0-1 0 0,-1 1 1 0 0,1-1-1 0 0,0 0 1 0 0,0 0-1 0 0,-1 0 1 0 0,1 1-1 0 0,0-1 1 0 0,-1 0-1 0 0,1 1 1 0 0,0-1-1 0 0,-1 1 1 0 0,1-1-1 0 0,-1 0 1 0 0,1 1-1 0 0,-1-1 1 0 0,1 1-1 0 0,-1 0 1 0 0,1-1-1 0 0,-1 1 1 0 0,1-1-1 0 0,0 2 1 0 0,23 38 2619 0 0,-14-22-1994 0 0,10 5-2119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1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48 2761 0 0,'-1'-1'449'0'0,"1"-1"1"0"0,0 1 0 0 0,0 0 0 0 0,1-1-1 0 0,-1 1 1 0 0,0 0 0 0 0,0-1 0 0 0,1 1 0 0 0,-1 0-1 0 0,0-1 1 0 0,1 1 0 0 0,-1 0 0 0 0,1 0 0 0 0,0-1-1 0 0,-1 1 1 0 0,1 0 0 0 0,0 0 0 0 0,1-1 449 0 0,0 0-449 0 0,-1 2-165 0 0,-1-1 1 0 0,1 1-1 0 0,0 0 0 0 0,0 0 1 0 0,-1-1-1 0 0,1 1 1 0 0,0 0-1 0 0,0 0 0 0 0,0 0 1 0 0,0 0-1 0 0,-1 0 0 0 0,1 0 1 0 0,0 0-1 0 0,0 1 1 0 0,-1-1-1 0 0,1 0 0 0 0,0 0 1 0 0,7 6 3138 0 0,-7-5-3139 0 0,12 2 635 0 0,-13-3-905 0 0,0 1-1 0 0,0-1 0 0 0,1 0 1 0 0,-1 0-1 0 0,0 0 0 0 0,0 0 0 0 0,0 0 1 0 0,0 0-1 0 0,0 0 0 0 0,0 0 1 0 0,1 0-1 0 0,-1 1 0 0 0,0-1 1 0 0,0 0-1 0 0,0 0 0 0 0,0 0 1 0 0,0 0-1 0 0,1 0 0 0 0,-1 0 1 0 0,0 0-1 0 0,0 0 0 0 0,0 0 1 0 0,0 0-1 0 0,1 0 0 0 0,-1 0 0 0 0,0 0 1 0 0,0 0-1 0 0,0 0 0 0 0,0 0 1 0 0,0-1-1 0 0,1 1 0 0 0,-1 0 1 0 0,0 0-1 0 0,0 0 0 0 0,0 0 1 0 0,0 0-1 0 0,0 0 0 0 0,0 0 1 0 0,1 0-1 0 0,-1 0 0 0 0,0-1 1 0 0,0 1-1 0 0,0 0 0 0 0,0 0 0 0 0,0 0 1 0 0,0 0-1 0 0,0 0 0 0 0,0 0 1 0 0,0-1-1 0 0,0 1 0 0 0,0 0 1 0 0,0 0-1 0 0,1 0 0 0 0,-1 0 1 0 0,0-1-1 0 0,0 1 0 0 0,0 0 1 0 0,0 0-1 0 0,0 0 0 0 0,0 0 1 0 0,-1 0-1 0 0,1-1 0 0 0,-9-9 26 0 0,8 8-46 0 0,0 1 0 0 0,-1-1 0 0 0,1 1 0 0 0,-1-1 0 0 0,1 1 0 0 0,-1 0 0 0 0,1-1 0 0 0,-1 1 0 0 0,0 0 0 0 0,-1-1 0 0 0,2 2 0 0 0,-1 0 0 0 0,1 0 1 0 0,0 0-1 0 0,0 0 0 0 0,0 0 0 0 0,0 0 1 0 0,0 0-1 0 0,0 0 0 0 0,0 1 0 0 0,0-1 1 0 0,0 0-1 0 0,0 1 0 0 0,0-1 0 0 0,0 1 1 0 0,0-1-1 0 0,1 1 0 0 0,-1-1 1 0 0,0 1-1 0 0,0 0 0 0 0,0-1 0 0 0,1 1 1 0 0,-1 0-1 0 0,0 0 0 0 0,1 0 0 0 0,-1-1 1 0 0,0 3-1 0 0,-7 7-18 0 0,1 0 0 0 0,0 0-1 0 0,1 1 1 0 0,-8 17 0 0 0,12-24-13 0 0,1 1 1 0 0,-1-1-1 0 0,0 0 1 0 0,1 1-1 0 0,0-1 1 0 0,0 1-1 0 0,1-1 1 0 0,-1 1-1 0 0,1-1 1 0 0,0 1-1 0 0,0 0 1 0 0,0-1-1 0 0,1 1 0 0 0,-1-1 1 0 0,3 7-1 0 0,-3-10-3 0 0,0 0 0 0 0,1 0 0 0 0,-1 0 0 0 0,1 0 0 0 0,-1 0 0 0 0,1 0 0 0 0,-1 0 0 0 0,1 0 0 0 0,0 0 0 0 0,-1 0 0 0 0,1 0 0 0 0,0 0 0 0 0,0-1-1 0 0,0 1 1 0 0,0 0 0 0 0,0-1 0 0 0,0 1 0 0 0,0 0 0 0 0,0-1 0 0 0,0 1 0 0 0,0-1 0 0 0,0 1 0 0 0,0-1 0 0 0,0 0 0 0 0,0 0 0 0 0,0 1 0 0 0,0-1 0 0 0,0 0 0 0 0,1 0-1 0 0,-1 0 1 0 0,0 0 0 0 0,0 0 0 0 0,0 0 0 0 0,0 0 0 0 0,0-1 0 0 0,1 1 0 0 0,-1 0 0 0 0,0-1 0 0 0,0 1 0 0 0,0-1 0 0 0,0 1 0 0 0,0-1 0 0 0,0 1 0 0 0,0-1 0 0 0,0 0-1 0 0,-1 1 1 0 0,1-1 0 0 0,1-1 0 0 0,3-2-14 0 0,-1 0 0 0 0,1-1 0 0 0,-1 1 0 0 0,0-1-1 0 0,0 0 1 0 0,-1 0 0 0 0,5-7 0 0 0,7-30-55 0 0,-12 33 301 0 0,0 0 1 0 0,0 1-1 0 0,1-1 1 0 0,6-9-1 0 0,-8 22-48 0 0,1 1 0 0 0,-1-1 0 0 0,0 1 0 0 0,0-1 1 0 0,0 1-1 0 0,0 6 0 0 0,0-6-362 0 0,0 1-1 0 0,0-1 1 0 0,0 1 0 0 0,0-1 0 0 0,1 0 0 0 0,0 0 0 0 0,0 0 0 0 0,0 0 0 0 0,1 0 0 0 0,0-1 0 0 0,0 1 0 0 0,0-1 0 0 0,0 0 0 0 0,0-1-1 0 0,9 7 1 0 0,-5-7-135 0 0,-1 1 0 0 0,1-1 0 0 0,0 0-1 0 0,0-1 1 0 0,0 0 0 0 0,0 0 0 0 0,1-1-1 0 0,-1 0 1 0 0,0 0 0 0 0,12-1 0 0 0,4 0 342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60 3209 0 0,'-9'-26'-106'0'0,"-3"-8"7649"0"0,40 155 2010 0 0,-1-4-6044 0 0,5 0-3620 0 0,-20-83-802 0 0,0 0 0 0 0,2-1 1 0 0,2 0-1 0 0,31 49 0 0 0,-26-60-3119 0 0,-12-16 1962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1 202 4233 0 0,'1'-3'31'0'0,"1"1"-1"0"0,0-1 1 0 0,0 0 0 0 0,-1 1 0 0 0,2 0-1 0 0,-1-1 1 0 0,0 1 0 0 0,0 0 0 0 0,1 0-1 0 0,-1 0 1 0 0,1 0 0 0 0,0 0 0 0 0,4-1 0 0 0,3-5 43 0 0,26-18 913 0 0,1 1 0 0 0,60-31-1 0 0,-78 47-233 0 0,0 0 1 0 0,1 2-1 0 0,0 0 0 0 0,0 1 0 0 0,0 1 1 0 0,1 1-1 0 0,32-3 0 0 0,-47 7-450 0 0,0 0-1 0 0,1 1 0 0 0,-1 0 0 0 0,0 0 1 0 0,0 0-1 0 0,0 0 0 0 0,-1 1 1 0 0,1 0-1 0 0,0 0 0 0 0,0 1 1 0 0,-1 0-1 0 0,0 0 0 0 0,1 0 1 0 0,-1 0-1 0 0,0 1 0 0 0,-1 0 0 0 0,1 0 1 0 0,-1 0-1 0 0,0 1 0 0 0,0-1 1 0 0,0 1-1 0 0,0 0 0 0 0,-1 0 1 0 0,0 1-1 0 0,0-1 0 0 0,4 9 1 0 0,3 13-136 0 0,-1 0 0 0 0,-1 1 0 0 0,-1 0 0 0 0,5 39 0 0 0,-9-48-223 0 0,4 34-96 0 0,5 21-3787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2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 11058 0 0,'-7'-5'488'0'0,"4"2"105"0"0,2 2-473 0 0,-1-1-120 0 0,2 1 0 0 0,-1 2 144 0 0,1 1 8 0 0,0 2 0 0 0,1 3 0 0 0,1 1-792 0 0,9 13-993 0 0,-3-8 793 0 0,5-1 720 0 0,1 1 120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3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37 105 10594 0 0,'-6'9'305'0'0,"1"0"-1"0"0,1 1 1 0 0,0 0-1 0 0,0 0 1 0 0,0 0-1 0 0,2 1 1 0 0,-1-1 0 0 0,1 1-1 0 0,1 0 1 0 0,0-1-1 0 0,0 1 1 0 0,1 0-1 0 0,0 0 1 0 0,1-1-1 0 0,1 1 1 0 0,2 13-1 0 0,-7-18-1727 0 0,6-11-589 0 0,2 1 278 0 0,14-11 739 0 0,-2 0 0 0 0,0-1 0 0 0,-1-1 0 0 0,0-1 0 0 0,21-32 0 0 0,-26 32 1653 0 0,17-35 0 0 0,-24 43 120 0 0,1-1 0 0 0,1 1-1 0 0,0 0 1 0 0,0 0 0 0 0,1 1 0 0 0,0-1 0 0 0,9-7 0 0 0,-15 16-722 0 0,-1 1 1 0 0,0 0 0 0 0,0 0 0 0 0,0 0 0 0 0,1 0 0 0 0,-1 0-1 0 0,0 0 1 0 0,0 0 0 0 0,0 0 0 0 0,1 0 0 0 0,-1 0-1 0 0,0 0 1 0 0,0 0 0 0 0,1 0 0 0 0,-1 0 0 0 0,0 0 0 0 0,0 0-1 0 0,1 0 1 0 0,-1 0 0 0 0,0 0 0 0 0,0 0 0 0 0,0 0 0 0 0,1 0-1 0 0,-1 0 1 0 0,0 0 0 0 0,0 0 0 0 0,0 0 0 0 0,1 1-1 0 0,-1-1 1 0 0,0 0 0 0 0,0 0 0 0 0,0 0 0 0 0,1 0 0 0 0,-1 1-1 0 0,0-1 1 0 0,0 0 0 0 0,0 0 0 0 0,0 0 0 0 0,0 1 0 0 0,1-1-1 0 0,5 15 1253 0 0,0 13-2 0 0,-6-27-1302 0 0,0 0 1 0 0,0 0-1 0 0,0 0 1 0 0,0 0-1 0 0,0 0 0 0 0,0 0 1 0 0,1 0-1 0 0,-1 0 1 0 0,0 0-1 0 0,1 0 1 0 0,-1 0-1 0 0,1 0 1 0 0,-1 0-1 0 0,1 0 1 0 0,-1 0-1 0 0,1 0 1 0 0,0-1-1 0 0,-1 1 1 0 0,1 0-1 0 0,0-1 1 0 0,0 1-1 0 0,-1 0 1 0 0,1-1-1 0 0,0 1 0 0 0,0-1 1 0 0,0 1-1 0 0,0-1 1 0 0,0 1-1 0 0,0-1 1 0 0,0 0-1 0 0,0 1 1 0 0,0-1-1 0 0,0 0 1 0 0,0 0-1 0 0,2 0 1 0 0,13-9-2489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4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68 6409 0 0,'-2'1'11979'0'0,"-14"6"-11984"0"0,14-4 58 0 0,-1 1-1 0 0,1-1 1 0 0,0 1 0 0 0,0-1 0 0 0,0 1 0 0 0,0 0 0 0 0,1 0 0 0 0,-1 0 0 0 0,1 0 0 0 0,0 0 0 0 0,0 0 0 0 0,0 4 0 0 0,-2 8 339 0 0,1-12-298 0 0,-5 20 345 0 0,0 1 0 0 0,2 0 0 0 0,-5 48 0 0 0,9-67-430 0 0,2 1 1 0 0,-1 0-1 0 0,1 0 1 0 0,0 0-1 0 0,0 0 1 0 0,0-1-1 0 0,1 1 1 0 0,4 10-1 0 0,-4-14-42 0 0,0 1-1 0 0,0-1 0 0 0,0 1 1 0 0,1-1-1 0 0,-1 0 0 0 0,1 0 0 0 0,0 0 1 0 0,0 0-1 0 0,0-1 0 0 0,0 1 1 0 0,0-1-1 0 0,1 0 0 0 0,-1 1 1 0 0,1-2-1 0 0,6 4 0 0 0,-7-4 4 0 0,0 0 1 0 0,0 0-1 0 0,1-1 0 0 0,-1 1 1 0 0,0-1-1 0 0,0 0 0 0 0,0 0 1 0 0,0 0-1 0 0,0 0 0 0 0,0 0 1 0 0,1-1-1 0 0,-1 1 0 0 0,0-1 0 0 0,0 0 1 0 0,0 0-1 0 0,0 0 0 0 0,0-1 1 0 0,-1 1-1 0 0,1-1 0 0 0,0 1 1 0 0,-1-1-1 0 0,1 0 0 0 0,-1 0 1 0 0,1 0-1 0 0,-1 0 0 0 0,0 0 0 0 0,0-1 1 0 0,0 1-1 0 0,0-1 0 0 0,0 1 1 0 0,-1-1-1 0 0,1 0 0 0 0,-1 0 1 0 0,0 0-1 0 0,1 0 0 0 0,-1 0 1 0 0,-1 0-1 0 0,1 0 0 0 0,0 0 0 0 0,-1 0 1 0 0,1 0-1 0 0,-1 0 0 0 0,0 0 1 0 0,0 0-1 0 0,0-1 0 0 0,-1 1 1 0 0,1 0-1 0 0,-2-5 0 0 0,-28-85-627 0 0,23 75 486 0 0,0-1 1 0 0,1 1-1 0 0,1-1 1 0 0,0-1 0 0 0,2 1-1 0 0,0 0 1 0 0,1-25 0 0 0,2 42 172 0 0,0-1 0 0 0,0 1 0 0 0,1 0 0 0 0,-1 0-1 0 0,1 0 1 0 0,-1 0 0 0 0,1 0 0 0 0,0-1 0 0 0,0 1 0 0 0,0 0 0 0 0,0 1 0 0 0,0-1 0 0 0,1 0 0 0 0,-1 0 0 0 0,0 0 0 0 0,1 1 0 0 0,-1-1 0 0 0,1 1 0 0 0,0-1 0 0 0,0 1 0 0 0,2-2 0 0 0,0 1 10 0 0,1 0-1 0 0,-1 0 1 0 0,1 1 0 0 0,-1-1 0 0 0,1 1 0 0 0,0 0-1 0 0,-1 0 1 0 0,1 1 0 0 0,8-1 0 0 0,-2 1 8 0 0,1 1 0 0 0,-1 0-1 0 0,0 1 1 0 0,0 0 0 0 0,0 0 0 0 0,0 1 0 0 0,0 1 0 0 0,11 5 0 0 0,-16-6 31 0 0,-1 0 0 0 0,0 0 0 0 0,0 0 0 0 0,0 1 0 0 0,0 0 0 0 0,-1 0 0 0 0,0 0-1 0 0,1 0 1 0 0,-1 1 0 0 0,-1 0 0 0 0,1 0 0 0 0,-1 0 0 0 0,5 10 0 0 0,-2-1 100 0 0,-2 0 0 0 0,0 1-1 0 0,-1-1 1 0 0,2 22 0 0 0,-5-35-143 0 0,0 1-1 0 0,1 0 1 0 0,-1-1 0 0 0,0 1 0 0 0,0 0 0 0 0,1-1 0 0 0,-1 1-1 0 0,1-1 1 0 0,-1 1 0 0 0,1-1 0 0 0,0 1 0 0 0,0-1 0 0 0,-1 1-1 0 0,1-1 1 0 0,0 0 0 0 0,0 1 0 0 0,1-1 0 0 0,0 2 0 0 0,-1-3-32 0 0,1 0 1 0 0,-1 0 0 0 0,0 0-1 0 0,0-1 1 0 0,0 1-1 0 0,0 0 1 0 0,1 0 0 0 0,-1-1-1 0 0,0 1 1 0 0,0-1 0 0 0,0 1-1 0 0,0-1 1 0 0,0 1-1 0 0,0-1 1 0 0,0 1 0 0 0,0-1-1 0 0,0 0 1 0 0,0 0 0 0 0,-1 1-1 0 0,1-1 1 0 0,0 0-1 0 0,0 0 1 0 0,-1 0 0 0 0,1 0-1 0 0,0-2 1 0 0,44-58-861 0 0,-34 45 948 0 0,0 0 1 0 0,1 0 0 0 0,1 1-1 0 0,0 1 1 0 0,16-14 0 0 0,-28 28-4 0 0,-1 0 1 0 0,1-1-1 0 0,-1 1 0 0 0,1-1 0 0 0,-1 1 1 0 0,1 0-1 0 0,-1-1 0 0 0,1 1 1 0 0,0 0-1 0 0,-1 0 0 0 0,1-1 1 0 0,-1 1-1 0 0,1 0 0 0 0,0 0 1 0 0,-1 0-1 0 0,1 0 0 0 0,0 0 0 0 0,-1 0 1 0 0,1 0-1 0 0,0 0 0 0 0,-1 0 1 0 0,1 0-1 0 0,-1 0 0 0 0,1 1 1 0 0,0-1-1 0 0,-1 0 0 0 0,1 0 1 0 0,-1 1-1 0 0,1-1 0 0 0,0 0 0 0 0,-1 1 1 0 0,1-1-1 0 0,-1 0 0 0 0,1 1 1 0 0,-1-1-1 0 0,1 1 0 0 0,-1-1 1 0 0,0 1-1 0 0,1-1 0 0 0,-1 1 1 0 0,1-1-1 0 0,-1 1 0 0 0,0-1 0 0 0,0 1 1 0 0,1 0-1 0 0,-1-1 0 0 0,0 1 1 0 0,0-1-1 0 0,0 1 0 0 0,1 1 1 0 0,9 44 1421 0 0,-7-25-891 0 0,0-12-793 0 0,0 0-1 0 0,0-1 0 0 0,1 1 1 0 0,0-1-1 0 0,0 0 0 0 0,1 0 0 0 0,9 12 1 0 0,-2-6-740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4.2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10594 0 0,'-3'5'472'0'0,"0"-1"96"0"0,2 2-455 0 0,1-3-113 0 0,0 0 0 0 0,0-2 0 0 0,1 2 0 0 0,1 0 0 0 0,-1 1 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5.8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11 137 6913 0 0,'-3'-54'3192'0'0,"2"39"-827"0"0,1-1 1 0 0,-2 1-1 0 0,-2-21 1555 0 0,4 36-3878 0 0,0 0 0 0 0,0 0 0 0 0,0 0 0 0 0,0 0 0 0 0,0 0 0 0 0,1 0 0 0 0,-1 0 0 0 0,0 0 0 0 0,0 0 0 0 0,0 0 0 0 0,0 0 0 0 0,0 0 0 0 0,0 0 0 0 0,0 0 0 0 0,1 0 0 0 0,-1 0 0 0 0,0 0 0 0 0,0 0 0 0 0,10 4 589 0 0,9 9-512 0 0,-13 1-89 0 0,1 0 1 0 0,-2 0-1 0 0,0 0 0 0 0,0 1 1 0 0,-1 0-1 0 0,-1 0 0 0 0,2 27 1 0 0,2 7 6 0 0,18 65-37 0 0,80 218 0 0 0,-97-310-10 0 0,3 9 18 0 0,2 0 0 0 0,28 49-1 0 0,-36-71-18 0 0,1-1 0 0 0,-1 0 0 0 0,2-1-1 0 0,-1 1 1 0 0,1-1 0 0 0,1 0 0 0 0,-1-1-1 0 0,1 0 1 0 0,0 0 0 0 0,0 0 0 0 0,1-1-1 0 0,-1 0 1 0 0,16 5 0 0 0,-22-9 11 0 0,-1-1 0 0 0,1 1 0 0 0,0-1 0 0 0,-1 1 0 0 0,1-1 0 0 0,0 0 0 0 0,-1 1 0 0 0,1-1 0 0 0,0 0 0 0 0,0 0 0 0 0,-1 0 0 0 0,1-1 0 0 0,0 1 0 0 0,0 0 0 0 0,-1-1 0 0 0,1 1 0 0 0,0-1 0 0 0,-1 1 0 0 0,1-1 0 0 0,-1 0 0 0 0,1 0 0 0 0,1-1 0 0 0,-1 0 8 0 0,1 0-1 0 0,-2 0 1 0 0,1-1-1 0 0,0 1 1 0 0,0 0-1 0 0,-1-1 1 0 0,1 0 0 0 0,-1 1-1 0 0,0-1 1 0 0,1 0-1 0 0,0-5 1 0 0,1-4 55 0 0,-1-1 0 0 0,0 1-1 0 0,-1 0 1 0 0,-1-25 0 0 0,-4-9 83 0 0,-2 0 0 0 0,-15-53 0 0 0,19 92-167 0 0,-1 0 0 0 0,0 0-1 0 0,-1 0 1 0 0,0 0 0 0 0,0 1 0 0 0,0-1 0 0 0,-1 1 0 0 0,0 0 0 0 0,0 0 0 0 0,0 1 0 0 0,-1 0 0 0 0,0 0 0 0 0,0 0-1 0 0,0 0 1 0 0,0 1 0 0 0,-1 0 0 0 0,0 0 0 0 0,0 1 0 0 0,0 0 0 0 0,0 0 0 0 0,-1 1 0 0 0,1 0 0 0 0,-1 0 0 0 0,1 1 0 0 0,-1 0-1 0 0,1 0 1 0 0,-1 0 0 0 0,0 1 0 0 0,0 1 0 0 0,1-1 0 0 0,-10 3 0 0 0,16-3-149 0 0,0 0 0 0 0,0 0 0 0 0,0 1 0 0 0,0-1 0 0 0,0 1 0 0 0,0-1 0 0 0,0 1 0 0 0,0-1 0 0 0,1 1 0 0 0,-1-1 0 0 0,0 1 0 0 0,0 0 1 0 0,0-1-1 0 0,1 1 0 0 0,-2 1 0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6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38 10594 0 0,'-6'2'736'0'0,"-1"0"-51"0"0,-1 1 0 0 0,1-1 0 0 0,-1-1 0 0 0,-9 2 0 0 0,30-10 2666 0 0,10-6-3496 0 0,11-1 384 0 0,20 0-5150 0 0,-48 13 4326 0 0,0 0 0 0 0,0 0 0 0 0,0 1 0 0 0,0 0-1 0 0,0 1 1 0 0,0-1 0 0 0,0 1 0 0 0,0 0 0 0 0,0 1 0 0 0,0-1 0 0 0,0 1-1 0 0,0 0 1 0 0,5 3 0 0 0,-1 1 585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6.4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68 10594 0 0,'-1'3'1554'0'0,"9"-1"376"0"0,10-1 1153 0 0,0-7-1973 0 0,32-18 1 0 0,5-2-4586 0 0,-37 19 872 0 0,0-3-107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61 10594 0 0,'-11'4'853'0'0,"-42"21"3281"0"0,102-28-431 0 0,235-53-1064 0 0,-179 31-2125 0 0,-59 20 91 0 0,-60 18-4426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13 3225 0 0,'-4'-2'-159'0'0,"0"0"576"0"0,-1 0 0 0 0,1 1-1 0 0,0-1 1 0 0,0 1 0 0 0,-1 0 0 0 0,-4 0 0 0 0,8 1-278 0 0,1 0 0 0 0,0 0 1 0 0,-1 0-1 0 0,1 0 0 0 0,-1 0 1 0 0,1 0-1 0 0,-1 0 0 0 0,1 0 1 0 0,-1 0-1 0 0,1 0 0 0 0,-1 1 1 0 0,1-1-1 0 0,-1 0 0 0 0,1 0 1 0 0,0 1-1 0 0,-1-1 1 0 0,1 0-1 0 0,-1 0 0 0 0,1 1 1 0 0,0-1-1 0 0,-1 0 0 0 0,1 1 1 0 0,0-1-1 0 0,0 1 0 0 0,-1 0 1 0 0,1 0 180 0 0,-1 0-1 0 0,1 1 1 0 0,0-1 0 0 0,0 0 0 0 0,0 1 0 0 0,0-1 0 0 0,0 0-1 0 0,0 1 1 0 0,0-1 0 0 0,1 0 0 0 0,-1 1 0 0 0,0-1 0 0 0,0 20 8868 0 0,-2-15-9377 0 0,1 0 1 0 0,-2 0-1 0 0,1-1 1 0 0,-1 1-1 0 0,0-1 1 0 0,0 1-1 0 0,-5 5 1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7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1376 0 0,'3'3'11727'0'0,"27"-1"-7586"0"0,42-12-397 0 0,-5-4-5943 0 0,-11 1-5116 0 0,-46 12 2891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8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62 0 4609 0 0,'-2'1'314'0'0,"0"-1"1"0"0,0 1-1 0 0,0 0 1 0 0,0-1-1 0 0,0 1 1 0 0,0 0-1 0 0,0 0 1 0 0,0 0-1 0 0,1 1 0 0 0,-1-1 1 0 0,0 0-1 0 0,1 1 1 0 0,-1-1-1 0 0,1 1 1 0 0,0-1-1 0 0,-1 1 1 0 0,1 0-1 0 0,0-1 0 0 0,0 1 1 0 0,0 0-1 0 0,0 0 1 0 0,0 0-1 0 0,0 0 1 0 0,0 2-1 0 0,-2 4 417 0 0,0-1 1 0 0,1 1-1 0 0,0 0 1 0 0,1 0-1 0 0,-1 10 0 0 0,1-14-631 0 0,1 0 0 0 0,1 1 0 0 0,-1-1 0 0 0,0 1 0 0 0,1-1 0 0 0,0 0 0 0 0,0 1 0 0 0,1-1 0 0 0,-1 0 0 0 0,1 0 0 0 0,0 0 0 0 0,0 0 0 0 0,0 0-1 0 0,0 0 1 0 0,6 6 0 0 0,1 0 128 0 0,1-1-1 0 0,-1-1 1 0 0,2 1-1 0 0,10 6 1 0 0,-9-7-87 0 0,0 1 1 0 0,0 0-1 0 0,11 13 0 0 0,-20-19-141 0 0,0 1-1 0 0,0 0 1 0 0,0 0-1 0 0,0 0 1 0 0,-1 1-1 0 0,0-1 1 0 0,0 1 0 0 0,0-1-1 0 0,0 1 1 0 0,-1 0-1 0 0,1 0 1 0 0,-1 0-1 0 0,0 7 1 0 0,-1-5 26 0 0,0 0 1 0 0,0 1 0 0 0,-1-1 0 0 0,0 0-1 0 0,-1 1 1 0 0,0-1 0 0 0,0 0 0 0 0,0 0-1 0 0,-1-1 1 0 0,0 1 0 0 0,0 0 0 0 0,-1-1-1 0 0,0 0 1 0 0,0 0 0 0 0,-8 9 0 0 0,9-11 40 0 0,0-1 0 0 0,0 1 1 0 0,0-1-1 0 0,-1 0 1 0 0,1 0-1 0 0,-1-1 1 0 0,0 1-1 0 0,0-1 0 0 0,0 0 1 0 0,0 0-1 0 0,0 0 1 0 0,0 0-1 0 0,0-1 1 0 0,-1 1-1 0 0,1-1 0 0 0,-1 0 1 0 0,1-1-1 0 0,-1 1 1 0 0,1-1-1 0 0,-1 0 1 0 0,1 0-1 0 0,-1 0 0 0 0,1 0 1 0 0,-1-1-1 0 0,1 0 1 0 0,-6-2-1 0 0,8 3-240 0 0,0-1 0 0 0,1 0-1 0 0,-1 1 1 0 0,1-1 0 0 0,-1 0 0 0 0,1 0 0 0 0,-1 0-1 0 0,1 0 1 0 0,-1 0 0 0 0,1 0 0 0 0,0-1 0 0 0,0 1-1 0 0,-1 0 1 0 0,1-1 0 0 0,0 1 0 0 0,-1-3-1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27 6449 0 0,'-25'-27'16493'0'0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7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98 5337 0 0,'2'-6'220'0'0,"0"-1"0"0"0,0 1 1 0 0,0-1-1 0 0,-1 1 0 0 0,0-1 0 0 0,0 0 0 0 0,-1 1 0 0 0,0-9 0 0 0,-11-15 12539 0 0,10 30-12592 0 0,-4 10 2018 0 0,1 14-1905 0 0,1 3-1 0 0,0-1-200 0 0,2 0 1 0 0,1 40-1 0 0,0-60-119 0 0,1 1 0 0 0,0 0-1 0 0,0-1 1 0 0,1 1 0 0 0,0-1 0 0 0,0 0-1 0 0,0 1 1 0 0,1-1 0 0 0,0 0 0 0 0,0 0-1 0 0,1-1 1 0 0,-1 1 0 0 0,1-1 0 0 0,0 1-1 0 0,6 4 1 0 0,-9-9 24 0 0,1 1 0 0 0,-1-1 1 0 0,1 1-1 0 0,-1-1 0 0 0,1 0 0 0 0,0 0 0 0 0,0 0 0 0 0,0 0 1 0 0,0 0-1 0 0,0 0 0 0 0,0-1 0 0 0,0 1 0 0 0,0 0 0 0 0,0-1 0 0 0,0 0 1 0 0,0 1-1 0 0,0-1 0 0 0,0 0 0 0 0,0 0 0 0 0,1 0 0 0 0,-1-1 1 0 0,0 1-1 0 0,0 0 0 0 0,0-1 0 0 0,0 1 0 0 0,0-1 0 0 0,0 0 0 0 0,0 0 1 0 0,0 0-1 0 0,0 0 0 0 0,0 0 0 0 0,-1 0 0 0 0,1 0 0 0 0,0 0 1 0 0,-1-1-1 0 0,1 1 0 0 0,-1-1 0 0 0,1 1 0 0 0,-1-1 0 0 0,2-3 1 0 0,7-7-274 0 0,-1-2 0 0 0,-1 1 0 0 0,0-1 0 0 0,8-20 0 0 0,-7 16-440 0 0,-8 16 592 0 0,0-1-1 0 0,0 0 1 0 0,0 1-1 0 0,1-1 1 0 0,-1 1 0 0 0,1 0-1 0 0,0-1 1 0 0,0 1 0 0 0,0 0-1 0 0,0 0 1 0 0,2-2-1 0 0,-2 4 97 0 0,0-1 0 0 0,0 1-1 0 0,1-1 1 0 0,-1 1-1 0 0,0 0 1 0 0,0 0-1 0 0,0 0 1 0 0,0 0 0 0 0,1 0-1 0 0,-1 0 1 0 0,0 1-1 0 0,0-1 1 0 0,0 1-1 0 0,4 1 1 0 0,8 2 429 0 0,0-1 0 0 0,0 0 0 0 0,1-2 0 0 0,18 1 0 0 0,-27-2-222 0 0,0 0 0 0 0,-1 0 0 0 0,1-1-1 0 0,-1 0 1 0 0,1 0 0 0 0,-1 0 0 0 0,1-1-1 0 0,-1 0 1 0 0,0 0 0 0 0,0 0-1 0 0,0-1 1 0 0,0 0 0 0 0,0 1 0 0 0,5-6-1 0 0,-9 8-151 0 0,-1-1-1 0 0,1 0 0 0 0,0 1 1 0 0,-1-1-1 0 0,1 0 1 0 0,-1 0-1 0 0,1 1 0 0 0,-1-1 1 0 0,1 0-1 0 0,-1 0 0 0 0,1 0 1 0 0,-1 0-1 0 0,0 0 0 0 0,0 0 1 0 0,1 0-1 0 0,-1 1 0 0 0,0-1 1 0 0,0 0-1 0 0,0 0 1 0 0,0 0-1 0 0,0 0 0 0 0,0 0 1 0 0,0 0-1 0 0,-1 0 0 0 0,1 0 1 0 0,0 0-1 0 0,0 0 0 0 0,-1 0 1 0 0,1 0-1 0 0,0 1 1 0 0,-1-1-1 0 0,1 0 0 0 0,-2-1 1 0 0,-21-24-3556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09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0,'1'15'1173'0'0,"0"0"0"0"0,2-1 0 0 0,5 20 1 0 0,2 17 2858 0 0,-6-24-3183 0 0,5 33 866 0 0,3-24-6037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0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10138 0 0,'-8'-1'3977'0'0,"5"4"-3585"0"0,2 1-72 0 0,-1 3-8 0 0,4 1-8 0 0,-1 5-1432 0 0,3 1-288 0 0,3 3-57 0 0,4-2-15 0 0,3-3 1216 0 0,3-3 272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47 5065 0 0,'-18'-29'1559'0'0,"17"27"-1097"0"0,0 1 0 0 0,0 0 0 0 0,0-1 0 0 0,0 1 0 0 0,0 0 0 0 0,-1 0 0 0 0,1 0 0 0 0,0 0 0 0 0,-1 0 0 0 0,1 0 0 0 0,-1 0 0 0 0,1 0 0 0 0,-1 1 0 0 0,1-1 0 0 0,-1 1 0 0 0,0-1 1 0 0,-2 0-1 0 0,3 1-285 0 0,1 1 1 0 0,-1-1 0 0 0,0 1 0 0 0,1-1 0 0 0,-1 0 0 0 0,1 1 0 0 0,-1-1 0 0 0,0 1 0 0 0,1 0 0 0 0,-1-1 0 0 0,1 1 0 0 0,0-1 0 0 0,-1 1 0 0 0,1 0 0 0 0,-1-1 0 0 0,1 1 0 0 0,0 0-1 0 0,0-1 1 0 0,-1 1 0 0 0,1 0 0 0 0,0-1 0 0 0,0 1 0 0 0,0 0 0 0 0,0 1 0 0 0,-4 22 920 0 0,3-20-883 0 0,-10 240 1684 0 0,10-181-1783 0 0,1-39-213 0 0,2 112 1 0 0,-1-122-443 0 0,1 1 0 0 0,0-1 0 0 0,2 0 1 0 0,-1 0-1 0 0,1 0 0 0 0,1-1 0 0 0,8 16 0 0 0,-4-15-1885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2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1 101 5985 0 0,'6'-23'940'0'0,"-4"13"655"0"0,0 1-1 0 0,1-1 1 0 0,1 0 0 0 0,-1 1-1 0 0,2 0 1 0 0,6-12 0 0 0,-8 67 2474 0 0,-9 29-3611 0 0,-3 115 711 0 0,9-153-1703 0 0,2-1 0 0 0,2 1 0 0 0,10 44-1 0 0,-7-51-7237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5 6913 0 0,'-2'-1'255'0'0,"0"0"-1"0"0,0 1 0 0 0,0-1 0 0 0,0 1 1 0 0,0-1-1 0 0,0 1 0 0 0,0 0 0 0 0,0 0 1 0 0,0 0-1 0 0,0 0 0 0 0,0 0 0 0 0,0 0 1 0 0,0 0-1 0 0,0 1 0 0 0,0-1 0 0 0,0 1 0 0 0,0 0 1 0 0,0-1-1 0 0,0 1 0 0 0,1 0 0 0 0,-1 0 1 0 0,0 0-1 0 0,0 0 0 0 0,1 1 0 0 0,-1-1 1 0 0,-2 2-1 0 0,-1 2 159 0 0,0 0 0 0 0,0 0 0 0 0,0 0 1 0 0,0 0-1 0 0,1 0 0 0 0,-6 11 0 0 0,2-1-145 0 0,0 0 0 0 0,2 0-1 0 0,0 1 1 0 0,1 0 0 0 0,0 0-1 0 0,1 0 1 0 0,1 1 0 0 0,1-1-1 0 0,0 1 1 0 0,1 19 0 0 0,1-28-208 0 0,1-1 1 0 0,0 0-1 0 0,0 1 1 0 0,0-1 0 0 0,1 0-1 0 0,0 0 1 0 0,1 0 0 0 0,0 0-1 0 0,0-1 1 0 0,0 1 0 0 0,1-1-1 0 0,0 1 1 0 0,0-1-1 0 0,0 0 1 0 0,1-1 0 0 0,0 1-1 0 0,0-1 1 0 0,1 0 0 0 0,-1 0-1 0 0,1-1 1 0 0,0 0 0 0 0,0 0-1 0 0,1 0 1 0 0,-1 0 0 0 0,10 3-1 0 0,-7-4-467 0 0,-1 0 0 0 0,1 0 0 0 0,-1-1 0 0 0,1 0 0 0 0,0-1 0 0 0,0 0 0 0 0,0 0 0 0 0,0-1 0 0 0,0 0 0 0 0,12-1 0 0 0,3-4-1296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25 175 11058 0 0,'-2'0'149'0'0,"0"-1"0"0"0,0 1-1 0 0,0 0 1 0 0,0 0 0 0 0,0 0-1 0 0,0 0 1 0 0,0 0-1 0 0,0 0 1 0 0,0 0 0 0 0,-3 1-1 0 0,6 0-35 0 0,-1-1-1 0 0,0 1 0 0 0,1-1 1 0 0,-1 1-1 0 0,1-1 0 0 0,-1 1 1 0 0,1-1-1 0 0,0 1 0 0 0,-1-1 1 0 0,1 0-1 0 0,-1 1 0 0 0,1-1 1 0 0,0 0-1 0 0,-1 1 0 0 0,1-1 1 0 0,0 0-1 0 0,-1 0 0 0 0,1 0 1 0 0,0 0-1 0 0,-1 0 0 0 0,1 0 1 0 0,0 0-1 0 0,1 0 0 0 0,20 2 742 0 0,-19-2-565 0 0,20 2 413 0 0,0 0 0 0 0,1 2 0 0 0,33 9 0 0 0,-49-10-609 0 0,0-1 0 0 0,0 1 0 0 0,0 0 0 0 0,-1 1 0 0 0,1 0 0 0 0,-1 0 0 0 0,0 0 0 0 0,0 1 0 0 0,0 0 0 0 0,-1 1 0 0 0,0-1 0 0 0,0 1 0 0 0,6 8 0 0 0,-6-1 372 0 0,-13-12 432 0 0,5-2-815 0 0,0 0 0 0 0,0-1 0 0 0,0 1 0 0 0,0 0 0 0 0,0-1 0 0 0,1 1 1 0 0,-1-1-1 0 0,0 1 0 0 0,1-1 0 0 0,0 0 0 0 0,-2-2 0 0 0,-1-4 29 0 0,1-1 1 0 0,-1 0-1 0 0,2 0 0 0 0,-1 0 0 0 0,2 0 1 0 0,-1 0-1 0 0,1-1 0 0 0,0 1 1 0 0,1 0-1 0 0,1-18 0 0 0,9-34-1297 0 0,7 5-5063 0 0,-5 24-967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0 252 4145 0 0,'3'9'520'0'0,"1"1"0"0"0,0 0 1 0 0,0-1-1 0 0,10 14 0 0 0,-13-21-253 0 0,0 0 0 0 0,0 0-1 0 0,0 0 1 0 0,1 0 0 0 0,-1 0 0 0 0,0 0-1 0 0,1-1 1 0 0,0 1 0 0 0,-1-1 0 0 0,1 1-1 0 0,0-1 1 0 0,0 0 0 0 0,0 1 0 0 0,0-1-1 0 0,0 0 1 0 0,0 0 0 0 0,0-1 0 0 0,1 1-1 0 0,-1 0 1 0 0,0-1 0 0 0,0 1 0 0 0,1-1-1 0 0,-1 0 1 0 0,0 0 0 0 0,0 1 0 0 0,1-2-1 0 0,2 1 1 0 0,-3-1-138 0 0,1-1 0 0 0,0 1-1 0 0,0-1 1 0 0,-1 1 0 0 0,1-1 0 0 0,-1 0-1 0 0,0 0 1 0 0,1 0 0 0 0,-1 0 0 0 0,0-1-1 0 0,0 1 1 0 0,0 0 0 0 0,-1-1 0 0 0,1 0-1 0 0,0 1 1 0 0,0-4 0 0 0,21-50-531 0 0,-20 47 425 0 0,26-106-557 0 0,-21 76 1127 0 0,15-43 0 0 0,-23 78 452 0 0,-3 8-297 0 0,-12 18 74 0 0,-17 35-350 0 0,26-44-423 0 0,1-1-1 0 0,0 1 0 0 0,0 0 0 0 0,2 0 1 0 0,0 0-1 0 0,0 0 0 0 0,0 15 0 0 0,2-24-248 0 0,1 0 0 0 0,0 0 0 0 0,0 0-1 0 0,1 0 1 0 0,-1-1 0 0 0,1 1-1 0 0,0 0 1 0 0,0 0 0 0 0,0-1 0 0 0,1 1-1 0 0,-1-1 1 0 0,1 1 0 0 0,0-1-1 0 0,0 1 1 0 0,0-1 0 0 0,0 0 0 0 0,1 0-1 0 0,-1 0 1 0 0,1 0 0 0 0,0-1-1 0 0,0 1 1 0 0,0-1 0 0 0,0 1-1 0 0,0-1 1 0 0,0 0 0 0 0,1 0 0 0 0,-1-1-1 0 0,1 1 1 0 0,4 1 0 0 0,7 1-5092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2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14 146 1840 0 0,'15'-14'1500'0'0,"-1"-1"0"0"0,0 0-1 0 0,-2-1 1 0 0,1 0-1 0 0,-2-1 1 0 0,19-36-1 0 0,-67 86 1791 0 0,34-28-3217 0 0,-14 16 412 0 0,-27 48 0 0 0,40-64-429 0 0,2 1 1 0 0,-1-1-1 0 0,1 0 0 0 0,-1 1 1 0 0,1 0-1 0 0,1-1 1 0 0,-1 1-1 0 0,1 0 0 0 0,0 0 1 0 0,1 0-1 0 0,-1 0 0 0 0,1 0 1 0 0,0 0-1 0 0,1 0 0 0 0,1 10 1 0 0,-2-14-123 0 0,1-1 0 0 0,-1 1 0 0 0,1 0 0 0 0,0 0 0 0 0,-1 0 1 0 0,1-1-1 0 0,0 1 0 0 0,0 0 0 0 0,0-1 0 0 0,0 1 0 0 0,0-1 0 0 0,1 1 1 0 0,-1-1-1 0 0,0 0 0 0 0,1 1 0 0 0,-1-1 0 0 0,1 0 0 0 0,-1 0 0 0 0,1 0 1 0 0,0 0-1 0 0,-1 0 0 0 0,1-1 0 0 0,0 1 0 0 0,0 0 0 0 0,-1-1 0 0 0,1 1 1 0 0,0-1-1 0 0,0 0 0 0 0,0 1 0 0 0,0-1 0 0 0,0 0 0 0 0,0 0 0 0 0,-1 0 1 0 0,1 0-1 0 0,0-1 0 0 0,0 1 0 0 0,0-1 0 0 0,0 1 0 0 0,0-1 0 0 0,-1 1 1 0 0,1-1-1 0 0,3-2 0 0 0,1 0-280 0 0,1 0-1 0 0,-1-1 1 0 0,0 0 0 0 0,0 0-1 0 0,0-1 1 0 0,-1 0 0 0 0,1 0 0 0 0,-1 0-1 0 0,8-12 1 0 0,17-41-627 0 0,-26 49 1385 0 0,0 0-1 0 0,0-1 0 0 0,1 2 0 0 0,0-1 0 0 0,0 0 0 0 0,1 1 1 0 0,0 0-1 0 0,1 0 0 0 0,0 1 0 0 0,8-8 0 0 0,-14 15-306 0 0,0-1 0 0 0,0 1 0 0 0,0-1 0 0 0,-1 0-1 0 0,1 1 1 0 0,0-1 0 0 0,0 1 0 0 0,0 0 0 0 0,1-1 0 0 0,-1 1-1 0 0,0 0 1 0 0,0 0 0 0 0,0 0 0 0 0,0 0 0 0 0,0 0 0 0 0,0 0 0 0 0,0 0-1 0 0,0 0 1 0 0,0 0 0 0 0,0 0 0 0 0,0 0 0 0 0,0 1 0 0 0,0-1-1 0 0,0 0 1 0 0,0 1 0 0 0,0-1 0 0 0,0 1 0 0 0,0-1 0 0 0,0 1 0 0 0,0 0-1 0 0,0-1 1 0 0,0 1 0 0 0,0 0 0 0 0,-1 0 0 0 0,1-1 0 0 0,0 1 0 0 0,-1 0-1 0 0,1 0 1 0 0,0 0 0 0 0,-1 0 0 0 0,1 0 0 0 0,0 1 0 0 0,3 7 96 0 0,-1 0 1 0 0,1 0-1 0 0,-1 0 1 0 0,1 11-1 0 0,2 2-28 0 0,9 10-946 0 0,-6-15-190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25 5065 0 0,'-31'-24'12397'0'0,"27"40"-9876"0"0,-1 32-1586 0 0,2 1 0 0 0,3-1 0 0 0,6 65 0 0 0,12 16-2098 0 0,5-2-4835 0 0,-15-89-1122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27 255 11979 0 0,'-2'0'75'0'0,"0"-1"0"0"0,1 0 1 0 0,-1 0-1 0 0,1 0 0 0 0,-1 0 1 0 0,1 0-1 0 0,-1 0 0 0 0,1 0 1 0 0,0 0-1 0 0,-1-1 0 0 0,1 1 1 0 0,0 0-1 0 0,0-1 0 0 0,0 1 1 0 0,0-1-1 0 0,0 0 0 0 0,0 1 1 0 0,1-1-1 0 0,-1 0 0 0 0,0-2 1 0 0,1 1 79 0 0,0-1 1 0 0,1 1-1 0 0,-1 0 1 0 0,1-1 0 0 0,0 1-1 0 0,0 0 1 0 0,0 0 0 0 0,0 0-1 0 0,0 0 1 0 0,4-6 0 0 0,3-4 61 0 0,1 0 0 0 0,0 1 1 0 0,1 0-1 0 0,0 0 0 0 0,1 1 1 0 0,0 0-1 0 0,0 1 0 0 0,1 1 1 0 0,15-10-1 0 0,-14 10-1025 0 0,1 1 0 0 0,0 0 0 0 0,0 1 1 0 0,1 1-1 0 0,0 0 0 0 0,0 1 0 0 0,0 1 0 0 0,30-5 1 0 0,-27 8 605 0 0,0 2 0 0 0,28 2 0 0 0,-23 0 202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3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7 225 4145 0 0,'0'2'162'0'0,"-1"-1"1"0"0,0 1-1 0 0,0 0 1 0 0,0-1-1 0 0,1 1 1 0 0,-1 0-1 0 0,1-1 1 0 0,-1 1-1 0 0,1 0 1 0 0,0 0-1 0 0,0-1 1 0 0,0 1-1 0 0,0 0 1 0 0,0 0-1 0 0,0-1 0 0 0,0 1 1 0 0,1 0-1 0 0,-1 0 1 0 0,0-1-1 0 0,1 1 1 0 0,0 0-1 0 0,-1-1 1 0 0,1 1-1 0 0,0 0 1 0 0,0-1-1 0 0,0 1 1 0 0,0-1-1 0 0,0 1 1 0 0,0-1-1 0 0,2 2 1 0 0,-1-2 88 0 0,0 0 1 0 0,0 0 0 0 0,0 1-1 0 0,0-1 1 0 0,0-1 0 0 0,0 1-1 0 0,1 0 1 0 0,-1 0 0 0 0,0-1-1 0 0,1 1 1 0 0,-1-1 0 0 0,0 0-1 0 0,1 0 1 0 0,-1 0 0 0 0,0 0-1 0 0,1 0 1 0 0,-1 0 0 0 0,1-1-1 0 0,-1 1 1 0 0,0-1 0 0 0,0 0-1 0 0,4-1 1 0 0,5-3 87 0 0,-1 0 1 0 0,0-1-1 0 0,0 0 1 0 0,0-1-1 0 0,-1 0 1 0 0,0 0-1 0 0,0-1 1 0 0,-1-1-1 0 0,0 1 1 0 0,13-18-1 0 0,-16 18-210 0 0,0 0 0 0 0,0 0 0 0 0,0 0 0 0 0,-1-1-1 0 0,0 0 1 0 0,0 0 0 0 0,-1 0 0 0 0,-1 0-1 0 0,1 0 1 0 0,-1 0 0 0 0,-1-1 0 0 0,0 1-1 0 0,0-17 1 0 0,-1 24-90 0 0,0 0-1 0 0,0-1 1 0 0,-1 1-1 0 0,1 0 1 0 0,0 0 0 0 0,-1-1-1 0 0,0 1 1 0 0,1 0 0 0 0,-1 0-1 0 0,0 0 1 0 0,0 0-1 0 0,0 0 1 0 0,0 0 0 0 0,-1 0-1 0 0,1 0 1 0 0,0 0-1 0 0,-1 1 1 0 0,1-1 0 0 0,-1 0-1 0 0,-2-1 1 0 0,2 2 11 0 0,0 0-1 0 0,0 1 1 0 0,0-1 0 0 0,0 0 0 0 0,0 1-1 0 0,-1 0 1 0 0,1-1 0 0 0,0 1 0 0 0,0 0-1 0 0,0 0 1 0 0,-1 0 0 0 0,1 0 0 0 0,0 1 0 0 0,0-1-1 0 0,0 1 1 0 0,-4 1 0 0 0,-3 1 40 0 0,0 1 0 0 0,0 0 0 0 0,1 1 0 0 0,0 0 0 0 0,0 0 0 0 0,0 1 0 0 0,-14 12 0 0 0,16-11-62 0 0,-1 0 1 0 0,1 1 0 0 0,0-1 0 0 0,0 1 0 0 0,1 1 0 0 0,0-1 0 0 0,1 1 0 0 0,0-1 0 0 0,0 1 0 0 0,1 1-1 0 0,0-1 1 0 0,-3 17 0 0 0,6-20-50 0 0,-1 0-1 0 0,1 0 1 0 0,0 0 0 0 0,0 0-1 0 0,1 0 1 0 0,0 0 0 0 0,0 0-1 0 0,0 0 1 0 0,1 0-1 0 0,0 0 1 0 0,0 0 0 0 0,0-1-1 0 0,1 1 1 0 0,-1-1 0 0 0,2 0-1 0 0,-1 0 1 0 0,0 0-1 0 0,1 0 1 0 0,0 0 0 0 0,0-1-1 0 0,7 6 1 0 0,-1-2-408 0 0,1 0 0 0 0,0-1 0 0 0,1 0 0 0 0,0 0 0 0 0,0-1 0 0 0,0-1 0 0 0,1 0 0 0 0,19 4 0 0 0,7 0-6504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4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197 6 9218 0 0,'0'0'185'0'0,"-1"-1"0"0"0,1 1 0 0 0,-1-1 0 0 0,0 1 0 0 0,1-1 0 0 0,-1 1 0 0 0,0 0 0 0 0,1-1 0 0 0,-1 1 0 0 0,0 0 0 0 0,1-1 0 0 0,-1 1 0 0 0,0 0 0 0 0,1 0 0 0 0,-1 0 0 0 0,0 0 0 0 0,0 0 0 0 0,1 0 0 0 0,-1 0 0 0 0,0 0 0 0 0,0 0 0 0 0,1 0 1 0 0,-1 0-1 0 0,0 0 0 0 0,0 0 0 0 0,1 0 0 0 0,-1 1 0 0 0,-1-1 0 0 0,-23 6 2515 0 0,19-3-2553 0 0,1 1 1 0 0,-1-1-1 0 0,1 1 1 0 0,0 0-1 0 0,0 0 0 0 0,1 0 1 0 0,-1 1-1 0 0,1-1 1 0 0,0 1-1 0 0,0 0 1 0 0,1 1-1 0 0,-1-1 1 0 0,-2 7-1 0 0,1-2 66 0 0,-1 1-1 0 0,2 1 1 0 0,0-1 0 0 0,0 0-1 0 0,1 1 1 0 0,-2 12-1 0 0,4-19-212 0 0,1 0 0 0 0,-1 0 0 0 0,1 1 0 0 0,0-1 0 0 0,1 0-1 0 0,-1 0 1 0 0,1 1 0 0 0,0-1 0 0 0,0 0 0 0 0,1 0-1 0 0,-1 0 1 0 0,1 0 0 0 0,1-1 0 0 0,-1 1 0 0 0,0 0 0 0 0,1-1-1 0 0,0 1 1 0 0,0-1 0 0 0,7 7 0 0 0,2 0 3 0 0,0-2 0 0 0,0 0 0 0 0,1 0 0 0 0,0-1 0 0 0,23 10 0 0 0,-27-14 20 0 0,0 1-1 0 0,-1 0 1 0 0,1 1 0 0 0,-1-1-1 0 0,0 2 1 0 0,9 8 0 0 0,-16-14-27 0 0,0 1 0 0 0,1-1 0 0 0,-1 0 0 0 0,0 1 0 0 0,0-1 0 0 0,0 1 0 0 0,0 0 0 0 0,-1-1 0 0 0,1 1 0 0 0,0 0 0 0 0,-1 0 0 0 0,1-1 0 0 0,-1 1 0 0 0,1 0 0 0 0,-1 0 0 0 0,0 0 0 0 0,0-1 0 0 0,0 1 0 0 0,0 0 0 0 0,0 0 0 0 0,0 0 0 0 0,0 0 1 0 0,-1-1-1 0 0,1 1 0 0 0,-1 0 0 0 0,1 0 0 0 0,-1-1 0 0 0,0 1 0 0 0,0 0 0 0 0,0-1 0 0 0,0 1 0 0 0,0-1 0 0 0,0 1 0 0 0,0-1 0 0 0,0 1 0 0 0,0-1 0 0 0,-1 0 0 0 0,1 1 0 0 0,-1-1 0 0 0,1 0 0 0 0,-3 1 0 0 0,-20 15 1 0 0,-1-2 0 0 0,-1-1 0 0 0,1-1-1 0 0,-47 15 1 0 0,25-9-1508 0 0,22-9-5426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3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0 382 9674 0 0,'22'-16'2566'0'0,"-1"-2"-1484"0"0,-1-1 0 0 0,0 0 0 0 0,-1-1 0 0 0,29-42 0 0 0,-43 55-1104 0 0,-1 0-1 0 0,1-1 1 0 0,-1 0-1 0 0,-1 0 1 0 0,1 0-1 0 0,-2 0 1 0 0,1-1-1 0 0,-1 1 1 0 0,0-1 0 0 0,-1 1-1 0 0,0-1 1 0 0,0 0-1 0 0,-1 0 1 0 0,0 1-1 0 0,0-1 1 0 0,-1 0-1 0 0,0 1 1 0 0,-1-1-1 0 0,-3-12 1 0 0,4 19-3 0 0,0 0-1 0 0,0-1 1 0 0,0 1 0 0 0,0 0-1 0 0,0 0 1 0 0,0 0-1 0 0,0 0 1 0 0,-1 0 0 0 0,1 0-1 0 0,-1 0 1 0 0,1 0 0 0 0,-1 0-1 0 0,0 1 1 0 0,0-1 0 0 0,0 0-1 0 0,0 1 1 0 0,-4-2 0 0 0,4 2 4 0 0,1 0 0 0 0,-1 1 1 0 0,0 0-1 0 0,0-1 1 0 0,0 1-1 0 0,0 0 1 0 0,0 0-1 0 0,0 0 0 0 0,-1 0 1 0 0,1 1-1 0 0,1-1 1 0 0,-1 1-1 0 0,0-1 1 0 0,0 1-1 0 0,0-1 0 0 0,0 1 1 0 0,-2 1-1 0 0,-2 1-30 0 0,1 1 0 0 0,0 0-1 0 0,0 0 1 0 0,0 0-1 0 0,0 0 1 0 0,0 1-1 0 0,1 0 1 0 0,0 0 0 0 0,0 0-1 0 0,0 0 1 0 0,1 0-1 0 0,-4 7 1 0 0,5-7 0 0 0,0-1 1 0 0,0 1-1 0 0,1-1 0 0 0,-1 1 1 0 0,1 0-1 0 0,0 0 0 0 0,0 0 1 0 0,0 0-1 0 0,1 0 0 0 0,0 0 1 0 0,0 0-1 0 0,0 0 0 0 0,1-1 0 0 0,-1 1 1 0 0,1 0-1 0 0,0 0 0 0 0,1 0 1 0 0,2 8-1 0 0,0-7-12 0 0,-1-1-1 0 0,1 1 1 0 0,0-1 0 0 0,0 0-1 0 0,1 0 1 0 0,-1 0 0 0 0,1 0-1 0 0,0-1 1 0 0,1 0 0 0 0,-1 0-1 0 0,1 0 1 0 0,0-1 0 0 0,9 5-1 0 0,-5-3 26 0 0,0-1 0 0 0,1 0-1 0 0,0-1 1 0 0,-1 0-1 0 0,1 0 1 0 0,0-1 0 0 0,0-1-1 0 0,1 0 1 0 0,-1 0 0 0 0,0-1-1 0 0,0-1 1 0 0,0 0-1 0 0,0 0 1 0 0,0-1 0 0 0,0 0-1 0 0,11-5 1 0 0,-13 4-20 0 0,0-1 0 0 0,0 0 0 0 0,0-1-1 0 0,-1 0 1 0 0,0 0 0 0 0,0-1 0 0 0,0 0 0 0 0,-1 0 0 0 0,0-1 0 0 0,0 0 0 0 0,-1 0 0 0 0,1 0 0 0 0,-1-1-1 0 0,-1 0 1 0 0,0 0 0 0 0,0-1 0 0 0,-1 0 0 0 0,7-16 0 0 0,-3-1 1475 0 0,8-48-1 0 0,-5 51 4608 0 0,9 59-5088 0 0,52 94 247 0 0,-47-89-979 0 0,-2 0 0 0 0,29 75 0 0 0,-20-1-160 0 0,-11-33-3998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1 141 4609 0 0,'0'-3'48'0'0,"0"-1"-1"0"0,-1 1 1 0 0,1-1-1 0 0,0 1 1 0 0,1-1-1 0 0,-1 1 1 0 0,1-1-1 0 0,0 1 1 0 0,-1-1-1 0 0,2 1 1 0 0,-1 0-1 0 0,0-1 1 0 0,1 1 0 0 0,2-5-1 0 0,0 4 200 0 0,0-1 0 0 0,1 1 0 0 0,0 0 0 0 0,-1 0 0 0 0,2 0 0 0 0,-1 1 0 0 0,8-5 0 0 0,2 0 539 0 0,0 0 1 0 0,1 1-1 0 0,-1 1 1 0 0,1 0 0 0 0,23-4-1 0 0,-33 9-398 0 0,-1 0-1 0 0,1 0 0 0 0,0 1 0 0 0,-1 0 1 0 0,1 0-1 0 0,0 0 0 0 0,0 1 0 0 0,10 2 1 0 0,-13-2-185 0 0,-1 0 1 0 0,1 0 0 0 0,0 1-1 0 0,-1-1 1 0 0,1 0 0 0 0,-1 1-1 0 0,1 0 1 0 0,-1 0-1 0 0,0 0 1 0 0,0 0 0 0 0,0 0-1 0 0,0 0 1 0 0,0 0 0 0 0,0 0-1 0 0,0 1 1 0 0,-1-1 0 0 0,1 1-1 0 0,1 3 1 0 0,-2-2-64 0 0,0 0 1 0 0,0 1-1 0 0,0-1 0 0 0,0 1 0 0 0,0-1 1 0 0,-1 1-1 0 0,0-1 0 0 0,0 1 0 0 0,0-1 1 0 0,-1 1-1 0 0,1-1 0 0 0,-1 0 0 0 0,0 1 0 0 0,0-1 1 0 0,-1 0-1 0 0,1 1 0 0 0,-1-1 0 0 0,0 0 1 0 0,0 0-1 0 0,-1 0 0 0 0,-2 4 0 0 0,-3 3-391 0 0,-1 1-1 0 0,0-1 0 0 0,-1-1 1 0 0,0 0-1 0 0,-15 12 0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5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6449 0 0,'0'0'499'0'0,"-6"1"160"0"0,0 0 0 0 0,0 1-1 0 0,0 0 1 0 0,0 0 0 0 0,0 1-1 0 0,1 0 1 0 0,-1 0 0 0 0,-5 4-1 0 0,-1 0 430 0 0,-6 3-115 0 0,1 1-1 0 0,0 1 0 0 0,-28 25 0 0 0,36-28-833 0 0,0 0 0 0 0,0 0 0 0 0,1 1 0 0 0,0 0-1 0 0,1 1 1 0 0,0 0 0 0 0,-7 16 0 0 0,13-26-125 0 0,0 1 1 0 0,0-1-1 0 0,1 1 0 0 0,-1-1 0 0 0,0 1 0 0 0,1 0 1 0 0,-1-1-1 0 0,1 1 0 0 0,0 0 0 0 0,-1-1 1 0 0,1 1-1 0 0,0 0 0 0 0,0 0 0 0 0,0-1 0 0 0,0 1 1 0 0,0 0-1 0 0,1 0 0 0 0,-1-1 0 0 0,0 1 1 0 0,1 0-1 0 0,0-1 0 0 0,-1 1 0 0 0,1-1 1 0 0,0 1-1 0 0,0 0 0 0 0,-1-1 0 0 0,1 0 0 0 0,0 1 1 0 0,1-1-1 0 0,-1 1 0 0 0,0-1 0 0 0,0 0 1 0 0,3 2-1 0 0,-1-2-96 0 0,0 0 0 0 0,0 0 0 0 0,0 0 0 0 0,0 0-1 0 0,0-1 1 0 0,0 1 0 0 0,0-1 0 0 0,1 0 0 0 0,-1 0 0 0 0,0 0 0 0 0,0 0 0 0 0,0-1 0 0 0,0 1 0 0 0,0-1 0 0 0,1 0 0 0 0,-1 0 0 0 0,5-2-1 0 0,8-5-148 0 0,0-1 0 0 0,0-1 0 0 0,-1 0 0 0 0,0-1-1 0 0,-1-1 1 0 0,0 0 0 0 0,21-25 0 0 0,-11 12 866 0 0,-22 24-478 0 0,-1-1 0 0 0,1 0 1 0 0,-1 1-1 0 0,1 0 1 0 0,0-1-1 0 0,0 1 0 0 0,-1 0 1 0 0,1 0-1 0 0,0 0 1 0 0,0 0-1 0 0,0 0 0 0 0,0 1 1 0 0,0-1-1 0 0,3 0 1 0 0,-4 1-69 0 0,0 0 1 0 0,0 0-1 0 0,0 0 1 0 0,1 1 0 0 0,-1-1-1 0 0,0 0 1 0 0,0 0 0 0 0,0 1-1 0 0,0-1 1 0 0,0 1-1 0 0,1-1 1 0 0,-1 1 0 0 0,0 0-1 0 0,0-1 1 0 0,0 1-1 0 0,-1 0 1 0 0,1-1 0 0 0,2 3-1 0 0,2 4 65 0 0,-1 0 0 0 0,1 0 0 0 0,-1 1 0 0 0,-1-1 0 0 0,1 1 0 0 0,1 9 0 0 0,14 24-1664 0 0,-11-29 223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1 150 4145 0 0,'0'-1'167'0'0,"0"1"-1"0"0,0-1 1 0 0,0 0 0 0 0,1 1-1 0 0,-1-1 1 0 0,0 0-1 0 0,1 1 1 0 0,-1-1 0 0 0,0 0-1 0 0,1 1 1 0 0,-1-1 0 0 0,1 1-1 0 0,-1-1 1 0 0,1 1 0 0 0,0-1-1 0 0,-1 1 1 0 0,1-1 0 0 0,-1 1-1 0 0,1-1 1 0 0,0 1 0 0 0,-1 0-1 0 0,1-1 1 0 0,0 1 0 0 0,-1 0-1 0 0,1 0 1 0 0,1-1 0 0 0,23 4 3113 0 0,32 23 343 0 0,-43-18-3056 0 0,-1-2-6 0 0,-7-4-310 0 0,0 0 1 0 0,0 1-1 0 0,0 0 0 0 0,0 0 1 0 0,-1 1-1 0 0,1-1 0 0 0,-1 1 1 0 0,0 0-1 0 0,0 1 0 0 0,0-1 1 0 0,4 6-1 0 0,-16-12 2622 0 0,-4-9-2161 0 0,9 5-688 0 0,1 1 0 0 0,-1-1 1 0 0,1 1-1 0 0,1-1 0 0 0,-1 0 0 0 0,1 1 0 0 0,-1-1 1 0 0,2 1-1 0 0,-1-1 0 0 0,1 0 0 0 0,0 1 0 0 0,0-1 1 0 0,0 1-1 0 0,1-1 0 0 0,0 1 0 0 0,0 0 0 0 0,0-1 1 0 0,4-5-1 0 0,-1 1-618 0 0,1 0 0 0 0,0 1 1 0 0,1 0-1 0 0,0 0 0 0 0,0 0 0 0 0,1 1 1 0 0,0 0-1 0 0,11-8 0 0 0,-1 3-6221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6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0 2761 0 0,'-51'10'6101'0'0,"37"-8"-5131"0"0,0 0 0 0 0,1 1-1 0 0,-15 6 1 0 0,22-7-919 0 0,1 1 0 0 0,0-1-1 0 0,0 1 1 0 0,0 1 0 0 0,0-1-1 0 0,0 0 1 0 0,1 1 0 0 0,-1 0-1 0 0,1 0 1 0 0,-7 10 0 0 0,2-2 179 0 0,0 1-1 0 0,1 0 1 0 0,0 0 0 0 0,-7 18 0 0 0,14-27-177 0 0,-1 0-1 0 0,1 0 1 0 0,-1 0 0 0 0,1 0 0 0 0,0 0-1 0 0,0 1 1 0 0,1-1 0 0 0,0 0 0 0 0,-1 0-1 0 0,1 1 1 0 0,1-1 0 0 0,-1 0-1 0 0,1 0 1 0 0,-1 0 0 0 0,1 1 0 0 0,0-1-1 0 0,1 0 1 0 0,-1 0 0 0 0,1 0 0 0 0,2 4-1 0 0,-4-7-58 0 0,1 0 0 0 0,-1-1-1 0 0,1 1 1 0 0,-1 0 0 0 0,1-1-1 0 0,-1 1 1 0 0,1-1-1 0 0,0 1 1 0 0,-1-1 0 0 0,1 1-1 0 0,0-1 1 0 0,-1 0 0 0 0,1 1-1 0 0,0-1 1 0 0,-1 0 0 0 0,1 1-1 0 0,0-1 1 0 0,0 0-1 0 0,-1 0 1 0 0,1 0 0 0 0,0 0-1 0 0,0 0 1 0 0,0 0 0 0 0,-1 0-1 0 0,2 0 1 0 0,21-11-569 0 0,13-25-537 0 0,-35 35 1092 0 0,40-54-1367 0 0,-30 39 1327 0 0,0 1 0 0 0,0 0-1 0 0,19-18 1 0 0,-29 33 137 0 0,-1-1 1 0 0,0 1 0 0 0,1-1 0 0 0,-1 1 0 0 0,1 0-1 0 0,-1-1 1 0 0,1 1 0 0 0,-1 0 0 0 0,1-1-1 0 0,-1 1 1 0 0,1 0 0 0 0,-1 0 0 0 0,1-1 0 0 0,-1 1-1 0 0,1 0 1 0 0,0 0 0 0 0,-1 0 0 0 0,1 0 0 0 0,-1 0-1 0 0,1 0 1 0 0,0 0 0 0 0,-1 0 0 0 0,1 0-1 0 0,-1 0 1 0 0,1 0 0 0 0,-1 0 0 0 0,1 0 0 0 0,0 0-1 0 0,-1 1 1 0 0,1-1 0 0 0,-1 0 0 0 0,1 0 0 0 0,-1 1-1 0 0,1-1 1 0 0,-1 0 0 0 0,1 1 0 0 0,-1-1-1 0 0,0 1 1 0 0,1-1 0 0 0,-1 0 0 0 0,1 1 0 0 0,-1-1-1 0 0,0 1 1 0 0,1-1 0 0 0,-1 1 0 0 0,0-1 0 0 0,0 1-1 0 0,1-1 1 0 0,-1 1 0 0 0,0 0 0 0 0,0-1-1 0 0,0 2 1 0 0,10 39 1199 0 0,-7-27-1042 0 0,-2-7-412 0 0,1-1 0 0 0,1 0 0 0 0,-1 0 1 0 0,1 0-1 0 0,0 0 0 0 0,0 0 0 0 0,0 0 0 0 0,1-1 0 0 0,0 1 0 0 0,0-1 0 0 0,1 0 0 0 0,-1 0 0 0 0,9 5 1 0 0,7 6-5403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6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20 11522 0 0,'3'-11'294'0'0,"-1"2"2367"0"0,-6 19 507 0 0,-6 17-2508 0 0,1 2 1 0 0,1-1-1 0 0,2 1 0 0 0,1 0 0 0 0,1 1 0 0 0,1-1 1 0 0,2 1-1 0 0,3 36 0 0 0,3-3-1475 0 0,4-1 0 0 0,29 112 0 0 0,-30-145-6788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21 104 6913 0 0,'-1'0'45'0'0,"0"-1"-1"0"0,-1 1 0 0 0,1 0 1 0 0,0-1-1 0 0,0 1 0 0 0,-1-1 1 0 0,1 1-1 0 0,0-1 0 0 0,0 0 0 0 0,0 1 1 0 0,-1-1-1 0 0,1 0 0 0 0,0 0 1 0 0,0 0-1 0 0,-1-1 0 0 0,2 1-22 0 0,0 1-1 0 0,0-1 0 0 0,-1 1 0 0 0,1-1 0 0 0,0 1 1 0 0,0-1-1 0 0,0 1 0 0 0,0-1 0 0 0,0 1 0 0 0,0-1 1 0 0,0 1-1 0 0,0-1 0 0 0,0 1 0 0 0,1-1 0 0 0,-1 1 1 0 0,0-1-1 0 0,0 1 0 0 0,0-1 0 0 0,0 1 0 0 0,1-1 1 0 0,-1 1-1 0 0,0-1 0 0 0,1 1 0 0 0,-1 0 0 0 0,0-1 1 0 0,1 0-1 0 0,4-3 87 0 0,0 0 1 0 0,0-1-1 0 0,0 2 1 0 0,12-7-1 0 0,-16 9-107 0 0,15-7-837 0 0,0 1 1 0 0,0 1-1 0 0,0 1 1 0 0,0 0 0 0 0,30-4-1 0 0,-17 3 278 0 0,-4 0 448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1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0 6913 0 0,'-2'4'701'0'0,"1"0"0"0"0,0 0-1 0 0,0 1 1 0 0,0-1-1 0 0,1 0 1 0 0,-1 0 0 0 0,1 0-1 0 0,0 8 1 0 0,0-5 158 0 0,-1 31 2247 0 0,7 72 1 0 0,-4-93-3599 0 0,1 0-1 0 0,0-1 1 0 0,2 1 0 0 0,0-1 0 0 0,1 0-1 0 0,12 25 1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3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0 8754 0 0,'-4'0'384'0'0,"1"0"88"0"0,3 1-376 0 0,0 1-96 0 0,0-1 0 0 0,2 1 0 0 0,-1-1-144 0 0,1 2-48 0 0,0 2 0 0 0,3 4-8 0 0,2 2 200 0 0,1 3-64 0 0,3 3 64 0 0,2 1 0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7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27 136 1840 0 0,'0'4'401'0'0,"-1"-1"-1"0"0,0 1 0 0 0,0 0 0 0 0,0 0 0 0 0,0 0 0 0 0,-1-1 0 0 0,-2 6 0 0 0,-8 24 3442 0 0,12-31-3688 0 0,0 0 0 0 0,-1 0 0 0 0,1 0 0 0 0,0 0 0 0 0,0 0 0 0 0,1 0 0 0 0,-1 0 0 0 0,0 0 0 0 0,1 1 0 0 0,-1-2 0 0 0,1 1 0 0 0,-1 0 0 0 0,1 0 0 0 0,0 0 0 0 0,0 0 0 0 0,0 0 0 0 0,0 0 0 0 0,0-1 0 0 0,1 1 0 0 0,-1-1 0 0 0,0 1 0 0 0,1-1 0 0 0,-1 1 0 0 0,1-1 0 0 0,0 0 0 0 0,3 3 0 0 0,-2-3 42 0 0,0 0-1 0 0,1 1 1 0 0,-1-1 0 0 0,0 0-1 0 0,1-1 1 0 0,-1 1-1 0 0,1-1 1 0 0,-1 1-1 0 0,1-1 1 0 0,0 0-1 0 0,-1 0 1 0 0,1-1 0 0 0,-1 1-1 0 0,5-2 1 0 0,-5 2-119 0 0,-1-1 0 0 0,1 0 0 0 0,0 0 0 0 0,-1 0 0 0 0,1 0 0 0 0,-1 0 0 0 0,0 0 0 0 0,1 0 0 0 0,-1-1 0 0 0,0 0 0 0 0,0 1 0 0 0,0-1 0 0 0,0 0 0 0 0,0 0 0 0 0,0 0 0 0 0,0 0 0 0 0,2-4 0 0 0,-3 4-94 0 0,-1 0-1 0 0,1 0 1 0 0,-1 0 0 0 0,0 0 0 0 0,0 0-1 0 0,1-1 1 0 0,-1 1 0 0 0,0 0 0 0 0,-1 0 0 0 0,1 0-1 0 0,0 0 1 0 0,-1 0 0 0 0,1 0 0 0 0,-1 0-1 0 0,0 0 1 0 0,1 0 0 0 0,-1 0 0 0 0,0 1-1 0 0,0-1 1 0 0,0 0 0 0 0,0 0 0 0 0,-1 1-1 0 0,1-1 1 0 0,0 0 0 0 0,-1 1 0 0 0,1 0-1 0 0,-4-3 1 0 0,2 2-176 0 0,0 0 1 0 0,-1-1-1 0 0,1 1 0 0 0,-1 1 0 0 0,0-1 0 0 0,1 0 0 0 0,-1 1 0 0 0,0 0 0 0 0,0 0 1 0 0,0 0-1 0 0,-5 0 0 0 0,-41-3-2777 0 0,41 3-636 0 0,23-9 3508 0 0,0-1 0 0 0,0-1 1 0 0,18-20-1 0 0,-25 23 452 0 0,1 0 0 0 0,1 1 0 0 0,-1 0 0 0 0,1 0 0 0 0,1 1 0 0 0,-1 0 0 0 0,1 1 0 0 0,1 0 1 0 0,-1 0-1 0 0,16-5 0 0 0,-25 11-261 0 0,-1-1 1 0 0,1 1-1 0 0,0 0 1 0 0,0 0-1 0 0,0 0 1 0 0,-1 0 0 0 0,1 0-1 0 0,0 0 1 0 0,0 0-1 0 0,0 0 1 0 0,0 0-1 0 0,-1 0 1 0 0,1 0-1 0 0,0 0 1 0 0,0 0-1 0 0,0 1 1 0 0,-1-1-1 0 0,1 0 1 0 0,0 1 0 0 0,0-1-1 0 0,-1 1 1 0 0,1-1-1 0 0,0 1 1 0 0,-1-1-1 0 0,1 1 1 0 0,0-1-1 0 0,-1 1 1 0 0,1-1-1 0 0,-1 1 1 0 0,1 0 0 0 0,-1-1-1 0 0,1 1 1 0 0,-1 0-1 0 0,1 1 1 0 0,7 34 571 0 0,-2-4-1030 0 0,-5-30 342 0 0,0 0 1 0 0,0 0-1 0 0,0 0 0 0 0,0 0 1 0 0,0-1-1 0 0,0 1 0 0 0,1-1 1 0 0,-1 1-1 0 0,0 0 0 0 0,1-1 1 0 0,0 0-1 0 0,-1 1 1 0 0,1-1-1 0 0,0 0 0 0 0,-1 0 1 0 0,1 0-1 0 0,0 0 0 0 0,0 0 1 0 0,0-1-1 0 0,0 1 0 0 0,0 0 1 0 0,0-1-1 0 0,0 0 1 0 0,0 1-1 0 0,0-1 0 0 0,0 0 1 0 0,0 0-1 0 0,1 0 0 0 0,-1 0 1 0 0,0-1-1 0 0,0 1 0 0 0,0 0 1 0 0,0-1-1 0 0,2 0 0 0 0,7-4 153 0 0,0 0-1 0 0,0 0 1 0 0,0-1 0 0 0,19-14-1 0 0,-1 1 151 0 0,-19 13-164 0 0,-3 2 229 0 0,-1 0 0 0 0,1 0 0 0 0,0 1 0 0 0,12-5 0 0 0,-18 8-241 0 0,0-1 0 0 0,1 1 0 0 0,-1 0 0 0 0,0 0 0 0 0,0 0 0 0 0,0 0 0 0 0,0 0 1 0 0,0 0-1 0 0,0 0 0 0 0,0 0 0 0 0,0 0 0 0 0,0 0 0 0 0,0 0 0 0 0,0 1 0 0 0,0-1 0 0 0,0 0 0 0 0,0 1 0 0 0,0-1 0 0 0,0 1 0 0 0,0-1 0 0 0,0 1 0 0 0,0-1 0 0 0,0 1 1 0 0,0 0-1 0 0,0 0 0 0 0,-1-1 0 0 0,1 1 0 0 0,0 0 0 0 0,-1 0 0 0 0,1 0 0 0 0,0 0 0 0 0,-1 0 0 0 0,1 0 0 0 0,-1-1 0 0 0,1 1 0 0 0,-1 1 0 0 0,0-1 0 0 0,1 0 0 0 0,-1 0 1 0 0,0 1-1 0 0,3 9 200 0 0,-1-1-326 0 0,0 0 0 0 0,1 0-1 0 0,0 0 1 0 0,0 0 0 0 0,1-1 0 0 0,1 0 0 0 0,0 0 0 0 0,0 0-1 0 0,9 12 1 0 0,-1-7-949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8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 11058 0 0,'-21'74'1625'0'0,"14"-47"-1389"0"0,2 0 0 0 0,0 0 0 0 0,2 1 0 0 0,1-1 0 0 0,2 46 0 0 0,0-72-221 0 0,0 1 0 0 0,1-1 0 0 0,-1 1-1 0 0,0-1 1 0 0,1 0 0 0 0,-1 1 0 0 0,0-1 0 0 0,1 0 0 0 0,0 1 0 0 0,-1-1-1 0 0,1 0 1 0 0,0 0 0 0 0,0 1 0 0 0,0-1 0 0 0,-1 0 0 0 0,3 1-1 0 0,-2-1-6 0 0,-1-1 0 0 0,1 0-1 0 0,0 1 1 0 0,-1-1-1 0 0,1 0 1 0 0,0 0-1 0 0,0 0 1 0 0,-1 1-1 0 0,1-1 1 0 0,0 0 0 0 0,0 0-1 0 0,-1 0 1 0 0,1 0-1 0 0,0 0 1 0 0,0 0-1 0 0,-1 0 1 0 0,1-1-1 0 0,0 1 1 0 0,0 0-1 0 0,-1 0 1 0 0,2-1 0 0 0,1-1-20 0 0,0 1 1 0 0,-1-1 0 0 0,0 1 0 0 0,1-1 0 0 0,-1 0 0 0 0,0 0 0 0 0,0 0 0 0 0,0-1-1 0 0,0 1 1 0 0,0 0 0 0 0,0-1 0 0 0,-1 1 0 0 0,3-5 0 0 0,4-15 189 0 0,0 0 1 0 0,-2 0 0 0 0,0-1 0 0 0,-2 0-1 0 0,0 0 1 0 0,-2 0 0 0 0,0-32-1 0 0,21 102 2739 0 0,-20-41-2873 0 0,1 0 1 0 0,-1-1-1 0 0,1 1 0 0 0,1-1 0 0 0,-1 0 1 0 0,1 0-1 0 0,-1-1 0 0 0,1 0 0 0 0,1 1 1 0 0,-1-2-1 0 0,1 1 0 0 0,-1-1 0 0 0,1 1 1 0 0,0-2-1 0 0,10 5 0 0 0,-8-5-332 0 0,0 0-1 0 0,0 0 1 0 0,0 0-1 0 0,0-1 0 0 0,0 0 1 0 0,0-1-1 0 0,14-1 1 0 0,2-2-5890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8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0 14283 0 0,'-2'1'87'0'0,"0"-1"0"0"0,0 1 0 0 0,1-1 1 0 0,-1 1-1 0 0,1 0 0 0 0,-1 0 0 0 0,1 0 0 0 0,-1 0 0 0 0,1 0 0 0 0,-1 0 1 0 0,1 0-1 0 0,0 0 0 0 0,0 1 0 0 0,0-1 0 0 0,0 0 0 0 0,-1 1 0 0 0,2-1 1 0 0,-1 1-1 0 0,0-1 0 0 0,0 1 0 0 0,0-1 0 0 0,1 1 0 0 0,-1 0 0 0 0,1-1 0 0 0,-1 1 1 0 0,1 0-1 0 0,0 3 0 0 0,-3 6 384 0 0,2-1 0 0 0,-1 1 0 0 0,1 13 0 0 0,3 13-50 0 0,0 0 1 0 0,3 0-1 0 0,1 0 1 0 0,2 0 0 0 0,22 64-1 0 0,-12-53-2037 0 0,45 81 0 0 0,-49-105-4902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9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43 165 14283 0 0,'-43'-13'1552'0'0,"63"-6"-789"0"0,1 5-158 0 0,39-20 0 0 0,73-22-4437 0 0,-102 44 2669 0 0,13-5 641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19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 63 6449 0 0,'0'-1'186'0'0,"0"-1"-1"0"0,-1 1 0 0 0,1 0 0 0 0,0-1 1 0 0,0 1-1 0 0,-1 0 0 0 0,1 0 0 0 0,-1-1 1 0 0,1 1-1 0 0,-1 0 0 0 0,1 0 0 0 0,-1 0 1 0 0,0-1-1 0 0,0 1 0 0 0,1 0 1 0 0,-1 0-1 0 0,0 0 0 0 0,0 0 0 0 0,0 0 1 0 0,0 1-1 0 0,0-1 0 0 0,0 0 0 0 0,-1 0 1 0 0,1 1-1 0 0,0-1 0 0 0,0 1 0 0 0,0-1 1 0 0,-1 1-1 0 0,1-1 0 0 0,0 1 0 0 0,-1 0 1 0 0,1 0-1 0 0,0-1 0 0 0,-1 1 0 0 0,1 0 1 0 0,0 0-1 0 0,-1 0 0 0 0,1 0 1 0 0,0 1-1 0 0,-1-1 0 0 0,1 0 0 0 0,0 1 1 0 0,0-1-1 0 0,-1 1 0 0 0,0 0 0 0 0,-3 1 80 0 0,1 1 0 0 0,0-1 0 0 0,-1 1 1 0 0,1 0-1 0 0,0 0 0 0 0,1 1 0 0 0,-1-1 0 0 0,1 1 0 0 0,-1 0 0 0 0,1 0 0 0 0,-2 4 0 0 0,-5 10-161 0 0,1 0 1 0 0,1 0-1 0 0,1 1 1 0 0,1 0-1 0 0,0 0 1 0 0,-5 39-1 0 0,8-31-9 0 0,0 1-1 0 0,2-1 1 0 0,2 1 0 0 0,4 41-1 0 0,-2-57-77 0 0,0 0-1 0 0,0 0 1 0 0,1 0-1 0 0,1 0 1 0 0,0-1 0 0 0,1 1-1 0 0,0-1 1 0 0,0-1-1 0 0,1 1 1 0 0,1-1 0 0 0,0 0-1 0 0,0-1 1 0 0,1 0-1 0 0,0 0 1 0 0,11 7 0 0 0,-12-9-3 0 0,1-1 1 0 0,0 0 0 0 0,0 0 0 0 0,0-1 0 0 0,1 0-1 0 0,-1-1 1 0 0,1 0 0 0 0,0-1 0 0 0,1 0 0 0 0,-1 0-1 0 0,0-1 1 0 0,1-1 0 0 0,-1 0 0 0 0,1 0 0 0 0,0-1-1 0 0,-1 0 1 0 0,1-1 0 0 0,12-2 0 0 0,-14 1 20 0 0,0-1 0 0 0,0-1 0 0 0,0 0 0 0 0,-1 0 0 0 0,1-1 0 0 0,-1 0 0 0 0,0 0 0 0 0,-1-1 0 0 0,1 1 0 0 0,-1-2 0 0 0,0 1 0 0 0,-1-1 0 0 0,9-12 0 0 0,-6 9 124 0 0,-2-1-1 0 0,0-1 1 0 0,0 1 0 0 0,-1-1-1 0 0,0-1 1 0 0,-1 1-1 0 0,0-1 1 0 0,5-26 0 0 0,-8 21-8 0 0,-1 0 0 0 0,0-1 0 0 0,-1 1 1 0 0,-1-1-1 0 0,-1 1 0 0 0,-1-1 0 0 0,0 1 1 0 0,-1 0-1 0 0,-1 0 0 0 0,-1 1 0 0 0,-1-1 1 0 0,-11-20-1 0 0,12 24-79 0 0,-1 1-1 0 0,-1 0 1 0 0,0 1 0 0 0,-1 0-1 0 0,0 0 1 0 0,-1 1-1 0 0,0 0 1 0 0,-1 1 0 0 0,0 0-1 0 0,-1 0 1 0 0,0 2 0 0 0,0-1-1 0 0,-1 1 1 0 0,0 1 0 0 0,-23-9-1 0 0,27 13-159 0 0,0 1 1 0 0,0 0-1 0 0,0 1 0 0 0,0 0 0 0 0,0 0 0 0 0,0 1 0 0 0,0 0 0 0 0,-15 2 0 0 0,-17 7-6490 0 0,12 0-976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4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13 124 6913 0 0,'-1'-1'119'0'0,"1"1"0"0"0,-1-1-1 0 0,0 1 1 0 0,0-1 0 0 0,0 0-1 0 0,1 1 1 0 0,-1-1 0 0 0,0 0-1 0 0,1 1 1 0 0,-1-1-1 0 0,1 0 1 0 0,-1 0 0 0 0,1 0-1 0 0,-1 1 1 0 0,1-1 0 0 0,-1 0-1 0 0,1 0 1 0 0,0 0 0 0 0,-1 0-1 0 0,1 0 1 0 0,0 0-1 0 0,0 0 1 0 0,0 0 0 0 0,0 0-1 0 0,0 0 1 0 0,0 0 0 0 0,0 0-1 0 0,0 0 1 0 0,0 0 0 0 0,0 1-1 0 0,1-3 1 0 0,19-27 3529 0 0,-16 25-3899 0 0,1 0 515 0 0,-1 0 0 0 0,1 0 0 0 0,-1 0 0 0 0,1 1 0 0 0,1 0 0 0 0,-1 0 0 0 0,1 0 1 0 0,-1 0-1 0 0,1 1 0 0 0,0 0 0 0 0,13-4 0 0 0,-17 6-195 0 0,1 1 1 0 0,0-1-1 0 0,0 1 1 0 0,-1 0-1 0 0,1 0 0 0 0,0 0 1 0 0,0 0-1 0 0,-1 1 1 0 0,1-1-1 0 0,0 1 1 0 0,0-1-1 0 0,-1 1 0 0 0,1 0 1 0 0,-1 0-1 0 0,1 0 1 0 0,-1 1-1 0 0,1-1 1 0 0,-1 0-1 0 0,0 1 0 0 0,1 0 1 0 0,-1-1-1 0 0,0 1 1 0 0,0 0-1 0 0,0 0 1 0 0,0 0-1 0 0,-1 0 0 0 0,1 1 1 0 0,-1-1-1 0 0,1 0 1 0 0,1 6-1 0 0,4 7 7 0 0,-1 0 0 0 0,0 0 0 0 0,-1 1-1 0 0,-1 0 1 0 0,0 0 0 0 0,-2 0 0 0 0,1 0 0 0 0,-2 0-1 0 0,0 1 1 0 0,-3 23 0 0 0,-1 0-159 0 0,-2 0 0 0 0,-2-1 0 0 0,-13 43 0 0 0,15-64-91 0 0,-1 0 0 0 0,-1 0 0 0 0,0 0 0 0 0,-18 29 0 0 0,48-93 435 0 0,-2-1 0 0 0,-2-1-1 0 0,17-62 1 0 0,50-195 1054 0 0,-84 298-1088 0 0,-4 9 181 0 0,-6 16 439 0 0,5-12-662 0 0,2-1-174 0 0,0 0 1 0 0,0-1-1 0 0,0 1 1 0 0,1 0-1 0 0,0 0 1 0 0,0-1-1 0 0,0 1 1 0 0,0 0-1 0 0,1 0 0 0 0,0 0 1 0 0,0-1-1 0 0,3 8 1 0 0,0 8 28 0 0,3 36-50 0 0,-3-11 79 0 0,3-1 1 0 0,1 1 0 0 0,25 72 0 0 0,-29-105-122 0 0,2 1 0 0 0,-1-1-1 0 0,2-1 1 0 0,-1 1 0 0 0,2-1 0 0 0,-1 0 0 0 0,2-1 0 0 0,-1 0 0 0 0,1 0 0 0 0,1-1 0 0 0,0 0-1 0 0,0 0 1 0 0,1-1 0 0 0,0-1 0 0 0,0 0 0 0 0,1 0 0 0 0,14 5 0 0 0,-6-4-807 0 0,-1-2-235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69 5985 0 0,'0'-5'939'0'0,"1"0"-1"0"0,-1 0 1 0 0,1 0 0 0 0,0 0-1 0 0,0 0 1 0 0,0 1-1 0 0,1-1 1 0 0,-1 0-1 0 0,1 1 1 0 0,1 0-1 0 0,-1-1 1 0 0,5-6 0 0 0,-6 11-852 0 0,-1 0 0 0 0,0 0 0 0 0,1 0 0 0 0,-1 0 0 0 0,1 0 1 0 0,-1 0-1 0 0,0 1 0 0 0,1-1 0 0 0,-1 0 0 0 0,0 0 0 0 0,1 0 0 0 0,-1 1 1 0 0,0-1-1 0 0,1 0 0 0 0,-1 1 0 0 0,0-1 0 0 0,0 0 0 0 0,1 1 1 0 0,-1-1-1 0 0,0 0 0 0 0,0 1 0 0 0,0-1 0 0 0,0 0 0 0 0,1 1 1 0 0,-1-1-1 0 0,0 0 0 0 0,0 1 0 0 0,0-1 0 0 0,0 1 0 0 0,0-1 1 0 0,0 0-1 0 0,0 1 0 0 0,0-1 0 0 0,0 1 0 0 0,0-1 0 0 0,0 0 1 0 0,0 1-1 0 0,0 0 0 0 0,2 19 361 0 0,2 26 35 0 0,19 164-1677 0 0,-16-177-6446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65 125 10514 0 0,'0'-7'453'0'0,"-1"1"0"0"0,0-1 1 0 0,0 1-1 0 0,0 0 0 0 0,-1 0 0 0 0,1 0 0 0 0,-1 0 0 0 0,-1 0 0 0 0,1 0 0 0 0,-1 0 1 0 0,0 1-1 0 0,-5-7 0 0 0,8 12-397 0 0,-1-1 1 0 0,1 1-1 0 0,0-1 0 0 0,-1 1 0 0 0,1 0 1 0 0,0-1-1 0 0,-1 1 0 0 0,1 0 1 0 0,0 0-1 0 0,-1-1 0 0 0,1 1 1 0 0,-1 0-1 0 0,1 0 0 0 0,-1 0 1 0 0,1 0-1 0 0,0-1 0 0 0,-1 1 1 0 0,1 0-1 0 0,-1 0 0 0 0,1 0 1 0 0,-1 0-1 0 0,1 0 0 0 0,-1 0 1 0 0,1 0-1 0 0,-1 0 0 0 0,1 0 1 0 0,-1 1-1 0 0,1-1 0 0 0,-1 0 1 0 0,1 0-1 0 0,0 0 0 0 0,-1 0 1 0 0,1 1-1 0 0,-1-1 0 0 0,1 0 1 0 0,0 0-1 0 0,-1 1 0 0 0,1-1 1 0 0,-1 0-1 0 0,1 1 0 0 0,0-1 1 0 0,0 0-1 0 0,-1 1 0 0 0,1-1 1 0 0,0 0-1 0 0,0 1 0 0 0,-1-1 1 0 0,1 1-1 0 0,0-1 0 0 0,0 1 1 0 0,0-1-1 0 0,0 1 0 0 0,-1-1 1 0 0,1 0-1 0 0,0 1 0 0 0,0-1 1 0 0,0 1-1 0 0,0 0 0 0 0,-7 33 481 0 0,6-32-447 0 0,-3 30-118 0 0,1 0 0 0 0,2-1 0 0 0,1 1 0 0 0,1 0 0 0 0,6 32 0 0 0,-4-44-14 0 0,1 0 0 0 0,1 0 0 0 0,0 0 0 0 0,2 0 0 0 0,0-1 0 0 0,2 0 1 0 0,0 0-1 0 0,20 30 0 0 0,-24-43 49 0 0,0-1 1 0 0,0 1 0 0 0,0-1-1 0 0,1 0 1 0 0,-1 0 0 0 0,1-1 0 0 0,0 0-1 0 0,1 0 1 0 0,-1 0 0 0 0,1-1 0 0 0,0 0-1 0 0,0 0 1 0 0,14 3 0 0 0,-18-5-1 0 0,0 0 1 0 0,0-1-1 0 0,0 0 0 0 0,0 1 1 0 0,0-1-1 0 0,0-1 1 0 0,0 1-1 0 0,0 0 0 0 0,0-1 1 0 0,0 1-1 0 0,0-1 1 0 0,0 0-1 0 0,-1 0 1 0 0,1 0-1 0 0,0 0 0 0 0,0 0 1 0 0,-1-1-1 0 0,1 1 1 0 0,-1-1-1 0 0,1 0 1 0 0,-1 0-1 0 0,0 0 0 0 0,1 0 1 0 0,-1 0-1 0 0,0 0 1 0 0,0-1-1 0 0,-1 1 1 0 0,1-1-1 0 0,0 1 0 0 0,-1-1 1 0 0,0 0-1 0 0,1 1 1 0 0,-1-1-1 0 0,0 0 0 0 0,-1 0 1 0 0,2-4-1 0 0,1-6-60 0 0,-1-1-1 0 0,-1 1 1 0 0,0-1 0 0 0,0 0-1 0 0,-3-14 1 0 0,1 14 12 0 0,1 1 0 0 0,0 0 0 0 0,1 0 0 0 0,0-1 0 0 0,5-15 0 0 0,-6 29 38 0 0,0-1 0 0 0,0 1 0 0 0,0-1 0 0 0,1 1 0 0 0,-1-1 0 0 0,0 1 0 0 0,0 0 0 0 0,1-1 0 0 0,-1 1 0 0 0,0-1 0 0 0,1 1 0 0 0,-1 0 0 0 0,1-1 1 0 0,-1 1-1 0 0,0 0 0 0 0,1 0 0 0 0,-1-1 0 0 0,1 1 0 0 0,-1 0 0 0 0,0 0 0 0 0,1 0 0 0 0,-1-1 0 0 0,1 1 0 0 0,-1 0 0 0 0,1 0 0 0 0,-1 0 0 0 0,1 0 1 0 0,-1 0-1 0 0,1 0 0 0 0,-1 0 0 0 0,1 0 0 0 0,-1 0 0 0 0,1 0 0 0 0,-1 0 0 0 0,1 0 0 0 0,-1 1 0 0 0,1-1 0 0 0,-1 0 0 0 0,1 0 0 0 0,-1 0 0 0 0,0 1 1 0 0,1-1-1 0 0,-1 0 0 0 0,1 0 0 0 0,-1 1 0 0 0,0-1 0 0 0,1 0 0 0 0,-1 1 0 0 0,0-1 0 0 0,1 1 0 0 0,25 23-323 0 0,-19-17 225 0 0,-1-2 168 0 0,0 0 0 0 0,1 0 0 0 0,0-1 0 0 0,0 0 0 0 0,0 0 0 0 0,0-1 0 0 0,1 0 0 0 0,-1 0 0 0 0,1 0 0 0 0,0-1 0 0 0,0-1 0 0 0,0 1 0 0 0,0-1 0 0 0,0 0 0 0 0,0-1 0 0 0,0 0 0 0 0,0 0 0 0 0,0-1 0 0 0,0 0 0 0 0,0 0 0 0 0,0-1 0 0 0,-1 0 0 0 0,1 0 0 0 0,0-1 0 0 0,-1 0 0 0 0,0-1 0 0 0,1 1 0 0 0,-1-1 0 0 0,-1-1 0 0 0,1 1 0 0 0,-1-1 0 0 0,1 0 0 0 0,-1-1 0 0 0,-1 1 0 0 0,1-1-1 0 0,-1 0 1 0 0,0-1 0 0 0,-1 1 0 0 0,1-1 0 0 0,5-12 0 0 0,-3 2 138 0 0,0-1 0 0 0,-1 0-1 0 0,-1-1 1 0 0,-1 0 0 0 0,4-34 0 0 0,-5-23-1334 0 0,-5 3-5967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11979 0 0,'4'5'786'0'0,"0"-1"1"0"0,-1 1-1 0 0,0 0 1 0 0,0 0 0 0 0,0 0-1 0 0,-1 0 1 0 0,0 0 0 0 0,0 1-1 0 0,2 7 1 0 0,10 57 413 0 0,-10-44-644 0 0,1 6-295 0 0,0 4-447 0 0,2-1 0 0 0,23 68 1 0 0,-22-83-596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29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 25349 0 0,'-1'0'112'0'0,"-1"-1"7"0"0,1 0 0 0 0,-1 0 0 0 0,0 0 0 0 0,0 0 0 0 0,0 1 1 0 0,0-1-1 0 0,1 0 0 0 0,-1 1 0 0 0,0-1 0 0 0,-4 1 0 0 0,3 9-4130 0 0,11 7 2371 0 0,13 5-1109 0 0,18 4 1098 0 0,-25-19 1639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0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28 3225 0 0,'-7'2'-25'0'0,"-28"14"6748"0"0,35-15-6622 0 0,0-1-1 0 0,0 0 0 0 0,0 1 1 0 0,0-1-1 0 0,0 0 0 0 0,0 1 0 0 0,1-1 1 0 0,-1 0-1 0 0,0 0 0 0 0,0 1 0 0 0,0-1 1 0 0,1 0-1 0 0,-1 0 0 0 0,0 1 1 0 0,0-1-1 0 0,1 0 0 0 0,-1 0 0 0 0,0 0 1 0 0,0 1-1 0 0,1-1 0 0 0,-1 0 1 0 0,0 0-1 0 0,1 0 0 0 0,-1 0 0 0 0,0 0 1 0 0,1 0-1 0 0,-1 0 0 0 0,0 0 0 0 0,1 0 1 0 0,-1 1-1 0 0,0-1 0 0 0,1-1 1 0 0,-1 1-1 0 0,0 0 0 0 0,1 0 0 0 0,-1 0 1 0 0,0 0-1 0 0,1 0 0 0 0,-1 0 0 0 0,0 0 1 0 0,0 0-1 0 0,1-1 0 0 0,17-1 1262 0 0,140-27 3847 0 0,-101 20-4994 0 0,0 3 0 0 0,69 2 0 0 0,-70 5-477 0 0,0 1-1475 0 0,-19-1-3964 0 0,-18-1-232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1.2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43 5985 0 0,'-22'-42'14030'0'0,"14"76"-10887"0"0,4 5-2998 0 0,3-1-1 0 0,1 1 0 0 0,1-1 1 0 0,9 45-1 0 0,23 72-2454 0 0,-21-112-5441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2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11522 0 0,'0'0'887'0'0,"2"-2"-643"0"0,0-1 0 0 0,-1 1 1 0 0,1 1-1 0 0,0-1 0 0 0,0 0 0 0 0,0 0 0 0 0,0 1 0 0 0,0-1 0 0 0,1 1 0 0 0,3-2 0 0 0,-2 0 123 0 0,2-1-163 0 0,0 1 0 0 0,0-1 0 0 0,0 1-1 0 0,0 0 1 0 0,1 1 0 0 0,-1-1 0 0 0,1 1 0 0 0,-1 0 0 0 0,1 1 0 0 0,0 0 0 0 0,0 0 0 0 0,0 0 0 0 0,0 1 0 0 0,13 1 0 0 0,-15 0-122 0 0,-1 0 0 0 0,1 1-1 0 0,-1-1 1 0 0,1 1 0 0 0,-1 0 0 0 0,0 0 0 0 0,0 0-1 0 0,0 0 1 0 0,0 1 0 0 0,0 0 0 0 0,0 0-1 0 0,-1 0 1 0 0,0 0 0 0 0,1 0 0 0 0,-1 1 0 0 0,0 0-1 0 0,0-1 1 0 0,-1 1 0 0 0,1 0 0 0 0,-1 0 0 0 0,0 1-1 0 0,0-1 1 0 0,1 5 0 0 0,-1-2-109 0 0,0 0-1 0 0,-1 0 1 0 0,1 0 0 0 0,-2 0-1 0 0,1 1 1 0 0,-1-1-1 0 0,0 0 1 0 0,0 0 0 0 0,-1 0-1 0 0,0 1 1 0 0,-1-1 0 0 0,1 0-1 0 0,-1 0 1 0 0,0 0 0 0 0,-5 9-1 0 0,3-8-16 0 0,1 0 1 0 0,-2-1-1 0 0,1 1 0 0 0,-1-1 0 0 0,0 0 1 0 0,-1 0-1 0 0,1-1 0 0 0,-1 1 0 0 0,-1-1 0 0 0,1-1 1 0 0,-1 1-1 0 0,-11 6 0 0 0,18-11 46 0 0,0-1 1 0 0,-1 0-1 0 0,1 0 1 0 0,0 1-1 0 0,0-1 0 0 0,-1 0 1 0 0,1 0-1 0 0,0 1 0 0 0,-1-1 1 0 0,1 0-1 0 0,0 0 0 0 0,-1 0 1 0 0,1 0-1 0 0,0 1 0 0 0,-1-1 1 0 0,1 0-1 0 0,0 0 0 0 0,-1 0 1 0 0,1 0-1 0 0,0 0 0 0 0,-1 0 1 0 0,1 0-1 0 0,-1 0 0 0 0,1 0 1 0 0,0 0-1 0 0,-1 0 0 0 0,1 0 1 0 0,0 0-1 0 0,-1 0 0 0 0,1 0 1 0 0,-1-1-1 0 0,1 1 0 0 0,0 0 1 0 0,-1 0-1 0 0,1 0 0 0 0,0 0 1 0 0,0-1-1 0 0,-1 1 0 0 0,5-16 104 0 0,18-19-148 0 0,53-91-248 0 0,0 1 1019 0 0,-68 115-773 0 0,9-13 1290 0 0,-16 23-1235 0 0,0 0 0 0 0,0 0 0 0 0,0 0-1 0 0,0 0 1 0 0,0 0 0 0 0,0 0 0 0 0,0 0 0 0 0,0 0 0 0 0,0 0 0 0 0,0 0 0 0 0,0 1 0 0 0,0-1 0 0 0,0 0 0 0 0,0 0 0 0 0,0 0 0 0 0,0 0 0 0 0,0 0 0 0 0,1 0 0 0 0,-1 0 0 0 0,0 0 0 0 0,0 0 0 0 0,0 0 0 0 0,0 0 0 0 0,0 0 0 0 0,0 0 0 0 0,0 0-1 0 0,0 0 1 0 0,0 1 0 0 0,0-1 0 0 0,0 0 0 0 0,0 0 0 0 0,0 0 0 0 0,0 0 0 0 0,1 0 0 0 0,-1 0 0 0 0,0 0 0 0 0,0 0 0 0 0,0 0 0 0 0,0 0 0 0 0,0 0 0 0 0,0 0 0 0 0,0 0 0 0 0,0 0 0 0 0,0 0 0 0 0,0 0 0 0 0,0 0 0 0 0,1 0 0 0 0,-1 0 0 0 0,0 0-1 0 0,0 0 1 0 0,0 0 0 0 0,0-1 0 0 0,0 1 0 0 0,0 0 0 0 0,0 0 0 0 0,0 0 0 0 0,0 0 0 0 0,0 0 0 0 0,0 0 0 0 0,0 0 0 0 0,0 0 0 0 0,0 0 0 0 0,0 0 0 0 0,1 0 0 0 0,-1 0 0 0 0,0 0 0 0 0,0 0 0 0 0,0 0 0 0 0,0-1 0 0 0,-4 18 440 0 0,-5 16-235 0 0,1 1-1 0 0,1 0 0 0 0,1 0 1 0 0,0 37-1 0 0,6-61-196 0 0,1 0 0 0 0,0 0 0 0 0,0 0 0 0 0,1 0 0 0 0,0 0 0 0 0,0-1 0 0 0,1 1 0 0 0,5 10 0 0 0,-5-14-41 0 0,0-1 1 0 0,0 1 0 0 0,1-1-1 0 0,0 0 1 0 0,-1-1 0 0 0,2 1 0 0 0,-1-1-1 0 0,0 1 1 0 0,1-1 0 0 0,0-1-1 0 0,0 1 1 0 0,0-1 0 0 0,1 1 0 0 0,8 3-1 0 0,6 0-1737 0 0,3-3-6025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1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1 147 10594 0 0,'0'-1'123'0'0,"0"-1"0"0"0,0 1 1 0 0,-1-1-1 0 0,1 1 0 0 0,0 0 0 0 0,1-1 0 0 0,-1 1 0 0 0,0-1 0 0 0,0 1 0 0 0,1-1 0 0 0,-1 1 0 0 0,0 0 0 0 0,1-1 1 0 0,0 1-1 0 0,-1 0 0 0 0,1-1 0 0 0,0 1 0 0 0,-1 0 0 0 0,3-2 0 0 0,19-26 1571 0 0,-18 24-1533 0 0,4-3 205 0 0,0 0 0 0 0,0 0 0 0 0,0 0 0 0 0,1 1 0 0 0,0 0-1 0 0,1 1 1 0 0,-1 0 0 0 0,1 1 0 0 0,0 0 0 0 0,11-4 0 0 0,-17 8-318 0 0,-1 0 0 0 0,1-1 1 0 0,-1 2-1 0 0,1-1 0 0 0,0 0 0 0 0,-1 1 1 0 0,1 0-1 0 0,0-1 0 0 0,-1 1 0 0 0,1 1 1 0 0,0-1-1 0 0,-1 1 0 0 0,1-1 0 0 0,-1 1 1 0 0,1 0-1 0 0,0 0 0 0 0,-1 1 0 0 0,0-1 1 0 0,1 1-1 0 0,-1-1 0 0 0,0 1 0 0 0,0 0 0 0 0,0 1 1 0 0,0-1-1 0 0,0 0 0 0 0,-1 1 0 0 0,1-1 1 0 0,-1 1-1 0 0,1 0 0 0 0,-1 0 0 0 0,0 0 1 0 0,0 0-1 0 0,0 0 0 0 0,1 5 0 0 0,2 3-35 0 0,-2-1 0 0 0,1 2 0 0 0,-1-1 0 0 0,-1 0 0 0 0,0 0 0 0 0,0 1 0 0 0,-2-1 0 0 0,1 1 0 0 0,-1 0 0 0 0,-1-1 0 0 0,0 1 0 0 0,0-1 0 0 0,-7 20 0 0 0,-2 7 341 0 0,-2 0 0 0 0,-29 58 1 0 0,36-85-156 0 0,3-9-126 0 0,0 1 0 0 0,0 0 0 0 0,0 0 0 0 0,1-1 0 0 0,0 1 0 0 0,-1 0 0 0 0,1 0 0 0 0,0 1 0 0 0,1-1 0 0 0,-1 0 0 0 0,1 0 0 0 0,-1 0 0 0 0,1 6 0 0 0,0-9-65 0 0,1 1 1 0 0,0-1-1 0 0,-1 1 0 0 0,1-1 0 0 0,-1 0 0 0 0,1 1 0 0 0,0-1 0 0 0,-1 0 0 0 0,1 1 1 0 0,0-1-1 0 0,0 0 0 0 0,-1 0 0 0 0,1 0 0 0 0,0 0 0 0 0,0 0 0 0 0,-1 0 0 0 0,1 0 1 0 0,0 0-1 0 0,-1 0 0 0 0,1 0 0 0 0,0 0 0 0 0,0 0 0 0 0,-1 0 0 0 0,1 0 0 0 0,1-1 0 0 0,21-8-134 0 0,-20 8 99 0 0,72-36-919 0 0,-45 20 165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3 137 2761 0 0,'0'-1'156'0'0,"-1"-1"0"0"0,1 1 1 0 0,0-1-1 0 0,-1 1 1 0 0,1 0-1 0 0,0-1 1 0 0,0 1-1 0 0,0-1 1 0 0,0 1-1 0 0,0-1 1 0 0,0 1-1 0 0,21-28 12400 0 0,-20 37-11225 0 0,-1 10-404 0 0,-6 21 101 0 0,0-8-668 0 0,2 0 1 0 0,1-1 0 0 0,2 1-1 0 0,2 34 1 0 0,0-58-346 0 0,-1-1 1 0 0,1 1-1 0 0,1 0 1 0 0,-1-1-1 0 0,1 1 1 0 0,0-1-1 0 0,0 0 0 0 0,1 0 1 0 0,0 0-1 0 0,0 0 1 0 0,1 0-1 0 0,-1 0 1 0 0,1-1-1 0 0,0 0 0 0 0,1 0 1 0 0,-1 0-1 0 0,1 0 1 0 0,0-1-1 0 0,0 1 1 0 0,1-1-1 0 0,-1-1 1 0 0,1 1-1 0 0,0-1 0 0 0,10 5 1 0 0,-13-7-17 0 0,0 1 0 0 0,0-1 1 0 0,0 0-1 0 0,0 0 0 0 0,0-1 1 0 0,1 1-1 0 0,-1 0 0 0 0,0-1 1 0 0,0 0-1 0 0,1 0 0 0 0,-1 0 0 0 0,0 0 1 0 0,0 0-1 0 0,0-1 0 0 0,1 0 1 0 0,-1 1-1 0 0,0-1 0 0 0,0 0 0 0 0,0-1 1 0 0,0 1-1 0 0,0 0 0 0 0,-1-1 1 0 0,1 1-1 0 0,0-1 0 0 0,0 0 1 0 0,-1 0-1 0 0,0 0 0 0 0,1-1 0 0 0,-1 1 1 0 0,0 0-1 0 0,0-1 0 0 0,0 1 1 0 0,0-1-1 0 0,2-4 0 0 0,3-8-46 0 0,-1 0 0 0 0,0-1 0 0 0,-1 0 0 0 0,-1 0 0 0 0,4-24 0 0 0,-1 6 42 0 0,-5 27-11 0 0,0 0-1 0 0,0 0 1 0 0,0 0 0 0 0,1 1-1 0 0,0-1 1 0 0,6-7 0 0 0,-9 12 4 0 0,1 1 0 0 0,0 0 0 0 0,-1 0 0 0 0,1 0 0 0 0,0 0-1 0 0,0 0 1 0 0,0 0 0 0 0,0 1 0 0 0,0-1 0 0 0,0 0 0 0 0,0 0 0 0 0,0 1 0 0 0,0-1 0 0 0,1 1 0 0 0,-1-1 0 0 0,0 1 0 0 0,0-1 0 0 0,0 1 0 0 0,1-1 0 0 0,-1 1 0 0 0,0 0 0 0 0,0 0 0 0 0,1 0 0 0 0,-1 0 0 0 0,0 0 0 0 0,1 0-1 0 0,-1 0 1 0 0,0 0 0 0 0,0 1 0 0 0,1-1 0 0 0,-1 0 0 0 0,0 1 0 0 0,0-1 0 0 0,0 1 0 0 0,1-1 0 0 0,-1 1 0 0 0,0 0 0 0 0,0-1 0 0 0,0 1 0 0 0,0 0 0 0 0,0 0 0 0 0,1 1 0 0 0,5 4-71 0 0,6 5 123 0 0,-1-1-1 0 0,1 0 0 0 0,23 13 1 0 0,-31-21 18 0 0,1 0 0 0 0,-1 0 0 0 0,0 0 0 0 0,0-1 0 0 0,1 1 1 0 0,-1-1-1 0 0,1 0 0 0 0,-1-1 0 0 0,1 0 0 0 0,-1 1 0 0 0,1-2 0 0 0,-1 1 0 0 0,1-1 0 0 0,9-2 1 0 0,-8 1-10 0 0,0-1 1 0 0,0 0 0 0 0,0-1 0 0 0,0 0-1 0 0,0 0 1 0 0,-1 0 0 0 0,1-1 0 0 0,-1 0-1 0 0,-1 0 1 0 0,1 0 0 0 0,-1-1 0 0 0,0 0-1 0 0,0 0 1 0 0,0 0 0 0 0,-1-1 0 0 0,0 1-1 0 0,0-1 1 0 0,-1 0 0 0 0,5-12 0 0 0,0-5-388 0 0,0 0 0 0 0,-1-1 0 0 0,-2 0 0 0 0,5-44 0 0 0,-10 46-2727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3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4609 0 0,'14'-1'1526'0'0,"-1"-1"1"0"0,0-1-1 0 0,0 0 0 0 0,0 0 1 0 0,13-6-1 0 0,-13 4-149 0 0,1 0-1 0 0,0 1 1 0 0,0 1-1 0 0,28-3 1 0 0,-38 6-1301 0 0,0 0-1 0 0,0 0 1 0 0,0 1 0 0 0,0 0 0 0 0,0-1-1 0 0,0 1 1 0 0,0 0 0 0 0,-1 1-1 0 0,1-1 1 0 0,0 1 0 0 0,-1 0-1 0 0,1 0 1 0 0,-1 0 0 0 0,1 0 0 0 0,-1 0-1 0 0,0 1 1 0 0,0 0 0 0 0,0-1-1 0 0,0 1 1 0 0,0 0 0 0 0,4 7-1 0 0,-3-3-49 0 0,-1-1-1 0 0,1 1 0 0 0,-1 0 0 0 0,0 0 0 0 0,-1 0 0 0 0,0 0 0 0 0,0 1 0 0 0,0-1 0 0 0,-1 0 0 0 0,0 1 0 0 0,-1 9 1 0 0,0 12 158 0 0,-7 47 1 0 0,1-27 346 0 0,6-49-517 0 0,0 1 1 0 0,0-1-1 0 0,-1 1 1 0 0,1-1-1 0 0,0 1 1 0 0,0-1-1 0 0,0 1 1 0 0,0-1-1 0 0,0 1 1 0 0,0-1-1 0 0,1 1 1 0 0,-1-1-1 0 0,0 1 0 0 0,0-1 1 0 0,0 1-1 0 0,0-1 1 0 0,0 1-1 0 0,1-1 1 0 0,-1 0-1 0 0,0 1 1 0 0,0-1-1 0 0,1 1 1 0 0,-1-1-1 0 0,0 0 1 0 0,1 1-1 0 0,-1-1 0 0 0,1 0 1 0 0,-1 1-1 0 0,0-1 1 0 0,1 0-1 0 0,-1 0 1 0 0,1 1-1 0 0,-1-1 1 0 0,0 0-1 0 0,1 0 1 0 0,-1 0-1 0 0,1 1 1 0 0,-1-1-1 0 0,1 0 0 0 0,-1 0 1 0 0,1 0-1 0 0,-1 0 1 0 0,1 0-1 0 0,-1 0 1 0 0,1 0-1 0 0,-1 0 1 0 0,1 0-1 0 0,-1 0 1 0 0,1-1-1 0 0,-1 1 1 0 0,1 0-1 0 0,-1 0 0 0 0,1 0 1 0 0,-1-1-1 0 0,0 1 1 0 0,1 0-1 0 0,-1 0 1 0 0,1-1-1 0 0,-1 1 1 0 0,0 0-1 0 0,1-1 1 0 0,-1 1-1 0 0,29-20 226 0 0,42-52 194 0 0,-44 44-2162 0 0,2 0-3944 0 0,-3 5-1940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4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 9674 0 0,'6'-8'3301'0'0,"-6"7"-3001"0"0,1 1 0 0 0,0-1 1 0 0,0 1-1 0 0,-1 0 0 0 0,1-1 0 0 0,0 1 0 0 0,0 0 0 0 0,0-1 0 0 0,-1 1 0 0 0,1 0 0 0 0,1 0 1 0 0,24-9 1922 0 0,14 6-1344 0 0,-1 2 0 0 0,0 1 0 0 0,70 10 0 0 0,28 2-908 0 0,-32-14-1412 0 0,-35-9-3344 0 0,-53 7-1210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4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79 2761 0 0,'6'-28'2598'0'0,"2"-23"11487"0"0,-11 123-11551 0 0,-15 81 1 0 0,-2 15-2734 0 0,18-136 115 0 0,2 1 1 0 0,1-1-1 0 0,5 36 1 0 0,0-38-1716 0 0,2-5-6179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5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10138 0 0,'0'-2'619'0'0,"0"1"-1"0"0,6-13 5567 0 0,-3 10-5567 0 0,-3 4-520 0 0,0 0-1 0 0,0-1 0 0 0,0 1 0 0 0,1 0 1 0 0,-1 0-1 0 0,0-1 0 0 0,1 1 0 0 0,-1 0 0 0 0,0 0 1 0 0,1-1-1 0 0,-1 1 0 0 0,0 0 0 0 0,1 0 1 0 0,-1 0-1 0 0,0 0 0 0 0,1 0 0 0 0,-1-1 1 0 0,0 1-1 0 0,1 0 0 0 0,-1 0 0 0 0,1 0 0 0 0,-1 0 1 0 0,0 0-1 0 0,1 0 0 0 0,-1 0 0 0 0,1 0 1 0 0,-1 0-1 0 0,0 1 0 0 0,1-1 0 0 0,-1 0 1 0 0,0 0-1 0 0,1 0 0 0 0,-1 0 0 0 0,0 0 1 0 0,1 1-1 0 0,-1-1 0 0 0,0 0 0 0 0,1 0 0 0 0,-1 1 1 0 0,0-1-1 0 0,1 0 0 0 0,-1 0 0 0 0,0 1 1 0 0,0-1-1 0 0,0 0 0 0 0,1 1 0 0 0,-1-1 1 0 0,0 0-1 0 0,0 1 0 0 0,0-1 0 0 0,1 2 826 0 0,1 22-774 0 0,-2-24-141 0 0,0 0 1 0 0,0 0-1 0 0,0 0 0 0 0,0 0 0 0 0,0 1 1 0 0,0-1-1 0 0,0 0 0 0 0,0 0 0 0 0,0 0 1 0 0,0 0-1 0 0,1 0 0 0 0,-1 0 0 0 0,0 0 1 0 0,0 0-1 0 0,0 1 0 0 0,0-1 0 0 0,0 0 1 0 0,0 0-1 0 0,1 0 0 0 0,-1 0 0 0 0,0 0 1 0 0,0 0-1 0 0,0 0 0 0 0,0 0 0 0 0,0 0 1 0 0,1 0-1 0 0,-1 0 0 0 0,0 0 0 0 0,0 0 1 0 0,0 0-1 0 0,0 0 0 0 0,0 0 0 0 0,1 0 1 0 0,-1 0-1 0 0,0 0 0 0 0,0 0 0 0 0,0 0 1 0 0,0 0-1 0 0,0 0 0 0 0,1 0 0 0 0,-1 0 1 0 0,0-1-1 0 0,0 1 0 0 0,0 0 0 0 0,0 0 0 0 0,0 0 1 0 0,0 0-1 0 0,1 0 0 0 0,-1 0 0 0 0,0 0 1 0 0,0 0-1 0 0,0-1 0 0 0,0 1 0 0 0,0 0 1 0 0,0 0-1 0 0,0 0 0 0 0,0 0 0 0 0,0 0 1 0 0,0-1-1 0 0,0 1 0 0 0,0 0 0 0 0,0 0 1 0 0,0 0-1 0 0,0 0 0 0 0,0 0 0 0 0,0-1 1 0 0,0 1-1 0 0,1-16 308 0 0,-2 9-391 0 0,1 7 141 0 0,-1 0 1 0 0,-5 143 116 0 0,0 37-326 0 0,7-157 119 0 0,2-1-1 0 0,0 1 1 0 0,1-1-1 0 0,1 0 1 0 0,2 0 0 0 0,8 23-1 0 0,-6-26-3 0 0,1 9-58 0 0,2-1 0 0 0,1-1 0 0 0,1 0 0 0 0,26 36 0 0 0,-29-55-2166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6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25 104 6449 0 0,'-2'-1'372'0'0,"0"0"0"0"0,0-1-1 0 0,1 1 1 0 0,-1 0 0 0 0,1 0-1 0 0,-1-1 1 0 0,1 1 0 0 0,0-1-1 0 0,-1 1 1 0 0,1-1 0 0 0,0 0-1 0 0,0 1 1 0 0,0-1 0 0 0,0 0-1 0 0,1 0 1 0 0,-1 0 0 0 0,0 0-1 0 0,1 0 1 0 0,-1 0-1 0 0,1 0 1 0 0,0 0 0 0 0,0 0-1 0 0,-1 0 1 0 0,1 0 0 0 0,0 0-1 0 0,1-2 1 0 0,0 1-160 0 0,0 1-1 0 0,0 0 1 0 0,1-1-1 0 0,-1 1 1 0 0,1 0-1 0 0,-1 0 1 0 0,1 0-1 0 0,0 0 1 0 0,0 0 0 0 0,0 0-1 0 0,0 0 1 0 0,0 1-1 0 0,0-1 1 0 0,0 1-1 0 0,1-1 1 0 0,-1 1-1 0 0,1 0 1 0 0,-1 0 0 0 0,4-1-1 0 0,6-2-34 0 0,0 0 0 0 0,0 1 0 0 0,0 1 0 0 0,1 0 0 0 0,-1 0 0 0 0,1 1 0 0 0,-1 1 0 0 0,1 0 0 0 0,-1 1 0 0 0,1 0 0 0 0,-1 1 0 0 0,1 0 0 0 0,23 8-1 0 0,-27-6-143 0 0,1-1-1 0 0,-1 2 0 0 0,0-1 0 0 0,0 1 0 0 0,-1 1 0 0 0,1-1 0 0 0,-1 1 0 0 0,0 1 0 0 0,-1 0 1 0 0,0 0-1 0 0,0 0 0 0 0,0 1 0 0 0,-1 0 0 0 0,0 0 0 0 0,0 1 0 0 0,-1-1 0 0 0,7 18 0 0 0,-9-18-27 0 0,0 0 0 0 0,-1 1 0 0 0,0-1 0 0 0,-1 1 0 0 0,1 0 0 0 0,-2-1 0 0 0,1 1 0 0 0,-1 0 0 0 0,-1 0 0 0 0,1 0 0 0 0,-2-1 0 0 0,1 1 0 0 0,-1 0 0 0 0,0-1-1 0 0,-1 0 1 0 0,0 1 0 0 0,0-1 0 0 0,-1 0 0 0 0,0 0 0 0 0,0-1 0 0 0,-1 1 0 0 0,-10 12 0 0 0,2-6-54 0 0,0 0 0 0 0,-1 0-1 0 0,0-1 1 0 0,-1-1 0 0 0,-1 0 0 0 0,0-1-1 0 0,0-1 1 0 0,-1-1 0 0 0,-26 11 0 0 0,17-10-426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4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36 5529 0 0,'-4'-35'16804'0'0,"41"383"-16010"0"0,2 11-779 0 0,-39-358-102 0 0,5 24-1928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6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 6449 0 0,'-13'2'653'0'0,"21"-6"2530"0"0,18-4 628 0 0,-21 7-3497 0 0,0 0 0 0 0,1 1 0 0 0,-1 0-1 0 0,0 0 1 0 0,0 0 0 0 0,0 1 0 0 0,1 0 0 0 0,-1-1-1 0 0,0 2 1 0 0,0-1 0 0 0,0 1 0 0 0,0 0-1 0 0,0 0 1 0 0,-1 0 0 0 0,1 0 0 0 0,0 1 0 0 0,4 4-1 0 0,9 6 289 0 0,-1 2 0 0 0,28 29 0 0 0,-10-9-98 0 0,-6-11-244 0 0,54 35 1 0 0,-33-27-5019 0 0,-39-25 2850 0 0,10 6-4935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8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23 6913 0 0,'-3'-7'1407'0'0,"-8"-8"4941"0"0,10 15-6191 0 0,0 0 0 0 0,0 0 1 0 0,0 0-1 0 0,0 0 0 0 0,0 0 0 0 0,0 0 0 0 0,0 1 0 0 0,0-1 0 0 0,0 0 0 0 0,0 1 0 0 0,0-1 0 0 0,0 0 0 0 0,0 1 0 0 0,0-1 0 0 0,0 1 0 0 0,0 0 1 0 0,0-1-1 0 0,1 1 0 0 0,-1 0 0 0 0,0 0 0 0 0,0 0 0 0 0,-18 16 391 0 0,2 1-1 0 0,1 1 1 0 0,0 0 0 0 0,1 1-1 0 0,-19 33 1 0 0,15-18-299 0 0,2 0 0 0 0,-23 67 0 0 0,18-23-989 0 0,14-26-2673 0 0,8-34-3221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9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5 204 5065 0 0,'-1'-3'269'0'0,"0"0"-1"0"0,0 0 1 0 0,1 0 0 0 0,-1 0-1 0 0,1 0 1 0 0,-1-1-1 0 0,1 1 1 0 0,0 0 0 0 0,0 0-1 0 0,0 0 1 0 0,1 0 0 0 0,-1 0-1 0 0,1 0 1 0 0,-1 0-1 0 0,1 0 1 0 0,0 0 0 0 0,1 0-1 0 0,-1 0 1 0 0,0 0-1 0 0,1 0 1 0 0,-1 1 0 0 0,1-1-1 0 0,0 0 1 0 0,0 1 0 0 0,0 0-1 0 0,0-1 1 0 0,0 1-1 0 0,3-2 1 0 0,-3 2-43 0 0,1 0 0 0 0,-1 0-1 0 0,1 0 1 0 0,-1 0 0 0 0,1 0 0 0 0,0 1 0 0 0,0-1-1 0 0,-1 1 1 0 0,1 0 0 0 0,0 0 0 0 0,0 0-1 0 0,0 0 1 0 0,1 1 0 0 0,-1-1 0 0 0,0 1 0 0 0,0-1-1 0 0,0 1 1 0 0,0 0 0 0 0,0 0 0 0 0,0 1 0 0 0,1-1-1 0 0,-1 1 1 0 0,0-1 0 0 0,0 1 0 0 0,0 0-1 0 0,0 0 1 0 0,0 1 0 0 0,3 1 0 0 0,1 2-132 0 0,1 1 0 0 0,-1 1-1 0 0,-1-1 1 0 0,1 1 0 0 0,-1 1 0 0 0,0-1 0 0 0,-1 1 0 0 0,0 0-1 0 0,0 0 1 0 0,-1 0 0 0 0,0 1 0 0 0,0-1 0 0 0,-1 1 0 0 0,0 0-1 0 0,0 0 1 0 0,-1 0 0 0 0,-1 1 0 0 0,1-1 0 0 0,-1 12 0 0 0,0 1-126 0 0,-1 0 0 0 0,-1-1-1 0 0,-1 1 1 0 0,-1-1 0 0 0,-1 0 0 0 0,0 0 0 0 0,-11 28 0 0 0,14-44 26 0 0,-1 0 0 0 0,0 1-1 0 0,0-1 1 0 0,-1 0 0 0 0,0 0 0 0 0,1 0 0 0 0,-1 0-1 0 0,-1-1 1 0 0,1 1 0 0 0,-1-1 0 0 0,-4 5-1 0 0,7-9-2 0 0,1 0-1 0 0,0-1 1 0 0,-1 1-1 0 0,1 0 0 0 0,0 0 1 0 0,-1 0-1 0 0,1 0 1 0 0,0 0-1 0 0,0 0 1 0 0,-1 0-1 0 0,1-1 0 0 0,0 1 1 0 0,0 0-1 0 0,-1 0 1 0 0,1 0-1 0 0,0-1 0 0 0,0 1 1 0 0,-1 0-1 0 0,1 0 1 0 0,0-1-1 0 0,0 1 0 0 0,0 0 1 0 0,0-1-1 0 0,0 1 1 0 0,-1 0-1 0 0,1 0 0 0 0,0-1 1 0 0,0 1-1 0 0,0 0 1 0 0,0-1-1 0 0,0 1 0 0 0,0 0 1 0 0,0-1-1 0 0,0 1 1 0 0,0 0-1 0 0,0-1 0 0 0,0 1 1 0 0,0 0-1 0 0,0 0 1 0 0,0-1-1 0 0,0 1 0 0 0,0 0 1 0 0,1-1-1 0 0,-1 1 1 0 0,1-21-768 0 0,-1 20 744 0 0,3-22-746 0 0,2 0 1 0 0,0 1-1 0 0,1 0 0 0 0,11-27 1 0 0,44-86-1023 0 0,-35 81 1512 0 0,3 1 106 0 0,-21 40 368 0 0,0 0 0 0 0,-1-1 0 0 0,-1 1 0 0 0,0-1 0 0 0,7-25 0 0 0,-13 38-105 0 0,0 0 0 0 0,0 0 0 0 0,1 0 1 0 0,-1 0-1 0 0,0 1 0 0 0,0-1 0 0 0,0 0 0 0 0,0 0 0 0 0,0 0 0 0 0,0 0 0 0 0,-1 0 1 0 0,1 0-1 0 0,0 0 0 0 0,0 1 0 0 0,-1-1 0 0 0,1 0 0 0 0,-1-1 0 0 0,1 1 3 0 0,-1 1-1 0 0,1 0 1 0 0,0 0-1 0 0,-1 0 0 0 0,1-1 1 0 0,0 1-1 0 0,-1 0 1 0 0,1 0-1 0 0,-1 0 1 0 0,1 0-1 0 0,0 0 0 0 0,-1 0 1 0 0,1 0-1 0 0,-1 0 1 0 0,1 0-1 0 0,0 0 1 0 0,-1 0-1 0 0,1 0 0 0 0,-1 0 1 0 0,1 0-1 0 0,0 0 1 0 0,-1 0-1 0 0,1 0 1 0 0,0 0-1 0 0,-1 1 0 0 0,0-1 1 0 0,-1 1 117 0 0,0 0-1 0 0,0 1 1 0 0,0-1 0 0 0,0 0-1 0 0,0 1 1 0 0,0 0 0 0 0,1-1-1 0 0,-1 1 1 0 0,0 0 0 0 0,1 0-1 0 0,-3 3 1 0 0,-2 11-69 0 0,0 1-1 0 0,0-1 1 0 0,2 1 0 0 0,0 0 0 0 0,1 0-1 0 0,0 1 1 0 0,2-1 0 0 0,0 1-1 0 0,1-1 1 0 0,0 1 0 0 0,2-1-1 0 0,3 19 1 0 0,-3-30-73 0 0,-1 1 1 0 0,1-1-1 0 0,1 0 0 0 0,0 0 0 0 0,-1 0 0 0 0,2 0 1 0 0,-1 0-1 0 0,1-1 0 0 0,0 1 0 0 0,0-1 0 0 0,0 0 1 0 0,1 0-1 0 0,0-1 0 0 0,0 1 0 0 0,10 6 0 0 0,-2-2-223 0 0,2 0-1 0 0,20 9 0 0 0,9 1-3146 0 0,-15-7-983 0 0,-11-4-2272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39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17508 0 0,'-1'7'301'0'0,"0"0"-1"0"0,1 0 1 0 0,0 0 0 0 0,0 0 0 0 0,1 0 0 0 0,0 0-1 0 0,0 0 1 0 0,1 0 0 0 0,3 8 0 0 0,1 11 502 0 0,-2-2-336 0 0,7 34-847 0 0,32 103 0 0 0,-36-141-7163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0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 10594 0 0,'20'-5'1284'0'0,"0"0"0"0"0,1 2-1 0 0,-1 0 1 0 0,1 2 0 0 0,21 0 0 0 0,124 10-242 0 0,-101-5-1293 0 0,-22-1-2620 0 0,-23-1-3112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0.3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5 11058 0 0,'-3'-4'7788'0'0,"4"17"-4157"0"0,4 40-3379 0 0,0 4 29 0 0,1 48 59 0 0,31 155-1 0 0,-31-235-687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1.7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46 11522 0 0,'-1'0'69'0'0,"1"0"0"0"0,0-1 0 0 0,-1 1 0 0 0,1 0 0 0 0,0 0 0 0 0,0-1 0 0 0,-1 1 0 0 0,1 0 0 0 0,0-1 0 0 0,0 1 0 0 0,-1 0 0 0 0,1 0 0 0 0,0-1 0 0 0,0 1 0 0 0,0 0 0 0 0,0-1 0 0 0,0 1 0 0 0,-1-1 0 0 0,1 1 0 0 0,0 0-1 0 0,0-1 1 0 0,0 1 0 0 0,0 0 0 0 0,0-1 0 0 0,0 1 0 0 0,0 0 0 0 0,0-1 0 0 0,0 1 0 0 0,0-1 0 0 0,1 1 0 0 0,-1 0 0 0 0,0-1 0 0 0,0 1 0 0 0,0 0 0 0 0,0-1 0 0 0,0 1 0 0 0,1 0 0 0 0,-1-1 0 0 0,0 1 0 0 0,0 0 0 0 0,1-1-1 0 0,8-15 901 0 0,-6 14-890 0 0,1 0 0 0 0,0 0 0 0 0,-1 0 0 0 0,1 1 0 0 0,0 0 0 0 0,0-1 0 0 0,0 1 0 0 0,0 0 0 0 0,1 1 0 0 0,-1-1 0 0 0,0 1 0 0 0,0 0 0 0 0,0 0 0 0 0,7 1 0 0 0,8 1 264 0 0,36 9 0 0 0,-29-5 171 0 0,-17-5-315 0 0,-6-1-123 0 0,-1 0-1 0 0,1 0 1 0 0,-1 0 0 0 0,1 1 0 0 0,-1-1-1 0 0,1 1 1 0 0,-1-1 0 0 0,0 1-1 0 0,1 0 1 0 0,-1 0 0 0 0,0 0 0 0 0,1 0-1 0 0,-1 1 1 0 0,3 2 0 0 0,-6-1 97 0 0,-1 0 1 0 0,1 0 0 0 0,-1 0 0 0 0,0 0-1 0 0,0 0 1 0 0,0 0 0 0 0,-4 3 0 0 0,-2 6 197 0 0,5-8-340 0 0,1 0 0 0 0,0 1-1 0 0,0-1 1 0 0,1 1 0 0 0,-1 0-1 0 0,1 0 1 0 0,0 0 0 0 0,0 0 0 0 0,0-1-1 0 0,1 1 1 0 0,0 0 0 0 0,0 0-1 0 0,1 8 1 0 0,-17-52 1124 0 0,16 38-1194 0 0,0 0 1 0 0,1 1-1 0 0,-1-1 1 0 0,0 0-1 0 0,0 1 1 0 0,0-1-1 0 0,0 0 1 0 0,0 1-1 0 0,1-1 0 0 0,-1 1 1 0 0,0-1-1 0 0,1 0 1 0 0,-1 1-1 0 0,0-1 1 0 0,1 1-1 0 0,-1-1 1 0 0,1 1-1 0 0,-1-1 1 0 0,1 0-1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2.5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70 2304 0 0,'-6'-35'2818'0'0,"-1"1"6031"0"0,18 85-1073 0 0,-2 38-6880 0 0,-3-12-739 0 0,12 109 170 0 0,6 41-151 0 0,-15-169-390 0 0,30 105 1 0 0,-22-122-1771 0 0,-14-34 520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2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12899 0 0,'6'0'537'0'0,"0"1"-1"0"0,0 1 1 0 0,0-1 0 0 0,0 1 0 0 0,0 0 0 0 0,0 1-1 0 0,-1-1 1 0 0,1 1 0 0 0,7 5 0 0 0,50 36 2256 0 0,-59-41-2506 0 0,220 156 1389 0 0,-122-101-8254 0 0,-73-42-489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3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341 0 7370 0 0,'-15'4'1507'0'0,"-12"9"8344"0"0,16-4-9923 0 0,-27 26 2218 0 0,-40 46-1 0 0,49-47-2129 0 0,1 2 0 0 0,2 1 0 0 0,-32 60-1 0 0,35-39-1875 0 0,15-31-5735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17 190 10594 0 0,'-1'0'160'0'0,"1"0"0"0"0,-1 0-1 0 0,0 0 1 0 0,1-1 0 0 0,-1 1-1 0 0,0 0 1 0 0,0 0 0 0 0,1-1-1 0 0,-1 1 1 0 0,0 0-1 0 0,1-1 1 0 0,-1 1 0 0 0,1-1-1 0 0,-1 1 1 0 0,0 0 0 0 0,1-1-1 0 0,-1 0 1 0 0,1 1 0 0 0,-1-1-1 0 0,1 1 1 0 0,-1-1 0 0 0,1 1-1 0 0,0-1 1 0 0,-1 0 0 0 0,1 1-1 0 0,0-1 1 0 0,0 0 0 0 0,-1 0-1 0 0,1 1 1 0 0,0-2 0 0 0,0 0-38 0 0,1 1-1 0 0,-1 0 1 0 0,1 0 0 0 0,0-1 0 0 0,0 1 0 0 0,-1 0 0 0 0,1 0 0 0 0,0 0 0 0 0,0 0 0 0 0,0 0 0 0 0,0 0 0 0 0,0 0 0 0 0,0 0 0 0 0,2-1 0 0 0,43-21 418 0 0,-33 19-421 0 0,-1 0 0 0 0,1 0 0 0 0,0 2-1 0 0,0-1 1 0 0,0 2 0 0 0,1-1 0 0 0,-1 2 0 0 0,18 1 0 0 0,-26 0-88 0 0,1-1 1 0 0,-1 2-1 0 0,1-1 1 0 0,-1 0-1 0 0,0 1 1 0 0,1 0-1 0 0,-1 1 1 0 0,0-1-1 0 0,0 1 1 0 0,-1 0-1 0 0,1 0 1 0 0,0 0-1 0 0,-1 1 0 0 0,0-1 1 0 0,0 1-1 0 0,0 0 1 0 0,0 0-1 0 0,-1 1 1 0 0,1-1-1 0 0,-1 1 1 0 0,0 0-1 0 0,3 6 1 0 0,-2 2-86 0 0,0 0 0 0 0,0 0 0 0 0,-1 0 0 0 0,-1 1 1 0 0,0-1-1 0 0,-1 1 0 0 0,0-1 0 0 0,-1 1 0 0 0,-1-1 0 0 0,0 1 0 0 0,-1-1 0 0 0,0 0 1 0 0,-1 1-1 0 0,0-1 0 0 0,-1 0 0 0 0,-1-1 0 0 0,0 1 0 0 0,-1-1 0 0 0,0 0 1 0 0,-1 0-1 0 0,0-1 0 0 0,-16 20 0 0 0,-1-14 744 0 0,24-16-677 0 0,0-1-1 0 0,0 0 1 0 0,0 0-1 0 0,-1 0 1 0 0,1 0 0 0 0,0 0-1 0 0,0 0 1 0 0,0 0-1 0 0,0 0 1 0 0,-1 0-1 0 0,1 0 1 0 0,0 0-1 0 0,0 0 1 0 0,0 0 0 0 0,0 0-1 0 0,-1 0 1 0 0,1 0-1 0 0,0 0 1 0 0,0 0-1 0 0,0 0 1 0 0,0 0 0 0 0,0 0-1 0 0,-1 0 1 0 0,1-1-1 0 0,0 1 1 0 0,0 0-1 0 0,0 0 1 0 0,0 0-1 0 0,0 0 1 0 0,0 0 0 0 0,-1 0-1 0 0,1 0 1 0 0,0-1-1 0 0,0 1 1 0 0,0 0-1 0 0,0 0 1 0 0,0 0-1 0 0,0 0 1 0 0,0 0 0 0 0,0-1-1 0 0,0 1 1 0 0,0 0-1 0 0,0 0 1 0 0,3-17 174 0 0,55-101-1524 0 0,8-24 37 0 0,-40 58 1053 0 0,-20 60 676 0 0,1 1 0 0 0,1 0 0 0 0,0 0 0 0 0,2 0 0 0 0,13-20 0 0 0,-23 43-398 0 0,0 0 0 0 0,0 0 0 0 0,0 0 0 0 0,0 0 1 0 0,0 1-1 0 0,0-1 0 0 0,0 0 0 0 0,0 0 0 0 0,0 0 0 0 0,0 0 0 0 0,0 0 0 0 0,0 0 0 0 0,1 1 0 0 0,-1-1 0 0 0,0 0 0 0 0,0 0 1 0 0,0 0-1 0 0,0 0 0 0 0,0 0 0 0 0,0 0 0 0 0,0 0 0 0 0,1 0 0 0 0,-1 0 0 0 0,0 1 0 0 0,0-1 0 0 0,0 0 0 0 0,0 0 0 0 0,0 0 0 0 0,1 0 1 0 0,-1 0-1 0 0,0 0 0 0 0,0 0 0 0 0,0 0 0 0 0,0 0 0 0 0,0 0 0 0 0,1 0 0 0 0,-1 0 0 0 0,0 0 0 0 0,0 0 0 0 0,0 0 0 0 0,0 0 1 0 0,0 0-1 0 0,1-1 0 0 0,-1 1 0 0 0,0 0 0 0 0,0 0 0 0 0,0 0 0 0 0,0 0 0 0 0,0 0 0 0 0,0 0 0 0 0,1 0 0 0 0,-1 0 0 0 0,0 0 0 0 0,0 0 1 0 0,0-1-1 0 0,0 1 0 0 0,0 0 0 0 0,0 0 0 0 0,0 0 0 0 0,0 0 0 0 0,0 0 0 0 0,0-1 0 0 0,1 25 586 0 0,-6 28-321 0 0,-16 63-144 0 0,11-74-94 0 0,3 0 0 0 0,1 1 0 0 0,2 0 0 0 0,2 42 0 0 0,4-66-383 0 0,1-1 1 0 0,0 1 0 0 0,1-1-1 0 0,1 0 1 0 0,1 0-1 0 0,0-1 1 0 0,2 0 0 0 0,-1 0-1 0 0,2 0 1 0 0,0-1-1 0 0,19 24 1 0 0,-11-19-6649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3 104 5065 0 0,'-1'-2'236'0'0,"1"-1"0"0"0,-1 1 0 0 0,1 0 0 0 0,-1 0 0 0 0,1 0 0 0 0,0-1 0 0 0,0 1 0 0 0,0 0 0 0 0,0 0 0 0 0,1-1 0 0 0,-1 1 0 0 0,0 0 0 0 0,1 0 0 0 0,0 0-1 0 0,-1 0 1 0 0,1 0 0 0 0,0 0 0 0 0,0 0 0 0 0,0 0 0 0 0,1 0 0 0 0,-1 0 0 0 0,0 0 0 0 0,1 1 0 0 0,-1-1 0 0 0,3-2 0 0 0,1-2 466 0 0,1 0-1 0 0,-1 0 1 0 0,1 1 0 0 0,0 0-1 0 0,1 0 1 0 0,7-5-1 0 0,-13 10-612 0 0,0-1 0 0 0,0 0-1 0 0,1 1 1 0 0,-1-1-1 0 0,0 1 1 0 0,1-1 0 0 0,-1 1-1 0 0,1 0 1 0 0,-1-1-1 0 0,0 1 1 0 0,1 0 0 0 0,-1 0-1 0 0,1 0 1 0 0,-1 0-1 0 0,1 0 1 0 0,-1 1 0 0 0,0-1-1 0 0,1 0 1 0 0,-1 1-1 0 0,1-1 1 0 0,-1 1 0 0 0,2 0-1 0 0,0 1 1 0 0,-1 0 0 0 0,0 0-1 0 0,0 0 1 0 0,0 0 0 0 0,0 0-1 0 0,0 0 1 0 0,-1 0 0 0 0,1 0-1 0 0,0 1 1 0 0,1 4 0 0 0,2 4 43 0 0,-1 0 1 0 0,0 1-1 0 0,-1-1 0 0 0,3 16 1 0 0,-1 15 352 0 0,0 77-1 0 0,-1 1 1469 0 0,-4-120-1932 0 0,0 1-1 0 0,0-1 1 0 0,0 0 0 0 0,0 0 0 0 0,0 1 0 0 0,0-1-1 0 0,0 0 1 0 0,0 1 0 0 0,0-1 0 0 0,0 0 0 0 0,1 1 0 0 0,-1-1-1 0 0,0 0 1 0 0,0 0 0 0 0,0 1 0 0 0,0-1 0 0 0,0 0-1 0 0,1 0 1 0 0,-1 1 0 0 0,0-1 0 0 0,0 0 0 0 0,0 0-1 0 0,1 0 1 0 0,-1 1 0 0 0,0-1 0 0 0,0 0 0 0 0,1 0-1 0 0,-1 0 1 0 0,0 0 0 0 0,0 1 0 0 0,1-1 0 0 0,-1 0-1 0 0,0 0 1 0 0,1 0 0 0 0,-1 0 0 0 0,0 0 0 0 0,1 0-1 0 0,-1 0 1 0 0,15-7 310 0 0,14-21-271 0 0,-27 25-35 0 0,42-40-1127 0 0,53-41-1 0 0,-62 57-6713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49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88 122 6913 0 0,'-17'5'89'0'0,"-18"5"1878"0"0,0-11 6771 0 0,42-4-7654 0 0,9-3-296 0 0,33-10-60 0 0,1 3 1 0 0,0 2 0 0 0,67-10-1 0 0,-87 18-592 0 0,32-6 36 0 0,-20 5-50 0 0,71-21 0 0 0,-104 23-1846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1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4145 0 0,'3'-2'425'0'0,"-1"0"0"0"0,1 0 0 0 0,-1 1-1 0 0,1 0 1 0 0,0-1 0 0 0,0 1 0 0 0,0 0 0 0 0,0 0 0 0 0,5 0 0 0 0,-10 17 5224 0 0,3-2-4969 0 0,5 34 2560 0 0,-7-62-2740 0 0,-1 0 1 0 0,0 1 0 0 0,-1-1 0 0 0,0 1 0 0 0,-1 0 0 0 0,-6-14 0 0 0,27 45-29 0 0,1-3-4358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1.8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52 132 4145 0 0,'-19'-5'697'0'0,"-14"-1"1453"0"0,96-1 4803 0 0,39-20-3763 0 0,-46 12-2025 0 0,64-21-501 0 0,-41 7-4609 0 0,-64 23-1632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6:52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0 3225 0 0,'0'0'240'0'0,"-1"0"-63"0"0,0 1 335 0 0,-1-1 1 0 0,0 1-1 0 0,1 0 0 0 0,-1-1 1 0 0,1 1-1 0 0,0 0 0 0 0,-1 0 1 0 0,1 0-1 0 0,0 0 0 0 0,-1 0 0 0 0,1 0 1 0 0,0 1-1 0 0,0-1 0 0 0,0 0 1 0 0,0 0-1 0 0,-1 2 0 0 0,-15 24 2458 0 0,16-26-2745 0 0,-3 7 74 0 0,1-1 1 0 0,-1 1-1 0 0,1-1 0 0 0,0 1 1 0 0,1 0-1 0 0,0 0 0 0 0,0 1 1 0 0,1-1-1 0 0,0 0 0 0 0,0 0 1 0 0,1 1-1 0 0,0-1 0 0 0,1 0 0 0 0,2 15 1 0 0,-2-18-259 0 0,0-1 1 0 0,1 1-1 0 0,0 0 0 0 0,0-1 1 0 0,0 0-1 0 0,0 1 0 0 0,0-1 1 0 0,1 0-1 0 0,0 0 0 0 0,0 0 1 0 0,0-1-1 0 0,0 1 0 0 0,1-1 1 0 0,-1 1-1 0 0,1-1 1 0 0,0 0-1 0 0,0-1 0 0 0,0 1 1 0 0,1-1-1 0 0,-1 0 0 0 0,0 0 1 0 0,1 0-1 0 0,-1 0 0 0 0,1-1 1 0 0,0 0-1 0 0,5 1 1 0 0,6 0-32 0 0,1 0 1 0 0,0-2 0 0 0,23-1-1 0 0,-30 0-39 0 0,0 0-1 0 0,0 0 0 0 0,0 1 1 0 0,0 1-1 0 0,0 0 0 0 0,0 0 1 0 0,0 1-1 0 0,0 0 0 0 0,0 1 1 0 0,-1 0-1 0 0,1 0 0 0 0,13 8 1 0 0,-17-8 20 0 0,-1 0 0 0 0,0 1 0 0 0,-1 0 0 0 0,1 0 0 0 0,0 0 0 0 0,-1 0 0 0 0,0 1-1 0 0,0-1 1 0 0,-1 1 0 0 0,1 0 0 0 0,-1 1 0 0 0,0-1 0 0 0,0 0 0 0 0,-1 1 0 0 0,4 9 0 0 0,-5-10 5 0 0,0-1 1 0 0,-1 1-1 0 0,1 0 0 0 0,-1-1 1 0 0,0 1-1 0 0,0-1 0 0 0,-1 1 0 0 0,1-1 1 0 0,-1 1-1 0 0,0-1 0 0 0,-1 1 0 0 0,1-1 1 0 0,-1 1-1 0 0,1-1 0 0 0,-1 0 0 0 0,0 0 1 0 0,-1 0-1 0 0,1 0 0 0 0,-1 0 1 0 0,0-1-1 0 0,-4 6 0 0 0,-7 4 205 0 0,-1-1 0 0 0,0 0-1 0 0,0-1 1 0 0,-1 0 0 0 0,-1-1 0 0 0,0-1-1 0 0,0-1 1 0 0,-1-1 0 0 0,0 0 0 0 0,0-1-1 0 0,0-1 1 0 0,-1 0 0 0 0,0-2 0 0 0,-21 2-1 0 0,37-5-216 0 0,0 1 0 0 0,0-1 0 0 0,0 0 0 0 0,0-1 0 0 0,0 1 0 0 0,0 0 0 0 0,0-1 0 0 0,0 0 0 0 0,0 0 0 0 0,0 0 0 0 0,0 0 0 0 0,0 0 0 0 0,0-1 0 0 0,0 1 0 0 0,1-1 0 0 0,-1 1 0 0 0,1-1 0 0 0,-1 0 0 0 0,-3-4 0 0 0,0-3-413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27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128 30 5529 0 0,'-2'-1'553'0'0,"1"0"-1"0"0,0-1 1 0 0,-1 1-1 0 0,1-1 0 0 0,-9-21 9241 0 0,3 30-7954 0 0,4-4-2183 0 0,-3 3 367 0 0,1 0 1 0 0,1 1-1 0 0,-1-1 1 0 0,1 1-1 0 0,0 0 1 0 0,1-1-1 0 0,-1 2 1 0 0,1-1-1 0 0,1 0 1 0 0,-1 1-1 0 0,2-1 1 0 0,-1 1-1 0 0,1 0 1 0 0,-1 8-1 0 0,1 12-42 0 0,1-1-1 0 0,6 45 0 0 0,-2-30 48 0 0,1 45 264 0 0,-4 0 0 0 0,-3 1 0 0 0,-26 163 1 0 0,-8-96-3744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29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230 186 1928 0 0,'-13'-7'594'0'0,"0"2"0"0"0,-1-1 1 0 0,0 2-1 0 0,0 0 0 0 0,-1 0 0 0 0,-17-1 0 0 0,63 2 3518 0 0,20-10-2725 0 0,-5 2-370 0 0,84-9-392 0 0,1 6 1 0 0,187 3-1 0 0,-62 19-382 0 0,61-2-58 0 0,217-55 825 0 0,-467 40-783 0 0,294-26 638 0 0,149 55-294 0 0,-463-21-703 0 0,-13-1 44 0 0,-34 2 40 0 0,-16 13 1510 0 0,15-12-1417 0 0,0 0 1 0 0,0 0 0 0 0,0-1 0 0 0,0 1 0 0 0,0 0 0 0 0,0 0 0 0 0,0 1 0 0 0,1-1 0 0 0,-1 0 0 0 0,0 0 0 0 0,0 0 0 0 0,1 0 0 0 0,-1 1 0 0 0,1-1 0 0 0,-1 0 0 0 0,1 1 0 0 0,0-1 0 0 0,-1 0 0 0 0,1 1-1 0 0,0-1 1 0 0,0 0 0 0 0,0 1 0 0 0,0 1 0 0 0,-9 116 2198 0 0,-5 33-2101 0 0,-27 32-114 0 0,22-108-16 0 0,-14 112-1 0 0,3 14 268 0 0,31-158-199 0 0,0-39-78 0 0,-1 0-1 0 0,1-1 1 0 0,-1 1 0 0 0,0 0-1 0 0,0 0 1 0 0,-1 0-1 0 0,1 0 1 0 0,-1-1 0 0 0,0 1-1 0 0,0 0 1 0 0,-1-1-1 0 0,1 1 1 0 0,-1-1 0 0 0,0 1-1 0 0,-1-1 1 0 0,1 0-1 0 0,-4 5 1 0 0,3-4 12 0 0,-1 0 0 0 0,1-1 0 0 0,-1 1 0 0 0,0-1 0 0 0,0 0 0 0 0,0 0 0 0 0,0-1 0 0 0,-1 1 0 0 0,1-1 0 0 0,-1 0 0 0 0,0 0 0 0 0,0 0 1 0 0,0-1-1 0 0,-1 0 0 0 0,1 0 0 0 0,0 0 0 0 0,-1 0 0 0 0,1-1 0 0 0,-1 0 0 0 0,-9 0 0 0 0,-198 17-395 0 0,92-17 299 0 0,-51 4 7 0 0,-53 8-110 0 0,88-6 74 0 0,-202 34-1 0 0,-122 42-7 0 0,376-68 44 0 0,40-7 41 0 0,-119 16-8 0 0,137-21 55 0 0,0-2 0 0 0,1-1 0 0 0,-1-1 0 0 0,-29-5 0 0 0,-11-9 40 0 0,41 9-26 0 0,0 0 1 0 0,-35-2 0 0 0,32 7-29 0 0,5 0 0 0 0,0 0 0 0 0,0-1 0 0 0,0-2 0 0 0,-24-6 0 0 0,35 4 174 0 0,0 1-1 0 0,-18-12 1 0 0,19 10 13 0 0,-1 0-1 0 0,-20-7 0 0 0,31 13-125 0 0,-25-6 479 0 0,26 6-526 0 0,0 1 0 0 0,0 0 0 0 0,0 0 0 0 0,-1 0 0 0 0,1-1-1 0 0,0 1 1 0 0,0 0 0 0 0,-1 0 0 0 0,1 1 0 0 0,0-1 0 0 0,0 0-1 0 0,0 0 1 0 0,-1 1 0 0 0,1-1 0 0 0,0 0 0 0 0,0 1-1 0 0,0-1 1 0 0,-1 2 0 0 0,2-2-12 0 0,0 1 0 0 0,0-1 0 0 0,0 0 0 0 0,0 1 0 0 0,0-1-1 0 0,1 1 1 0 0,-1-1 0 0 0,0 1 0 0 0,0-1 0 0 0,0 0 0 0 0,1 1 0 0 0,-1-1 0 0 0,0 0 0 0 0,1 1 0 0 0,-1-1-1 0 0,0 0 1 0 0,1 1 0 0 0,-1-1 0 0 0,0 0 0 0 0,1 0 0 0 0,-1 0 0 0 0,1 1 0 0 0,-1-1 0 0 0,1 0-1 0 0,-1 0 1 0 0,0 0 0 0 0,1 0 0 0 0,-1 0 0 0 0,1 0 0 0 0,-1 1 0 0 0,1-1 0 0 0,-1 0 0 0 0,1 0 0 0 0,-1-1-1 0 0,1 1 1 0 0,-1 0 0 0 0,1 0 0 0 0,21 3-1854 0 0,-2-5-6098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7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142 102 4145 0 0,'-16'-31'2477'0'0,"-9"-14"-113"0"0,24 43-2092 0 0,-1 0-1 0 0,1 0 1 0 0,-1 0-1 0 0,0 0 0 0 0,0 0 1 0 0,1 1-1 0 0,-1-1 1 0 0,0 1-1 0 0,0-1 0 0 0,-1 1 1 0 0,1 0-1 0 0,0 0 1 0 0,0 0-1 0 0,-1 0 0 0 0,1 0 1 0 0,-4-1-1 0 0,4 2-114 0 0,1 0-1 0 0,0 0 0 0 0,-1 1 1 0 0,1-1-1 0 0,-1 0 1 0 0,1 0-1 0 0,-1 1 0 0 0,1-1 1 0 0,0 1-1 0 0,-1-1 1 0 0,1 1-1 0 0,0 0 0 0 0,0-1 1 0 0,-1 1-1 0 0,1 0 1 0 0,0 0-1 0 0,0 0 0 0 0,0 0 1 0 0,0 0-1 0 0,0 0 1 0 0,0 0-1 0 0,0 0 0 0 0,0 1 1 0 0,1-1-1 0 0,-1 0 1 0 0,0 0-1 0 0,1 1 0 0 0,-1-1 1 0 0,1 0-1 0 0,-1 3 1 0 0,-11 48 450 0 0,10-41-419 0 0,-4 25-79 0 0,1 1 1 0 0,1 42-1 0 0,4-60-72 0 0,1 0-1 0 0,0 0 1 0 0,2-1 0 0 0,0 1-1 0 0,1-1 1 0 0,8 21-1 0 0,-10-34-84 0 0,0 1-1 0 0,1-1 1 0 0,0 0-1 0 0,0 0 1 0 0,1 0-1 0 0,-1 0 0 0 0,1 0 1 0 0,0-1-1 0 0,0 0 1 0 0,0 0-1 0 0,1 0 1 0 0,0 0-1 0 0,0 0 1 0 0,0-1-1 0 0,0 0 1 0 0,0 0-1 0 0,0-1 0 0 0,1 1 1 0 0,6 1-1 0 0,-9-4 21 0 0,0 1 0 0 0,1 0 0 0 0,-1-1 0 0 0,1 0 0 0 0,-1 0 0 0 0,0 0 0 0 0,1 0 0 0 0,-1 0 0 0 0,1-1 0 0 0,-1 1-1 0 0,0-1 1 0 0,1 0 0 0 0,-1 0 0 0 0,0 0 0 0 0,0-1 0 0 0,0 1 0 0 0,0-1 0 0 0,0 0 0 0 0,0 1 0 0 0,0-2 0 0 0,0 1-1 0 0,-1 0 1 0 0,1 0 0 0 0,-1-1 0 0 0,1 1 0 0 0,-1-1 0 0 0,0 0 0 0 0,0 0 0 0 0,-1 1 0 0 0,1-2 0 0 0,0 1 0 0 0,-1 0 0 0 0,2-6-1 0 0,-1 5 71 0 0,0 0 0 0 0,-1-1 0 0 0,0 1-1 0 0,0 0 1 0 0,0-1 0 0 0,0 1-1 0 0,0-1 1 0 0,-1 1 0 0 0,0-1-1 0 0,0 1 1 0 0,-1-1 0 0 0,1 1-1 0 0,-1-1 1 0 0,0 1 0 0 0,0-1 0 0 0,0 1-1 0 0,-1 0 1 0 0,1-1 0 0 0,-1 1-1 0 0,0 0 1 0 0,0 0 0 0 0,-3-4-1 0 0,2 9 50 0 0,3 7-82 0 0,2 7-95 0 0,0-8 49 0 0,0 0 1 0 0,0-1-1 0 0,1 1 1 0 0,0-1 0 0 0,0 0-1 0 0,0 1 1 0 0,1-1-1 0 0,0 0 1 0 0,0-1-1 0 0,0 1 1 0 0,1-1 0 0 0,0 0-1 0 0,0 0 1 0 0,0-1-1 0 0,6 5 1 0 0,-7-7 101 0 0,0 0 0 0 0,-1 0 0 0 0,1 0 0 0 0,0-1 0 0 0,0 0-1 0 0,0 0 1 0 0,0 0 0 0 0,0 0 0 0 0,0 0 0 0 0,0-1 0 0 0,0 0 0 0 0,0 0 0 0 0,0 0 0 0 0,0 0 0 0 0,0 0 0 0 0,0-1 0 0 0,1 0-1 0 0,-2 0 1 0 0,1 0 0 0 0,0 0 0 0 0,0-1 0 0 0,0 0 0 0 0,0 0 0 0 0,-1 0 0 0 0,1 0 0 0 0,-1 0 0 0 0,4-4 0 0 0,-2 3 48 0 0,-1 0 1 0 0,0 0 0 0 0,0-1 0 0 0,0 0-1 0 0,-1 0 1 0 0,1 0 0 0 0,-1 0-1 0 0,0-1 1 0 0,0 1 0 0 0,0-1 0 0 0,-1 1-1 0 0,0-1 1 0 0,0 0 0 0 0,0 0 0 0 0,0 0-1 0 0,-1-1 1 0 0,0 1 0 0 0,0 0-1 0 0,0 0 1 0 0,0-1 0 0 0,-1-10 0 0 0,-2 6-345 0 0,1 1 0 0 0,-1-1 0 0 0,-1 1 0 0 0,0-1 0 0 0,0 1 0 0 0,-1 0 0 0 0,0 0 0 0 0,-1 0 0 0 0,1 0 0 0 0,-2 1 0 0 0,-6-9 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12443 0 0,'-1'6'587'0'0,"1"-1"0"0"0,-1 1 0 0 0,1 0 0 0 0,0-1 0 0 0,1 1 0 0 0,-1 0 0 0 0,1-1 0 0 0,3 10 0 0 0,1 16 1028 0 0,-4 13 558 0 0,-2-31-2079 0 0,1-1 1 0 0,1 1 0 0 0,0-1 0 0 0,1 1-1 0 0,0-1 1 0 0,1 1 0 0 0,4 13-1 0 0,-2-17-946 0 0,2-1-267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8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22 5985 0 0,'-3'-3'742'0'0,"1"1"-1"0"0,0-1 0 0 0,-1 1 1 0 0,1 0-1 0 0,-1 0 1 0 0,1 0-1 0 0,-1 1 0 0 0,-4-3 1 0 0,6 4-641 0 0,1 0 0 0 0,-1 0 0 0 0,1 0 0 0 0,0 0 0 0 0,-1 0 0 0 0,1 0 0 0 0,-1 0-1 0 0,1 0 1 0 0,0 0 0 0 0,-1 0 0 0 0,1 0 0 0 0,-1 0 0 0 0,1 0 0 0 0,0 0 0 0 0,-1 1 0 0 0,1-1 0 0 0,0 0 0 0 0,-1 0 0 0 0,1 0 0 0 0,0 1 0 0 0,-1-1 0 0 0,1 0 0 0 0,0 0 0 0 0,-1 1 0 0 0,1-1 0 0 0,0 1 0 0 0,-7 19 1143 0 0,6-7-1042 0 0,1 0 0 0 0,0 0 1 0 0,0 1-1 0 0,1-1 1 0 0,1 0-1 0 0,0 0 0 0 0,1 0 1 0 0,1 0-1 0 0,0 0 1 0 0,5 12-1 0 0,-6-19-161 0 0,-1-1 0 0 0,1 1 1 0 0,0 0-1 0 0,0-1 0 0 0,0 0 0 0 0,1 0 0 0 0,0 0 0 0 0,0 0 0 0 0,0-1 1 0 0,0 1-1 0 0,1-1 0 0 0,0 0 0 0 0,0 0 0 0 0,0-1 0 0 0,0 0 0 0 0,1 0 1 0 0,-1 0-1 0 0,1 0 0 0 0,0-1 0 0 0,0 0 0 0 0,0 0 0 0 0,0 0 0 0 0,8 0 1 0 0,-12-1-69 0 0,0-1 1 0 0,0 0 0 0 0,0 0 0 0 0,0 0 0 0 0,0 0-1 0 0,0 0 1 0 0,-1 0 0 0 0,1 0 0 0 0,0-1 0 0 0,0 1-1 0 0,0-1 1 0 0,0 1 0 0 0,0-1 0 0 0,-1 0 0 0 0,1 0 0 0 0,0 0-1 0 0,-1 0 1 0 0,1 0 0 0 0,0 0 0 0 0,-1 0 0 0 0,0 0-1 0 0,1-1 1 0 0,-1 1 0 0 0,0 0 0 0 0,1-1 0 0 0,-1 1-1 0 0,0-1 1 0 0,0 0 0 0 0,0 1 0 0 0,0-1 0 0 0,-1 0-1 0 0,1 0 1 0 0,0 1 0 0 0,-1-1 0 0 0,1 0 0 0 0,-1 0 0 0 0,1-3-1 0 0,-1-6-222 0 0,1 0-1 0 0,-2-1 0 0 0,0 1 0 0 0,0 0 0 0 0,-4-15 1 0 0,0-2 25 0 0,6 23 235 0 0,1 6 20 0 0,7 12 63 0 0,7 20 63 0 0,-14-28-78 0 0,1 0 0 0 0,0-1-1 0 0,0 1 1 0 0,1 0 0 0 0,-1-1 0 0 0,1 0-1 0 0,0 0 1 0 0,0 0 0 0 0,0 0-1 0 0,1-1 1 0 0,-1 0 0 0 0,1 1 0 0 0,0-2-1 0 0,0 1 1 0 0,0 0 0 0 0,0-1 0 0 0,9 2-1 0 0,-9-2 25 0 0,-1-1-1 0 0,1 0 1 0 0,-1-1-1 0 0,1 1 0 0 0,0-1 1 0 0,0 0-1 0 0,-1 0 1 0 0,1 0-1 0 0,0-1 0 0 0,-1 1 1 0 0,1-1-1 0 0,-1-1 1 0 0,1 1-1 0 0,-1 0 0 0 0,1-1 1 0 0,-1 0-1 0 0,0 0 1 0 0,0 0-1 0 0,0-1 0 0 0,0 0 1 0 0,6-5-1 0 0,-8 7-56 0 0,0-1 0 0 0,0 0 0 0 0,0 0 0 0 0,0-1 0 0 0,0 1 0 0 0,-1 0 0 0 0,1 0 0 0 0,-1-1-1 0 0,0 1 1 0 0,0-1 0 0 0,0 1 0 0 0,0-1 0 0 0,0 0 0 0 0,-1 1 0 0 0,1-1 0 0 0,-1 0 0 0 0,1 0 0 0 0,-1 1 0 0 0,0-6 0 0 0,-1 0-107 0 0,-1-1 0 0 0,0 1 0 0 0,0 0 0 0 0,-7-16 0 0 0,6 16-630 0 0,0 0 0 0 0,0 0-1 0 0,1-1 1 0 0,-3-13 0 0 0,5 13-694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 2745 0 0,'34'-22'7925'0'0,"-32"21"-7620"0"0,-1 0-1 0 0,1 0 1 0 0,-1 0-1 0 0,1 0 1 0 0,0 0-1 0 0,-1 1 1 0 0,1-1 0 0 0,0 0-1 0 0,0 1 1 0 0,0-1-1 0 0,-1 1 1 0 0,1 0-1 0 0,0 0 1 0 0,0 0-1 0 0,0 0 1 0 0,0 0-1 0 0,0 0 1 0 0,-1 0-1 0 0,1 1 1 0 0,0-1-1 0 0,0 0 1 0 0,0 1 0 0 0,-1 0-1 0 0,3 0 1 0 0,-1 2-209 0 0,0-1-1 0 0,0 0 1 0 0,0 1 0 0 0,0-1 0 0 0,-1 1 0 0 0,1 0 0 0 0,-1 0 0 0 0,0 0 0 0 0,0 0 0 0 0,0 0-1 0 0,2 6 1 0 0,3 7-310 0 0,-2 0 0 0 0,0 0 0 0 0,0 0 0 0 0,2 24 0 0 0,-5-21 360 0 0,-1-13 46 0 0,-1 0 0 0 0,1 0 1 0 0,0 0-1 0 0,0 0 0 0 0,1 0 0 0 0,2 6 0 0 0,-3-11-142 0 0,-1-1 0 0 0,0 0 0 0 0,0 0-1 0 0,0 1 1 0 0,0-1 0 0 0,1 0 0 0 0,-1 0 0 0 0,0 0 0 0 0,0 1 0 0 0,0-1 0 0 0,1 0 0 0 0,-1 0-1 0 0,0 0 1 0 0,0 1 0 0 0,1-1 0 0 0,-1 0 0 0 0,0 0 0 0 0,1 0 0 0 0,-1 0 0 0 0,0 0-1 0 0,0 0 1 0 0,1 0 0 0 0,-1 0 0 0 0,0 0 0 0 0,1 0 0 0 0,-1 0 0 0 0,0 0 0 0 0,1 0 0 0 0,-1 0-1 0 0,0 0 1 0 0,0 0 0 0 0,1 0 0 0 0,-1 0 0 0 0,0 0 0 0 0,1 0 0 0 0,12-9 658 0 0,8-13-446 0 0,16-30-340 0 0,5-7-1451 0 0,-8 27-2692 0 0,-10 22 2070 0 0,-16 9 2000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5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 10138 0 0,'-1'-3'3186'0'0,"8"-3"-358"0"0,12-7 196 0 0,-16 12-3489 0 0,-1 0 553 0 0,0 0 1 0 0,0 0 0 0 0,-1 0-1 0 0,1 1 1 0 0,0-1 0 0 0,0 1 0 0 0,0 0-1 0 0,0-1 1 0 0,0 1 0 0 0,0 0-1 0 0,0 0 1 0 0,0 0 0 0 0,0 1 0 0 0,0-1-1 0 0,0 0 1 0 0,0 1 0 0 0,0-1-1 0 0,0 1 1 0 0,0 0 0 0 0,-1-1-1 0 0,4 3 1 0 0,-2-1-51 0 0,0 0 0 0 0,-1 0 1 0 0,1 1-1 0 0,-1-1 0 0 0,0 1 0 0 0,0 0 0 0 0,0 0 0 0 0,0 0 0 0 0,0 0 1 0 0,-1 0-1 0 0,3 4 0 0 0,0 6-12 0 0,0-1 0 0 0,-1 0 0 0 0,0 1 0 0 0,-1 0 0 0 0,1 16 1 0 0,-3 1 14 0 0,-1 0 1 0 0,-2 0 0 0 0,-11 54 0 0 0,3-28-644 0 0,11-50-1823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39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36 10138 0 0,'0'-3'765'0'0,"-1"0"-1"0"0,0-1 1 0 0,-1 1-1 0 0,1 0 1 0 0,-1 1-1 0 0,1-1 1 0 0,-1 0-1 0 0,0 0 1 0 0,-5-5 2559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0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0 456 0 0,'-5'9'17796'0'0,"12"14"-11828"0"0,25 36-9065 0 0,-19-35 4627 0 0,-3-6-1549 0 0,5 13-37 0 0,26 37 0 0 0,-35-59-101 0 0,0-1 0 0 0,0-1 0 0 0,1 1 0 0 0,0-1 0 0 0,0 0 0 0 0,1-1 0 0 0,0 0 0 0 0,0 0 0 0 0,11 6 0 0 0,-16-11-127 0 0,-1 0 0 0 0,0 0 0 0 0,1 0 0 0 0,-1 0 0 0 0,0 0 0 0 0,1-1-1 0 0,-1 1 1 0 0,1-1 0 0 0,-1 0 0 0 0,1 0 0 0 0,-1 0 0 0 0,6 0-1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0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6449 0 0,'-1'1'472'0'0,"1"1"-1"0"0,-1-1 0 0 0,1 0 0 0 0,-1 0 0 0 0,1 0 1 0 0,0 1-1 0 0,0-1 0 0 0,-1 0 0 0 0,1 1 0 0 0,0-1 0 0 0,0 0 1 0 0,0 1-1 0 0,0-1 0 0 0,0 0 0 0 0,1 0 0 0 0,-1 1 1 0 0,0-1-1 0 0,1 0 0 0 0,0 2 0 0 0,11 31 2851 0 0,-7-21-2121 0 0,14 59 833 0 0,-5-19-3914 0 0,-7-29-5499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4609 0 0,'0'9'7030'0'0,"25"-19"-3279"0"0,-22 9-3543 0 0,-1 1 1 0 0,1 0 0 0 0,-1 0-1 0 0,0 0 1 0 0,1 0-1 0 0,-1 0 1 0 0,1 0-1 0 0,-1 1 1 0 0,1-1-1 0 0,-1 1 1 0 0,0 0 0 0 0,1-1-1 0 0,-1 1 1 0 0,0 0-1 0 0,0 0 1 0 0,0 1-1 0 0,0-1 1 0 0,2 2-1 0 0,0 0-79 0 0,-1 0 1 0 0,0 1-1 0 0,1-1 0 0 0,-2 1 0 0 0,1-1 0 0 0,0 1 0 0 0,-1 0 0 0 0,4 9 0 0 0,-1-1-218 0 0,-1 1-1 0 0,0 0 1 0 0,-1 0-1 0 0,0 0 1 0 0,1 23 0 0 0,-3-18-289 0 0,-1-1 1 0 0,-2 27 0 0 0,1-40 297 0 0,1 1 0 0 0,-1-1 0 0 0,1 0 0 0 0,-1 0 0 0 0,-1 0 0 0 0,1 0 0 0 0,0 0 0 0 0,-1-1 0 0 0,0 1 0 0 0,0 0 0 0 0,0-1 0 0 0,0 1 0 0 0,-1-1 0 0 0,1 0 0 0 0,-1 0 0 0 0,-5 5 0 0 0,7-7 79 0 0,1-1 0 0 0,0 0-1 0 0,-1 0 1 0 0,1 0-1 0 0,0 0 1 0 0,-1 0-1 0 0,1 0 1 0 0,0 0 0 0 0,-1 1-1 0 0,1-1 1 0 0,0 0-1 0 0,-1 0 1 0 0,1 0-1 0 0,0 0 1 0 0,-1 0 0 0 0,1 0-1 0 0,0-1 1 0 0,-1 1-1 0 0,1 0 1 0 0,0 0-1 0 0,-1 0 1 0 0,1 0 0 0 0,0 0-1 0 0,-1 0 1 0 0,1-1-1 0 0,0 1 1 0 0,0 0-1 0 0,-1 0 1 0 0,1 0 0 0 0,0-1-1 0 0,-1 1 1 0 0,1 0-1 0 0,0 0 1 0 0,0-1-1 0 0,0 1 1 0 0,-1 0 0 0 0,1-1-1 0 0,0 1 1 0 0,0 0-1 0 0,0-1 1 0 0,0 1-1 0 0,0 0 1 0 0,0-1 0 0 0,-1 1-1 0 0,1 0 1 0 0,0-1-1 0 0,0 1 1 0 0,0 0-1 0 0,0-1 1 0 0,0 1-1 0 0,0 0 1 0 0,0-1 0 0 0,1 1-1 0 0,-1-1 1 0 0,-1-21-308 0 0,1 22 300 0 0,4-40-372 0 0,3 1-1 0 0,1 0 0 0 0,1 0 1 0 0,30-73-1 0 0,-37 107 578 0 0,-2 2-9 0 0,1 0 0 0 0,0 0 0 0 0,1 0-1 0 0,-1 0 1 0 0,0 0 0 0 0,1 0 0 0 0,0 1 0 0 0,-1-1-1 0 0,1 1 1 0 0,0-1 0 0 0,4-3 0 0 0,-5 8-93 0 0,0 1 0 0 0,-1-1 1 0 0,1 1-1 0 0,-1 0 0 0 0,0-1 0 0 0,0 1 1 0 0,0 0-1 0 0,0-1 0 0 0,-1 3 0 0 0,1-4-84 0 0,-1 19 240 0 0,0 0 0 0 0,2-1 0 0 0,0 1 0 0 0,1-1 0 0 0,8 29 0 0 0,-9-42-192 0 0,1 0 0 0 0,-1 0 0 0 0,2-1 0 0 0,-1 1 0 0 0,1-1 0 0 0,-1 0 0 0 0,2 1 0 0 0,-1-1 0 0 0,0-1 0 0 0,1 1 0 0 0,0 0 0 0 0,0-1 1 0 0,0 0-1 0 0,1 0 0 0 0,0 0 0 0 0,-1 0 0 0 0,1-1 0 0 0,1 0 0 0 0,-1 0 0 0 0,0 0 0 0 0,1-1 0 0 0,7 3 0 0 0,-11-4-247 0 0,1-1 0 0 0,0 1 0 0 0,-1-1 0 0 0,1 0 0 0 0,0 0 0 0 0,-1 0 0 0 0,1 0 0 0 0,0 0 0 0 0,-1-1 0 0 0,1 1 0 0 0,-1-1-1 0 0,6-2 1 0 0,2-2-1268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1.6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 6449 0 0,'-1'-3'1460'0'0,"9"-4"-81"0"0,9-4 565 0 0,-14 9-1685 0 0,1 1 1 0 0,-1 0-1 0 0,1 0 1 0 0,0 0-1 0 0,-1 1 0 0 0,1-1 1 0 0,0 1-1 0 0,0 0 1 0 0,-1 0-1 0 0,1 0 1 0 0,0 1-1 0 0,0-1 1 0 0,-1 1-1 0 0,1 0 1 0 0,0 0-1 0 0,5 2 0 0 0,-3 0 13 0 0,-1 0 0 0 0,1 1 1 0 0,0 0-1 0 0,-1-1 0 0 0,0 2 0 0 0,0-1 0 0 0,0 1 0 0 0,8 9 0 0 0,-5-3 100 0 0,-1 0 0 0 0,0 0 0 0 0,0 1 1 0 0,-1-1-1 0 0,-1 1 0 0 0,0 1 0 0 0,-1-1 0 0 0,6 26 1 0 0,-8-18 91 0 0,0-8 843 0 0,1-29-578 0 0,10-54-1345 0 0,-3 41-5545 0 0,-1 8-1217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2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67 6449 0 0,'20'-66'17028'0'0,"-13"79"-17025"0"0,-1 0 1 0 0,0 1-1 0 0,-1 0 0 0 0,0 0 0 0 0,5 27 1 0 0,8 85-7 0 0,-14-90 2 0 0,1 23 66 0 0,-5-41-27 0 0,1-1 0 0 0,1 1 1 0 0,1-1-1 0 0,9 33 0 0 0,-12-49-95 0 0,0-1 0 0 0,0 1 0 0 0,0-1 0 0 0,0 0-1 0 0,0 1 1 0 0,0-1 0 0 0,1 1 0 0 0,-1-1 0 0 0,0 0 0 0 0,0 1 0 0 0,1-1-1 0 0,-1 0 1 0 0,0 1 0 0 0,0-1 0 0 0,1 0 0 0 0,-1 1 0 0 0,0-1 0 0 0,1 0 0 0 0,-1 0-1 0 0,0 1 1 0 0,1-1 0 0 0,-1 0 0 0 0,1 0 0 0 0,-1 0 0 0 0,0 1 0 0 0,1-1-1 0 0,-1 0 1 0 0,1 0 0 0 0,-1 0 0 0 0,0 0 0 0 0,1 0 0 0 0,-1 0 0 0 0,1 0 0 0 0,-1 0-1 0 0,0 0 1 0 0,1 0 0 0 0,-1 0 0 0 0,1 0 0 0 0,-1 0 0 0 0,1-1 0 0 0,-1 1 0 0 0,0 0-1 0 0,1 0 1 0 0,-1 0 0 0 0,0 0 0 0 0,1-1 0 0 0,-1 1 0 0 0,1 0 0 0 0,-1-1-1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3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9 3681 0 0,'-22'20'11649'0'0,"27"-22"-11109"0"0,-2 2-468 0 0,18-7 697 0 0,0 1 0 0 0,0 2 0 0 0,0 0-1 0 0,29-1 1 0 0,-43 5-691 0 0,0 0 0 0 0,-1 0-1 0 0,1 1 1 0 0,-1 0 0 0 0,1 0 0 0 0,0 1-1 0 0,-1 0 1 0 0,0 0 0 0 0,0 0-1 0 0,1 1 1 0 0,-1 0 0 0 0,-1 0 0 0 0,1 1-1 0 0,0-1 1 0 0,-1 1 0 0 0,0 1-1 0 0,0-1 1 0 0,0 1 0 0 0,5 6 0 0 0,-5-5-34 0 0,0 1 1 0 0,-1-1-1 0 0,0 1 0 0 0,0 0 1 0 0,-1 0-1 0 0,1 1 1 0 0,-2-1-1 0 0,1 1 1 0 0,-1-1-1 0 0,0 1 1 0 0,-1 0-1 0 0,0 0 1 0 0,0-1-1 0 0,-1 1 1 0 0,1 0-1 0 0,-2 0 1 0 0,1 0-1 0 0,-1 0 1 0 0,-1 0-1 0 0,1-1 1 0 0,-1 1-1 0 0,-5 12 1 0 0,3-11-101 0 0,0-1 0 0 0,0 1 0 0 0,-1-1 0 0 0,0 0 1 0 0,0 0-1 0 0,-1-1 0 0 0,0 1 0 0 0,0-1 0 0 0,-1-1 0 0 0,-9 9 1 0 0,9-10-561 0 0,-1 0 0 0 0,1 0 0 0 0,-1-1 0 0 0,0 0 0 0 0,0 0 0 0 0,0-1 0 0 0,-9 3 0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7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33 2761 0 0,'-59'19'2031'0'0,"45"-15"-1331"0"0,1-1 0 0 0,0 2-1 0 0,0 0 1 0 0,1 0 0 0 0,-1 1-1 0 0,-14 10 1 0 0,71-26 3226 0 0,-24 6-3550 0 0,156-27 726 0 0,191-8-1 0 0,97 29-1622 0 0,-238 9-963 0 0,-178 0-3688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8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879 0 8290 0 0,'-2'13'232'0'0,"0"1"0"0"0,1-1 0 0 0,0 0 1 0 0,1 1-1 0 0,0-1 0 0 0,4 25 0 0 0,0-1 226 0 0,20 244 2687 0 0,-2-39-1714 0 0,-18 134 634 0 0,3 38-355 0 0,106 442-635 0 0,-35-393-968 0 0,-62-322 1098 0 0,-3 186 1 0 0,-21-209-995 0 0,-35 181 1 0 0,28-207-187 0 0,9-51 64 0 0,3 0 1 0 0,1 0-1 0 0,4 49 0 0 0,22 123 335 0 0,-21-190-416 0 0,3 0 161 0 0,3 10 97 0 0,-9-32-254 0 0,0 0 1 0 0,0 0-1 0 0,0 1 0 0 0,0-1 1 0 0,0 0-1 0 0,-1 0 0 0 0,1 0 1 0 0,0 0-1 0 0,0 1 0 0 0,-1-1 1 0 0,1 0-1 0 0,-1 0 0 0 0,1 0 1 0 0,-1 0-1 0 0,1 0 0 0 0,-1 0 1 0 0,0 0-1 0 0,0 0 0 0 0,1 0 1 0 0,-1 0-1 0 0,0-1 0 0 0,0 1 1 0 0,-1 1-1 0 0,-1 0 48 0 0,1-1-1 0 0,-1 0 0 0 0,1 0 1 0 0,-1 0-1 0 0,0 0 0 0 0,1-1 1 0 0,-1 1-1 0 0,0-1 0 0 0,1 1 1 0 0,-5-1-1 0 0,5 0-66 0 0,0 0 0 0 0,0 0 1 0 0,0 0-1 0 0,0 1 0 0 0,-1-1 1 0 0,1 1-1 0 0,0-1 0 0 0,0 1 1 0 0,0 0-1 0 0,0 0 0 0 0,0 0 0 0 0,0 0 1 0 0,0 0-1 0 0,0 0 0 0 0,1 0 1 0 0,-1 1-1 0 0,0-1 0 0 0,-1 2 1 0 0,-16 20-190 0 0,10-10 68 0 0,-2-1 1 0 0,0 0-1 0 0,0-1 0 0 0,-1 0 0 0 0,0-1 1 0 0,-25 17-1 0 0,7-12 35 0 0,0-1 1 0 0,0-1-1 0 0,-47 13 0 0 0,-97 13-451 0 0,112-26 415 0 0,16-4 100 0 0,1 2-1 0 0,0 2 1 0 0,1 2-1 0 0,1 2 1 0 0,0 1 0 0 0,2 3-1 0 0,-61 39 1 0 0,94-54-36 0 0,-1-1-1 0 0,1 1 1 0 0,-18 7-1 0 0,23-12-91 0 0,1 0 0 0 0,0-1 1 0 0,0 1-1 0 0,-1 0 0 0 0,1-1 0 0 0,-1 1 0 0 0,1-1 0 0 0,-1 0 0 0 0,1 0 1 0 0,-1 0-1 0 0,1 0 0 0 0,0 0 0 0 0,-1 0 0 0 0,1-1 0 0 0,-1 1 0 0 0,1-1 1 0 0,0 0-1 0 0,-1 0 0 0 0,1 0 0 0 0,0 0 0 0 0,-4-2 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49.5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92 6449 0 0,'0'-7'580'0'0,"0"-1"0"0"0,-1 0 0 0 0,1 1 0 0 0,-1-1 0 0 0,-1 1 0 0 0,1 0 0 0 0,-1-1 0 0 0,-1 1 0 0 0,1 0 0 0 0,-6-9 0 0 0,8 16-554 0 0,0 0 0 0 0,0 0-1 0 0,0 0 1 0 0,0 0-1 0 0,0-1 1 0 0,-1 1 0 0 0,1 0-1 0 0,0 0 1 0 0,0 0 0 0 0,0 0-1 0 0,0 0 1 0 0,-1 0-1 0 0,1 0 1 0 0,0 0 0 0 0,0-1-1 0 0,0 1 1 0 0,0 0-1 0 0,-1 0 1 0 0,1 0 0 0 0,0 0-1 0 0,0 0 1 0 0,0 0 0 0 0,-1 0-1 0 0,1 0 1 0 0,0 0-1 0 0,0 0 1 0 0,0 0 0 0 0,-1 0-1 0 0,1 0 1 0 0,0 1-1 0 0,0-1 1 0 0,0 0 0 0 0,0 0-1 0 0,-1 0 1 0 0,1 0 0 0 0,0 0-1 0 0,0 0 1 0 0,0 0-1 0 0,0 0 1 0 0,-1 1 0 0 0,-6 9 470 0 0,-1 13-239 0 0,8-23-247 0 0,-8 30 140 0 0,2-1-1 0 0,1 1 1 0 0,-2 47-1 0 0,7 93 1254 0 0,2-69-885 0 0,4 186-377 0 0,12 0-1 0 0,58 290 1 0 0,12-219-366 0 0,-2-19 275 0 0,-34 13 316 0 0,-32-190 144 0 0,54 211 1 0 0,10 31 3126 0 0,-65-296-3241 0 0,-8-52-66 0 0,-2 0 1 0 0,2 79-1 0 0,-13-96-104 0 0,-9 54 1 0 0,0-7 57 0 0,11-77-333 0 0,2-9-169 0 0,5-19-1114 0 0,15-54-7330 0 0,-7 26 3504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1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1616 4145 0 0,'-4'4'3245'0'0,"8"-8"-1359"0"0,59-54 154 0 0,13 3-589 0 0,143-79 1 0 0,-5 3-1117 0 0,-135 79-224 0 0,161-78 0 0 0,423-115 500 0 0,-557 212-598 0 0,42-13-11 0 0,180-31-1 0 0,281 20 56 0 0,-83 13 4 0 0,-74-30 47 0 0,48-6 192 0 0,-374 64-244 0 0,373-35 109 0 0,389 31 84 0 0,-607 17-358 0 0,479-43-890 0 0,-646 33 936 0 0,304-40 456 0 0,-220 26-154 0 0,2 9 1 0 0,0 8 0 0 0,237 19 0 0 0,194 18 279 0 0,-443-22-426 0 0,-139-3-45 0 0,84 2-762 0 0,133 21-1 0 0,-239-20 566 0 0,1-2-1 0 0,0-2 1 0 0,0 0-1 0 0,0-2 1 0 0,53-7-1 0 0,-61 3-830 0 0,0 0 0 0 0,0-1 0 0 0,0 0 0 0 0,-1-2 0 0 0,0 0 1 0 0,-1-2-1 0 0,0 0 0 0 0,28-20 0 0 0,-44 28 757 0 0,2 0-105 0 0,-1-1 0 0 0,1 1 0 0 0,-1-1 0 0 0,0 0 0 0 0,0 0 1 0 0,0 0-1 0 0,0 0 0 0 0,4-7 0 0 0,-7 9 312 0 0,0-1 0 0 0,0 1 0 0 0,0 0 0 0 0,0-1 0 0 0,0 1-1 0 0,0-1 1 0 0,0 1 0 0 0,0-1 0 0 0,0 1 0 0 0,-1 0 0 0 0,1-1 0 0 0,-1 1 0 0 0,1-1 0 0 0,-1 1-1 0 0,1 0 1 0 0,-1-1 0 0 0,0 1 0 0 0,0 0 0 0 0,1 0 0 0 0,-1 0 0 0 0,0 0 0 0 0,0 0 0 0 0,0 0-1 0 0,0 0 1 0 0,0 0 0 0 0,-1 0 0 0 0,1 0 0 0 0,0 0 0 0 0,-3-1 0 0 0,-59-35 3669 0 0,59 34-2580 0 0,0 1-1 0 0,0 0 1 0 0,0 0 0 0 0,0 0 0 0 0,0 0 0 0 0,-7-1 0 0 0,9 3-728 0 0,0-1 0 0 0,1 1 0 0 0,-1-1 0 0 0,0 1 0 0 0,1 0 0 0 0,-1 0 0 0 0,0 0 0 0 0,1 0 0 0 0,-1 0 0 0 0,0 0 0 0 0,0 1 0 0 0,1-1 0 0 0,-1 0 0 0 0,0 1 0 0 0,1 0 0 0 0,-1-1 0 0 0,1 1 0 0 0,-3 1 0 0 0,1 0-306 0 0,0 0 0 0 0,0-1-1 0 0,0 1 1 0 0,0-1-1 0 0,0 1 1 0 0,0-1 0 0 0,0 0-1 0 0,0 0 1 0 0,-7 0 0 0 0,7-1 106 0 0,0 1 1 0 0,0-1-1 0 0,0 1 1 0 0,1 0 0 0 0,-1 0-1 0 0,0 0 1 0 0,0 0 0 0 0,1 0-1 0 0,-1 1 1 0 0,1-1-1 0 0,-4 3 1 0 0,7-3-132 0 0,-1 0 0 0 0,0 0-1 0 0,1-1 1 0 0,-1 1 0 0 0,1 0 0 0 0,-1 0 0 0 0,1-1-1 0 0,-1 1 1 0 0,1 0 0 0 0,0-1 0 0 0,-1 1 0 0 0,1-1-1 0 0,0 1 1 0 0,-1-1 0 0 0,1 1 0 0 0,0-1 0 0 0,0 1-1 0 0,0-1 1 0 0,-1 0 0 0 0,3 1 0 0 0,19 10 11 0 0,153 53-349 0 0,-19-8 216 0 0,-149-54 127 0 0,-1 1 0 0 0,0 0 0 0 0,0 0 0 0 0,0 1 0 0 0,0 0 0 0 0,0 0 0 0 0,-1 0 0 0 0,0 1 0 0 0,1-1 0 0 0,5 8 0 0 0,-10-9-13 0 0,1 0 0 0 0,0 0 0 0 0,-1 0 0 0 0,0 0 0 0 0,0 0 0 0 0,0 0 0 0 0,0 0 0 0 0,0 0 0 0 0,0 0 0 0 0,-1 0-1 0 0,1 1 1 0 0,-1-1 0 0 0,0 0 0 0 0,0 0 0 0 0,-1 1 0 0 0,1-1 0 0 0,0 0 0 0 0,-1 0 0 0 0,0 0 0 0 0,0 1 0 0 0,0-1-1 0 0,0 0 1 0 0,0 0 0 0 0,-2 2 0 0 0,-3 6 39 0 0,1-2 0 0 0,-1 1 0 0 0,-1-1-1 0 0,0 0 1 0 0,0 0 0 0 0,-16 14 0 0 0,-56 38-142 0 0,37-30-864 0 0,27-20-101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2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36 10138 0 0,'0'-1'145'0'0,"0"0"-1"0"0,0 1 1 0 0,0-1-1 0 0,0 0 0 0 0,-1 0 1 0 0,1 0-1 0 0,0 0 1 0 0,0 0-1 0 0,1 0 1 0 0,-1 0-1 0 0,0 0 1 0 0,0 0-1 0 0,0 0 1 0 0,1 0-1 0 0,-1 0 0 0 0,0 1 1 0 0,1-1-1 0 0,-1 0 1 0 0,1 0-1 0 0,-1 0 1 0 0,1 0-1 0 0,-1 1 1 0 0,1-1-1 0 0,0 0 1 0 0,-1 1-1 0 0,1-1 0 0 0,0 0 1 0 0,-1 1-1 0 0,1-1 1 0 0,0 1-1 0 0,0-1 1 0 0,0 1-1 0 0,0 0 1 0 0,1-1-1 0 0,0-1 53 0 0,1 1 0 0 0,-1 0 0 0 0,0 0 1 0 0,1 0-1 0 0,-1 0 0 0 0,1 1 0 0 0,-1-1 0 0 0,1 1 0 0 0,0-1 0 0 0,-1 1 1 0 0,5 0-1 0 0,-2 2-87 0 0,-1 0 0 0 0,1-1 0 0 0,-1 2 0 0 0,1-1 0 0 0,-1 1 0 0 0,0-1 0 0 0,0 1 0 0 0,0 0 0 0 0,0 0 0 0 0,0 1 0 0 0,-1-1 0 0 0,0 1 0 0 0,0 0 0 0 0,0 0 0 0 0,0 0 0 0 0,0 0 0 0 0,2 5 0 0 0,3 8 106 0 0,0-1 0 0 0,-1 2 0 0 0,6 19 0 0 0,3 25 360 0 0,12 99-1 0 0,-19-99-2872 0 0,26 99 1 0 0,-25-114-3152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2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1 123 7370 0 0,'35'-24'5448'0'0,"62"-37"-3778"0"0,-41 31-2204 0 0,-38 22-4418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1 292 3225 0 0,'0'2'162'0'0,"0"-1"1"0"0,0 0-1 0 0,1 0 1 0 0,-1 0-1 0 0,1 0 0 0 0,-1 0 1 0 0,1 0-1 0 0,-1 0 1 0 0,1 0-1 0 0,-1 0 1 0 0,1 0-1 0 0,0 0 1 0 0,0 0-1 0 0,0 0 1 0 0,-1 0-1 0 0,1 0 1 0 0,0-1-1 0 0,0 1 0 0 0,0 0 1 0 0,0-1-1 0 0,0 1 1 0 0,0 0-1 0 0,0-1 1 0 0,0 0-1 0 0,1 1 1 0 0,-1-1-1 0 0,0 0 1 0 0,0 1-1 0 0,0-1 1 0 0,0 0-1 0 0,1 0 0 0 0,-1 0 1 0 0,0 0-1 0 0,0 0 1 0 0,0 0-1 0 0,1 0 1 0 0,-1-1-1 0 0,0 1 1 0 0,0 0-1 0 0,0-1 1 0 0,0 1-1 0 0,0 0 0 0 0,0-1 1 0 0,1 0-1 0 0,-1 1 1 0 0,1-2-1 0 0,3-1 393 0 0,-1 0 1 0 0,0 0-1 0 0,0-1 0 0 0,-1 1 0 0 0,1-1 0 0 0,-1 0 0 0 0,1 0 0 0 0,-1 0 0 0 0,0 0 0 0 0,2-6 0 0 0,1-5-194 0 0,-1-1 0 0 0,-1 0 0 0 0,0 0 0 0 0,-2 0 0 0 0,1 0 0 0 0,-2-1 0 0 0,0 1 0 0 0,-1-1 0 0 0,-1 1 0 0 0,0-1 0 0 0,-6-23 0 0 0,7 38-360 0 0,-1 0-1 0 0,1 1 1 0 0,0-1-1 0 0,-1 0 1 0 0,1 1 0 0 0,-1-1-1 0 0,1 1 1 0 0,-1-1 0 0 0,0 1-1 0 0,0-1 1 0 0,1 1 0 0 0,-1-1-1 0 0,0 1 1 0 0,-1 0-1 0 0,-1-2 1 0 0,3 2-30 0 0,-1 1 0 0 0,0 0 0 0 0,1-1 1 0 0,-1 1-1 0 0,0 0 0 0 0,1 0 0 0 0,-1 0 0 0 0,0-1 0 0 0,0 1 0 0 0,1 0 0 0 0,-1 0 0 0 0,0 0 0 0 0,0 0 1 0 0,1 0-1 0 0,-1 0 0 0 0,0 1 0 0 0,0-1 0 0 0,1 0 0 0 0,-1 0 0 0 0,0 0 0 0 0,1 1 0 0 0,-1-1 0 0 0,-1 1 1 0 0,-1 1-86 0 0,0 1 1 0 0,0-1 0 0 0,0 1 0 0 0,0-1 0 0 0,1 1-1 0 0,-1 0 1 0 0,1 0 0 0 0,-1 0 0 0 0,1 0 0 0 0,0 1-1 0 0,-2 5 1 0 0,-1 2 27 0 0,2 0 0 0 0,-1 1 0 0 0,1-1 0 0 0,1 1 1 0 0,0 0-1 0 0,0-1 0 0 0,2 1 0 0 0,-1 0 0 0 0,1 0 0 0 0,1 0 0 0 0,0 0 0 0 0,1-1 0 0 0,0 1 0 0 0,7 21 0 0 0,-6-25 10 0 0,0-1-1 0 0,1 1 0 0 0,-1-1 1 0 0,1 1-1 0 0,1-1 0 0 0,-1 0 1 0 0,1-1-1 0 0,1 1 0 0 0,-1-1 1 0 0,1 0-1 0 0,0 0 0 0 0,0-1 1 0 0,1 0-1 0 0,0 0 0 0 0,0 0 1 0 0,0-1-1 0 0,0 0 0 0 0,1 0 1 0 0,-1-1-1 0 0,1 0 0 0 0,16 4 1 0 0,-18-6-285 0 0,0 0 1 0 0,0-1 0 0 0,0 1-1 0 0,0-1 1 0 0,0-1-1 0 0,-1 1 1 0 0,1-1-1 0 0,0 0 1 0 0,0 0-1 0 0,0-1 1 0 0,10-3 0 0 0,-6 0 232 0 0,0 0 1 0 0,0-1 0 0 0,-1 0 0 0 0,0 0-1 0 0,16-14 1 0 0,-2-4 171 0 0,-1 0 0 0 0,-1-1 0 0 0,23-37 0 0 0,-35 50-87 0 0,-1-2 0 0 0,0 1 1 0 0,0-1-1 0 0,-2 0 0 0 0,1 0 1 0 0,-2-1-1 0 0,0 0 0 0 0,-1 0 1 0 0,0 0-1 0 0,1-19 0 0 0,-4 33 102 0 0,-1 1 0 0 0,0-1-1 0 0,0 1 1 0 0,0-1 0 0 0,0 1-1 0 0,0-1 1 0 0,0 1 0 0 0,1-1-1 0 0,-1 0 1 0 0,0 1 0 0 0,0-1-1 0 0,-1 1 1 0 0,1-1 0 0 0,0 1-1 0 0,0-1 1 0 0,0 0 0 0 0,0 1-1 0 0,0-1 1 0 0,-1 1 0 0 0,1-1 0 0 0,0 1-1 0 0,0-1 1 0 0,-1 1 0 0 0,1-1-1 0 0,-1 1 1 0 0,1 0 0 0 0,0-1-1 0 0,-1 1 1 0 0,1-1 0 0 0,-1 1-1 0 0,1 0 1 0 0,-1-1 0 0 0,0 0-1 0 0,0 2 170 0 0,-1-1 0 0 0,1 0 0 0 0,0 1 0 0 0,0-1 0 0 0,0 1 0 0 0,-1-1 0 0 0,1 1 0 0 0,0-1 0 0 0,0 1 0 0 0,0 0 0 0 0,0 0 0 0 0,0-1 0 0 0,-2 3 0 0 0,-28 33 3974 0 0,26-30-4047 0 0,1 0-1 0 0,1 0 1 0 0,-1 0 0 0 0,1 1 0 0 0,0-1-1 0 0,0 1 1 0 0,1 0 0 0 0,0 0-1 0 0,0 0 1 0 0,1 0 0 0 0,-1 0-1 0 0,1 13 1 0 0,1-16-86 0 0,1 0-1 0 0,-1 0 1 0 0,1 0 0 0 0,0 0-1 0 0,0-1 1 0 0,1 1-1 0 0,-1 0 1 0 0,1 0 0 0 0,0-1-1 0 0,0 1 1 0 0,0-1-1 0 0,0 0 1 0 0,0 0 0 0 0,1 0-1 0 0,0 0 1 0 0,-1 0-1 0 0,1 0 1 0 0,0-1 0 0 0,0 1-1 0 0,1-1 1 0 0,-1 0-1 0 0,0 0 1 0 0,1 0 0 0 0,6 3-1 0 0,-8-5-94 0 0,0 1 1 0 0,-1-1-1 0 0,1 1 1 0 0,0 0-1 0 0,-1 0 0 0 0,1 0 1 0 0,-1 0-1 0 0,1 0 0 0 0,-1 0 1 0 0,0 1-1 0 0,1-1 0 0 0,-1 0 1 0 0,0 1-1 0 0,0-1 1 0 0,0 1-1 0 0,0-1 0 0 0,0 1 1 0 0,0-1-1 0 0,1 3 0 0 0,-2-2-12 0 0,0 0 0 0 0,0 1-1 0 0,0-1 1 0 0,-1 0 0 0 0,1 0 0 0 0,0 1-1 0 0,-1-1 1 0 0,0 0 0 0 0,1 0-1 0 0,-1 0 1 0 0,0 0 0 0 0,0 0-1 0 0,0 0 1 0 0,0 0 0 0 0,-3 3 0 0 0,-37 46-986 0 0,5-7-2971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5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10 8290 0 0,'-9'-9'3523'0'0,"8"18"-513"0"0,7 21-1111 0 0,2-5-1074 0 0,42 169 2695 0 0,-42-153-3401 0 0,-1 1 0 0 0,1 75 1 0 0,-5-40-1597 0 0,4-26-4217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3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73 270 3225 0 0,'-25'-8'-41'0'0,"21"6"732"0"0,-1 0 1 0 0,1 0-1 0 0,-1 0 0 0 0,1 0 1 0 0,0-1-1 0 0,-5-4 0 0 0,8 6-464 0 0,0 0 0 0 0,0 0 0 0 0,0 0 0 0 0,0 0 1 0 0,0 0-1 0 0,0-1 0 0 0,0 1 0 0 0,0 0 0 0 0,1-1 0 0 0,-1 1 0 0 0,0-1 0 0 0,1 1 0 0 0,0-1 0 0 0,-1 1 0 0 0,1-1 0 0 0,0 1 0 0 0,-1-1 0 0 0,1 0 0 0 0,0 1 0 0 0,0-1 0 0 0,0 1 0 0 0,0-1 0 0 0,1 0 1 0 0,-1 1-1 0 0,0-1 0 0 0,1 1 0 0 0,-1-1 0 0 0,1 1 0 0 0,-1-1 0 0 0,1 1 0 0 0,0 0 0 0 0,0-1 0 0 0,0 1 0 0 0,-1 0 0 0 0,1-1 0 0 0,0 1 0 0 0,1 0 0 0 0,1-2 0 0 0,11-11 546 0 0,2 0 0 0 0,-1 1-1 0 0,2 1 1 0 0,-1 0-1 0 0,2 1 1 0 0,27-12 0 0 0,25-17 13 0 0,-58 32-1113 0 0,0 0 0 0 0,0 2 1 0 0,1-1-1 0 0,-1 2 0 0 0,22-7 1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4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0 243 920 0 0,'0'1'217'0'0,"1"-1"-1"0"0,-1 1 1 0 0,0 0-1 0 0,0-1 1 0 0,1 1-1 0 0,2 3 1732 0 0,-2-3-1731 0 0,-1-1-1 0 0,1 0 1 0 0,-1 1-1 0 0,1-1 1 0 0,-1 0-1 0 0,1 1 1 0 0,-1-1-1 0 0,1 0 1 0 0,0 0-1 0 0,-1 0 1 0 0,1 1-1 0 0,0-1 1 0 0,-1 0-1 0 0,1 0 1 0 0,0 0-1 0 0,-1 0 1 0 0,1 0-1 0 0,-1 0 1 0 0,1 0-1 0 0,0-1 1 0 0,-1 1-1 0 0,1 0 1 0 0,1-1-1 0 0,0 1 87 0 0,0 0-1 0 0,0 0 1 0 0,0-1 0 0 0,0 0-1 0 0,0 1 1 0 0,0-1 0 0 0,0 0-1 0 0,-1 0 1 0 0,1 0 0 0 0,0 0-1 0 0,2-2 1 0 0,5-6 176 0 0,0-1 0 0 0,1 2 1 0 0,0-1-1 0 0,0 1 0 0 0,1 1 1 0 0,0 0-1 0 0,16-8 0 0 0,88-32 765 0 0,-58 26-698 0 0,8-2-492 0 0,1 3 0 0 0,0 3 0 0 0,2 3 1 0 0,-1 3-1 0 0,2 2 0 0 0,121 2 0 0 0,-21 14 77 0 0,264 46 0 0 0,-116 18 1249 0 0,47 7 334 0 0,-325-75-1743 0 0,-22-2-4484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7:55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94 110 5065 0 0,'-3'-43'8131'0'0,"2"37"-7302"0"0,0 0-1 0 0,-1 0 0 0 0,1 0 0 0 0,-1 0 0 0 0,0 0 0 0 0,0 1 0 0 0,-1-1 1 0 0,-5-9-1 0 0,7 15-762 0 0,0-1 1 0 0,0 0 0 0 0,0 1 0 0 0,0 0-1 0 0,0-1 1 0 0,0 1 0 0 0,0 0-1 0 0,0-1 1 0 0,0 1 0 0 0,0 0-1 0 0,0 0 1 0 0,0 0 0 0 0,0 0-1 0 0,0 0 1 0 0,0 0 0 0 0,-1 0-1 0 0,1 0 1 0 0,0 0 0 0 0,0 0 0 0 0,0 1-1 0 0,0-1 1 0 0,0 0 0 0 0,0 1-1 0 0,0-1 1 0 0,0 1 0 0 0,1-1-1 0 0,-1 1 1 0 0,0 0 0 0 0,0-1-1 0 0,0 1 1 0 0,-1 1 0 0 0,-28 22 157 0 0,31-24-190 0 0,-1-1 0 0 0,1 1 0 0 0,-1 0 0 0 0,1-1 1 0 0,-1 1-1 0 0,1 0 0 0 0,0-1 0 0 0,-1 1 1 0 0,1 0-1 0 0,0 0 0 0 0,-1-1 0 0 0,1 1 0 0 0,0 0 1 0 0,0 0-1 0 0,-1 0 0 0 0,1 0 0 0 0,0 0 1 0 0,-1 0-1 0 0,1 0 0 0 0,0 0 0 0 0,0 0 0 0 0,-1 1 1 0 0,1-1-1 0 0,0 0 0 0 0,-1 0 0 0 0,1 1 1 0 0,0-1-1 0 0,0 1 0 0 0,23 18 171 0 0,16 32-510 0 0,-38-48 315 0 0,39 57-242 0 0,-10-14-189 0 0,48 56 1 0 0,-78-101 435 0 0,0 0 0 0 0,0 0 1 0 0,0 0-1 0 0,0 0 0 0 0,0 0 1 0 0,0 0-1 0 0,0 1 0 0 0,0-1 1 0 0,-1 0-1 0 0,1 0 0 0 0,0 1 0 0 0,-1-1 1 0 0,1 0-1 0 0,-1 1 0 0 0,1-1 1 0 0,-1 1-1 0 0,0-1 0 0 0,0 1 1 0 0,1-1-1 0 0,-1 1 0 0 0,0-1 0 0 0,0 1 1 0 0,-1-1-1 0 0,1 1 0 0 0,0-1 1 0 0,-1 3-1 0 0,-1-1 53 0 0,0 0 0 0 0,-1 0 0 0 0,1-1 0 0 0,-1 1 0 0 0,1-1 0 0 0,-1 1 0 0 0,0-1-1 0 0,-6 4 1 0 0,-6 5 21 0 0,-6 7 81 0 0,1 1-1 0 0,1 1 1 0 0,1 1-1 0 0,-26 38 0 0 0,7-10 306 0 0,34-46-423 0 0,0 0 1 0 0,0 0-1 0 0,-1-1 0 0 0,1 0 0 0 0,-1 0 1 0 0,-6 3-1 0 0,-6-2-327 0 0,16-4 211 0 0,0 1 0 0 0,-1 0 0 0 0,1 0 0 0 0,0-1 0 0 0,-1 1 0 0 0,1 0 1 0 0,0-1-1 0 0,-1 1 0 0 0,1 0 0 0 0,0-1 0 0 0,-1 1 0 0 0,1 0 1 0 0,0-1-1 0 0,0 1 0 0 0,0-1 0 0 0,-1 1 0 0 0,1-1 0 0 0,0 1 0 0 0,0 0 1 0 0,0-1-1 0 0,0 1 0 0 0,0-1 0 0 0,0 1 0 0 0,0-1 0 0 0,0 1 1 0 0,0-1-1 0 0,0 1 0 0 0,0-1 0 0 0,0 1 0 0 0,0 0 0 0 0,0-1 0 0 0,1 0 1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3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29 111 6449 0 0,'-5'-10'1064'0'0,"1"-1"-1"0"0,-1 0 1 0 0,2 0-1 0 0,0 0 0 0 0,0 0 1 0 0,1-1-1 0 0,-1-17 1 0 0,3 29-1019 0 0,0 0 0 0 0,0 0 0 0 0,0 0 1 0 0,0-1-1 0 0,0 1 0 0 0,0 0 0 0 0,0 0 1 0 0,0 0-1 0 0,0 0 0 0 0,0 0 0 0 0,0-1 1 0 0,0 1-1 0 0,0 0 0 0 0,0 0 0 0 0,0 0 1 0 0,0 0-1 0 0,0 0 0 0 0,0-1 0 0 0,0 1 1 0 0,0 0-1 0 0,0 0 0 0 0,0 0 0 0 0,0 0 1 0 0,0 0-1 0 0,1 0 0 0 0,-1-1 1 0 0,0 1-1 0 0,0 0 0 0 0,0 0 0 0 0,0 0 1 0 0,0 0-1 0 0,0 0 0 0 0,0 0 0 0 0,1 0 1 0 0,-1 0-1 0 0,0 0 0 0 0,0-1 0 0 0,0 1 1 0 0,0 0-1 0 0,0 0 0 0 0,1 0 0 0 0,-1 0 1 0 0,0 0-1 0 0,0 0 0 0 0,0 0 0 0 0,0 0 1 0 0,0 0-1 0 0,1 0 0 0 0,-1 0 0 0 0,0 0 1 0 0,0 0-1 0 0,0 0 0 0 0,0 0 1 0 0,0 1-1 0 0,1-1 0 0 0,-1 0 0 0 0,0 0 1 0 0,0 0-1 0 0,12 10 1063 0 0,8 14-197 0 0,15 29-275 0 0,80 108 89 0 0,-96-138-733 0 0,0-2 1 0 0,2-1 0 0 0,0 0-1 0 0,45 32 1 0 0,63 21-1447 0 0,-38-34-2779 0 0,-69-31-1448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446 1 11522 0 0,'-1'0'46'0'0,"0"0"-1"0"0,1-1 0 0 0,-1 1 0 0 0,0 0 0 0 0,1 0 0 0 0,-1 0 0 0 0,0 0 0 0 0,0 0 0 0 0,1 0 0 0 0,-1 0 0 0 0,0 0 0 0 0,1 0 1 0 0,-1 1-1 0 0,0-1 0 0 0,0 0 0 0 0,1 0 0 0 0,-1 1 0 0 0,0-1 0 0 0,1 0 0 0 0,-1 1 0 0 0,1-1 0 0 0,-1 0 0 0 0,0 1 0 0 0,1-1 0 0 0,-1 1 1 0 0,1-1-1 0 0,-1 1 0 0 0,1 0 0 0 0,0-1 0 0 0,-1 1 0 0 0,1-1 0 0 0,-1 1 0 0 0,1 0 0 0 0,0-1 0 0 0,0 1 0 0 0,-1 0 0 0 0,1-1 0 0 0,0 1 1 0 0,0 0-1 0 0,0-1 0 0 0,0 1 0 0 0,0 0 0 0 0,0 0 0 0 0,0-1 0 0 0,0 1 0 0 0,0 1 0 0 0,-2 7 288 0 0,-10 29 168 0 0,-2-2 0 0 0,-2 0 0 0 0,-1-1 0 0 0,-25 38 0 0 0,24-41-340 0 0,-78 127-703 0 0,-26 49-778 0 0,56-62-3433 0 0,48-96 425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4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11979 0 0,'3'3'489'0'0,"-1"1"0"0"0,1-1 0 0 0,-1 0 0 0 0,0 0 0 0 0,0 1 0 0 0,-1-1 0 0 0,1 1 0 0 0,1 4 0 0 0,11 55 1464 0 0,-11-46-1306 0 0,14 116-185 0 0,-6-39-3605 0 0,-6-64 1959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2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3 11522 0 0,'-7'-1'627'0'0,"-10"-1"-273"0"0,17 3-355 0 0,-1-1 0 0 0,1 1 0 0 0,0-1 0 0 0,-1 1 0 0 0,1 0 0 0 0,0-1 0 0 0,0 1 0 0 0,0-1 0 0 0,-1 1 0 0 0,1 0 0 0 0,0-1 0 0 0,0 1 0 0 0,0-1-1 0 0,0 1 1 0 0,0 0 0 0 0,0-1 0 0 0,0 1 0 0 0,0-1 0 0 0,1 1 0 0 0,-1 0 0 0 0,0-1 0 0 0,0 1 0 0 0,0-1 0 0 0,1 1 0 0 0,-1 0 0 0 0,0-1 0 0 0,1 1 0 0 0,-1-1 0 0 0,1 1 0 0 0,11 28 772 0 0,2 0 0 0 0,1-2 0 0 0,1 0-1 0 0,1 0 1 0 0,38 43 0 0 0,-37-51-1067 0 0,0-1 0 0 0,0 0 0 0 0,2-2 1 0 0,0 0-1 0 0,1-1 0 0 0,1-1 0 0 0,37 18 0 0 0,-48-27-780 0 0,1-1 1 0 0,-1 0-1 0 0,1-1 1 0 0,12 2-1 0 0,-19-4 679 0 0,0 0 0 0 0,-1-1 0 0 0,1 0-1 0 0,0 0 1 0 0,0 0 0 0 0,-1 0 0 0 0,1-1 0 0 0,0 0 0 0 0,-1 0-1 0 0,1 0 1 0 0,0 0 0 0 0,7-4 0 0 0,-4-2 377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355 14 5529 0 0,'-1'-1'141'0'0,"0"0"0"0"0,0 0 0 0 0,0 0 0 0 0,0 0 0 0 0,0 0 0 0 0,0 0 0 0 0,0 0 0 0 0,0 0-1 0 0,-1 1 1 0 0,1-1 0 0 0,0 0 0 0 0,-1 1 0 0 0,1-1 0 0 0,0 1 0 0 0,-1-1 0 0 0,1 1 0 0 0,-1 0 0 0 0,1-1 0 0 0,0 1 0 0 0,-3 0 0 0 0,2 1 136 0 0,0 0 0 0 0,-1 0 0 0 0,1 0 1 0 0,0 0-1 0 0,0 1 0 0 0,1-1 1 0 0,-1 0-1 0 0,0 1 0 0 0,0-1 0 0 0,1 1 1 0 0,-1 0-1 0 0,-2 3 0 0 0,-14 20 644 0 0,0 1 0 0 0,1 1-1 0 0,2 0 1 0 0,-13 33 0 0 0,-11 19-297 0 0,-108 171-2046 0 0,130-215-4315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5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4145 0 0,'10'-8'786'0'0,"0"0"1"0"0,0 1-1 0 0,1 1 1 0 0,0 0 0 0 0,0 0-1 0 0,1 1 1 0 0,-1 1-1 0 0,1 0 1 0 0,0 0-1 0 0,1 1 1 0 0,-1 1-1 0 0,14-2 1 0 0,-23 4-649 0 0,-1 0 1 0 0,0 0 0 0 0,1 0-1 0 0,-1 0 1 0 0,0 0 0 0 0,1 1 0 0 0,-1-1-1 0 0,0 1 1 0 0,1 0 0 0 0,-1-1-1 0 0,0 1 1 0 0,0 0 0 0 0,0 0-1 0 0,0 1 1 0 0,0-1 0 0 0,0 0-1 0 0,0 1 1 0 0,0-1 0 0 0,0 1-1 0 0,-1-1 1 0 0,1 1 0 0 0,-1 0-1 0 0,1 0 1 0 0,-1 0 0 0 0,1 0-1 0 0,-1 0 1 0 0,0 0 0 0 0,0 0 0 0 0,0 0-1 0 0,0 0 1 0 0,0 4 0 0 0,1 6 68 0 0,0 0-1 0 0,-2-1 1 0 0,1 1 0 0 0,-2 0 0 0 0,-1 16 0 0 0,0-16-4 0 0,2 0 0 0 0,-1-1 0 0 0,3 14-1 0 0,-2-23-170 0 0,0-1-1 0 0,0 1 1 0 0,1-1-1 0 0,-1 1 1 0 0,1-1-1 0 0,-1 1 1 0 0,1-1-1 0 0,-1 1 0 0 0,1-1 1 0 0,0 1-1 0 0,0-1 1 0 0,0 0-1 0 0,0 1 1 0 0,0-1-1 0 0,0 0 1 0 0,0 0-1 0 0,0 0 0 0 0,1 0 1 0 0,-1 0-1 0 0,0 0 1 0 0,1 0-1 0 0,1 0 1 0 0,-1 0-5 0 0,1 0 0 0 0,0 0 0 0 0,0-1 0 0 0,-1 1 0 0 0,1-1 0 0 0,0 0 0 0 0,0 0 0 0 0,0 0 0 0 0,-1 0 0 0 0,1-1 0 0 0,5 0 0 0 0,1-2-57 0 0,0 0 0 0 0,0 0 0 0 0,0-1-1 0 0,0 0 1 0 0,0 0 0 0 0,10-8 0 0 0,35-30-2490 0 0,-33 26-4422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1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94 12443 0 0,'-6'-12'605'0'0,"-1"1"0"0"0,0 0 0 0 0,-11-13 1 0 0,15 21-194 0 0,0-1 1 0 0,0 1 0 0 0,-1 0-1 0 0,1 0 1 0 0,-1 0 0 0 0,0 1-1 0 0,1-1 1 0 0,-1 1 0 0 0,0 0-1 0 0,-1 0 1 0 0,1 0 0 0 0,-8-1-1 0 0,11 3-366 0 0,0 0-1 0 0,1 0 1 0 0,-1 0-1 0 0,0 0 0 0 0,1 1 1 0 0,-1-1-1 0 0,1 0 1 0 0,-1 1-1 0 0,1-1 0 0 0,-1 0 1 0 0,1 1-1 0 0,-1-1 1 0 0,1 1-1 0 0,-1-1 0 0 0,1 1 1 0 0,-1-1-1 0 0,1 1 1 0 0,-1-1-1 0 0,1 1 0 0 0,0-1 1 0 0,0 1-1 0 0,-1 0 1 0 0,1-1-1 0 0,0 1 0 0 0,0 0 1 0 0,-1-1-1 0 0,1 1 1 0 0,0 0-1 0 0,0-1 0 0 0,0 1 1 0 0,0-1-1 0 0,0 1 1 0 0,0 0-1 0 0,0-1 0 0 0,0 1 1 0 0,1 0-1 0 0,-1 34 35 0 0,0-30 34 0 0,-4 659 171 0 0,-6-220-28 0 0,33 2-136 0 0,22-99-121 0 0,26 371 0 0 0,-82-338-141 0 0,2 79-2411 0 0,11-412-4701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6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3 207 6913 0 0,'-1'-2'284'0'0,"1"1"-1"0"0,-1-1 0 0 0,1 1 0 0 0,0-1 0 0 0,-1 1 0 0 0,1-1 0 0 0,0 1 0 0 0,0-1 0 0 0,0 1 0 0 0,0-1 0 0 0,0 0 0 0 0,1 1 1 0 0,-1-1-1 0 0,0 1 0 0 0,1-1 0 0 0,-1 1 0 0 0,1 0 0 0 0,0-1 0 0 0,-1 1 0 0 0,1-1 0 0 0,0 1 0 0 0,0 0 0 0 0,0 0 0 0 0,0-1 0 0 0,0 1 1 0 0,0 0-1 0 0,0 0 0 0 0,0 0 0 0 0,0 0 0 0 0,0 0 0 0 0,1 0 0 0 0,-1 1 0 0 0,0-1 0 0 0,1 0 0 0 0,-1 0 0 0 0,3 0 0 0 0,-1 0-83 0 0,0 0 0 0 0,0 1 0 0 0,-1-1 0 0 0,1 1-1 0 0,0-1 1 0 0,0 1 0 0 0,0 0 0 0 0,0 0 0 0 0,0 0-1 0 0,0 1 1 0 0,-1-1 0 0 0,1 1 0 0 0,0-1 0 0 0,0 1-1 0 0,0 0 1 0 0,-1 0 0 0 0,1 0 0 0 0,0 0-1 0 0,3 3 1 0 0,14 14-22 0 0,-1-1-1 0 0,-1 2 0 0 0,-1 1 0 0 0,24 35 1 0 0,28 32-95 0 0,-60-78-53 0 0,0 0 0 0 0,0-1 0 0 0,1 0 0 0 0,0 0-1 0 0,1-1 1 0 0,16 9 0 0 0,-22-13-12 0 0,0-1 1 0 0,0 0-1 0 0,0 0 0 0 0,0 0 0 0 0,0-1 0 0 0,0 0 0 0 0,0 0 1 0 0,1 0-1 0 0,-1 0 0 0 0,0-1 0 0 0,1 0 0 0 0,-1 0 1 0 0,0 0-1 0 0,1-1 0 0 0,-1 0 0 0 0,0 0 0 0 0,0 0 0 0 0,0-1 1 0 0,10-4-1 0 0,-8 2 24 0 0,-1 0 0 0 0,1-1 0 0 0,-1 0 0 0 0,0 0 0 0 0,0 0 0 0 0,-1-1 0 0 0,0 0 1 0 0,0 0-1 0 0,0-1 0 0 0,-1 1 0 0 0,0-1 0 0 0,6-13 0 0 0,13-32-14 0 0,29-107 0 0 0,-14 36-3507 0 0,-28 92-3816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6.8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6913 0 0,'1'80'5244'0'0,"13"96"0"0"0,11-50-2247 0 0,-15-93-3422 0 0,24 55-1 0 0,-5-24-129 0 0,-16-32 535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7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0 344 9674 0 0,'67'-3'714'0'0,"-1"-4"0"0"0,69-15 0 0 0,-7 0-113 0 0,320-17 716 0 0,4 26-710 0 0,-94 5-196 0 0,1350-85 1399 0 0,-570 4-1368 0 0,58 41-1901 0 0,-1089 49-2370 0 0,-5 3-1214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67 6913 0 0,'-21'-19'521'0'0,"17"14"284"0"0,-1 0-1 0 0,0 0 0 0 0,0 1 1 0 0,-1 0-1 0 0,1 0 0 0 0,-7-4 0 0 0,11 8-659 0 0,0-1-1 0 0,-1 1 0 0 0,1 0 0 0 0,0-1 1 0 0,0 1-1 0 0,0 0 0 0 0,0 0 0 0 0,-1 0 0 0 0,1 0 1 0 0,0 0-1 0 0,0 0 0 0 0,0 0 0 0 0,0 0 1 0 0,0 1-1 0 0,-1-1 0 0 0,1 0 0 0 0,0 1 0 0 0,0-1 1 0 0,0 1-1 0 0,0-1 0 0 0,0 1 0 0 0,0-1 0 0 0,0 1 1 0 0,0 0-1 0 0,0 0 0 0 0,0-1 0 0 0,1 1 1 0 0,-1 0-1 0 0,0 0 0 0 0,0 0 0 0 0,1 0 0 0 0,-1 0 1 0 0,0 0-1 0 0,1 0 0 0 0,-1 0 0 0 0,1 0 1 0 0,-1 0-1 0 0,1 0 0 0 0,0 0 0 0 0,-1 3 0 0 0,-5 13 106 0 0,1 1-1 0 0,0-1 0 0 0,2 2 0 0 0,0-1 1 0 0,1 0-1 0 0,0 0 0 0 0,2 20 0 0 0,1-8-294 0 0,2 0 0 0 0,1 0 0 0 0,11 44 0 0 0,-13-65 3 0 0,1 0-1 0 0,0-1 1 0 0,1 1-1 0 0,0-1 1 0 0,0 0-1 0 0,1 0 1 0 0,0 0-1 0 0,0-1 1 0 0,1 0-1 0 0,0 0 1 0 0,0 0-1 0 0,0-1 1 0 0,11 8 0 0 0,-13-11-14 0 0,0 0 0 0 0,0-1 0 0 0,0 0 1 0 0,0 1-1 0 0,1-2 0 0 0,-1 1 0 0 0,1 0 1 0 0,-1-1-1 0 0,1 0 0 0 0,0 0 1 0 0,0 0-1 0 0,-1-1 0 0 0,1 1 0 0 0,0-1 1 0 0,0-1-1 0 0,0 1 0 0 0,-1 0 0 0 0,1-1 1 0 0,0 0-1 0 0,0 0 0 0 0,-1-1 1 0 0,1 1-1 0 0,-1-1 0 0 0,1 0 0 0 0,-1 0 1 0 0,8-6-1 0 0,-2 1 94 0 0,-1 0 0 0 0,0-1 0 0 0,0-1 0 0 0,-1 1 1 0 0,0-2-1 0 0,0 1 0 0 0,-1-1 0 0 0,0 0 0 0 0,-1 0 0 0 0,0-1 0 0 0,0 0 0 0 0,-2 0 0 0 0,1 0 1 0 0,3-14-1 0 0,-4 8 84 0 0,0 1 0 0 0,0-1 0 0 0,-2 0 0 0 0,0 0 0 0 0,-1 0 0 0 0,-1-1 0 0 0,-1 1 0 0 0,0 0 0 0 0,-5-24 0 0 0,4 32-142 0 0,0 1-1 0 0,-1 0 1 0 0,0 0-1 0 0,-1 1 0 0 0,0-1 1 0 0,0 1-1 0 0,0-1 1 0 0,-1 1-1 0 0,-7-8 1 0 0,9 11-225 0 0,-1 0 1 0 0,1 1 0 0 0,-1 0 0 0 0,0-1 0 0 0,0 1-1 0 0,0 0 1 0 0,-1 1 0 0 0,1-1 0 0 0,0 1 0 0 0,-1 0 0 0 0,0 0-1 0 0,1 0 1 0 0,-1 1 0 0 0,0 0 0 0 0,0 0 0 0 0,-9-1-1 0 0,-10 3-5704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4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20 11058 0 0,'0'0'89'0'0,"-1"-1"0"0"0,1 0 0 0 0,0 0 0 0 0,0 0 0 0 0,0 0 0 0 0,0 1 0 0 0,-1-1 0 0 0,1 0 0 0 0,0 0 0 0 0,-1 0 0 0 0,1 1 0 0 0,-1-1 0 0 0,1 0 0 0 0,-1 0 0 0 0,1 1 0 0 0,-1-1 0 0 0,1 1 0 0 0,-1-1 0 0 0,0 0 0 0 0,1 1 0 0 0,-1-1 0 0 0,0 1 0 0 0,1-1 0 0 0,-1 1 0 0 0,0 0 0 0 0,0-1 0 0 0,1 1 0 0 0,-1 0 0 0 0,0-1 0 0 0,0 1 0 0 0,-1 0 0 0 0,0 0 110 0 0,-1 0-1 0 0,1 1 0 0 0,0-1 0 0 0,0 1 1 0 0,-1 0-1 0 0,1 0 0 0 0,0 0 1 0 0,0 0-1 0 0,0 0 0 0 0,0 0 0 0 0,-3 3 1 0 0,-2 1 232 0 0,0 0-1 0 0,1 1 1 0 0,0 0 0 0 0,0 0 0 0 0,0 1 0 0 0,-5 8-1 0 0,7-7-390 0 0,0 1 0 0 0,1-1 0 0 0,0 1 0 0 0,0-1 0 0 0,1 1 0 0 0,0 0 0 0 0,1 0 0 0 0,0 0 0 0 0,0 0 0 0 0,1 0 0 0 0,0 0 0 0 0,1 0 0 0 0,0 0 0 0 0,0 0 0 0 0,1 0-1 0 0,0 0 1 0 0,0 0 0 0 0,1-1 0 0 0,0 1 0 0 0,6 9 0 0 0,-6-12-46 0 0,0 0 0 0 0,0-1 1 0 0,1 1-1 0 0,0-1 0 0 0,0 0 0 0 0,0 0 0 0 0,1-1 0 0 0,-1 1 0 0 0,1-1 1 0 0,0 0-1 0 0,0 0 0 0 0,1 0 0 0 0,-1-1 0 0 0,1 0 0 0 0,0 0 0 0 0,0 0 1 0 0,0-1-1 0 0,0 0 0 0 0,0 0 0 0 0,0-1 0 0 0,1 1 0 0 0,-1-1 0 0 0,1-1 0 0 0,-1 1 1 0 0,1-1-1 0 0,-1 0 0 0 0,0-1 0 0 0,1 1 0 0 0,6-3 0 0 0,-7 1 31 0 0,1 0 0 0 0,0 0-1 0 0,-1-1 1 0 0,1 0 0 0 0,-1-1-1 0 0,0 1 1 0 0,0-1 0 0 0,-1 0-1 0 0,1-1 1 0 0,-1 1-1 0 0,0-1 1 0 0,0 0 0 0 0,0-1-1 0 0,0 1 1 0 0,-1-1 0 0 0,0 0-1 0 0,-1 0 1 0 0,1 0 0 0 0,-1 0-1 0 0,0-1 1 0 0,-1 1 0 0 0,1-1-1 0 0,-1 0 1 0 0,1-9 0 0 0,-1 8-123 0 0,0 1 0 0 0,-1 0 1 0 0,0 0-1 0 0,-1 0 1 0 0,0-1-1 0 0,0 1 1 0 0,0 0-1 0 0,-1 0 0 0 0,0-1 1 0 0,0 1-1 0 0,-1 0 1 0 0,0 0-1 0 0,0 0 0 0 0,-1 1 1 0 0,0-1-1 0 0,0 0 1 0 0,-1 1-1 0 0,1 0 0 0 0,-1 0 1 0 0,-1 0-1 0 0,1 0 1 0 0,-1 1-1 0 0,-10-10 1 0 0,-4 3-1498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8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123 24 9218 0 0,'0'-1'173'0'0,"0"-1"1"0"0,0 1-1 0 0,-1 0 1 0 0,1 0-1 0 0,0 0 0 0 0,-1 0 1 0 0,1 0-1 0 0,-1 0 1 0 0,1 0-1 0 0,-1 0 0 0 0,1 0 1 0 0,-1 0-1 0 0,0 0 0 0 0,1 1 1 0 0,-1-1-1 0 0,0 0 1 0 0,0 0-1 0 0,0 1 0 0 0,1-1 1 0 0,-1 0-1 0 0,0 1 1 0 0,0-1-1 0 0,0 1 0 0 0,0-1 1 0 0,0 1-1 0 0,0-1 1 0 0,0 1-1 0 0,-1 0 0 0 0,1-1 1 0 0,0 1-1 0 0,0 0 1 0 0,0 0-1 0 0,0 0 0 0 0,-2 0 1 0 0,-19 10 4084 0 0,8 3-4492 0 0,7-5 305 0 0,1 1 1 0 0,0 1-1 0 0,0-1 0 0 0,1 1 1 0 0,0 0-1 0 0,0 0 1 0 0,1 0-1 0 0,1 1 1 0 0,0 0-1 0 0,0-1 0 0 0,1 1 1 0 0,1 0-1 0 0,0 0 1 0 0,0 0-1 0 0,1 1 1 0 0,0-1-1 0 0,1 0 0 0 0,0 0 1 0 0,6 20-1 0 0,-5-23-146 0 0,0 0 0 0 0,0-1 0 0 0,1 1 0 0 0,1-1 0 0 0,-1 0 0 0 0,1 1 1 0 0,1-2-1 0 0,-1 1 0 0 0,1 0 0 0 0,0-1 0 0 0,0 0 0 0 0,9 7 0 0 0,-9-9-30 0 0,0-1 0 0 0,0 1 0 0 0,1-1-1 0 0,0 0 1 0 0,-1 0 0 0 0,1-1 0 0 0,0 1 0 0 0,0-1 0 0 0,1-1 0 0 0,-1 1 0 0 0,0-1 0 0 0,1 0 0 0 0,-1-1 0 0 0,0 1 0 0 0,1-1 0 0 0,12-2 0 0 0,-9 1-24 0 0,0-1 1 0 0,0-1-1 0 0,0 0 1 0 0,0 0 0 0 0,0-1-1 0 0,-1 0 1 0 0,1 0 0 0 0,-1-1-1 0 0,0-1 1 0 0,0 1 0 0 0,-1-1-1 0 0,0-1 1 0 0,9-8 0 0 0,-13 11 145 0 0,0 0 1 0 0,-1 0 0 0 0,0 0 0 0 0,0 0-1 0 0,0 0 1 0 0,0-1 0 0 0,-1 0 0 0 0,1 1-1 0 0,-1-1 1 0 0,0 0 0 0 0,-1 0 0 0 0,1 0-1 0 0,-1 0 1 0 0,0 0 0 0 0,0 0-1 0 0,-1 0 1 0 0,1-1 0 0 0,-1 1 0 0 0,0 0-1 0 0,-1 0 1 0 0,1 0 0 0 0,-1-1 0 0 0,0 1-1 0 0,-1 0 1 0 0,1 0 0 0 0,-1 0 0 0 0,-4-8-1 0 0,2 4-284 0 0,-1 0 0 0 0,0 1 0 0 0,-1 0 0 0 0,0 0-1 0 0,-7-7 1 0 0,-5-2-5158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9.4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16 9218 0 0,'-20'-15'4496'0'0,"19"15"-4194"0"0,1-1-1 0 0,-1 1 0 0 0,0 0 0 0 0,1 0 1 0 0,-1 0-1 0 0,0 0 0 0 0,0 0 0 0 0,-6 5 2732 0 0,6-4-2760 0 0,1 0 1 0 0,-1-1-1 0 0,1 1 0 0 0,-1 0 0 0 0,1 0 0 0 0,0-1 0 0 0,-1 3 1 0 0,-4 15-1063 0 0,1 7 801 0 0,1 0 0 0 0,1 1 0 0 0,2 44 0 0 0,3-27-2179 0 0,13 61-1 0 0,-8-68 728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19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16588 0 0,'2'0'100'0'0,"0"2"1"0"0,0-1-1 0 0,0 0 1 0 0,-1 0-1 0 0,1 1 1 0 0,0-1 0 0 0,-1 1-1 0 0,1-1 1 0 0,0 1-1 0 0,-1 0 1 0 0,0-1-1 0 0,1 1 1 0 0,-1 0-1 0 0,0 0 1 0 0,0 0 0 0 0,0 0-1 0 0,0 0 1 0 0,-1 0-1 0 0,1 0 1 0 0,0 1-1 0 0,-1-1 1 0 0,1 4 0 0 0,6 59 79 0 0,-7-50-42 0 0,5 75 273 0 0,7 62-3838 0 0,-9-130 3118 0 0,1 0 0 0 0,2 0 1 0 0,0 0-1 0 0,16 37 0 0 0,-9-31 294 0 0,-1-5-58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47 111 6657 0 0,'-5'31'13614'0'0,"6"-31"-13434"0"0,-3 0-88 0 0,0 0 0 0 0,0 0 0 0 0,1 0 1 0 0,-1 0-1 0 0,0 0 0 0 0,0 0 0 0 0,1 1 0 0 0,-1-1 0 0 0,0 1 0 0 0,1-1 1 0 0,-1 1-1 0 0,0-1 0 0 0,-1 2 0 0 0,1 0-23 0 0,1 0-1 0 0,0-1 1 0 0,0 1-1 0 0,-1 0 1 0 0,1 0-1 0 0,0 0 1 0 0,1 0-1 0 0,-1 0 1 0 0,0 0 0 0 0,1 0-1 0 0,-1 0 1 0 0,1 0-1 0 0,-1 3 1 0 0,-1 4-74 0 0,1-1-1 0 0,1 1 1 0 0,-1 0 0 0 0,1-1 0 0 0,1 1 0 0 0,0-1-1 0 0,0 1 1 0 0,0 0 0 0 0,1-1 0 0 0,0 0 0 0 0,1 0-1 0 0,0 1 1 0 0,0-1 0 0 0,1-1 0 0 0,0 1 0 0 0,0-1-1 0 0,1 1 1 0 0,0-1 0 0 0,0 0 0 0 0,1-1 0 0 0,0 0-1 0 0,0 1 1 0 0,0-2 0 0 0,10 7 0 0 0,-10-7-1 0 0,1-1 0 0 0,-1 0-1 0 0,1 0 1 0 0,0 0 0 0 0,1-1 0 0 0,-1 0 0 0 0,0-1 0 0 0,1 0-1 0 0,0 0 1 0 0,-1 0 0 0 0,1-1 0 0 0,0-1 0 0 0,0 1 0 0 0,0-1 0 0 0,-1 0-1 0 0,1-1 1 0 0,0 0 0 0 0,0 0 0 0 0,0 0 0 0 0,-1-1 0 0 0,1 0 0 0 0,-1-1-1 0 0,0 0 1 0 0,1 0 0 0 0,-1-1 0 0 0,11-7 0 0 0,-11 6 5 0 0,0 0-1 0 0,-1 0 1 0 0,0-1 0 0 0,0 0 0 0 0,0-1-1 0 0,0 1 1 0 0,-1-1 0 0 0,0 0 0 0 0,-1 0-1 0 0,0-1 1 0 0,0 1 0 0 0,0-1 0 0 0,-1 0 0 0 0,0 0-1 0 0,-1 0 1 0 0,0 0 0 0 0,0-1 0 0 0,0 1-1 0 0,-1-1 1 0 0,-1 1 0 0 0,1-1 0 0 0,-2-8-1 0 0,0 6-15 0 0,0 1-1 0 0,-1 0 1 0 0,0-1-1 0 0,0 1 0 0 0,-1 0 1 0 0,-1 0-1 0 0,0 0 1 0 0,0 1-1 0 0,-1-1 0 0 0,0 1 1 0 0,-1 0-1 0 0,0 0 0 0 0,0 1 1 0 0,-1 0-1 0 0,0 0 1 0 0,0 1-1 0 0,-15-12 0 0 0,18 15-187 0 0,-1 1-1 0 0,0 0 0 0 0,1 1 0 0 0,-1-1 1 0 0,-1 1-1 0 0,-5-2 0 0 0,-20-1-5120 0 0,4 5-1261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3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20 16131 0 0,'1'-1'107'0'0,"0"-1"-1"0"0,0 1 0 0 0,0 0 1 0 0,0-1-1 0 0,0 1 0 0 0,0 0 1 0 0,0 0-1 0 0,0 0 0 0 0,1 0 1 0 0,-1 0-1 0 0,0 0 0 0 0,1 0 1 0 0,-1 0-1 0 0,0 0 0 0 0,1 1 1 0 0,-1-1-1 0 0,1 1 0 0 0,0-1 1 0 0,-1 1-1 0 0,1 0 0 0 0,-1-1 1 0 0,1 1-1 0 0,0 0 0 0 0,-1 0 1 0 0,1 0-1 0 0,-1 0 0 0 0,1 0 1 0 0,0 1-1 0 0,-1-1 0 0 0,1 0 1 0 0,-1 1-1 0 0,1-1 0 0 0,0 1 1 0 0,-1 0-1 0 0,0-1 0 0 0,1 1 1 0 0,-1 0-1 0 0,1 0 0 0 0,-1 0 1 0 0,0 0-1 0 0,0 0 0 0 0,1 0 1 0 0,-1 0-1 0 0,0 0 0 0 0,0 1 1 0 0,0-1-1 0 0,1 2 0 0 0,3 7-193 0 0,0-1 0 0 0,0 1 0 0 0,-1 1 0 0 0,0-1 0 0 0,-1 1 0 0 0,0-1 0 0 0,-1 1 0 0 0,2 22 0 0 0,8 29-2859 0 0,-3-36-3462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0.5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10594 0 0,'2'0'232'0'0,"0"-1"-1"0"0,0 2 1 0 0,0-1 0 0 0,0 0-1 0 0,0 0 1 0 0,0 1-1 0 0,0-1 1 0 0,0 1-1 0 0,0-1 1 0 0,-1 1 0 0 0,1 0-1 0 0,0-1 1 0 0,0 1-1 0 0,-1 0 1 0 0,1 1-1 0 0,0-1 1 0 0,-1 0 0 0 0,1 0-1 0 0,-1 1 1 0 0,1-1-1 0 0,-1 0 1 0 0,0 1-1 0 0,0 0 1 0 0,0-1 0 0 0,0 1-1 0 0,2 2 1 0 0,2 4 563 0 0,0 1 1 0 0,0-1 0 0 0,6 19 0 0 0,-3 2-325 0 0,-1 1 1 0 0,-1-1 0 0 0,1 36 0 0 0,6 31-3354 0 0,-7-68-4038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1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4 9674 0 0,'-11'-4'11697'0'0,"12"60"-11286"0"0,2-1 0 0 0,14 71 0 0 0,-5-48-394 0 0,5 68 27 0 0,-3-21-135 0 0,44 183 0 0 0,-43-259-653 0 0,1-6-231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64 5065 0 0,'-4'-32'6032'0'0,"4"31"-5920"0"0,0 1 0 0 0,0-1 0 0 0,0 1 0 0 0,-1 0 0 0 0,1-1 0 0 0,0 1 0 0 0,0 0 0 0 0,0-1 0 0 0,-1 1 0 0 0,1 0 0 0 0,0-1 0 0 0,0 1 0 0 0,-1 0 0 0 0,1-1 0 0 0,0 1 0 0 0,0 0 0 0 0,-1 0 1 0 0,1-1-1 0 0,0 1 0 0 0,-1 0 0 0 0,1 0 0 0 0,-1 0 0 0 0,1-1 0 0 0,0 1 0 0 0,-1 0 0 0 0,1 0 0 0 0,-1 0 0 0 0,0 0-32 0 0,0 1 0 0 0,0-1 0 0 0,0 0 1 0 0,0 1-1 0 0,0 0 0 0 0,0-1 0 0 0,1 1 0 0 0,-1-1 0 0 0,0 1 1 0 0,0 0-1 0 0,0 0 0 0 0,1 0 0 0 0,-1-1 0 0 0,1 1 0 0 0,-1 0 1 0 0,0 2-1 0 0,-5 7-59 0 0,2 0 0 0 0,-1 0 0 0 0,1 0 0 0 0,1 1 0 0 0,0 0 0 0 0,1 0 0 0 0,0 0 1 0 0,0 0-1 0 0,1 0 0 0 0,1 0 0 0 0,0 0 0 0 0,0 0 0 0 0,1 0 0 0 0,0 0 0 0 0,1 0 1 0 0,1 0-1 0 0,4 14 0 0 0,-4-19-13 0 0,0 0 1 0 0,1 0 0 0 0,-1 0 0 0 0,1 0-1 0 0,0-1 1 0 0,1 0 0 0 0,0 0-1 0 0,-1 0 1 0 0,2 0 0 0 0,-1-1-1 0 0,0 0 1 0 0,1 0 0 0 0,0 0 0 0 0,0-1-1 0 0,0 0 1 0 0,0 0 0 0 0,11 3-1 0 0,-6-3 77 0 0,-1 0 0 0 0,1-1 0 0 0,0-1 0 0 0,-1 1 0 0 0,1-2 0 0 0,0 0 0 0 0,0 0 0 0 0,-1-1 0 0 0,1 0 0 0 0,20-5 0 0 0,-22 3 8 0 0,0 1 0 0 0,-1-1 0 0 0,1-1 0 0 0,-1 0 0 0 0,0 0-1 0 0,0 0 1 0 0,0-1 0 0 0,-1 0 0 0 0,1-1 0 0 0,-1 0 0 0 0,0 0 0 0 0,10-12-1 0 0,-14 13-43 0 0,1 0 0 0 0,-1 0-1 0 0,0-1 1 0 0,0 1 0 0 0,0-1-1 0 0,-1 0 1 0 0,0 0 0 0 0,0 1-1 0 0,-1-2 1 0 0,1 1-1 0 0,-1 0 1 0 0,-1 0 0 0 0,1 0-1 0 0,-1 0 1 0 0,0 0 0 0 0,0-1-1 0 0,-1 1 1 0 0,0 0-1 0 0,-3-12 1 0 0,1 9-84 0 0,0 0 0 0 0,0 0 0 0 0,-1 1 1 0 0,0-1-1 0 0,0 1 0 0 0,-1 0 0 0 0,0 0 0 0 0,0 1 0 0 0,-13-14 0 0 0,13 16-1088 0 0,-1 0 0 0 0,0 0-1 0 0,0 1 1 0 0,-9-6 0 0 0,-6 0-4590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6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14283 0 0,'8'79'3875'0'0,"7"64"-4042"0"0,-7-104-1430 0 0,-1 0-4363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3.9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8290 0 0,'-2'0'211'0'0,"1"0"0"0"0,0 1 0 0 0,-1-1 1 0 0,1 1-1 0 0,0 0 0 0 0,0-1 0 0 0,0 1 0 0 0,0 0 1 0 0,0 0-1 0 0,-1 0 0 0 0,2 0 0 0 0,-1 0 0 0 0,0 0 1 0 0,0 0-1 0 0,0 0 0 0 0,0 0 0 0 0,1 0 0 0 0,-1 1 1 0 0,0-1-1 0 0,1 0 0 0 0,-1 0 0 0 0,1 1 0 0 0,-1-1 1 0 0,1 0-1 0 0,0 1 0 0 0,0-1 0 0 0,-1 2 0 0 0,-6 51 1808 0 0,6-38-1596 0 0,-4 21-798 0 0,2 0 0 0 0,2 0 0 0 0,2 0-1 0 0,1 0 1 0 0,1 0 0 0 0,17 67 0 0 0,-20-104 375 0 0,1 6-1 0 0,1 0 0 0 0,-1-1-1 0 0,2 1 1 0 0,-1-1 0 0 0,0 1 0 0 0,1-1 0 0 0,0 0 0 0 0,6 7-1 0 0,-1-7-51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24.2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1 9218 0 0,'-8'21'979'0'0,"0"1"1"0"0,2-1-1 0 0,1 1 0 0 0,1 1 1 0 0,0-1-1 0 0,2 1 0 0 0,0-1 1 0 0,3 32-1 0 0,-1-51-1154 0 0,1 1 0 0 0,-1-1 0 0 0,1 1 0 0 0,0-1-1 0 0,0 0 1 0 0,0 1 0 0 0,0-1 0 0 0,0 0 0 0 0,1 0 0 0 0,0 1 0 0 0,-1-1 0 0 0,1-1 0 0 0,0 1 0 0 0,1 0 0 0 0,-1 0 0 0 0,0-1 0 0 0,4 4 0 0 0,7-1-1183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8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88 9218 0 0,'-14'-28'692'0'0,"10"18"393"0"0,-1 1 0 0 0,0-1 0 0 0,-12-16 0 0 0,17 26-1045 0 0,0-1 0 0 0,0 1 0 0 0,-1 0 0 0 0,1-1 0 0 0,0 1 0 0 0,-1 0-1 0 0,1 0 1 0 0,0-1 0 0 0,-1 1 0 0 0,1 0 0 0 0,-1 0 0 0 0,1-1 0 0 0,0 1 0 0 0,-1 0 0 0 0,1 0 0 0 0,-1 0 0 0 0,1 0 0 0 0,-1 0 0 0 0,1 0 0 0 0,-1 0 0 0 0,1 0 0 0 0,0 0 0 0 0,-1 0 0 0 0,1 0 0 0 0,-1 0 0 0 0,1 0 0 0 0,-1 0 0 0 0,1 0 0 0 0,-1 0 0 0 0,1 0 0 0 0,0 1 0 0 0,-1-1 0 0 0,1 0 0 0 0,-1 0 0 0 0,1 0-1 0 0,0 1 1 0 0,-1-1 0 0 0,1 0 0 0 0,0 1 0 0 0,-1-1 0 0 0,1 0 0 0 0,0 1 0 0 0,0-1 0 0 0,-1 0 0 0 0,1 1 0 0 0,0-1 0 0 0,0 0 0 0 0,-1 1 0 0 0,1-1 0 0 0,0 1 0 0 0,0-1 0 0 0,0 1 0 0 0,0-1 0 0 0,0 0 0 0 0,0 1 0 0 0,0 0 0 0 0,-8 28 1172 0 0,-2 72-537 0 0,5 182 1 0 0,5-261-1232 0 0,2 0 1 0 0,0 0-1 0 0,2 0 1 0 0,0-1-1 0 0,9 27 1 0 0,-4-25-5233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8.7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71 11058 0 0,'-15'-14'304'0'0,"-37"-26"1507"0"0,49 37-1567 0 0,-1 1 0 0 0,1 0-1 0 0,-1 1 1 0 0,1-1 0 0 0,-1 1 0 0 0,0-1 0 0 0,0 1 0 0 0,0 0 0 0 0,0 0 0 0 0,0 1 0 0 0,0-1 0 0 0,0 1 0 0 0,-6 0 0 0 0,9 1-215 0 0,0-1 0 0 0,0 0 1 0 0,0 0-1 0 0,0 1 0 0 0,0-1 1 0 0,0 0-1 0 0,0 1 0 0 0,0-1 1 0 0,0 1-1 0 0,0 0 1 0 0,1-1-1 0 0,-1 1 0 0 0,0 0 1 0 0,0-1-1 0 0,1 1 0 0 0,-1 0 1 0 0,0 0-1 0 0,1-1 0 0 0,-1 1 1 0 0,1 0-1 0 0,-1 0 1 0 0,1 0-1 0 0,-1 0 0 0 0,1 0 1 0 0,-1 0-1 0 0,1 0 0 0 0,0 0 1 0 0,0 0-1 0 0,0 0 0 0 0,-1 0 1 0 0,1 0-1 0 0,0 0 1 0 0,0 0-1 0 0,0 0 0 0 0,1 0 1 0 0,-1 2-1 0 0,10 39-3005 0 0,-9-36 2253 0 0,9 21-2860 0 0,0-1-168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26 167 4145 0 0,'-25'-73'11274'0'0,"45"102"-10044"0"0,-10-2-772 0 0,0 1 0 0 0,10 52 0 0 0,-13-47-365 0 0,19 53 0 0 0,-26-85-92 0 0,0-1 0 0 0,1 1 0 0 0,-1 0 0 0 0,0-1 0 0 0,0 1 0 0 0,1 0-1 0 0,-1-1 1 0 0,0 1 0 0 0,1 0 0 0 0,-1-1 0 0 0,1 1 0 0 0,-1-1 0 0 0,1 1 0 0 0,-1-1 0 0 0,1 1-1 0 0,-1-1 1 0 0,1 1 0 0 0,-1-1 0 0 0,1 1 0 0 0,0-1 0 0 0,-1 0 0 0 0,1 1 0 0 0,0-1 0 0 0,-1 0-1 0 0,1 1 1 0 0,0-1 0 0 0,0 0 0 0 0,0 0-3 0 0,0-1 1 0 0,0 1-1 0 0,0 0 1 0 0,0-1-1 0 0,0 1 1 0 0,0-1-1 0 0,0 0 0 0 0,0 1 1 0 0,0-1-1 0 0,-1 0 1 0 0,1 1-1 0 0,0-1 0 0 0,0 0 1 0 0,-1 0-1 0 0,1 0 1 0 0,0-1-1 0 0,23-46-264 0 0,-22 43 193 0 0,41-127-334 0 0,-30 86 631 0 0,27-63 0 0 0,-39 107-176 0 0,0-1 1 0 0,0 1-1 0 0,0 0 0 0 0,0-1 0 0 0,0 1 1 0 0,1 0-1 0 0,-1 0 0 0 0,1 0 0 0 0,0 0 1 0 0,0 1-1 0 0,-1-1 0 0 0,1 0 0 0 0,0 1 1 0 0,0-1-1 0 0,0 1 0 0 0,1 0 0 0 0,-1-1 1 0 0,0 1-1 0 0,1 0 0 0 0,-1 0 0 0 0,0 1 1 0 0,5-2-1 0 0,-4 2-10 0 0,1 0 1 0 0,-1 1-1 0 0,1-1 0 0 0,-1 1 1 0 0,0 0-1 0 0,1-1 0 0 0,-1 2 1 0 0,0-1-1 0 0,0 0 0 0 0,0 1 1 0 0,0-1-1 0 0,0 1 0 0 0,0 0 1 0 0,0 0-1 0 0,0 0 1 0 0,3 3-1 0 0,65 67-1193 0 0,-52-50 219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5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0 10138 0 0,'-6'2'3422'0'0,"6"-1"-3355"0"0,1 11 1360 0 0,7 13-392 0 0,-8-24-921 0 0,19 47 359 0 0,1-1-1 0 0,3-1 1 0 0,2-1-1 0 0,53 71 0 0 0,-77-114-400 0 0,1 0-1 0 0,0 1 1 0 0,0-1-1 0 0,0 0 1 0 0,0 0-1 0 0,0 0 1 0 0,0 0-1 0 0,0-1 1 0 0,3 2-1 0 0,-4-2-19 0 0,0-1-1 0 0,0 1 0 0 0,0-1 1 0 0,0 0-1 0 0,0 0 0 0 0,0 1 1 0 0,-1-1-1 0 0,1 0 0 0 0,0 0 1 0 0,0 0-1 0 0,0 0 0 0 0,0 0 1 0 0,0 0-1 0 0,0 0 1 0 0,0 0-1 0 0,0-1 0 0 0,0 1 1 0 0,0 0-1 0 0,1-1 0 0 0,0-1 24 0 0,1 0 0 0 0,-1 0 0 0 0,0 0 0 0 0,1-1 0 0 0,-1 1 0 0 0,0-1 0 0 0,-1 1 0 0 0,1-1 0 0 0,0 0-1 0 0,-1 0 1 0 0,0 1 0 0 0,1-1 0 0 0,-1 0 0 0 0,0 0 0 0 0,0-4 0 0 0,37-150-780 0 0,-33 137-277 0 0,3-13-6154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49.9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0 357 4609 0 0,'0'1'162'0'0,"1"0"1"0"0,-1 0-1 0 0,0 0 1 0 0,1 0-1 0 0,-1 0 1 0 0,1 0-1 0 0,-1 0 0 0 0,1 0 1 0 0,-1 0-1 0 0,1 0 1 0 0,0-1-1 0 0,0 1 1 0 0,-1 0-1 0 0,1 0 1 0 0,0-1-1 0 0,0 1 0 0 0,0 0 1 0 0,0-1-1 0 0,0 1 1 0 0,0-1-1 0 0,0 1 1 0 0,0-1-1 0 0,0 1 0 0 0,0-1 1 0 0,0 0-1 0 0,0 1 1 0 0,0-1-1 0 0,0 0 1 0 0,0 0-1 0 0,0 0 1 0 0,2 0-1 0 0,-1 0 102 0 0,0-1 0 0 0,-1 1 0 0 0,1-1 0 0 0,0 0 0 0 0,0 0 0 0 0,-1 1 1 0 0,1-1-1 0 0,0 0 0 0 0,-1-1 0 0 0,1 1 0 0 0,-1 0 0 0 0,1 0 0 0 0,-1-1 0 0 0,0 1 0 0 0,1 0 0 0 0,-1-1 0 0 0,0 1 0 0 0,1-4 1 0 0,5-7 74 0 0,-1-1 1 0 0,0-1 0 0 0,-1 1 0 0 0,-1-1-1 0 0,5-24 1 0 0,6-72-521 0 0,-14 39-589 0 0,-1 67 659 0 0,0 1 1 0 0,0-1-1 0 0,-1 0 0 0 0,0 0 0 0 0,1 1 0 0 0,-1-1 1 0 0,-1 0-1 0 0,1 1 0 0 0,0-1 0 0 0,-1 1 0 0 0,0-1 0 0 0,0 1 1 0 0,0 0-1 0 0,0 0 0 0 0,-1 0 0 0 0,-2-3 0 0 0,4 5 110 0 0,1 1-1 0 0,-1-1 0 0 0,1 1 1 0 0,-1-1-1 0 0,0 1 0 0 0,0-1 1 0 0,1 1-1 0 0,-1 0 0 0 0,0-1 1 0 0,0 1-1 0 0,1 0 0 0 0,-1-1 1 0 0,0 1-1 0 0,0 0 0 0 0,0 0 1 0 0,0 0-1 0 0,1 0 0 0 0,-1 0 1 0 0,0 0-1 0 0,0 0 0 0 0,0 0 1 0 0,0 0-1 0 0,1 0 0 0 0,-1 1 1 0 0,0-1-1 0 0,-1 1 0 0 0,1-1 25 0 0,0 1-1 0 0,-1 0 0 0 0,1 1 0 0 0,0-1 0 0 0,0 0 0 0 0,0 0 0 0 0,0 0 0 0 0,1 1 0 0 0,-1-1 0 0 0,0 0 0 0 0,0 1 0 0 0,1-1 0 0 0,-1 3 0 0 0,-1 1-16 0 0,0 1 0 0 0,1-1 0 0 0,0 1 0 0 0,0 0 0 0 0,1-1 0 0 0,0 12 0 0 0,0-10-1 0 0,1 0 1 0 0,0 0 0 0 0,1 0-1 0 0,-1 0 1 0 0,1-1 0 0 0,1 1-1 0 0,-1-1 1 0 0,1 0-1 0 0,1 1 1 0 0,-1-1 0 0 0,1-1-1 0 0,0 1 1 0 0,0 0 0 0 0,0-1-1 0 0,1 0 1 0 0,0 0 0 0 0,0 0-1 0 0,0-1 1 0 0,1 0 0 0 0,-1 0-1 0 0,1 0 1 0 0,0 0-1 0 0,0-1 1 0 0,1 0 0 0 0,-1-1-1 0 0,0 1 1 0 0,1-1 0 0 0,0 0-1 0 0,0-1 1 0 0,-1 1 0 0 0,1-2-1 0 0,0 1 1 0 0,0-1-1 0 0,9 0 1 0 0,-2 0-618 0 0,0-1 0 0 0,0-1 0 0 0,0 0 0 0 0,0-1 1 0 0,18-5-1 0 0,-9-1-3471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5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1 143 8290 0 0,'0'-2'177'0'0,"0"0"1"0"0,0 1-1 0 0,0-1 1 0 0,0 0-1 0 0,0 1 1 0 0,0-1-1 0 0,0 0 1 0 0,1 1-1 0 0,-1-1 1 0 0,0 0-1 0 0,1 1 1 0 0,0-1-1 0 0,-1 1 1 0 0,1-1-1 0 0,0 1 1 0 0,0-1-1 0 0,0 1 1 0 0,0 0-1 0 0,0-1 1 0 0,0 1-1 0 0,0 0 1 0 0,0 0-1 0 0,1 0 1 0 0,-1 0-1 0 0,0 0 1 0 0,4-2-1 0 0,-3 2 28 0 0,0-1 0 0 0,0 1 0 0 0,0 0 0 0 0,1 0 1 0 0,-1 0-1 0 0,0 0 0 0 0,1 1 0 0 0,-1-1 0 0 0,1 1 0 0 0,-1-1 0 0 0,1 1 0 0 0,-1 0 0 0 0,1 0 0 0 0,-1 0 0 0 0,1 0 0 0 0,-1 0 0 0 0,1 1 0 0 0,3 0 0 0 0,3 4 78 0 0,0-1-1 0 0,-1 1 0 0 0,0 1 0 0 0,0-1 0 0 0,0 1 1 0 0,-1 1-1 0 0,0 0 0 0 0,0 0 0 0 0,0 0 0 0 0,7 12 1 0 0,4 6 238 0 0,28 54 0 0 0,-40-66-399 0 0,21 42 296 0 0,-25-50-374 0 0,0 0 1 0 0,-1 0 0 0 0,1 0 0 0 0,-1 0 0 0 0,0 0 0 0 0,-1 0 0 0 0,1 0 0 0 0,-1 10 0 0 0,0-14-37 0 0,0-1 0 0 0,0 0 1 0 0,0 0-1 0 0,0 1 0 0 0,0-1 0 0 0,0 0 1 0 0,0 0-1 0 0,0 0 0 0 0,0 1 1 0 0,0-1-1 0 0,0 0 0 0 0,0 0 1 0 0,0 1-1 0 0,0-1 0 0 0,0 0 0 0 0,0 0 1 0 0,0 0-1 0 0,0 1 0 0 0,-1-1 1 0 0,1 0-1 0 0,0 0 0 0 0,0 0 0 0 0,0 0 1 0 0,0 1-1 0 0,0-1 0 0 0,-1 0 1 0 0,1 0-1 0 0,0 0 0 0 0,0 0 1 0 0,0 0-1 0 0,-1 0 0 0 0,1 1 0 0 0,0-1 1 0 0,0 0-1 0 0,0 0 0 0 0,-1 0 1 0 0,1 0-1 0 0,0 0 0 0 0,0 0 1 0 0,0 0-1 0 0,-1 0 0 0 0,-8-7 252 0 0,-6-16 92 0 0,11 12-322 0 0,1 0 0 0 0,0 0 0 0 0,0-1 0 0 0,2 1 0 0 0,-1-1 0 0 0,1 0 0 0 0,1 1 0 0 0,0-14 0 0 0,15-94-640 0 0,-13 107 524 0 0,-2 9 104 0 0,8-39-1472 0 0,2 1-3588 0 0,4-1-1897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87 8290 0 0,'-7'-32'1534'0'0,"7"27"-938"0"0,-1 0 1 0 0,0 0-1 0 0,0 1 1 0 0,0-1 0 0 0,0 1-1 0 0,-1-1 1 0 0,0 1-1 0 0,0-1 1 0 0,0 1 0 0 0,-3-5-1 0 0,6 40 3429 0 0,8 18-3470 0 0,2-1 0 0 0,2 0 0 0 0,37 86 1 0 0,80 128-327 0 0,-33-72-6433 0 0,-72-138-955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0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41 150 13827 0 0,'-6'0'297'0'0,"4"1"-160"0"0,0-1-1 0 0,-1 0 1 0 0,1 0 0 0 0,0 0-1 0 0,0 0 1 0 0,0 0 0 0 0,0 0-1 0 0,-1-1 1 0 0,1 1 0 0 0,0-1-1 0 0,0 1 1 0 0,0-1 0 0 0,0 0-1 0 0,-2-1 1 0 0,5 0 218 0 0,1 0 0 0 0,0 1 1 0 0,0-1-1 0 0,-1 1 0 0 0,1 0 0 0 0,0 0 0 0 0,0-1 0 0 0,0 1 0 0 0,3-1 1 0 0,61-27 717 0 0,33-13-5110 0 0,-36 15-74 0 0,11-4-450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1.7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131 151 6409 0 0,'-1'-8'128'0'0,"1"1"-1"0"0,0-1 1 0 0,1 1-1 0 0,0-1 1 0 0,0 1-1 0 0,1 0 1 0 0,0 0-1 0 0,3-9 1 0 0,-2 8 355 0 0,-1-1 1 0 0,0 1-1 0 0,0-1 0 0 0,0 0 1 0 0,-1-9-1 0 0,-1 18-442 0 0,0-1 1 0 0,1 0 0 0 0,-1 1-1 0 0,0-1 1 0 0,0 1-1 0 0,0-1 1 0 0,-1 1 0 0 0,1-1-1 0 0,0 1 1 0 0,0-1-1 0 0,0 1 1 0 0,0-1-1 0 0,0 1 1 0 0,-1-1 0 0 0,1 1-1 0 0,0-1 1 0 0,0 1-1 0 0,-1-1 1 0 0,1 1-1 0 0,0-1 1 0 0,-1 1 0 0 0,1 0-1 0 0,0-1 1 0 0,-1 1-1 0 0,1 0 1 0 0,-1-1 0 0 0,1 1-1 0 0,-1 0 1 0 0,1-1-1 0 0,-1 1 1 0 0,-16 4 783 0 0,13-2-624 0 0,0 1 1 0 0,-1 0 0 0 0,1 0 0 0 0,0 0 0 0 0,-6 7 0 0 0,-3 11-94 0 0,0 0 0 0 0,1 1 0 0 0,2 0 0 0 0,0 1 0 0 0,1 1 0 0 0,1-1 0 0 0,2 1 0 0 0,-7 37 0 0 0,12-50-192 0 0,-1 1 1 0 0,1 0 0 0 0,1 0-1 0 0,2 22 1 0 0,-2-30 71 0 0,0-1 1 0 0,1 1-1 0 0,0-1 1 0 0,-1 0-1 0 0,1 1 1 0 0,0-1-1 0 0,1 0 1 0 0,-1 0-1 0 0,0 0 0 0 0,1 0 1 0 0,0 0-1 0 0,0 0 1 0 0,0 0-1 0 0,0-1 1 0 0,0 1-1 0 0,0-1 1 0 0,1 1-1 0 0,-1-1 1 0 0,1 0-1 0 0,0 0 1 0 0,3 3-1 0 0,-4-5 18 0 0,-1 0 1 0 0,0 0-1 0 0,0 1 1 0 0,1-1-1 0 0,-1 0 0 0 0,0 0 1 0 0,0 0-1 0 0,1 0 0 0 0,-1 0 1 0 0,0-1-1 0 0,0 1 1 0 0,0 0-1 0 0,1-1 0 0 0,-1 1 1 0 0,0 0-1 0 0,0-1 1 0 0,0 0-1 0 0,0 1 0 0 0,0-1 1 0 0,0 1-1 0 0,0-1 0 0 0,0 0 1 0 0,0 0-1 0 0,0 0 1 0 0,0 0-1 0 0,0 0 0 0 0,0 0 1 0 0,-1 0-1 0 0,1 0 0 0 0,0 0 1 0 0,-1 0-1 0 0,1 0 1 0 0,-1 0-1 0 0,1 0 0 0 0,-1 0 1 0 0,1-2-1 0 0,15-50 325 0 0,-14 46-317 0 0,9-56 131 0 0,-9 45-80 0 0,0 0 0 0 0,9-25 1 0 0,-11 42-52 0 0,0 0 0 0 0,1 0 0 0 0,-1 0 0 0 0,0 0 1 0 0,1 0-1 0 0,-1 0 0 0 0,1 1 0 0 0,0-1 0 0 0,-1 0 1 0 0,1 0-1 0 0,0 1 0 0 0,-1-1 0 0 0,1 0 0 0 0,0 1 1 0 0,0-1-1 0 0,0 0 0 0 0,-1 1 0 0 0,1-1 1 0 0,0 1-1 0 0,0 0 0 0 0,0-1 0 0 0,0 1 0 0 0,0 0 1 0 0,0-1-1 0 0,0 1 0 0 0,0 0 0 0 0,0 0 0 0 0,0 0 1 0 0,0 0-1 0 0,0 0 0 0 0,0 0 0 0 0,0 0 0 0 0,0 0 1 0 0,0 0-1 0 0,0 1 0 0 0,0-1 0 0 0,0 0 0 0 0,0 1 1 0 0,0-1-1 0 0,0 0 0 0 0,-1 1 0 0 0,1-1 1 0 0,0 1-1 0 0,1 1 0 0 0,8 3-60 0 0,-1 1 0 0 0,-1 1 0 0 0,13 10 0 0 0,-9-7-172 0 0,-5-4 4 0 0,1-1-1 0 0,0-1 1 0 0,0 1 0 0 0,0-1 0 0 0,17 6-1 0 0,-5-5-706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2.0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0 8754 0 0,'0'1'83'0'0,"-1"0"0"0"0,0 0-1 0 0,0-1 1 0 0,1 1 0 0 0,-1 0 0 0 0,0 0 0 0 0,1 0 0 0 0,-1 0 0 0 0,1 0 0 0 0,0 0-1 0 0,-1 0 1 0 0,1 0 0 0 0,0 0 0 0 0,-1 1 0 0 0,1-1 0 0 0,0 0 0 0 0,0 0-1 0 0,0 0 1 0 0,0 0 0 0 0,0 2 0 0 0,2 29 998 0 0,-1-21-720 0 0,32 284 4257 0 0,-16-207-4327 0 0,39 115 1 0 0,-40-157-1659 0 0,0 1-4329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2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 10594 0 0,'-3'-12'6505'0'0,"1"29"-3042"0"0,-2 30-3237 0 0,1-1 1 0 0,2 1 0 0 0,2 0 0 0 0,3 0-1 0 0,1-1 1 0 0,19 73 0 0 0,-7-64-1003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88 7370 0 0,'-5'-6'527'0'0,"0"1"1"0"0,-1 0 0 0 0,1 0-1 0 0,-1 0 1 0 0,0 0 0 0 0,0 1-1 0 0,-8-4 1 0 0,13 7-401 0 0,-1 1 1 0 0,1-1-1 0 0,0 1 0 0 0,-1-1 1 0 0,1 1-1 0 0,0 0 1 0 0,-1 0-1 0 0,1-1 0 0 0,-1 1 1 0 0,1 0-1 0 0,0 0 1 0 0,-1 0-1 0 0,1 0 0 0 0,0 1 1 0 0,-1-1-1 0 0,1 0 1 0 0,0 1-1 0 0,-1-1 0 0 0,1 0 1 0 0,0 1-1 0 0,-1 0 1 0 0,1-1-1 0 0,0 1 0 0 0,0 0 1 0 0,0 0-1 0 0,0-1 1 0 0,-1 1-1 0 0,1 0 0 0 0,0 0 1 0 0,1 0-1 0 0,-1 0 1 0 0,0 0-1 0 0,0 1 0 0 0,0-1 1 0 0,1 0-1 0 0,-1 0 1 0 0,0 0-1 0 0,1 1 0 0 0,-1-1 1 0 0,1 0-1 0 0,0 1 1 0 0,-1-1-1 0 0,1 0 0 0 0,0 3 1 0 0,-2 3-81 0 0,0 1-1 0 0,0 0 1 0 0,1-1 0 0 0,0 1 0 0 0,1 0 0 0 0,0 0-1 0 0,0-1 1 0 0,1 1 0 0 0,0 0 0 0 0,0-1 0 0 0,0 1 0 0 0,1 0-1 0 0,0-1 1 0 0,1 0 0 0 0,0 1 0 0 0,0-1 0 0 0,7 11-1 0 0,-7-13-2 0 0,0-1 0 0 0,1 0-1 0 0,-1 0 1 0 0,1 0-1 0 0,0 0 1 0 0,0 0 0 0 0,0-1-1 0 0,1 0 1 0 0,-1 1-1 0 0,1-2 1 0 0,0 1 0 0 0,0-1-1 0 0,0 1 1 0 0,0-1-1 0 0,0-1 1 0 0,1 1 0 0 0,-1-1-1 0 0,0 0 1 0 0,1 0 0 0 0,-1 0-1 0 0,1-1 1 0 0,-1 0-1 0 0,1 0 1 0 0,-1 0 0 0 0,9-2-1 0 0,-10 2-31 0 0,0-1 0 0 0,0 0-1 0 0,0 0 1 0 0,0 0 0 0 0,0 0-1 0 0,-1-1 1 0 0,1 1 0 0 0,0-1-1 0 0,-1 0 1 0 0,1 0 0 0 0,-1 0-1 0 0,0-1 1 0 0,1 1 0 0 0,-1-1 0 0 0,0 0-1 0 0,-1 0 1 0 0,1 0 0 0 0,0 0-1 0 0,-1 0 1 0 0,0-1 0 0 0,0 1-1 0 0,0-1 1 0 0,0 1 0 0 0,0-1 0 0 0,-1 0-1 0 0,2-5 1 0 0,-1 1-145 0 0,-1-1 0 0 0,0 1 0 0 0,-1 0 0 0 0,0-1 0 0 0,0 1 0 0 0,-1 0 0 0 0,0 0 0 0 0,0-1 0 0 0,-1 1 0 0 0,0 0 0 0 0,-6-15 0 0 0,1 4-481 0 0,4 10 333 0 0,0 1 1 0 0,0 0 0 0 0,0 0-1 0 0,-1 0 1 0 0,0 1 0 0 0,-1-1 0 0 0,-6-7-1 0 0,21 52-172 0 0,-5-29 617 0 0,0-1 0 0 0,1 1 0 0 0,0-1 0 0 0,0-1 0 0 0,0 1 0 0 0,1-1 0 0 0,0 0 0 0 0,1-1 1 0 0,-1 1-1 0 0,1-2 0 0 0,11 6 0 0 0,-13-7 2 0 0,-1 0 1 0 0,1-1 0 0 0,0 1-1 0 0,0-1 1 0 0,0-1-1 0 0,0 1 1 0 0,1-1 0 0 0,-1 0-1 0 0,0-1 1 0 0,1 0-1 0 0,-1 0 1 0 0,0 0 0 0 0,1 0-1 0 0,-1-1 1 0 0,0 0-1 0 0,0-1 1 0 0,8-2 0 0 0,-11 3-159 0 0,-1-1 0 0 0,1 1 0 0 0,-1-1 1 0 0,0 1-1 0 0,0-1 0 0 0,0 0 0 0 0,0 0 1 0 0,0 0-1 0 0,0 0 0 0 0,0 0 1 0 0,-1 0-1 0 0,1-1 0 0 0,-1 1 0 0 0,0 0 1 0 0,1-1-1 0 0,-1 1 0 0 0,0-1 1 0 0,0-3-1 0 0,5-17-5531 0 0,-3 6-635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0 252 4145 0 0,'5'-3'238'0'0,"-1"1"0"0"0,0-1 0 0 0,0 1-1 0 0,0-1 1 0 0,0 0 0 0 0,-1 0 0 0 0,1-1 0 0 0,-1 1 0 0 0,1-1 0 0 0,-1 0 0 0 0,-1 0 0 0 0,1 0 0 0 0,0 0-1 0 0,-1 0 1 0 0,0-1 0 0 0,0 1 0 0 0,2-9 0 0 0,4-9 616 0 0,-2-1-1 0 0,5-27 1 0 0,-11 48-832 0 0,4-41 201 0 0,-4 41-145 0 0,0-1 0 0 0,0 1-1 0 0,0-1 1 0 0,0 1 0 0 0,-1-1 0 0 0,1 1-1 0 0,-1-1 1 0 0,0 1 0 0 0,0 0-1 0 0,0-1 1 0 0,0 1 0 0 0,0 0-1 0 0,0 0 1 0 0,-3-4 0 0 0,4 6-57 0 0,0 0 0 0 0,0 0 1 0 0,0 0-1 0 0,0 0 1 0 0,0 0-1 0 0,0-1 0 0 0,0 1 1 0 0,-1 0-1 0 0,1 0 1 0 0,0 0-1 0 0,0 0 0 0 0,0 0 1 0 0,0 0-1 0 0,0 0 1 0 0,0 0-1 0 0,0 0 0 0 0,0 0 1 0 0,0 0-1 0 0,0 0 0 0 0,-1 0 1 0 0,1 0-1 0 0,0 0 1 0 0,0 0-1 0 0,0 0 0 0 0,0 0 1 0 0,0 0-1 0 0,0 0 1 0 0,0 0-1 0 0,0 0 0 0 0,0 0 1 0 0,0 0-1 0 0,-1 0 1 0 0,1 0-1 0 0,0 0 0 0 0,0 0 1 0 0,0 1-1 0 0,0-1 1 0 0,0 0-1 0 0,0 0 0 0 0,0 0 1 0 0,0 0-1 0 0,0 0 0 0 0,0 0 1 0 0,0 0-1 0 0,0 0 1 0 0,0 0-1 0 0,0 0 0 0 0,0 0 1 0 0,0 0-1 0 0,0 0 1 0 0,0 1-1 0 0,-1-1 0 0 0,1 0 1 0 0,0 0-1 0 0,0 0 1 0 0,0 0-1 0 0,0 0 0 0 0,0 0 1 0 0,0 0-1 0 0,0 0 0 0 0,0 0 1 0 0,1 1-1 0 0,-1-1 1 0 0,-1 11 938 0 0,4 12 113 0 0,3-6-711 0 0,2 0 0 0 0,-1-1 0 0 0,2 0 1 0 0,0 0-1 0 0,1-1 0 0 0,14 17 0 0 0,19 14-5358 0 0,-24-29-734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4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7370 0 0,'0'0'79'0'0,"0"-1"0"0"0,1 1 0 0 0,-1 0 1 0 0,0-1-1 0 0,0 1 0 0 0,1 0 1 0 0,-1-1-1 0 0,0 1 0 0 0,1 0 1 0 0,-1-1-1 0 0,0 1 0 0 0,1 0 1 0 0,-1 0-1 0 0,1-1 0 0 0,-1 1 0 0 0,0 0 1 0 0,1 0-1 0 0,-1 0 0 0 0,1-1 1 0 0,-1 1-1 0 0,1 0 0 0 0,-1 0 1 0 0,1 0-1 0 0,-1 0 0 0 0,0 0 1 0 0,1 0-1 0 0,-1 0 0 0 0,1 0 1 0 0,-1 0-1 0 0,1 0 0 0 0,-1 0 0 0 0,1 1 1 0 0,-1-1-1 0 0,0 0 0 0 0,1 0 1 0 0,-1 0-1 0 0,1 0 0 0 0,-1 1 1 0 0,1-1-1 0 0,-1 0 0 0 0,0 0 1 0 0,1 1-1 0 0,-1-1 0 0 0,1 1 0 0 0,20 12 2251 0 0,-13-2-2088 0 0,-1 1-1 0 0,0 0 1 0 0,0 1-1 0 0,-1 0 1 0 0,-1 0-1 0 0,0 0 1 0 0,5 27-1 0 0,-4-19-1345 0 0,15 38 0 0 0,-10-36 824 0 0,-2-3 195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3.6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88 9218 0 0,'-11'-15'816'0'0,"6"6"-656"0"0,-2 1-160 0 0,2 1 0 0 0,4 1 576 0 0,0 4 72 0 0,1-3 25 0 0,-2-2-1 0 0,1-1-560 0 0,2-2-112 0 0,2 2 0 0 0,1 5 0 0 0,3 6-1377 0 0,3 5-231 0 0,1 8-56 0 0,0 2-1 0 0,-1 6 1305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122 360 8290 0 0,'-4'0'247'0'0,"0"0"0"0"0,0 0-1 0 0,-1 1 1 0 0,1 0 0 0 0,0-1 0 0 0,0 1 0 0 0,0 1 0 0 0,0-1 0 0 0,1 1-1 0 0,-1-1 1 0 0,0 1 0 0 0,1 0 0 0 0,-1 0 0 0 0,1 1 0 0 0,-1-1 0 0 0,1 1 0 0 0,0 0-1 0 0,0 0 1 0 0,0 0 0 0 0,-4 5 0 0 0,3-3-94 0 0,0 0-1 0 0,0 0 1 0 0,0 1 0 0 0,1-1 0 0 0,-1 1-1 0 0,1 0 1 0 0,1-1 0 0 0,-1 1-1 0 0,1 1 1 0 0,0-1 0 0 0,0 0 0 0 0,-1 13-1 0 0,3-17-215 0 0,0 0 0 0 0,0 1-1 0 0,0-1 1 0 0,0 1-1 0 0,1-1 1 0 0,-1 0 0 0 0,1 1-1 0 0,-1-1 1 0 0,1 0-1 0 0,0 1 1 0 0,0-1 0 0 0,0 0-1 0 0,0 0 1 0 0,1 0 0 0 0,-1 0-1 0 0,0 0 1 0 0,1 0-1 0 0,-1 0 1 0 0,1 0 0 0 0,0-1-1 0 0,0 1 1 0 0,0-1-1 0 0,-1 1 1 0 0,1-1 0 0 0,1 0-1 0 0,-1 1 1 0 0,0-1 0 0 0,0 0-1 0 0,0-1 1 0 0,1 1-1 0 0,-1 0 1 0 0,0-1 0 0 0,1 1-1 0 0,3 0 1 0 0,9 0-133 0 0,-1-1-1 0 0,1 0 1 0 0,0-1 0 0 0,25-5 0 0 0,0 1 771 0 0,-37 5-569 0 0,-1 0 1 0 0,1 0-1 0 0,0 0 1 0 0,0 0 0 0 0,0 0-1 0 0,0 1 1 0 0,0 0-1 0 0,0-1 1 0 0,-1 1-1 0 0,1 0 1 0 0,0 0 0 0 0,-1 1-1 0 0,1-1 1 0 0,0 0-1 0 0,-1 1 1 0 0,0 0-1 0 0,1-1 1 0 0,-1 1 0 0 0,0 0-1 0 0,3 4 1 0 0,-2-2-74 0 0,0 0 0 0 0,-1 0 0 0 0,0 1 0 0 0,0-1 0 0 0,0 1 0 0 0,0 0 1 0 0,-1-1-1 0 0,0 1 0 0 0,0 0 0 0 0,0 0 0 0 0,0 6 0 0 0,-1 3-158 0 0,0 0 0 0 0,-1 1 0 0 0,0-1 0 0 0,-1 0 0 0 0,0 0 0 0 0,-2-1 0 0 0,-7 24 0 0 0,4-23 382 0 0,1 1 0 0 0,-2-2 1 0 0,1 1-1 0 0,-2-1 0 0 0,0 0 0 0 0,-1-1 0 0 0,0 0 0 0 0,0 0 0 0 0,-1-1 0 0 0,-23 17 1 0 0,33-27-106 0 0,0 0 0 0 0,0 0 1 0 0,-1 0-1 0 0,1-1 0 0 0,0 1 0 0 0,-1 0 1 0 0,1-1-1 0 0,0 1 0 0 0,-1-1 1 0 0,1 1-1 0 0,-1-1 0 0 0,1 0 1 0 0,-1 1-1 0 0,1-1 0 0 0,-1 0 1 0 0,1 0-1 0 0,-1 0 0 0 0,-1 0 0 0 0,2-1-39 0 0,1 1 0 0 0,-1-1 0 0 0,1 1-1 0 0,-1-1 1 0 0,0 1 0 0 0,1-1 0 0 0,-1 1-1 0 0,1-1 1 0 0,-1 0 0 0 0,1 1 0 0 0,0-1-1 0 0,-1 0 1 0 0,1 1 0 0 0,0-1 0 0 0,-1 0-1 0 0,1 1 1 0 0,0-1 0 0 0,0 0 0 0 0,0 0-1 0 0,-1 1 1 0 0,1-1 0 0 0,0 0 0 0 0,0 0-1 0 0,0-1 1 0 0,1-6-66 0 0,0 0 0 0 0,0 0 0 0 0,0 0-1 0 0,1 0 1 0 0,3-7 0 0 0,140-395-2960 0 0,-69 240 2688 0 0,7-22 2311 0 0,-73 155-941 0 0,-9 35-841 0 0,-1 0 0 0 0,1-1 0 0 0,-1 1-1 0 0,0 0 1 0 0,1 0 0 0 0,-1-1 0 0 0,-1 1 0 0 0,1 0 0 0 0,0 0 0 0 0,0 0 0 0 0,-1-1 0 0 0,1 1 0 0 0,-1 0-1 0 0,-1-4 1 0 0,2 6-151 0 0,0 0 1 0 0,-1 0-1 0 0,1 0 0 0 0,0 0 0 0 0,0-1 0 0 0,0 1 0 0 0,0 0 0 0 0,0 0 0 0 0,0 0 0 0 0,0 0 0 0 0,0 0 0 0 0,-1-1 0 0 0,1 1 0 0 0,0 0 0 0 0,0 0 0 0 0,0 0 0 0 0,0 0 0 0 0,0 0 0 0 0,0 0 0 0 0,-1 0 1 0 0,1 0-1 0 0,0 0 0 0 0,0 0 0 0 0,0-1 0 0 0,0 1 0 0 0,-1 0 0 0 0,1 0 0 0 0,0 0 0 0 0,0 0 0 0 0,0 0 0 0 0,0 0 0 0 0,-1 0 0 0 0,1 0 0 0 0,0 0 0 0 0,0 0 0 0 0,0 1 0 0 0,0-1 0 0 0,-1 0 1 0 0,1 0-1 0 0,0 0 0 0 0,0 0 0 0 0,0 0 0 0 0,0 0 0 0 0,-1 0 0 0 0,1 0 0 0 0,0 0 0 0 0,0 0 0 0 0,0 1 0 0 0,-4 10 1033 0 0,1 13-371 0 0,4 17-579 0 0,2-1-1 0 0,1 0 1 0 0,3 0-1 0 0,1 0 1 0 0,2-1-1 0 0,1 0 0 0 0,2-1 1 0 0,26 51-1 0 0,-25-56-276 0 0,-10-23-120 0 0,0 0-1 0 0,0 0 0 0 0,1-1 1 0 0,1 1-1 0 0,0-1 0 0 0,9 12 1 0 0,-13-24 246 0 0,0-1 0 0 0,-1 1 0 0 0,0-1 0 0 0,0 1 1 0 0,0-1-1 0 0,0 0 0 0 0,0-5 0 0 0,0 1 120 0 0,1-13 53 0 0,1 0 0 0 0,1 1 0 0 0,1-1 0 0 0,0 1 0 0 0,2 0 0 0 0,0 1-1 0 0,11-21 1 0 0,-18 39-137 0 0,1 0-1 0 0,-1 1 1 0 0,1-1-1 0 0,-1 0 1 0 0,0 0-1 0 0,1 0 1 0 0,-1 1-1 0 0,1-1 1 0 0,0 0-1 0 0,-1 1 1 0 0,1-1-1 0 0,0 0 1 0 0,-1 1-1 0 0,1-1 1 0 0,0 1-1 0 0,0-1 1 0 0,-1 1-1 0 0,1 0 1 0 0,0-1-1 0 0,0 1 1 0 0,0 0-1 0 0,0-1 1 0 0,0 1-1 0 0,0 0 1 0 0,-1 0-1 0 0,1 0 1 0 0,0 0-1 0 0,0 0 1 0 0,0 0-1 0 0,0 0 1 0 0,0 0-1 0 0,0 0 1 0 0,0 0-1 0 0,0 0 1 0 0,-1 1-1 0 0,1-1 1 0 0,0 0-1 0 0,0 1 1 0 0,0-1-1 0 0,0 0 1 0 0,-1 1-1 0 0,1-1 1 0 0,0 1-1 0 0,0 0 1 0 0,-1-1-1 0 0,1 1 1 0 0,0-1-1 0 0,-1 1 1 0 0,1 0-1 0 0,-1 0 1 0 0,1 0-1 0 0,6 8 63 0 0,-1 0-1 0 0,0 1 0 0 0,8 17 0 0 0,-2-4-79 0 0,-2-8-264 0 0,1 0 0 0 0,1-1 0 0 0,20 21 0 0 0,-11-17-613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0 13363 0 0,'0'1'75'0'0,"-1"-1"-1"0"0,0 1 1 0 0,1-1 0 0 0,-1 1-1 0 0,1-1 1 0 0,-1 1 0 0 0,1-1-1 0 0,0 1 1 0 0,-1 0 0 0 0,1-1-1 0 0,0 1 1 0 0,-1 0 0 0 0,1-1-1 0 0,0 1 1 0 0,0 0 0 0 0,0-1-1 0 0,-1 1 1 0 0,1 0 0 0 0,0 0-1 0 0,0-1 1 0 0,0 1 0 0 0,0 0-1 0 0,0 0 1 0 0,0-1 0 0 0,1 1-1 0 0,-1 0 1 0 0,-1 29 579 0 0,1-28-540 0 0,1 52 1503 0 0,2 1 0 0 0,12 65-1 0 0,-9-88-1617 0 0,2-1-1 0 0,1 0 1 0 0,2 0-1 0 0,0-1 1 0 0,19 32-1 0 0,-17-37-1198 0 0,-1 0-360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4.7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15 108 15203 0 0,'-1'-1'119'0'0,"0"0"0"0"0,-1 0 0 0 0,1 0 0 0 0,0 0 0 0 0,0 0 0 0 0,0-1 0 0 0,0 1 0 0 0,1 0 0 0 0,-1-1 0 0 0,0 1 1 0 0,0 0-1 0 0,1-1 0 0 0,-1 1 0 0 0,1-1 0 0 0,-1 1 0 0 0,1-1 0 0 0,0 1 0 0 0,0-1 0 0 0,-1 0 0 0 0,1 1 0 0 0,0-2 0 0 0,1 0-7 0 0,0 2 0 0 0,0-1 0 0 0,0 0 0 0 0,0 0 0 0 0,0 0 0 0 0,1 0 0 0 0,-1 1 0 0 0,1-1 0 0 0,-1 0 0 0 0,1 1 0 0 0,-1-1 0 0 0,1 1 0 0 0,0 0 0 0 0,0 0 0 0 0,3-2 0 0 0,6-3-214 0 0,0 0 0 0 0,1 1 1 0 0,0 0-1 0 0,0 1 1 0 0,0 0-1 0 0,21-3 1 0 0,1 2-816 0 0,43-1 1 0 0,-38 6 890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5.4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1 10138 0 0,'-11'4'547'0'0,"0"1"0"0"0,1 1 1 0 0,0 0-1 0 0,0 0 0 0 0,0 1 0 0 0,1 0 0 0 0,0 0 0 0 0,0 1 0 0 0,1 1 1 0 0,0-1-1 0 0,1 1 0 0 0,-1 1 0 0 0,2-1 0 0 0,-8 15 0 0 0,13-21-497 0 0,0 0 1 0 0,1 0-1 0 0,-1 1 0 0 0,1-1 0 0 0,0 0 0 0 0,0 0 0 0 0,0 0 0 0 0,0 1 1 0 0,1-1-1 0 0,-1 0 0 0 0,1 0 0 0 0,0 0 0 0 0,0 0 0 0 0,0 0 0 0 0,0 0 1 0 0,1 0-1 0 0,-1 0 0 0 0,1-1 0 0 0,0 1 0 0 0,-1 0 0 0 0,4 2 0 0 0,5 7 74 0 0,1 0-1 0 0,23 20 1 0 0,-21-20-1 0 0,9 7 47 0 0,-14-13-124 0 0,0 1 1 0 0,0 0-1 0 0,-1 0 1 0 0,-1 0-1 0 0,1 1 0 0 0,8 13 1 0 0,-14-19-34 0 0,0 1-1 0 0,0 0 1 0 0,0 0 0 0 0,0 0-1 0 0,0 0 1 0 0,-1 0 0 0 0,1 0 0 0 0,-1 0-1 0 0,0 0 1 0 0,0 0 0 0 0,0 0 0 0 0,0 0-1 0 0,-1 0 1 0 0,1 0 0 0 0,-1 0-1 0 0,1 0 1 0 0,-1-1 0 0 0,0 1 0 0 0,0 0-1 0 0,-1 0 1 0 0,1 0 0 0 0,-1-1 0 0 0,1 1-1 0 0,-1-1 1 0 0,0 1 0 0 0,-4 3-1 0 0,-5 6 45 0 0,0 0 0 0 0,-1-1 0 0 0,-1 0 0 0 0,0-1 0 0 0,-16 9 0 0 0,-13 8-4893 0 0,38-24 3867 0 0,-23 13-5610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6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 93 7370 0 0,'-2'-6'579'0'0,"-1"0"0"0"0,0 0 0 0 0,0 0 0 0 0,-1 0-1 0 0,0 1 1 0 0,0-1 0 0 0,-9-8 0 0 0,12 13-503 0 0,0 0-1 0 0,0 0 1 0 0,0 0 0 0 0,-1 0-1 0 0,1 0 1 0 0,0 0-1 0 0,-1 0 1 0 0,1 1-1 0 0,0-1 1 0 0,-1 1-1 0 0,1-1 1 0 0,-1 1-1 0 0,1-1 1 0 0,-1 1-1 0 0,1 0 1 0 0,-1 0-1 0 0,1 0 1 0 0,-1 0-1 0 0,1 0 1 0 0,-1 0-1 0 0,1 0 1 0 0,-1 0-1 0 0,1 1 1 0 0,-1-1 0 0 0,1 1-1 0 0,-1-1 1 0 0,1 1-1 0 0,0-1 1 0 0,-1 1-1 0 0,1 0 1 0 0,0 0-1 0 0,-1-1 1 0 0,1 1-1 0 0,0 0 1 0 0,0 0-1 0 0,0 0 1 0 0,0 1-1 0 0,0-1 1 0 0,0 0-1 0 0,-1 2 1 0 0,-9 11 45 0 0,1 1 1 0 0,0 0-1 0 0,2 0 1 0 0,-1 0 0 0 0,2 1-1 0 0,-8 23 1 0 0,11-25-132 0 0,0 0 1 0 0,0 0-1 0 0,1 0 1 0 0,1 0-1 0 0,0 0 1 0 0,1 1-1 0 0,1-1 1 0 0,2 18-1 0 0,-2-29-42 0 0,0 0-1 0 0,0-1 1 0 0,1 1-1 0 0,-1 0 0 0 0,1-1 1 0 0,0 1-1 0 0,0-1 1 0 0,0 1-1 0 0,0-1 0 0 0,0 0 1 0 0,0 1-1 0 0,1-1 1 0 0,-1 0-1 0 0,1 0 0 0 0,-1 0 1 0 0,1 0-1 0 0,0 0 1 0 0,0 0-1 0 0,0 0 0 0 0,0-1 1 0 0,0 1-1 0 0,1-1 1 0 0,-1 1-1 0 0,0-1 0 0 0,3 1 1 0 0,-2-1-39 0 0,0-1 1 0 0,0 0 0 0 0,0 0-1 0 0,0 0 1 0 0,0 0-1 0 0,0 0 1 0 0,0-1-1 0 0,0 1 1 0 0,0-1 0 0 0,0 0-1 0 0,0 0 1 0 0,0 0-1 0 0,0 0 1 0 0,0 0 0 0 0,-1-1-1 0 0,1 1 1 0 0,0-1-1 0 0,-1 0 1 0 0,0 0-1 0 0,1 0 1 0 0,2-2 0 0 0,4-5 24 0 0,0 0 0 0 0,-1-1 0 0 0,0 0 0 0 0,0-1 1 0 0,-1 1-1 0 0,-1-1 0 0 0,8-15 0 0 0,-1-7-33 0 0,13-44 0 0 0,-15 41 429 0 0,17-38-1 0 0,-26 70-260 0 0,0 0-1 0 0,0 0 1 0 0,1 0-1 0 0,-1 0 1 0 0,1 0-1 0 0,5-5 1 0 0,-8 9-36 0 0,0 0 1 0 0,1-1-1 0 0,-1 1 1 0 0,0 0-1 0 0,1 0 1 0 0,-1-1-1 0 0,0 1 1 0 0,1 0-1 0 0,-1 0 1 0 0,1 0-1 0 0,-1-1 0 0 0,1 1 1 0 0,-1 0-1 0 0,0 0 1 0 0,1 0-1 0 0,-1 0 1 0 0,1 0-1 0 0,-1 0 1 0 0,1 0-1 0 0,-1 0 1 0 0,1 0-1 0 0,-1 0 1 0 0,1 0-1 0 0,-1 0 1 0 0,0 0-1 0 0,2 1 1 0 0,-2-1 37 0 0,1 1-1 0 0,0 0 1 0 0,0 0 0 0 0,-1 0 0 0 0,1 0 0 0 0,0 0-1 0 0,-1 0 1 0 0,1 0 0 0 0,-1 0 0 0 0,1 0 0 0 0,-1 0 0 0 0,0 0-1 0 0,1 0 1 0 0,-1 0 0 0 0,0 0 0 0 0,0 2 0 0 0,6 27 84 0 0,1-1 0 0 0,1 0 0 0 0,14 32 0 0 0,-18-50-123 0 0,1 0-1 0 0,1-1 1 0 0,0 0-1 0 0,0 0 1 0 0,1 0-1 0 0,0-1 1 0 0,1 0-1 0 0,0 0 1 0 0,1-1-1 0 0,-1 0 1 0 0,13 8-1 0 0,-19-18 16 0 0,0 0 0 0 0,0 0-1 0 0,-1 0 1 0 0,1 0 0 0 0,-1 0-1 0 0,1 0 1 0 0,-1-1 0 0 0,0 1-1 0 0,0 0 1 0 0,0-1 0 0 0,0 1-1 0 0,1-5 1 0 0,0 1 33 0 0,14-32 27 0 0,-8 18-122 0 0,0 0-1 0 0,1 0 0 0 0,1 1 1 0 0,1 1-1 0 0,17-23 1 0 0,-25 38 55 0 0,-1-1 1 0 0,1 1 0 0 0,0 0-1 0 0,0 1 1 0 0,1-1 0 0 0,-1 1-1 0 0,1-1 1 0 0,-1 1-1 0 0,1 0 1 0 0,0 0 0 0 0,0 0-1 0 0,-1 1 1 0 0,1-1 0 0 0,1 1-1 0 0,-1 0 1 0 0,0 0 0 0 0,0 1-1 0 0,0-1 1 0 0,0 1 0 0 0,1 0-1 0 0,-1 0 1 0 0,0 0 0 0 0,0 0-1 0 0,0 1 1 0 0,1 0 0 0 0,-1 0-1 0 0,0 0 1 0 0,0 0 0 0 0,0 1-1 0 0,-1-1 1 0 0,1 1 0 0 0,7 5-1 0 0,1 1 123 0 0,1 1 0 0 0,-2 0 0 0 0,1 1 0 0 0,-1 1 0 0 0,-1-1 0 0 0,12 16-1 0 0,-14-15-15 0 0,1 0-1 0 0,1-1 1 0 0,0 0-1 0 0,0 0 0 0 0,1-1 1 0 0,0-1-1 0 0,22 13 0 0 0,-30-20-219 0 0,1 1 0 0 0,0-1 0 0 0,0 0 0 0 0,0 0 0 0 0,0-1 0 0 0,0 1-1 0 0,1-1 1 0 0,-1 0 0 0 0,0 0 0 0 0,0 0 0 0 0,0-1 0 0 0,0 1 0 0 0,0-1 0 0 0,0 0-1 0 0,0 0 1 0 0,0 0 0 0 0,7-4 0 0 0,5-4-677 0 0,0 0 0 0 0,27-20-1 0 0,-6 4 35 0 0,-2 6-1639 0 0,-17 10-2705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7.0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262 475 9218 0 0,'-4'2'361'0'0,"-1"0"-1"0"0,1 0 1 0 0,0 0-1 0 0,0 0 1 0 0,0 1-1 0 0,0-1 1 0 0,1 1-1 0 0,-1 0 1 0 0,-5 6-1 0 0,-30 37 1312 0 0,27-30-945 0 0,-1-1-161 0 0,1 2 0 0 0,1 0 1 0 0,0 0-1 0 0,-8 20 0 0 0,16-29-467 0 0,-1 0 0 0 0,1 1 0 0 0,0-1-1 0 0,1 1 1 0 0,0 0 0 0 0,0 0 0 0 0,1 0 0 0 0,0 0-1 0 0,0 0 1 0 0,1 0 0 0 0,2 14 0 0 0,-2-20-117 0 0,1-1 0 0 0,-1 1 0 0 0,1 0 0 0 0,0 0 0 0 0,0-1-1 0 0,0 1 1 0 0,0-1 0 0 0,0 1 0 0 0,1-1 0 0 0,-1 1 0 0 0,1-1 0 0 0,0 0 0 0 0,0 0 0 0 0,-1 0 0 0 0,1 0 0 0 0,1 0 0 0 0,-1 0 0 0 0,0 0 0 0 0,0 0 0 0 0,1-1 0 0 0,-1 0 0 0 0,1 1 0 0 0,-1-1 0 0 0,1 0 0 0 0,-1 0 0 0 0,1 0-1 0 0,0 0 1 0 0,4 0 0 0 0,-4-1-37 0 0,1 0 0 0 0,-1 0 0 0 0,1 0 0 0 0,-1-1 0 0 0,1 1 0 0 0,-1-1 0 0 0,1 0 0 0 0,-1 0 0 0 0,0 0 0 0 0,0 0 0 0 0,1-1 0 0 0,-1 1 0 0 0,0-1 0 0 0,0 0 0 0 0,0 0 0 0 0,-1 0 0 0 0,1 0 0 0 0,0 0 0 0 0,-1-1 0 0 0,1 1 0 0 0,-1-1 0 0 0,4-5 0 0 0,3-7-49 0 0,-2 0-1 0 0,1 0 1 0 0,-2-1-1 0 0,0 0 1 0 0,-1 0-1 0 0,0-1 1 0 0,-1 1-1 0 0,-1-1 1 0 0,-1 0-1 0 0,-1 0 1 0 0,0 0-1 0 0,-2-22 1 0 0,-4-26 306 0 0,-24-118 1 0 0,23 153-48 0 0,-2-15 109 0 0,-18-74 86 0 0,22 104-325 0 0,-1 1 0 0 0,0 0 0 0 0,-1 0 0 0 0,0 1 0 0 0,-16-25 0 0 0,20 36 56 0 0,1 0 1 0 0,0 1-1 0 0,0-1 1 0 0,-1 0-1 0 0,1 1 1 0 0,-1-1-1 0 0,1 1 1 0 0,-1-1-1 0 0,0 1 1 0 0,0 0-1 0 0,1 0 1 0 0,-1-1-1 0 0,0 1 1 0 0,0 1-1 0 0,0-1 1 0 0,0 0-1 0 0,0 0 1 0 0,0 1-1 0 0,-1-1 0 0 0,1 1 1 0 0,0 0-1 0 0,-2-1 1 0 0,1 2 26 0 0,0-1-1 0 0,1 1 1 0 0,-1 0-1 0 0,1 0 1 0 0,-1 0-1 0 0,1 0 1 0 0,-1 0-1 0 0,1 1 1 0 0,-1-1 0 0 0,1 1-1 0 0,0-1 1 0 0,0 1-1 0 0,0 0 1 0 0,0 0-1 0 0,-2 2 1 0 0,-2 4 92 0 0,-1 0-1 0 0,2 1 1 0 0,-1 0-1 0 0,1 0 1 0 0,0 0 0 0 0,1 0-1 0 0,0 1 1 0 0,-2 11 0 0 0,1-2-128 0 0,2 1 1 0 0,0 0 0 0 0,2 0 0 0 0,0 0-1 0 0,1 0 1 0 0,1 0 0 0 0,6 30 0 0 0,-1-21 36 0 0,1 0 0 0 0,1-1 0 0 0,2 0 0 0 0,20 40 0 0 0,1-13-14 0 0,2-1 0 0 0,2-1 0 0 0,3-3-1 0 0,49 52 1 0 0,45 34-2025 0 0,-90-95-6130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7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83 8290 0 0,'-13'-36'2674'0'0,"10"28"-1652"0"0,1 0 0 0 0,-1 1 0 0 0,0-1 0 0 0,-5-8 0 0 0,2 55 1169 0 0,4 19-1973 0 0,6 80-1 0 0,-2-109-28 0 0,2-1 0 0 0,1 0 0 0 0,2 0 0 0 0,18 51 1 0 0,-21-69-91 0 0,1-1 0 0 0,0 0 0 0 0,0 0 1 0 0,1 0-1 0 0,0-1 0 0 0,1 0 1 0 0,-1 0-1 0 0,2 0 0 0 0,-1-1 1 0 0,1 0-1 0 0,15 10 0 0 0,-18-13-40 0 0,0-2-1 0 0,0 1 0 0 0,0 0 1 0 0,1-1-1 0 0,-1 0 0 0 0,0 0 0 0 0,1-1 1 0 0,0 0-1 0 0,-1 0 0 0 0,1 0 1 0 0,0 0-1 0 0,0-1 0 0 0,-1 0 0 0 0,1 0 1 0 0,0-1-1 0 0,0 1 0 0 0,-1-1 1 0 0,1-1-1 0 0,0 1 0 0 0,-1-1 1 0 0,1 0-1 0 0,6-3 0 0 0,-3 0-30 0 0,0-1 0 0 0,0 1 0 0 0,-1-1 0 0 0,0-1 0 0 0,0 1 0 0 0,0-1 1 0 0,-1-1-1 0 0,0 1 0 0 0,-1-1 0 0 0,0-1 0 0 0,0 1 0 0 0,0-1 0 0 0,-1 0 0 0 0,-1 0 0 0 0,0 0 0 0 0,0-1 0 0 0,0 0 0 0 0,-1 0 0 0 0,-1 0 0 0 0,0 0 0 0 0,0 0 0 0 0,-1 0 0 0 0,0-21 1 0 0,-1 23-1034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0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8754 0 0,'4'8'1035'0'0,"0"1"0"0"0,-1-1-1 0 0,0 0 1 0 0,-1 1 0 0 0,4 16 0 0 0,2 11 962 0 0,-3-22-1775 0 0,-3-4-511 0 0,2 0 0 0 0,-1 0-1 0 0,1 0 1 0 0,11 17-1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2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30 110 11058 0 0,'-11'-15'488'0'0,"2"4"105"0"0,4 1-473 0 0,1 3-120 0 0,4 3 0 0 0,0 1 0 0 0,0 0 288 0 0,0-4 40 0 0,0-4 8 0 0,2-1 0 0 0,3-1-712 0 0,3 3-136 0 0,2 6-32 0 0,2 6-9 0 0,5 6 553 0 0,0 7 0 0 0,1 8 0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6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220 18 9218 0 0,'-2'-2'176'0'0,"0"0"1"0"0,0 1 0 0 0,0-1-1 0 0,0 1 1 0 0,-1-1-1 0 0,1 1 1 0 0,0 0-1 0 0,-1 0 1 0 0,1 0-1 0 0,-1 0 1 0 0,0 1-1 0 0,1-1 1 0 0,-1 1-1 0 0,1-1 1 0 0,-1 1-1 0 0,0 0 1 0 0,1 0-1 0 0,-1 0 1 0 0,0 0-1 0 0,1 1 1 0 0,-1-1-1 0 0,1 1 1 0 0,-1-1 0 0 0,1 1-1 0 0,-1 0 1 0 0,1 0-1 0 0,-5 3 1 0 0,0-1-56 0 0,1 1 1 0 0,0 0-1 0 0,1 0 1 0 0,-1 0-1 0 0,1 1 0 0 0,0 0 1 0 0,0 0-1 0 0,0 0 1 0 0,-6 9-1 0 0,-1 5-286 0 0,1 0-1 0 0,0 1 0 0 0,2 1 0 0 0,0-1 0 0 0,2 1 1 0 0,0 1-1 0 0,1 0 0 0 0,1 0 0 0 0,-4 42 1 0 0,9-60 82 0 0,1 0 1 0 0,-1 0-1 0 0,1 0 0 0 0,-1 0 1 0 0,1 0-1 0 0,0 0 1 0 0,0-1-1 0 0,1 1 1 0 0,-1 0-1 0 0,1 0 1 0 0,0-1-1 0 0,0 1 1 0 0,0-1-1 0 0,1 0 1 0 0,-1 0-1 0 0,5 5 0 0 0,-6-7 2 0 0,0 0-1 0 0,1 0 1 0 0,-1 0-1 0 0,1 0 0 0 0,-1 0 1 0 0,1 0-1 0 0,-1 0 1 0 0,1-1-1 0 0,0 1 0 0 0,-1 0 1 0 0,1-1-1 0 0,0 1 0 0 0,-1-1 1 0 0,1 0-1 0 0,0 0 1 0 0,-1 0-1 0 0,1 0 0 0 0,0 0 1 0 0,0 0-1 0 0,-1 0 1 0 0,1 0-1 0 0,0-1 0 0 0,0 1 1 0 0,-1-1-1 0 0,1 1 1 0 0,0-1-1 0 0,-1 0 0 0 0,1 1 1 0 0,-1-1-1 0 0,1 0 0 0 0,-1 0 1 0 0,0 0-1 0 0,1 0 1 0 0,-1-1-1 0 0,0 1 0 0 0,1 0 1 0 0,-1 0-1 0 0,0-1 1 0 0,1-1-1 0 0,5-7 119 0 0,-1 0-1 0 0,0 0 1 0 0,0 0 0 0 0,-1-1-1 0 0,-1 1 1 0 0,0-1 0 0 0,0 0 0 0 0,-1-1-1 0 0,2-12 1 0 0,-2 11 677 0 0,0-1-1 0 0,1 1 1 0 0,0 0 0 0 0,1 0-1 0 0,12-21 1 0 0,-17 33-601 0 0,1 0 0 0 0,0 0-1 0 0,0 0 1 0 0,-1 0 0 0 0,1 0 0 0 0,0 0 0 0 0,0 0 0 0 0,0 0-1 0 0,0 0 1 0 0,0 1 0 0 0,0-1 0 0 0,0 0 0 0 0,1 0 0 0 0,-1 1 0 0 0,0-1-1 0 0,0 1 1 0 0,0-1 0 0 0,1 1 0 0 0,-1 0 0 0 0,0 0 0 0 0,1-1-1 0 0,-1 1 1 0 0,0 0 0 0 0,1 0 0 0 0,-1 0 0 0 0,0 0 0 0 0,0 0-1 0 0,1 0 1 0 0,-1 1 0 0 0,0-1 0 0 0,1 0 0 0 0,-1 1 0 0 0,0-1-1 0 0,0 1 1 0 0,0-1 0 0 0,1 1 0 0 0,-1 0 0 0 0,0-1 0 0 0,0 1-1 0 0,0 0 1 0 0,2 2 0 0 0,5 3 125 0 0,-1 1 0 0 0,1 1-1 0 0,-1 0 1 0 0,7 10 0 0 0,-7-9-125 0 0,4 5-707 0 0,0-2 0 0 0,1 1 0 0 0,1-2 0 0 0,20 17 0 0 0,-6-12-5550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39:58.9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80 5985 0 0,'0'-7'218'0'0,"1"1"-1"0"0,-2-1 0 0 0,1 0 0 0 0,-1 1 1 0 0,1-1-1 0 0,-2 0 0 0 0,-1-6 1 0 0,2 12-34 0 0,1-1 1 0 0,-1 1-1 0 0,1 0 1 0 0,-1 0 0 0 0,1 0-1 0 0,-1 0 1 0 0,0 0 0 0 0,0 0-1 0 0,1 0 1 0 0,-1 0-1 0 0,0 0 1 0 0,0 0 0 0 0,0 0-1 0 0,0 1 1 0 0,0-1-1 0 0,0 0 1 0 0,-1 1 0 0 0,0-2-1 0 0,0 2 65 0 0,1 0 0 0 0,-1 0 1 0 0,0 0-1 0 0,1-1 0 0 0,-1 2 0 0 0,0-1 0 0 0,0 0 0 0 0,1 0 0 0 0,-1 0 0 0 0,0 1 1 0 0,1-1-1 0 0,-1 1 0 0 0,1-1 0 0 0,-1 1 0 0 0,0 0 0 0 0,1 0 0 0 0,-3 1 0 0 0,-3 3 145 0 0,-1 1-1 0 0,1 0 0 0 0,1 0 1 0 0,-1 1-1 0 0,1 0 0 0 0,0 0 1 0 0,1 0-1 0 0,-9 14 0 0 0,6-7-159 0 0,0 1-1 0 0,1 0 0 0 0,-10 31 0 0 0,15-42-222 0 0,1 0 1 0 0,0 0-1 0 0,0 0 0 0 0,1 0 0 0 0,-1 0 0 0 0,1 0 0 0 0,0 0 0 0 0,0 0 0 0 0,0 0 0 0 0,0-1 1 0 0,1 1-1 0 0,-1 0 0 0 0,1 0 0 0 0,0 0 0 0 0,1 0 0 0 0,-1 0 0 0 0,1-1 0 0 0,-1 1 0 0 0,1 0 1 0 0,0-1-1 0 0,0 0 0 0 0,1 1 0 0 0,-1-1 0 0 0,1 0 0 0 0,-1 0 0 0 0,1 0 0 0 0,0-1 0 0 0,0 1 1 0 0,1-1-1 0 0,-1 1 0 0 0,0-1 0 0 0,1 0 0 0 0,-1 0 0 0 0,1-1 0 0 0,5 3 0 0 0,17 5-329 0 0,0 0 0 0 0,0-2-1 0 0,31 5 1 0 0,-35-8 183 0 0,0 1-1 0 0,0 0 1 0 0,0 2-1 0 0,-1 0 1 0 0,27 14 0 0 0,-46-19 124 0 0,1-1-1 0 0,0 1 1 0 0,-1 0 0 0 0,1-1 0 0 0,-1 1 0 0 0,0 0 0 0 0,1 1 0 0 0,-1-1 0 0 0,0 0 0 0 0,0 1 0 0 0,0-1 0 0 0,-1 1-1 0 0,1 0 1 0 0,-1-1 0 0 0,1 1 0 0 0,-1 0 0 0 0,0 0 0 0 0,0 0 0 0 0,1 5 0 0 0,-2-3 47 0 0,0 0-1 0 0,0 0 1 0 0,0 0 0 0 0,-1 0 0 0 0,0 0-1 0 0,0-1 1 0 0,0 1 0 0 0,0 0 0 0 0,-1-1 0 0 0,1 1-1 0 0,-5 6 1 0 0,-3 5 290 0 0,0-1 0 0 0,-2-1 0 0 0,1 0 0 0 0,-2 0 0 0 0,-23 21 0 0 0,17-18 15 0 0,-2-1 1 0 0,0-2 0 0 0,-32 19 0 0 0,27-19-570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0.0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1 11979 0 0,'-2'19'510'0'0,"0"0"-1"0"0,-1 0 1 0 0,-11 35 0 0 0,1-5 294 0 0,-2 37 536 0 0,-9 165 0 0 0,22 90-764 0 0,4-120-319 0 0,50 709-16 0 0,-26-620 164 0 0,3 317 693 0 0,24 244 274 0 0,21-411-874 0 0,-11-81 194 0 0,-31 1-8 0 0,-32-192-373 0 0,14 229-41 0 0,-10-393-1326 0 0,0-1-4652 0 0,1-4-1664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0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319 135 14283 0 0,'-40'19'356'0'0,"0"2"-1"0"0,2 1 1 0 0,0 2 0 0 0,1 2 0 0 0,2 1-1 0 0,-37 37 1 0 0,71-63-302 0 0,-17 19 1022 0 0,19-12-699 0 0,13-5-222 0 0,12-3-145 0 0,1-1 0 0 0,31-6 0 0 0,9-1-15 0 0,348 0 543 0 0,84-7 275 0 0,254-85 602 0 0,185-18-356 0 0,-184 84-906 0 0,-435 25-138 0 0,611 2 108 0 0,0 1 21 0 0,-443-22-95 0 0,27-1 155 0 0,-38 32-213 0 0,-361 5-159 0 0,1 6 0 0 0,123 31 1 0 0,-196-34-305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230 16 10594 0 0,'-10'-3'462'0'0,"0"0"-1"0"0,0 0 0 0 0,0 1 0 0 0,0 0 1 0 0,0 1-1 0 0,-1 0 0 0 0,-14 1 0 0 0,22 0-322 0 0,-1 1 0 0 0,1-1-1 0 0,0 1 1 0 0,0 0 0 0 0,-1 0-1 0 0,1 0 1 0 0,0 0 0 0 0,0 1-1 0 0,0-1 1 0 0,0 1 0 0 0,1-1-1 0 0,-1 1 1 0 0,0 0-1 0 0,1 1 1 0 0,-1-1 0 0 0,1 0-1 0 0,0 1 1 0 0,-1-1 0 0 0,1 1-1 0 0,0-1 1 0 0,1 1 0 0 0,-1 0-1 0 0,0 0 1 0 0,1 0 0 0 0,0 0-1 0 0,-2 5 1 0 0,-11 43 80 0 0,1 0 1 0 0,-8 83-1 0 0,7 107 227 0 0,12-178-2282 0 0,3 1 0 0 0,10 72 0 0 0,-2-84-4018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6 282 3225 0 0,'-2'-15'237'0'0,"0"0"1"0"0,1 0-1 0 0,0 0 1 0 0,3-30 0 0 0,1 27 810 0 0,0 0 0 0 0,1 0 1 0 0,0 1-1 0 0,2-1 1 0 0,0 1-1 0 0,15-29 1 0 0,-20 44-832 0 0,0 1 0 0 0,0-1 1 0 0,0 0-1 0 0,0 0 0 0 0,0 1 0 0 0,1-1 1 0 0,-1 1-1 0 0,1-1 0 0 0,-1 1 0 0 0,1 0 1 0 0,-1-1-1 0 0,1 1 0 0 0,-1 0 1 0 0,5-2-1 0 0,-5 3-106 0 0,0 0 0 0 0,0-1 0 0 0,0 1 0 0 0,0 0 0 0 0,0 0 1 0 0,1 0-1 0 0,-1 0 0 0 0,0 0 0 0 0,0 0 0 0 0,0 1 0 0 0,0-1 0 0 0,1 0 0 0 0,-1 1 0 0 0,0-1 1 0 0,0 0-1 0 0,0 1 0 0 0,0-1 0 0 0,0 1 0 0 0,1 1 0 0 0,5 3 242 0 0,-1 1 0 0 0,0 0-1 0 0,-1 0 1 0 0,1 0 0 0 0,8 15 0 0 0,2 1-80 0 0,12 8 22 0 0,1-2-1 0 0,2 0 1 0 0,34 22 0 0 0,-26-20-926 0 0,54 53 0 0 0,-79-66-390 0 0,0 0-1 0 0,17 31 1 0 0,1 1-1533 0 0,-15-27-2574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6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132 105 11058 0 0,'-3'1'47'0'0,"-18"4"814"0"0,0 0 1 0 0,1 2-1 0 0,-1 0 0 0 0,-24 14 0 0 0,62-22-661 0 0,14-6-1311 0 0,59-26-2973 0 0,108-56-1 0 0,-154 69 2835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1.8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17 3225 0 0,'7'-16'627'0'0,"-16"19"3384"0"0,6 0-3298 0 0,-1-1 1 0 0,1 1-1 0 0,0 0 1 0 0,0 0-1 0 0,0 0 1 0 0,1 1-1 0 0,-4 4 1 0 0,-1 9-394 0 0,1 0-1 0 0,1 1 1 0 0,1-1 0 0 0,0 1-1 0 0,1 0 1 0 0,1 1-1 0 0,0 20 1 0 0,10 130 41 0 0,-7-161-408 0 0,2 29 230 0 0,10 37 1 0 0,-11-64-338 0 0,0 0 1 0 0,1-1-1 0 0,1 1 1 0 0,-1-1-1 0 0,1 0 1 0 0,1 0-1 0 0,0 0 1 0 0,0-1-1 0 0,7 9 1 0 0,-7-13-1467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88 491 5985 0 0,'-19'-37'184'0'0,"-44"-89"4385"0"0,62 125-4475 0 0,0 0-1 0 0,1 0 1 0 0,-1 0 0 0 0,1 0-1 0 0,-1 0 1 0 0,1 0-1 0 0,0 0 1 0 0,-1 0-1 0 0,1 0 1 0 0,0 0 0 0 0,0 0-1 0 0,0-1 1 0 0,0 1-1 0 0,0 0 1 0 0,0 0 0 0 0,0 0-1 0 0,0 0 1 0 0,0 0-1 0 0,1-3 1 0 0,0 4-48 0 0,-1 0 1 0 0,1 0-1 0 0,-1-1 0 0 0,1 1 1 0 0,0 0-1 0 0,-1 0 0 0 0,1 0 1 0 0,-1-1-1 0 0,1 1 0 0 0,0 0 1 0 0,-1 0-1 0 0,1 0 0 0 0,0 0 1 0 0,-1 0-1 0 0,1 0 0 0 0,-1 1 1 0 0,1-1-1 0 0,0 0 0 0 0,-1 0 1 0 0,1 0-1 0 0,-1 0 1 0 0,1 1-1 0 0,0-1 0 0 0,0 1 1 0 0,40 24 970 0 0,-18-6-456 0 0,20 15 127 0 0,0-1 0 0 0,73 40 0 0 0,-103-66-608 0 0,1 0 0 0 0,-1-1 0 0 0,1-1 0 0 0,1 0 0 0 0,-1-1 0 0 0,1 0 0 0 0,0-1 0 0 0,0-1 0 0 0,-1-1 0 0 0,2 0 0 0 0,-1 0 0 0 0,0-2 0 0 0,0 0 0 0 0,15-3 0 0 0,-25 3-16 0 0,-1 0 1 0 0,1 0-1 0 0,-1 0 1 0 0,0-1-1 0 0,0 0 1 0 0,0 0-1 0 0,0 0 1 0 0,0 0 0 0 0,0 0-1 0 0,0-1 1 0 0,-1 0-1 0 0,1 0 1 0 0,-1 0-1 0 0,0 0 1 0 0,0 0-1 0 0,0-1 1 0 0,0 0-1 0 0,0 1 1 0 0,-1-1-1 0 0,0 0 1 0 0,0 0 0 0 0,0 0-1 0 0,0 0 1 0 0,2-9-1 0 0,-2 1 116 0 0,0 0 0 0 0,-1 0 0 0 0,0-1 0 0 0,-1 1 0 0 0,-1 0 1 0 0,0 0-1 0 0,0 0 0 0 0,-4-15 0 0 0,-6-13 184 0 0,-1-1 0 0 0,-35-74 0 0 0,5 14-383 0 0,36 71-2664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6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36 7370 0 0,'-1'-1'789'0'0,"-17"-34"9319"0"0,19 36-9979 0 0,1 0 0 0 0,-1 0 0 0 0,0 0 0 0 0,1 0 1 0 0,-1 1-1 0 0,0-1 0 0 0,0 0 0 0 0,0 1 0 0 0,0-1 0 0 0,0 1 1 0 0,0-1-1 0 0,0 1 0 0 0,0-1 0 0 0,-1 1 0 0 0,2 2 1 0 0,-2-2-6 0 0,76 193 1314 0 0,6 16-905 0 0,-64-175-900 0 0,2 0-1 0 0,42 57 1 0 0,-10-30-6350 0 0,-36-44 413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2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1 212 6449 0 0,'2'-7'212'0'0,"0"1"-1"0"0,0 0 0 0 0,0 0 0 0 0,1 0 0 0 0,0 0 0 0 0,1 0 1 0 0,-1 1-1 0 0,1 0 0 0 0,0-1 0 0 0,5-4 0 0 0,49-46 2028 0 0,-54 52-2180 0 0,7-5 370 0 0,1 0 1 0 0,0 0-1 0 0,0 1 0 0 0,1 1 0 0 0,0 0 0 0 0,0 0 0 0 0,1 2 0 0 0,0 0 0 0 0,0 0 0 0 0,23-4 0 0 0,-31 8-261 0 0,0 0 0 0 0,0 1 0 0 0,1-1 0 0 0,-1 1 0 0 0,0 0 0 0 0,0 1 0 0 0,0 0 0 0 0,1 0 0 0 0,-1 0 0 0 0,0 0 0 0 0,0 1 0 0 0,-1 0-1 0 0,1 1 1 0 0,0-1 0 0 0,-1 1 0 0 0,1 0 0 0 0,-1 0 0 0 0,0 1 0 0 0,0 0 0 0 0,0-1 0 0 0,-1 2 0 0 0,1-1 0 0 0,-1 0 0 0 0,0 1 0 0 0,0 0 0 0 0,0 0-1 0 0,5 10 1 0 0,-5-6-60 0 0,0 0 0 0 0,0 0-1 0 0,-1 0 1 0 0,0 0-1 0 0,0 1 1 0 0,-1 0-1 0 0,0-1 1 0 0,-1 1 0 0 0,0 0-1 0 0,-1 10 1 0 0,-1-4-11 0 0,0 0 1 0 0,-2-1 0 0 0,1 1 0 0 0,-2-1-1 0 0,-9 25 1 0 0,-2-4-23 0 0,-2-1 0 0 0,-2 0 1 0 0,-1-2-1 0 0,-29 38 0 0 0,47-68-117 0 0,-91 117-534 0 0,75-99-3657 0 0,-33 28 0 0 0,25-29-663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36 10594 0 0,'-16'-12'1054'0'0,"14"9"-691"0"0,-1 0 0 0 0,0 1-1 0 0,0-1 1 0 0,0 1 0 0 0,0 0 0 0 0,0 0-1 0 0,-1 0 1 0 0,1 1 0 0 0,-4-2-1 0 0,6 3-274 0 0,0 0-1 0 0,1 0 1 0 0,-1 1 0 0 0,1-1-1 0 0,-1 0 1 0 0,0 1-1 0 0,1-1 1 0 0,-1 0 0 0 0,1 1-1 0 0,-1-1 1 0 0,1 1-1 0 0,0-1 1 0 0,-1 1 0 0 0,1-1-1 0 0,-1 1 1 0 0,1 0-1 0 0,0-1 1 0 0,-1 1 0 0 0,1-1-1 0 0,0 1 1 0 0,0 0-1 0 0,-1-1 1 0 0,1 1 0 0 0,0 0-1 0 0,0 0 1 0 0,-4 22 503 0 0,3-19-515 0 0,-5 34 25 0 0,2 0 1 0 0,2 0-1 0 0,1 0 0 0 0,2 0 1 0 0,9 54-1 0 0,-8-82-33 0 0,0-1 0 0 0,1 0 0 0 0,0 0 0 0 0,1 0 0 0 0,0-1 0 0 0,0 1 0 0 0,1-1 0 0 0,0 0 0 0 0,1 0 0 0 0,-1 0 0 0 0,2-1-1 0 0,-1 0 1 0 0,1 0 0 0 0,14 11 0 0 0,-16-14-6 0 0,1 0-1 0 0,-1-1 0 0 0,1 1 1 0 0,0-1-1 0 0,0-1 0 0 0,0 1 1 0 0,0-1-1 0 0,0 0 0 0 0,1 0 1 0 0,-1-1-1 0 0,1 1 0 0 0,-1-1 1 0 0,1-1-1 0 0,-1 0 0 0 0,1 0 1 0 0,0 0-1 0 0,-1 0 0 0 0,1-1 1 0 0,-1 0-1 0 0,1-1 0 0 0,-1 1 1 0 0,9-5-1 0 0,-8 3-29 0 0,-1 0 1 0 0,0-1-1 0 0,0 0 0 0 0,0 0 0 0 0,0 0 1 0 0,-1-1-1 0 0,0 0 0 0 0,0 0 1 0 0,0 0-1 0 0,0-1 0 0 0,-1 0 1 0 0,0 1-1 0 0,0-2 0 0 0,0 1 1 0 0,3-9-1 0 0,-3 3 18 0 0,1 0 0 0 0,-1 0 0 0 0,-1 0 0 0 0,0-1 0 0 0,-1 0 0 0 0,0 1 0 0 0,-1-22 0 0 0,6 51-608 0 0,1-1 0 0 0,11 18-1 0 0,-15-28 546 0 0,0 0-1 0 0,0 0 0 0 0,0-1 0 0 0,1 0 0 0 0,0 0 1 0 0,0 0-1 0 0,0 0 0 0 0,1-1 0 0 0,-1 0 1 0 0,1 0-1 0 0,0 0 0 0 0,0-1 0 0 0,0 0 0 0 0,1 0 1 0 0,-1 0-1 0 0,1-1 0 0 0,0 0 0 0 0,11 2 1 0 0,-10-3 74 0 0,0-1 1 0 0,0 0-1 0 0,0 0 1 0 0,0-1-1 0 0,0 0 1 0 0,0 0-1 0 0,0-1 1 0 0,-1 0-1 0 0,1 0 1 0 0,-1-1-1 0 0,1 0 1 0 0,-1 0-1 0 0,0-1 1 0 0,0 0-1 0 0,0 0 1 0 0,8-7 0 0 0,-7 4 37 0 0,0 0 1 0 0,-1-1 0 0 0,0 0 0 0 0,0 0 0 0 0,-1-1-1 0 0,0 0 1 0 0,-1 0 0 0 0,0 0 0 0 0,0-1 0 0 0,-1 1 0 0 0,0-1-1 0 0,-1 0 1 0 0,0 0 0 0 0,0-1 0 0 0,-1 1 0 0 0,-1 0-1 0 0,1-15 1 0 0,-1 11-158 0 0,-1 0 0 0 0,-1 0 0 0 0,0 0-1 0 0,0 0 1 0 0,-2 1 0 0 0,0-1 0 0 0,0 0 0 0 0,-1 1 0 0 0,-1 0-1 0 0,0 0 1 0 0,-1 0 0 0 0,-12-19 0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4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0,'5'20'1127'0'0,"-1"1"-1"0"0,-1-1 1 0 0,-1 1 0 0 0,0 25-1 0 0,0-4-391 0 0,-1-24-596 0 0,17 143 1257 0 0,1-82-3561 0 0,-14-64 535 0 0,1-1-1 0 0,0 0 0 0 0,9 14 0 0 0,-4-11-1120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7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6913 0 0,'0'-6'609'0'0,"0"1"-481"0"0,0 1-128 0 0,1 1 0 0 0,0 2 552 0 0,2-2 88 0 0,1 0 24 0 0,2-1 0 0 0,4-3-776 0 0,5-3-152 0 0,3 1-32 0 0,3 2-8 0 0,1 1 232 0 0,1 1 72 0 0,-5 0 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5.9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91 10594 0 0,'-14'3'2148'0'0,"32"-10"593"0"0,5-2-2097 0 0,59-27-1065 0 0,1 5-4413 0 0,-52 20 2868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6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3 17972 0 0,'-1'0'92'0'0,"1"-1"1"0"0,-1 1 0 0 0,1 0-1 0 0,-1 0 1 0 0,1-1-1 0 0,0 1 1 0 0,-1 0 0 0 0,1 0-1 0 0,-1 0 1 0 0,1 0 0 0 0,-1 0-1 0 0,1 0 1 0 0,-1 0-1 0 0,1 0 1 0 0,-1 0 0 0 0,1 0-1 0 0,-1 0 1 0 0,1 0-1 0 0,-1 0 1 0 0,1 0 0 0 0,-1 0-1 0 0,1 0 1 0 0,-1 1-1 0 0,1-1 1 0 0,-1 0 0 0 0,1 0-1 0 0,0 1 1 0 0,-1-1-1 0 0,1 0 1 0 0,-1 1 0 0 0,-6 17 1101 0 0,8 33-799 0 0,0-39-46 0 0,3 43-218 0 0,2 0 1 0 0,3-1-1 0 0,20 71 1 0 0,10-5-6710 0 0,-20-70-613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50 279 10138 0 0,'-6'-7'546'0'0,"1"1"0"0"0,1-1 0 0 0,-1 0-1 0 0,1-1 1 0 0,1 1 0 0 0,-1-1 0 0 0,1 0 0 0 0,0 1 0 0 0,1-1-1 0 0,0-1 1 0 0,0 1 0 0 0,1 0 0 0 0,0 0 0 0 0,1-1-1 0 0,-1 1 1 0 0,2 0 0 0 0,1-12 0 0 0,-5 33-201 0 0,1 0 0 0 0,1 1 0 0 0,1 0 1 0 0,0-1-1 0 0,0 1 0 0 0,4 16 0 0 0,-2-17-351 0 0,1 1 0 0 0,1-1 0 0 0,0 1 0 0 0,1-1 0 0 0,1-1 0 0 0,0 1 0 0 0,0-1 0 0 0,1 0 0 0 0,1 0 0 0 0,0-1 0 0 0,1 0 0 0 0,0 0 0 0 0,0-1 0 0 0,1 0 0 0 0,0-1 0 0 0,1 0 0 0 0,14 9 0 0 0,-18-13-19 0 0,1-1 0 0 0,0 1 0 0 0,0-1-1 0 0,0 0 1 0 0,0-1 0 0 0,1 0-1 0 0,-1 0 1 0 0,1-1 0 0 0,9 1-1 0 0,-14-3-19 0 0,1 0-1 0 0,-1 0 0 0 0,1 0 0 0 0,-1-1 0 0 0,1 1 0 0 0,-1-1 0 0 0,0 0 0 0 0,1-1 0 0 0,-1 1 0 0 0,0-1 1 0 0,0 0-1 0 0,0 0 0 0 0,0 0 0 0 0,0 0 0 0 0,0-1 0 0 0,-1 1 0 0 0,1-1 0 0 0,-1 0 0 0 0,5-6 1 0 0,-1 1-71 0 0,-1 1 0 0 0,-1-1 1 0 0,0-1-1 0 0,0 1 1 0 0,0-1-1 0 0,-1 0 1 0 0,0 0-1 0 0,-1 0 1 0 0,0 0-1 0 0,-1-1 1 0 0,0 1-1 0 0,0-1 1 0 0,-1 0-1 0 0,0 1 1 0 0,-1-18-1 0 0,0 26 88 0 0,0 0 0 0 0,0 0 0 0 0,0 0 0 0 0,0 0 0 0 0,0 0 0 0 0,0 0 0 0 0,0 1 0 0 0,0-1 0 0 0,0 0 0 0 0,0 0 0 0 0,1 0-1 0 0,-1 0 1 0 0,0 0 0 0 0,1 0 0 0 0,-1 1 0 0 0,1-1 0 0 0,-1 0 0 0 0,1 0 0 0 0,-1 0 0 0 0,1 1 0 0 0,-1-1 0 0 0,1 0 0 0 0,0 0 0 0 0,20 1-275 0 0,-3 2 362 0 0,-4-1 235 0 0,0-2 1 0 0,0 0-1 0 0,0 0 1 0 0,0-1-1 0 0,-1-1 1 0 0,1 0-1 0 0,-1-1 1 0 0,14-6 0 0 0,-20 8-190 0 0,-1-1 0 0 0,1 0 1 0 0,-1-1-1 0 0,0 1 1 0 0,1-1-1 0 0,-2-1 1 0 0,1 1-1 0 0,0-1 1 0 0,-1 0-1 0 0,0 0 0 0 0,0-1 1 0 0,-1 1-1 0 0,1-1 1 0 0,-1 0-1 0 0,0 0 1 0 0,-1-1-1 0 0,4-7 1 0 0,-6 10-78 0 0,0-1 1 0 0,0 0-1 0 0,0 0 1 0 0,-1 0-1 0 0,1 1 1 0 0,-1-1-1 0 0,-1 0 1 0 0,1 0 0 0 0,-1 0-1 0 0,1 0 1 0 0,-4-9-1 0 0,-22-50-706 0 0,19 49-25 0 0,6 4-1797 0 0,6 8 1207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3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0 126 2304 0 0,'1'-3'331'0'0,"-1"0"-1"0"0,1 1 0 0 0,0-1 1 0 0,0 0-1 0 0,0 1 0 0 0,0-1 1 0 0,0 1-1 0 0,0-1 0 0 0,1 1 0 0 0,-1 0 1 0 0,1 0-1 0 0,3-3 0 0 0,25-28 2812 0 0,-22 26-2262 0 0,-3 1-397 0 0,1 1 0 0 0,-1 0 0 0 0,1 1 0 0 0,0 0 0 0 0,0-1 0 0 0,0 2 1 0 0,0-1-1 0 0,1 1 0 0 0,0 0 0 0 0,11-4 0 0 0,-15 7-370 0 0,0-1 1 0 0,1 1-1 0 0,-1 0 0 0 0,0 0 0 0 0,1 0 0 0 0,-1 0 1 0 0,0 1-1 0 0,1-1 0 0 0,-1 1 0 0 0,0 0 0 0 0,0 0 1 0 0,0 0-1 0 0,0 0 0 0 0,0 0 0 0 0,0 1 0 0 0,0-1 1 0 0,0 1-1 0 0,0 0 0 0 0,-1 0 0 0 0,1 0 0 0 0,0 0 1 0 0,-1 1-1 0 0,0-1 0 0 0,0 1 0 0 0,4 4 0 0 0,0 1 53 0 0,0 1-1 0 0,0 0 0 0 0,-1 0 0 0 0,0 1 0 0 0,-1 0 0 0 0,0-1 0 0 0,-1 1 1 0 0,0 1-1 0 0,0-1 0 0 0,-1 0 0 0 0,2 19 0 0 0,-4-9 278 0 0,0-1 0 0 0,-1 1 0 0 0,-1 0 0 0 0,-1-1 0 0 0,-7 27 0 0 0,43-77 98 0 0,4-13-2609 0 0,55-51 0 0 0,-62 68-5195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6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76 14283 0 0,'-50'7'2907'0'0,"80"-25"-1393"0"0,101-36-4031 0 0,-107 44 2517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19 10594 0 0,'-1'1'149'0'0,"0"0"-1"0"0,0 0 1 0 0,0 0-1 0 0,0 0 1 0 0,1 0-1 0 0,-1 0 1 0 0,0 1-1 0 0,0-1 0 0 0,1 0 1 0 0,-1 0-1 0 0,1 1 1 0 0,-1-1-1 0 0,1 1 1 0 0,0-1-1 0 0,-1 0 1 0 0,1 1-1 0 0,0-1 1 0 0,0 1-1 0 0,0-1 1 0 0,0 1-1 0 0,0 1 1 0 0,1-2-59 0 0,0 0 1 0 0,0 0-1 0 0,0-1 1 0 0,0 1 0 0 0,0 0-1 0 0,0-1 1 0 0,0 1 0 0 0,0-1-1 0 0,0 0 1 0 0,0 1-1 0 0,0-1 1 0 0,0 1 0 0 0,0-1-1 0 0,0 0 1 0 0,0 0 0 0 0,1 0-1 0 0,-1 0 1 0 0,0 0 0 0 0,0 0-1 0 0,0 0 1 0 0,0 0-1 0 0,0 0 1 0 0,1-1 0 0 0,-1 1-1 0 0,0 0 1 0 0,0-1 0 0 0,0 1-1 0 0,2-2 1 0 0,24-7-1941 0 0,46-21 0 0 0,-47 17 1752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7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0 2288 0 0,'-4'4'3407'0'0,"5"9"-231"0"0,8 19 1814 0 0,-7-26-3876 0 0,46 210 5754 0 0,-2 113-10034 0 0,-41-283-3628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8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9 10594 0 0,'-1'-1'165'0'0,"1"1"-1"0"0,-1-1 1 0 0,1 1-1 0 0,0-1 1 0 0,-1 1-1 0 0,1-1 1 0 0,-1 1-1 0 0,0-1 1 0 0,1 1-1 0 0,-1-1 1 0 0,1 1-1 0 0,-1 0 1 0 0,0-1-1 0 0,1 1 1 0 0,-1 0-1 0 0,0-1 1 0 0,1 1-1 0 0,-1 0 1 0 0,0 0-1 0 0,0 0 1 0 0,1 0-1 0 0,-1 0 1 0 0,0 0-1 0 0,1 0 1 0 0,-1 0-1 0 0,0 0 1 0 0,0 0-1 0 0,1 0 1 0 0,-1 0-1 0 0,0 0 1 0 0,1 1-1 0 0,-1-1 1 0 0,0 0-1 0 0,1 0 1 0 0,-1 1-1 0 0,0-1 1 0 0,1 0-1 0 0,-1 1 1 0 0,0-1-1 0 0,1 1 1 0 0,-1-1-1 0 0,1 1 1 0 0,-1-1-1 0 0,1 1 1 0 0,-1 0-1 0 0,1-1 1 0 0,0 1-1 0 0,-1-1 1 0 0,1 1 0 0 0,0 0-1 0 0,-1-1 1 0 0,1 1-1 0 0,0 1 1 0 0,-2 1-7 0 0,1 1 1 0 0,0-1-1 0 0,0 1 1 0 0,0 0-1 0 0,0 0 1 0 0,1 0-1 0 0,-1-1 1 0 0,1 7-1 0 0,4 18-6 0 0,1-1-1 0 0,2 0 0 0 0,14 39 0 0 0,38 75-110 0 0,-55-132-21 0 0,79 159 87 0 0,-68-141 16 0 0,1-2 0 0 0,1 0 0 0 0,2-1 1 0 0,24 26-1 0 0,-42-50-114 0 0,0 1 0 0 0,-1 0-1 0 0,1 0 1 0 0,0 0 0 0 0,0-1 0 0 0,0 1 0 0 0,0 0 0 0 0,0-1 0 0 0,0 1 0 0 0,0-1-1 0 0,0 1 1 0 0,0-1 0 0 0,0 1 0 0 0,0-1 0 0 0,0 0 0 0 0,0 1 0 0 0,0-1 0 0 0,0 0-1 0 0,0 0 1 0 0,0 0 0 0 0,1 0 0 0 0,-1 0 0 0 0,0 0 0 0 0,2-1 0 0 0,-1 0 19 0 0,-1 1 0 0 0,1-1-1 0 0,-1 0 1 0 0,1-1 0 0 0,-1 1 0 0 0,1 0 0 0 0,-1 0 0 0 0,0-1 0 0 0,0 1 0 0 0,1 0 0 0 0,-1-1 0 0 0,0 1 0 0 0,1-4 0 0 0,3-6 116 0 0,0 0 0 0 0,-1 0 0 0 0,5-20 1 0 0,-9 29-143 0 0,6-21-179 0 0,-2 1 0 0 0,-1-1 0 0 0,1-31 0 0 0,-4 43 75 0 0,0-1 0 0 0,-1 0 0 0 0,0 1 1 0 0,-1-1-1 0 0,0 1 0 0 0,-1-1 0 0 0,0 1 0 0 0,-7-17 1 0 0,8 25-442 0 0,0-1 0 0 0,0 1 1 0 0,-1 0-1 0 0,1 0 1 0 0,-1 0-1 0 0,0 0 0 0 0,-5-4 1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8.9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13 126 11058 0 0,'0'1'88'0'0,"-1"-1"-1"0"0,1 0 0 0 0,0 0 0 0 0,-1 0 0 0 0,1 0 0 0 0,0 1 1 0 0,-1-1-1 0 0,1 0 0 0 0,0 0 0 0 0,-1 0 0 0 0,1 0 1 0 0,0 0-1 0 0,-1 0 0 0 0,1 0 0 0 0,0 0 0 0 0,-1 0 0 0 0,1 0 1 0 0,0 0-1 0 0,-1 0 0 0 0,1 0 0 0 0,0 0 0 0 0,-1-1 1 0 0,1 1-1 0 0,0 0 0 0 0,-1 0 0 0 0,1 0 0 0 0,0 0 0 0 0,-1-1 1 0 0,1 1-1 0 0,0 0 0 0 0,0 0 0 0 0,-1-1 0 0 0,1 1 0 0 0,0 0 1 0 0,0 0-1 0 0,-1-1 0 0 0,1 1 0 0 0,0 0 0 0 0,0-1 1 0 0,0 1-1 0 0,0 0 0 0 0,-1-1 0 0 0,1 1 0 0 0,0-1 0 0 0,10-18 1600 0 0,25-18-771 0 0,-25 30-1263 0 0,-1-1-1 0 0,1 2 1 0 0,0-1 0 0 0,1 1 0 0 0,-1 1 0 0 0,1 0 0 0 0,1 0 0 0 0,-1 1-1 0 0,14-3 1 0 0,-2 3-1010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09.1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65 14283 0 0,'-21'22'2190'0'0,"20"-14"-369"0"0,17-14-864 0 0,133-68-6797 0 0,-115 59 5216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0.7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 8754 0 0,'-3'2'541'0'0,"0"1"0"0"0,0 0 0 0 0,0 0 0 0 0,0 0-1 0 0,0 0 1 0 0,0 0 0 0 0,1 1 0 0 0,-1-1 0 0 0,-1 4 0 0 0,4-6-463 0 0,1-1 0 0 0,-1 1 0 0 0,0-1-1 0 0,1 1 1 0 0,-1-1 0 0 0,1 0 0 0 0,-1 1 0 0 0,0-1 0 0 0,1 1 0 0 0,-1-1 0 0 0,1 0-1 0 0,-1 0 1 0 0,1 1 0 0 0,-1-1 0 0 0,1 0 0 0 0,-1 0 0 0 0,1 0 0 0 0,0 1-1 0 0,-1-1 1 0 0,1 0 0 0 0,-1 0 0 0 0,1 0 0 0 0,-1 0 0 0 0,1 0 0 0 0,-1 0-1 0 0,1 0 1 0 0,0 0 0 0 0,-1 0 0 0 0,1-1 0 0 0,-1 1 0 0 0,2 0 0 0 0,25-2 906 0 0,-25 1-787 0 0,32 0 550 0 0,-1 2 0 0 0,0 0 0 0 0,0 3 0 0 0,40 8 0 0 0,-13-9-2280 0 0,-44-3 531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3225 0 0,'3'9'11211'0'0,"2"12"-5470"0"0,26 124-4049 0 0,10 157-720 0 0,2 5-4725 0 0,-37-290-394 0 0,-5-17 4030 0 0,-1 0-1 0 0,0 0 1 0 0,1 0-1 0 0,-1 0 0 0 0,0 0 1 0 0,1 0-1 0 0,-1 0 1 0 0,1 0-1 0 0,-1 0 1 0 0,0 0-1 0 0,1 0 1 0 0,-1 0-1 0 0,0 0 0 0 0,1 0 1 0 0,-1-1-1 0 0,0 1 1 0 0,1 0-1 0 0,-1 0 1 0 0,0 0-1 0 0,0-1 1 0 0,1 1-1 0 0,-1 0 1 0 0,1-1-471 0 0,-1 0 470 0 0,1 1 1 0 0,-1 0-1 0 0,0-1 1 0 0,0 1-1 0 0,0 0 0 0 0,0-1 1 0 0,0 1-1 0 0,0 0 1 0 0,1-1-1 0 0,-1 1 1 0 0,0 0-1 0 0,0-1 1 0 0,0 1-1 0 0,0-1 0 0 0,0 1 1 0 0,-1-1-1 0 0,7-13-539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 13363 0 0,'-23'31'3398'0'0,"23"-29"-3249"0"0,-1-1 0 0 0,0 0 0 0 0,0 0 0 0 0,1 1 0 0 0,-1-1-1 0 0,1 0 1 0 0,-1 1 0 0 0,1-1 0 0 0,-1 1 0 0 0,1-1 0 0 0,0 1 0 0 0,0-1 0 0 0,0 1 0 0 0,0-1 0 0 0,0 1 0 0 0,0-1 0 0 0,0 0 0 0 0,0 1 0 0 0,0-1 0 0 0,1 1 0 0 0,-1-1 0 0 0,2 3 0 0 0,-1-3-234 0 0,0 0 1 0 0,-1-1-1 0 0,1 1 1 0 0,0-1-1 0 0,0 0 1 0 0,0 1-1 0 0,1-1 1 0 0,-1 0-1 0 0,0 1 1 0 0,0-1-1 0 0,0 0 1 0 0,0 0-1 0 0,0 0 0 0 0,0 0 1 0 0,0 0-1 0 0,0 0 1 0 0,0 0-1 0 0,2-1 1 0 0,27-5-1998 0 0,-12 2 1987 0 0,-10 4 84 0 0,-2 0-43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88 8754 0 0,'0'0'50'0'0,"0"-1"-1"0"0,0 0 1 0 0,0 1 0 0 0,0-1 0 0 0,0 1-1 0 0,0-1 1 0 0,0 1 0 0 0,1-1-1 0 0,-1 1 1 0 0,0-1 0 0 0,1 1 0 0 0,-1 0-1 0 0,0-1 1 0 0,0 1 0 0 0,1-1-1 0 0,-1 1 1 0 0,1 0 0 0 0,-1-1 0 0 0,0 1-1 0 0,1 0 1 0 0,-1-1 0 0 0,1 1 0 0 0,-1 0-1 0 0,1 0 1 0 0,-1-1 0 0 0,1 1-1 0 0,-1 0 1 0 0,2 0 0 0 0,16-10 658 0 0,-18 10-674 0 0,88-40 1813 0 0,-28 16-7296 0 0,-52 21 4034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1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 10594 0 0,'-4'4'188'0'0,"1"0"0"0"0,0 0 1 0 0,1 1-1 0 0,-1-1 0 0 0,1 1 0 0 0,0-1 0 0 0,0 1 0 0 0,0 0 0 0 0,0 0 0 0 0,1 0 0 0 0,0 0 0 0 0,0 0 1 0 0,1 0-1 0 0,-1 0 0 0 0,1 1 0 0 0,0-1 0 0 0,0 0 0 0 0,1 0 0 0 0,0 0 0 0 0,0 0 0 0 0,3 10 0 0 0,0-6 335 0 0,0 1 1 0 0,1-1-1 0 0,0 1 0 0 0,1-2 0 0 0,0 1 0 0 0,1 0 0 0 0,0-1 0 0 0,0-1 0 0 0,14 13 0 0 0,-17-17-409 0 0,-1 1 0 0 0,1-1 0 0 0,-1 1 0 0 0,0 0 0 0 0,0 0 1 0 0,0 0-1 0 0,-1 0 0 0 0,0 1 0 0 0,1-1 0 0 0,-1 1 0 0 0,-1-1 0 0 0,1 1 0 0 0,-1 0 0 0 0,0 0 0 0 0,1 6 1 0 0,-1-3-10 0 0,-1 1-1 0 0,0-1 1 0 0,-1 0 0 0 0,0 1 0 0 0,0-1 0 0 0,-1 0 0 0 0,0 0 0 0 0,-5 12 0 0 0,0-3-294 0 0,-1 0-1 0 0,0-1 1 0 0,-2 0-1 0 0,0 0 1 0 0,0-1 0 0 0,-1-1-1 0 0,-22 22 1 0 0,13-18-7386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2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8754 0 0,'2'4'6942'0'0,"1"5"-3440"0"0,11 56-2406 0 0,6 43-885 0 0,-13-59-101 0 0,2 0-1 0 0,3 0 1 0 0,1-1-1 0 0,24 54 0 0 0,-32-91-109 0 0,1 0-1 0 0,0-1 0 0 0,1 0 0 0 0,8 10 0 0 0,-14-18 2 0 0,1 0 0 0 0,-1-1-1 0 0,1 1 1 0 0,-1 0 0 0 0,1 0 0 0 0,0-1 0 0 0,0 1-1 0 0,0-1 1 0 0,0 1 0 0 0,0-1 0 0 0,0 0-1 0 0,0 0 1 0 0,0 0 0 0 0,0 0 0 0 0,0 0 0 0 0,1 0-1 0 0,-1-1 1 0 0,0 1 0 0 0,1-1 0 0 0,-1 0-1 0 0,1 1 1 0 0,-1-1 0 0 0,0 0 0 0 0,1-1-1 0 0,-1 1 1 0 0,1 0 0 0 0,2-1 0 0 0,-3-1 4 0 0,0 1 0 0 0,0-1 1 0 0,0 0-1 0 0,0 1 0 0 0,0-1 0 0 0,0 0 1 0 0,-1 0-1 0 0,1 0 0 0 0,-1 0 0 0 0,1-1 1 0 0,-1 1-1 0 0,0 0 0 0 0,0-1 0 0 0,0 1 0 0 0,1-5 1 0 0,10-40-422 0 0,-11 43 370 0 0,5-32-151 0 0,-4 23 93 0 0,0 0 0 0 0,0 0-1 0 0,2 0 1 0 0,0 0 0 0 0,9-23 0 0 0,-11 33 107 0 0,0 0 0 0 0,0 0 0 0 0,0 1-1 0 0,0-1 1 0 0,1 0 0 0 0,-1 1 0 0 0,0-1 0 0 0,1 1 0 0 0,0 0 0 0 0,0 0 0 0 0,0 0 0 0 0,0 0 0 0 0,0 1-1 0 0,0-1 1 0 0,0 1 0 0 0,0 0 0 0 0,0 0 0 0 0,1 0 0 0 0,-1 0 0 0 0,1 0 0 0 0,-1 1 0 0 0,0-1-1 0 0,1 1 1 0 0,-1 0 0 0 0,1 0 0 0 0,-1 1 0 0 0,6 0 0 0 0,5 1 327 0 0,-2-1 10 0 0,0 1 0 0 0,1-1 1 0 0,-1-1-1 0 0,24-2 0 0 0,-32 1-299 0 0,1 0 0 0 0,0-1 0 0 0,-1 1 0 0 0,1-1 0 0 0,-1 0 0 0 0,0 0 0 0 0,0-1 0 0 0,1 1 0 0 0,-1-1 0 0 0,-1 0 0 0 0,1 0 0 0 0,0 0 0 0 0,-1-1 0 0 0,0 1 0 0 0,1-1 0 0 0,2-5 1 0 0,0 1-72 0 0,-1-2 0 0 0,0 1 1 0 0,-1-1-1 0 0,0 1 0 0 0,0-1 1 0 0,-1-1-1 0 0,-1 1 1 0 0,1 0-1 0 0,0-17 0 0 0,2 0-2298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3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4145 0 0,'2'-1'594'0'0,"0"-1"-1"0"0,0 1 1 0 0,1-1 0 0 0,-1 1-1 0 0,1 0 1 0 0,-1 0 0 0 0,1 0 0 0 0,-1 0-1 0 0,1 1 1 0 0,0-1 0 0 0,-1 1-1 0 0,1-1 1 0 0,0 1 0 0 0,3 0 0 0 0,42 3 2604 0 0,-39-2-2530 0 0,1-1-306 0 0,-1 2 1 0 0,1-1-1 0 0,-1 1 0 0 0,1 1 1 0 0,-1-1-1 0 0,0 2 1 0 0,1-1-1 0 0,-2 1 0 0 0,1 1 1 0 0,12 7-1 0 0,-16-7-281 0 0,0-1 0 0 0,0 0-1 0 0,-1 1 1 0 0,1 0 0 0 0,-1 0 0 0 0,0 0 0 0 0,-1 1-1 0 0,1-1 1 0 0,-1 1 0 0 0,0 0 0 0 0,-1 0 0 0 0,1 0 0 0 0,-1 0-1 0 0,0 0 1 0 0,-1 1 0 0 0,2 9 0 0 0,-1-1 28 0 0,0 0 0 0 0,-2 0 1 0 0,0 0-1 0 0,0 0 1 0 0,-1 0-1 0 0,-1 0 0 0 0,-4 14 1 0 0,33-52 959 0 0,1-11-959 0 0,13-16-423 0 0,-13 19-6115 0 0,-9 11-1136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10594 0 0,'-6'168'9911'0'0,"1"-99"-9942"0"0,3 0-1 0 0,3 1 0 0 0,14 102 0 0 0,-9-147-509 0 0,-4-15-373 0 0,0 0 0 0 0,0 0-1 0 0,0 0 1 0 0,-1 1-1 0 0,-1 12 1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90 550 2761 0 0,'-48'-185'3445'0'0,"11"57"2033"0"0,36 125-5234 0 0,0 0 1 0 0,1 0-1 0 0,-1 0 0 0 0,1 0 1 0 0,-1 0-1 0 0,1 0 1 0 0,0 0-1 0 0,0-1 0 0 0,0 1 1 0 0,0 0-1 0 0,1 0 1 0 0,-1 0-1 0 0,1 0 0 0 0,0 0 1 0 0,0 0-1 0 0,0 0 1 0 0,0 0-1 0 0,1 1 0 0 0,-1-1 1 0 0,1 0-1 0 0,3-4 1 0 0,-2 5-88 0 0,0 0 0 0 0,0 0 0 0 0,0 0 0 0 0,1 0 0 0 0,-1 1 0 0 0,0-1 0 0 0,1 1 0 0 0,-1 0 0 0 0,1 0 0 0 0,-1 0 0 0 0,1 0 0 0 0,0 1 0 0 0,-1 0 0 0 0,1-1 0 0 0,0 1 0 0 0,-1 1 0 0 0,1-1 0 0 0,4 1 0 0 0,3 1 37 0 0,0 0 0 0 0,-1 1-1 0 0,1 0 1 0 0,-1 0 0 0 0,0 1-1 0 0,0 1 1 0 0,17 9-1 0 0,63 51 782 0 0,-35-24-759 0 0,-35-27-176 0 0,-9-5 7 0 0,1-1-1 0 0,0 0 0 0 0,1-1 1 0 0,-1 0-1 0 0,2-1 1 0 0,24 9-1 0 0,-37-15-28 0 0,0 0 0 0 0,0 0 1 0 0,0 0-1 0 0,0 1 0 0 0,0-1 0 0 0,1 0 1 0 0,-1 0-1 0 0,0 0 0 0 0,0 0 0 0 0,0-1 1 0 0,0 1-1 0 0,0 0 0 0 0,0 0 1 0 0,0-1-1 0 0,0 1 0 0 0,0 0 0 0 0,0-1 1 0 0,0 1-1 0 0,0-1 0 0 0,-1 1 0 0 0,1-1 1 0 0,0 0-1 0 0,0 1 0 0 0,0-1 0 0 0,-1 0 1 0 0,1 0-1 0 0,1 0 0 0 0,-1-2 19 0 0,0 0 1 0 0,1 1-1 0 0,-1-1 0 0 0,0 0 0 0 0,0 0 1 0 0,0 1-1 0 0,-1-1 0 0 0,1 0 0 0 0,-1-6 0 0 0,1-4 51 0 0,-1-1-1 0 0,-1 1 1 0 0,-3-17 0 0 0,-2-2-334 0 0,-12-101-99 0 0,17 114-1357 0 0,1 0 0 0 0,3-30-1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 9674 0 0,'33'-33'1757'0'0,"-32"31"-1578"0"0,1 1 0 0 0,0-1 0 0 0,-1 1 0 0 0,1 0 0 0 0,0 0 0 0 0,0-1 0 0 0,0 1 0 0 0,0 0 0 0 0,0 1 0 0 0,0-1 0 0 0,0 0 0 0 0,0 1 0 0 0,1-1 0 0 0,-1 1 0 0 0,0 0 0 0 0,0-1 0 0 0,0 1 0 0 0,4 0 1 0 0,-6 1-74 0 0,1-1 1 0 0,0 1 0 0 0,0-1 0 0 0,-1 1 0 0 0,1-1 0 0 0,0 1 0 0 0,-1 0 0 0 0,1-1 0 0 0,0 1 0 0 0,-1 0 0 0 0,1-1 0 0 0,-1 1 0 0 0,1 0 0 0 0,-1 0 0 0 0,0 0 0 0 0,1-1 0 0 0,-1 1 0 0 0,0 0-1 0 0,1 0 1 0 0,-1 0 0 0 0,0 0 0 0 0,0 0 0 0 0,0-1 0 0 0,0 1 0 0 0,0 1 0 0 0,-1 27 436 0 0,1-24-379 0 0,-16 124 976 0 0,-2 19-695 0 0,17-125-768 0 0,1 0 0 0 0,1 0 0 0 0,1 0-1 0 0,8 35 1 0 0,-5-36-1477 0 0,-1-2-4239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6.9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1 133 456 0 0,'0'-19'64'0'0,"0"12"80"0"0,-1 1 0 0 0,2-1 1 0 0,-1 1-1 0 0,1-1 0 0 0,0 1 0 0 0,0-1 0 0 0,3-7 1 0 0,-3 11 507 0 0,1-1 1 0 0,-1 1-1 0 0,1 0 1 0 0,0-1 0 0 0,0 1-1 0 0,1 0 1 0 0,-1 1-1 0 0,1-1 1 0 0,-1 0-1 0 0,1 1 1 0 0,0-1-1 0 0,0 1 1 0 0,0 0 0 0 0,0 0-1 0 0,0 0 1 0 0,1 0-1 0 0,-1 0 1 0 0,0 1-1 0 0,1 0 1 0 0,0-1 0 0 0,5 0-1 0 0,-5 2-388 0 0,0 0 1 0 0,1 1-1 0 0,-1-1 0 0 0,0 1 0 0 0,0 0 1 0 0,0 0-1 0 0,0 0 0 0 0,0 1 0 0 0,0-1 1 0 0,0 1-1 0 0,0 0 0 0 0,0 0 1 0 0,-1 0-1 0 0,1 1 0 0 0,-1-1 0 0 0,1 1 1 0 0,-1 0-1 0 0,4 5 0 0 0,17 19 168 0 0,-1 2-1 0 0,-1 1 1 0 0,27 48-1 0 0,-3-3-400 0 0,-22-35-470 0 0,-10-14-3729 0 0,-11-20 2332 0 0,10 16-5199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0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338 297 16548 0 0,'0'0'0'0'0</inkml:trace>
  <inkml:trace contextRef="#ctx0" brushRef="#br0" timeOffset="1">5 108 8754 0 0,'-3'-5'776'0'0,"2"1"-616"0"0,2 1-160 0 0,1 1 0 0 0,0 0 320 0 0,1-1 32 0 0,1-1 0 0 0,2-4 8 0 0,5 0-240 0 0,3-4-56 0 0,7 1 0 0 0,1 0-64 0 0,6 1-1152 0 0,3 1-288 0 0,5 2-64 0 0,0 2-1 0 0,1 1 1185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2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3 4609 0 0,'0'0'94'0'0,"0"-1"1"0"0,-1 1 94 0 0,1 0-95 0 0,0 0 1 0 0,-1-1-1 0 0,1 1 1 0 0,0 0-1 0 0,0 0 1 0 0,-1 0-1 0 0,1 0 1 0 0,0 0-1 0 0,0-1 0 0 0,-1 1 1 0 0,1 0-1 0 0,0 0 1 0 0,-1 0-1 0 0,1 0 1 0 0,0 0-1 0 0,-1 0 1 0 0,1 0-1 0 0,0 0 1 0 0,0 0-1 0 0,-1 0 1 0 0,1 0-1 0 0,0 0 0 0 0,-1 0 1 0 0,1 0-1 0 0,0 1 1 0 0,0-1-1 0 0,-1 0 1 0 0,1 0-1 0 0,0 0 1 0 0,-1 0-1 0 0,1 0 1 0 0,0 1-1 0 0,0-1 1 0 0,0 0-1 0 0,-1 1 0 0 0,-8 14 2222 0 0,0 22 373 0 0,9-36-2654 0 0,-8 40 1247 0 0,-2 53 1 0 0,9-83-1391 0 0,1 1 0 0 0,0-1 0 0 0,1 0 0 0 0,0 1 0 0 0,1-1 0 0 0,1 0 0 0 0,-1 0 0 0 0,2 0 0 0 0,7 19 1 0 0,-1-14-5244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5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1 293 5985 0 0,'5'-5'4128'0'0,"-5"5"-4049"0"0,14 9 2984 0 0,18 22 367 0 0,-23-22-2771 0 0,12 11-77 0 0,1-1 0 0 0,47 30 1 0 0,-60-43-548 0 0,1 0 0 0 0,0-1 0 0 0,1 0 0 0 0,-1-1-1 0 0,1 0 1 0 0,0-1 0 0 0,0 0 0 0 0,0-1 0 0 0,1 0 0 0 0,15 1 0 0 0,-25-3 39 0 0,0 0 0 0 0,0-1 0 0 0,0 1 0 0 0,1 0 0 0 0,-1-1 0 0 0,0 0 0 0 0,0 1 0 0 0,0-1 0 0 0,0 0 0 0 0,0 0 0 0 0,0 0 0 0 0,0 0 0 0 0,-1 0 0 0 0,1-1 0 0 0,0 1 0 0 0,0 0 0 0 0,-1-1 0 0 0,1 0 0 0 0,-1 1 0 0 0,0-1 1 0 0,1 0-1 0 0,-1 1 0 0 0,0-1 0 0 0,0 0 0 0 0,0 0 0 0 0,0 0 0 0 0,0 0 0 0 0,-1 0 0 0 0,1 0 0 0 0,0-1 0 0 0,-1 1 0 0 0,0 0 0 0 0,1 0 0 0 0,-1 0 0 0 0,0-3 0 0 0,1-10 270 0 0,-1-1-1 0 0,-1 1 1 0 0,-4-30-1 0 0,2 27-331 0 0,-5-43-1047 0 0,3-1 1 0 0,4-97-1 0 0,3 144-271 0 0,1 7-6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7.7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10594 0 0,'4'1'294'0'0,"1"0"0"0"0,-1 0 0 0 0,1 0-1 0 0,-1 0 1 0 0,1 1 0 0 0,-1-1 0 0 0,0 1 0 0 0,0 1-1 0 0,0-1 1 0 0,0 0 0 0 0,0 1 0 0 0,0 0 0 0 0,-1 0-1 0 0,1 0 1 0 0,-1 0 0 0 0,0 0 0 0 0,0 1 0 0 0,0-1-1 0 0,0 1 1 0 0,-1 0 0 0 0,0 0 0 0 0,4 8 0 0 0,5 10 870 0 0,-1 1 1 0 0,12 46-1 0 0,-20-62-1146 0 0,49 145 375 0 0,-25-89-4559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32 9674 0 0,'-1'0'40'0'0,"1"-1"1"0"0,0 1-1 0 0,-1 0 0 0 0,1-1 1 0 0,0 1-1 0 0,-1 0 0 0 0,1-1 1 0 0,0 1-1 0 0,-1 0 0 0 0,1-1 0 0 0,0 1 1 0 0,0 0-1 0 0,0-1 0 0 0,-1 1 1 0 0,1-1-1 0 0,0 1 0 0 0,0-1 1 0 0,0 1-1 0 0,0-1 0 0 0,0 1 1 0 0,0 0-1 0 0,0-1 0 0 0,0 1 1 0 0,0-1-1 0 0,0 1 0 0 0,0-1 0 0 0,0 1 1 0 0,0-1-1 0 0,0 1 0 0 0,0 0 1 0 0,0-1-1 0 0,0 1 0 0 0,1-1 1 0 0,-1 1-1 0 0,0-1 0 0 0,0 1 1 0 0,1-1-1 0 0,19-9 2204 0 0,31 4 1344 0 0,-41 7-3194 0 0,0 0-1 0 0,0 1 1 0 0,0 0-1 0 0,0 0 1 0 0,0 1-1 0 0,-1 1 1 0 0,1-1-1 0 0,-1 1 1 0 0,0 1-1 0 0,0 0 1 0 0,-1 0-1 0 0,14 11 1 0 0,-14-10-341 0 0,0 1 0 0 0,-1 0 0 0 0,0 1 0 0 0,0-1 0 0 0,0 2 0 0 0,-1-1 0 0 0,0 1 0 0 0,-1-1 0 0 0,0 2-1 0 0,0-1 1 0 0,-1 0 0 0 0,0 1 0 0 0,-1 0 0 0 0,0 0 0 0 0,0 0 0 0 0,-1 0 0 0 0,0 0 0 0 0,-1 1 0 0 0,0 12 0 0 0,-2-7-127 0 0,-1 0 0 0 0,-1 0 0 0 0,0 0 0 0 0,-11 31 0 0 0,-5-2-5947 0 0,3-11-1207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6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60 13827 0 0,'5'-1'478'0'0,"1"-1"0"0"0,-1 0 0 0 0,0 1 0 0 0,0-2-1 0 0,0 1 1 0 0,0 0 0 0 0,0-1 0 0 0,8-6 0 0 0,11-5-921 0 0,-21 12 102 0 0,36-14-1986 0 0,-38 16 2298 0 0,1-1-1 0 0,0 1 1 0 0,0-1 0 0 0,-1 1 0 0 0,1 0-1 0 0,0 0 1 0 0,0 0 0 0 0,0 0 0 0 0,-1 0 0 0 0,1 0-1 0 0,0 0 1 0 0,0 0 0 0 0,-1 1 0 0 0,1-1 0 0 0,0 1-1 0 0,0-1 1 0 0,-1 1 0 0 0,1 0 0 0 0,2 1-1 0 0,-1 2-23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8.8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54 6913 0 0,'24'-1'4745'0'0,"58"-23"-1600"0"0,-27 7-4279 0 0,2 6-4632 0 0,-38 10 3536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19.7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54 8754 0 0,'-9'-8'9896'0'0,"24"26"-4769"0"0,-5-1-5130 0 0,-6-26 191 0 0,9-12-321 0 0,-62 22-7163 0 0,-34 8 8737 0 0,30 3 2916 0 0,132-20-2987 0 0,-54 4-1359 0 0,-1 1 0 0 0,33 1 0 0 0,-30 1 5 0 0,47-6-1 0 0,-2-8-15 0 0,75-12 0 0 0,-125 24 0 0 0,0 1 0 0 0,0 2 0 0 0,0 0 0 0 0,36 5 0 0 0,-49-2 30 0 0,-8 0-8 0 0,-16 6-400 0 0,-5 3-1819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0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3 7890 0 0,'-4'-2'14955'0'0,"3"3"-14896"0"0,0 1 1 0 0,1 0 0 0 0,-1 0-1 0 0,0 0 1 0 0,1 0 0 0 0,-1 0-1 0 0,1 0 1 0 0,0 0-1 0 0,-1 0 1 0 0,1 0 0 0 0,0 0-1 0 0,0 0 1 0 0,1 0-1 0 0,-1 0 1 0 0,0 0 0 0 0,1 0-1 0 0,-1 0 1 0 0,1 0-1 0 0,-1 0 1 0 0,1 0 0 0 0,0 0-1 0 0,1 2 1 0 0,1 0 32 0 0,-1-1 0 0 0,0 1 0 0 0,0 1 0 0 0,0-1 1 0 0,0 0-1 0 0,-1 0 0 0 0,0 1 0 0 0,0-1 0 0 0,1 7 0 0 0,6 52-206 0 0,-7-52 79 0 0,6 60-146 0 0,3 37-85 0 0,32 136 0 0 0,-35-216-204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3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4 276 10594 0 0,'-1'-3'127'0'0,"0"1"-1"0"0,1-1 1 0 0,-1 1-1 0 0,1-1 0 0 0,0 1 1 0 0,0-1-1 0 0,0 0 1 0 0,0 1-1 0 0,0-1 0 0 0,0 1 1 0 0,1-1-1 0 0,-1 0 1 0 0,1 1-1 0 0,1-4 1 0 0,14-37 2010 0 0,-5 22-1288 0 0,2 1 0 0 0,0 1 1 0 0,2 0-1 0 0,0 1 0 0 0,0 0 0 0 0,2 1 0 0 0,27-21 0 0 0,-31 33-271 0 0,-12 5-541 0 0,1-1 0 0 0,-1 1 0 0 0,1 0 1 0 0,-1-1-1 0 0,0 1 0 0 0,1-1 0 0 0,-1 1 1 0 0,1-1-1 0 0,-1 0 0 0 0,0 0 0 0 0,0 1 0 0 0,1-1 1 0 0,-1 0-1 0 0,0 0 0 0 0,0 0 0 0 0,0 0 1 0 0,2-3 255 0 0,2 24-149 0 0,31 146 156 0 0,5 16 24 0 0,-14-96-1001 0 0,11 44-1041 0 0,-38-125-251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3.3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66 155 2761 0 0,'-2'-3'203'0'0,"-1"-1"0"0"0,1 1 0 0 0,-1 0 1 0 0,0 0-1 0 0,0 1 0 0 0,0-1 1 0 0,0 1-1 0 0,0-1 0 0 0,-6-2 0 0 0,-19-17 5672 0 0,27 21-5654 0 0,1-1 0 0 0,-1 1 0 0 0,1 0 0 0 0,-1 0 0 0 0,1 0 0 0 0,0-1 0 0 0,0 1 0 0 0,-1 0 0 0 0,1 0 0 0 0,0 0 0 0 0,0-1 0 0 0,0 1 0 0 0,0 0 0 0 0,0 0 0 0 0,1-1 0 0 0,-1 1 1 0 0,0 0-1 0 0,1 0 0 0 0,-1 0 0 0 0,1-1 0 0 0,-1 1 0 0 0,1 0 0 0 0,-1 0 0 0 0,1 0 0 0 0,0 0 0 0 0,-1 0 0 0 0,1 0 0 0 0,0 0 0 0 0,0 0 0 0 0,0 0 0 0 0,0 1 0 0 0,0-1 0 0 0,1-1 0 0 0,36-26 1200 0 0,13 3-2866 0 0,-31 15-5072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4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54 1840 0 0,'-3'-5'-1073'0'0,"-29"-34"8877"0"0,30 38-7181 0 0,1 0-1 0 0,-1 0 1 0 0,1 0-1 0 0,-1 0 1 0 0,0 0-1 0 0,1 0 1 0 0,-1 0 0 0 0,0 1-1 0 0,0-1 1 0 0,-2 0-1 0 0,4 2-493 0 0,-1-1 0 0 0,0 1 0 0 0,0 0 1 0 0,1-1-1 0 0,-1 1 0 0 0,0 0 0 0 0,1 0 0 0 0,-1 0 0 0 0,1-1 0 0 0,-1 1 0 0 0,1 0 0 0 0,-1 0 0 0 0,1 0 0 0 0,0 0 0 0 0,-1 0 0 0 0,1 0 0 0 0,0 0 0 0 0,0 0 1 0 0,0 0-1 0 0,0 0 0 0 0,0 0 0 0 0,0 0 0 0 0,0 0 0 0 0,0 1 0 0 0,1 32 960 0 0,-1-29-774 0 0,1 8-83 0 0,2 46 675 0 0,16 86-1 0 0,-16-130-835 0 0,0 1 0 0 0,2 0 0 0 0,0-1 0 0 0,0 0 0 0 0,2 0 0 0 0,-1-1 1 0 0,2 0-1 0 0,0 0 0 0 0,1 0 0 0 0,16 19 0 0 0,-22-31-53 0 0,-1 1 1 0 0,1-1-1 0 0,-1 1 0 0 0,1-1 1 0 0,0 0-1 0 0,0 0 0 0 0,0 0 1 0 0,0 0-1 0 0,0-1 0 0 0,1 1 1 0 0,-1-1-1 0 0,0 0 0 0 0,1 0 1 0 0,-1 0-1 0 0,1 0 0 0 0,-1-1 1 0 0,1 1-1 0 0,0-1 0 0 0,-1 0 1 0 0,1 0-1 0 0,-1 0 0 0 0,5-1 1 0 0,-4-1-10 0 0,0 1 0 0 0,0-1 0 0 0,0 1 0 0 0,0-1 0 0 0,0 0 0 0 0,0 0 0 0 0,-1-1-1 0 0,1 1 1 0 0,-1-1 0 0 0,1 0 0 0 0,-1 0 0 0 0,0 0 0 0 0,0 0 0 0 0,0-1 0 0 0,-1 1 0 0 0,1-1 0 0 0,-1 0 0 0 0,2-4 0 0 0,1-3-36 0 0,-2 0-1 0 0,1 0 1 0 0,-1 0 0 0 0,-1 0-1 0 0,0-1 1 0 0,-1 1 0 0 0,0-1-1 0 0,-1 0 1 0 0,0 1-1 0 0,-2-13 1 0 0,1 7-134 0 0,1-1 0 0 0,0 1 1 0 0,5-28-1 0 0,-5 45 145 0 0,0-1-1 0 0,1 0 1 0 0,-1 0 0 0 0,0 0-1 0 0,0 0 1 0 0,0 1 0 0 0,1-1 0 0 0,-1 0-1 0 0,0 0 1 0 0,1 1 0 0 0,-1-1-1 0 0,0 0 1 0 0,1 0 0 0 0,-1 1 0 0 0,1-1-1 0 0,-1 0 1 0 0,1 1 0 0 0,0-1-1 0 0,-1 1 1 0 0,1-1 0 0 0,0 1 0 0 0,-1-1-1 0 0,1 1 1 0 0,0-1 0 0 0,-1 1-1 0 0,1 0 1 0 0,0-1 0 0 0,0 1 0 0 0,0 0-1 0 0,-1 0 1 0 0,1 0 0 0 0,0-1-1 0 0,0 1 1 0 0,0 0 0 0 0,-1 0 0 0 0,1 0-1 0 0,0 0 1 0 0,0 0 0 0 0,0 1-1 0 0,0-1 1 0 0,-1 0 0 0 0,1 0 0 0 0,0 0-1 0 0,0 1 1 0 0,0-1 0 0 0,-1 0-1 0 0,1 1 1 0 0,0-1 0 0 0,-1 1 0 0 0,1-1-1 0 0,0 1 1 0 0,0 0 0 0 0,8 5 17 0 0,0 1-1 0 0,-1 0 1 0 0,12 12 0 0 0,-5-5 89 0 0,-7-7-8 0 0,1-1 0 0 0,1 1 0 0 0,-1-2-1 0 0,1 0 1 0 0,16 7 0 0 0,-24-11-59 0 0,0 0-1 0 0,0-1 0 0 0,1 1 1 0 0,-1 0-1 0 0,0-1 1 0 0,0 0-1 0 0,1 1 1 0 0,-1-1-1 0 0,0 0 1 0 0,1 0-1 0 0,-1 0 1 0 0,0 0-1 0 0,1-1 1 0 0,-1 1-1 0 0,0-1 1 0 0,0 1-1 0 0,1-1 1 0 0,-1 0-1 0 0,0 0 0 0 0,0 0 1 0 0,0 0-1 0 0,0 0 1 0 0,0 0-1 0 0,0-1 1 0 0,0 1-1 0 0,0-1 1 0 0,-1 1-1 0 0,1-1 1 0 0,-1 0-1 0 0,1 1 1 0 0,-1-1-1 0 0,3-4 1 0 0,1-5 53 0 0,0 0 0 0 0,-1-1 1 0 0,0 0-1 0 0,-1 0 1 0 0,3-21-1 0 0,6-20-754 0 0,-12 53 636 0 0,0-1 1 0 0,0 1 0 0 0,0-1 0 0 0,0 1-1 0 0,1 0 1 0 0,-1-1 0 0 0,0 1 0 0 0,0-1-1 0 0,1 1 1 0 0,-1 0 0 0 0,0-1 0 0 0,1 1-1 0 0,-1-1 1 0 0,0 1 0 0 0,1 0 0 0 0,-1 0-1 0 0,0-1 1 0 0,1 1 0 0 0,-1 0 0 0 0,1 0-1 0 0,-1-1 1 0 0,1 1 0 0 0,-1 0 0 0 0,0 0-1 0 0,1 0 1 0 0,-1 0 0 0 0,1 0 0 0 0,-1-1-1 0 0,1 1 1 0 0,-1 0 0 0 0,1 0 0 0 0,-1 0-1 0 0,1 0 1 0 0,-1 1 0 0 0,1-1 0 0 0,-1 0-1 0 0,1 0 1 0 0,-1 0 0 0 0,1 0 0 0 0,-1 0-1 0 0,0 1 1 0 0,1-1 0 0 0,-1 0 0 0 0,1 0-1 0 0,-1 1 1 0 0,0-1 0 0 0,2 1 0 0 0,19 17-2143 0 0,-18-16 2088 0 0,8 9 96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6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 6449 0 0,'56'-8'2872'0'0,"-48"6"-1797"0"0,1 0 0 0 0,0 0 0 0 0,0 1 1 0 0,0 0-1 0 0,0 1 0 0 0,0 0 0 0 0,9 1 0 0 0,-16 0-901 0 0,1 0 0 0 0,-1 0 0 0 0,1 0 1 0 0,-1 0-1 0 0,1 0 0 0 0,-1 1 0 0 0,0-1 0 0 0,0 1 1 0 0,0-1-1 0 0,0 1 0 0 0,0 0 0 0 0,0 0 0 0 0,0 0 0 0 0,0 0 1 0 0,-1 0-1 0 0,1 0 0 0 0,-1 0 0 0 0,1 1 0 0 0,-1-1 0 0 0,0 0 1 0 0,0 1-1 0 0,0-1 0 0 0,0 1 0 0 0,-1 0 0 0 0,1-1 0 0 0,-1 1 1 0 0,1 0-1 0 0,-1 3 0 0 0,2 7-152 0 0,-2-6 30 0 0,1 0-1 0 0,0 0 0 0 0,1 0 1 0 0,-1 0-1 0 0,6 12 0 0 0,-7-18-43 0 0,1 0-1 0 0,-1 0 0 0 0,1-1 0 0 0,-1 1 1 0 0,1 0-1 0 0,-1-1 0 0 0,1 1 1 0 0,0 0-1 0 0,-1-1 0 0 0,1 1 0 0 0,0-1 1 0 0,-1 1-1 0 0,1-1 0 0 0,0 1 1 0 0,0-1-1 0 0,-1 1 0 0 0,1-1 0 0 0,0 0 1 0 0,0 1-1 0 0,0-1 0 0 0,1 0 1 0 0,0 0-4 0 0,0 0 0 0 0,-1-1 1 0 0,1 1-1 0 0,0 0 0 0 0,-1-1 1 0 0,1 0-1 0 0,0 1 0 0 0,-1-1 1 0 0,1 0-1 0 0,-1 0 0 0 0,1 0 1 0 0,-1 0-1 0 0,1 0 0 0 0,-1 0 1 0 0,2-2-1 0 0,59-64-2340 0 0,-41 44-5298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1.9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0 141 15203 0 0,'10'-1'917'0'0,"-1"1"-1"0"0,0-2 1 0 0,0 1 0 0 0,14-5-1 0 0,64-29 897 0 0,-71 28-1383 0 0,61-32 441 0 0,-49 23-2726 0 0,46-18-1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2.4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1 106 15203 0 0,'10'-1'693'0'0,"1"-1"0"0"0,-1 0 0 0 0,0-1 0 0 0,1 0 0 0 0,-1-1 0 0 0,18-9 0 0 0,-6 3-232 0 0,29-15-467 0 0,-39 18-75 0 0,1 1 0 0 0,0 0 0 0 0,-1 1 0 0 0,2 0 0 0 0,-1 1 0 0 0,1 0-1 0 0,14-1 1 0 0,-19 4 81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4.3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78 10138 0 0,'12'-5'5634'0'0,"16"-12"-3277"0"0,-14 9-930 0 0,0-2-377 0 0,-11 8-937 0 0,0-1-1 0 0,0 1 0 0 0,0 0 0 0 0,0 1 1 0 0,0-1-1 0 0,0 0 0 0 0,1 1 0 0 0,5-2 125 0 0,-9 3-222 0 0,0 0 1 0 0,0 0 0 0 0,0 1-1 0 0,0-1 1 0 0,0 0 0 0 0,0 0-1 0 0,0 0 1 0 0,0 1 0 0 0,0-1 0 0 0,0 0-1 0 0,0 0 1 0 0,0 0 0 0 0,0 1-1 0 0,0-1 1 0 0,1 0 0 0 0,-1 0-1 0 0,0 0 1 0 0,0 1 0 0 0,0-1-1 0 0,0 0 1 0 0,0 0 0 0 0,1 0-1 0 0,-1 0 1 0 0,0 0 0 0 0,0 1 0 0 0,0-1-1 0 0,1 0 1 0 0,-1 0 0 0 0,0 0-1 0 0,0 0 1 0 0,0 0 0 0 0,1 0-1 0 0,-1 0 1 0 0,0 0 0 0 0,0 0-1 0 0,0 0 1 0 0,1 0 0 0 0,-1 0 0 0 0,0 0-1 0 0,0 0 1 0 0,0 0 0 0 0,1 0-1 0 0,-1 0 1 0 0,0 0 0 0 0,0 0-1 0 0,0 0 1 0 0,1 0 0 0 0,-1 0-1 0 0,0 0 1 0 0,0-1 0 0 0,24 2 31 0 0,-1-2-1 0 0,43-6 1 0 0,13-2 21 0 0,-28 5-510 0 0,-29 0-5540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4.5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3 9218 0 0,'-2'0'510'0'0,"1"-1"-1"0"0,0 1 1 0 0,-1-1 0 0 0,1 1 0 0 0,-1 0-1 0 0,1-1 1 0 0,-1 1 0 0 0,1 0 0 0 0,-1 0 0 0 0,1 0-1 0 0,0 0 1 0 0,-1 0 0 0 0,1 1 0 0 0,-1-1-1 0 0,-2 1 1 0 0,3 0-270 0 0,1-1 1 0 0,-1 1-1 0 0,0-1 0 0 0,0 1 0 0 0,1 0 1 0 0,-1-1-1 0 0,0 1 0 0 0,1 0 0 0 0,-1 0 1 0 0,1-1-1 0 0,-1 1 0 0 0,1 0 0 0 0,-1 0 1 0 0,1 0-1 0 0,-1 0 0 0 0,1 0 0 0 0,0 0 1 0 0,-1 1-1 0 0,0 5 146 0 0,1-1 0 0 0,0 1 0 0 0,0 0 0 0 0,0 0 1 0 0,3 11-1 0 0,-2-5-526 0 0,9 70 92 0 0,3-2 1 0 0,4 0 0 0 0,52 151-1 0 0,-20-100-2465 0 0,-34-87 1584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4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0 185 3681 0 0,'7'-81'4452'0'0,"-6"60"-2123"0"0,0 0 1 0 0,2 0 0 0 0,9-20 4045 0 0,-1 92-5787 0 0,46 221-133 0 0,-37-193-365 0 0,43 107 1 0 0,-56-169-89 0 0,1 0-1 0 0,1 0 1 0 0,17 23 0 0 0,-22-33 19 0 0,1-1 1 0 0,0 0 0 0 0,1 0 0 0 0,-1-1-1 0 0,1 1 1 0 0,0-1 0 0 0,0 0 0 0 0,1-1 0 0 0,0 0-1 0 0,-1 0 1 0 0,9 3 0 0 0,-13-6-7 0 0,-1-1 1 0 0,1 1-1 0 0,-1-1 0 0 0,1 1 1 0 0,-1-1-1 0 0,1 0 0 0 0,0 0 1 0 0,-1 0-1 0 0,1 0 0 0 0,-1 0 1 0 0,1 0-1 0 0,0-1 0 0 0,-1 1 1 0 0,1 0-1 0 0,-1-1 0 0 0,1 1 1 0 0,-1-1-1 0 0,1 1 1 0 0,-1-1-1 0 0,1 0 0 0 0,1-1 1 0 0,0-1 11 0 0,0 1-1 0 0,0-1 1 0 0,-1 0 0 0 0,1 1 0 0 0,-1-1 0 0 0,0-1 0 0 0,0 1 0 0 0,0 0 0 0 0,2-4 0 0 0,0-2 3 0 0,-1 1-1 0 0,0-1 1 0 0,0 0-1 0 0,-1 1 0 0 0,0-1 1 0 0,-1 0-1 0 0,1-11 1 0 0,-3 10-18 0 0,0 1 0 0 0,0-1 0 0 0,-1 0 0 0 0,0 1 1 0 0,-1-1-1 0 0,0 1 0 0 0,0 0 0 0 0,-1 0 0 0 0,0 0 0 0 0,-1 0 0 0 0,0 1 1 0 0,0-1-1 0 0,-1 1 0 0 0,-7-7 0 0 0,8 8-71 0 0,-2 1 1 0 0,1-1-1 0 0,-1 1 0 0 0,0 1 1 0 0,0-1-1 0 0,0 1 1 0 0,-1 0-1 0 0,0 1 0 0 0,0 0 1 0 0,0 0-1 0 0,0 1 0 0 0,-1 0 1 0 0,0 0-1 0 0,1 1 0 0 0,-14-2 1 0 0,19 4-85 0 0,0 0 1 0 0,-1 0-1 0 0,1 0 1 0 0,0 0-1 0 0,0 1 1 0 0,-1-1-1 0 0,1 1 1 0 0,0 0 0 0 0,0 0-1 0 0,-5 2 1 0 0,-1 4-947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7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13827 0 0,'0'-1'199'0'0,"0"-1"0"0"0,0 0 0 0 0,0 0 0 0 0,0 1 1 0 0,1-1-1 0 0,-1 0 0 0 0,0 1 0 0 0,1-1 0 0 0,-1 0 0 0 0,1 1 0 0 0,-1-1 1 0 0,1 0-1 0 0,0 1 0 0 0,0-1 0 0 0,0 1 0 0 0,0-1 0 0 0,0 1 0 0 0,0 0 0 0 0,0-1 1 0 0,0 1-1 0 0,2-1 0 0 0,33-30 1952 0 0,-26 24-1923 0 0,3-2 110 0 0,0-1 0 0 0,1 2 0 0 0,26-14-1 0 0,-34 20-691 0 0,0 0-1 0 0,0 1 1 0 0,0-1-1 0 0,0 1 1 0 0,1 1-1 0 0,-1 0 0 0 0,0-1 1 0 0,1 2-1 0 0,-1-1 1 0 0,1 1-1 0 0,-1 0 1 0 0,12 2-1 0 0,-2 2-6052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5.9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23 107 5529 0 0,'-23'24'4909'0'0,"40"-34"-699"0"0,-2-1-3012 0 0,12-8-1501 0 0,1 0 0 0 0,1 2 0 0 0,1 1 0 0 0,34-13 0 0 0,-36 20 303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6.7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72 11058 0 0,'-4'-4'525'0'0,"-19"-17"5938"0"0,22 21-6362 0 0,1 0-1 0 0,-1 0 1 0 0,1-1-1 0 0,-1 1 0 0 0,1 0 1 0 0,-1 0-1 0 0,1-1 1 0 0,-1 1-1 0 0,1 0 0 0 0,-1 0 1 0 0,1 0-1 0 0,-1 0 1 0 0,0 0-1 0 0,1 0 0 0 0,-1 0 1 0 0,1 0-1 0 0,-1 0 0 0 0,1 0 1 0 0,-1 0-1 0 0,0 0 1 0 0,1 0-1 0 0,-1 0 0 0 0,1 1 1 0 0,-1-1-1 0 0,1 0 1 0 0,-1 0-1 0 0,1 1 0 0 0,-1-1 1 0 0,1 0-1 0 0,-1 1 1 0 0,1-1-1 0 0,-1 0 0 0 0,1 1 1 0 0,0-1-1 0 0,-1 1 1 0 0,1-1-1 0 0,0 1 0 0 0,-1-1 1 0 0,1 1-1 0 0,0-1 1 0 0,0 1-1 0 0,-1-1 0 0 0,1 1 1 0 0,0-1-1 0 0,0 1 0 0 0,0 1 1 0 0,-1 0-101 0 0,1-1 11 0 0,0 0 43 0 0,1-5 5 0 0,0-11-47 0 0,2-2 182 0 0,-2 16-171 0 0,-1 0-1 0 0,0 0 1 0 0,1 0-1 0 0,-1 0 1 0 0,0 0-1 0 0,0 0 1 0 0,0 0-1 0 0,0 0 1 0 0,0 1-1 0 0,0-1 1 0 0,0 0-1 0 0,-1 0 1 0 0,1 0-1 0 0,0 0 1 0 0,0 0-1 0 0,-1 0 1 0 0,1 0-1 0 0,0 0 1 0 0,-1 1-1 0 0,1-1 1 0 0,-1 0 0 0 0,0-1-1 0 0,1 0 694 0 0,3 5-600 0 0,0 1-86 0 0,-1 0 0 0 0,1 0 0 0 0,0 1 0 0 0,-1-1 1 0 0,0 1-1 0 0,0 0 0 0 0,-1 0 0 0 0,1 0 0 0 0,-1 0 0 0 0,1 6 0 0 0,6 62 139 0 0,-5-35-109 0 0,5 19-63 0 0,2-1 1 0 0,23 71-1 0 0,27 26-3887 0 0,-49-129-3766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6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86 15203 0 0,'1'-7'658'0'0,"0"0"1"0"0,-1 1-1 0 0,2-1 0 0 0,-1 0 0 0 0,4-9 1 0 0,8-7 335 0 0,-12 22-1177 0 0,0 0 0 0 0,0 0 1 0 0,0 0-1 0 0,0 0 0 0 0,0 0 0 0 0,0 0 0 0 0,0 0 0 0 0,1 1 0 0 0,-1-1 0 0 0,0 0 0 0 0,0 1 0 0 0,1-1 1 0 0,-1 1-1 0 0,2-1 0 0 0,18 6-1290 0 0,-14-4 1473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7.2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98 4609 0 0,'6'-6'741'0'0,"-1"0"-1"0"0,2 0 1 0 0,-1 1-1 0 0,1 0 1 0 0,-1 0 0 0 0,1 1-1 0 0,9-4 1 0 0,57-24 3302 0 0,-63 28-3729 0 0,33-11-76 0 0,-13 13-3881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40:27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0 6449 0 0,'-2'3'227'0'0,"0"0"0"0"0,0-1 0 0 0,1 1 1 0 0,-1 0-1 0 0,1 0 0 0 0,-1 0 0 0 0,1 1 0 0 0,0-1 0 0 0,1 0 0 0 0,-1 0 0 0 0,0 1 0 0 0,1-1 0 0 0,0 0 0 0 0,-1 1 0 0 0,1-1 0 0 0,1 4 0 0 0,-1 0 177 0 0,1-1 1 0 0,0 0-1 0 0,0 0 1 0 0,0 0-1 0 0,1 0 0 0 0,0-1 1 0 0,0 1-1 0 0,3 6 0 0 0,-1-7-39 0 0,-1 1-1 0 0,1-1 1 0 0,0 0-1 0 0,0-1 1 0 0,1 1 0 0 0,0-1-1 0 0,-1 1 1 0 0,1-1-1 0 0,1-1 1 0 0,10 7-1 0 0,3-1 551 0 0,0-1 0 0 0,22 6 0 0 0,-30-11-749 0 0,0 0 0 0 0,0 1-1 0 0,-1 0 1 0 0,0 1 0 0 0,0 0 0 0 0,0 0 0 0 0,0 1 0 0 0,-1 0 0 0 0,1 1 0 0 0,-2 0 0 0 0,10 9 0 0 0,-16-14-153 0 0,0 1 0 0 0,-1 0 0 0 0,1-1 1 0 0,0 1-1 0 0,-1 0 0 0 0,0-1 0 0 0,0 1 0 0 0,0 0 0 0 0,0 0 0 0 0,0 0 0 0 0,0 0 0 0 0,-1 0 0 0 0,1 0 0 0 0,-1 1 0 0 0,0-1 1 0 0,0 0-1 0 0,0 0 0 0 0,-1 0 0 0 0,1 0 0 0 0,-2 5 0 0 0,-1 1-297 0 0,0-1-1 0 0,-1 0 1 0 0,0 1 0 0 0,0-1 0 0 0,-10 13-1 0 0,-2 3-7343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5.5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 7370 0 0,'2'-1'821'0'0,"-2"0"-739"0"0,0 1 0 0 0,0 0 0 0 0,1 0 0 0 0,-1 0 0 0 0,0 0 1 0 0,0 0-1 0 0,0 0 0 0 0,1 0 0 0 0,-1 0 0 0 0,0 0 0 0 0,0 0 0 0 0,1 0 1 0 0,-1-1-1 0 0,0 1 0 0 0,0 1 0 0 0,0-1 0 0 0,1 0 0 0 0,-1 0 0 0 0,0 0 0 0 0,0 0 1 0 0,1 0-1 0 0,-1 0 0 0 0,0 0 0 0 0,0 0 0 0 0,0 0 0 0 0,1 0 0 0 0,-1 1 165 0 0,1-1-165 0 0,3 11 1559 0 0,-1 13-317 0 0,43 720 153 0 0,-19-434-701 0 0,59 404 558 0 0,-2-32 36 0 0,-52-158-425 0 0,-31-382-749 0 0,-29 238-1 0 0,17-303-567 0 0,-39 243-7154 0 0,43-285 2983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6.5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124 199 4145 0 0,'-9'2'152'0'0,"0"0"0"0"0,0 1 0 0 0,0 0 0 0 0,1 0 0 0 0,-1 1 0 0 0,1 0 0 0 0,-1 1 0 0 0,1 0 0 0 0,1 0 0 0 0,-1 1 0 0 0,1 0 0 0 0,0 0 0 0 0,-9 11 0 0 0,16-17-99 0 0,0 1-1 0 0,0-1 0 0 0,0 1 0 0 0,0-1 1 0 0,0 1-1 0 0,0-1 0 0 0,0 1 0 0 0,0-1 1 0 0,0 1-1 0 0,0-1 0 0 0,0 1 0 0 0,0-1 1 0 0,1 1-1 0 0,-1-1 0 0 0,0 1 0 0 0,0-1 1 0 0,0 0-1 0 0,1 1 0 0 0,-1-1 0 0 0,0 1 1 0 0,1-1-1 0 0,-1 0 0 0 0,0 1 0 0 0,1-1 1 0 0,-1 0-1 0 0,1 1 0 0 0,-1-1 0 0 0,1 0 1 0 0,-1 0-1 0 0,0 1 0 0 0,1-1 0 0 0,-1 0 1 0 0,1 0-1 0 0,-1 0 0 0 0,1 0 0 0 0,-1 0 1 0 0,1 0-1 0 0,-1 1 0 0 0,1-1 0 0 0,-1 0 1 0 0,1 0-1 0 0,-1-1 0 0 0,2 1 0 0 0,23 4 1378 0 0,131-3 267 0 0,198-24-1 0 0,-60 1-1988 0 0,389 7-2188 0 0,133-6 2422 0 0,-305-12 802 0 0,568-22 711 0 0,-387 80-1318 0 0,-345-6-63 0 0,601-19 543 0 0,-88-53-435 0 0,-587 32 212 0 0,131-6 201 0 0,79 6 1894 0 0,-422 17-2965 0 0,0-2 0 0 0,79-20 1 0 0,-120 22-5228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0.1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137 203 1376 0 0,'-9'1'319'0'0,"1"-1"0"0"0,-1 2 0 0 0,0-1-1 0 0,0 1 1 0 0,1 1 0 0 0,0-1 0 0 0,-1 1-1 0 0,1 1 1 0 0,0 0 0 0 0,-14 8 0 0 0,-8 4 2605 0 0,68-19 477 0 0,124-34-325 0 0,-74 22-2635 0 0,1 4 0 0 0,118 1 0 0 0,-137 9-329 0 0,215 9-132 0 0,-254-6 10 0 0,22 4 1 0 0,-1-2 1 0 0,1-3-1 0 0,0-2 1 0 0,58-9-1 0 0,-53 4 118 0 0,0 1-1 0 0,67 5 1 0 0,-4-1 74 0 0,68-17 166 0 0,-7-1-75 0 0,-128 17-89 0 0,0-2-1 0 0,0-3 0 0 0,68-18 1 0 0,115-28-705 0 0,-194 44 600 0 0,12-3 23 0 0,-17 3 522 0 0,48-4-1 0 0,-83 12-630 0 0,-1 1-14 0 0,-1-1-1 0 0,1 1 0 0 0,0 0 0 0 0,-1 0 0 0 0,1 0 1 0 0,0 0-1 0 0,-1 0 0 0 0,1 0 0 0 0,-1 0 0 0 0,1 0 1 0 0,0 1-1 0 0,-1-1 0 0 0,1 1 0 0 0,-1-1 0 0 0,1 1 1 0 0,-1-1-1 0 0,1 1 0 0 0,-1 0 0 0 0,2 1 1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1.890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77 182 920 0 0,'-10'0'628'0'0,"-56"-16"7458"0"0,149 13-6638 0 0,42 4-953 0 0,123-2 603 0 0,14-2-329 0 0,42-3 190 0 0,-11-5-792 0 0,-40 3-19 0 0,-34 1-214 0 0,51-4 233 0 0,-2-4-324 0 0,101-11 829 0 0,-202 13-570 0 0,72-10-76 0 0,-155 8 322 0 0,1 3 1 0 0,87 0 0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1:35.857"/>
    </inkml:context>
    <inkml:brush xml:id="br0">
      <inkml:brushProperty name="width" value="0.35" units="cm"/>
      <inkml:brushProperty name="height" value="0.35" units="cm"/>
      <inkml:brushProperty name="color" value="#CC0066"/>
    </inkml:brush>
  </inkml:definitions>
  <inkml:trace contextRef="#ctx0" brushRef="#br0">14 2568 2761 0 0,'-14'-33'6042'0'0,"16"33"-5924"0"0,23-4 134 0 0,-22 4-24 0 0,8-1-8 0 0,1 0 0 0 0,-1 1 0 0 0,12 2 0 0 0,31-1 289 0 0,1-4 695 0 0,107 8-1 0 0,-108-1-705 0 0,0-3-1 0 0,62-5 1 0 0,-54-3 49 0 0,348-56 2517 0 0,-61-29-2453 0 0,-321 85-553 0 0,-1-2-1 0 0,0 0 1 0 0,0-2-1 0 0,-1 0 1 0 0,-1-2-1 0 0,0-1 1 0 0,34-25-1 0 0,35-21-57 0 0,21-15 0 0 0,36-32 0 0 0,-127 87 2 0 0,-1-2-1 0 0,-1 0 1 0 0,-1-2-1 0 0,-1 0 1 0 0,-1-1-1 0 0,-1-1 1 0 0,16-31-1 0 0,28-53 372 0 0,-30 58-331 0 0,-3-1 1 0 0,42-107-1 0 0,-60 126-61 0 0,4-12 191 0 0,1 1 0 0 0,35-68-1 0 0,3-3 68 0 0,-8 16-166 0 0,55-67 265 0 0,-21 39-107 0 0,-59 93-273 0 0,2 2 0 0 0,2 0 0 0 0,0 2 0 0 0,3 0 1 0 0,0 2-1 0 0,2 1 0 0 0,1 2 0 0 0,36-25 0 0 0,-40 35-56 0 0,1 1 0 0 0,56-21 0 0 0,-48 22-3 0 0,44-24 0 0 0,-35 12 101 0 0,1 2 0 0 0,1 2 0 0 0,69-22 0 0 0,-22 21 175 0 0,158-19-1 0 0,-151 28-123 0 0,23-6 26 0 0,-19 2 89 0 0,116-4 0 0 0,-134 19-2468 0 0,90 10 0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1.3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10594 0 0,'8'15'405'0'0,"0"0"0"0"0,-1 1 0 0 0,9 30 0 0 0,-3-9 41 0 0,17 50 2 0 0,-4 1 0 0 0,-3 2 0 0 0,-5 0 0 0 0,-3 1-1 0 0,4 137 1 0 0,-20 398 237 0 0,-5-198-664 0 0,26-2-8 0 0,74 304 1552 0 0,-9-98 1168 0 0,-50 5-1446 0 0,-36-584-1445 0 0,-5 222 647 0 0,-12-93-3138 0 0,14-155-4337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32.3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152 362 10594 0 0,'-15'2'-105'0'0,"0"-1"0"0"0,-1 2 0 0 0,1 0 0 0 0,-22 8 0 0 0,-16 3 1708 0 0,304-43 663 0 0,-125 19-1869 0 0,231-16-176 0 0,-69 7-229 0 0,313-22-205 0 0,14-15 650 0 0,622-49 162 0 0,-872 77-75 0 0,301-18-97 0 0,0 34-447 0 0,195-1 236 0 0,-684 7 299 0 0,4 2 1010 0 0,327 34 0 0 0,-460-21-1342 0 0,-32-6-687 0 0,0 1 0 0 0,30 0-1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11979 0 0,'17'22'2108'0'0,"-9"-5"-1705"0"0,-1 1 0 0 0,0-1 0 0 0,-2 1 0 0 0,0 0-1 0 0,-1 1 1 0 0,-1-1 0 0 0,2 26 0 0 0,-6 137 729 0 0,-2-97-858 0 0,6 49-183 0 0,-3 67-1493 0 0,-7-162-2613 0 0,5-35 2836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2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0 269 4609 0 0,'1'-5'94'0'0,"-1"-9"246"0"0,1 0 0 0 0,0-1 0 0 0,2 2 0 0 0,-1-1-1 0 0,2 0 1 0 0,0 1 0 0 0,0-1 0 0 0,10-18 0 0 0,-8 21 299 0 0,1 1 1 0 0,1 0 0 0 0,-1 0 0 0 0,1 1 0 0 0,1 0-1 0 0,0 0 1 0 0,0 1 0 0 0,1 0 0 0 0,0 1 0 0 0,15-9 0 0 0,-21 14-520 0 0,-1 0 1 0 0,1 1 0 0 0,-1-1 0 0 0,1 1 0 0 0,-1-1 0 0 0,1 1 0 0 0,0 1 0 0 0,0-1 0 0 0,0 0-1 0 0,-1 1 1 0 0,1 0 0 0 0,0-1 0 0 0,0 2 0 0 0,0-1 0 0 0,0 0 0 0 0,0 1 0 0 0,-1 0 0 0 0,1 0-1 0 0,0 0 1 0 0,-1 0 0 0 0,1 0 0 0 0,0 1 0 0 0,-1 0 0 0 0,0-1 0 0 0,1 1 0 0 0,-1 1 0 0 0,0-1 0 0 0,0 0-1 0 0,0 1 1 0 0,0 0 0 0 0,-1-1 0 0 0,1 1 0 0 0,-1 0 0 0 0,1 0 0 0 0,-1 1 0 0 0,0-1 0 0 0,2 4-1 0 0,1 4-104 0 0,0 0-1 0 0,-1 1 1 0 0,0-1-1 0 0,0 1 1 0 0,-1 0-1 0 0,-1-1 1 0 0,0 1-1 0 0,-1 1 1 0 0,0-1-1 0 0,-1 19 1 0 0,-2-8-123 0 0,0 0-1 0 0,-1-1 1 0 0,-2 0 0 0 0,-12 39 0 0 0,12-47 46 0 0,0 0 1 0 0,-2 0-1 0 0,0 0 0 0 0,0-1 0 0 0,-1 0 1 0 0,-1-1-1 0 0,-16 19 0 0 0,-22 10-5418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6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1 376 5985 0 0,'13'-2'825'0'0,"0"-1"-1"0"0,-1 0 0 0 0,1 0 1 0 0,-1-2-1 0 0,0 1 1 0 0,0-1-1 0 0,0-1 0 0 0,19-13 1 0 0,-20 13-102 0 0,-1 0-519 0 0,1-1-1 0 0,-1-1 1 0 0,0 0-1 0 0,-1 0 1 0 0,0-1-1 0 0,0 0 1 0 0,-1 0-1 0 0,0-1 1 0 0,0 0-1 0 0,-1-1 1 0 0,-1 0-1 0 0,9-19 1 0 0,-12 24-277 0 0,0-1 0 0 0,-1 1 0 0 0,0-1 0 0 0,0 0-1 0 0,-1 0 1 0 0,0 0 0 0 0,0 0 0 0 0,0 0 0 0 0,-1 0 0 0 0,0 0 0 0 0,-1 0 0 0 0,1 0 0 0 0,-1 0 0 0 0,-1 1 0 0 0,1-1 0 0 0,-1 0 0 0 0,0 0 0 0 0,-1 1 0 0 0,1-1 0 0 0,-1 1-1 0 0,-1 0 1 0 0,1 0 0 0 0,-1 0 0 0 0,-5-6 0 0 0,9 11 61 0 0,-1 1-1 0 0,1-1 0 0 0,-1 0 0 0 0,1 0 1 0 0,-1 1-1 0 0,1-1 0 0 0,-1 0 1 0 0,1 1-1 0 0,-1-1 0 0 0,1 1 1 0 0,-1-1-1 0 0,0 1 0 0 0,0-1 1 0 0,1 1-1 0 0,-1-1 0 0 0,0 1 1 0 0,0 0-1 0 0,1-1 0 0 0,-1 1 1 0 0,0 0-1 0 0,0 0 0 0 0,0-1 1 0 0,1 1-1 0 0,-1 0 0 0 0,0 0 1 0 0,0 0-1 0 0,0 0 0 0 0,0 0 0 0 0,1 0 1 0 0,-1 0-1 0 0,0 1 0 0 0,0-1 1 0 0,0 0-1 0 0,0 0 0 0 0,1 1 1 0 0,-1-1-1 0 0,0 0 0 0 0,0 1 1 0 0,1-1-1 0 0,-1 1 0 0 0,0-1 1 0 0,1 1-1 0 0,-1-1 0 0 0,0 1 1 0 0,1-1-1 0 0,-1 1 0 0 0,1 0 1 0 0,-1-1-1 0 0,1 1 0 0 0,-1 0 1 0 0,1-1-1 0 0,0 1 0 0 0,-1 0 1 0 0,1 0-1 0 0,-1 1 0 0 0,-3 6-154 0 0,1 1-1 0 0,0 1 0 0 0,-4 17 1 0 0,5-18 131 0 0,-6 24 107 0 0,2 0 0 0 0,1 0 0 0 0,-1 50 0 0 0,6-67-38 0 0,1 0 0 0 0,0 0 1 0 0,1 0-1 0 0,0 0 0 0 0,2-1 0 0 0,0 1 0 0 0,0-1 1 0 0,2 0-1 0 0,9 21 0 0 0,-10-28-102 0 0,1 1 1 0 0,0-1-1 0 0,1 0 0 0 0,0 0 1 0 0,0 0-1 0 0,1-1 1 0 0,-1-1-1 0 0,1 1 0 0 0,1-1 1 0 0,-1 0-1 0 0,1-1 0 0 0,0 0 1 0 0,1-1-1 0 0,-1 1 0 0 0,1-2 1 0 0,11 4-1 0 0,-3-5-4597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4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1 113 4145 0 0,'1'-1'142'0'0,"0"0"-1"0"0,1 1 1 0 0,-1-1 0 0 0,1 1 0 0 0,-1-1 0 0 0,1 1-1 0 0,0 0 1 0 0,-1-1 0 0 0,1 1 0 0 0,-1 0 0 0 0,1 0 0 0 0,0 0-1 0 0,-1 0 1 0 0,1 1 0 0 0,-1-1 0 0 0,1 0 0 0 0,-1 1-1 0 0,1-1 1 0 0,-1 1 0 0 0,1-1 0 0 0,1 2 0 0 0,33 16 3413 0 0,-26-10-3096 0 0,-1 1 0 0 0,1 0 1 0 0,-1 1-1 0 0,-1-1 0 0 0,0 2 0 0 0,0-1 1 0 0,-1 1-1 0 0,-1 0 0 0 0,1 1 1 0 0,-2-1-1 0 0,0 1 0 0 0,0 1 1 0 0,-1-1-1 0 0,3 17 0 0 0,-9-49 353 0 0,0 0 1 0 0,2-1-1 0 0,0 1 0 0 0,4-33 0 0 0,22-87-2752 0 0,-17 107 458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5.2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1 6913 0 0,'-1'0'197'0'0,"-1"-1"0"0"0,0 1 0 0 0,0 0 0 0 0,1 0 1 0 0,-1 0-1 0 0,0 1 0 0 0,0-1 0 0 0,1 0 0 0 0,-1 1 0 0 0,0-1 0 0 0,1 1 0 0 0,-1-1 0 0 0,1 1 0 0 0,-1 0 0 0 0,0 0 0 0 0,1-1 0 0 0,-1 1 0 0 0,1 0 0 0 0,-2 2 0 0 0,-27 22 2024 0 0,23-17-2002 0 0,0 0-1 0 0,1 1 1 0 0,0 0 0 0 0,0 1 0 0 0,1-1 0 0 0,0 1 0 0 0,1 0-1 0 0,0 0 1 0 0,0 0 0 0 0,1 1 0 0 0,0-1 0 0 0,-1 14-1 0 0,3-16-206 0 0,0-1 0 0 0,1 0-1 0 0,-1 1 1 0 0,1-1-1 0 0,1 0 1 0 0,-1 1-1 0 0,1-1 1 0 0,1 0-1 0 0,-1 0 1 0 0,1 0-1 0 0,0 0 1 0 0,1 0-1 0 0,0 0 1 0 0,0 0-1 0 0,0-1 1 0 0,1 1-1 0 0,0-1 1 0 0,9 11-1 0 0,-11-15-205 0 0,1 0-1 0 0,-1 0 1 0 0,0 0-1 0 0,1-1 1 0 0,-1 1-1 0 0,1-1 1 0 0,0 0-1 0 0,-1 0 1 0 0,1 0-1 0 0,0 0 1 0 0,0 0-1 0 0,-1 0 1 0 0,1-1-1 0 0,0 0 1 0 0,0 1-1 0 0,0-1 1 0 0,4 0-1 0 0,8-3-4504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5.8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1 344 6913 0 0,'2'0'239'0'0,"0"0"-1"0"0,0-1 0 0 0,1 0 0 0 0,-1 0 0 0 0,0 1 0 0 0,0-1 1 0 0,0-1-1 0 0,0 1 0 0 0,0 0 0 0 0,-1 0 0 0 0,1-1 0 0 0,0 1 0 0 0,2-3 1 0 0,24-27 1034 0 0,-22 24-937 0 0,8-9-299 0 0,-1-1-1 0 0,-1 0 1 0 0,-1-1-1 0 0,0 0 0 0 0,-2-1 1 0 0,0 0-1 0 0,-1 0 1 0 0,0-1-1 0 0,-2 0 1 0 0,0-1-1 0 0,3-25 1 0 0,-9 43-20 0 0,0 1 1 0 0,0 0 0 0 0,0 0 0 0 0,0 0-1 0 0,0-1 1 0 0,0 1 0 0 0,0 0 0 0 0,-1 0-1 0 0,1 0 1 0 0,-2-4 0 0 0,2 5 21 0 0,-1 0 1 0 0,1 1-1 0 0,0-1 1 0 0,-1 0-1 0 0,1 1 1 0 0,-1-1-1 0 0,1 0 1 0 0,-1 1-1 0 0,1-1 1 0 0,-1 1-1 0 0,0-1 1 0 0,1 1-1 0 0,-1-1 1 0 0,0 1-1 0 0,1 0 1 0 0,-1-1-1 0 0,0 1 1 0 0,1 0-1 0 0,-1-1 1 0 0,0 1-1 0 0,-1 0 1 0 0,0 0 18 0 0,1 0-1 0 0,-1 0 1 0 0,0 1 0 0 0,0-1-1 0 0,0 1 1 0 0,0-1 0 0 0,0 1-1 0 0,0-1 1 0 0,0 1 0 0 0,1 0 0 0 0,-1 0-1 0 0,0 0 1 0 0,0 0 0 0 0,1 1-1 0 0,-1-1 1 0 0,1 0 0 0 0,-1 0-1 0 0,1 1 1 0 0,0-1 0 0 0,0 1-1 0 0,-1 0 1 0 0,0 1 0 0 0,-1 2-115 0 0,-1 0 0 0 0,1 0 1 0 0,0 0-1 0 0,0 0 0 0 0,1 0 1 0 0,0 1-1 0 0,0-1 0 0 0,0 1 1 0 0,0 0-1 0 0,1-1 0 0 0,0 1 1 0 0,0 0-1 0 0,1 0 0 0 0,-1 0 1 0 0,2 10-1 0 0,0-11 53 0 0,0 1 1 0 0,1-1-1 0 0,0 0 1 0 0,0 0-1 0 0,0 0 1 0 0,0 0-1 0 0,1-1 0 0 0,0 1 1 0 0,0 0-1 0 0,0-1 1 0 0,0 0-1 0 0,1 0 1 0 0,0 0-1 0 0,0 0 1 0 0,0 0-1 0 0,0-1 0 0 0,6 4 1 0 0,1 0 145 0 0,0 0 0 0 0,0-1 0 0 0,1 0 0 0 0,-1-1 0 0 0,1 0 0 0 0,0-1 0 0 0,1-1 0 0 0,-1 1 0 0 0,21 1 0 0 0,-27-4-216 0 0,-1-1 1 0 0,0 0 0 0 0,1 0-1 0 0,-1 0 1 0 0,0 0 0 0 0,0-1-1 0 0,1 0 1 0 0,-1 0 0 0 0,0-1-1 0 0,0 1 1 0 0,0-1 0 0 0,0 0-1 0 0,0-1 1 0 0,0 1 0 0 0,-1-1-1 0 0,1 0 1 0 0,-1 0 0 0 0,0 0-1 0 0,0-1 1 0 0,0 1 0 0 0,0-1 0 0 0,0 0-1 0 0,-1 0 1 0 0,0 0 0 0 0,4-7-1 0 0,1-5 276 0 0,-1 0 0 0 0,8-25 0 0 0,-11 27 339 0 0,1 0 0 0 0,0 1 0 0 0,1-1 0 0 0,8-12 1 0 0,-14 25-514 0 0,0 1 1 0 0,1 0 0 0 0,-1 0-1 0 0,0 0 1 0 0,0 0 0 0 0,0 0-1 0 0,0-1 1 0 0,0 1 0 0 0,0 0-1 0 0,0 0 1 0 0,0 0 0 0 0,1 0-1 0 0,-1 0 1 0 0,0 0 0 0 0,0 0-1 0 0,0 0 1 0 0,0-1 0 0 0,0 1-1 0 0,1 0 1 0 0,-1 0 0 0 0,0 0 0 0 0,0 0-1 0 0,0 0 1 0 0,0 0 0 0 0,1 0-1 0 0,-1 0 1 0 0,0 0 0 0 0,0 0-1 0 0,0 0 1 0 0,0 0 0 0 0,1 0-1 0 0,-1 0 1 0 0,0 0 0 0 0,0 0-1 0 0,0 0 1 0 0,0 0 0 0 0,0 0-1 0 0,1 1 1 0 0,-1-1 0 0 0,0 0-1 0 0,0 0 1 0 0,0 0 0 0 0,0 0-1 0 0,0 0 1 0 0,1 0 0 0 0,-1 0 0 0 0,0 0-1 0 0,0 1 1 0 0,0-1 0 0 0,0 0-1 0 0,0 0 1 0 0,7 14 672 0 0,1 18-136 0 0,-7-30-442 0 0,24 120 1237 0 0,-3-14-1336 0 0,49 145-1 0 0,-66-240-535 0 0,9 28-407 0 0,-15-15-6670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0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3 275 1376 0 0,'-2'-33'2236'0'0,"3"-52"0"0"0,-1 74-1517 0 0,1 1 0 0 0,1-1-1 0 0,0 1 1 0 0,0-1 0 0 0,1 1-1 0 0,1 0 1 0 0,0 0-1 0 0,9-17 1 0 0,-11 23-554 0 0,0 1 1 0 0,0 0-1 0 0,1 0 1 0 0,-1 0-1 0 0,1 0 1 0 0,0 0-1 0 0,0 0 1 0 0,0 1-1 0 0,1-1 1 0 0,-1 1-1 0 0,0 0 1 0 0,1 0-1 0 0,0 0 1 0 0,-1 0-1 0 0,1 1 0 0 0,0 0 1 0 0,0-1-1 0 0,0 2 1 0 0,0-1-1 0 0,0 0 1 0 0,0 1-1 0 0,0-1 1 0 0,0 1-1 0 0,0 0 1 0 0,0 1-1 0 0,0-1 1 0 0,0 1-1 0 0,0-1 1 0 0,0 1-1 0 0,0 0 0 0 0,0 1 1 0 0,-1-1-1 0 0,1 1 1 0 0,0 0-1 0 0,-1 0 1 0 0,1 0-1 0 0,-1 0 1 0 0,0 0-1 0 0,1 1 1 0 0,-1-1-1 0 0,0 1 1 0 0,-1 0-1 0 0,1 0 1 0 0,0 0-1 0 0,-1 1 0 0 0,0-1 1 0 0,0 0-1 0 0,0 1 1 0 0,0 0-1 0 0,0-1 1 0 0,-1 1-1 0 0,1 0 1 0 0,0 7-1 0 0,0 1-96 0 0,-2 1-1 0 0,0-1 1 0 0,0 1 0 0 0,-1-1-1 0 0,-1 1 1 0 0,0-1-1 0 0,0 0 1 0 0,-1 0-1 0 0,-9 21 1 0 0,9-24-287 0 0,-1 0-1 0 0,0 0 0 0 0,-1 0 1 0 0,0 0-1 0 0,0-1 1 0 0,-1 0-1 0 0,0 0 1 0 0,0-1-1 0 0,-1 1 1 0 0,0-1-1 0 0,-1-1 1 0 0,-13 11-1 0 0,8-10-1916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0 217 3681 0 0,'11'-25'1348'0'0,"0"0"0"0"0,1 0 0 0 0,2 1 0 0 0,0 1 0 0 0,2 1 0 0 0,33-38 0 0 0,-49 59-1227 0 0,1 0-1 0 0,0 0 0 0 0,0 0 0 0 0,0 0 0 0 0,0 0 0 0 0,0 0 0 0 0,0 1 0 0 0,0-1 0 0 0,0 0 1 0 0,0 1-1 0 0,0-1 0 0 0,0 0 0 0 0,0 1 0 0 0,0 0 0 0 0,1-1 0 0 0,-1 1 0 0 0,0 0 0 0 0,0-1 1 0 0,1 1-1 0 0,-1 0 0 0 0,0 0 0 0 0,0 0 0 0 0,2 0 0 0 0,-2 1-10 0 0,0 0 0 0 0,0-1 0 0 0,0 1 0 0 0,0 0 0 0 0,0 0 0 0 0,0-1 0 0 0,0 1 0 0 0,0 0 0 0 0,0 0-1 0 0,-1 0 1 0 0,1 0 0 0 0,0 0 0 0 0,-1 1 0 0 0,1-1 0 0 0,-1 0 0 0 0,1 0 0 0 0,-1 0 0 0 0,1 3 0 0 0,2 8 434 0 0,-1 0 0 0 0,-1 0 1 0 0,1 21-1 0 0,-2-26-415 0 0,3 94 298 0 0,-4-54-141 0 0,2-1 1 0 0,2 0-1 0 0,3 0 0 0 0,21 89 0 0 0,-14-94-650 0 0,54 146-6200 0 0,-60-171 793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4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14 157 4609 0 0,'-3'-9'975'0'0,"0"-1"0"0"0,1 1 1 0 0,0-1-1 0 0,0 1 0 0 0,1-1 0 0 0,0-14 1 0 0,1 21-768 0 0,0 0 0 0 0,1 0 1 0 0,-1 0-1 0 0,1 1 0 0 0,-1-1 1 0 0,1 0-1 0 0,0 0 0 0 0,0 1 1 0 0,0-1-1 0 0,0 1 0 0 0,1-1 1 0 0,-1 1-1 0 0,1-1 1 0 0,-1 1-1 0 0,1 0 0 0 0,0-1 1 0 0,0 1-1 0 0,0 0 0 0 0,0 0 1 0 0,0 1-1 0 0,0-1 0 0 0,1 0 1 0 0,-1 1-1 0 0,1-1 0 0 0,-1 1 1 0 0,5-1-1 0 0,0-1-113 0 0,1 0 0 0 0,0 1 0 0 0,-1 0 0 0 0,14-1 0 0 0,-17 2-442 0 0,-1 1 0 0 0,1 0 0 0 0,-1 1 0 0 0,1-1 0 0 0,-1 1 0 0 0,1-1 0 0 0,-1 1-1 0 0,4 1 1 0 0,6 4-4983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4609 0 0,'0'0'105'0'0,"0"-1"0"0"0,0 0 0 0 0,0 1 0 0 0,0-1 1 0 0,0 0-1 0 0,1 1 0 0 0,-1-1 0 0 0,0 0 0 0 0,0 1 0 0 0,0-1 0 0 0,1 0 0 0 0,-1 1 0 0 0,0-1 1 0 0,1 1-1 0 0,-1-1 0 0 0,1 1 0 0 0,-1-1 0 0 0,0 1 0 0 0,1-1 0 0 0,-1 1 0 0 0,1-1 0 0 0,-1 1 1 0 0,1-1-1 0 0,0 1 0 0 0,-1 0 0 0 0,1-1 0 0 0,1 0 0 0 0,21 0 2584 0 0,-17 2-2221 0 0,-1 0 0 0 0,0 1 0 0 0,0-1 0 0 0,-1 1 1 0 0,1 0-1 0 0,0 0 0 0 0,6 5 0 0 0,-8-4-305 0 0,0 0 0 0 0,0 1 1 0 0,0-1-1 0 0,0 1 1 0 0,0 0-1 0 0,-1 0 1 0 0,0 0-1 0 0,0 1 0 0 0,0-1 1 0 0,0 0-1 0 0,0 1 1 0 0,-1-1-1 0 0,0 1 1 0 0,0-1-1 0 0,0 7 0 0 0,0-7-234 0 0,-1 1-1 0 0,1 0 0 0 0,-1 0 1 0 0,-1 0-1 0 0,1-1 0 0 0,-1 1 0 0 0,1 0 1 0 0,-1 0-1 0 0,-1-1 0 0 0,1 1 1 0 0,-1 0-1 0 0,1-1 0 0 0,-1 1 0 0 0,-5 6 1 0 0,5-12 922 0 0,1-8-253 0 0,1-9 121 0 0,3 5-678 0 0,0-1 0 0 0,1 1 0 0 0,0 0 1 0 0,1 0-1 0 0,9-16 0 0 0,1 1-1990 0 0,22-31 1 0 0,-17 31-3285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6.9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0 1840 0 0,'-5'9'568'0'0,"0"-1"0"0"0,0 1 0 0 0,1 0 0 0 0,0 1 0 0 0,1-1 0 0 0,0 1-1 0 0,0-1 1 0 0,1 1 0 0 0,-1 13 0 0 0,2-19-243 0 0,0 1 0 0 0,1 0 0 0 0,0 0 1 0 0,0-1-1 0 0,1 1 0 0 0,-1 0 0 0 0,1-1 0 0 0,0 1 0 0 0,0-1 1 0 0,0 1-1 0 0,1-1 0 0 0,-1 1 0 0 0,1-1 0 0 0,0 0 0 0 0,1 0 1 0 0,3 6-1 0 0,-5-8-215 0 0,1-1 0 0 0,-1 1 0 0 0,1-1 0 0 0,0 1 0 0 0,-1-1 0 0 0,1 0 0 0 0,0 1 0 0 0,0-1 0 0 0,0 0 0 0 0,0 0 0 0 0,0 0 0 0 0,0-1 1 0 0,0 1-1 0 0,0 0 0 0 0,0-1 0 0 0,0 1 0 0 0,0-1 0 0 0,1 0 0 0 0,-1 0 0 0 0,0 0 0 0 0,0 0 0 0 0,0 0 0 0 0,0 0 0 0 0,1-1 0 0 0,-1 1 0 0 0,0-1 0 0 0,0 1 0 0 0,0-1 0 0 0,0 0 1 0 0,0 0-1 0 0,0 0 0 0 0,0 0 0 0 0,0 0 0 0 0,0 0 0 0 0,-1 0 0 0 0,1-1 0 0 0,1-1 0 0 0,2-1-42 0 0,-1 0-1 0 0,0 0 1 0 0,0-1-1 0 0,0 1 1 0 0,0-1-1 0 0,-1 0 1 0 0,0 0-1 0 0,0 0 1 0 0,0-1 0 0 0,-1 1-1 0 0,0-1 1 0 0,0 1-1 0 0,0-1 1 0 0,1-9-1 0 0,-1 7-240 0 0,-1 0-1 0 0,0 0 1 0 0,-1 0 0 0 0,0-11-1 0 0,-1 13-669 0 0,0 0 0 0 0,0 1 0 0 0,0-1 0 0 0,0 0 0 0 0,-5-10 0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47.4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 4145 0 0,'8'0'584'0'0,"0"0"0"0"0,0 0 0 0 0,0 1 0 0 0,0 1 1 0 0,0-1-1 0 0,0 1 0 0 0,0 0 0 0 0,-1 1 0 0 0,1 0 0 0 0,11 6 1 0 0,-13-5-88 0 0,0 0 0 0 0,-1 1 1 0 0,0-1-1 0 0,0 1 1 0 0,0 0-1 0 0,0 0 0 0 0,-1 1 1 0 0,0 0-1 0 0,0-1 1 0 0,0 1-1 0 0,-1 1 1 0 0,5 10-1 0 0,13 48 1722 0 0,-22-71-2554 0 0,0 1 0 0 0,1-1 1 0 0,0 0-1 0 0,0 1 0 0 0,1-1 0 0 0,0 0 0 0 0,-1 1 0 0 0,2-1 1 0 0,-1 1-1 0 0,1-1 0 0 0,0 1 0 0 0,0 0 0 0 0,0 0 0 0 0,1-1 1 0 0,0 2-1 0 0,0-1 0 0 0,6-8 0 0 0,-5 8 350 0 0,-1 0 1 0 0,1 0-1 0 0,1 0 1 0 0,-1 0-1 0 0,1 1 1 0 0,-1-1-1 0 0,1 1 1 0 0,0 1-1 0 0,1-1 1 0 0,-1 1-1 0 0,1-1 1 0 0,-1 2-1 0 0,1-1 1 0 0,0 1-1 0 0,0 0 1 0 0,12-3-1 0 0,-16 5 133 0 0,0 0-1 0 0,0 0 1 0 0,0 1-1 0 0,-1-1 1 0 0,1 1-1 0 0,0-1 0 0 0,-1 1 1 0 0,1-1-1 0 0,0 1 1 0 0,-1 0-1 0 0,1 0 1 0 0,-1 0-1 0 0,1 0 1 0 0,-1 0-1 0 0,1 0 1 0 0,-1 0-1 0 0,0 1 1 0 0,0-1-1 0 0,0 0 0 0 0,1 1 1 0 0,-1-1-1 0 0,1 4 1 0 0,22 44 2793 0 0,-9-16-1763 0 0,-12-28-1163 0 0,1 1-1 0 0,0 0 1 0 0,1-1 0 0 0,-1 0-1 0 0,1 0 1 0 0,0 0 0 0 0,1-1 0 0 0,-1 0-1 0 0,1 0 1 0 0,-1 0 0 0 0,1 0-1 0 0,1-1 1 0 0,-1 0 0 0 0,0 0-1 0 0,1-1 1 0 0,-1 0 0 0 0,13 2-1 0 0,9 1-781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3.9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187 209 1840 0 0,'1'-9'421'0'0,"0"0"-1"0"0,-1 0 1 0 0,0 0-1 0 0,0 0 1 0 0,-1 0 0 0 0,0 1-1 0 0,0-1 1 0 0,-3-9-1 0 0,3 14-66 0 0,0-1-1 0 0,-1 1 1 0 0,1 0-1 0 0,-1-1 1 0 0,0 1-1 0 0,0 0 1 0 0,0 0 0 0 0,-1 1-1 0 0,1-1 1 0 0,-1 0-1 0 0,0 1 1 0 0,0-1-1 0 0,0 1 1 0 0,0 0 0 0 0,-1 0-1 0 0,1 0 1 0 0,-6-3-1 0 0,8 6-262 0 0,0 0-1 0 0,0-1 1 0 0,0 1-1 0 0,0 0 1 0 0,0 0-1 0 0,0-1 1 0 0,0 1-1 0 0,0 0 0 0 0,0 0 1 0 0,0 0-1 0 0,1 0 1 0 0,-1 1-1 0 0,0-1 1 0 0,0 0-1 0 0,0 0 1 0 0,0 0-1 0 0,0 1 1 0 0,0-1-1 0 0,0 1 1 0 0,0-1-1 0 0,1 0 1 0 0,-1 1-1 0 0,-1 0 1 0 0,-17 22 859 0 0,-5 29-450 0 0,24-51-486 0 0,-18 50 135 0 0,-20 92 0 0 0,34-124-107 0 0,1 1 0 0 0,1 0 0 0 0,1 0-1 0 0,1 0 1 0 0,0 1 0 0 0,1-1 0 0 0,2 0 0 0 0,4 19-1 0 0,-5-30-16 0 0,1-1 0 0 0,1 1-1 0 0,0-1 1 0 0,0 0-1 0 0,0 0 1 0 0,1-1-1 0 0,0 1 1 0 0,0-1-1 0 0,1 0 1 0 0,0-1-1 0 0,0 1 1 0 0,1-1-1 0 0,0-1 1 0 0,0 1-1 0 0,0-1 1 0 0,1 0 0 0 0,12 6-1 0 0,-15-9 39 0 0,0 0-1 0 0,0 0 1 0 0,0 0 0 0 0,0-1-1 0 0,0 0 1 0 0,0 0 0 0 0,0 0-1 0 0,1 0 1 0 0,-1-1 0 0 0,0 0-1 0 0,1 0 1 0 0,-1 0 0 0 0,0-1-1 0 0,0 0 1 0 0,1 0 0 0 0,-1 0 0 0 0,0-1-1 0 0,0 0 1 0 0,0 0 0 0 0,0 0-1 0 0,-1 0 1 0 0,1-1 0 0 0,0 0-1 0 0,-1 0 1 0 0,0 0 0 0 0,0 0-1 0 0,0-1 1 0 0,0 1 0 0 0,0-1-1 0 0,4-7 1 0 0,1-1 97 0 0,-1-1 0 0 0,0 0 0 0 0,0-1 0 0 0,-1 0 0 0 0,-1 0 1 0 0,-1 0-1 0 0,0-1 0 0 0,-1 0 0 0 0,0 0 0 0 0,-1 0 0 0 0,-1 0 0 0 0,0-1 0 0 0,-1 1 0 0 0,-1 0 0 0 0,-1-1 0 0 0,0 1 1 0 0,0-1-1 0 0,-6-17 0 0 0,2 11-97 0 0,-1 1 1 0 0,0 0 0 0 0,-2 0 0 0 0,-1 0-1 0 0,-1 1 1 0 0,0 0 0 0 0,-1 1-1 0 0,-1 0 1 0 0,-1 1 0 0 0,-1 0-1 0 0,-32-30 1 0 0,40 42-234 0 0,-36-29 287 0 0,40 34-285 0 0,0 0 0 0 0,0 0 0 0 0,0 0-1 0 0,0 0 1 0 0,0 0 0 0 0,0 0 0 0 0,0 0 0 0 0,0 1 0 0 0,0-1 0 0 0,0 1 0 0 0,-1 0 0 0 0,1-1 0 0 0,0 1-1 0 0,0 0 1 0 0,-1 0 0 0 0,1 0 0 0 0,0 1 0 0 0,0-1 0 0 0,-1 1 0 0 0,-2 0 0 0 0,4 0-72 0 0,0-1 1 0 0,0 1 0 0 0,1 0-1 0 0,-1 0 1 0 0,0-1 0 0 0,0 1-1 0 0,0 0 1 0 0,1 0 0 0 0,-1 0-1 0 0,0 0 1 0 0,1 0 0 0 0,-1 0-1 0 0,1 0 1 0 0,0 0 0 0 0,-1 0-1 0 0,1 1 1 0 0,0-1 0 0 0,-1 0-1 0 0,1 0 1 0 0,0 0 0 0 0,0 0-1 0 0,0 0 1 0 0,0 1 0 0 0,0-1-1 0 0,0 0 1 0 0,0 0 0 0 0,1 0-1 0 0,-1 0 1 0 0,0 0 0 0 0,0 0-1 0 0,1 1 1 0 0,-1-1 0 0 0,1 0-1 0 0,0 1 1 0 0,1 3 68 0 0,1 1 0 0 0,0-1 0 0 0,-1 0 0 0 0,1 0-1 0 0,6 7 1 0 0,2-1 225 0 0,0 0-41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4.2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94 1296 0 0,'16'-11'481'0'0,"1"0"0"0"0,17-17 0 0 0,-29 23 807 0 0,0 0 0 0 0,0 0 0 0 0,-1 0 0 0 0,0-1-1 0 0,7-11 1 0 0,-20 36 1361 0 0,-6 9-770 0 0,-17 47 0 0 0,30-68-1885 0 0,-1 0 0 0 0,1 1 0 0 0,0 0 0 0 0,1-1 0 0 0,0 1 0 0 0,0 0 0 0 0,1-1 0 0 0,0 1 0 0 0,0 0 0 0 0,1 0 0 0 0,0 0 1 0 0,2 7-1 0 0,-2-12 6 0 0,0 0 0 0 0,0-1 1 0 0,0 1-1 0 0,0 0 0 0 0,1-1 1 0 0,-1 1-1 0 0,1-1 0 0 0,0 0 1 0 0,0 0-1 0 0,0 1 0 0 0,0-1 1 0 0,0 0-1 0 0,0-1 1 0 0,0 1-1 0 0,1 0 0 0 0,-1-1 1 0 0,1 1-1 0 0,-1-1 0 0 0,1 0 1 0 0,0 0-1 0 0,-1 0 0 0 0,5 1 1 0 0,5 1 51 0 0,0-2 0 0 0,0 1 0 0 0,1-1 0 0 0,14-1-1 0 0,-19-1 125 0 0,1 1-1 0 0,-1 0 0 0 0,1 0 0 0 0,-1 1 1 0 0,1 1-1 0 0,-1-1 0 0 0,15 6 0 0 0,-23-7-155 0 0,1 0-1 0 0,0 1 1 0 0,-1-1-1 0 0,1 1 1 0 0,-1-1-1 0 0,1 1 1 0 0,-1-1-1 0 0,1 1 1 0 0,0-1 0 0 0,-1 1-1 0 0,0-1 1 0 0,1 1-1 0 0,-1 0 1 0 0,1-1-1 0 0,-1 1 1 0 0,0 0-1 0 0,1-1 1 0 0,-1 1-1 0 0,0 0 1 0 0,0 0-1 0 0,0-1 1 0 0,1 1-1 0 0,-1 0 1 0 0,0-1-1 0 0,0 2 1 0 0,-7 22 351 0 0,-24 20 142 0 0,27-39-422 0 0,-22 26-85 0 0,0-1 0 0 0,-38 31 0 0 0,46-45-512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5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9674 0 0,'0'0'1356'0'0,"8"27"2304"0"0,4 30-2578 0 0,-3 1 1 0 0,3 71 0 0 0,-6-53-940 0 0,1 18-243 0 0,10 83-100 0 0,-12-144-1699 0 0,15 48 0 0 0,-10-53-3306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5.6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28 3681 0 0,'0'-1'186'0'0,"1"1"0"0"0,-1-1 0 0 0,1 0 1 0 0,-1 0-1 0 0,0 1 0 0 0,1-1 0 0 0,-1 0 0 0 0,0 0 1 0 0,0 1-1 0 0,1-1 0 0 0,-1 0 0 0 0,0 0 0 0 0,0 0 1 0 0,0 1-1 0 0,0-1 0 0 0,0 0 0 0 0,0 0 0 0 0,0 0 1 0 0,0 0-1 0 0,0 1 0 0 0,-1-1 0 0 0,1 0 0 0 0,0 0 1 0 0,0 1-1 0 0,-1-1 0 0 0,1 0 0 0 0,-1 0 0 0 0,1 1 1 0 0,0-1-1 0 0,-1 0 0 0 0,1 1 0 0 0,-2-2 0 0 0,1 2 1 0 0,0-1-1 0 0,0 1 0 0 0,0 0 1 0 0,0 0-1 0 0,0-1 0 0 0,0 1 1 0 0,0 0-1 0 0,0 0 0 0 0,0 0 1 0 0,0 0-1 0 0,0 1 0 0 0,0-1 1 0 0,0 0-1 0 0,0 0 0 0 0,0 1 1 0 0,0-1-1 0 0,0 0 0 0 0,0 1 1 0 0,0-1-1 0 0,1 1 0 0 0,-1-1 1 0 0,0 1-1 0 0,0-1 0 0 0,0 1 1 0 0,1 0-1 0 0,-2 1 1 0 0,-14 15 41 0 0,1 0 0 0 0,1 2 1 0 0,1 0-1 0 0,0 0 0 0 0,2 1 1 0 0,0 0-1 0 0,-12 34 1 0 0,22-52-221 0 0,0 1 0 0 0,0 0 0 0 0,0-1 0 0 0,0 1 1 0 0,1 0-1 0 0,-1 0 0 0 0,1 0 0 0 0,-1 0 0 0 0,1-1 1 0 0,0 1-1 0 0,0 0 0 0 0,0 0 0 0 0,1 0 1 0 0,-1 0-1 0 0,1 0 0 0 0,-1-1 0 0 0,1 1 0 0 0,0 0 1 0 0,0 0-1 0 0,0-1 0 0 0,1 1 0 0 0,-1-1 1 0 0,1 1-1 0 0,-1-1 0 0 0,1 1 0 0 0,0-1 0 0 0,0 0 1 0 0,0 0-1 0 0,0 0 0 0 0,0 0 0 0 0,0 0 0 0 0,1 0 1 0 0,-1-1-1 0 0,1 1 0 0 0,-1-1 0 0 0,1 0 1 0 0,4 2-1 0 0,10 3-190 0 0,0 0 0 0 0,1-2 0 0 0,-1 0 0 0 0,36 3 1 0 0,-30-4-143 0 0,-8-1 138 0 0,34 6-349 0 0,-46-8 509 0 0,0 1 0 0 0,-1 0-1 0 0,1 0 1 0 0,0 0 0 0 0,-1 0 0 0 0,1 0 0 0 0,-1 1-1 0 0,1-1 1 0 0,-1 1 0 0 0,1 0 0 0 0,-1 0 0 0 0,0-1-1 0 0,3 4 1 0 0,-5-4 43 0 0,0 1-1 0 0,1-1 1 0 0,-1 0 0 0 0,0 0-1 0 0,0 0 1 0 0,0 0 0 0 0,0 0-1 0 0,0 0 1 0 0,0 0 0 0 0,0 0-1 0 0,-1 0 1 0 0,1 0 0 0 0,0 0-1 0 0,-1 0 1 0 0,1 0 0 0 0,0 0-1 0 0,-1 0 1 0 0,1 0-1 0 0,-1 0 1 0 0,1 0 0 0 0,-1 0-1 0 0,0 0 1 0 0,1 0 0 0 0,-1 0-1 0 0,0-1 1 0 0,0 1 0 0 0,0 0-1 0 0,0-1 1 0 0,1 1 0 0 0,-1-1-1 0 0,-2 2 1 0 0,-30 19 622 0 0,6-8-149 0 0,-38 13 0 0 0,-2 1-1786 0 0,53-20 344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0:56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0 3857 0 0,'-27'7'3673'0'0,"26"-7"-3575"0"0,0 1 0 0 0,0-1 0 0 0,-1 0 0 0 0,1 1 0 0 0,0-1-1 0 0,0 1 1 0 0,-1-1 0 0 0,1 1 0 0 0,0 0 0 0 0,0-1-1 0 0,0 1 1 0 0,0 0 0 0 0,0 0 0 0 0,0 0 0 0 0,0 0 0 0 0,0 0-1 0 0,0 0 1 0 0,0 0 0 0 0,1 0 0 0 0,-2 2 0 0 0,9-2 426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1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266 212 2016 0 0,'11'-31'44'0'0,"-1"0"0"0"0,-2 0 0 0 0,6-42 0 0 0,-12 64 892 0 0,2-20 5011 0 0,-9 22-3056 0 0,-9 13-1479 0 0,10 0-1209 0 0,0-1 1 0 0,0 1 0 0 0,1 0 0 0 0,-1 0-1 0 0,1 0 1 0 0,1 1 0 0 0,-1-1 0 0 0,1 1 0 0 0,0-1-1 0 0,-1 12 1 0 0,-3 4-282 0 0,-82 343-1120 0 0,43-158 698 0 0,-33 166-1074 0 0,73-357 851 0 0,0 0-1 0 0,0 0 1 0 0,-15 27-1 0 0,11-28-2770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1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12 1840 0 0,'-15'16'627'0'0,"1"1"-1"0"0,1 0 1 0 0,0 1-1 0 0,2 0 1 0 0,0 1-1 0 0,1 0 1 0 0,1 1-1 0 0,-13 39 1 0 0,19-39-388 0 0,4-20-223 0 0,-1 1 0 0 0,0-1 0 0 0,0 0 0 0 0,0 0 0 0 0,0 0 0 0 0,1 1 0 0 0,-1-1 0 0 0,0 0 0 0 0,0 0 0 0 0,0 0 0 0 0,0 0 0 0 0,1 0 0 0 0,-1 1-1 0 0,0-1 1 0 0,0 0 0 0 0,1 0 0 0 0,-1 0 0 0 0,0 0 0 0 0,0 0 0 0 0,1 0 0 0 0,-1 0 0 0 0,0 0 0 0 0,0 0 0 0 0,1 0 0 0 0,-1 0 0 0 0,0 0 0 0 0,0 0 0 0 0,0 0 0 0 0,1 0 0 0 0,-1 0 0 0 0,0 0 0 0 0,0 0 0 0 0,1 0 0 0 0,-1 0 0 0 0,0-1 0 0 0,0 1-1 0 0,1 0 1 0 0,-1 0 0 0 0,3-2 30 0 0,0 0 0 0 0,0 0 0 0 0,0 0 0 0 0,0-1 0 0 0,-1 1 0 0 0,1-1 1 0 0,3-4-1 0 0,123-185-352 0 0,-128 190 268 0 0,0 0 293 0 0,0 1 1 0 0,1-1-1 0 0,-1 0 0 0 0,1 0 0 0 0,-1 0 0 0 0,1 1 0 0 0,0-1 0 0 0,0 1 0 0 0,3-3 1 0 0,2 8 1724 0 0,-1 14-1009 0 0,21 119-2000 0 0,-20-111-3664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3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5985 0 0,'-1'4'4897'0'0,"9"6"-2476"0"0,11 9-980 0 0,-6-7-936 0 0,-1 2-1 0 0,0 0 0 0 0,-1 0 0 0 0,0 1 0 0 0,-1 0 1 0 0,11 24-1 0 0,39 106-301 0 0,-38-87 68 0 0,56 160-319 0 0,-41-112-2127 0 0,-25-69-3820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2:04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66 920 0 0,'6'-32'1658'0'0,"-3"-1"5317"0"0,-6 93-5076 0 0,-17 91 1 0 0,2-19-273 0 0,15-104-1723 0 0,2-27 61 0 0,1-2 4 0 0,1-15 1 0 0,1-19 57 0 0,0-6 173 0 0,11-57-1 0 0,-11 87-168 0 0,0 0 0 0 0,1 0 0 0 0,1 0 0 0 0,0 1 0 0 0,0 0 0 0 0,1-1 0 0 0,0 2 0 0 0,1-1 0 0 0,0 1 0 0 0,9-10 0 0 0,-14 17 34 0 0,1 0 0 0 0,0 0 0 0 0,0 1 0 0 0,0-1 0 0 0,0 1 0 0 0,0-1 0 0 0,0 1 0 0 0,1 0 1 0 0,-1 0-1 0 0,0 0 0 0 0,1 0 0 0 0,-1 1 0 0 0,1-1 0 0 0,-1 0 0 0 0,1 1 0 0 0,4-1 0 0 0,-2 1 88 0 0,1 1-1 0 0,-1-1 1 0 0,0 1 0 0 0,1 0-1 0 0,-1 0 1 0 0,0 1 0 0 0,8 3-1 0 0,2 2-53 0 0,0 0 0 0 0,-1 1 0 0 0,0 1 0 0 0,16 14 0 0 0,18 15-1923 0 0,-18-16-4158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530 23 8754 0 0,'-5'-3'477'0'0,"0"0"1"0"0,0 0 0 0 0,0 1-1 0 0,0-1 1 0 0,-1 1-1 0 0,1 1 1 0 0,-1-1-1 0 0,1 1 1 0 0,-1 0-1 0 0,1 0 1 0 0,-1 1 0 0 0,-8-1-1 0 0,5 2-131 0 0,0 0 0 0 0,0 1 0 0 0,1-1 1 0 0,-1 2-1 0 0,1-1 0 0 0,0 1 0 0 0,-12 6 0 0 0,2 0-87 0 0,1 2 0 0 0,1 0 0 0 0,0 0 0 0 0,0 2 0 0 0,1 0 0 0 0,-19 22 0 0 0,11-9-86 0 0,2 2 0 0 0,0 0-1 0 0,2 1 1 0 0,1 0 0 0 0,2 2 0 0 0,1 0 0 0 0,1 1-1 0 0,2 0 1 0 0,1 1 0 0 0,-9 45 0 0 0,0 33 11 0 0,5 1 0 0 0,5 0 0 0 0,5 1 0 0 0,5 0 0 0 0,5-1 0 0 0,23 139 0 0 0,16-43-427 0 0,-7-40-26 0 0,-36-162-111 0 0,1 1-1 0 0,-2-1 1 0 0,1 1 0 0 0,-1 0 0 0 0,0-1 0 0 0,0 1-1 0 0,-1-1 1 0 0,1 1 0 0 0,-2-1 0 0 0,-2 13 0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1 452 3225 0 0,'1'-11'506'0'0,"2"-1"0"0"0,-1 1 0 0 0,1-1 1 0 0,1 1-1 0 0,0 0 0 0 0,1 0 0 0 0,0 1 0 0 0,0-1 1 0 0,1 1-1 0 0,1 0 0 0 0,14-17 0 0 0,-11 16 135 0 0,0 1 0 0 0,1 0-1 0 0,0 1 1 0 0,1 0 0 0 0,22-12-1 0 0,70-30 2021 0 0,-37 19-1549 0 0,140-63 109 0 0,-164 78-2420 0 0,58-12 0 0 0,-53 18 207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 36 10138 0 0,'0'-3'261'0'0,"0"1"0"0"0,-1-1 0 0 0,1 0-1 0 0,-1 1 1 0 0,1-1 0 0 0,-1 1 0 0 0,0-1-1 0 0,0 1 1 0 0,0-1 0 0 0,0 1 0 0 0,-3-3 0 0 0,4 4-178 0 0,0 1 1 0 0,-1 0 0 0 0,1 0 0 0 0,0 0 0 0 0,-1-1 0 0 0,1 1-1 0 0,0 0 1 0 0,-1 0 0 0 0,1 0 0 0 0,0 0 0 0 0,-1-1 0 0 0,1 1-1 0 0,0 0 1 0 0,-1 0 0 0 0,1 0 0 0 0,-1 0 0 0 0,1 0 0 0 0,0 0 0 0 0,-1 0-1 0 0,1 0 1 0 0,-1 0 0 0 0,1 0 0 0 0,0 0 0 0 0,-1 1 0 0 0,1-1-1 0 0,0 0 1 0 0,-1 0 0 0 0,0 0 0 0 0,-13 16 1333 0 0,-6 16-1114 0 0,1 0 0 0 0,2 1 1 0 0,2 1-1 0 0,1 0 0 0 0,1 1 1 0 0,3 1-1 0 0,0 0 0 0 0,-5 47 1 0 0,13-65-180 0 0,2 1 0 0 0,0-1 1 0 0,1 0-1 0 0,1 0 0 0 0,0 1 1 0 0,2-1-1 0 0,0-1 0 0 0,7 19 1 0 0,-8-27-330 0 0,0 0-1 0 0,1 1 1 0 0,0-2 0 0 0,1 1-1 0 0,0 0 1 0 0,0-1 0 0 0,1 0-1 0 0,0 0 1 0 0,0-1 0 0 0,1 1-1 0 0,0-1 1 0 0,0-1 0 0 0,1 0-1 0 0,0 0 1 0 0,0 0 0 0 0,13 6-1 0 0,-2-5-6186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 11058 0 0,'1'-1'143'0'0,"-1"-1"-1"0"0,1 0 0 0 0,0 1 1 0 0,0-1-1 0 0,0 1 0 0 0,0-1 1 0 0,0 1-1 0 0,0 0 0 0 0,0-1 1 0 0,1 1-1 0 0,-1 0 0 0 0,0 0 1 0 0,1 0-1 0 0,-1 0 0 0 0,1 0 1 0 0,-1 0-1 0 0,1 0 0 0 0,2-1 1 0 0,31-13 2057 0 0,-32 15-2077 0 0,0-1-1 0 0,0 1 1 0 0,0 0-1 0 0,0 0 0 0 0,-1 0 1 0 0,1 0-1 0 0,0 0 1 0 0,0 0-1 0 0,0 1 0 0 0,0-1 1 0 0,-1 1-1 0 0,1 0 0 0 0,0 0 1 0 0,-1 0-1 0 0,1 0 1 0 0,0 1-1 0 0,-1-1 0 0 0,1 1 1 0 0,-1-1-1 0 0,0 1 1 0 0,0 0-1 0 0,0 0 0 0 0,0 0 1 0 0,0 0-1 0 0,0 0 1 0 0,0 1-1 0 0,0-1 0 0 0,-1 0 1 0 0,1 1-1 0 0,-1-1 1 0 0,0 1-1 0 0,0 0 0 0 0,0-1 1 0 0,1 5-1 0 0,2 5 14 0 0,-1-1 0 0 0,-1 1 1 0 0,1 0-1 0 0,-2-1 0 0 0,0 1 0 0 0,0 0 0 0 0,-2 13 1 0 0,-2 1-18 0 0,-1-1 0 0 0,-1 1 1 0 0,-2-1-1 0 0,-17 44 1 0 0,-4 2-2738 0 0,19-51 1018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1 133 3169 0 0,'33'-45'145'0'0,"0"2"1644"0"0,-29 36-574 0 0,0 0 0 0 0,0 0 0 0 0,0 0 0 0 0,-1-10 4403 0 0,-10 32-1237 0 0,2 16-3890 0 0,1 1 0 0 0,1 62 0 0 0,3-75-319 0 0,2-1 0 0 0,0 1-1 0 0,1-1 1 0 0,1 0 0 0 0,0 0-1 0 0,14 32 1 0 0,-16-46-285 0 0,0 0 0 0 0,0 0 1 0 0,0 0-1 0 0,1 0 0 0 0,0 0 1 0 0,0 0-1 0 0,3 3 0 0 0,-5-6-24 0 0,1 0 0 0 0,-1 0-1 0 0,0 0 1 0 0,1 0 0 0 0,-1 0-1 0 0,1 0 1 0 0,-1-1 0 0 0,1 1 0 0 0,0 0-1 0 0,-1-1 1 0 0,1 1 0 0 0,-1-1-1 0 0,1 0 1 0 0,0 1 0 0 0,0-1-1 0 0,-1 0 1 0 0,1 0 0 0 0,0 0 0 0 0,-1 0-1 0 0,1 0 1 0 0,0-1 0 0 0,1 0-1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46 456 0 0,'-1'-8'-1133'0'0,"6"-30"14626"0"0,-4 38-13315 0 0,15 8 1774 0 0,3 8-981 0 0,0 1 1 0 0,-1 1 0 0 0,-2 1-1 0 0,0 0 1 0 0,0 1 0 0 0,17 31-1 0 0,-24-34-878 0 0,-1 0 0 0 0,0 1 0 0 0,-1-1 0 0 0,-1 2-1 0 0,0-1 1 0 0,-2 0 0 0 0,0 1 0 0 0,-1 0 0 0 0,-1 0 0 0 0,-1 0 0 0 0,-2 34-1 0 0,-3-10-555 0 0,-3 0 0 0 0,-1 0-1 0 0,-2 0 1 0 0,-17 43-1 0 0,13-46-6925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 11522 0 0,'12'-2'6138'0'0,"22"-3"-6617"0"0,-26 4-600 0 0,0-1 0 0 0,-1 1 0 0 0,1 0 0 0 0,0 1-1 0 0,0 0 1 0 0,0 0 0 0 0,0 1 0 0 0,0 0 0 0 0,-1 0 0 0 0,1 1 0 0 0,8 2 0 0 0,-6 1 920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0 456 0 0,'-9'23'711'0'0,"8"-20"284"0"0,0-1-1 0 0,0 1 1 0 0,1 0-1 0 0,0 0 1 0 0,-1 0 0 0 0,1-1-1 0 0,0 1 1 0 0,0 0-1 0 0,1 4 1 0 0,-1-6-638 0 0,1 0 0 0 0,-1 1 0 0 0,0-1 0 0 0,1 0 0 0 0,0 1 0 0 0,-1-1 0 0 0,1 0 0 0 0,0 0 1 0 0,-1 0-1 0 0,1 0 0 0 0,0 0 0 0 0,0 1 0 0 0,0-1 0 0 0,0-1 0 0 0,0 1 0 0 0,0 0 0 0 0,0 0 0 0 0,1 0 0 0 0,0 0 0 0 0,25 6-4632 0 0,-2-7 135 0 0,-12-3 1999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36 5529 0 0,'21'-33'524'0'0,"-19"30"-566"0"0,-15 20 268 0 0,-2 2 2160 0 0,1 1 0 0 0,1 0 0 0 0,1 1 0 0 0,-17 42 0 0 0,7 9-839 0 0,-70 405 1224 0 0,82-365-2892 0 0,1 3-2573 0 0,-6-41-3812 0 0,3-38 1752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208 88 7834 0 0,'-37'18'2536'0'0,"0"2"1"0"0,2 1-1 0 0,-59 45 1 0 0,93-66-2499 0 0,1 0 0 0 0,0 1 0 0 0,0-1 0 0 0,0 0 0 0 0,-1 0 0 0 0,1 0 0 0 0,0 0 0 0 0,0 0 0 0 0,0 0 0 0 0,0 0 1 0 0,-1 0-1 0 0,1 0 0 0 0,0 1 0 0 0,0-1 0 0 0,0 0 0 0 0,0 0 0 0 0,-1 0 0 0 0,1 0 0 0 0,0 1 0 0 0,0-1 0 0 0,0 0 0 0 0,0 0 0 0 0,0 0 0 0 0,0 1 0 0 0,0-1 0 0 0,0 0 0 0 0,0 0 1 0 0,0 0-1 0 0,-1 1 0 0 0,1-1 0 0 0,0 0 0 0 0,0 0 0 0 0,0 0 0 0 0,0 1 0 0 0,0-1 0 0 0,1 0 0 0 0,-1 0 0 0 0,0 0 0 0 0,0 1 0 0 0,0-1 0 0 0,0 0 0 0 0,0 0 0 0 0,0 0 0 0 0,0 1 1 0 0,0-1-1 0 0,1 0 0 0 0,11 2 902 0 0,20-5-318 0 0,-31 3-604 0 0,461-38 1170 0 0,-291 33-1078 0 0,823-45 160 0 0,-358-47-462 0 0,-438 71-849 0 0,-113 23-5232 0 0,-46 2-368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14283 0 0,'0'-1'101'0'0,"1"1"1"0"0,-1 0-1 0 0,0 0 0 0 0,0-1 1 0 0,0 1-1 0 0,1 0 0 0 0,-1 0 1 0 0,0 0-1 0 0,1-1 0 0 0,-1 1 0 0 0,0 0 1 0 0,0 0-1 0 0,1 0 0 0 0,-1 0 1 0 0,0 0-1 0 0,1-1 0 0 0,-1 1 1 0 0,0 0-1 0 0,1 0 0 0 0,-1 0 1 0 0,0 0-1 0 0,1 0 0 0 0,-1 0 0 0 0,0 0 1 0 0,1 0-1 0 0,-1 0 0 0 0,0 0 1 0 0,1 0-1 0 0,-1 0 0 0 0,0 1 1 0 0,0-1-1 0 0,1 0 0 0 0,-1 0 1 0 0,0 0-1 0 0,1 0 0 0 0,-1 0 0 0 0,0 1 1 0 0,1-1-1 0 0,6 15 1320 0 0,0 20-509 0 0,2 352 542 0 0,-3-54-518 0 0,5-157-4666 0 0,-10-147-3310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73 6913 0 0,'-9'3'313'0'0,"5"-3"1"0"0,0 1 0 0 0,0 0 0 0 0,0 0-1 0 0,0 0 1 0 0,0 0 0 0 0,0 1 0 0 0,0 0 0 0 0,1 0 0 0 0,-1 0-1 0 0,-3 3 1 0 0,8-4-9 0 0,1-1 0 0 0,-1 0 0 0 0,1 1 0 0 0,0-1 0 0 0,0 0 0 0 0,-1 0 0 0 0,1 0 0 0 0,0 0 0 0 0,-1 0 0 0 0,1 0 0 0 0,0 0 0 0 0,-1-1 1 0 0,4 0-1 0 0,255-49 5057 0 0,-52 14-7420 0 0,-177 29-4537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0 9218 0 0,'-2'3'355'0'0,"-1"-1"0"0"0,1 0 0 0 0,0 1 0 0 0,0-1 0 0 0,1 1 0 0 0,-1-1 0 0 0,0 1 0 0 0,1 0 0 0 0,0 0 0 0 0,-1 0 0 0 0,1 0 0 0 0,0 0 0 0 0,1 0 0 0 0,-1 0-1 0 0,0 0 1 0 0,1 0 0 0 0,0 0 0 0 0,0 0 0 0 0,0 1 0 0 0,0 3 0 0 0,1 13 538 0 0,1 0 0 0 0,5 22 0 0 0,-3-20-113 0 0,6 49 67 0 0,28 142-2561 0 0,-29-176-5227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64 236 8754 0 0,'-3'2'1456'0'0,"2"-1"-1274"0"0,1-1 0 0 0,0 1 0 0 0,0-1 0 0 0,-1 1 0 0 0,1-1 0 0 0,0 1 0 0 0,0-1 0 0 0,0 1 1 0 0,-1-1-1 0 0,1 1 0 0 0,0-1 0 0 0,0 1 0 0 0,0-1 0 0 0,0 1 0 0 0,0-1 0 0 0,0 1 0 0 0,0-1 0 0 0,0 1 0 0 0,0-1 0 0 0,0 1 0 0 0,1-1 0 0 0,-1 1 0 0 0,0-1 0 0 0,0 1 0 0 0,1 0 0 0 0,17 9 2247 0 0,26-3-802 0 0,-43-7-1537 0 0,20 2 489 0 0,-1-2 0 0 0,1 0 0 0 0,-1-2 0 0 0,40-7 0 0 0,-43 5-609 0 0,0-1-1 0 0,-1-1 0 0 0,1-1 0 0 0,-1 0 1 0 0,-1-1-1 0 0,0 0 0 0 0,0-2 0 0 0,0 1 0 0 0,-1-2 1 0 0,13-12-1 0 0,-21 17 279 0 0,3-1-1021 0 0,-1-1 1 0 0,0 0 0 0 0,0 0-1 0 0,-1-1 1 0 0,10-15-1 0 0,-16 22 621 0 0,0 0-1 0 0,0 0 1 0 0,0 0-1 0 0,0 0 1 0 0,-1 0-1 0 0,1 0 1 0 0,-1 0-1 0 0,1 0 1 0 0,-1 0-1 0 0,0 0 1 0 0,0 0-1 0 0,0 0 1 0 0,0 0-1 0 0,0 0 1 0 0,0 0-1 0 0,0 0 0 0 0,-1 0 1 0 0,1-1-1 0 0,-1 1 1 0 0,0 0-1 0 0,0 1 1 0 0,1-1-1 0 0,-1 0 1 0 0,0 0-1 0 0,-1 0 1 0 0,1 0-1 0 0,0 1 1 0 0,0-1-1 0 0,-1 1 1 0 0,1-1-1 0 0,-1 1 1 0 0,1-1-1 0 0,-1 1 1 0 0,0 0-1 0 0,0 0 1 0 0,1 0-1 0 0,-4-1 1 0 0,0-2 210 0 0,0 1 1 0 0,0 1-1 0 0,-1-1 1 0 0,0 1-1 0 0,1 0 1 0 0,-1 0-1 0 0,0 1 1 0 0,0-1 0 0 0,0 1-1 0 0,0 1 1 0 0,0-1-1 0 0,0 1 1 0 0,-10 1-1 0 0,6 0-14 0 0,-1 1 1 0 0,1 1-1 0 0,0 0 0 0 0,0 0 0 0 0,0 1 0 0 0,1 0 1 0 0,-12 7-1 0 0,-9 8 228 0 0,0 1 0 0 0,2 2 0 0 0,-39 38 0 0 0,65-58-225 0 0,-15 15 463 0 0,1 0 0 0 0,0 2-1 0 0,1-1 1 0 0,1 2-1 0 0,1 0 1 0 0,1 0 0 0 0,1 1-1 0 0,-11 30 1 0 0,18-42-269 0 0,1 1 1 0 0,1 0-1 0 0,0 0 1 0 0,0 0-1 0 0,0 1 1 0 0,2-1-1 0 0,-1 0 1 0 0,1 1-1 0 0,2 15 1 0 0,0-19-146 0 0,-1 0 0 0 0,1-1 0 0 0,0 1 0 0 0,1-1 0 0 0,0 1 0 0 0,0-1 0 0 0,0 0 0 0 0,1 0 0 0 0,0 0 0 0 0,0-1 0 0 0,0 1 0 0 0,1-1 0 0 0,-1 0 0 0 0,1 0 0 0 0,9 6 0 0 0,-3-3-47 0 0,1-1 1 0 0,1 0-1 0 0,-1-1 0 0 0,1-1 1 0 0,0 0-1 0 0,0 0 1 0 0,1-1-1 0 0,-1-1 0 0 0,1 0 1 0 0,0-1-1 0 0,0-1 0 0 0,0 0 1 0 0,27-2-1 0 0,-11-1-166 0 0,1-1 0 0 0,-1-2 0 0 0,0-1 0 0 0,-1-2 0 0 0,39-15 0 0 0,0-8-1629 0 0,-25 5-3658 0 0,-5 3-1127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33 5529 0 0,'-26'16'479'0'0,"10"-9"1126"0"0,3-8 3634 0 0,13 1-5134 0 0,0-1 0 0 0,0 1 0 0 0,0 0 0 0 0,0-1 0 0 0,0 1 0 0 0,0-1 0 0 0,0 1-1 0 0,0-1 1 0 0,0 1 0 0 0,0 0 0 0 0,0-1 0 0 0,1 1 0 0 0,-1-1 0 0 0,0 1 0 0 0,0 0 0 0 0,1-1 0 0 0,-1 1 0 0 0,0 0 0 0 0,0-1 0 0 0,1 1 0 0 0,-1 0-1 0 0,0-1 1 0 0,1 1 0 0 0,-1 0 0 0 0,0 0 0 0 0,1-1 0 0 0,-1 1 0 0 0,0 0 0 0 0,1 0 0 0 0,-1 0 0 0 0,1-1 0 0 0,0 1 0 0 0,14-10 382 0 0,0 4-164 0 0,0 1 0 0 0,0 0 1 0 0,0 1-1 0 0,0 1 0 0 0,1 1 0 0 0,-1 0 0 0 0,1 0 0 0 0,-1 2 0 0 0,17 1 0 0 0,39-4-2281 0 0,-47 1-4571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68 3209 0 0,'-11'-4'-152'0'0,"-32"-22"15246"0"0,44 26-15012 0 0,10-3 1428 0 0,10 1-722 0 0,-19 3-744 0 0,1-1 0 0 0,0 1 0 0 0,0 0 0 0 0,-1 0 1 0 0,1 0-1 0 0,0 0 0 0 0,-1 0 0 0 0,1 0 0 0 0,-1 1 0 0 0,1-1 0 0 0,-1 1 0 0 0,0 0 0 0 0,0 0 0 0 0,0 0 1 0 0,0 0-1 0 0,0 0 0 0 0,2 3 0 0 0,-1 0-65 0 0,0 0 0 0 0,0 0 1 0 0,-1 0-1 0 0,0 0 0 0 0,0 1 1 0 0,0-1-1 0 0,-1 1 0 0 0,1 6 1 0 0,0 8-371 0 0,0 1 0 0 0,-2-1 1 0 0,-4 35-1 0 0,-7 22-805 0 0,5-49 899 0 0,-2 56 0 0 0,9-94-36 0 0,1 0 0 0 0,0 0-1 0 0,0 0 1 0 0,4-11 0 0 0,4-14-488 0 0,20-150-797 0 0,-17 60 3922 0 0,-12 112-588 0 0,-2 19 618 0 0,1 23-495 0 0,2-3-1632 0 0,2-1-1 0 0,0 0 0 0 0,2-1 1 0 0,1 1-1 0 0,10 23 1 0 0,-15-41-419 0 0,1 0 1 0 0,1-1-1 0 0,-1 1 1 0 0,1-1-1 0 0,0 1 1 0 0,1-1-1 0 0,-1-1 1 0 0,1 1-1 0 0,0-1 1 0 0,1 1-1 0 0,-1-1 1 0 0,1-1-1 0 0,0 1 1 0 0,1-1-1 0 0,-1 0 1 0 0,1-1-1 0 0,-1 1 1 0 0,1-1-1 0 0,0-1 1 0 0,0 1-1 0 0,11 2 1 0 0,3-2-6591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106 243 2304 0 0,'-9'3'528'0'0,"0"0"0"0"0,0 0 0 0 0,0 0 0 0 0,-8 6 0 0 0,8-5 365 0 0,1 0-1 0 0,-1 0 1 0 0,1-1 0 0 0,-11 3-1 0 0,65-21 3272 0 0,6-2-3091 0 0,50-1 175 0 0,1 5 0 0 0,125 0 1 0 0,-63 5-239 0 0,20-4 441 0 0,346-70 1 0 0,-357 39-1019 0 0,-36 7-1567 0 0,-45 15-4621 0 0,-59 14-1057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169 156 6913 0 0,'-83'36'2040'0'0,"-3"-9"5761"0"0,95-31-7549 0 0,0-1-1 0 0,-1 0 1 0 0,0 0-1 0 0,15-13 0 0 0,-3 3-202 0 0,151-105 232 0 0,-124 73 3196 0 0,-47 50-3452 0 0,-1 0 1 0 0,1-1-1 0 0,0 1 1 0 0,0-1-1 0 0,-1 1 0 0 0,2 0 1 0 0,-1-1-1 0 0,0 1 1 0 0,1 0-1 0 0,-1-1 1 0 0,1 1-1 0 0,1 3 0 0 0,11 40-412 0 0,-6-31-361 0 0,0 1 1 0 0,1-1-1 0 0,1 0 1 0 0,0-1 0 0 0,1 0-1 0 0,22 24 1 0 0,-14-19-5364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10 3225 0 0,'-9'-10'784'0'0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128 202 2304 0 0,'-13'6'292'0'0,"1"1"0"0"0,1 0 0 0 0,-1 0-1 0 0,1 1 1 0 0,1 0 0 0 0,-1 1-1 0 0,1 0 1 0 0,1 1 0 0 0,0 0-1 0 0,-9 12 1 0 0,17-16 1316 0 0,11-11-504 0 0,11-11 113 0 0,36-43 912 0 0,74-68 1183 0 0,-115 113-2806 0 0,-6 6-76 0 0,0-1-1 0 0,0 1 1 0 0,-1-1 0 0 0,0-1 0 0 0,-1 0-1 0 0,0 0 1 0 0,9-16 0 0 0,-20 34-121 0 0,1-1 0 0 0,0 1 0 0 0,0 0 1 0 0,0 0-1 0 0,1 0 0 0 0,0 0 0 0 0,1 15 1 0 0,5 71-318 0 0,-1-41 128 0 0,3 68-243 0 0,3 100-8 0 0,-11-170-2101 0 0,-1-1-1 0 0,-13 69 1 0 0,12-105 1277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3:04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76 108 1840 0 0,'-27'13'173'0'0,"-22"9"8528"0"0,113-42-1724 0 0,-1 3-3800 0 0,130-25-2264 0 0,-168 37-367 0 0,143-39-1111 0 0,-125 30-88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0.0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2 993 4145 0 0,'0'30'1510'0'0,"-1"-17"-599"0"0,1 1 0 0 0,0-1-1 0 0,6 18 2190 0 0,-6-31-3068 0 0,6-9 1025 0 0,2-11 11 0 0,7-34 1054 0 0,10-63-1 0 0,-15 63-1203 0 0,23-72 1 0 0,-13 76-755 0 0,1 0 0 0 0,3 2 0 0 0,2 1 0 0 0,59-80 0 0 0,-19 42 166 0 0,111-107 1 0 0,-163 176-370 0 0,2 2 1 0 0,0 0-1 0 0,1 0 1 0 0,32-18-1 0 0,-42 28 17 0 0,1 0-1 0 0,0 1 0 0 0,0 0 0 0 0,0 0 0 0 0,0 1 0 0 0,0 0 0 0 0,0 1 0 0 0,1 0 0 0 0,-1 0 0 0 0,1 0 0 0 0,-1 1 0 0 0,1 1 0 0 0,-1-1 0 0 0,15 4 0 0 0,10 5-768 0 0,0 1-1 0 0,-1 1 1 0 0,34 18-1 0 0,2 4-6006 0 0,-57-27 2167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0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47 2088 0 0,'-28'-18'1436'0'0,"24"15"-416"0"0,0 0 0 0 0,0 0 0 0 0,0 0-1 0 0,-1 0 1 0 0,1 1 0 0 0,-1 0 0 0 0,0 0 0 0 0,1 0 0 0 0,-1 0-1 0 0,0 1 1 0 0,-6-1 1007 0 0,11 3-1966 0 0,1 0 0 0 0,-1-1 0 0 0,1 1 0 0 0,0 0 0 0 0,-1 0 0 0 0,1-1 0 0 0,0 1 0 0 0,-1 0 0 0 0,1-1 0 0 0,0 1 0 0 0,0 0 1 0 0,0-1-1 0 0,-1 1 0 0 0,1-1 0 0 0,0 0 0 0 0,0 1 0 0 0,0-1 0 0 0,0 0 0 0 0,1 1 0 0 0,22 7-14 0 0,-21-7 83 0 0,35 9 127 0 0,0 2 1 0 0,-1 2-1 0 0,-1 1 1 0 0,0 2-1 0 0,-2 1 1 0 0,58 41 0 0 0,-67-40-91 0 0,0-1 1 0 0,38 20-1 0 0,-96-10 1604 0 0,17-14-1717 0 0,2 0 0 0 0,0 1-1 0 0,1 0 1 0 0,0 1-1 0 0,1 1 1 0 0,1 0-1 0 0,-10 21 1 0 0,-13 17-57 0 0,5-18 40 0 0,-3 5-631 0 0,17-12-5645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1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205 13 5065 0 0,'-1'-1'143'0'0,"0"0"-1"0"0,1 0 1 0 0,-1 0-1 0 0,0 1 1 0 0,0-1-1 0 0,1 0 1 0 0,-1 0-1 0 0,0 0 1 0 0,0 1 0 0 0,0-1-1 0 0,0 1 1 0 0,0-1-1 0 0,0 1 1 0 0,0-1-1 0 0,-1 1 1 0 0,1-1-1 0 0,0 1 1 0 0,0 0 0 0 0,0 0-1 0 0,0-1 1 0 0,0 1-1 0 0,-1 0 1 0 0,-1 0-1 0 0,0 1 108 0 0,0-1 0 0 0,0 1 0 0 0,0 0 0 0 0,0 0 0 0 0,0 0-1 0 0,0 0 1 0 0,1 1 0 0 0,-6 2 0 0 0,0 2 122 0 0,0 0 0 0 0,1 0 1 0 0,0 0-1 0 0,0 1 0 0 0,-7 8 0 0 0,2 2-228 0 0,1 1 1 0 0,0-1-1 0 0,1 2 0 0 0,1-1 0 0 0,1 2 1 0 0,1-1-1 0 0,0 1 0 0 0,1 0 0 0 0,2 0 1 0 0,0 0-1 0 0,-2 42 0 0 0,5-59-152 0 0,1-1 0 0 0,0 0 0 0 0,0 1 0 0 0,0-1 0 0 0,0 1 0 0 0,0-1 0 0 0,1 1 0 0 0,-1-1 0 0 0,1 0 0 0 0,-1 1 0 0 0,1-1 0 0 0,0 0 0 0 0,0 1 0 0 0,0-1 0 0 0,0 0 0 0 0,0 0 0 0 0,1 0 0 0 0,-1 0 0 0 0,1 0 0 0 0,-1 0 0 0 0,1-1 0 0 0,0 1 0 0 0,0 0 0 0 0,-1-1 0 0 0,1 1 0 0 0,0-1 0 0 0,1 0 0 0 0,-1 1 0 0 0,0-1 0 0 0,0 0 0 0 0,0 0 0 0 0,1-1 0 0 0,-1 1 0 0 0,0 0 0 0 0,1-1-1 0 0,-1 0 1 0 0,1 1 0 0 0,3-1 0 0 0,1 0-86 0 0,0-1-1 0 0,0 0 0 0 0,0-1 0 0 0,0 1 1 0 0,0-1-1 0 0,0 0 0 0 0,0-1 1 0 0,-1 0-1 0 0,1 0 0 0 0,-1 0 0 0 0,0-1 1 0 0,7-5-1 0 0,-2 1-63 0 0,-1-2 0 0 0,0 1 0 0 0,0-1 0 0 0,-1-1-1 0 0,0 0 1 0 0,-1 0 0 0 0,-1-1 0 0 0,1 0 0 0 0,5-14 0 0 0,4-14 561 0 0,19-67 0 0 0,-6 15 2123 0 0,-31 97-2076 0 0,1-1 0 0 0,0 1 0 0 0,0 0 1 0 0,0-1-1 0 0,0 1 0 0 0,1 0 0 0 0,2 7 1 0 0,-1-1-402 0 0,1 1 0 0 0,0-1 0 0 0,1-1 0 0 0,0 1 1 0 0,1-1-1 0 0,8 15 0 0 0,-4-13 5 0 0,1 0 0 0 0,1 0 0 0 0,0-1 0 0 0,0 0 0 0 0,24 16 0 0 0,-28-22-313 0 0,0 0-1 0 0,1-1 0 0 0,0 1 0 0 0,0-2 0 0 0,0 1 0 0 0,1-1 0 0 0,-1 0 1 0 0,1-1-1 0 0,0 0 0 0 0,-1 0 0 0 0,15 0 0 0 0,-6-3-963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1.8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96 5985 0 0,'0'-2'254'0'0,"-1"1"-1"0"0,1-1 0 0 0,0 1 1 0 0,0-1-1 0 0,-1 1 1 0 0,1-1-1 0 0,0 0 0 0 0,1 1 1 0 0,-1-1-1 0 0,0 1 1 0 0,0-1-1 0 0,1 1 0 0 0,-1-1 1 0 0,1 1-1 0 0,-1-1 0 0 0,1 1 1 0 0,0-1-1 0 0,-1 1 1 0 0,1-1-1 0 0,0 1 0 0 0,1-2 1 0 0,-1 3-172 0 0,-1-1 1 0 0,0 1 0 0 0,1-1-1 0 0,-1 1 1 0 0,1-1 0 0 0,-1 1-1 0 0,1-1 1 0 0,-1 1 0 0 0,1-1-1 0 0,-1 1 1 0 0,1 0 0 0 0,0 0-1 0 0,-1-1 1 0 0,1 1 0 0 0,-1 0-1 0 0,1 0 1 0 0,0-1 0 0 0,-1 1-1 0 0,1 0 1 0 0,0 0 0 0 0,-1 0-1 0 0,1 0 1 0 0,0 0 0 0 0,-1 0-1 0 0,1 0 1 0 0,0 0 0 0 0,-1 0-1 0 0,1 1 1 0 0,-1-1 0 0 0,1 0-1 0 0,0 0 1 0 0,-1 0 0 0 0,1 1-1 0 0,-1-1 1 0 0,1 0 0 0 0,0 1-1 0 0,-1-1 1 0 0,1 1 0 0 0,-1-1-1 0 0,1 0 1 0 0,-1 1 0 0 0,0-1-1 0 0,1 1 1 0 0,-1-1 0 0 0,1 1-1 0 0,-1-1 1 0 0,0 1-1 0 0,1 0 1 0 0,-1-1 0 0 0,0 1-1 0 0,0-1 1 0 0,1 1 0 0 0,-1 0-1 0 0,0 0 1 0 0,5 11 278 0 0,-1 0-1 0 0,-1 0 1 0 0,0 0-1 0 0,0 0 0 0 0,-1 0 1 0 0,1 22-1 0 0,-2-20-396 0 0,0-1-1 0 0,1 1 0 0 0,0 0 1 0 0,2-1-1 0 0,5 17 0 0 0,-9-29-20 0 0,0-1-1 0 0,0 0 1 0 0,0 1 0 0 0,0-1-1 0 0,0 0 1 0 0,0 1 0 0 0,1-1-1 0 0,-1 0 1 0 0,0 1-1 0 0,0-1 1 0 0,0 0 0 0 0,0 1-1 0 0,1-1 1 0 0,-1 0-1 0 0,0 0 1 0 0,0 1 0 0 0,0-1-1 0 0,1 0 1 0 0,-1 0 0 0 0,0 0-1 0 0,0 1 1 0 0,1-1-1 0 0,-1 0 1 0 0,0 0 0 0 0,1 0-1 0 0,-1 0 1 0 0,0 0-1 0 0,1 1 1 0 0,-1-1 0 0 0,0 0-1 0 0,0 0 1 0 0,1 0 0 0 0,-1 0-1 0 0,0 0 1 0 0,1 0-1 0 0,-1 0 1 0 0,0 0 0 0 0,1 0-1 0 0,-1 0 1 0 0,0 0-1 0 0,1-1 1 0 0,9-12-1382 0 0,4-24 430 0 0,-14 36 990 0 0,9-28 62 0 0,1 0 0 0 0,19-36 0 0 0,-24 56-9 0 0,0 0 1 0 0,0 0 0 0 0,1 1-1 0 0,0 0 1 0 0,0 0 0 0 0,1 0-1 0 0,0 1 1 0 0,1 0-1 0 0,-1 1 1 0 0,18-12 0 0 0,-24 17 24 0 0,1 0 1 0 0,0 1 0 0 0,-1-1 0 0 0,1 0 0 0 0,0 1-1 0 0,0-1 1 0 0,0 1 0 0 0,-1-1 0 0 0,1 1 0 0 0,0 0-1 0 0,0 0 1 0 0,0 0 0 0 0,0 0 0 0 0,0 0 0 0 0,0 0-1 0 0,-1 1 1 0 0,1-1 0 0 0,0 1 0 0 0,0-1 0 0 0,0 1-1 0 0,-1 0 1 0 0,1-1 0 0 0,0 1 0 0 0,-1 0 0 0 0,1 0-1 0 0,0 0 1 0 0,-1 0 0 0 0,1 1 0 0 0,-1-1 0 0 0,0 0-1 0 0,1 1 1 0 0,-1-1 0 0 0,0 1 0 0 0,0-1 0 0 0,0 1 0 0 0,0-1-1 0 0,0 1 1 0 0,1 2 0 0 0,4 9 145 0 0,0 0 0 0 0,0 0-1 0 0,6 28 1 0 0,-8-27-740 0 0,0-1 239 0 0,15 39-2953 0 0,-11-37 2099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2.2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 52 6913 0 0,'7'-6'567'0'0,"0"0"-1"0"0,-1-1 0 0 0,0 1 0 0 0,-1-1 0 0 0,9-13 0 0 0,-26 36 4477 0 0,-18 24-3610 0 0,26-35-1245 0 0,0 1 0 0 0,1 0 0 0 0,0 1 1 0 0,0-1-1 0 0,0 0 0 0 0,-3 14 0 0 0,6-17-168 0 0,0-1 1 0 0,0 0-1 0 0,0 1 0 0 0,0-1 1 0 0,0 0-1 0 0,0 1 0 0 0,1-1 1 0 0,0 0-1 0 0,-1 0 0 0 0,1 0 1 0 0,0 1-1 0 0,0-1 1 0 0,0 0-1 0 0,0 0 0 0 0,0 0 1 0 0,1 0-1 0 0,-1-1 0 0 0,0 1 1 0 0,1 0-1 0 0,0 0 1 0 0,-1-1-1 0 0,1 1 0 0 0,0-1 1 0 0,3 3-1 0 0,6 2-222 0 0,-1 0 0 0 0,1-1 0 0 0,0 0-1 0 0,1 0 1 0 0,-1-1 0 0 0,1-1 0 0 0,0 0 0 0 0,17 2 0 0 0,39 11-1242 0 0,-67-15 1422 0 0,0-1 0 0 0,0 0 0 0 0,0 1 0 0 0,1-1 0 0 0,-1 1 0 0 0,0-1 0 0 0,0 1 0 0 0,0-1 0 0 0,0 1 0 0 0,0 0 0 0 0,-1-1 0 0 0,1 1 1 0 0,0 0-1 0 0,0 0 0 0 0,0 0 0 0 0,-1 0 0 0 0,1 0 0 0 0,0 0 0 0 0,-1 0 0 0 0,1 0 0 0 0,-1 0 0 0 0,1 0 0 0 0,-1 0 0 0 0,1 1 0 0 0,-1 0 62 0 0,0 0-1 0 0,0 0 1 0 0,0 0-1 0 0,0 0 0 0 0,-1 0 1 0 0,1 0-1 0 0,-1 0 1 0 0,1 0-1 0 0,-1-1 0 0 0,0 1 1 0 0,1 0-1 0 0,-1 0 1 0 0,-2 2-1 0 0,-4 6 438 0 0,-1 0-1 0 0,0 0 1 0 0,-16 14 0 0 0,19-18-330 0 0,-15 13-262 0 0,0 0 0 0 0,-1-2 0 0 0,-25 17 0 0 0,30-25-5981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2.8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0 105 4609 0 0,'24'-23'11869'0'0,"-18"36"-10866"0"0,11 78 1459 0 0,-13-62-2224 0 0,1-1 0 0 0,13 39 0 0 0,-15-59-256 0 0,0 0-1 0 0,0 0 0 0 0,1 0 1 0 0,1 0-1 0 0,-1-1 0 0 0,1 0 1 0 0,0 0-1 0 0,1 0 1 0 0,0 0-1 0 0,0-1 0 0 0,0 0 1 0 0,9 6-1 0 0,-12-9-29 0 0,0-1 0 0 0,0 0 1 0 0,0-1-1 0 0,0 1 0 0 0,0 0 0 0 0,0-1 1 0 0,0 0-1 0 0,0 0 0 0 0,0 0 0 0 0,1 0 1 0 0,-1 0-1 0 0,0-1 0 0 0,1 1 0 0 0,-1-1 1 0 0,1 0-1 0 0,-1 0 0 0 0,1 0 0 0 0,-1-1 1 0 0,0 1-1 0 0,1-1 0 0 0,-1 0 0 0 0,0 0 0 0 0,1 0 1 0 0,-1 0-1 0 0,0 0 0 0 0,4-3 0 0 0,-2 1-19 0 0,-1 0 0 0 0,-1-1 0 0 0,1 1 0 0 0,0-1-1 0 0,-1 0 1 0 0,0 0 0 0 0,0 0 0 0 0,0 0 0 0 0,0 0-1 0 0,-1-1 1 0 0,0 1 0 0 0,0-1 0 0 0,0 1 0 0 0,0-1-1 0 0,-1 0 1 0 0,1 0 0 0 0,0-6 0 0 0,-1-5-84 0 0,-1 0-1 0 0,0 0 1 0 0,-1 0 0 0 0,-6-29-1 0 0,1-3-235 0 0,6 51 371 0 0,0 0 1 0 0,1 0-1 0 0,-1 1 1 0 0,1-1 0 0 0,-1 0-1 0 0,1 0 1 0 0,0 0 0 0 0,0 0-1 0 0,0 0 1 0 0,0 0 0 0 0,1 0-1 0 0,-1 0 1 0 0,1 0-1 0 0,0 0 1 0 0,0-1 0 0 0,0 1-1 0 0,0-1 1 0 0,0 1 0 0 0,3 1-1 0 0,0-1 63 0 0,0 1 0 0 0,0-1 0 0 0,0-1 0 0 0,0 1 0 0 0,0-1-1 0 0,1 0 1 0 0,-1 0 0 0 0,1 0 0 0 0,11 1 0 0 0,5-1 293 0 0,0-1-1 0 0,0 0 1 0 0,0-2 0 0 0,33-5 0 0 0,-49 5-190 0 0,0 0-1 0 0,-1 0 1 0 0,1 0-1 0 0,-1-1 1 0 0,1 0 0 0 0,-1 0-1 0 0,0 0 1 0 0,0-1-1 0 0,0 0 1 0 0,0 0 0 0 0,0 0-1 0 0,0-1 1 0 0,-1 1-1 0 0,0-1 1 0 0,1 0 0 0 0,-2 0-1 0 0,1-1 1 0 0,0 1-1 0 0,-1-1 1 0 0,0 0 0 0 0,5-10-1 0 0,-3 4-97 0 0,-1-1 0 0 0,0-1 0 0 0,-1 1 0 0 0,-1 0 0 0 0,0-1-1 0 0,0 1 1 0 0,-1-1 0 0 0,-2-25 0 0 0,0-6-4102 0 0,2 39 2642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3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1 324 2761 0 0,'5'0'328'0'0,"0"0"0"0"0,0 0 0 0 0,1-1 1 0 0,-1 0-1 0 0,0 0 0 0 0,0 0 1 0 0,0-1-1 0 0,0 0 0 0 0,0 0 0 0 0,0 0 1 0 0,-1 0-1 0 0,1-1 0 0 0,-1 0 1 0 0,1 0-1 0 0,6-6 0 0 0,1-2 1086 0 0,0 0 0 0 0,0-1 0 0 0,17-23 1 0 0,-23 25-1051 0 0,0 1 1 0 0,-1-1 0 0 0,0 0 0 0 0,-1 0-1 0 0,0 0 1 0 0,0-1 0 0 0,-1 0 0 0 0,3-17-1 0 0,-5 22-292 0 0,0 1 1 0 0,-1 0-1 0 0,1-1 0 0 0,-1 1 0 0 0,0-1 0 0 0,-1 1 1 0 0,1-1-1 0 0,-1 1 0 0 0,0 0 0 0 0,0-1 0 0 0,-1 1 0 0 0,0 0 1 0 0,0 0-1 0 0,0 0 0 0 0,0 0 0 0 0,-1 0 0 0 0,0 0 1 0 0,0 1-1 0 0,-4-6 0 0 0,7 10-56 0 0,-1 0 1 0 0,1-1-1 0 0,0 1 1 0 0,0 0-1 0 0,-1-1 1 0 0,1 1-1 0 0,0 0 0 0 0,-1 0 1 0 0,1-1-1 0 0,0 1 1 0 0,-1 0-1 0 0,1 0 1 0 0,0 0-1 0 0,-1-1 0 0 0,1 1 1 0 0,-1 0-1 0 0,1 0 1 0 0,0 0-1 0 0,-1 0 1 0 0,1 0-1 0 0,-1 0 0 0 0,1 0 1 0 0,0 0-1 0 0,-1 0 1 0 0,1 0-1 0 0,-1 0 1 0 0,1 0-1 0 0,0 0 0 0 0,-1 0 1 0 0,1 0-1 0 0,0 1 1 0 0,-1-1-1 0 0,1 0 1 0 0,-1 0-1 0 0,-7 15 35 0 0,2 19-478 0 0,8-24 399 0 0,-1-1 0 0 0,1 0 1 0 0,1 1-1 0 0,0-1 1 0 0,0 0-1 0 0,1 0 0 0 0,0-1 1 0 0,0 1-1 0 0,1-1 0 0 0,0 0 1 0 0,1 0-1 0 0,0-1 1 0 0,0 1-1 0 0,0-1 0 0 0,1-1 1 0 0,0 1-1 0 0,0-1 0 0 0,1 0 1 0 0,0-1-1 0 0,9 5 1 0 0,-5-3-249 0 0,0 0 0 0 0,1-1 0 0 0,0-1 1 0 0,0 0-1 0 0,0 0 0 0 0,1-2 0 0 0,19 4 1 0 0,-23-6-664 0 0,0 0 0 0 0,0-1 1 0 0,1 0-1 0 0,-1 0 0 0 0,20-5 1 0 0,-15 1-3462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3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1 154 6449 0 0,'0'0'96'0'0,"1"-1"-1"0"0,0 1 0 0 0,-1 0 0 0 0,1-1 1 0 0,0 1-1 0 0,-1 0 0 0 0,1 0 0 0 0,0 0 1 0 0,0 0-1 0 0,-1 0 0 0 0,1 0 0 0 0,0 0 1 0 0,0 0-1 0 0,-1 0 0 0 0,1 0 0 0 0,0 0 1 0 0,-1 1-1 0 0,1-1 0 0 0,0 0 0 0 0,-1 0 1 0 0,1 1-1 0 0,0-1 0 0 0,1 1 0 0 0,19 8 3255 0 0,-9-1-2769 0 0,-1 1-1 0 0,1 0 1 0 0,-1 1-1 0 0,-1 0 1 0 0,0 1-1 0 0,0 0 0 0 0,-1 0 1 0 0,-1 1-1 0 0,0 1 1 0 0,0-1-1 0 0,10 26 1 0 0,-16-35-476 0 0,-1 0 1 0 0,0 0-1 0 0,-1 0 0 0 0,1 0 1 0 0,-1 0-1 0 0,1 0 1 0 0,-1 1-1 0 0,0-1 1 0 0,0 0-1 0 0,0 0 1 0 0,-1 0-1 0 0,1 0 0 0 0,-1 0 1 0 0,1 0-1 0 0,-3 5 1 0 0,3-8-78 0 0,-1 1-1 0 0,1-1 1 0 0,0 0 0 0 0,0 0 0 0 0,-1 0-1 0 0,1 0 1 0 0,0 0 0 0 0,-1 0 0 0 0,1 0-1 0 0,0 0 1 0 0,0 0 0 0 0,-1 0 0 0 0,1 0 0 0 0,0 0-1 0 0,-1 0 1 0 0,1 0 0 0 0,0-1 0 0 0,0 1-1 0 0,-1 0 1 0 0,1 0 0 0 0,0 0 0 0 0,0 0-1 0 0,-1 0 1 0 0,1-1 0 0 0,0 1 0 0 0,0 0-1 0 0,0 0 1 0 0,-1 0 0 0 0,1-1 0 0 0,0 1 0 0 0,0 0-1 0 0,0 0 1 0 0,0-1 0 0 0,0 1 0 0 0,-1 0-1 0 0,1 0 1 0 0,0-1 0 0 0,0 1 0 0 0,0 0-1 0 0,0 0 1 0 0,0-1 0 0 0,0 1 0 0 0,0-1 0 0 0,-5-12 355 0 0,4 2-305 0 0,1 0 0 0 0,0 0 0 0 0,0-1 0 0 0,1 2 0 0 0,1-1 0 0 0,0 0 0 0 0,0 0 0 0 0,1 0 0 0 0,8-18 0 0 0,6-12-134 0 0,23-38 1 0 0,-39 77 47 0 0,20-35-1183 0 0,1 3-4060 0 0,1 2-1869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4.5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145 1 6913 0 0,'0'0'529'0'0,"-11"16"356"0"0,-6 10-135 0 0,1 0 0 0 0,2 1 0 0 0,1 1 0 0 0,0 0 0 0 0,3 1 1 0 0,-11 39-1 0 0,11-22-304 0 0,2 1 0 0 0,2 0 0 0 0,0 67 0 0 0,32 522 942 0 0,-26-629-1400 0 0,2 15-191 0 0,0 1 0 0 0,2-1 0 0 0,0 0 0 0 0,14 42 0 0 0,-12-55-517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5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121 223 2881 0 0,'1'-9'-27'0'0,"1"1"0"0"0,0-1 0 0 0,0 0 1 0 0,1 1-1 0 0,0-1 0 0 0,7-10 0 0 0,2-10-147 0 0,-12 29 247 0 0,1-1 0 0 0,-1 0 0 0 0,0 1 0 0 0,1-1 0 0 0,-1 0 0 0 0,0 1 0 0 0,1-1 1 0 0,-1 0-1 0 0,0 1 0 0 0,0-1 0 0 0,1 0 0 0 0,-1 0 0 0 0,0 1 0 0 0,0-1 0 0 0,0 0 0 0 0,0 0 0 0 0,0 1 0 0 0,0-1 0 0 0,0 0 0 0 0,-1 0 0 0 0,1 1 0 0 0,0-1 0 0 0,0 0 0 0 0,0 1 0 0 0,-1-1 0 0 0,1 0 0 0 0,0 1 0 0 0,-1-2 0 0 0,0 2 100 0 0,-1 0 0 0 0,1 0 0 0 0,0 1-1 0 0,0-1 1 0 0,0 0 0 0 0,0 1-1 0 0,0-1 1 0 0,0 0 0 0 0,0 1-1 0 0,0-1 1 0 0,0 1 0 0 0,0 0-1 0 0,0-1 1 0 0,0 1 0 0 0,-1 1 0 0 0,-37 35 2476 0 0,15-4-1713 0 0,1 0 1 0 0,-25 52-1 0 0,47-84-931 0 0,1-1 0 0 0,-1 1 0 0 0,1-1-1 0 0,0 1 1 0 0,-1-1 0 0 0,1 1 0 0 0,0-1 0 0 0,0 1 0 0 0,-1-1 0 0 0,1 1 0 0 0,0-1 0 0 0,0 1 0 0 0,0-1 0 0 0,0 1 0 0 0,-1-1-1 0 0,1 1 1 0 0,0 0 0 0 0,0-1 0 0 0,0 1 0 0 0,0-1 0 0 0,1 1 0 0 0,-1 0 0 0 0,0-1 0 0 0,0 1 0 0 0,0-1 0 0 0,1 1 0 0 0,11-3-77 0 0,19-18-289 0 0,-10-4 802 0 0,-1-1 1 0 0,23-36 0 0 0,-23 30 165 0 0,40-45 0 0 0,-53 68-373 0 0,1 0 0 0 0,-1 1-1 0 0,2 0 1 0 0,-1 1-1 0 0,1 0 1 0 0,0 0-1 0 0,0 1 1 0 0,0 0 0 0 0,1 0-1 0 0,10-3 1 0 0,-17 7-123 0 0,-1 1 0 0 0,0 0 0 0 0,1-1 0 0 0,-1 1 0 0 0,0 0 0 0 0,1 0 1 0 0,-1 0-1 0 0,0 0 0 0 0,0 1 0 0 0,1-1 0 0 0,-1 0 0 0 0,0 1 0 0 0,0 0 0 0 0,1 0 0 0 0,-1-1 1 0 0,0 1-1 0 0,0 1 0 0 0,0-1 0 0 0,0 0 0 0 0,0 0 0 0 0,0 1 0 0 0,-1-1 0 0 0,1 1 0 0 0,0-1 0 0 0,2 5 1 0 0,4 4 111 0 0,0 1 1 0 0,0 1 0 0 0,9 19 0 0 0,8 12-86 0 0,-2-18-1004 0 0,-6-10-4393 0 0,-2-4-1388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30 5961 0 0,'-2'0'256'0'0,"0"0"0"0"0,0 0-1 0 0,0 0 1 0 0,0 0-1 0 0,0 1 1 0 0,1-1 0 0 0,-1 1-1 0 0,0 0 1 0 0,0-1 0 0 0,1 1-1 0 0,-1 0 1 0 0,0 0-1 0 0,1 0 1 0 0,-1 0 0 0 0,1 0-1 0 0,-1 0 1 0 0,1 1 0 0 0,-2 1-1 0 0,0 0-80 0 0,1 0 0 0 0,0 1-1 0 0,0-1 1 0 0,0 0 0 0 0,1 1-1 0 0,-1 0 1 0 0,1-1 0 0 0,-2 7-1 0 0,0 5-34 0 0,1 1 0 0 0,1-1 1 0 0,0 23-1 0 0,1-33 64 0 0,0 34 148 0 0,3-1 1 0 0,0 1 0 0 0,3-1-1 0 0,1 0 1 0 0,2 0 0 0 0,22 59-1 0 0,-29-91-333 0 0,1 0 0 0 0,0-1 0 0 0,0 1 0 0 0,1-1-1 0 0,-1 0 1 0 0,1 0 0 0 0,0 0 0 0 0,1 0 0 0 0,-1-1 0 0 0,1 1-1 0 0,0-1 1 0 0,0 0 0 0 0,0-1 0 0 0,0 1 0 0 0,12 5 0 0 0,-13-8-19 0 0,0 0 1 0 0,0 0 0 0 0,-1 0 0 0 0,1 0 0 0 0,0 0-1 0 0,0-1 1 0 0,1 0 0 0 0,-1 0 0 0 0,0 0 0 0 0,0 0-1 0 0,0-1 1 0 0,0 1 0 0 0,0-1 0 0 0,0 0 0 0 0,-1 0-1 0 0,1-1 1 0 0,0 1 0 0 0,0-1 0 0 0,-1 0 0 0 0,1 0-1 0 0,-1 0 1 0 0,1 0 0 0 0,-1-1 0 0 0,0 1-1 0 0,0-1 1 0 0,3-3 0 0 0,2-3 93 0 0,-1 0 0 0 0,0 0 1 0 0,0 0-1 0 0,-1-1 0 0 0,0 0 0 0 0,0-1 0 0 0,-1 1 1 0 0,-1-1-1 0 0,0 0 0 0 0,3-11 0 0 0,1-14 434 0 0,6-66-1 0 0,-12 86-465 0 0,3-6-24 0 0,-5 22-36 0 0,0 0 0 0 0,0 0 0 0 0,0 0 0 0 0,0 0 0 0 0,0-1 0 0 0,1 1 0 0 0,-1 0 0 0 0,0 0-1 0 0,0 0 1 0 0,0 0 0 0 0,0 0 0 0 0,0 0 0 0 0,1 0 0 0 0,-1 0 0 0 0,0 0 0 0 0,0 0 0 0 0,0 0 0 0 0,1 0 0 0 0,-1 0 0 0 0,0 0 0 0 0,0 0 0 0 0,0 0 0 0 0,0 0 0 0 0,1 0 0 0 0,-1 0 0 0 0,0 0 0 0 0,0 0 0 0 0,0 0 0 0 0,0 0-1 0 0,0 0 1 0 0,1 0 0 0 0,-1 0 0 0 0,0 0 0 0 0,0 0 0 0 0,0 1 0 0 0,0-1 0 0 0,0 0 0 0 0,1 0 0 0 0,-1 0 0 0 0,0 0 0 0 0,0 0 0 0 0,0 0 0 0 0,0 1 0 0 0,0-1 0 0 0,0 0 0 0 0,0 0 0 0 0,0 0 0 0 0,0 0 0 0 0,0 1 0 0 0,1-1-1 0 0,14 38 144 0 0,-9-20-235 0 0,-3-12 79 0 0,-1 0 1 0 0,1-1 0 0 0,0 0-1 0 0,0 1 1 0 0,1-1 0 0 0,0-1-1 0 0,0 1 1 0 0,0 0 0 0 0,0-1-1 0 0,1 0 1 0 0,-1 0 0 0 0,1 0-1 0 0,0-1 1 0 0,0 1 0 0 0,1-1-1 0 0,-1 0 1 0 0,1-1 0 0 0,-1 1-1 0 0,1-1 1 0 0,0 0 0 0 0,0-1-1 0 0,0 1 1 0 0,0-1 0 0 0,0-1-1 0 0,0 1 1 0 0,0-1 0 0 0,1 0-1 0 0,-1 0 1 0 0,8-2 0 0 0,-6 1 90 0 0,1-1 1 0 0,0 0 0 0 0,-1-1-1 0 0,1 0 1 0 0,-1 0-1 0 0,0-1 1 0 0,0 0 0 0 0,0-1-1 0 0,-1 1 1 0 0,1-1 0 0 0,-1-1-1 0 0,0 1 1 0 0,-1-1 0 0 0,1-1-1 0 0,-1 1 1 0 0,-1-1 0 0 0,1 0-1 0 0,-1 0 1 0 0,8-15 0 0 0,-9 12 118 0 0,1-1 0 0 0,-2 0 0 0 0,0 0 1 0 0,0 0-1 0 0,-1-1 0 0 0,0 1 1 0 0,-1-1-1 0 0,0 1 0 0 0,-1-1 0 0 0,0 1 1 0 0,-1-1-1 0 0,0 1 0 0 0,-5-20 1 0 0,4 21-420 0 0,-1 0 1 0 0,-1 0-1 0 0,0 0 1 0 0,0 0-1 0 0,-1 1 0 0 0,0-1 1 0 0,-1 1-1 0 0,0 1 1 0 0,-8-11-1 0 0,5 8-3559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5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4609 0 0,'0'0'208'0'0,"8"16"1480"0"0,-1 0-676 0 0,-1 2 0 0 0,0-1 0 0 0,-1 0 0 0 0,-2 1 0 0 0,4 26 0 0 0,-1-7-342 0 0,-1-10-109 0 0,1 0 0 0 0,18 50 1 0 0,-19-66-527 0 0,0 0 0 0 0,0 0 1 0 0,1 0-1 0 0,1-1 0 0 0,0 0 0 0 0,0 0 1 0 0,1-1-1 0 0,0 0 0 0 0,12 10 0 0 0,-20-19-45 0 0,1 1-1 0 0,0 0 0 0 0,-1-1 1 0 0,1 1-1 0 0,0 0 1 0 0,0-1-1 0 0,-1 1 0 0 0,1-1 1 0 0,0 1-1 0 0,0-1 1 0 0,0 0-1 0 0,0 1 0 0 0,0-1 1 0 0,0 0-1 0 0,0 0 1 0 0,0 1-1 0 0,0-1 0 0 0,0 0 1 0 0,0 0-1 0 0,0 0 1 0 0,0 0-1 0 0,0 0 0 0 0,-1 0 1 0 0,1-1-1 0 0,0 1 1 0 0,0 0-1 0 0,0 0 0 0 0,0-1 1 0 0,0 1-1 0 0,0 0 1 0 0,0-1-1 0 0,0 1 0 0 0,0-1 1 0 0,-1 0-1 0 0,1 1 0 0 0,0-1 1 0 0,0 1-1 0 0,-1-1 1 0 0,1 0-1 0 0,0 0 0 0 0,-1 1 1 0 0,1-1-1 0 0,-1 0 1 0 0,1 0-1 0 0,-1 0 0 0 0,1-1 1 0 0,3-7-212 0 0,0 1-1 0 0,-1-1 1 0 0,0 0 0 0 0,1-11 0 0 0,1 2 407 0 0,3-9-90 0 0,1 1 0 0 0,2 0 0 0 0,0 0-1 0 0,2 1 1 0 0,1 1 0 0 0,19-27 0 0 0,-30 47-72 0 0,0 1-1 0 0,0 0 1 0 0,0 0-1 0 0,0 0 1 0 0,1 0-1 0 0,-1 1 1 0 0,1-1-1 0 0,4-1 1 0 0,-7 3-2 0 0,0 1 0 0 0,0-1 0 0 0,0 1 0 0 0,0-1 0 0 0,0 1 1 0 0,0 0-1 0 0,0 0 0 0 0,0-1 0 0 0,0 1 0 0 0,0 0 0 0 0,0 0 0 0 0,0 0 1 0 0,0 0-1 0 0,0 0 0 0 0,0 0 0 0 0,0 1 0 0 0,0-1 0 0 0,0 0 0 0 0,0 0 0 0 0,0 1 1 0 0,0-1-1 0 0,0 1 0 0 0,0-1 0 0 0,0 1 0 0 0,-1-1 0 0 0,1 1 0 0 0,0-1 1 0 0,0 1-1 0 0,0 0 0 0 0,-1-1 0 0 0,1 1 0 0 0,0 0 0 0 0,-1 0 0 0 0,1 0 0 0 0,-1 0 1 0 0,1-1-1 0 0,-1 1 0 0 0,2 2 0 0 0,16 48 978 0 0,-4-10-1909 0 0,-1-15-3067 0 0,0-6-1036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6.9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 63 4145 0 0,'-11'-26'240'0'0,"9"23"264"0"0,1 0 0 0 0,-1 0 1 0 0,-1 0-1 0 0,1 0 0 0 0,0 1 0 0 0,-1-1 1 0 0,1 1-1 0 0,-7-5 0 0 0,8 6-334 0 0,-1 0 1 0 0,0 0-1 0 0,0 0 0 0 0,1 1 0 0 0,-1-1 0 0 0,0 1 1 0 0,0-1-1 0 0,0 1 0 0 0,0-1 0 0 0,0 1 0 0 0,0 0 1 0 0,0 0-1 0 0,0 0 0 0 0,0 0 0 0 0,0 0 0 0 0,0 0 1 0 0,0 1-1 0 0,0-1 0 0 0,1 1 0 0 0,-1-1 0 0 0,0 1 1 0 0,0 0-1 0 0,0 0 0 0 0,0 0 0 0 0,1 0 0 0 0,-1 0 1 0 0,0 0-1 0 0,1 0 0 0 0,-1 0 0 0 0,1 1 1 0 0,-2 2-1 0 0,-13 12 234 0 0,1 1-1 0 0,1 0 1 0 0,1 1 0 0 0,0 1 0 0 0,2 0-1 0 0,0 1 1 0 0,1 0 0 0 0,-8 23 0 0 0,17-40-356 0 0,0 1 0 0 0,0 0 0 0 0,0 1 0 0 0,0-1 0 0 0,1 0 0 0 0,0 0 0 0 0,0 0 0 0 0,0 0 0 0 0,0 0 0 0 0,1 0 0 0 0,-1 0 0 0 0,1 0 1 0 0,0 0-1 0 0,0 0 0 0 0,1 0 0 0 0,-1 0 0 0 0,1 0 0 0 0,0 0 0 0 0,0-1 0 0 0,4 6 0 0 0,-4-7-114 0 0,0 0 1 0 0,0 0-1 0 0,0 0 0 0 0,0-1 1 0 0,0 1-1 0 0,0-1 0 0 0,0 1 0 0 0,1-1 1 0 0,-1 0-1 0 0,1 0 0 0 0,-1 0 1 0 0,1 0-1 0 0,-1-1 0 0 0,1 1 1 0 0,-1 0-1 0 0,1-1 0 0 0,0 0 1 0 0,-1 0-1 0 0,1 0 0 0 0,-1 0 1 0 0,1 0-1 0 0,0 0 0 0 0,-1-1 0 0 0,1 1 1 0 0,-1-1-1 0 0,1 0 0 0 0,-1 0 1 0 0,1 0-1 0 0,-1 0 0 0 0,0 0 1 0 0,1 0-1 0 0,-1-1 0 0 0,3-2 1 0 0,1 0-126 0 0,-1 0 1 0 0,1 0 0 0 0,-1-1-1 0 0,0 0 1 0 0,-1 0 0 0 0,1 0 0 0 0,-1 0-1 0 0,0-1 1 0 0,0 0 0 0 0,2-6-1 0 0,5-10-46 0 0,11-37-1 0 0,-16 42 416 0 0,0 0 1 0 0,2 0-1 0 0,13-24 1 0 0,-20 39-124 0 0,-1 1 1 0 0,1-1-1 0 0,0 1 1 0 0,0 0 0 0 0,0 0-1 0 0,0-1 1 0 0,0 1-1 0 0,0 0 1 0 0,0 0 0 0 0,0 0-1 0 0,0 0 1 0 0,0 0-1 0 0,1 0 1 0 0,-1 1 0 0 0,0-1-1 0 0,1 0 1 0 0,-1 1-1 0 0,1-1 1 0 0,1 0 0 0 0,-2 2 0 0 0,0-1 0 0 0,0 1 0 0 0,0 0 0 0 0,0-1 0 0 0,0 1-1 0 0,-1 0 1 0 0,1 0 0 0 0,0 0 0 0 0,0 0 0 0 0,-1 0 0 0 0,1 0 0 0 0,-1 0 0 0 0,1 0 0 0 0,-1 0 0 0 0,1 0 0 0 0,-1 0 0 0 0,0 0 0 0 0,1 0 0 0 0,-1 0 0 0 0,0 1 0 0 0,0-1 0 0 0,0 0 0 0 0,0 0 0 0 0,0 0 0 0 0,0 3 0 0 0,1 2-10 0 0,9 58 814 0 0,-9-60-1027 0 0,0 0-1 0 0,1 0 1 0 0,0 0 0 0 0,0 0 0 0 0,0 0-1 0 0,0 0 1 0 0,1 0 0 0 0,-1-1 0 0 0,1 1-1 0 0,0-1 1 0 0,0 0 0 0 0,5 5-1 0 0,5 1-5709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1840 0 0,'-6'14'6037'0'0,"1"28"-2336"0"0,7-8-2465 0 0,2-1-1 0 0,1-1 0 0 0,2 1 1 0 0,13 39-1 0 0,55 125-530 0 0,-43-118-1188 0 0,-8-23-4903 0 0,-12-33-43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3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41 137 6913 0 0,'-5'-1'-185'0'0,"1"1"437"0"0,1-1-1 0 0,-1 1 0 0 0,0-1 1 0 0,0 0-1 0 0,0 0 1 0 0,-5-3-1 0 0,8 4-197 0 0,1-1 0 0 0,0 1 0 0 0,0 0 1 0 0,-1 0-1 0 0,1 0 0 0 0,0 0 0 0 0,0-1 0 0 0,0 1 1 0 0,0 0-1 0 0,-1 0 0 0 0,1-1 0 0 0,0 1 0 0 0,0 0 0 0 0,0 0 1 0 0,0 0-1 0 0,0-1 0 0 0,0 1 0 0 0,0 0 0 0 0,0-1 0 0 0,0 1 1 0 0,-1 0-1 0 0,1 0 0 0 0,0-1 0 0 0,0 1 0 0 0,1 0 1 0 0,-1 0-1 0 0,0-1 0 0 0,0 1 0 0 0,0 0 0 0 0,0 0 0 0 0,0-1 1 0 0,0 1-1 0 0,0 0 0 0 0,0 0 0 0 0,1-1 0 0 0,15-13 1656 0 0,55-22 231 0 0,-16 15-2942 0 0,70-15 0 0 0,-81 24 981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7.9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2 11522 0 0,'-1'0'109'0'0,"0"-1"0"0"0,1 1-1 0 0,-1 0 1 0 0,0 0-1 0 0,0 0 1 0 0,1-1-1 0 0,-1 1 1 0 0,0 0-1 0 0,0 0 1 0 0,1 0-1 0 0,-1 0 1 0 0,0 0-1 0 0,0 1 1 0 0,1-1-1 0 0,-1 0 1 0 0,0 0-1 0 0,0 0 1 0 0,1 1-1 0 0,-1-1 1 0 0,0 0-1 0 0,0 1 1 0 0,1-1-1 0 0,-1 1 1 0 0,1-1-1 0 0,-1 0 1 0 0,0 1-1 0 0,1 0 1 0 0,-1-1 0 0 0,1 1-1 0 0,-1-1 1 0 0,1 1-1 0 0,-1 0 1 0 0,1-1-1 0 0,0 1 1 0 0,-1 0-1 0 0,1-1 1 0 0,0 1-1 0 0,-1 0 1 0 0,1-1-1 0 0,0 1 1 0 0,0 0-1 0 0,0 0 1 0 0,0 0-1 0 0,0-1 1 0 0,0 1-1 0 0,0 0 1 0 0,0 0-1 0 0,0-1 1 0 0,0 1-1 0 0,0 0 1 0 0,1 1-1 0 0,6 43 910 0 0,-6-43-985 0 0,49 171 828 0 0,-8-32-1865 0 0,-18-46-2861 0 0,-20-69 2380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8.3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0 255 3425 0 0,'32'-18'1320'0'0,"-2"-2"1"0"0,51-41 0 0 0,-35 24-137 0 0,-8 6-614 0 0,-25 19-340 0 0,1 1 0 0 0,0 0 0 0 0,0 1 1 0 0,1 1-1 0 0,1 0 0 0 0,0 1 0 0 0,20-8 0 0 0,-34 15-129 0 0,-1 1-1 0 0,1 0 1 0 0,-1 0 0 0 0,1-1-1 0 0,-1 1 1 0 0,1 0-1 0 0,-1 0 1 0 0,1 1-1 0 0,-1-1 1 0 0,0 0 0 0 0,1 0-1 0 0,-1 1 1 0 0,1-1-1 0 0,-1 1 1 0 0,0-1-1 0 0,1 1 1 0 0,-1 0 0 0 0,0-1-1 0 0,1 1 1 0 0,-1 0-1 0 0,0 0 1 0 0,0 0-1 0 0,0 0 1 0 0,0 0 0 0 0,0 0-1 0 0,0 0 1 0 0,0 0-1 0 0,0 0 1 0 0,0 1-1 0 0,0-1 1 0 0,-1 0-1 0 0,1 1 1 0 0,-1-1 0 0 0,1 0-1 0 0,0 2 1 0 0,2 8 395 0 0,0-1 1 0 0,0 1 0 0 0,1 21-1 0 0,0-10-156 0 0,-2-8-114 0 0,2 0 0 0 0,0 0 0 0 0,6 14 0 0 0,-9-26-231 0 0,-1 0 0 0 0,1 0 0 0 0,0 1 0 0 0,0-1 0 0 0,0 0-1 0 0,0 0 1 0 0,1 0 0 0 0,-1 0 0 0 0,1 0 0 0 0,-1 0 0 0 0,1-1 0 0 0,-1 1-1 0 0,1 0 1 0 0,0-1 0 0 0,0 1 0 0 0,0-1 0 0 0,0 0 0 0 0,0 0-1 0 0,0 0 1 0 0,0 0 0 0 0,0 0 0 0 0,1 0 0 0 0,-1 0 0 0 0,0 0 0 0 0,1-1-1 0 0,-1 0 1 0 0,5 1 0 0 0,-5-2-72 0 0,1 1 0 0 0,0-1 0 0 0,-1 0 0 0 0,1-1 0 0 0,-1 1-1 0 0,1 0 1 0 0,-1-1 0 0 0,1 1 0 0 0,-1-1 0 0 0,0 0 0 0 0,0 1 0 0 0,0-1 0 0 0,0 0 0 0 0,0-1 0 0 0,-1 1-1 0 0,1 0 1 0 0,0 0 0 0 0,-1-1 0 0 0,3-4 0 0 0,3-8 246 0 0,-1 0 1 0 0,6-22-1 0 0,-1 6 596 0 0,-8 23-498 0 0,0 2 0 0 0,0-1 0 0 0,1 0 0 0 0,0 1 0 0 0,8-11 1 0 0,-11 17-205 0 0,0-1 0 0 0,-1 0 0 0 0,1 0 0 0 0,0 1 0 0 0,0-1 1 0 0,-1 0-1 0 0,1 1 0 0 0,0-1 0 0 0,0 1 0 0 0,0-1 0 0 0,0 1 1 0 0,0-1-1 0 0,0 1 0 0 0,0 0 0 0 0,0 0 0 0 0,0-1 0 0 0,0 1 1 0 0,0 0-1 0 0,2 0 0 0 0,-1 0-11 0 0,-1 1-1 0 0,0 0 1 0 0,0-1 0 0 0,1 1 0 0 0,-1 0 0 0 0,0-1 0 0 0,0 1-1 0 0,0 0 1 0 0,0 0 0 0 0,0 0 0 0 0,0 0 0 0 0,0 0-1 0 0,0 0 1 0 0,0 0 0 0 0,-1 1 0 0 0,1-1 0 0 0,0 0-1 0 0,-1 0 1 0 0,1 1 0 0 0,0 0 0 0 0,18 58 857 0 0,-2-7-1868 0 0,1-20-4724 0 0,-3-14-1044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8.7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1 317 3681 0 0,'1'-3'232'0'0,"1"1"0"0"0,0-1 0 0 0,-1 1 0 0 0,1 0 0 0 0,0 0 0 0 0,0-1 0 0 0,0 1 0 0 0,0 1 0 0 0,4-4 0 0 0,5-4 599 0 0,3-8 940 0 0,-1-1 0 0 0,0 0 1 0 0,12-24-1 0 0,-16 26-1433 0 0,-1-1-1 0 0,-1-1 1 0 0,0 1 0 0 0,-1-1 0 0 0,-1 0 0 0 0,0 0 0 0 0,2-27 0 0 0,-7 44-296 0 0,0 1 0 0 0,0-1-1 0 0,1 0 1 0 0,-1 0 0 0 0,0 1 0 0 0,0-1 0 0 0,0 0 0 0 0,0 0 0 0 0,0 0 0 0 0,0 1 0 0 0,0-1 0 0 0,-1 0 0 0 0,1 0 0 0 0,0 0 0 0 0,0 1 0 0 0,-1-1 0 0 0,1 0 0 0 0,0 1 0 0 0,-1-1 0 0 0,1 0 0 0 0,-1 0 0 0 0,1 1 0 0 0,-1-1 0 0 0,1 1 0 0 0,-2-2 0 0 0,1 2 28 0 0,0 0 0 0 0,1 0 1 0 0,-1 0-1 0 0,0 0 0 0 0,0 0 0 0 0,0 1 1 0 0,0-1-1 0 0,0 0 0 0 0,1 0 0 0 0,-1 1 1 0 0,0-1-1 0 0,0 0 0 0 0,0 1 0 0 0,1-1 1 0 0,-1 1-1 0 0,0-1 0 0 0,1 1 0 0 0,-2 1 1 0 0,-29 33 1439 0 0,-26 59-628 0 0,51-81-865 0 0,0 0-1 0 0,1 0 0 0 0,0 1 0 0 0,1 0 0 0 0,-4 23 0 0 0,7-34-46 0 0,1 0-1 0 0,0 0 1 0 0,0 0-1 0 0,0 0 1 0 0,0 0-1 0 0,1 0 1 0 0,-1 0-1 0 0,1 0 1 0 0,-1 0-1 0 0,1 0 1 0 0,0 0-1 0 0,0 0 1 0 0,1 0 0 0 0,-1-1-1 0 0,0 1 1 0 0,1-1-1 0 0,0 1 1 0 0,0-1-1 0 0,-1 1 1 0 0,1-1-1 0 0,5 4 1 0 0,-2-2-194 0 0,0-1 0 0 0,0 1-1 0 0,1-1 1 0 0,-1-1 0 0 0,1 1 0 0 0,0-1 0 0 0,0 0 0 0 0,-1 0 0 0 0,12 2 0 0 0,11 0-1140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9.4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10594 0 0,'3'2'-26'0'0,"-1"-1"0"0"0,0 1 0 0 0,-1 0-1 0 0,1 0 1 0 0,0-1 0 0 0,0 1 0 0 0,-1 0 0 0 0,1 0-1 0 0,-1 1 1 0 0,0-1 0 0 0,1 0 0 0 0,-1 0-1 0 0,0 1 1 0 0,0-1 0 0 0,-1 0 0 0 0,2 4 0 0 0,0 0 606 0 0,4 11 32 0 0,-1 0 0 0 0,-1 0-1 0 0,-1 0 1 0 0,0 1 0 0 0,-2-1 0 0 0,0 1 0 0 0,-1 25 0 0 0,-1-25-472 0 0,1 0 1 0 0,1 0 0 0 0,0 0 0 0 0,1-1 0 0 0,1 1 0 0 0,1 0-1 0 0,7 18 1 0 0,-11-36-172 0 0,0 1 0 0 0,0-1 0 0 0,0 1 1 0 0,0-1-1 0 0,0 1 0 0 0,0-1 0 0 0,1 0 0 0 0,-1 1 0 0 0,0-1 0 0 0,0 1 0 0 0,0-1 0 0 0,1 1 0 0 0,-1-1 0 0 0,0 0 0 0 0,0 1 0 0 0,1-1 0 0 0,-1 0 1 0 0,0 1-1 0 0,1-1 0 0 0,-1 0 0 0 0,0 1 0 0 0,1-1 0 0 0,-1 0 0 0 0,1 0 0 0 0,-1 0 0 0 0,1 1 0 0 0,-1-1 0 0 0,0 0 0 0 0,1 0 0 0 0,-1 0 1 0 0,1 0-1 0 0,0 0 0 0 0,7-14-532 0 0,1-33 592 0 0,-9 41 130 0 0,3-12 11 0 0,1-12 111 0 0,11-38 0 0 0,-13 61-255 0 0,0 0 1 0 0,0 0-1 0 0,1 0 0 0 0,0 1 1 0 0,1-1-1 0 0,-1 1 0 0 0,1-1 1 0 0,0 1-1 0 0,1 0 0 0 0,10-10 1 0 0,-14 15 15 0 0,0 1 0 0 0,0-1 0 0 0,0 1 1 0 0,0-1-1 0 0,0 1 0 0 0,1-1 0 0 0,-1 1 0 0 0,0 0 1 0 0,0 0-1 0 0,1 0 0 0 0,-1 0 0 0 0,0 0 0 0 0,0 0 1 0 0,1 0-1 0 0,-1 0 0 0 0,0 0 0 0 0,0 0 0 0 0,0 1 1 0 0,1-1-1 0 0,-1 0 0 0 0,0 1 0 0 0,0-1 1 0 0,0 1-1 0 0,0 0 0 0 0,0-1 0 0 0,0 1 0 0 0,0 0 1 0 0,0-1-1 0 0,0 1 0 0 0,0 0 0 0 0,0 0 0 0 0,0 0 1 0 0,1 2-1 0 0,29 37 480 0 0,-29-37-476 0 0,1 1-18 0 0,12 17 165 0 0,-1 1 0 0 0,-1 1 0 0 0,-1 0-1 0 0,12 33 1 0 0,-24-56-186 0 0,0 1-1 0 0,0-1 0 0 0,0 0 1 0 0,0 0-1 0 0,1 1 0 0 0,-1-1 1 0 0,0 0-1 0 0,0 0 0 0 0,0 1 1 0 0,0-1-1 0 0,0 0 1 0 0,0 0-1 0 0,0 0 0 0 0,1 0 1 0 0,-1 1-1 0 0,0-1 0 0 0,0 0 1 0 0,0 0-1 0 0,0 0 1 0 0,1 0-1 0 0,-1 1 0 0 0,0-1 1 0 0,0 0-1 0 0,0 0 0 0 0,1 0 1 0 0,-1 0-1 0 0,0 0 0 0 0,0 0 1 0 0,1 0-1 0 0,-1 0 1 0 0,0 0-1 0 0,0 0 0 0 0,1 0 1 0 0,-1 0-1 0 0,0 0 0 0 0,0 0 1 0 0,0 0-1 0 0,1 0 1 0 0,-1 0-1 0 0,0 0 0 0 0,1 0 1 0 0,9-9 1 0 0,4-13-148 0 0,-4 1 187 0 0,-1 1 204 0 0,0 1-1 0 0,22-33 1 0 0,-28 48-224 0 0,0-1 0 0 0,1 1 0 0 0,-1 0 1 0 0,1 1-1 0 0,0-1 0 0 0,0 0 0 0 0,0 1 1 0 0,1 0-1 0 0,-1 0 0 0 0,1 0 0 0 0,-1 1 1 0 0,1 0-1 0 0,0-1 0 0 0,0 2 0 0 0,0-1 1 0 0,8-1-1 0 0,-11 3-2 0 0,0 0 0 0 0,0 0 1 0 0,0 0-1 0 0,0 0 0 0 0,0 0 1 0 0,-1 1-1 0 0,1-1 0 0 0,0 1 1 0 0,0 0-1 0 0,-1-1 0 0 0,1 1 0 0 0,0 0 1 0 0,-1 0-1 0 0,1 0 0 0 0,0 0 1 0 0,-1 0-1 0 0,0 0 0 0 0,1 1 1 0 0,-1-1-1 0 0,0 0 0 0 0,1 1 1 0 0,0 2-1 0 0,26 43-59 0 0,-11-17-1717 0 0,-8-19-276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7:59.9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 89 6913 0 0,'-1'-2'293'0'0,"0"1"0"0"0,1 0-1 0 0,-1-1 1 0 0,0 1 0 0 0,0 0-1 0 0,0-1 1 0 0,0 1 0 0 0,0 0-1 0 0,0 0 1 0 0,0 0-1 0 0,0 0 1 0 0,0 0 0 0 0,-1 0-1 0 0,1 0 1 0 0,0 1 0 0 0,-1-1-1 0 0,1 0 1 0 0,0 1-1 0 0,-1-1 1 0 0,1 1 0 0 0,-1-1-1 0 0,1 1 1 0 0,-1-1 0 0 0,1 1-1 0 0,-1 0 1 0 0,1 0-1 0 0,-1 0 1 0 0,0 0 0 0 0,1 0-1 0 0,-1 0 1 0 0,1 1 0 0 0,-1-1-1 0 0,1 0 1 0 0,-1 1-1 0 0,1-1 1 0 0,0 1 0 0 0,-1 0-1 0 0,-2 1 1 0 0,3-1-283 0 0,0 0 1 0 0,0 0-1 0 0,0 0 0 0 0,0 0 0 0 0,0 0 1 0 0,0 1-1 0 0,0-1 0 0 0,1 0 1 0 0,-1 1-1 0 0,0-1 0 0 0,1 1 1 0 0,-1-1-1 0 0,1 1 0 0 0,0-1 0 0 0,-1 1 1 0 0,1-1-1 0 0,0 1 0 0 0,0-1 1 0 0,0 1-1 0 0,0 0 0 0 0,0-1 0 0 0,0 1 1 0 0,0-1-1 0 0,1 1 0 0 0,-1-1 1 0 0,1 4-1 0 0,2 1-24 0 0,0 1-1 0 0,0 0 1 0 0,1-1 0 0 0,-1 1-1 0 0,1-1 1 0 0,1 0 0 0 0,-1-1 0 0 0,1 1-1 0 0,0-1 1 0 0,11 10 0 0 0,-11-11 10 0 0,0 0 1 0 0,0-1 0 0 0,0 1-1 0 0,0-1 1 0 0,0 0 0 0 0,1 0-1 0 0,0-1 1 0 0,-1 0 0 0 0,1 0-1 0 0,0 0 1 0 0,0 0 0 0 0,0-1-1 0 0,7 1 1 0 0,-11-2 0 0 0,-1 0-1 0 0,0 0 1 0 0,1-1 0 0 0,-1 1 0 0 0,0 0-1 0 0,1 0 1 0 0,-1 0 0 0 0,0-1 0 0 0,0 1 0 0 0,1-1-1 0 0,-1 1 1 0 0,0-1 0 0 0,0 1 0 0 0,0-1-1 0 0,0 0 1 0 0,0 0 0 0 0,1 1 0 0 0,-1-1-1 0 0,-1 0 1 0 0,1 0 0 0 0,0 0 0 0 0,0 0-1 0 0,0 0 1 0 0,0 0 0 0 0,0-3 0 0 0,1 1 56 0 0,-1 0 1 0 0,-1 0 0 0 0,1-1 0 0 0,0 1 0 0 0,-1 0-1 0 0,0-1 1 0 0,1 1 0 0 0,-1 0 0 0 0,-1-1-1 0 0,0-3 1 0 0,0-5 243 0 0,-2 1 1 0 0,0 0-1 0 0,0 0 0 0 0,-1 0 1 0 0,-6-14-1 0 0,5 17-158 0 0,1 0 0 0 0,-2 0 0 0 0,1 1 0 0 0,-1 0 1 0 0,0 0-1 0 0,0 0 0 0 0,-12-9 0 0 0,-15-3-6225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0.5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110 443 9674 0 0,'4'-6'543'0'0,"1"1"0"0"0,-1-1 0 0 0,0 0 0 0 0,-1 0 0 0 0,5-9 0 0 0,-2-12 1351 0 0,-6 26-1791 0 0,0 0 0 0 0,-1 0 0 0 0,1 1 0 0 0,0-1 0 0 0,0 0 0 0 0,0 0 0 0 0,-1 0 0 0 0,1 0 0 0 0,0 1 0 0 0,0-1 0 0 0,-1 0 0 0 0,1 1 0 0 0,-1-1 0 0 0,1 0 0 0 0,-1 0 0 0 0,1 1 0 0 0,-1-1 0 0 0,1 1 0 0 0,-1-1 0 0 0,0 1 0 0 0,1-1 0 0 0,-1 1 0 0 0,0-1 0 0 0,0 1 0 0 0,0-1 0 0 0,-1 1-11 0 0,0-1 0 0 0,0 1 0 0 0,0 0 1 0 0,0 0-1 0 0,0 0 0 0 0,0 0 0 0 0,0 0 1 0 0,0 1-1 0 0,0-1 0 0 0,1 0 0 0 0,-1 1 1 0 0,0 0-1 0 0,0-1 0 0 0,0 1 0 0 0,0 0 0 0 0,1 0 1 0 0,-1 0-1 0 0,0 0 0 0 0,1 0 0 0 0,-1 1 1 0 0,1-1-1 0 0,-3 3 0 0 0,-30 32 583 0 0,27-26-677 0 0,0 0-1 0 0,1 0 0 0 0,0 0 1 0 0,0 1-1 0 0,1-1 1 0 0,1 1-1 0 0,-4 14 0 0 0,7-22-69 0 0,0 0-1 0 0,0 0 0 0 0,0 0 1 0 0,1 0-1 0 0,-1 0 1 0 0,1 0-1 0 0,0 0 1 0 0,0 1-1 0 0,0-1 0 0 0,1 0 1 0 0,-1 0-1 0 0,1 0 1 0 0,-1 0-1 0 0,1 0 0 0 0,0 0 1 0 0,0-1-1 0 0,0 1 1 0 0,1 0-1 0 0,-1 0 0 0 0,1-1 1 0 0,-1 1-1 0 0,1 0 1 0 0,0-1-1 0 0,0 0 1 0 0,0 1-1 0 0,0-1 0 0 0,0 0 1 0 0,1 0-1 0 0,-1 0 1 0 0,1-1-1 0 0,-1 1 0 0 0,6 2 1 0 0,-6-3-77 0 0,1-1 0 0 0,-1 1 0 0 0,1-1 0 0 0,-1 0 0 0 0,1 0 0 0 0,-1 1 0 0 0,1-1 0 0 0,-1-1-1 0 0,1 1 1 0 0,-1 0 0 0 0,1-1 0 0 0,-1 1 0 0 0,1-1 0 0 0,-1 0 0 0 0,1 0 0 0 0,-1 0 0 0 0,0 0 0 0 0,0 0 0 0 0,1 0 0 0 0,-1-1 0 0 0,0 1 0 0 0,0-1 0 0 0,0 0 0 0 0,0 1 0 0 0,-1-1 0 0 0,4-3 0 0 0,3-5-270 0 0,0 1 1 0 0,-1-1-1 0 0,0 0 0 0 0,6-13 1 0 0,-3 4 364 0 0,-2 0 1 0 0,0-2-1 0 0,-2 1 1 0 0,0 0 0 0 0,-1-1-1 0 0,-1 0 1 0 0,-1-1-1 0 0,1-26 1 0 0,-4-27 3113 0 0,-8-74 1 0 0,6 114-1843 0 0,1 31-1061 0 0,2 3-43 0 0,-1-1 0 0 0,0 1 0 0 0,0-1 0 0 0,0 1 0 0 0,0-1 0 0 0,0 0 0 0 0,-1 1 0 0 0,1-1 0 0 0,0 1 0 0 0,-1-1 0 0 0,1 1 0 0 0,-1-1 0 0 0,0 1 0 0 0,1 0 0 0 0,-1-1 0 0 0,0 1-1 0 0,0 0 1 0 0,0-1 0 0 0,0 1 0 0 0,0 0 0 0 0,0 0 0 0 0,-2-2 0 0 0,2 3-62 0 0,0 1 0 0 0,1-1 0 0 0,-1 1 0 0 0,0-1-1 0 0,1 1 1 0 0,-1-1 0 0 0,0 1 0 0 0,1 0 0 0 0,-1-1 0 0 0,1 1 0 0 0,-1 0-1 0 0,1-1 1 0 0,-1 1 0 0 0,1 0 0 0 0,0 0 0 0 0,-1-1 0 0 0,1 1-1 0 0,0 0 1 0 0,0 0 0 0 0,0 0 0 0 0,-1 1 0 0 0,-5 22 173 0 0,6-22-173 0 0,-4 23 35 0 0,1 0 0 0 0,1-1 0 0 0,1 2 0 0 0,1-1-1 0 0,2 0 1 0 0,6 39 0 0 0,1-22-417 0 0,1 0 1 0 0,2-1-1 0 0,18 42 0 0 0,-19-58-559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0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1 304 456 0 0,'14'-7'840'0'0,"0"0"0"0"0,0-1 0 0 0,0-1 0 0 0,-1 0 0 0 0,-1-1 0 0 0,0 0 0 0 0,0-1 0 0 0,-1 0 0 0 0,0-1 0 0 0,-1 0 0 0 0,11-17 0 0 0,-15 20-538 0 0,-1 1-1 0 0,0-1 1 0 0,-1-1 0 0 0,0 1 0 0 0,0 0 0 0 0,3-16 0 0 0,-6 21-194 0 0,0-1 0 0 0,0 1 1 0 0,-1 0-1 0 0,1-1 0 0 0,-1 1 0 0 0,0-1 0 0 0,0 1 0 0 0,-1 0 0 0 0,1-1 0 0 0,-1 1 0 0 0,0 0 0 0 0,0 0 1 0 0,0-1-1 0 0,-1 1 0 0 0,0 0 0 0 0,1 0 0 0 0,-5-6 0 0 0,6 10-64 0 0,0-1 0 0 0,-1 1-1 0 0,1-1 1 0 0,0 1 0 0 0,-1 0-1 0 0,1-1 1 0 0,-1 1 0 0 0,1-1 0 0 0,0 1-1 0 0,-1 0 1 0 0,1-1 0 0 0,-1 1-1 0 0,1 0 1 0 0,-1 0 0 0 0,1-1 0 0 0,-1 1-1 0 0,1 0 1 0 0,-1 0 0 0 0,1 0-1 0 0,-1-1 1 0 0,0 1 0 0 0,1 0 0 0 0,-1 0-1 0 0,1 0 1 0 0,-1 0 0 0 0,1 0-1 0 0,-1 0 1 0 0,1 0 0 0 0,-1 0 0 0 0,-1 1-1 0 0,-12 13 852 0 0,-4 28 196 0 0,17-40-1015 0 0,-1 4 49 0 0,0 1 0 0 0,1 0 0 0 0,-1 0 0 0 0,1 0 0 0 0,0 0 0 0 0,1 0 0 0 0,0 0 1 0 0,0 0-1 0 0,0 0 0 0 0,1 0 0 0 0,0 0 0 0 0,0 0 0 0 0,1 0 0 0 0,0 0 0 0 0,0-1 0 0 0,1 1 0 0 0,4 7 0 0 0,-4-8-370 0 0,0-1-1 0 0,1 0 1 0 0,0 1-1 0 0,0-2 0 0 0,0 1 1 0 0,1 0-1 0 0,0-1 0 0 0,0 0 1 0 0,0 0-1 0 0,0 0 1 0 0,1-1-1 0 0,7 4 0 0 0,5 0-5990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1 7370 0 0,'-2'0'167'0'0,"1"1"0"0"0,0-1 0 0 0,-1 1 0 0 0,1 0 0 0 0,0-1 0 0 0,0 1 0 0 0,0 0 0 0 0,-1 0 0 0 0,1 0 0 0 0,0 0 0 0 0,0 0 0 0 0,0 0 0 0 0,0 0 0 0 0,1 0 0 0 0,-1 0 0 0 0,0 1 0 0 0,0-1 0 0 0,1 0 0 0 0,-1 0 0 0 0,0 1 0 0 0,1-1 0 0 0,0 0 0 0 0,-1 1 0 0 0,1-1 0 0 0,0 1 0 0 0,-1 2 0 0 0,-6 47 4055 0 0,6-41-3334 0 0,-2 21 23 0 0,2 0 0 0 0,1-1 0 0 0,2 1 0 0 0,1 0 0 0 0,12 52-1 0 0,55 144-3657 0 0,-63-206-4389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13 8290 0 0,'7'-13'10262'0'0,"-31"104"-7996"0"0,17-69-2496 0 0,0 0-1 0 0,1 1 1 0 0,2 0-1 0 0,-4 43 1 0 0,8-48-1112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1.6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 9218 0 0,'0'-1'46'0'0,"0"0"0"0"0,0 1-1 0 0,0-1 1 0 0,0 0 0 0 0,1 0 0 0 0,-1 0-1 0 0,0 0 1 0 0,0 0 0 0 0,1 0 0 0 0,-1 0 0 0 0,0 1-1 0 0,1-1 1 0 0,-1 0 0 0 0,1 0 0 0 0,-1 0 0 0 0,1 1-1 0 0,-1-1 1 0 0,1 0 0 0 0,0 1 0 0 0,-1-1-1 0 0,1 0 1 0 0,0 1 0 0 0,-1-1 0 0 0,1 1 0 0 0,0-1-1 0 0,0 1 1 0 0,0 0 0 0 0,0-1 0 0 0,-1 1 0 0 0,1 0-1 0 0,0-1 1 0 0,0 1 0 0 0,0 0 0 0 0,0 0 0 0 0,0 0-1 0 0,0 0 1 0 0,0 0 0 0 0,0 0 0 0 0,-1 0-1 0 0,1 0 1 0 0,0 0 0 0 0,0 0 0 0 0,0 1 0 0 0,0-1-1 0 0,0 0 1 0 0,0 0 0 0 0,0 1 0 0 0,-1-1 0 0 0,2 1-1 0 0,3 1-18 0 0,0 0 0 0 0,0 0 0 0 0,0 0 0 0 0,-1 1 0 0 0,1 0 0 0 0,-1 0 0 0 0,7 5 0 0 0,-2 1 37 0 0,-1 0-48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2.0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50 3225 0 0,'2'-2'299'0'0,"0"0"0"0"0,0-1 0 0 0,-1 1 0 0 0,1-1-1 0 0,-1 1 1 0 0,0-1 0 0 0,0 0 0 0 0,0 0 0 0 0,1-4 0 0 0,-2 6-147 0 0,0 1 0 0 0,0-1-1 0 0,0 1 1 0 0,1-1 0 0 0,-1 0-1 0 0,0 1 1 0 0,0-1 0 0 0,0 1 0 0 0,0-1-1 0 0,0 0 1 0 0,0 1 0 0 0,0-1-1 0 0,0 1 1 0 0,-1-1 0 0 0,1 0-1 0 0,0 1 1 0 0,0-1 0 0 0,0 1-1 0 0,-1-1 1 0 0,1 1 0 0 0,0-1 0 0 0,-1 1-1 0 0,1-1 1 0 0,0 1 0 0 0,-1-1-1 0 0,1 1 1 0 0,-1-1 0 0 0,1 1-1 0 0,0 0 1 0 0,-1-1 0 0 0,1 1-1 0 0,-1 0 1 0 0,1-1 0 0 0,-1 1 0 0 0,0 0-1 0 0,1-1 1 0 0,-1 1 0 0 0,1 0-1 0 0,-1 0 1 0 0,1 0 0 0 0,-1 0-1 0 0,0 0 1 0 0,1 0 0 0 0,-1 0-1 0 0,1 0 1 0 0,-1 0 0 0 0,0 0 0 0 0,1 0-1 0 0,-1 0 1 0 0,1 0 0 0 0,-1 0-1 0 0,0 0 1 0 0,0 1 0 0 0,-2 0 56 0 0,0 1 1 0 0,0-1-1 0 0,0 1 1 0 0,0-1-1 0 0,0 1 1 0 0,0 0 0 0 0,1 0-1 0 0,-1 1 1 0 0,1-1-1 0 0,0 0 1 0 0,-1 1-1 0 0,1 0 1 0 0,0-1-1 0 0,0 1 1 0 0,1 0 0 0 0,-1 0-1 0 0,-1 3 1 0 0,-21 55 740 0 0,20-47-886 0 0,1-1 0 0 0,0 1 0 0 0,1 0-1 0 0,0 0 1 0 0,1 0 0 0 0,1 0 0 0 0,0 0-1 0 0,1-1 1 0 0,4 18 0 0 0,2 1-141 0 0,1-1 1 0 0,24 55-1 0 0,-30-82-41 0 0,0 0-1 0 0,-1 1 1 0 0,1-1 0 0 0,-1 1-1 0 0,0-1 1 0 0,0 1 0 0 0,-1-1-1 0 0,1 1 1 0 0,-1 0 0 0 0,0-1-1 0 0,0 1 1 0 0,-1 0 0 0 0,1-1-1 0 0,-1 1 1 0 0,0-1 0 0 0,0 1-1 0 0,-1-1 1 0 0,-1 6 0 0 0,0-6 1 0 0,0 0 1 0 0,0 0-1 0 0,0 0 1 0 0,-1 0-1 0 0,1 0 1 0 0,-1 0-1 0 0,0-1 1 0 0,0 0-1 0 0,0 0 1 0 0,-1 0-1 0 0,1 0 1 0 0,-1-1-1 0 0,1 0 1 0 0,-1 0-1 0 0,-9 3 1 0 0,-5 0-275 0 0,-3-1-58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2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0 4145 0 0,'-1'6'13149'0'0,"-3"49"-11248"0"0,8 29-392 0 0,2 61-518 0 0,-7-125-1381 0 0,0 0 0 0 0,-2 0 0 0 0,0 0 1 0 0,-1 0-1 0 0,-7 19 0 0 0,-5-4-3528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3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57 3225 0 0,'9'-7'497'0'0,"-1"1"1"0"0,2 0-1 0 0,-1 0 1 0 0,0 1-1 0 0,1 1 1 0 0,0-1-1 0 0,0 2 1 0 0,0-1-1 0 0,1 1 1 0 0,-1 1-1 0 0,1 0 1 0 0,-1 0-1 0 0,1 1 1 0 0,0 0-1 0 0,0 1 1 0 0,19 2-1 0 0,-29-1-411 0 0,0-1-1 0 0,1 0 0 0 0,-1 0 0 0 0,0 1 0 0 0,1-1 0 0 0,-1 1 1 0 0,0-1-1 0 0,0 1 0 0 0,1 0 0 0 0,-1-1 0 0 0,0 1 0 0 0,0 0 1 0 0,0 0-1 0 0,0 0 0 0 0,0 0 0 0 0,0 0 0 0 0,0 0 0 0 0,0 0 0 0 0,0 0 1 0 0,-1 0-1 0 0,1 0 0 0 0,0 0 0 0 0,-1 1 0 0 0,2 1 0 0 0,-2-1 25 0 0,0 1 0 0 0,0-1 0 0 0,0 1 1 0 0,0-1-1 0 0,0 0 0 0 0,-1 1 0 0 0,1-1 0 0 0,-1 0 0 0 0,1 1 0 0 0,-1-1 0 0 0,0 0 0 0 0,0 0 0 0 0,-1 3 0 0 0,-3 4 265 0 0,-1 1 0 0 0,0-1 0 0 0,-1 0 1 0 0,-15 16-1 0 0,6-10-6 0 0,-1 0 1 0 0,-1-2 0 0 0,-24 15-1 0 0,-26 11-2270 0 0,54-32-4166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3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77 2304 0 0,'6'0'883'0'0,"1"0"-1"0"0,-1 0 1 0 0,1 1-1 0 0,-1 0 1 0 0,1 0-1 0 0,-1 1 1 0 0,0-1-1 0 0,0 1 1 0 0,11 6-1 0 0,-14-7-584 0 0,0 1 0 0 0,-1 0 0 0 0,1 0 0 0 0,0 1 0 0 0,-1-1 0 0 0,0 1 0 0 0,0-1-1 0 0,0 1 1 0 0,0 0 0 0 0,0-1 0 0 0,0 1 0 0 0,-1 0 0 0 0,1 0 0 0 0,-1 0 0 0 0,0 1 0 0 0,0-1 0 0 0,0 0-1 0 0,0 0 1 0 0,-1 1 0 0 0,1 5 0 0 0,0 1 2167 0 0,-4-22-1395 0 0,-1-26-449 0 0,5 24-787 0 0,0 1 1 0 0,1 1 0 0 0,5-18 0 0 0,3 2-5546 0 0,-2 9-816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2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94 6449 0 0,'8'-14'7450'0'0,"-7"13"-7217"0"0,-1 1-1 0 0,1 0 1 0 0,-1 0 0 0 0,1 0 0 0 0,0 0-1 0 0,-1 0 1 0 0,1 0 0 0 0,-1 0 0 0 0,1 0 0 0 0,-1 0-1 0 0,1 0 1 0 0,-1 0 0 0 0,1 0 0 0 0,0 1 0 0 0,0-1-1 0 0,9 10 1428 0 0,9 29-363 0 0,19 32-504 0 0,-35-67-742 0 0,1 1 1 0 0,-1 0-1 0 0,1-1 0 0 0,0 0 1 0 0,0 0-1 0 0,0 0 0 0 0,0 0 0 0 0,1 0 1 0 0,0-1-1 0 0,0 0 0 0 0,5 3 1 0 0,-9-6-40 0 0,0 0 1 0 0,-1 0 0 0 0,1 0-1 0 0,0 0 1 0 0,-1 0-1 0 0,1 0 1 0 0,0 0 0 0 0,-1 0-1 0 0,1 0 1 0 0,0 0 0 0 0,-1 0-1 0 0,1 0 1 0 0,0 0-1 0 0,-1 0 1 0 0,1 0 0 0 0,0-1-1 0 0,-1 1 1 0 0,1 0 0 0 0,-1-1-1 0 0,1 1 1 0 0,-1 0-1 0 0,1-1 1 0 0,0 1 0 0 0,-1-1-1 0 0,1 1 1 0 0,-1-1 0 0 0,0 1-1 0 0,1-1 1 0 0,-1 1-1 0 0,1-1 1 0 0,-1 1 0 0 0,0-1-1 0 0,1 0 1 0 0,-1 1 0 0 0,0-1-1 0 0,0 0 1 0 0,0 1-1 0 0,1-1 1 0 0,-1 1 0 0 0,0-1-1 0 0,0 0 1 0 0,0 0 0 0 0,0 1-1 0 0,0-2 1 0 0,3-37 114 0 0,-3 32-113 0 0,8-94-613 0 0,5 35-3660 0 0,-7 46-2347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4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3225 0 0,'7'15'1549'0'0,"0"1"1"0"0,-2-1-1 0 0,0 1 1 0 0,0 0-1 0 0,-1 0 1 0 0,2 32-1 0 0,-5 24 219 0 0,-7 3-3631 0 0,4-30 1742 0 0,2-37 181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4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33 2761 0 0,'4'-7'120'0'0,"0"3"32"0"0,1-1-152 0 0,0 1 0 0 0,-1 3 0 0 0,-1-1 0 0 0,1 1-128 0 0,3-2-64 0 0,4-1 0 0 0,4 3-9 0 0,1 2 201 0 0,-2 3-64 0 0,-2 0 64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3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384 315 5529 0 0,'0'-3'148'0'0,"-1"0"0"0"0,0 1-1 0 0,0-1 1 0 0,0 1 0 0 0,-1-1-1 0 0,1 1 1 0 0,-1 0 0 0 0,1-1 0 0 0,-1 1-1 0 0,0 0 1 0 0,0 0 0 0 0,0 0-1 0 0,0 0 1 0 0,0 1 0 0 0,-5-4 0 0 0,2 2 270 0 0,0 1 1 0 0,0 0 0 0 0,0 0-1 0 0,-1 0 1 0 0,1 1 0 0 0,-11-2 0 0 0,4 2-196 0 0,1 1-1 0 0,-1 0 1 0 0,1 1 0 0 0,-1 0 0 0 0,1 0 0 0 0,0 1 0 0 0,-1 1 0 0 0,1 0 0 0 0,1 1 0 0 0,-1 0 0 0 0,0 0 0 0 0,-13 9 0 0 0,5-2 166 0 0,0 1 1 0 0,2 0 0 0 0,-1 1-1 0 0,2 1 1 0 0,-26 26-1 0 0,41-39-415 0 0,-1 1-1 0 0,1-1 1 0 0,-1 1-1 0 0,1 0 1 0 0,0-1-1 0 0,-1 1 1 0 0,1 0 0 0 0,0 0-1 0 0,0-1 1 0 0,0 1-1 0 0,1 0 1 0 0,-1 0-1 0 0,0 0 1 0 0,1 0-1 0 0,-1 0 1 0 0,1 0-1 0 0,0 1 1 0 0,0-1-1 0 0,-1 0 1 0 0,2 0-1 0 0,-1 0 1 0 0,0 0-1 0 0,0 0 1 0 0,0 0-1 0 0,1 0 1 0 0,0 0-1 0 0,-1 0 1 0 0,1 0-1 0 0,0 0 1 0 0,1 3-1 0 0,0-4-7 0 0,-1 1-1 0 0,1 0 0 0 0,0 0 0 0 0,0-1 1 0 0,0 1-1 0 0,0-1 0 0 0,1 0 0 0 0,-1 0 1 0 0,0 0-1 0 0,0 0 0 0 0,1 0 0 0 0,-1 0 1 0 0,1 0-1 0 0,-1-1 0 0 0,1 1 0 0 0,-1-1 1 0 0,1 0-1 0 0,-1 0 0 0 0,1 0 0 0 0,-1 0 1 0 0,1 0-1 0 0,-1 0 0 0 0,1-1 1 0 0,-1 1-1 0 0,3-2 0 0 0,5-1-18 0 0,0 0-1 0 0,0-1 1 0 0,0 0-1 0 0,-1-1 1 0 0,0 0-1 0 0,0 0 1 0 0,0-1-1 0 0,0 0 1 0 0,-1 0-1 0 0,0-1 1 0 0,-1-1-1 0 0,0 1 1 0 0,0-1-1 0 0,0 0 1 0 0,6-10-1 0 0,-5 4 58 0 0,0 1-1 0 0,-1-1 1 0 0,0-1-1 0 0,-1 0 0 0 0,0 0 1 0 0,-2 0-1 0 0,0 0 1 0 0,0-1-1 0 0,1-19 1 0 0,-1-3 211 0 0,0 10 163 0 0,-2 0-1 0 0,-1 0 1 0 0,-4-43-1 0 0,4 70-312 0 0,-1 1-1 0 0,0 0 1 0 0,0-1-1 0 0,0 1 1 0 0,0-1 0 0 0,0 1-1 0 0,0 0 1 0 0,0-1-1 0 0,0 1 1 0 0,0-1-1 0 0,0 1 1 0 0,0 0-1 0 0,0-1 1 0 0,0 1-1 0 0,0 0 1 0 0,-1-1 0 0 0,1 1-1 0 0,0-1 1 0 0,0 1-1 0 0,0 0 1 0 0,-1-1-1 0 0,1 1 1 0 0,0 0-1 0 0,0-1 1 0 0,-1 1-1 0 0,1 0 1 0 0,0 0 0 0 0,0-1-1 0 0,-1 1 1 0 0,1 0-1 0 0,0 0 1 0 0,-1-1-1 0 0,1 1 1 0 0,-1 0-1 0 0,0 0 1 0 0,-6 13 1129 0 0,-3 25-555 0 0,8-23-645 0 0,0 1-1 0 0,1 0 0 0 0,1 0 1 0 0,1 0-1 0 0,0 0 0 0 0,1 0 1 0 0,1 0-1 0 0,0-1 1 0 0,2 0-1 0 0,-1 1 0 0 0,2-1 1 0 0,0-1-1 0 0,0 1 0 0 0,2-1 1 0 0,0 0-1 0 0,0-1 1 0 0,1 0-1 0 0,1 0 0 0 0,0-1 1 0 0,1 0-1 0 0,0-1 1 0 0,1 0-1 0 0,0 0 0 0 0,1-2 1 0 0,23 15-1 0 0,-33-23-246 0 0,-1 1-1 0 0,1 0 1 0 0,0-1-1 0 0,1 0 1 0 0,-1 0-1 0 0,0 0 1 0 0,0 0 0 0 0,0 0-1 0 0,1-1 1 0 0,-1 0-1 0 0,0 1 1 0 0,1-1-1 0 0,-1 0 1 0 0,0-1-1 0 0,0 1 1 0 0,1 0 0 0 0,-1-1-1 0 0,0 0 1 0 0,0 0-1 0 0,1 0 1 0 0,-1 0-1 0 0,0 0 1 0 0,0-1-1 0 0,0 1 1 0 0,-1-1 0 0 0,1 0-1 0 0,0 0 1 0 0,0 0-1 0 0,-1 0 1 0 0,0 0-1 0 0,1-1 1 0 0,-1 1-1 0 0,3-5 1 0 0,6-9-885 0 0,-1 0 0 0 0,0 0 0 0 0,-1-1 1 0 0,12-31-1 0 0,-6 13 2327 0 0,-13 30-955 0 0,18-31 1086 0 0,-20 35-1193 0 0,1 0-1 0 0,-1 0 1 0 0,1 0 0 0 0,-1 0 0 0 0,1 0 0 0 0,0 0-1 0 0,0 0 1 0 0,-1 0 0 0 0,1 0 0 0 0,0 0-1 0 0,0 1 1 0 0,0-1 0 0 0,0 0 0 0 0,0 1-1 0 0,0-1 1 0 0,0 1 0 0 0,0-1 0 0 0,0 1 0 0 0,0-1-1 0 0,1 1 1 0 0,-1 0 0 0 0,0-1 0 0 0,0 1-1 0 0,0 0 1 0 0,0 0 0 0 0,1 0 0 0 0,0 0-1 0 0,0 1 30 0 0,-1 0 0 0 0,0-1 0 0 0,0 1 0 0 0,0 0 0 0 0,0 0 0 0 0,-1 0 0 0 0,1 0 0 0 0,0 0 0 0 0,0 0 0 0 0,0 1 0 0 0,-1-1 0 0 0,1 0 0 0 0,-1 0 0 0 0,1 0 0 0 0,-1 1 0 0 0,1-1 0 0 0,-1 0 0 0 0,0 1 0 0 0,1-1 0 0 0,-1 3 0 0 0,2 31 1190 0 0,-2-27-1005 0 0,1 2-134 0 0,-1 1-298 0 0,0 1 1 0 0,1-1-1 0 0,1 1 1 0 0,0-1-1 0 0,0 0 1 0 0,6 17-1 0 0,0-12-5581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4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19 4609 0 0,'-11'-6'408'0'0,"4"-5"3505"0"0,11 11-2537 0 0,2-1-1664 0 0,1 1-328 0 0,3 3-72 0 0,1-1-16 0 0,1 5 584 0 0,0 2 120 0 0,0 2 0 0 0,-1 0 0 0 0,-2-3 0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5.8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18 1808 0 0,'2'0'75'0'0,"-1"0"0"0"0,0 0 1 0 0,1 0-1 0 0,-1 0 0 0 0,1 1 0 0 0,-1-1 0 0 0,1 0 0 0 0,-1 1 0 0 0,0-1 0 0 0,1 0 0 0 0,-1 1 0 0 0,0 0 0 0 0,1-1 0 0 0,-1 1 0 0 0,0 0 0 0 0,0 0 0 0 0,0 0 0 0 0,1-1 0 0 0,-1 1 0 0 0,0 0 0 0 0,0 1 0 0 0,1 0 0 0 0,-1 2 275 0 0,1-1-1 0 0,0 1 0 0 0,-1 0 0 0 0,0 0 0 0 0,0 0 0 0 0,2 8 1 0 0,-1 3 782 0 0,-1 0 1 0 0,0-1-1 0 0,0 16 1 0 0,-2-24-720 0 0,1 1 0 0 0,-1-1 1 0 0,0 0-1 0 0,0 0 1 0 0,0 1-1 0 0,-1-1 1 0 0,0 0-1 0 0,0-1 1 0 0,-6 11-1 0 0,25-66-656 0 0,-7 33-451 0 0,0 0-1 0 0,1 1 0 0 0,1 1 1 0 0,23-23-1 0 0,-30 32 687 0 0,1 0 0 0 0,0 1 1 0 0,1 0-1 0 0,-1 0 0 0 0,1 1 0 0 0,0-1 0 0 0,0 2 0 0 0,0-1 0 0 0,1 1 0 0 0,-1 0 1 0 0,1 0-1 0 0,0 1 0 0 0,14-3 0 0 0,-19 5 79 0 0,-1 0-1 0 0,1 0 1 0 0,-1 1 0 0 0,0-1 0 0 0,1 0-1 0 0,-1 1 1 0 0,0-1 0 0 0,0 1 0 0 0,1 0-1 0 0,-1 0 1 0 0,0 0 0 0 0,0 0 0 0 0,0 0-1 0 0,0 0 1 0 0,0 0 0 0 0,0 1-1 0 0,0-1 1 0 0,0 1 0 0 0,1 2 0 0 0,3 2-170 0 0,-2 1 0 0 0,1 0 0 0 0,-1 0 0 0 0,5 9 0 0 0,-2-2-945 0 0,0-2-2872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6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193 67 4609 0 0,'3'-6'264'0'0,"-1"0"-1"0"0,0-1 1 0 0,-1 1-1 0 0,0-1 1 0 0,1-10 0 0 0,-2 16-126 0 0,0 0 1 0 0,0 0 0 0 0,0 1-1 0 0,0-1 1 0 0,0 0 0 0 0,0 0-1 0 0,0 1 1 0 0,0-1-1 0 0,-1 0 1 0 0,1 0 0 0 0,0 1-1 0 0,0-1 1 0 0,-1 0 0 0 0,1 1-1 0 0,-1-1 1 0 0,1 0 0 0 0,0 1-1 0 0,-1-1 1 0 0,1 1 0 0 0,-1-1-1 0 0,1 0 1 0 0,-1 1 0 0 0,0-1-1 0 0,-1 1 39 0 0,1 0 0 0 0,0-1 0 0 0,-1 1 0 0 0,1 0 0 0 0,0 0 0 0 0,-1 0 0 0 0,1 1 0 0 0,0-1 0 0 0,0 0 1 0 0,-1 0-1 0 0,1 1 0 0 0,0-1 0 0 0,0 1 0 0 0,-1-1 0 0 0,1 1 0 0 0,0 0 0 0 0,0-1 0 0 0,0 1 0 0 0,-1 1 0 0 0,-11 8 208 0 0,0 0 1 0 0,2 1 0 0 0,-1 0-1 0 0,1 1 1 0 0,1 0 0 0 0,0 1-1 0 0,1 0 1 0 0,0 1-1 0 0,1 0 1 0 0,1 0 0 0 0,0 1-1 0 0,-9 28 1 0 0,15-39-403 0 0,0 1-1 0 0,0 0 1 0 0,1 0 0 0 0,0 0-1 0 0,0-1 1 0 0,0 1 0 0 0,0 0-1 0 0,1 0 1 0 0,0 0 0 0 0,0 0 0 0 0,0-1-1 0 0,0 1 1 0 0,1 0 0 0 0,0-1-1 0 0,0 0 1 0 0,0 1 0 0 0,1-1-1 0 0,-1 0 1 0 0,1 0 0 0 0,0 0 0 0 0,0 0-1 0 0,4 3 1 0 0,-5-4-238 0 0,1-1-1 0 0,0 1 1 0 0,0-1 0 0 0,0 0-1 0 0,0 0 1 0 0,0 0-1 0 0,0 0 1 0 0,0-1 0 0 0,1 1-1 0 0,-1-1 1 0 0,1 0 0 0 0,-1 0-1 0 0,1 0 1 0 0,-1 0-1 0 0,1 0 1 0 0,0-1 0 0 0,-1 0-1 0 0,1 0 1 0 0,0 0 0 0 0,-1 0-1 0 0,1 0 1 0 0,0-1-1 0 0,-1 0 1 0 0,1 0 0 0 0,-1 0-1 0 0,1 0 1 0 0,-1 0 0 0 0,1-1-1 0 0,3-2 1 0 0,15-10-688 0 0,23-13 806 0 0,-43 26 215 0 0,1 0 0 0 0,-1 0 1 0 0,1 0-1 0 0,0 0 0 0 0,-1 0 1 0 0,1 1-1 0 0,0 0 0 0 0,0-1 1 0 0,-1 1-1 0 0,1 0 0 0 0,0 0 1 0 0,0 0-1 0 0,-1 1 0 0 0,1-1 1 0 0,4 2-1 0 0,-6-2 27 0 0,1 1 0 0 0,-1 0 1 0 0,0 0-1 0 0,0 0 0 0 0,0 0 0 0 0,0 0 0 0 0,0 0 0 0 0,0 0 0 0 0,0 0 1 0 0,0 0-1 0 0,0 1 0 0 0,-1-1 0 0 0,1 0 0 0 0,0 0 0 0 0,-1 1 1 0 0,1-1-1 0 0,-1 1 0 0 0,0-1 0 0 0,1 0 0 0 0,-1 1 0 0 0,0-1 0 0 0,0 1 1 0 0,0-1-1 0 0,0 0 0 0 0,0 3 0 0 0,-4 39 1661 0 0,4-40-1664 0 0,-6 28 499 0 0,0-1 0 0 0,-2 0-1 0 0,-2-1 1 0 0,0 0-1 0 0,-2 0 1 0 0,-25 42-1 0 0,25-51-555 0 0,-1-1 1 0 0,0-1-1 0 0,-2 0 0 0 0,0-1 0 0 0,-1 0 0 0 0,-1-1 1 0 0,0-1-1 0 0,-1-1 0 0 0,-30 19 0 0 0,24-20-837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8:06.3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12899 0 0,'2'0'1264'0'0,"-1"0"-1128"0"0,0 0-136 0 0,1 0 0 0 0,-2 1 0 0 0,1 1 0 0 0,2-1 64 0 0,1 0-64 0 0,3 2 0 0 0,-1-3 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0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23 107 9218 0 0,'-23'-15'4777'0'0,"23"14"-4698"0"0,1 1 0 0 0,-1-1 0 0 0,0 0 0 0 0,0 1 1 0 0,0-1-1 0 0,0 0 0 0 0,0 1 0 0 0,1-1 1 0 0,-1 0-1 0 0,0 1 0 0 0,1-1 0 0 0,-1 1 0 0 0,0-1 1 0 0,1 1-1 0 0,-1-1 0 0 0,1 0 0 0 0,-1 1 1 0 0,1-1-1 0 0,-1 1 0 0 0,1 0 0 0 0,-1-1 0 0 0,1 1 1 0 0,-1-1-1 0 0,1 1 0 0 0,0 0 0 0 0,-1-1 1 0 0,1 1-1 0 0,0 0 0 0 0,-1 0 0 0 0,1 0 0 0 0,0 0 1 0 0,1-1-1 0 0,11-5 36 0 0,1 1 0 0 0,0 0 0 0 0,1 1 0 0 0,-1 1 0 0 0,26-4 0 0 0,79 0 690 0 0,-78 6-593 0 0,-11-1-98 0 0,550-16 703 0 0,161 0-764 0 0,-623 22 131 0 0,-1 6 0 0 0,118 25 0 0 0,45 5 83 0 0,-265-38-249 0 0,-11-1-23 0 0,0 0-1 0 0,0 0 1 0 0,0-1-1 0 0,1 1 1 0 0,-1-1-1 0 0,0 0 1 0 0,0 0-1 0 0,1-1 1 0 0,-1 1-1 0 0,0-1 1 0 0,0 0-1 0 0,0 0 1 0 0,6-2-1 0 0,-10 2-144 0 0,1 1-1 0 0,-1-1 0 0 0,1 0 1 0 0,-1 1-1 0 0,0-1 0 0 0,1 1 1 0 0,-1-1-1 0 0,0 0 1 0 0,1 1-1 0 0,-1-1 0 0 0,0 0 1 0 0,0 1-1 0 0,0-1 0 0 0,0 0 1 0 0,0 0-1 0 0,0 1 0 0 0,0-1 1 0 0,0 0-1 0 0,0 1 1 0 0,0-1-1 0 0,0-1 0 0 0,-1-7-1088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0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136 1 6913 0 0,'-10'8'2548'0'0,"10"-8"-2447"0"0,0 0 1 0 0,1 0 0 0 0,-1 0-1 0 0,0 0 1 0 0,1 0 0 0 0,-1 0-1 0 0,0 0 1 0 0,1 0 0 0 0,-1 0 0 0 0,0 1-1 0 0,1-1 1 0 0,-1 0 0 0 0,0 0-1 0 0,1 0 1 0 0,-1 0 0 0 0,0 1-1 0 0,1-1 1 0 0,-1 0 0 0 0,0 0 0 0 0,0 1-1 0 0,1-1 1 0 0,-1 0 0 0 0,0 1-1 0 0,0-1 1 0 0,0 0 0 0 0,1 0-1 0 0,-1 1 1 0 0,0-1 0 0 0,0 0 0 0 0,0 1-1 0 0,-7 10 4610 0 0,24-2-4185 0 0,26 9-312 0 0,-38-17-213 0 0,-1 0 1 0 0,0 1 0 0 0,0-1-1 0 0,0 1 1 0 0,0 0 0 0 0,0 0-1 0 0,-1 0 1 0 0,1 0 0 0 0,-1 1-1 0 0,1 0 1 0 0,-1 0 0 0 0,0 0-1 0 0,0 0 1 0 0,0 0 0 0 0,0 0-1 0 0,3 6 1 0 0,21 31 147 0 0,1-2 1 0 0,44 46-1 0 0,-61-72-144 0 0,0-1 26 0 0,-1 0-1 0 0,0 1 1 0 0,-1 1 0 0 0,10 17 0 0 0,-17-27-21 0 0,-1 0 0 0 0,1 0 0 0 0,-1 0 0 0 0,0 1 0 0 0,0-1-1 0 0,0 0 1 0 0,0 1 0 0 0,0-1 0 0 0,-1 1 0 0 0,0-1 0 0 0,0 1 0 0 0,0-1 0 0 0,0 1 0 0 0,0 0 0 0 0,-1-1 0 0 0,1 1-1 0 0,-1-1 1 0 0,0 0 0 0 0,0 1 0 0 0,0-1 0 0 0,-1 0 0 0 0,1 1 0 0 0,-1-1 0 0 0,-2 3 0 0 0,-3 4 278 0 0,-1-1 1 0 0,0 0-1 0 0,-1 0 1 0 0,0-1-1 0 0,0 0 1 0 0,-15 10-1 0 0,-69 36 665 0 0,44-27-575 0 0,-41 27 339 0 0,20-12-1665 0 0,23-15-4680 0 0,25-15-1440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43 10594 0 0,'-2'-3'263'0'0,"1"0"0"0"0,-1-1-1 0 0,0 1 1 0 0,1 0 0 0 0,-2 1-1 0 0,1-1 1 0 0,0 0 0 0 0,0 0-1 0 0,-1 1 1 0 0,1 0 0 0 0,-1-1-1 0 0,0 1 1 0 0,-4-2 0 0 0,5 3-61 0 0,0 1 0 0 0,0-1 0 0 0,0 1 0 0 0,0 0 0 0 0,0-1 0 0 0,0 1 0 0 0,0 0 0 0 0,0 1 0 0 0,0-1 0 0 0,0 0 0 0 0,0 0 0 0 0,0 1 0 0 0,0-1 0 0 0,0 1-1 0 0,0 0 1 0 0,0 0 0 0 0,0-1 0 0 0,1 1 0 0 0,-1 0 0 0 0,0 1 0 0 0,0-1 0 0 0,1 0 0 0 0,-1 0 0 0 0,-1 3 0 0 0,-19 14 176 0 0,1 1 0 0 0,1 1 0 0 0,1 1 0 0 0,0 1 0 0 0,-15 25 0 0 0,33-45-372 0 0,-1 0 0 0 0,1 0 1 0 0,-1 0-1 0 0,1 0 1 0 0,0 0-1 0 0,0 1 0 0 0,0-1 1 0 0,0 0-1 0 0,1 1 0 0 0,-1-1 1 0 0,1 0-1 0 0,-1 1 1 0 0,1-1-1 0 0,0 1 0 0 0,0-1 1 0 0,0 1-1 0 0,0-1 0 0 0,0 3 1 0 0,2-3-8 0 0,-1 0 1 0 0,0 0-1 0 0,0 0 1 0 0,1 0-1 0 0,0 0 1 0 0,-1 0-1 0 0,1-1 1 0 0,0 1-1 0 0,0-1 1 0 0,-1 1 0 0 0,1-1-1 0 0,0 0 1 0 0,1 0-1 0 0,-1 0 1 0 0,0 0-1 0 0,0 0 1 0 0,0 0-1 0 0,5 0 1 0 0,101 25-412 0 0,-68-18 96 0 0,45 15 1 0 0,-74-20 277 0 0,-1 1 1 0 0,1 0-1 0 0,-1 1 0 0 0,-1 1 1 0 0,1-1-1 0 0,-1 2 0 0 0,0-1 1 0 0,16 16-1 0 0,-21-18 59 0 0,0 0-1 0 0,-1 0 1 0 0,1 1 0 0 0,-1-1 0 0 0,0 1-1 0 0,-1 0 1 0 0,1-1 0 0 0,-1 1 0 0 0,0 1-1 0 0,0-1 1 0 0,-1 0 0 0 0,1 0 0 0 0,-1 1-1 0 0,0-1 1 0 0,0 11 0 0 0,-1-7 54 0 0,-1-1 0 0 0,0 0 0 0 0,-1 0 0 0 0,0 0 0 0 0,0 0 1 0 0,-1 0-1 0 0,1 0 0 0 0,-2 0 0 0 0,-6 11 0 0 0,-5 4 108 0 0,-1-1 0 0 0,-1 0 0 0 0,-1-1 1 0 0,0 0-1 0 0,-28 21 0 0 0,14-18-546 0 0,30-23 320 0 0,1 0 0 0 0,-1 0 0 0 0,0 0-1 0 0,1-1 1 0 0,-1 1 0 0 0,0 0 0 0 0,1-1-1 0 0,-1 0 1 0 0,0 1 0 0 0,0-1 0 0 0,1 0-1 0 0,-1 0 1 0 0,0 0 0 0 0,0 0-1 0 0,0 0 1 0 0,1 0 0 0 0,-1-1 0 0 0,0 1-1 0 0,0 0 1 0 0,-1-2 0 0 0,-2 0-1111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10594 0 0,'-11'2'12797'0'0,"13"6"-14449"0"0,45 189 2565 0 0,-20-99-640 0 0,24 121-1393 0 0,-45-202-1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1.8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34 188 9218 0 0,'-2'0'202'0'0,"0"-1"0"0"0,0 1 0 0 0,1 0 0 0 0,-1-1 0 0 0,0 1 1 0 0,1-1-1 0 0,-1 1 0 0 0,0-1 0 0 0,1 0 0 0 0,-1 1 0 0 0,1-1 0 0 0,-1 0 0 0 0,1 0 0 0 0,-1 0 0 0 0,1 0 0 0 0,0-1 1 0 0,-3-1-1 0 0,4 1-24 0 0,-1 1 0 0 0,1 0 0 0 0,-1-1 1 0 0,1 1-1 0 0,0-1 0 0 0,0 1 0 0 0,0-1 1 0 0,0 1-1 0 0,0-1 0 0 0,0 1 1 0 0,0 0-1 0 0,0-1 0 0 0,1 1 0 0 0,-1-1 1 0 0,0 1-1 0 0,1-1 0 0 0,-1 1 0 0 0,1 0 1 0 0,0-1-1 0 0,-1 1 0 0 0,1 0 0 0 0,2-2 1 0 0,10-16-121 0 0,1 1 1 0 0,0 1-1 0 0,2 1 0 0 0,0 0 1 0 0,24-18-1 0 0,-17 16-616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7 478 6913 0 0,'-6'16'1010'0'0,"12"-16"1240"0"0,20-24 532 0 0,-8 6-1757 0 0,-2-1 1 0 0,0-1-1 0 0,-2 0 1 0 0,0-1-1 0 0,12-24 0 0 0,-14 21-980 0 0,-1-1-1 0 0,-2-1 1 0 0,0 1-1 0 0,-1-1 1 0 0,-2-1-1 0 0,-1 1 0 0 0,4-52 1 0 0,-9 73-90 0 0,0-1 0 0 0,0 1 1 0 0,-1 0-1 0 0,1 0 0 0 0,-1 0 1 0 0,-1 0-1 0 0,1 0 0 0 0,-1 0 0 0 0,-2-5 1 0 0,4 9 13 0 0,-1 0 1 0 0,1 0 0 0 0,-1 0 0 0 0,1 0 0 0 0,-1 1-1 0 0,1-1 1 0 0,-1 0 0 0 0,0 1 0 0 0,1-1-1 0 0,-1 0 1 0 0,0 1 0 0 0,0-1 0 0 0,0 1-1 0 0,1-1 1 0 0,-1 1 0 0 0,0-1 0 0 0,0 1-1 0 0,0 0 1 0 0,0-1 0 0 0,0 1 0 0 0,-1 0-1 0 0,1 0-16 0 0,-1 0-1 0 0,0 0 1 0 0,1 1-1 0 0,-1-1 1 0 0,1 1-1 0 0,-1-1 1 0 0,1 1-1 0 0,-1 0 0 0 0,1-1 1 0 0,-1 1-1 0 0,1 0 1 0 0,0 0-1 0 0,-1 0 1 0 0,1 0-1 0 0,0 0 1 0 0,0 0-1 0 0,-2 2 0 0 0,-3 4-36 0 0,1 0 0 0 0,-1 0 0 0 0,1 1 0 0 0,0 0 0 0 0,1 0 0 0 0,0 0 0 0 0,0 1 0 0 0,1-1 0 0 0,0 1 0 0 0,0 0 0 0 0,1 0 0 0 0,0 0 0 0 0,1 0 0 0 0,0 0 0 0 0,0 0 0 0 0,1 1 0 0 0,0-1 0 0 0,1 0 0 0 0,0 0 0 0 0,0 0 0 0 0,4 13 0 0 0,-4-16 111 0 0,1 0 0 0 0,0 0 0 0 0,0-1-1 0 0,0 1 1 0 0,1-1 0 0 0,0 1 0 0 0,0-1 0 0 0,0 0 0 0 0,1 0 0 0 0,0 0 0 0 0,0-1-1 0 0,0 1 1 0 0,0-1 0 0 0,1 0 0 0 0,0 0 0 0 0,-1-1 0 0 0,1 1 0 0 0,1-1-1 0 0,-1 0 1 0 0,0 0 0 0 0,1-1 0 0 0,0 0 0 0 0,-1 0 0 0 0,1 0 0 0 0,0-1 0 0 0,0 1-1 0 0,0-1 1 0 0,0-1 0 0 0,0 1 0 0 0,0-1 0 0 0,0 0 0 0 0,0-1 0 0 0,7 0 0 0 0,-3-1 10 0 0,1 0 1 0 0,-1-1-1 0 0,0 0 1 0 0,0-1 0 0 0,0 0-1 0 0,0-1 1 0 0,0 0-1 0 0,-1 0 1 0 0,0-1 0 0 0,0 0-1 0 0,0 0 1 0 0,-1-1-1 0 0,0-1 1 0 0,-1 1-1 0 0,10-12 1 0 0,-3 0-1191 0 0,0-1 0 0 0,-1-1 0 0 0,0 0-1 0 0,-2 0 1 0 0,14-40 0 0 0,-19 44 329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4145 0 0,'4'10'2012'0'0,"23"70"10249"0"0,-7-27-9081 0 0,2 11-2524 0 0,-3 0 0 0 0,11 77-1 0 0,20 67-2518 0 0,-46-196 645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2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1 177 2304 0 0,'10'-37'836'0'0,"-5"26"262"0"0,1-1 0 0 0,0 1 0 0 0,1 0 1 0 0,0 1-1 0 0,0-1 0 0 0,1 1 0 0 0,1 1 0 0 0,-1 0 0 0 0,2 0 0 0 0,17-13 0 0 0,-26 20-984 0 0,1 1 0 0 0,0 0 0 0 0,-1-1-1 0 0,1 1 1 0 0,0 0 0 0 0,0 0 0 0 0,0 0 0 0 0,0 0 0 0 0,0 0-1 0 0,0 1 1 0 0,0-1 0 0 0,0 1 0 0 0,0-1 0 0 0,1 1-1 0 0,-1 0 1 0 0,0-1 0 0 0,0 1 0 0 0,0 0 0 0 0,0 1-1 0 0,1-1 1 0 0,-1 0 0 0 0,0 1 0 0 0,0-1 0 0 0,0 1-1 0 0,0-1 1 0 0,0 1 0 0 0,0 0 0 0 0,0 0 0 0 0,0 0-1 0 0,0 0 1 0 0,0 1 0 0 0,-1-1 0 0 0,1 0 0 0 0,0 1 0 0 0,-1-1-1 0 0,1 1 1 0 0,1 2 0 0 0,0 0-30 0 0,0 1 0 0 0,-1-1 0 0 0,0 1-1 0 0,0 0 1 0 0,-1-1 0 0 0,1 1 0 0 0,-1 0 0 0 0,0 0 0 0 0,0 0 0 0 0,0 0-1 0 0,-1 0 1 0 0,0 0 0 0 0,0 0 0 0 0,0 0 0 0 0,-2 7 0 0 0,-2 8-117 0 0,-1 1-1 0 0,-1-1 1 0 0,-1-1 0 0 0,-1 1 0 0 0,0-1-1 0 0,-1-1 1 0 0,-2 1 0 0 0,0-2 0 0 0,0 1-1 0 0,-2-2 1 0 0,-21 23 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3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12 10594 0 0,'-4'-12'10793'0'0,"-4"21"-12042"0"0,-4 3 1440 0 0,1 1 1 0 0,1 0-1 0 0,0 1 0 0 0,-9 15 1 0 0,14-20-114 0 0,1-1 0 0 0,0 1 0 0 0,0 0 0 0 0,1 0 0 0 0,0 0 0 0 0,1 0 0 0 0,-1 1 0 0 0,0 11 0 0 0,3-18-65 0 0,0 1-1 0 0,0-1 1 0 0,0 1 0 0 0,0-1 0 0 0,0 0 0 0 0,1 1 0 0 0,-1-1 0 0 0,1 0 0 0 0,0 0 0 0 0,0 1-1 0 0,1-1 1 0 0,-1 0 0 0 0,0 0 0 0 0,1 0 0 0 0,0 0 0 0 0,0-1 0 0 0,0 1 0 0 0,0 0 0 0 0,0-1 0 0 0,0 1-1 0 0,1-1 1 0 0,-1 0 0 0 0,1 0 0 0 0,0 0 0 0 0,5 4 0 0 0,5-1-31 0 0,-1 0 0 0 0,1-1 1 0 0,0 0-1 0 0,0-1 0 0 0,19 2 0 0 0,-22-4 16 0 0,-1 0 1 0 0,1 1-1 0 0,-1 0 0 0 0,0 0 0 0 0,1 1 0 0 0,-2 0 0 0 0,1 1 0 0 0,0 0 0 0 0,-1 0 1 0 0,11 8-1 0 0,-17-10 2 0 0,0 0 0 0 0,0 0 1 0 0,0 1-1 0 0,0-1 0 0 0,-1 1 0 0 0,1-1 1 0 0,-1 1-1 0 0,0 0 0 0 0,0-1 0 0 0,0 1 1 0 0,0 0-1 0 0,0 0 0 0 0,0 0 1 0 0,-1 0-1 0 0,1 5 0 0 0,-1-1-1 0 0,0 0-1 0 0,-1 0 0 0 0,0-1 1 0 0,0 1-1 0 0,0-1 1 0 0,-5 13-1 0 0,-1-2 88 0 0,0-1 0 0 0,-1 1 1 0 0,-1-1-1 0 0,-16 21 0 0 0,9-15 144 0 0,-1-1 0 0 0,-21 21 0 0 0,32-36-366 0 0,-1 0-1 0 0,1-1 1 0 0,-1 0-1 0 0,0 0 0 0 0,0-1 1 0 0,0 0-1 0 0,0 0 1 0 0,-1 0-1 0 0,0-1 1 0 0,0 0-1 0 0,-10 2 1 0 0,-6-2-7558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6.7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62 4609 0 0,'-2'-5'350'0'0,"0"1"0"0"0,0 0 0 0 0,0 0 0 0 0,0 0 0 0 0,0 1-1 0 0,-1-1 1 0 0,0 0 0 0 0,0 1 0 0 0,0 0 0 0 0,0 0 0 0 0,0 0 0 0 0,-1 0 0 0 0,1 0 0 0 0,-5-2 0 0 0,6 4-220 0 0,0 0 0 0 0,1 0 0 0 0,-1 0 1 0 0,0 1-1 0 0,0-1 0 0 0,1 1 1 0 0,-1-1-1 0 0,0 1 0 0 0,0 0 0 0 0,0-1 1 0 0,0 1-1 0 0,0 0 0 0 0,0 0 0 0 0,1 0 1 0 0,-1 1-1 0 0,0-1 0 0 0,0 0 0 0 0,0 1 1 0 0,0-1-1 0 0,1 1 0 0 0,-1-1 0 0 0,0 1 1 0 0,0 0-1 0 0,1 0 0 0 0,-1 0 1 0 0,0 0-1 0 0,1 0 0 0 0,-1 0 0 0 0,1 0 1 0 0,0 1-1 0 0,-1-1 0 0 0,1 1 0 0 0,0-1 1 0 0,0 1-1 0 0,-1 1 0 0 0,-4 7 52 0 0,0 1 0 0 0,1-1 0 0 0,0 1-1 0 0,1 0 1 0 0,0 1 0 0 0,1-1 0 0 0,0 1 0 0 0,1 0 0 0 0,-2 22 0 0 0,2 2 143 0 0,7 71 0 0 0,-3-86-233 0 0,1 1 1 0 0,2-1 0 0 0,0 0-1 0 0,1 0 1 0 0,1-1-1 0 0,1 1 1 0 0,0-2 0 0 0,2 1-1 0 0,0-1 1 0 0,14 18 0 0 0,-18-29-51 0 0,0 0-1 0 0,1-1 1 0 0,-1 0 0 0 0,2 0 0 0 0,-1-1 0 0 0,1 0-1 0 0,0 0 1 0 0,0 0 0 0 0,1-1 0 0 0,13 6 0 0 0,-14-9-36 0 0,0 1 1 0 0,0-1 0 0 0,0 0 0 0 0,0-1-1 0 0,0 0 1 0 0,0 0 0 0 0,1-1 0 0 0,-1 0-1 0 0,0-1 1 0 0,0 1 0 0 0,0-2 0 0 0,0 1-1 0 0,1-1 1 0 0,8-3 0 0 0,-1-1-237 0 0,0-1 0 0 0,-1-1 0 0 0,0 0 1 0 0,0-1-1 0 0,-1 0 0 0 0,0-1 0 0 0,0-1 0 0 0,17-18 1 0 0,-9 7-5745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66 10138 0 0,'-2'0'150'0'0,"1"-1"-1"0"0,-1 1 1 0 0,0-1 0 0 0,0 1-1 0 0,0 0 1 0 0,1 0-1 0 0,-1 0 1 0 0,0 0-1 0 0,0 0 1 0 0,0 0 0 0 0,1 1-1 0 0,-1-1 1 0 0,0 1-1 0 0,0-1 1 0 0,1 1 0 0 0,-1-1-1 0 0,0 1 1 0 0,1 0-1 0 0,-1 0 1 0 0,0 0-1 0 0,1 0 1 0 0,-1 0 0 0 0,1 0-1 0 0,0 0 1 0 0,-1 1-1 0 0,1-1 1 0 0,0 0 0 0 0,0 1-1 0 0,0-1 1 0 0,0 1-1 0 0,0 0 1 0 0,0-1-1 0 0,0 1 1 0 0,1-1 0 0 0,-1 1-1 0 0,0 0 1 0 0,1 0-1 0 0,-1 0 1 0 0,1-1 0 0 0,0 4-1 0 0,-1 0 59 0 0,0 1 1 0 0,1 0-1 0 0,0-1 1 0 0,0 1-1 0 0,0 0 0 0 0,1-1 1 0 0,-1 1-1 0 0,2 0 1 0 0,-1-1-1 0 0,1 1 0 0 0,-1-1 1 0 0,5 9-1 0 0,0-5-138 0 0,0 0 1 0 0,1 0-1 0 0,0-1 0 0 0,0 0 1 0 0,1 0-1 0 0,0-1 0 0 0,0 0 0 0 0,1 0 1 0 0,0-1-1 0 0,11 6 0 0 0,-13-7-19 0 0,0-2-1 0 0,0 1 0 0 0,0-1 1 0 0,1 0-1 0 0,-1-1 0 0 0,1 1 1 0 0,0-1-1 0 0,0-1 0 0 0,0 0 1 0 0,0 0-1 0 0,0 0 0 0 0,0-1 1 0 0,0 0-1 0 0,13-3 0 0 0,-19 3-40 0 0,1-1-1 0 0,-1 0 1 0 0,1 0-1 0 0,-1 0 1 0 0,0 0-1 0 0,1 0 1 0 0,-1-1-1 0 0,0 1 1 0 0,0-1-1 0 0,0 1 0 0 0,0-1 1 0 0,0 0-1 0 0,0 0 1 0 0,-1 0-1 0 0,1 0 1 0 0,0 0-1 0 0,-1 0 1 0 0,0 0-1 0 0,1-1 1 0 0,-1 1-1 0 0,0 0 1 0 0,0-1-1 0 0,0 1 1 0 0,-1-1-1 0 0,1 1 0 0 0,-1-1 1 0 0,1 1-1 0 0,-1-1 1 0 0,0 0-1 0 0,0 1 1 0 0,0-1-1 0 0,0 1 1 0 0,0-1-1 0 0,-1 0 1 0 0,0-3-1 0 0,-1-4 31 0 0,0 0 0 0 0,-1 1-1 0 0,0 0 1 0 0,0 0 0 0 0,-1 0 0 0 0,0 0 0 0 0,-1 0-1 0 0,-7-10 1 0 0,1 4-160 0 0,-1 1-1 0 0,0 0 1 0 0,-1 1-1 0 0,0 1 1 0 0,-1 0-1 0 0,-1 0 1 0 0,0 2-1 0 0,-21-13 1 0 0,16 16-1332 0 0,6 7-4180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4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143 0 6449 0 0,'-4'2'305'0'0,"-1"0"-1"0"0,0 0 0 0 0,1 1 0 0 0,-1 0 0 0 0,1-1 0 0 0,0 1 1 0 0,0 0-1 0 0,0 1 0 0 0,0-1 0 0 0,1 1 0 0 0,-4 4 0 0 0,3-4-93 0 0,-9 9 458 0 0,1 1 1 0 0,0 0-1 0 0,-12 20 0 0 0,21-30-477 0 0,0 1 0 0 0,0 0 0 0 0,1 0 0 0 0,-1 0 0 0 0,1 0 0 0 0,0 1 0 0 0,1-1 0 0 0,-1 0 0 0 0,1 1-1 0 0,0 0 1 0 0,0-1 0 0 0,1 1 0 0 0,0-1 0 0 0,0 12 0 0 0,1-15-184 0 0,0 0-1 0 0,0 0 1 0 0,0 0 0 0 0,0 0-1 0 0,0 0 1 0 0,1-1 0 0 0,-1 1-1 0 0,0 0 1 0 0,1-1 0 0 0,-1 1-1 0 0,1 0 1 0 0,0-1 0 0 0,0 0 0 0 0,-1 1-1 0 0,1-1 1 0 0,0 0 0 0 0,0 0-1 0 0,0 0 1 0 0,0 0 0 0 0,0 0-1 0 0,0-1 1 0 0,1 1 0 0 0,-1-1-1 0 0,0 1 1 0 0,0-1 0 0 0,0 0-1 0 0,1 0 1 0 0,1 0 0 0 0,12 1-203 0 0,-1-1 0 0 0,31-4 1 0 0,-30 2 43 0 0,5 0-105 0 0,-6 0 217 0 0,1 1-1 0 0,-1 0 1 0 0,1 1-1 0 0,-1 0 1 0 0,1 1-1 0 0,0 1 0 0 0,18 5 1 0 0,-32-7 37 0 0,0 1 0 0 0,0 0 1 0 0,0-1-1 0 0,0 1 0 0 0,-1 0 1 0 0,1 0-1 0 0,0 1 0 0 0,0-1 1 0 0,-1 0-1 0 0,1 1 0 0 0,-1-1 0 0 0,0 0 1 0 0,1 1-1 0 0,-1 0 0 0 0,0-1 1 0 0,0 1-1 0 0,0 0 0 0 0,0 0 0 0 0,0-1 1 0 0,0 1-1 0 0,1 3 0 0 0,-2-1 14 0 0,1 0-1 0 0,-1 0 1 0 0,0-1-1 0 0,1 1 1 0 0,-2 0-1 0 0,1 0 1 0 0,0 0-1 0 0,-1 0 1 0 0,0-1-1 0 0,-2 7 1 0 0,-1 2 108 0 0,-1-1-1 0 0,0 0 1 0 0,-1 0 0 0 0,0-1-1 0 0,0 1 1 0 0,-11 11 0 0 0,10-14-258 0 0,0 0 1 0 0,-1-1-1 0 0,1 0 0 0 0,-1-1 1 0 0,-1 1-1 0 0,-10 5 1 0 0,7-5-446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7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 11979 0 0,'0'0'100'0'0,"-1"0"0"0"0,1 0 0 0 0,-1 0 0 0 0,1 0 1 0 0,-1 0-1 0 0,0 0 0 0 0,1 1 0 0 0,-1-1 0 0 0,1 0 1 0 0,-1 0-1 0 0,1 1 0 0 0,-1-1 0 0 0,1 0 0 0 0,0 1 1 0 0,-1-1-1 0 0,1 0 0 0 0,-1 1 0 0 0,1-1 0 0 0,0 1 1 0 0,-1-1-1 0 0,1 0 0 0 0,0 1 0 0 0,-1-1 0 0 0,1 1 1 0 0,0-1-1 0 0,0 1 0 0 0,-1-1 0 0 0,1 1 0 0 0,0 0 1 0 0,0-1-1 0 0,0 1 0 0 0,0-1 0 0 0,0 1 0 0 0,0-1 1 0 0,0 1-1 0 0,0-1 0 0 0,0 1 0 0 0,0 0 0 0 0,-3 26 1516 0 0,5 12-791 0 0,1-1-1 0 0,1 1 1 0 0,3-1-1 0 0,13 46 1 0 0,-7-30-648 0 0,111 500-390 0 0,-115-519-1446 0 0,0-3-5516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08.5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5985 0 0,'0'4'3376'0'0,"0"-4"-3326"0"0,11-2 1099 0 0,11-6-341 0 0,156-79 4941 0 0,-54 40-10277 0 0,-103 41-883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0.9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44 9674 0 0,'9'-33'2840'0'0,"-4"23"-761"0"0,-4 24-184 0 0,-48 412 1051 0 0,32-321-2744 0 0,-171 1303 78 0 0,185-1399-286 0 0,-9 72-3002 0 0,-1 129 0 0 0,12-190-2972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10 4609 0 0,'-6'-3'1563'0'0,"5"2"-1417"0"0,0 1 0 0 0,1-1-1 0 0,-1 1 1 0 0,0-1 0 0 0,0 1 0 0 0,1-1 0 0 0,-1 1-1 0 0,0-1 1 0 0,0 1 0 0 0,0 0 0 0 0,0-1-1 0 0,0 1 1 0 0,1 0 0 0 0,-1 0 0 0 0,0 0 0 0 0,0 0-1 0 0,0 0 1 0 0,0 0 0 0 0,0 0 0 0 0,0 0 0 0 0,0 0-1 0 0,0 0 1 0 0,0 0 0 0 0,0 1 0 0 0,1-1 0 0 0,-1 0-1 0 0,0 1 1 0 0,0-1 0 0 0,0 0 0 0 0,0 1-1 0 0,1-1 1 0 0,-1 1 0 0 0,0-1 0 0 0,0 1 0 0 0,1 0-1 0 0,-1-1 1 0 0,1 1 0 0 0,-1 0 0 0 0,0-1 0 0 0,1 1-1 0 0,-1 0 1 0 0,1 0 0 0 0,0 0 0 0 0,-1 0 0 0 0,1-1-1 0 0,-1 3 1 0 0,-18 31 1186 0 0,1 2 0 0 0,-21 56-1 0 0,22-49-764 0 0,10-24-326 0 0,-1-1 151 0 0,0 0 1 0 0,-8 39-1 0 0,16-57-387 0 0,0 0 0 0 0,0 0 0 0 0,0 0 0 0 0,0 0 0 0 0,0 0 0 0 0,0 0 0 0 0,0 0 0 0 0,1 0 0 0 0,-1 0 0 0 0,0 0 0 0 0,0 0 1 0 0,0 0-1 0 0,0 0 0 0 0,0 0 0 0 0,0 0 0 0 0,0 0 0 0 0,0 0 0 0 0,0 0 0 0 0,0 0 0 0 0,0 0 0 0 0,0 0 0 0 0,0 0 0 0 0,0 0 0 0 0,1 0 0 0 0,-1 0 0 0 0,0 0 0 0 0,0 0 0 0 0,0 0 0 0 0,0 0 0 0 0,0 0 0 0 0,0 0 0 0 0,0 0 0 0 0,0 0 0 0 0,0 0 0 0 0,0 0 0 0 0,0 0 0 0 0,0 0 0 0 0,0 0 1 0 0,0 0-1 0 0,0 0 0 0 0,0 0 0 0 0,0 1 0 0 0,0-1 0 0 0,8-12-231 0 0,6-17-522 0 0,-7-12-51 0 0,-3 15-6081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7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62 920 0 0,'-3'-5'889'0'0,"-1"-1"0"0"0,1 1 0 0 0,-1 0 1 0 0,0 1-1 0 0,0-1 0 0 0,-1 1 0 0 0,-7-6 0 0 0,9 7 165 0 0,0 1 0 0 0,0 0-1 0 0,-1 0 1 0 0,1 0 0 0 0,0 1 0 0 0,-1-1 0 0 0,-6-1 0 0 0,9 3-950 0 0,1 0 0 0 0,-1 0 1 0 0,1 0-1 0 0,-1 0 1 0 0,1 0-1 0 0,-1 0 1 0 0,1 0-1 0 0,-1 0 0 0 0,1 0 1 0 0,0 0-1 0 0,-1 1 1 0 0,1-1-1 0 0,-1 0 1 0 0,1 0-1 0 0,0 0 1 0 0,-1 1-1 0 0,1-1 0 0 0,0 0 1 0 0,-1 1-1 0 0,1-1 1 0 0,0 0-1 0 0,-1 1 1 0 0,1-1-1 0 0,0 0 0 0 0,0 1 1 0 0,-1-1-1 0 0,1 1 1 0 0,0-1-1 0 0,0 0 1 0 0,0 1-1 0 0,-1-1 1 0 0,1 1-1 0 0,0-1 0 0 0,0 1 1 0 0,0-1-1 0 0,0 1 1 0 0,0-1-1 0 0,0 0 1 0 0,0 1-1 0 0,0-1 0 0 0,0 1 1 0 0,0-1-1 0 0,0 1 1 0 0,1-1-1 0 0,-1 1 1 0 0,0-1-1 0 0,0 1 1 0 0,6 26 259 0 0,-5-24-234 0 0,37 130 12 0 0,6-2 0 0 0,92 189 0 0 0,-129-305-1567 0 0,2 0 0 0 0,19 27 1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1.9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1 374 5529 0 0,'0'-13'220'0'0,"-1"1"-1"0"0,2-1 0 0 0,-1 0 1 0 0,2 1-1 0 0,0 0 0 0 0,0-1 1 0 0,1 1-1 0 0,1 0 0 0 0,0 0 1 0 0,7-13-1 0 0,0 1 679 0 0,1 1 1 0 0,1 1-1 0 0,32-40 1 0 0,-36 51-784 0 0,0 1 1 0 0,1 0-1 0 0,1 1 1 0 0,-1 0-1 0 0,14-8 1 0 0,-18 12-791 0 0,1 1 0 0 0,0 1 0 0 0,0-1-1 0 0,1 1 1 0 0,-1 1 0 0 0,9-3 0 0 0,-1 4-984 0 0,-2 4 1000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0 294 5985 0 0,'25'-49'1478'0'0,"-11"28"-864"0"0,67-95-203 0 0,-69 100-516 0 0,1 1 0 0 0,1 1 0 0 0,0 0 0 0 0,1 1 0 0 0,17-12 0 0 0,-20 18 105 0 0,-2 4 0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3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23 227 6913 0 0,'-6'15'256'0'0,"-8"29"374"0"0,13-42-525 0 0,1 0-1 0 0,-1 0 1 0 0,1 0-1 0 0,0 0 1 0 0,0 0 0 0 0,0 0-1 0 0,0 0 1 0 0,0 1-1 0 0,0-1 1 0 0,0 0-1 0 0,1 0 1 0 0,-1 0-1 0 0,1 0 1 0 0,-1 0-1 0 0,1 0 1 0 0,0 0-1 0 0,2 3 1 0 0,-3-5-35 0 0,1 1 1 0 0,0-1-1 0 0,0 1 1 0 0,-1-1 0 0 0,1 1-1 0 0,0-1 1 0 0,0 0-1 0 0,0 1 1 0 0,0-1-1 0 0,0 0 1 0 0,-1 0 0 0 0,1 0-1 0 0,0 1 1 0 0,0-1-1 0 0,0 0 1 0 0,0 0-1 0 0,0 0 1 0 0,0 0 0 0 0,0-1-1 0 0,0 1 1 0 0,-1 0-1 0 0,1 0 1 0 0,0 0-1 0 0,0-1 1 0 0,0 1 0 0 0,0 0-1 0 0,0-1 1 0 0,-1 1-1 0 0,1-1 1 0 0,0 1-1 0 0,1-2 1 0 0,24-19 1042 0 0,-24 20-1053 0 0,22-23-364 0 0,0-2 0 0 0,35-51 0 0 0,-39 48-455 0 0,1 2 0 0 0,1 1 1 0 0,27-25-1 0 0,-16 21 663 0 0,-19 17 21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2.6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0 252 6913 0 0,'11'-6'71'0'0,"-2"1"1058"0"0,1 1 1 0 0,-1 0-1 0 0,18-5 0 0 0,-23 8-790 0 0,1 0-1 0 0,-1 1 0 0 0,0-1 1 0 0,1 1-1 0 0,-1 0 0 0 0,0 1 1 0 0,1-1-1 0 0,-1 1 0 0 0,0 0 0 0 0,0 0 1 0 0,1 0-1 0 0,4 2 0 0 0,64 43 2215 0 0,-112-103-354 0 0,31 46-2172 0 0,1 0-1 0 0,0-1 1 0 0,1 0-1 0 0,0 0 1 0 0,1-1-1 0 0,0 1 1 0 0,1-1 0 0 0,1 0-1 0 0,0 0 1 0 0,1-1-1 0 0,0 1 1 0 0,0-25-1 0 0,5 8-930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0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0 246 5985 0 0,'1'-1'137'0'0,"0"1"0"0"0,0-1 0 0 0,0 1-1 0 0,0-1 1 0 0,0 1 0 0 0,0 0 0 0 0,0 0-1 0 0,0 0 1 0 0,0-1 0 0 0,0 1 0 0 0,0 0 0 0 0,0 0-1 0 0,0 0 1 0 0,0 1 0 0 0,0-1 0 0 0,0 0-1 0 0,0 0 1 0 0,0 0 0 0 0,0 1 0 0 0,0-1-1 0 0,0 1 1 0 0,0-1 0 0 0,0 1 0 0 0,0-1 0 0 0,1 1-1 0 0,25 17 1393 0 0,-25-16-1221 0 0,13 9 628 0 0,-2 2 0 0 0,18 18-1 0 0,-22-20-520 0 0,1-1 0 0 0,1 0 0 0 0,-1-1 0 0 0,22 15-1 0 0,-32-24-392 0 0,0 0-1 0 0,0 0 0 0 0,0 0 0 0 0,0 0 0 0 0,0 0 1 0 0,0 0-1 0 0,0-1 0 0 0,0 1 0 0 0,0 0 0 0 0,0 0 0 0 0,0 0 1 0 0,0 0-1 0 0,0 0 0 0 0,0 0 0 0 0,0 0 0 0 0,0 0 0 0 0,0 0 1 0 0,0 0-1 0 0,0 0 0 0 0,0 0 0 0 0,0-1 0 0 0,0 1 1 0 0,0 0-1 0 0,0 0 0 0 0,0 0 0 0 0,0 0 0 0 0,0 0 0 0 0,0 0 1 0 0,0 0-1 0 0,0 0 0 0 0,0 0 0 0 0,0 0 0 0 0,0 0 0 0 0,0 0 1 0 0,0 0-1 0 0,0-1 0 0 0,0 1 0 0 0,0 0 0 0 0,0 0 0 0 0,0 0 1 0 0,0 0-1 0 0,0 0 0 0 0,0 0 0 0 0,0 0 0 0 0,1 0 1 0 0,-1 0-1 0 0,0 0 0 0 0,0 0 0 0 0,0 0 0 0 0,0 0 0 0 0,0 0 1 0 0,0 0-1 0 0,0 0 0 0 0,0 0 0 0 0,0 0 0 0 0,0 0 0 0 0,0 0 1 0 0,0 0-1 0 0,1 0 0 0 0,-8-13 1056 0 0,-10-15 462 0 0,16 26-1406 0 0,-10-15 279 0 0,2 0 1 0 0,0 0-1 0 0,1-1 0 0 0,1 0 0 0 0,0 0 1 0 0,-5-27-1 0 0,9 31-688 0 0,1-1 1 0 0,1 1-1 0 0,0-23 0 0 0,2 23-924 0 0,0 1-1 0 0,2-1 1 0 0,-1 1-1 0 0,6-15 0 0 0,2 0-5704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 64 5529 0 0,'-1'0'256'0'0,"-1"-1"1"0"0,1 1-1 0 0,0 0 0 0 0,-1-1 0 0 0,1 1 0 0 0,0-1 1 0 0,0 1-1 0 0,-1-1 0 0 0,1 1 0 0 0,0-1 0 0 0,0 0 1 0 0,-2-1-1 0 0,2 1 57 0 0,0 0 1 0 0,0 0-1 0 0,0 0 1 0 0,-1 1-1 0 0,1-1 1 0 0,0 0 0 0 0,0 1-1 0 0,-1-1 1 0 0,1 1-1 0 0,-1-1 1 0 0,1 1-1 0 0,0 0 1 0 0,-1 0-1 0 0,1-1 1 0 0,-2 1-1 0 0,1 1-139 0 0,0-1 0 0 0,0 0 0 0 0,1 1 0 0 0,-1-1 0 0 0,0 1 0 0 0,1 0-1 0 0,-1-1 1 0 0,1 1 0 0 0,-1 0 0 0 0,1 0 0 0 0,-1 0 0 0 0,1 0 0 0 0,0 0 0 0 0,-1 0 0 0 0,1 1-1 0 0,0-1 1 0 0,0 0 0 0 0,0 1 0 0 0,-1 1 0 0 0,0 0-34 0 0,-1 1 0 0 0,1 1 0 0 0,1-1 1 0 0,-1 0-1 0 0,1 0 0 0 0,0 1 0 0 0,-2 6 0 0 0,2-5-104 0 0,1-1 0 0 0,-1 1 0 0 0,1-1 0 0 0,0 1 0 0 0,0-1 0 0 0,0 1 0 0 0,1 0 0 0 0,0-1 0 0 0,0 0 0 0 0,1 1 0 0 0,-1-1 0 0 0,5 10 0 0 0,-3-12-33 0 0,0 0 1 0 0,0 0 0 0 0,0 0 0 0 0,1-1-1 0 0,-1 1 1 0 0,1-1 0 0 0,0 1 0 0 0,-1-1-1 0 0,1-1 1 0 0,0 1 0 0 0,0 0-1 0 0,0-1 1 0 0,0 0 0 0 0,0 0 0 0 0,1 0-1 0 0,-1 0 1 0 0,0-1 0 0 0,0 0 0 0 0,1 0-1 0 0,-1 0 1 0 0,0 0 0 0 0,1 0 0 0 0,-1-1-1 0 0,0 0 1 0 0,6-2 0 0 0,-8 3 19 0 0,1-1 0 0 0,-1 1 0 0 0,1-1 0 0 0,-1 0 0 0 0,0 0 0 0 0,1 0 0 0 0,-1 0 0 0 0,0 0 0 0 0,0-1 0 0 0,0 1 0 0 0,0-1 0 0 0,0 1 0 0 0,0-1 0 0 0,0 0 0 0 0,0 0 0 0 0,-1 0 0 0 0,1 0 0 0 0,-1 0 0 0 0,1 0 0 0 0,-1 0 0 0 0,0 0 0 0 0,0 0 0 0 0,0-1 0 0 0,0 1 0 0 0,0 0 0 0 0,-1-1 0 0 0,1 1 0 0 0,-1-1 0 0 0,1 1 0 0 0,-1-1 0 0 0,0 1 0 0 0,0-1 0 0 0,0 1 0 0 0,0-1 0 0 0,-1 1 0 0 0,1-1 0 0 0,-1 1 0 0 0,1-1 0 0 0,-1 1 0 0 0,0 0 0 0 0,0-1 0 0 0,0 1 0 0 0,-2-4 0 0 0,-3-4 76 0 0,0 0 0 0 0,-1 1-1 0 0,0-1 1 0 0,0 1-1 0 0,-1 1 1 0 0,0 0 0 0 0,-1 0-1 0 0,1 0 1 0 0,-2 1 0 0 0,1 0-1 0 0,-13-6 1 0 0,15 9-558 0 0,0 1 1 0 0,0 0-1 0 0,-1 0 1 0 0,1 0-1 0 0,-1 1 1 0 0,-8-1 0 0 0,15 3 239 0 0,-1 0 0 0 0,0 0 0 0 0,0 0 0 0 0,1 0 0 0 0,-1 0 0 0 0,0 0 0 0 0,1 1 0 0 0,-1-1 0 0 0,0 0 0 0 0,0 1 0 0 0,1 0 0 0 0,-1-1 0 0 0,1 1 0 0 0,-1 0 0 0 0,1 0 0 0 0,-3 1 0 0 0,-1 1 206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6T22:59:13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0 318 456 0 0,'5'0'625'0'0,"1"0"1"0"0,-1 1-1 0 0,1 0 0 0 0,-1 0 0 0 0,0 0 1 0 0,0 0-1 0 0,0 1 0 0 0,0 0 0 0 0,0 0 1 0 0,0 0-1 0 0,0 1 0 0 0,0 0 0 0 0,-1 0 1 0 0,7 5-1 0 0,1 3 619 0 0,-2 0 0 0 0,1 1 0 0 0,13 21 0 0 0,0-1 1181 0 0,-29-39-1920 0 0,1 0 1 0 0,0 0 0 0 0,0-1 0 0 0,0 1-1 0 0,1-1 1 0 0,0 0 0 0 0,0 1-1 0 0,1-1 1 0 0,-2-12 0 0 0,1 2-264 0 0,2 0 0 0 0,0 0 0 0 0,1 0 1 0 0,2-18-1 0 0,2-1-778 0 0,3 1-1 0 0,0 1 1 0 0,3-1 0 0 0,15-38 0 0 0,-12 40-6948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31764" y="65552"/>
            <a:ext cx="1275956" cy="6611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6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91B1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366" y="1368933"/>
            <a:ext cx="9378315" cy="4081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30.png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261" Type="http://schemas.openxmlformats.org/officeDocument/2006/relationships/image" Target="../media/image131.png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263" Type="http://schemas.openxmlformats.org/officeDocument/2006/relationships/image" Target="../media/image132.png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55" Type="http://schemas.openxmlformats.org/officeDocument/2006/relationships/image" Target="../media/image128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customXml" Target="../ink/ink137.xml"/><Relationship Id="rId18" Type="http://schemas.openxmlformats.org/officeDocument/2006/relationships/image" Target="../media/image141.png"/><Relationship Id="rId3" Type="http://schemas.openxmlformats.org/officeDocument/2006/relationships/customXml" Target="../ink/ink132.xml"/><Relationship Id="rId21" Type="http://schemas.openxmlformats.org/officeDocument/2006/relationships/customXml" Target="../ink/ink141.xml"/><Relationship Id="rId7" Type="http://schemas.openxmlformats.org/officeDocument/2006/relationships/customXml" Target="../ink/ink134.xml"/><Relationship Id="rId12" Type="http://schemas.openxmlformats.org/officeDocument/2006/relationships/image" Target="../media/image138.png"/><Relationship Id="rId17" Type="http://schemas.openxmlformats.org/officeDocument/2006/relationships/customXml" Target="../ink/ink139.xml"/><Relationship Id="rId2" Type="http://schemas.openxmlformats.org/officeDocument/2006/relationships/image" Target="../media/image2.jpg"/><Relationship Id="rId16" Type="http://schemas.openxmlformats.org/officeDocument/2006/relationships/image" Target="../media/image140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customXml" Target="../ink/ink136.xml"/><Relationship Id="rId24" Type="http://schemas.openxmlformats.org/officeDocument/2006/relationships/image" Target="../media/image144.png"/><Relationship Id="rId5" Type="http://schemas.openxmlformats.org/officeDocument/2006/relationships/customXml" Target="../ink/ink133.xml"/><Relationship Id="rId15" Type="http://schemas.openxmlformats.org/officeDocument/2006/relationships/customXml" Target="../ink/ink138.xml"/><Relationship Id="rId23" Type="http://schemas.openxmlformats.org/officeDocument/2006/relationships/customXml" Target="../ink/ink142.xml"/><Relationship Id="rId10" Type="http://schemas.openxmlformats.org/officeDocument/2006/relationships/image" Target="../media/image137.png"/><Relationship Id="rId19" Type="http://schemas.openxmlformats.org/officeDocument/2006/relationships/customXml" Target="../ink/ink140.xml"/><Relationship Id="rId4" Type="http://schemas.openxmlformats.org/officeDocument/2006/relationships/image" Target="../media/image134.png"/><Relationship Id="rId9" Type="http://schemas.openxmlformats.org/officeDocument/2006/relationships/customXml" Target="../ink/ink135.xml"/><Relationship Id="rId14" Type="http://schemas.openxmlformats.org/officeDocument/2006/relationships/image" Target="../media/image139.png"/><Relationship Id="rId22" Type="http://schemas.openxmlformats.org/officeDocument/2006/relationships/image" Target="../media/image14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.png"/><Relationship Id="rId21" Type="http://schemas.openxmlformats.org/officeDocument/2006/relationships/image" Target="../media/image155.png"/><Relationship Id="rId42" Type="http://schemas.openxmlformats.org/officeDocument/2006/relationships/customXml" Target="../ink/ink163.xml"/><Relationship Id="rId63" Type="http://schemas.openxmlformats.org/officeDocument/2006/relationships/image" Target="../media/image176.png"/><Relationship Id="rId84" Type="http://schemas.openxmlformats.org/officeDocument/2006/relationships/customXml" Target="../ink/ink184.xml"/><Relationship Id="rId138" Type="http://schemas.openxmlformats.org/officeDocument/2006/relationships/customXml" Target="../ink/ink211.xml"/><Relationship Id="rId159" Type="http://schemas.openxmlformats.org/officeDocument/2006/relationships/image" Target="../media/image224.png"/><Relationship Id="rId170" Type="http://schemas.openxmlformats.org/officeDocument/2006/relationships/customXml" Target="../ink/ink227.xml"/><Relationship Id="rId191" Type="http://schemas.openxmlformats.org/officeDocument/2006/relationships/image" Target="../media/image240.png"/><Relationship Id="rId205" Type="http://schemas.openxmlformats.org/officeDocument/2006/relationships/image" Target="../media/image247.png"/><Relationship Id="rId226" Type="http://schemas.openxmlformats.org/officeDocument/2006/relationships/customXml" Target="../ink/ink255.xml"/><Relationship Id="rId107" Type="http://schemas.openxmlformats.org/officeDocument/2006/relationships/image" Target="../media/image198.png"/><Relationship Id="rId11" Type="http://schemas.openxmlformats.org/officeDocument/2006/relationships/image" Target="../media/image150.png"/><Relationship Id="rId32" Type="http://schemas.openxmlformats.org/officeDocument/2006/relationships/customXml" Target="../ink/ink158.xml"/><Relationship Id="rId53" Type="http://schemas.openxmlformats.org/officeDocument/2006/relationships/image" Target="../media/image171.png"/><Relationship Id="rId74" Type="http://schemas.openxmlformats.org/officeDocument/2006/relationships/customXml" Target="../ink/ink179.xml"/><Relationship Id="rId128" Type="http://schemas.openxmlformats.org/officeDocument/2006/relationships/customXml" Target="../ink/ink206.xml"/><Relationship Id="rId149" Type="http://schemas.openxmlformats.org/officeDocument/2006/relationships/image" Target="../media/image219.png"/><Relationship Id="rId5" Type="http://schemas.openxmlformats.org/officeDocument/2006/relationships/image" Target="../media/image147.png"/><Relationship Id="rId95" Type="http://schemas.openxmlformats.org/officeDocument/2006/relationships/image" Target="../media/image192.png"/><Relationship Id="rId160" Type="http://schemas.openxmlformats.org/officeDocument/2006/relationships/customXml" Target="../ink/ink222.xml"/><Relationship Id="rId181" Type="http://schemas.openxmlformats.org/officeDocument/2006/relationships/image" Target="../media/image235.png"/><Relationship Id="rId216" Type="http://schemas.openxmlformats.org/officeDocument/2006/relationships/customXml" Target="../ink/ink250.xml"/><Relationship Id="rId22" Type="http://schemas.openxmlformats.org/officeDocument/2006/relationships/customXml" Target="../ink/ink153.xml"/><Relationship Id="rId43" Type="http://schemas.openxmlformats.org/officeDocument/2006/relationships/image" Target="../media/image166.png"/><Relationship Id="rId64" Type="http://schemas.openxmlformats.org/officeDocument/2006/relationships/customXml" Target="../ink/ink174.xml"/><Relationship Id="rId118" Type="http://schemas.openxmlformats.org/officeDocument/2006/relationships/customXml" Target="../ink/ink201.xml"/><Relationship Id="rId139" Type="http://schemas.openxmlformats.org/officeDocument/2006/relationships/image" Target="../media/image214.png"/><Relationship Id="rId85" Type="http://schemas.openxmlformats.org/officeDocument/2006/relationships/image" Target="../media/image187.png"/><Relationship Id="rId150" Type="http://schemas.openxmlformats.org/officeDocument/2006/relationships/customXml" Target="../ink/ink217.xml"/><Relationship Id="rId171" Type="http://schemas.openxmlformats.org/officeDocument/2006/relationships/image" Target="../media/image230.png"/><Relationship Id="rId192" Type="http://schemas.openxmlformats.org/officeDocument/2006/relationships/customXml" Target="../ink/ink238.xml"/><Relationship Id="rId206" Type="http://schemas.openxmlformats.org/officeDocument/2006/relationships/customXml" Target="../ink/ink245.xml"/><Relationship Id="rId227" Type="http://schemas.openxmlformats.org/officeDocument/2006/relationships/image" Target="../media/image258.png"/><Relationship Id="rId12" Type="http://schemas.openxmlformats.org/officeDocument/2006/relationships/customXml" Target="../ink/ink148.xml"/><Relationship Id="rId33" Type="http://schemas.openxmlformats.org/officeDocument/2006/relationships/image" Target="../media/image161.png"/><Relationship Id="rId108" Type="http://schemas.openxmlformats.org/officeDocument/2006/relationships/customXml" Target="../ink/ink196.xml"/><Relationship Id="rId129" Type="http://schemas.openxmlformats.org/officeDocument/2006/relationships/image" Target="../media/image209.png"/><Relationship Id="rId54" Type="http://schemas.openxmlformats.org/officeDocument/2006/relationships/customXml" Target="../ink/ink169.xml"/><Relationship Id="rId75" Type="http://schemas.openxmlformats.org/officeDocument/2006/relationships/image" Target="../media/image182.png"/><Relationship Id="rId96" Type="http://schemas.openxmlformats.org/officeDocument/2006/relationships/customXml" Target="../ink/ink190.xml"/><Relationship Id="rId140" Type="http://schemas.openxmlformats.org/officeDocument/2006/relationships/customXml" Target="../ink/ink212.xml"/><Relationship Id="rId161" Type="http://schemas.openxmlformats.org/officeDocument/2006/relationships/image" Target="../media/image225.png"/><Relationship Id="rId182" Type="http://schemas.openxmlformats.org/officeDocument/2006/relationships/customXml" Target="../ink/ink233.xml"/><Relationship Id="rId217" Type="http://schemas.openxmlformats.org/officeDocument/2006/relationships/image" Target="../media/image253.png"/><Relationship Id="rId6" Type="http://schemas.openxmlformats.org/officeDocument/2006/relationships/customXml" Target="../ink/ink145.xml"/><Relationship Id="rId23" Type="http://schemas.openxmlformats.org/officeDocument/2006/relationships/image" Target="../media/image156.png"/><Relationship Id="rId119" Type="http://schemas.openxmlformats.org/officeDocument/2006/relationships/image" Target="../media/image204.png"/><Relationship Id="rId44" Type="http://schemas.openxmlformats.org/officeDocument/2006/relationships/customXml" Target="../ink/ink164.xml"/><Relationship Id="rId65" Type="http://schemas.openxmlformats.org/officeDocument/2006/relationships/image" Target="../media/image177.png"/><Relationship Id="rId86" Type="http://schemas.openxmlformats.org/officeDocument/2006/relationships/customXml" Target="../ink/ink185.xml"/><Relationship Id="rId130" Type="http://schemas.openxmlformats.org/officeDocument/2006/relationships/customXml" Target="../ink/ink207.xml"/><Relationship Id="rId151" Type="http://schemas.openxmlformats.org/officeDocument/2006/relationships/image" Target="../media/image220.png"/><Relationship Id="rId172" Type="http://schemas.openxmlformats.org/officeDocument/2006/relationships/customXml" Target="../ink/ink228.xml"/><Relationship Id="rId193" Type="http://schemas.openxmlformats.org/officeDocument/2006/relationships/image" Target="../media/image241.png"/><Relationship Id="rId207" Type="http://schemas.openxmlformats.org/officeDocument/2006/relationships/image" Target="../media/image248.png"/><Relationship Id="rId228" Type="http://schemas.openxmlformats.org/officeDocument/2006/relationships/customXml" Target="../ink/ink256.xml"/><Relationship Id="rId13" Type="http://schemas.openxmlformats.org/officeDocument/2006/relationships/image" Target="../media/image151.png"/><Relationship Id="rId109" Type="http://schemas.openxmlformats.org/officeDocument/2006/relationships/image" Target="../media/image199.png"/><Relationship Id="rId34" Type="http://schemas.openxmlformats.org/officeDocument/2006/relationships/customXml" Target="../ink/ink159.xml"/><Relationship Id="rId55" Type="http://schemas.openxmlformats.org/officeDocument/2006/relationships/image" Target="../media/image172.png"/><Relationship Id="rId76" Type="http://schemas.openxmlformats.org/officeDocument/2006/relationships/customXml" Target="../ink/ink180.xml"/><Relationship Id="rId97" Type="http://schemas.openxmlformats.org/officeDocument/2006/relationships/image" Target="../media/image193.png"/><Relationship Id="rId120" Type="http://schemas.openxmlformats.org/officeDocument/2006/relationships/customXml" Target="../ink/ink202.xml"/><Relationship Id="rId141" Type="http://schemas.openxmlformats.org/officeDocument/2006/relationships/image" Target="../media/image215.png"/><Relationship Id="rId7" Type="http://schemas.openxmlformats.org/officeDocument/2006/relationships/image" Target="../media/image148.png"/><Relationship Id="rId162" Type="http://schemas.openxmlformats.org/officeDocument/2006/relationships/customXml" Target="../ink/ink223.xml"/><Relationship Id="rId183" Type="http://schemas.openxmlformats.org/officeDocument/2006/relationships/image" Target="../media/image236.png"/><Relationship Id="rId218" Type="http://schemas.openxmlformats.org/officeDocument/2006/relationships/customXml" Target="../ink/ink251.xml"/><Relationship Id="rId24" Type="http://schemas.openxmlformats.org/officeDocument/2006/relationships/customXml" Target="../ink/ink154.xml"/><Relationship Id="rId45" Type="http://schemas.openxmlformats.org/officeDocument/2006/relationships/image" Target="../media/image167.png"/><Relationship Id="rId66" Type="http://schemas.openxmlformats.org/officeDocument/2006/relationships/customXml" Target="../ink/ink175.xml"/><Relationship Id="rId87" Type="http://schemas.openxmlformats.org/officeDocument/2006/relationships/image" Target="../media/image188.png"/><Relationship Id="rId110" Type="http://schemas.openxmlformats.org/officeDocument/2006/relationships/customXml" Target="../ink/ink197.xml"/><Relationship Id="rId131" Type="http://schemas.openxmlformats.org/officeDocument/2006/relationships/image" Target="../media/image210.png"/><Relationship Id="rId152" Type="http://schemas.openxmlformats.org/officeDocument/2006/relationships/customXml" Target="../ink/ink218.xml"/><Relationship Id="rId173" Type="http://schemas.openxmlformats.org/officeDocument/2006/relationships/image" Target="../media/image231.png"/><Relationship Id="rId194" Type="http://schemas.openxmlformats.org/officeDocument/2006/relationships/customXml" Target="../ink/ink239.xml"/><Relationship Id="rId208" Type="http://schemas.openxmlformats.org/officeDocument/2006/relationships/customXml" Target="../ink/ink246.xml"/><Relationship Id="rId229" Type="http://schemas.openxmlformats.org/officeDocument/2006/relationships/image" Target="../media/image259.png"/><Relationship Id="rId14" Type="http://schemas.openxmlformats.org/officeDocument/2006/relationships/customXml" Target="../ink/ink149.xml"/><Relationship Id="rId35" Type="http://schemas.openxmlformats.org/officeDocument/2006/relationships/image" Target="../media/image162.png"/><Relationship Id="rId56" Type="http://schemas.openxmlformats.org/officeDocument/2006/relationships/customXml" Target="../ink/ink170.xml"/><Relationship Id="rId77" Type="http://schemas.openxmlformats.org/officeDocument/2006/relationships/image" Target="../media/image183.png"/><Relationship Id="rId100" Type="http://schemas.openxmlformats.org/officeDocument/2006/relationships/customXml" Target="../ink/ink192.xml"/><Relationship Id="rId8" Type="http://schemas.openxmlformats.org/officeDocument/2006/relationships/customXml" Target="../ink/ink146.xml"/><Relationship Id="rId98" Type="http://schemas.openxmlformats.org/officeDocument/2006/relationships/customXml" Target="../ink/ink191.xml"/><Relationship Id="rId121" Type="http://schemas.openxmlformats.org/officeDocument/2006/relationships/image" Target="../media/image205.png"/><Relationship Id="rId142" Type="http://schemas.openxmlformats.org/officeDocument/2006/relationships/customXml" Target="../ink/ink213.xml"/><Relationship Id="rId163" Type="http://schemas.openxmlformats.org/officeDocument/2006/relationships/image" Target="../media/image226.png"/><Relationship Id="rId184" Type="http://schemas.openxmlformats.org/officeDocument/2006/relationships/customXml" Target="../ink/ink234.xml"/><Relationship Id="rId219" Type="http://schemas.openxmlformats.org/officeDocument/2006/relationships/image" Target="../media/image254.png"/><Relationship Id="rId230" Type="http://schemas.openxmlformats.org/officeDocument/2006/relationships/customXml" Target="../ink/ink257.xml"/><Relationship Id="rId25" Type="http://schemas.openxmlformats.org/officeDocument/2006/relationships/image" Target="../media/image157.png"/><Relationship Id="rId46" Type="http://schemas.openxmlformats.org/officeDocument/2006/relationships/customXml" Target="../ink/ink165.xml"/><Relationship Id="rId67" Type="http://schemas.openxmlformats.org/officeDocument/2006/relationships/image" Target="../media/image178.png"/><Relationship Id="rId20" Type="http://schemas.openxmlformats.org/officeDocument/2006/relationships/customXml" Target="../ink/ink152.xml"/><Relationship Id="rId41" Type="http://schemas.openxmlformats.org/officeDocument/2006/relationships/image" Target="../media/image165.png"/><Relationship Id="rId62" Type="http://schemas.openxmlformats.org/officeDocument/2006/relationships/customXml" Target="../ink/ink173.xml"/><Relationship Id="rId83" Type="http://schemas.openxmlformats.org/officeDocument/2006/relationships/image" Target="../media/image186.png"/><Relationship Id="rId88" Type="http://schemas.openxmlformats.org/officeDocument/2006/relationships/customXml" Target="../ink/ink186.xml"/><Relationship Id="rId111" Type="http://schemas.openxmlformats.org/officeDocument/2006/relationships/image" Target="../media/image200.png"/><Relationship Id="rId132" Type="http://schemas.openxmlformats.org/officeDocument/2006/relationships/customXml" Target="../ink/ink208.xml"/><Relationship Id="rId153" Type="http://schemas.openxmlformats.org/officeDocument/2006/relationships/image" Target="../media/image221.png"/><Relationship Id="rId174" Type="http://schemas.openxmlformats.org/officeDocument/2006/relationships/customXml" Target="../ink/ink229.xml"/><Relationship Id="rId179" Type="http://schemas.openxmlformats.org/officeDocument/2006/relationships/image" Target="../media/image234.png"/><Relationship Id="rId195" Type="http://schemas.openxmlformats.org/officeDocument/2006/relationships/image" Target="../media/image242.png"/><Relationship Id="rId209" Type="http://schemas.openxmlformats.org/officeDocument/2006/relationships/image" Target="../media/image249.png"/><Relationship Id="rId190" Type="http://schemas.openxmlformats.org/officeDocument/2006/relationships/customXml" Target="../ink/ink237.xml"/><Relationship Id="rId204" Type="http://schemas.openxmlformats.org/officeDocument/2006/relationships/customXml" Target="../ink/ink244.xml"/><Relationship Id="rId220" Type="http://schemas.openxmlformats.org/officeDocument/2006/relationships/customXml" Target="../ink/ink252.xml"/><Relationship Id="rId225" Type="http://schemas.openxmlformats.org/officeDocument/2006/relationships/image" Target="../media/image257.png"/><Relationship Id="rId15" Type="http://schemas.openxmlformats.org/officeDocument/2006/relationships/image" Target="../media/image152.png"/><Relationship Id="rId36" Type="http://schemas.openxmlformats.org/officeDocument/2006/relationships/customXml" Target="../ink/ink160.xml"/><Relationship Id="rId57" Type="http://schemas.openxmlformats.org/officeDocument/2006/relationships/image" Target="../media/image173.png"/><Relationship Id="rId106" Type="http://schemas.openxmlformats.org/officeDocument/2006/relationships/customXml" Target="../ink/ink195.xml"/><Relationship Id="rId127" Type="http://schemas.openxmlformats.org/officeDocument/2006/relationships/image" Target="../media/image208.png"/><Relationship Id="rId10" Type="http://schemas.openxmlformats.org/officeDocument/2006/relationships/customXml" Target="../ink/ink147.xml"/><Relationship Id="rId31" Type="http://schemas.openxmlformats.org/officeDocument/2006/relationships/image" Target="../media/image160.png"/><Relationship Id="rId52" Type="http://schemas.openxmlformats.org/officeDocument/2006/relationships/customXml" Target="../ink/ink168.xml"/><Relationship Id="rId73" Type="http://schemas.openxmlformats.org/officeDocument/2006/relationships/image" Target="../media/image181.png"/><Relationship Id="rId78" Type="http://schemas.openxmlformats.org/officeDocument/2006/relationships/customXml" Target="../ink/ink181.xml"/><Relationship Id="rId94" Type="http://schemas.openxmlformats.org/officeDocument/2006/relationships/customXml" Target="../ink/ink189.xml"/><Relationship Id="rId99" Type="http://schemas.openxmlformats.org/officeDocument/2006/relationships/image" Target="../media/image194.png"/><Relationship Id="rId101" Type="http://schemas.openxmlformats.org/officeDocument/2006/relationships/image" Target="../media/image195.png"/><Relationship Id="rId122" Type="http://schemas.openxmlformats.org/officeDocument/2006/relationships/customXml" Target="../ink/ink203.xml"/><Relationship Id="rId143" Type="http://schemas.openxmlformats.org/officeDocument/2006/relationships/image" Target="../media/image216.png"/><Relationship Id="rId148" Type="http://schemas.openxmlformats.org/officeDocument/2006/relationships/customXml" Target="../ink/ink216.xml"/><Relationship Id="rId164" Type="http://schemas.openxmlformats.org/officeDocument/2006/relationships/customXml" Target="../ink/ink224.xml"/><Relationship Id="rId169" Type="http://schemas.openxmlformats.org/officeDocument/2006/relationships/image" Target="../media/image229.png"/><Relationship Id="rId185" Type="http://schemas.openxmlformats.org/officeDocument/2006/relationships/image" Target="../media/image237.png"/><Relationship Id="rId4" Type="http://schemas.openxmlformats.org/officeDocument/2006/relationships/customXml" Target="../ink/ink144.xml"/><Relationship Id="rId9" Type="http://schemas.openxmlformats.org/officeDocument/2006/relationships/image" Target="../media/image149.png"/><Relationship Id="rId180" Type="http://schemas.openxmlformats.org/officeDocument/2006/relationships/customXml" Target="../ink/ink232.xml"/><Relationship Id="rId210" Type="http://schemas.openxmlformats.org/officeDocument/2006/relationships/customXml" Target="../ink/ink247.xml"/><Relationship Id="rId215" Type="http://schemas.openxmlformats.org/officeDocument/2006/relationships/image" Target="../media/image252.png"/><Relationship Id="rId26" Type="http://schemas.openxmlformats.org/officeDocument/2006/relationships/customXml" Target="../ink/ink155.xml"/><Relationship Id="rId231" Type="http://schemas.openxmlformats.org/officeDocument/2006/relationships/image" Target="../media/image260.png"/><Relationship Id="rId47" Type="http://schemas.openxmlformats.org/officeDocument/2006/relationships/image" Target="../media/image168.png"/><Relationship Id="rId68" Type="http://schemas.openxmlformats.org/officeDocument/2006/relationships/customXml" Target="../ink/ink176.xml"/><Relationship Id="rId89" Type="http://schemas.openxmlformats.org/officeDocument/2006/relationships/image" Target="../media/image189.png"/><Relationship Id="rId112" Type="http://schemas.openxmlformats.org/officeDocument/2006/relationships/customXml" Target="../ink/ink198.xml"/><Relationship Id="rId133" Type="http://schemas.openxmlformats.org/officeDocument/2006/relationships/image" Target="../media/image211.png"/><Relationship Id="rId154" Type="http://schemas.openxmlformats.org/officeDocument/2006/relationships/customXml" Target="../ink/ink219.xml"/><Relationship Id="rId175" Type="http://schemas.openxmlformats.org/officeDocument/2006/relationships/image" Target="../media/image232.png"/><Relationship Id="rId196" Type="http://schemas.openxmlformats.org/officeDocument/2006/relationships/customXml" Target="../ink/ink240.xml"/><Relationship Id="rId200" Type="http://schemas.openxmlformats.org/officeDocument/2006/relationships/customXml" Target="../ink/ink242.xml"/><Relationship Id="rId16" Type="http://schemas.openxmlformats.org/officeDocument/2006/relationships/customXml" Target="../ink/ink150.xml"/><Relationship Id="rId221" Type="http://schemas.openxmlformats.org/officeDocument/2006/relationships/image" Target="../media/image255.png"/><Relationship Id="rId37" Type="http://schemas.openxmlformats.org/officeDocument/2006/relationships/image" Target="../media/image163.png"/><Relationship Id="rId58" Type="http://schemas.openxmlformats.org/officeDocument/2006/relationships/customXml" Target="../ink/ink171.xml"/><Relationship Id="rId79" Type="http://schemas.openxmlformats.org/officeDocument/2006/relationships/image" Target="../media/image184.png"/><Relationship Id="rId102" Type="http://schemas.openxmlformats.org/officeDocument/2006/relationships/customXml" Target="../ink/ink193.xml"/><Relationship Id="rId123" Type="http://schemas.openxmlformats.org/officeDocument/2006/relationships/image" Target="../media/image206.png"/><Relationship Id="rId144" Type="http://schemas.openxmlformats.org/officeDocument/2006/relationships/customXml" Target="../ink/ink214.xml"/><Relationship Id="rId90" Type="http://schemas.openxmlformats.org/officeDocument/2006/relationships/customXml" Target="../ink/ink187.xml"/><Relationship Id="rId165" Type="http://schemas.openxmlformats.org/officeDocument/2006/relationships/image" Target="../media/image227.png"/><Relationship Id="rId186" Type="http://schemas.openxmlformats.org/officeDocument/2006/relationships/customXml" Target="../ink/ink235.xml"/><Relationship Id="rId211" Type="http://schemas.openxmlformats.org/officeDocument/2006/relationships/image" Target="../media/image250.png"/><Relationship Id="rId232" Type="http://schemas.openxmlformats.org/officeDocument/2006/relationships/customXml" Target="../ink/ink258.xml"/><Relationship Id="rId27" Type="http://schemas.openxmlformats.org/officeDocument/2006/relationships/image" Target="../media/image158.png"/><Relationship Id="rId48" Type="http://schemas.openxmlformats.org/officeDocument/2006/relationships/customXml" Target="../ink/ink166.xml"/><Relationship Id="rId69" Type="http://schemas.openxmlformats.org/officeDocument/2006/relationships/image" Target="../media/image179.png"/><Relationship Id="rId113" Type="http://schemas.openxmlformats.org/officeDocument/2006/relationships/image" Target="../media/image201.png"/><Relationship Id="rId134" Type="http://schemas.openxmlformats.org/officeDocument/2006/relationships/customXml" Target="../ink/ink209.xml"/><Relationship Id="rId80" Type="http://schemas.openxmlformats.org/officeDocument/2006/relationships/customXml" Target="../ink/ink182.xml"/><Relationship Id="rId155" Type="http://schemas.openxmlformats.org/officeDocument/2006/relationships/image" Target="../media/image222.png"/><Relationship Id="rId176" Type="http://schemas.openxmlformats.org/officeDocument/2006/relationships/customXml" Target="../ink/ink230.xml"/><Relationship Id="rId197" Type="http://schemas.openxmlformats.org/officeDocument/2006/relationships/image" Target="../media/image243.png"/><Relationship Id="rId201" Type="http://schemas.openxmlformats.org/officeDocument/2006/relationships/image" Target="../media/image245.png"/><Relationship Id="rId222" Type="http://schemas.openxmlformats.org/officeDocument/2006/relationships/customXml" Target="../ink/ink253.xml"/><Relationship Id="rId17" Type="http://schemas.openxmlformats.org/officeDocument/2006/relationships/image" Target="../media/image153.png"/><Relationship Id="rId38" Type="http://schemas.openxmlformats.org/officeDocument/2006/relationships/customXml" Target="../ink/ink161.xml"/><Relationship Id="rId59" Type="http://schemas.openxmlformats.org/officeDocument/2006/relationships/image" Target="../media/image174.png"/><Relationship Id="rId103" Type="http://schemas.openxmlformats.org/officeDocument/2006/relationships/image" Target="../media/image196.png"/><Relationship Id="rId124" Type="http://schemas.openxmlformats.org/officeDocument/2006/relationships/customXml" Target="../ink/ink204.xml"/><Relationship Id="rId70" Type="http://schemas.openxmlformats.org/officeDocument/2006/relationships/customXml" Target="../ink/ink177.xml"/><Relationship Id="rId91" Type="http://schemas.openxmlformats.org/officeDocument/2006/relationships/image" Target="../media/image190.png"/><Relationship Id="rId145" Type="http://schemas.openxmlformats.org/officeDocument/2006/relationships/image" Target="../media/image217.png"/><Relationship Id="rId166" Type="http://schemas.openxmlformats.org/officeDocument/2006/relationships/customXml" Target="../ink/ink225.xml"/><Relationship Id="rId187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48.xml"/><Relationship Id="rId233" Type="http://schemas.openxmlformats.org/officeDocument/2006/relationships/image" Target="../media/image261.png"/><Relationship Id="rId28" Type="http://schemas.openxmlformats.org/officeDocument/2006/relationships/customXml" Target="../ink/ink156.xml"/><Relationship Id="rId49" Type="http://schemas.openxmlformats.org/officeDocument/2006/relationships/image" Target="../media/image169.png"/><Relationship Id="rId114" Type="http://schemas.openxmlformats.org/officeDocument/2006/relationships/customXml" Target="../ink/ink199.xml"/><Relationship Id="rId60" Type="http://schemas.openxmlformats.org/officeDocument/2006/relationships/customXml" Target="../ink/ink172.xml"/><Relationship Id="rId81" Type="http://schemas.openxmlformats.org/officeDocument/2006/relationships/image" Target="../media/image185.png"/><Relationship Id="rId135" Type="http://schemas.openxmlformats.org/officeDocument/2006/relationships/image" Target="../media/image212.png"/><Relationship Id="rId156" Type="http://schemas.openxmlformats.org/officeDocument/2006/relationships/customXml" Target="../ink/ink220.xml"/><Relationship Id="rId177" Type="http://schemas.openxmlformats.org/officeDocument/2006/relationships/image" Target="../media/image233.png"/><Relationship Id="rId198" Type="http://schemas.openxmlformats.org/officeDocument/2006/relationships/customXml" Target="../ink/ink241.xml"/><Relationship Id="rId202" Type="http://schemas.openxmlformats.org/officeDocument/2006/relationships/customXml" Target="../ink/ink243.xml"/><Relationship Id="rId223" Type="http://schemas.openxmlformats.org/officeDocument/2006/relationships/image" Target="../media/image256.png"/><Relationship Id="rId18" Type="http://schemas.openxmlformats.org/officeDocument/2006/relationships/customXml" Target="../ink/ink151.xml"/><Relationship Id="rId39" Type="http://schemas.openxmlformats.org/officeDocument/2006/relationships/image" Target="../media/image164.png"/><Relationship Id="rId50" Type="http://schemas.openxmlformats.org/officeDocument/2006/relationships/customXml" Target="../ink/ink167.xml"/><Relationship Id="rId104" Type="http://schemas.openxmlformats.org/officeDocument/2006/relationships/customXml" Target="../ink/ink194.xml"/><Relationship Id="rId125" Type="http://schemas.openxmlformats.org/officeDocument/2006/relationships/image" Target="../media/image207.png"/><Relationship Id="rId146" Type="http://schemas.openxmlformats.org/officeDocument/2006/relationships/customXml" Target="../ink/ink215.xml"/><Relationship Id="rId167" Type="http://schemas.openxmlformats.org/officeDocument/2006/relationships/image" Target="../media/image228.png"/><Relationship Id="rId188" Type="http://schemas.openxmlformats.org/officeDocument/2006/relationships/customXml" Target="../ink/ink236.xml"/><Relationship Id="rId71" Type="http://schemas.openxmlformats.org/officeDocument/2006/relationships/image" Target="../media/image180.png"/><Relationship Id="rId92" Type="http://schemas.openxmlformats.org/officeDocument/2006/relationships/customXml" Target="../ink/ink188.xml"/><Relationship Id="rId213" Type="http://schemas.openxmlformats.org/officeDocument/2006/relationships/image" Target="../media/image251.png"/><Relationship Id="rId234" Type="http://schemas.openxmlformats.org/officeDocument/2006/relationships/customXml" Target="../ink/ink259.xml"/><Relationship Id="rId2" Type="http://schemas.openxmlformats.org/officeDocument/2006/relationships/customXml" Target="../ink/ink143.xml"/><Relationship Id="rId29" Type="http://schemas.openxmlformats.org/officeDocument/2006/relationships/image" Target="../media/image159.png"/><Relationship Id="rId40" Type="http://schemas.openxmlformats.org/officeDocument/2006/relationships/customXml" Target="../ink/ink162.xml"/><Relationship Id="rId115" Type="http://schemas.openxmlformats.org/officeDocument/2006/relationships/image" Target="../media/image202.png"/><Relationship Id="rId136" Type="http://schemas.openxmlformats.org/officeDocument/2006/relationships/customXml" Target="../ink/ink210.xml"/><Relationship Id="rId157" Type="http://schemas.openxmlformats.org/officeDocument/2006/relationships/image" Target="../media/image223.png"/><Relationship Id="rId178" Type="http://schemas.openxmlformats.org/officeDocument/2006/relationships/customXml" Target="../ink/ink231.xml"/><Relationship Id="rId61" Type="http://schemas.openxmlformats.org/officeDocument/2006/relationships/image" Target="../media/image175.png"/><Relationship Id="rId82" Type="http://schemas.openxmlformats.org/officeDocument/2006/relationships/customXml" Target="../ink/ink183.xml"/><Relationship Id="rId199" Type="http://schemas.openxmlformats.org/officeDocument/2006/relationships/image" Target="../media/image244.png"/><Relationship Id="rId203" Type="http://schemas.openxmlformats.org/officeDocument/2006/relationships/image" Target="../media/image246.png"/><Relationship Id="rId19" Type="http://schemas.openxmlformats.org/officeDocument/2006/relationships/image" Target="../media/image154.png"/><Relationship Id="rId224" Type="http://schemas.openxmlformats.org/officeDocument/2006/relationships/customXml" Target="../ink/ink254.xml"/><Relationship Id="rId30" Type="http://schemas.openxmlformats.org/officeDocument/2006/relationships/customXml" Target="../ink/ink157.xml"/><Relationship Id="rId105" Type="http://schemas.openxmlformats.org/officeDocument/2006/relationships/image" Target="../media/image197.png"/><Relationship Id="rId126" Type="http://schemas.openxmlformats.org/officeDocument/2006/relationships/customXml" Target="../ink/ink205.xml"/><Relationship Id="rId147" Type="http://schemas.openxmlformats.org/officeDocument/2006/relationships/image" Target="../media/image218.png"/><Relationship Id="rId168" Type="http://schemas.openxmlformats.org/officeDocument/2006/relationships/customXml" Target="../ink/ink226.xml"/><Relationship Id="rId51" Type="http://schemas.openxmlformats.org/officeDocument/2006/relationships/image" Target="../media/image170.png"/><Relationship Id="rId72" Type="http://schemas.openxmlformats.org/officeDocument/2006/relationships/customXml" Target="../ink/ink178.xml"/><Relationship Id="rId93" Type="http://schemas.openxmlformats.org/officeDocument/2006/relationships/image" Target="../media/image191.png"/><Relationship Id="rId189" Type="http://schemas.openxmlformats.org/officeDocument/2006/relationships/image" Target="../media/image239.png"/><Relationship Id="rId3" Type="http://schemas.openxmlformats.org/officeDocument/2006/relationships/image" Target="../media/image146.png"/><Relationship Id="rId214" Type="http://schemas.openxmlformats.org/officeDocument/2006/relationships/customXml" Target="../ink/ink249.xml"/><Relationship Id="rId235" Type="http://schemas.openxmlformats.org/officeDocument/2006/relationships/image" Target="../media/image262.png"/><Relationship Id="rId116" Type="http://schemas.openxmlformats.org/officeDocument/2006/relationships/customXml" Target="../ink/ink200.xml"/><Relationship Id="rId137" Type="http://schemas.openxmlformats.org/officeDocument/2006/relationships/image" Target="../media/image213.png"/><Relationship Id="rId158" Type="http://schemas.openxmlformats.org/officeDocument/2006/relationships/customXml" Target="../ink/ink22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0.png"/><Relationship Id="rId299" Type="http://schemas.openxmlformats.org/officeDocument/2006/relationships/image" Target="../media/image411.png"/><Relationship Id="rId21" Type="http://schemas.openxmlformats.org/officeDocument/2006/relationships/image" Target="../media/image272.png"/><Relationship Id="rId63" Type="http://schemas.openxmlformats.org/officeDocument/2006/relationships/image" Target="../media/image293.png"/><Relationship Id="rId159" Type="http://schemas.openxmlformats.org/officeDocument/2006/relationships/image" Target="../media/image341.png"/><Relationship Id="rId324" Type="http://schemas.openxmlformats.org/officeDocument/2006/relationships/customXml" Target="../ink/ink421.xml"/><Relationship Id="rId366" Type="http://schemas.openxmlformats.org/officeDocument/2006/relationships/customXml" Target="../ink/ink442.xml"/><Relationship Id="rId170" Type="http://schemas.openxmlformats.org/officeDocument/2006/relationships/customXml" Target="../ink/ink344.xml"/><Relationship Id="rId226" Type="http://schemas.openxmlformats.org/officeDocument/2006/relationships/customXml" Target="../ink/ink372.xml"/><Relationship Id="rId433" Type="http://schemas.openxmlformats.org/officeDocument/2006/relationships/image" Target="../media/image478.png"/><Relationship Id="rId268" Type="http://schemas.openxmlformats.org/officeDocument/2006/relationships/customXml" Target="../ink/ink393.xml"/><Relationship Id="rId32" Type="http://schemas.openxmlformats.org/officeDocument/2006/relationships/customXml" Target="../ink/ink275.xml"/><Relationship Id="rId74" Type="http://schemas.openxmlformats.org/officeDocument/2006/relationships/customXml" Target="../ink/ink296.xml"/><Relationship Id="rId128" Type="http://schemas.openxmlformats.org/officeDocument/2006/relationships/customXml" Target="../ink/ink323.xml"/><Relationship Id="rId335" Type="http://schemas.openxmlformats.org/officeDocument/2006/relationships/image" Target="../media/image429.png"/><Relationship Id="rId377" Type="http://schemas.openxmlformats.org/officeDocument/2006/relationships/image" Target="../media/image450.png"/><Relationship Id="rId5" Type="http://schemas.openxmlformats.org/officeDocument/2006/relationships/image" Target="../media/image264.png"/><Relationship Id="rId181" Type="http://schemas.openxmlformats.org/officeDocument/2006/relationships/image" Target="../media/image352.png"/><Relationship Id="rId237" Type="http://schemas.openxmlformats.org/officeDocument/2006/relationships/image" Target="../media/image380.png"/><Relationship Id="rId402" Type="http://schemas.openxmlformats.org/officeDocument/2006/relationships/customXml" Target="../ink/ink460.xml"/><Relationship Id="rId279" Type="http://schemas.openxmlformats.org/officeDocument/2006/relationships/image" Target="../media/image401.png"/><Relationship Id="rId444" Type="http://schemas.openxmlformats.org/officeDocument/2006/relationships/customXml" Target="../ink/ink481.xml"/><Relationship Id="rId43" Type="http://schemas.openxmlformats.org/officeDocument/2006/relationships/image" Target="../media/image283.png"/><Relationship Id="rId139" Type="http://schemas.openxmlformats.org/officeDocument/2006/relationships/image" Target="../media/image331.png"/><Relationship Id="rId290" Type="http://schemas.openxmlformats.org/officeDocument/2006/relationships/customXml" Target="../ink/ink404.xml"/><Relationship Id="rId304" Type="http://schemas.openxmlformats.org/officeDocument/2006/relationships/customXml" Target="../ink/ink411.xml"/><Relationship Id="rId346" Type="http://schemas.openxmlformats.org/officeDocument/2006/relationships/customXml" Target="../ink/ink432.xml"/><Relationship Id="rId388" Type="http://schemas.openxmlformats.org/officeDocument/2006/relationships/customXml" Target="../ink/ink453.xml"/><Relationship Id="rId85" Type="http://schemas.openxmlformats.org/officeDocument/2006/relationships/image" Target="../media/image304.png"/><Relationship Id="rId150" Type="http://schemas.openxmlformats.org/officeDocument/2006/relationships/customXml" Target="../ink/ink334.xml"/><Relationship Id="rId192" Type="http://schemas.openxmlformats.org/officeDocument/2006/relationships/customXml" Target="../ink/ink355.xml"/><Relationship Id="rId206" Type="http://schemas.openxmlformats.org/officeDocument/2006/relationships/customXml" Target="../ink/ink362.xml"/><Relationship Id="rId413" Type="http://schemas.openxmlformats.org/officeDocument/2006/relationships/image" Target="../media/image468.png"/><Relationship Id="rId248" Type="http://schemas.openxmlformats.org/officeDocument/2006/relationships/customXml" Target="../ink/ink383.xml"/><Relationship Id="rId455" Type="http://schemas.openxmlformats.org/officeDocument/2006/relationships/image" Target="../media/image489.png"/><Relationship Id="rId12" Type="http://schemas.openxmlformats.org/officeDocument/2006/relationships/customXml" Target="../ink/ink265.xml"/><Relationship Id="rId108" Type="http://schemas.openxmlformats.org/officeDocument/2006/relationships/customXml" Target="../ink/ink313.xml"/><Relationship Id="rId315" Type="http://schemas.openxmlformats.org/officeDocument/2006/relationships/image" Target="../media/image419.png"/><Relationship Id="rId357" Type="http://schemas.openxmlformats.org/officeDocument/2006/relationships/image" Target="../media/image440.png"/><Relationship Id="rId54" Type="http://schemas.openxmlformats.org/officeDocument/2006/relationships/customXml" Target="../ink/ink286.xml"/><Relationship Id="rId96" Type="http://schemas.openxmlformats.org/officeDocument/2006/relationships/customXml" Target="../ink/ink307.xml"/><Relationship Id="rId161" Type="http://schemas.openxmlformats.org/officeDocument/2006/relationships/image" Target="../media/image342.png"/><Relationship Id="rId217" Type="http://schemas.openxmlformats.org/officeDocument/2006/relationships/image" Target="../media/image370.png"/><Relationship Id="rId399" Type="http://schemas.openxmlformats.org/officeDocument/2006/relationships/image" Target="../media/image461.png"/><Relationship Id="rId259" Type="http://schemas.openxmlformats.org/officeDocument/2006/relationships/image" Target="../media/image391.png"/><Relationship Id="rId424" Type="http://schemas.openxmlformats.org/officeDocument/2006/relationships/customXml" Target="../ink/ink471.xml"/><Relationship Id="rId466" Type="http://schemas.openxmlformats.org/officeDocument/2006/relationships/customXml" Target="../ink/ink492.xml"/><Relationship Id="rId23" Type="http://schemas.openxmlformats.org/officeDocument/2006/relationships/image" Target="../media/image273.png"/><Relationship Id="rId119" Type="http://schemas.openxmlformats.org/officeDocument/2006/relationships/image" Target="../media/image321.png"/><Relationship Id="rId270" Type="http://schemas.openxmlformats.org/officeDocument/2006/relationships/customXml" Target="../ink/ink394.xml"/><Relationship Id="rId326" Type="http://schemas.openxmlformats.org/officeDocument/2006/relationships/customXml" Target="../ink/ink422.xml"/><Relationship Id="rId65" Type="http://schemas.openxmlformats.org/officeDocument/2006/relationships/image" Target="../media/image294.png"/><Relationship Id="rId130" Type="http://schemas.openxmlformats.org/officeDocument/2006/relationships/customXml" Target="../ink/ink324.xml"/><Relationship Id="rId368" Type="http://schemas.openxmlformats.org/officeDocument/2006/relationships/customXml" Target="../ink/ink443.xml"/><Relationship Id="rId172" Type="http://schemas.openxmlformats.org/officeDocument/2006/relationships/customXml" Target="../ink/ink345.xml"/><Relationship Id="rId228" Type="http://schemas.openxmlformats.org/officeDocument/2006/relationships/customXml" Target="../ink/ink373.xml"/><Relationship Id="rId435" Type="http://schemas.openxmlformats.org/officeDocument/2006/relationships/image" Target="../media/image479.png"/><Relationship Id="rId281" Type="http://schemas.openxmlformats.org/officeDocument/2006/relationships/image" Target="../media/image402.png"/><Relationship Id="rId337" Type="http://schemas.openxmlformats.org/officeDocument/2006/relationships/image" Target="../media/image430.png"/><Relationship Id="rId34" Type="http://schemas.openxmlformats.org/officeDocument/2006/relationships/customXml" Target="../ink/ink276.xml"/><Relationship Id="rId76" Type="http://schemas.openxmlformats.org/officeDocument/2006/relationships/customXml" Target="../ink/ink297.xml"/><Relationship Id="rId141" Type="http://schemas.openxmlformats.org/officeDocument/2006/relationships/image" Target="../media/image332.png"/><Relationship Id="rId379" Type="http://schemas.openxmlformats.org/officeDocument/2006/relationships/image" Target="../media/image451.png"/><Relationship Id="rId7" Type="http://schemas.openxmlformats.org/officeDocument/2006/relationships/image" Target="../media/image265.png"/><Relationship Id="rId183" Type="http://schemas.openxmlformats.org/officeDocument/2006/relationships/image" Target="../media/image353.png"/><Relationship Id="rId239" Type="http://schemas.openxmlformats.org/officeDocument/2006/relationships/image" Target="../media/image381.png"/><Relationship Id="rId390" Type="http://schemas.openxmlformats.org/officeDocument/2006/relationships/customXml" Target="../ink/ink454.xml"/><Relationship Id="rId404" Type="http://schemas.openxmlformats.org/officeDocument/2006/relationships/customXml" Target="../ink/ink461.xml"/><Relationship Id="rId446" Type="http://schemas.openxmlformats.org/officeDocument/2006/relationships/customXml" Target="../ink/ink482.xml"/><Relationship Id="rId250" Type="http://schemas.openxmlformats.org/officeDocument/2006/relationships/customXml" Target="../ink/ink384.xml"/><Relationship Id="rId292" Type="http://schemas.openxmlformats.org/officeDocument/2006/relationships/customXml" Target="../ink/ink405.xml"/><Relationship Id="rId306" Type="http://schemas.openxmlformats.org/officeDocument/2006/relationships/customXml" Target="../ink/ink412.xml"/><Relationship Id="rId45" Type="http://schemas.openxmlformats.org/officeDocument/2006/relationships/image" Target="../media/image284.png"/><Relationship Id="rId87" Type="http://schemas.openxmlformats.org/officeDocument/2006/relationships/image" Target="../media/image305.png"/><Relationship Id="rId110" Type="http://schemas.openxmlformats.org/officeDocument/2006/relationships/customXml" Target="../ink/ink314.xml"/><Relationship Id="rId348" Type="http://schemas.openxmlformats.org/officeDocument/2006/relationships/customXml" Target="../ink/ink433.xml"/><Relationship Id="rId152" Type="http://schemas.openxmlformats.org/officeDocument/2006/relationships/customXml" Target="../ink/ink335.xml"/><Relationship Id="rId194" Type="http://schemas.openxmlformats.org/officeDocument/2006/relationships/customXml" Target="../ink/ink356.xml"/><Relationship Id="rId208" Type="http://schemas.openxmlformats.org/officeDocument/2006/relationships/customXml" Target="../ink/ink363.xml"/><Relationship Id="rId415" Type="http://schemas.openxmlformats.org/officeDocument/2006/relationships/image" Target="../media/image469.png"/><Relationship Id="rId457" Type="http://schemas.openxmlformats.org/officeDocument/2006/relationships/image" Target="../media/image490.png"/><Relationship Id="rId261" Type="http://schemas.openxmlformats.org/officeDocument/2006/relationships/image" Target="../media/image392.png"/><Relationship Id="rId14" Type="http://schemas.openxmlformats.org/officeDocument/2006/relationships/customXml" Target="../ink/ink266.xml"/><Relationship Id="rId56" Type="http://schemas.openxmlformats.org/officeDocument/2006/relationships/customXml" Target="../ink/ink287.xml"/><Relationship Id="rId317" Type="http://schemas.openxmlformats.org/officeDocument/2006/relationships/image" Target="../media/image420.png"/><Relationship Id="rId359" Type="http://schemas.openxmlformats.org/officeDocument/2006/relationships/image" Target="../media/image441.png"/><Relationship Id="rId98" Type="http://schemas.openxmlformats.org/officeDocument/2006/relationships/customXml" Target="../ink/ink308.xml"/><Relationship Id="rId121" Type="http://schemas.openxmlformats.org/officeDocument/2006/relationships/image" Target="../media/image322.png"/><Relationship Id="rId163" Type="http://schemas.openxmlformats.org/officeDocument/2006/relationships/image" Target="../media/image343.png"/><Relationship Id="rId219" Type="http://schemas.openxmlformats.org/officeDocument/2006/relationships/image" Target="../media/image371.png"/><Relationship Id="rId370" Type="http://schemas.openxmlformats.org/officeDocument/2006/relationships/customXml" Target="../ink/ink444.xml"/><Relationship Id="rId426" Type="http://schemas.openxmlformats.org/officeDocument/2006/relationships/customXml" Target="../ink/ink472.xml"/><Relationship Id="rId230" Type="http://schemas.openxmlformats.org/officeDocument/2006/relationships/customXml" Target="../ink/ink374.xml"/><Relationship Id="rId25" Type="http://schemas.openxmlformats.org/officeDocument/2006/relationships/image" Target="../media/image274.png"/><Relationship Id="rId67" Type="http://schemas.openxmlformats.org/officeDocument/2006/relationships/image" Target="../media/image295.png"/><Relationship Id="rId272" Type="http://schemas.openxmlformats.org/officeDocument/2006/relationships/customXml" Target="../ink/ink395.xml"/><Relationship Id="rId328" Type="http://schemas.openxmlformats.org/officeDocument/2006/relationships/customXml" Target="../ink/ink423.xml"/><Relationship Id="rId132" Type="http://schemas.openxmlformats.org/officeDocument/2006/relationships/customXml" Target="../ink/ink325.xml"/><Relationship Id="rId174" Type="http://schemas.openxmlformats.org/officeDocument/2006/relationships/customXml" Target="../ink/ink346.xml"/><Relationship Id="rId381" Type="http://schemas.openxmlformats.org/officeDocument/2006/relationships/image" Target="../media/image452.png"/><Relationship Id="rId241" Type="http://schemas.openxmlformats.org/officeDocument/2006/relationships/image" Target="../media/image382.png"/><Relationship Id="rId437" Type="http://schemas.openxmlformats.org/officeDocument/2006/relationships/image" Target="../media/image480.png"/><Relationship Id="rId36" Type="http://schemas.openxmlformats.org/officeDocument/2006/relationships/customXml" Target="../ink/ink277.xml"/><Relationship Id="rId283" Type="http://schemas.openxmlformats.org/officeDocument/2006/relationships/image" Target="../media/image403.png"/><Relationship Id="rId339" Type="http://schemas.openxmlformats.org/officeDocument/2006/relationships/image" Target="../media/image431.png"/><Relationship Id="rId78" Type="http://schemas.openxmlformats.org/officeDocument/2006/relationships/customXml" Target="../ink/ink298.xml"/><Relationship Id="rId101" Type="http://schemas.openxmlformats.org/officeDocument/2006/relationships/image" Target="../media/image312.png"/><Relationship Id="rId143" Type="http://schemas.openxmlformats.org/officeDocument/2006/relationships/image" Target="../media/image333.png"/><Relationship Id="rId185" Type="http://schemas.openxmlformats.org/officeDocument/2006/relationships/image" Target="../media/image354.png"/><Relationship Id="rId350" Type="http://schemas.openxmlformats.org/officeDocument/2006/relationships/customXml" Target="../ink/ink434.xml"/><Relationship Id="rId406" Type="http://schemas.openxmlformats.org/officeDocument/2006/relationships/customXml" Target="../ink/ink462.xml"/><Relationship Id="rId9" Type="http://schemas.openxmlformats.org/officeDocument/2006/relationships/image" Target="../media/image266.png"/><Relationship Id="rId210" Type="http://schemas.openxmlformats.org/officeDocument/2006/relationships/customXml" Target="../ink/ink364.xml"/><Relationship Id="rId392" Type="http://schemas.openxmlformats.org/officeDocument/2006/relationships/customXml" Target="../ink/ink455.xml"/><Relationship Id="rId448" Type="http://schemas.openxmlformats.org/officeDocument/2006/relationships/customXml" Target="../ink/ink483.xml"/><Relationship Id="rId252" Type="http://schemas.openxmlformats.org/officeDocument/2006/relationships/customXml" Target="../ink/ink385.xml"/><Relationship Id="rId294" Type="http://schemas.openxmlformats.org/officeDocument/2006/relationships/customXml" Target="../ink/ink406.xml"/><Relationship Id="rId308" Type="http://schemas.openxmlformats.org/officeDocument/2006/relationships/customXml" Target="../ink/ink413.xml"/><Relationship Id="rId47" Type="http://schemas.openxmlformats.org/officeDocument/2006/relationships/image" Target="../media/image285.png"/><Relationship Id="rId89" Type="http://schemas.openxmlformats.org/officeDocument/2006/relationships/image" Target="../media/image306.png"/><Relationship Id="rId112" Type="http://schemas.openxmlformats.org/officeDocument/2006/relationships/customXml" Target="../ink/ink315.xml"/><Relationship Id="rId154" Type="http://schemas.openxmlformats.org/officeDocument/2006/relationships/customXml" Target="../ink/ink336.xml"/><Relationship Id="rId361" Type="http://schemas.openxmlformats.org/officeDocument/2006/relationships/image" Target="../media/image442.png"/><Relationship Id="rId196" Type="http://schemas.openxmlformats.org/officeDocument/2006/relationships/customXml" Target="../ink/ink357.xml"/><Relationship Id="rId417" Type="http://schemas.openxmlformats.org/officeDocument/2006/relationships/image" Target="../media/image470.png"/><Relationship Id="rId459" Type="http://schemas.openxmlformats.org/officeDocument/2006/relationships/image" Target="../media/image491.png"/><Relationship Id="rId16" Type="http://schemas.openxmlformats.org/officeDocument/2006/relationships/customXml" Target="../ink/ink267.xml"/><Relationship Id="rId221" Type="http://schemas.openxmlformats.org/officeDocument/2006/relationships/image" Target="../media/image372.png"/><Relationship Id="rId263" Type="http://schemas.openxmlformats.org/officeDocument/2006/relationships/image" Target="../media/image393.png"/><Relationship Id="rId319" Type="http://schemas.openxmlformats.org/officeDocument/2006/relationships/image" Target="../media/image421.png"/><Relationship Id="rId58" Type="http://schemas.openxmlformats.org/officeDocument/2006/relationships/customXml" Target="../ink/ink288.xml"/><Relationship Id="rId123" Type="http://schemas.openxmlformats.org/officeDocument/2006/relationships/image" Target="../media/image323.png"/><Relationship Id="rId330" Type="http://schemas.openxmlformats.org/officeDocument/2006/relationships/customXml" Target="../ink/ink424.xml"/><Relationship Id="rId165" Type="http://schemas.openxmlformats.org/officeDocument/2006/relationships/image" Target="../media/image344.png"/><Relationship Id="rId372" Type="http://schemas.openxmlformats.org/officeDocument/2006/relationships/customXml" Target="../ink/ink445.xml"/><Relationship Id="rId428" Type="http://schemas.openxmlformats.org/officeDocument/2006/relationships/customXml" Target="../ink/ink473.xml"/><Relationship Id="rId232" Type="http://schemas.openxmlformats.org/officeDocument/2006/relationships/customXml" Target="../ink/ink375.xml"/><Relationship Id="rId274" Type="http://schemas.openxmlformats.org/officeDocument/2006/relationships/customXml" Target="../ink/ink396.xml"/><Relationship Id="rId27" Type="http://schemas.openxmlformats.org/officeDocument/2006/relationships/image" Target="../media/image275.png"/><Relationship Id="rId69" Type="http://schemas.openxmlformats.org/officeDocument/2006/relationships/image" Target="../media/image296.png"/><Relationship Id="rId134" Type="http://schemas.openxmlformats.org/officeDocument/2006/relationships/customXml" Target="../ink/ink326.xml"/><Relationship Id="rId80" Type="http://schemas.openxmlformats.org/officeDocument/2006/relationships/customXml" Target="../ink/ink299.xml"/><Relationship Id="rId176" Type="http://schemas.openxmlformats.org/officeDocument/2006/relationships/customXml" Target="../ink/ink347.xml"/><Relationship Id="rId341" Type="http://schemas.openxmlformats.org/officeDocument/2006/relationships/image" Target="../media/image432.png"/><Relationship Id="rId383" Type="http://schemas.openxmlformats.org/officeDocument/2006/relationships/image" Target="../media/image453.png"/><Relationship Id="rId439" Type="http://schemas.openxmlformats.org/officeDocument/2006/relationships/image" Target="../media/image481.png"/><Relationship Id="rId201" Type="http://schemas.openxmlformats.org/officeDocument/2006/relationships/image" Target="../media/image362.png"/><Relationship Id="rId243" Type="http://schemas.openxmlformats.org/officeDocument/2006/relationships/image" Target="../media/image383.png"/><Relationship Id="rId285" Type="http://schemas.openxmlformats.org/officeDocument/2006/relationships/image" Target="../media/image404.png"/><Relationship Id="rId450" Type="http://schemas.openxmlformats.org/officeDocument/2006/relationships/customXml" Target="../ink/ink484.xml"/><Relationship Id="rId38" Type="http://schemas.openxmlformats.org/officeDocument/2006/relationships/customXml" Target="../ink/ink278.xml"/><Relationship Id="rId103" Type="http://schemas.openxmlformats.org/officeDocument/2006/relationships/image" Target="../media/image313.png"/><Relationship Id="rId310" Type="http://schemas.openxmlformats.org/officeDocument/2006/relationships/customXml" Target="../ink/ink414.xml"/><Relationship Id="rId91" Type="http://schemas.openxmlformats.org/officeDocument/2006/relationships/image" Target="../media/image307.png"/><Relationship Id="rId145" Type="http://schemas.openxmlformats.org/officeDocument/2006/relationships/image" Target="../media/image334.png"/><Relationship Id="rId187" Type="http://schemas.openxmlformats.org/officeDocument/2006/relationships/image" Target="../media/image355.png"/><Relationship Id="rId352" Type="http://schemas.openxmlformats.org/officeDocument/2006/relationships/customXml" Target="../ink/ink435.xml"/><Relationship Id="rId394" Type="http://schemas.openxmlformats.org/officeDocument/2006/relationships/customXml" Target="../ink/ink456.xml"/><Relationship Id="rId408" Type="http://schemas.openxmlformats.org/officeDocument/2006/relationships/customXml" Target="../ink/ink463.xml"/><Relationship Id="rId212" Type="http://schemas.openxmlformats.org/officeDocument/2006/relationships/customXml" Target="../ink/ink365.xml"/><Relationship Id="rId254" Type="http://schemas.openxmlformats.org/officeDocument/2006/relationships/customXml" Target="../ink/ink386.xml"/><Relationship Id="rId49" Type="http://schemas.openxmlformats.org/officeDocument/2006/relationships/image" Target="../media/image286.png"/><Relationship Id="rId114" Type="http://schemas.openxmlformats.org/officeDocument/2006/relationships/customXml" Target="../ink/ink316.xml"/><Relationship Id="rId296" Type="http://schemas.openxmlformats.org/officeDocument/2006/relationships/customXml" Target="../ink/ink407.xml"/><Relationship Id="rId461" Type="http://schemas.openxmlformats.org/officeDocument/2006/relationships/image" Target="../media/image492.png"/><Relationship Id="rId60" Type="http://schemas.openxmlformats.org/officeDocument/2006/relationships/customXml" Target="../ink/ink289.xml"/><Relationship Id="rId156" Type="http://schemas.openxmlformats.org/officeDocument/2006/relationships/customXml" Target="../ink/ink337.xml"/><Relationship Id="rId198" Type="http://schemas.openxmlformats.org/officeDocument/2006/relationships/customXml" Target="../ink/ink358.xml"/><Relationship Id="rId321" Type="http://schemas.openxmlformats.org/officeDocument/2006/relationships/image" Target="../media/image422.png"/><Relationship Id="rId363" Type="http://schemas.openxmlformats.org/officeDocument/2006/relationships/image" Target="../media/image443.png"/><Relationship Id="rId419" Type="http://schemas.openxmlformats.org/officeDocument/2006/relationships/image" Target="../media/image471.png"/><Relationship Id="rId223" Type="http://schemas.openxmlformats.org/officeDocument/2006/relationships/image" Target="../media/image373.png"/><Relationship Id="rId430" Type="http://schemas.openxmlformats.org/officeDocument/2006/relationships/customXml" Target="../ink/ink474.xml"/><Relationship Id="rId18" Type="http://schemas.openxmlformats.org/officeDocument/2006/relationships/customXml" Target="../ink/ink268.xml"/><Relationship Id="rId265" Type="http://schemas.openxmlformats.org/officeDocument/2006/relationships/image" Target="../media/image394.png"/><Relationship Id="rId125" Type="http://schemas.openxmlformats.org/officeDocument/2006/relationships/image" Target="../media/image324.png"/><Relationship Id="rId167" Type="http://schemas.openxmlformats.org/officeDocument/2006/relationships/image" Target="../media/image345.png"/><Relationship Id="rId332" Type="http://schemas.openxmlformats.org/officeDocument/2006/relationships/customXml" Target="../ink/ink425.xml"/><Relationship Id="rId374" Type="http://schemas.openxmlformats.org/officeDocument/2006/relationships/customXml" Target="../ink/ink446.xml"/><Relationship Id="rId71" Type="http://schemas.openxmlformats.org/officeDocument/2006/relationships/image" Target="../media/image297.png"/><Relationship Id="rId234" Type="http://schemas.openxmlformats.org/officeDocument/2006/relationships/customXml" Target="../ink/ink376.xml"/><Relationship Id="rId2" Type="http://schemas.openxmlformats.org/officeDocument/2006/relationships/customXml" Target="../ink/ink260.xml"/><Relationship Id="rId29" Type="http://schemas.openxmlformats.org/officeDocument/2006/relationships/image" Target="../media/image276.png"/><Relationship Id="rId276" Type="http://schemas.openxmlformats.org/officeDocument/2006/relationships/customXml" Target="../ink/ink397.xml"/><Relationship Id="rId441" Type="http://schemas.openxmlformats.org/officeDocument/2006/relationships/image" Target="../media/image482.png"/><Relationship Id="rId40" Type="http://schemas.openxmlformats.org/officeDocument/2006/relationships/customXml" Target="../ink/ink279.xml"/><Relationship Id="rId136" Type="http://schemas.openxmlformats.org/officeDocument/2006/relationships/customXml" Target="../ink/ink327.xml"/><Relationship Id="rId178" Type="http://schemas.openxmlformats.org/officeDocument/2006/relationships/customXml" Target="../ink/ink348.xml"/><Relationship Id="rId301" Type="http://schemas.openxmlformats.org/officeDocument/2006/relationships/image" Target="../media/image412.png"/><Relationship Id="rId343" Type="http://schemas.openxmlformats.org/officeDocument/2006/relationships/image" Target="../media/image433.png"/><Relationship Id="rId61" Type="http://schemas.openxmlformats.org/officeDocument/2006/relationships/image" Target="../media/image292.png"/><Relationship Id="rId82" Type="http://schemas.openxmlformats.org/officeDocument/2006/relationships/customXml" Target="../ink/ink300.xml"/><Relationship Id="rId199" Type="http://schemas.openxmlformats.org/officeDocument/2006/relationships/image" Target="../media/image361.png"/><Relationship Id="rId203" Type="http://schemas.openxmlformats.org/officeDocument/2006/relationships/image" Target="../media/image363.png"/><Relationship Id="rId385" Type="http://schemas.openxmlformats.org/officeDocument/2006/relationships/image" Target="../media/image454.png"/><Relationship Id="rId19" Type="http://schemas.openxmlformats.org/officeDocument/2006/relationships/image" Target="../media/image271.png"/><Relationship Id="rId224" Type="http://schemas.openxmlformats.org/officeDocument/2006/relationships/customXml" Target="../ink/ink371.xml"/><Relationship Id="rId245" Type="http://schemas.openxmlformats.org/officeDocument/2006/relationships/image" Target="../media/image384.png"/><Relationship Id="rId266" Type="http://schemas.openxmlformats.org/officeDocument/2006/relationships/customXml" Target="../ink/ink392.xml"/><Relationship Id="rId287" Type="http://schemas.openxmlformats.org/officeDocument/2006/relationships/image" Target="../media/image405.png"/><Relationship Id="rId410" Type="http://schemas.openxmlformats.org/officeDocument/2006/relationships/customXml" Target="../ink/ink464.xml"/><Relationship Id="rId431" Type="http://schemas.openxmlformats.org/officeDocument/2006/relationships/image" Target="../media/image477.png"/><Relationship Id="rId452" Type="http://schemas.openxmlformats.org/officeDocument/2006/relationships/customXml" Target="../ink/ink485.xml"/><Relationship Id="rId30" Type="http://schemas.openxmlformats.org/officeDocument/2006/relationships/customXml" Target="../ink/ink274.xml"/><Relationship Id="rId105" Type="http://schemas.openxmlformats.org/officeDocument/2006/relationships/image" Target="../media/image314.png"/><Relationship Id="rId126" Type="http://schemas.openxmlformats.org/officeDocument/2006/relationships/customXml" Target="../ink/ink322.xml"/><Relationship Id="rId147" Type="http://schemas.openxmlformats.org/officeDocument/2006/relationships/image" Target="../media/image335.png"/><Relationship Id="rId168" Type="http://schemas.openxmlformats.org/officeDocument/2006/relationships/customXml" Target="../ink/ink343.xml"/><Relationship Id="rId312" Type="http://schemas.openxmlformats.org/officeDocument/2006/relationships/customXml" Target="../ink/ink415.xml"/><Relationship Id="rId333" Type="http://schemas.openxmlformats.org/officeDocument/2006/relationships/image" Target="../media/image428.png"/><Relationship Id="rId354" Type="http://schemas.openxmlformats.org/officeDocument/2006/relationships/customXml" Target="../ink/ink436.xml"/><Relationship Id="rId51" Type="http://schemas.openxmlformats.org/officeDocument/2006/relationships/image" Target="../media/image287.png"/><Relationship Id="rId72" Type="http://schemas.openxmlformats.org/officeDocument/2006/relationships/customXml" Target="../ink/ink295.xml"/><Relationship Id="rId93" Type="http://schemas.openxmlformats.org/officeDocument/2006/relationships/image" Target="../media/image308.png"/><Relationship Id="rId189" Type="http://schemas.openxmlformats.org/officeDocument/2006/relationships/image" Target="../media/image356.png"/><Relationship Id="rId375" Type="http://schemas.openxmlformats.org/officeDocument/2006/relationships/image" Target="../media/image449.png"/><Relationship Id="rId396" Type="http://schemas.openxmlformats.org/officeDocument/2006/relationships/customXml" Target="../ink/ink457.xml"/><Relationship Id="rId3" Type="http://schemas.openxmlformats.org/officeDocument/2006/relationships/image" Target="../media/image263.png"/><Relationship Id="rId214" Type="http://schemas.openxmlformats.org/officeDocument/2006/relationships/customXml" Target="../ink/ink366.xml"/><Relationship Id="rId235" Type="http://schemas.openxmlformats.org/officeDocument/2006/relationships/image" Target="../media/image379.png"/><Relationship Id="rId256" Type="http://schemas.openxmlformats.org/officeDocument/2006/relationships/customXml" Target="../ink/ink387.xml"/><Relationship Id="rId277" Type="http://schemas.openxmlformats.org/officeDocument/2006/relationships/image" Target="../media/image400.png"/><Relationship Id="rId298" Type="http://schemas.openxmlformats.org/officeDocument/2006/relationships/customXml" Target="../ink/ink408.xml"/><Relationship Id="rId400" Type="http://schemas.openxmlformats.org/officeDocument/2006/relationships/customXml" Target="../ink/ink459.xml"/><Relationship Id="rId421" Type="http://schemas.openxmlformats.org/officeDocument/2006/relationships/image" Target="../media/image472.png"/><Relationship Id="rId442" Type="http://schemas.openxmlformats.org/officeDocument/2006/relationships/customXml" Target="../ink/ink480.xml"/><Relationship Id="rId463" Type="http://schemas.openxmlformats.org/officeDocument/2006/relationships/image" Target="../media/image493.png"/><Relationship Id="rId116" Type="http://schemas.openxmlformats.org/officeDocument/2006/relationships/customXml" Target="../ink/ink317.xml"/><Relationship Id="rId137" Type="http://schemas.openxmlformats.org/officeDocument/2006/relationships/image" Target="../media/image330.png"/><Relationship Id="rId158" Type="http://schemas.openxmlformats.org/officeDocument/2006/relationships/customXml" Target="../ink/ink338.xml"/><Relationship Id="rId302" Type="http://schemas.openxmlformats.org/officeDocument/2006/relationships/customXml" Target="../ink/ink410.xml"/><Relationship Id="rId323" Type="http://schemas.openxmlformats.org/officeDocument/2006/relationships/image" Target="../media/image423.png"/><Relationship Id="rId344" Type="http://schemas.openxmlformats.org/officeDocument/2006/relationships/customXml" Target="../ink/ink431.xml"/><Relationship Id="rId20" Type="http://schemas.openxmlformats.org/officeDocument/2006/relationships/customXml" Target="../ink/ink269.xml"/><Relationship Id="rId41" Type="http://schemas.openxmlformats.org/officeDocument/2006/relationships/image" Target="../media/image282.png"/><Relationship Id="rId62" Type="http://schemas.openxmlformats.org/officeDocument/2006/relationships/customXml" Target="../ink/ink290.xml"/><Relationship Id="rId83" Type="http://schemas.openxmlformats.org/officeDocument/2006/relationships/image" Target="../media/image303.png"/><Relationship Id="rId179" Type="http://schemas.openxmlformats.org/officeDocument/2006/relationships/image" Target="../media/image351.png"/><Relationship Id="rId365" Type="http://schemas.openxmlformats.org/officeDocument/2006/relationships/image" Target="../media/image444.png"/><Relationship Id="rId386" Type="http://schemas.openxmlformats.org/officeDocument/2006/relationships/customXml" Target="../ink/ink452.xml"/><Relationship Id="rId190" Type="http://schemas.openxmlformats.org/officeDocument/2006/relationships/customXml" Target="../ink/ink354.xml"/><Relationship Id="rId204" Type="http://schemas.openxmlformats.org/officeDocument/2006/relationships/customXml" Target="../ink/ink361.xml"/><Relationship Id="rId225" Type="http://schemas.openxmlformats.org/officeDocument/2006/relationships/image" Target="../media/image374.png"/><Relationship Id="rId246" Type="http://schemas.openxmlformats.org/officeDocument/2006/relationships/customXml" Target="../ink/ink382.xml"/><Relationship Id="rId267" Type="http://schemas.openxmlformats.org/officeDocument/2006/relationships/image" Target="../media/image395.png"/><Relationship Id="rId288" Type="http://schemas.openxmlformats.org/officeDocument/2006/relationships/customXml" Target="../ink/ink403.xml"/><Relationship Id="rId411" Type="http://schemas.openxmlformats.org/officeDocument/2006/relationships/image" Target="../media/image467.png"/><Relationship Id="rId432" Type="http://schemas.openxmlformats.org/officeDocument/2006/relationships/customXml" Target="../ink/ink475.xml"/><Relationship Id="rId453" Type="http://schemas.openxmlformats.org/officeDocument/2006/relationships/image" Target="../media/image488.png"/><Relationship Id="rId106" Type="http://schemas.openxmlformats.org/officeDocument/2006/relationships/customXml" Target="../ink/ink312.xml"/><Relationship Id="rId127" Type="http://schemas.openxmlformats.org/officeDocument/2006/relationships/image" Target="../media/image325.png"/><Relationship Id="rId313" Type="http://schemas.openxmlformats.org/officeDocument/2006/relationships/image" Target="../media/image418.png"/><Relationship Id="rId10" Type="http://schemas.openxmlformats.org/officeDocument/2006/relationships/customXml" Target="../ink/ink264.xml"/><Relationship Id="rId31" Type="http://schemas.openxmlformats.org/officeDocument/2006/relationships/image" Target="../media/image277.png"/><Relationship Id="rId52" Type="http://schemas.openxmlformats.org/officeDocument/2006/relationships/customXml" Target="../ink/ink285.xml"/><Relationship Id="rId73" Type="http://schemas.openxmlformats.org/officeDocument/2006/relationships/image" Target="../media/image298.png"/><Relationship Id="rId94" Type="http://schemas.openxmlformats.org/officeDocument/2006/relationships/customXml" Target="../ink/ink306.xml"/><Relationship Id="rId148" Type="http://schemas.openxmlformats.org/officeDocument/2006/relationships/customXml" Target="../ink/ink333.xml"/><Relationship Id="rId169" Type="http://schemas.openxmlformats.org/officeDocument/2006/relationships/image" Target="../media/image346.png"/><Relationship Id="rId334" Type="http://schemas.openxmlformats.org/officeDocument/2006/relationships/customXml" Target="../ink/ink426.xml"/><Relationship Id="rId355" Type="http://schemas.openxmlformats.org/officeDocument/2006/relationships/image" Target="../media/image439.png"/><Relationship Id="rId376" Type="http://schemas.openxmlformats.org/officeDocument/2006/relationships/customXml" Target="../ink/ink447.xml"/><Relationship Id="rId397" Type="http://schemas.openxmlformats.org/officeDocument/2006/relationships/image" Target="../media/image460.png"/><Relationship Id="rId4" Type="http://schemas.openxmlformats.org/officeDocument/2006/relationships/customXml" Target="../ink/ink261.xml"/><Relationship Id="rId180" Type="http://schemas.openxmlformats.org/officeDocument/2006/relationships/customXml" Target="../ink/ink349.xml"/><Relationship Id="rId215" Type="http://schemas.openxmlformats.org/officeDocument/2006/relationships/image" Target="../media/image369.png"/><Relationship Id="rId236" Type="http://schemas.openxmlformats.org/officeDocument/2006/relationships/customXml" Target="../ink/ink377.xml"/><Relationship Id="rId257" Type="http://schemas.openxmlformats.org/officeDocument/2006/relationships/image" Target="../media/image390.png"/><Relationship Id="rId278" Type="http://schemas.openxmlformats.org/officeDocument/2006/relationships/customXml" Target="../ink/ink398.xml"/><Relationship Id="rId401" Type="http://schemas.openxmlformats.org/officeDocument/2006/relationships/image" Target="../media/image462.png"/><Relationship Id="rId422" Type="http://schemas.openxmlformats.org/officeDocument/2006/relationships/customXml" Target="../ink/ink470.xml"/><Relationship Id="rId443" Type="http://schemas.openxmlformats.org/officeDocument/2006/relationships/image" Target="../media/image483.png"/><Relationship Id="rId464" Type="http://schemas.openxmlformats.org/officeDocument/2006/relationships/customXml" Target="../ink/ink491.xml"/><Relationship Id="rId303" Type="http://schemas.openxmlformats.org/officeDocument/2006/relationships/image" Target="../media/image413.png"/><Relationship Id="rId42" Type="http://schemas.openxmlformats.org/officeDocument/2006/relationships/customXml" Target="../ink/ink280.xml"/><Relationship Id="rId84" Type="http://schemas.openxmlformats.org/officeDocument/2006/relationships/customXml" Target="../ink/ink301.xml"/><Relationship Id="rId138" Type="http://schemas.openxmlformats.org/officeDocument/2006/relationships/customXml" Target="../ink/ink328.xml"/><Relationship Id="rId345" Type="http://schemas.openxmlformats.org/officeDocument/2006/relationships/image" Target="../media/image434.png"/><Relationship Id="rId387" Type="http://schemas.openxmlformats.org/officeDocument/2006/relationships/image" Target="../media/image455.png"/><Relationship Id="rId191" Type="http://schemas.openxmlformats.org/officeDocument/2006/relationships/image" Target="../media/image357.png"/><Relationship Id="rId205" Type="http://schemas.openxmlformats.org/officeDocument/2006/relationships/image" Target="../media/image364.png"/><Relationship Id="rId247" Type="http://schemas.openxmlformats.org/officeDocument/2006/relationships/image" Target="../media/image385.png"/><Relationship Id="rId412" Type="http://schemas.openxmlformats.org/officeDocument/2006/relationships/customXml" Target="../ink/ink465.xml"/><Relationship Id="rId107" Type="http://schemas.openxmlformats.org/officeDocument/2006/relationships/image" Target="../media/image315.png"/><Relationship Id="rId289" Type="http://schemas.openxmlformats.org/officeDocument/2006/relationships/image" Target="../media/image406.png"/><Relationship Id="rId454" Type="http://schemas.openxmlformats.org/officeDocument/2006/relationships/customXml" Target="../ink/ink486.xml"/><Relationship Id="rId11" Type="http://schemas.openxmlformats.org/officeDocument/2006/relationships/image" Target="../media/image267.png"/><Relationship Id="rId53" Type="http://schemas.openxmlformats.org/officeDocument/2006/relationships/image" Target="../media/image288.png"/><Relationship Id="rId149" Type="http://schemas.openxmlformats.org/officeDocument/2006/relationships/image" Target="../media/image336.png"/><Relationship Id="rId314" Type="http://schemas.openxmlformats.org/officeDocument/2006/relationships/customXml" Target="../ink/ink416.xml"/><Relationship Id="rId356" Type="http://schemas.openxmlformats.org/officeDocument/2006/relationships/customXml" Target="../ink/ink437.xml"/><Relationship Id="rId398" Type="http://schemas.openxmlformats.org/officeDocument/2006/relationships/customXml" Target="../ink/ink458.xml"/><Relationship Id="rId95" Type="http://schemas.openxmlformats.org/officeDocument/2006/relationships/image" Target="../media/image309.png"/><Relationship Id="rId160" Type="http://schemas.openxmlformats.org/officeDocument/2006/relationships/customXml" Target="../ink/ink339.xml"/><Relationship Id="rId216" Type="http://schemas.openxmlformats.org/officeDocument/2006/relationships/customXml" Target="../ink/ink367.xml"/><Relationship Id="rId423" Type="http://schemas.openxmlformats.org/officeDocument/2006/relationships/image" Target="../media/image473.png"/><Relationship Id="rId258" Type="http://schemas.openxmlformats.org/officeDocument/2006/relationships/customXml" Target="../ink/ink388.xml"/><Relationship Id="rId465" Type="http://schemas.openxmlformats.org/officeDocument/2006/relationships/image" Target="../media/image494.png"/><Relationship Id="rId22" Type="http://schemas.openxmlformats.org/officeDocument/2006/relationships/customXml" Target="../ink/ink270.xml"/><Relationship Id="rId64" Type="http://schemas.openxmlformats.org/officeDocument/2006/relationships/customXml" Target="../ink/ink291.xml"/><Relationship Id="rId118" Type="http://schemas.openxmlformats.org/officeDocument/2006/relationships/customXml" Target="../ink/ink318.xml"/><Relationship Id="rId325" Type="http://schemas.openxmlformats.org/officeDocument/2006/relationships/image" Target="../media/image424.png"/><Relationship Id="rId367" Type="http://schemas.openxmlformats.org/officeDocument/2006/relationships/image" Target="../media/image445.png"/><Relationship Id="rId171" Type="http://schemas.openxmlformats.org/officeDocument/2006/relationships/image" Target="../media/image347.png"/><Relationship Id="rId227" Type="http://schemas.openxmlformats.org/officeDocument/2006/relationships/image" Target="../media/image375.png"/><Relationship Id="rId269" Type="http://schemas.openxmlformats.org/officeDocument/2006/relationships/image" Target="../media/image396.png"/><Relationship Id="rId434" Type="http://schemas.openxmlformats.org/officeDocument/2006/relationships/customXml" Target="../ink/ink476.xml"/><Relationship Id="rId33" Type="http://schemas.openxmlformats.org/officeDocument/2006/relationships/image" Target="../media/image278.png"/><Relationship Id="rId129" Type="http://schemas.openxmlformats.org/officeDocument/2006/relationships/image" Target="../media/image326.png"/><Relationship Id="rId280" Type="http://schemas.openxmlformats.org/officeDocument/2006/relationships/customXml" Target="../ink/ink399.xml"/><Relationship Id="rId336" Type="http://schemas.openxmlformats.org/officeDocument/2006/relationships/customXml" Target="../ink/ink427.xml"/><Relationship Id="rId75" Type="http://schemas.openxmlformats.org/officeDocument/2006/relationships/image" Target="../media/image299.png"/><Relationship Id="rId140" Type="http://schemas.openxmlformats.org/officeDocument/2006/relationships/customXml" Target="../ink/ink329.xml"/><Relationship Id="rId182" Type="http://schemas.openxmlformats.org/officeDocument/2006/relationships/customXml" Target="../ink/ink350.xml"/><Relationship Id="rId378" Type="http://schemas.openxmlformats.org/officeDocument/2006/relationships/customXml" Target="../ink/ink448.xml"/><Relationship Id="rId403" Type="http://schemas.openxmlformats.org/officeDocument/2006/relationships/image" Target="../media/image463.png"/><Relationship Id="rId6" Type="http://schemas.openxmlformats.org/officeDocument/2006/relationships/customXml" Target="../ink/ink262.xml"/><Relationship Id="rId238" Type="http://schemas.openxmlformats.org/officeDocument/2006/relationships/customXml" Target="../ink/ink378.xml"/><Relationship Id="rId445" Type="http://schemas.openxmlformats.org/officeDocument/2006/relationships/image" Target="../media/image484.png"/><Relationship Id="rId291" Type="http://schemas.openxmlformats.org/officeDocument/2006/relationships/image" Target="../media/image407.png"/><Relationship Id="rId305" Type="http://schemas.openxmlformats.org/officeDocument/2006/relationships/image" Target="../media/image414.png"/><Relationship Id="rId347" Type="http://schemas.openxmlformats.org/officeDocument/2006/relationships/image" Target="../media/image435.png"/><Relationship Id="rId44" Type="http://schemas.openxmlformats.org/officeDocument/2006/relationships/customXml" Target="../ink/ink281.xml"/><Relationship Id="rId86" Type="http://schemas.openxmlformats.org/officeDocument/2006/relationships/customXml" Target="../ink/ink302.xml"/><Relationship Id="rId151" Type="http://schemas.openxmlformats.org/officeDocument/2006/relationships/image" Target="../media/image337.png"/><Relationship Id="rId389" Type="http://schemas.openxmlformats.org/officeDocument/2006/relationships/image" Target="../media/image456.png"/><Relationship Id="rId193" Type="http://schemas.openxmlformats.org/officeDocument/2006/relationships/image" Target="../media/image358.png"/><Relationship Id="rId207" Type="http://schemas.openxmlformats.org/officeDocument/2006/relationships/image" Target="../media/image365.png"/><Relationship Id="rId249" Type="http://schemas.openxmlformats.org/officeDocument/2006/relationships/image" Target="../media/image386.png"/><Relationship Id="rId414" Type="http://schemas.openxmlformats.org/officeDocument/2006/relationships/customXml" Target="../ink/ink466.xml"/><Relationship Id="rId456" Type="http://schemas.openxmlformats.org/officeDocument/2006/relationships/customXml" Target="../ink/ink487.xml"/><Relationship Id="rId13" Type="http://schemas.openxmlformats.org/officeDocument/2006/relationships/image" Target="../media/image268.png"/><Relationship Id="rId109" Type="http://schemas.openxmlformats.org/officeDocument/2006/relationships/image" Target="../media/image316.png"/><Relationship Id="rId260" Type="http://schemas.openxmlformats.org/officeDocument/2006/relationships/customXml" Target="../ink/ink389.xml"/><Relationship Id="rId316" Type="http://schemas.openxmlformats.org/officeDocument/2006/relationships/customXml" Target="../ink/ink417.xml"/><Relationship Id="rId55" Type="http://schemas.openxmlformats.org/officeDocument/2006/relationships/image" Target="../media/image289.png"/><Relationship Id="rId97" Type="http://schemas.openxmlformats.org/officeDocument/2006/relationships/image" Target="../media/image310.png"/><Relationship Id="rId120" Type="http://schemas.openxmlformats.org/officeDocument/2006/relationships/customXml" Target="../ink/ink319.xml"/><Relationship Id="rId358" Type="http://schemas.openxmlformats.org/officeDocument/2006/relationships/customXml" Target="../ink/ink438.xml"/><Relationship Id="rId162" Type="http://schemas.openxmlformats.org/officeDocument/2006/relationships/customXml" Target="../ink/ink340.xml"/><Relationship Id="rId218" Type="http://schemas.openxmlformats.org/officeDocument/2006/relationships/customXml" Target="../ink/ink368.xml"/><Relationship Id="rId425" Type="http://schemas.openxmlformats.org/officeDocument/2006/relationships/image" Target="../media/image474.png"/><Relationship Id="rId467" Type="http://schemas.openxmlformats.org/officeDocument/2006/relationships/image" Target="../media/image495.png"/><Relationship Id="rId271" Type="http://schemas.openxmlformats.org/officeDocument/2006/relationships/image" Target="../media/image397.png"/><Relationship Id="rId24" Type="http://schemas.openxmlformats.org/officeDocument/2006/relationships/customXml" Target="../ink/ink271.xml"/><Relationship Id="rId66" Type="http://schemas.openxmlformats.org/officeDocument/2006/relationships/customXml" Target="../ink/ink292.xml"/><Relationship Id="rId131" Type="http://schemas.openxmlformats.org/officeDocument/2006/relationships/image" Target="../media/image327.png"/><Relationship Id="rId327" Type="http://schemas.openxmlformats.org/officeDocument/2006/relationships/image" Target="../media/image425.png"/><Relationship Id="rId369" Type="http://schemas.openxmlformats.org/officeDocument/2006/relationships/image" Target="../media/image446.png"/><Relationship Id="rId173" Type="http://schemas.openxmlformats.org/officeDocument/2006/relationships/image" Target="../media/image348.png"/><Relationship Id="rId229" Type="http://schemas.openxmlformats.org/officeDocument/2006/relationships/image" Target="../media/image376.png"/><Relationship Id="rId380" Type="http://schemas.openxmlformats.org/officeDocument/2006/relationships/customXml" Target="../ink/ink449.xml"/><Relationship Id="rId436" Type="http://schemas.openxmlformats.org/officeDocument/2006/relationships/customXml" Target="../ink/ink477.xml"/><Relationship Id="rId240" Type="http://schemas.openxmlformats.org/officeDocument/2006/relationships/customXml" Target="../ink/ink379.xml"/><Relationship Id="rId35" Type="http://schemas.openxmlformats.org/officeDocument/2006/relationships/image" Target="../media/image279.png"/><Relationship Id="rId77" Type="http://schemas.openxmlformats.org/officeDocument/2006/relationships/image" Target="../media/image300.png"/><Relationship Id="rId100" Type="http://schemas.openxmlformats.org/officeDocument/2006/relationships/customXml" Target="../ink/ink309.xml"/><Relationship Id="rId282" Type="http://schemas.openxmlformats.org/officeDocument/2006/relationships/customXml" Target="../ink/ink400.xml"/><Relationship Id="rId338" Type="http://schemas.openxmlformats.org/officeDocument/2006/relationships/customXml" Target="../ink/ink428.xml"/><Relationship Id="rId8" Type="http://schemas.openxmlformats.org/officeDocument/2006/relationships/customXml" Target="../ink/ink263.xml"/><Relationship Id="rId142" Type="http://schemas.openxmlformats.org/officeDocument/2006/relationships/customXml" Target="../ink/ink330.xml"/><Relationship Id="rId184" Type="http://schemas.openxmlformats.org/officeDocument/2006/relationships/customXml" Target="../ink/ink351.xml"/><Relationship Id="rId391" Type="http://schemas.openxmlformats.org/officeDocument/2006/relationships/image" Target="../media/image457.png"/><Relationship Id="rId405" Type="http://schemas.openxmlformats.org/officeDocument/2006/relationships/image" Target="../media/image464.png"/><Relationship Id="rId447" Type="http://schemas.openxmlformats.org/officeDocument/2006/relationships/image" Target="../media/image485.png"/><Relationship Id="rId251" Type="http://schemas.openxmlformats.org/officeDocument/2006/relationships/image" Target="../media/image387.png"/><Relationship Id="rId46" Type="http://schemas.openxmlformats.org/officeDocument/2006/relationships/customXml" Target="../ink/ink282.xml"/><Relationship Id="rId293" Type="http://schemas.openxmlformats.org/officeDocument/2006/relationships/image" Target="../media/image408.png"/><Relationship Id="rId307" Type="http://schemas.openxmlformats.org/officeDocument/2006/relationships/image" Target="../media/image415.png"/><Relationship Id="rId349" Type="http://schemas.openxmlformats.org/officeDocument/2006/relationships/image" Target="../media/image436.png"/><Relationship Id="rId88" Type="http://schemas.openxmlformats.org/officeDocument/2006/relationships/customXml" Target="../ink/ink303.xml"/><Relationship Id="rId111" Type="http://schemas.openxmlformats.org/officeDocument/2006/relationships/image" Target="../media/image317.png"/><Relationship Id="rId153" Type="http://schemas.openxmlformats.org/officeDocument/2006/relationships/image" Target="../media/image338.png"/><Relationship Id="rId195" Type="http://schemas.openxmlformats.org/officeDocument/2006/relationships/image" Target="../media/image359.png"/><Relationship Id="rId209" Type="http://schemas.openxmlformats.org/officeDocument/2006/relationships/image" Target="../media/image366.png"/><Relationship Id="rId360" Type="http://schemas.openxmlformats.org/officeDocument/2006/relationships/customXml" Target="../ink/ink439.xml"/><Relationship Id="rId416" Type="http://schemas.openxmlformats.org/officeDocument/2006/relationships/customXml" Target="../ink/ink467.xml"/><Relationship Id="rId220" Type="http://schemas.openxmlformats.org/officeDocument/2006/relationships/customXml" Target="../ink/ink369.xml"/><Relationship Id="rId458" Type="http://schemas.openxmlformats.org/officeDocument/2006/relationships/customXml" Target="../ink/ink488.xml"/><Relationship Id="rId15" Type="http://schemas.openxmlformats.org/officeDocument/2006/relationships/image" Target="../media/image269.png"/><Relationship Id="rId57" Type="http://schemas.openxmlformats.org/officeDocument/2006/relationships/image" Target="../media/image290.png"/><Relationship Id="rId262" Type="http://schemas.openxmlformats.org/officeDocument/2006/relationships/customXml" Target="../ink/ink390.xml"/><Relationship Id="rId318" Type="http://schemas.openxmlformats.org/officeDocument/2006/relationships/customXml" Target="../ink/ink418.xml"/><Relationship Id="rId99" Type="http://schemas.openxmlformats.org/officeDocument/2006/relationships/image" Target="../media/image311.png"/><Relationship Id="rId122" Type="http://schemas.openxmlformats.org/officeDocument/2006/relationships/customXml" Target="../ink/ink320.xml"/><Relationship Id="rId164" Type="http://schemas.openxmlformats.org/officeDocument/2006/relationships/customXml" Target="../ink/ink341.xml"/><Relationship Id="rId371" Type="http://schemas.openxmlformats.org/officeDocument/2006/relationships/image" Target="../media/image447.png"/><Relationship Id="rId427" Type="http://schemas.openxmlformats.org/officeDocument/2006/relationships/image" Target="../media/image475.png"/><Relationship Id="rId26" Type="http://schemas.openxmlformats.org/officeDocument/2006/relationships/customXml" Target="../ink/ink272.xml"/><Relationship Id="rId231" Type="http://schemas.openxmlformats.org/officeDocument/2006/relationships/image" Target="../media/image377.png"/><Relationship Id="rId273" Type="http://schemas.openxmlformats.org/officeDocument/2006/relationships/image" Target="../media/image398.png"/><Relationship Id="rId329" Type="http://schemas.openxmlformats.org/officeDocument/2006/relationships/image" Target="../media/image426.png"/><Relationship Id="rId68" Type="http://schemas.openxmlformats.org/officeDocument/2006/relationships/customXml" Target="../ink/ink293.xml"/><Relationship Id="rId133" Type="http://schemas.openxmlformats.org/officeDocument/2006/relationships/image" Target="../media/image328.png"/><Relationship Id="rId175" Type="http://schemas.openxmlformats.org/officeDocument/2006/relationships/image" Target="../media/image349.png"/><Relationship Id="rId340" Type="http://schemas.openxmlformats.org/officeDocument/2006/relationships/customXml" Target="../ink/ink429.xml"/><Relationship Id="rId200" Type="http://schemas.openxmlformats.org/officeDocument/2006/relationships/customXml" Target="../ink/ink359.xml"/><Relationship Id="rId382" Type="http://schemas.openxmlformats.org/officeDocument/2006/relationships/customXml" Target="../ink/ink450.xml"/><Relationship Id="rId438" Type="http://schemas.openxmlformats.org/officeDocument/2006/relationships/customXml" Target="../ink/ink478.xml"/><Relationship Id="rId242" Type="http://schemas.openxmlformats.org/officeDocument/2006/relationships/customXml" Target="../ink/ink380.xml"/><Relationship Id="rId284" Type="http://schemas.openxmlformats.org/officeDocument/2006/relationships/customXml" Target="../ink/ink401.xml"/><Relationship Id="rId37" Type="http://schemas.openxmlformats.org/officeDocument/2006/relationships/image" Target="../media/image280.png"/><Relationship Id="rId79" Type="http://schemas.openxmlformats.org/officeDocument/2006/relationships/image" Target="../media/image301.png"/><Relationship Id="rId102" Type="http://schemas.openxmlformats.org/officeDocument/2006/relationships/customXml" Target="../ink/ink310.xml"/><Relationship Id="rId144" Type="http://schemas.openxmlformats.org/officeDocument/2006/relationships/customXml" Target="../ink/ink331.xml"/><Relationship Id="rId90" Type="http://schemas.openxmlformats.org/officeDocument/2006/relationships/customXml" Target="../ink/ink304.xml"/><Relationship Id="rId186" Type="http://schemas.openxmlformats.org/officeDocument/2006/relationships/customXml" Target="../ink/ink352.xml"/><Relationship Id="rId351" Type="http://schemas.openxmlformats.org/officeDocument/2006/relationships/image" Target="../media/image437.png"/><Relationship Id="rId393" Type="http://schemas.openxmlformats.org/officeDocument/2006/relationships/image" Target="../media/image458.png"/><Relationship Id="rId407" Type="http://schemas.openxmlformats.org/officeDocument/2006/relationships/image" Target="../media/image465.png"/><Relationship Id="rId449" Type="http://schemas.openxmlformats.org/officeDocument/2006/relationships/image" Target="../media/image486.png"/><Relationship Id="rId211" Type="http://schemas.openxmlformats.org/officeDocument/2006/relationships/image" Target="../media/image367.png"/><Relationship Id="rId253" Type="http://schemas.openxmlformats.org/officeDocument/2006/relationships/image" Target="../media/image388.png"/><Relationship Id="rId295" Type="http://schemas.openxmlformats.org/officeDocument/2006/relationships/image" Target="../media/image409.png"/><Relationship Id="rId309" Type="http://schemas.openxmlformats.org/officeDocument/2006/relationships/image" Target="../media/image416.png"/><Relationship Id="rId460" Type="http://schemas.openxmlformats.org/officeDocument/2006/relationships/customXml" Target="../ink/ink489.xml"/><Relationship Id="rId48" Type="http://schemas.openxmlformats.org/officeDocument/2006/relationships/customXml" Target="../ink/ink283.xml"/><Relationship Id="rId113" Type="http://schemas.openxmlformats.org/officeDocument/2006/relationships/image" Target="../media/image318.png"/><Relationship Id="rId320" Type="http://schemas.openxmlformats.org/officeDocument/2006/relationships/customXml" Target="../ink/ink419.xml"/><Relationship Id="rId155" Type="http://schemas.openxmlformats.org/officeDocument/2006/relationships/image" Target="../media/image339.png"/><Relationship Id="rId197" Type="http://schemas.openxmlformats.org/officeDocument/2006/relationships/image" Target="../media/image360.png"/><Relationship Id="rId362" Type="http://schemas.openxmlformats.org/officeDocument/2006/relationships/customXml" Target="../ink/ink440.xml"/><Relationship Id="rId418" Type="http://schemas.openxmlformats.org/officeDocument/2006/relationships/customXml" Target="../ink/ink468.xml"/><Relationship Id="rId222" Type="http://schemas.openxmlformats.org/officeDocument/2006/relationships/customXml" Target="../ink/ink370.xml"/><Relationship Id="rId264" Type="http://schemas.openxmlformats.org/officeDocument/2006/relationships/customXml" Target="../ink/ink391.xml"/><Relationship Id="rId17" Type="http://schemas.openxmlformats.org/officeDocument/2006/relationships/image" Target="../media/image270.png"/><Relationship Id="rId59" Type="http://schemas.openxmlformats.org/officeDocument/2006/relationships/image" Target="../media/image291.png"/><Relationship Id="rId124" Type="http://schemas.openxmlformats.org/officeDocument/2006/relationships/customXml" Target="../ink/ink321.xml"/><Relationship Id="rId70" Type="http://schemas.openxmlformats.org/officeDocument/2006/relationships/customXml" Target="../ink/ink294.xml"/><Relationship Id="rId166" Type="http://schemas.openxmlformats.org/officeDocument/2006/relationships/customXml" Target="../ink/ink342.xml"/><Relationship Id="rId331" Type="http://schemas.openxmlformats.org/officeDocument/2006/relationships/image" Target="../media/image427.png"/><Relationship Id="rId373" Type="http://schemas.openxmlformats.org/officeDocument/2006/relationships/image" Target="../media/image448.png"/><Relationship Id="rId429" Type="http://schemas.openxmlformats.org/officeDocument/2006/relationships/image" Target="../media/image47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78.png"/><Relationship Id="rId440" Type="http://schemas.openxmlformats.org/officeDocument/2006/relationships/customXml" Target="../ink/ink479.xml"/><Relationship Id="rId28" Type="http://schemas.openxmlformats.org/officeDocument/2006/relationships/customXml" Target="../ink/ink273.xml"/><Relationship Id="rId275" Type="http://schemas.openxmlformats.org/officeDocument/2006/relationships/image" Target="../media/image399.png"/><Relationship Id="rId300" Type="http://schemas.openxmlformats.org/officeDocument/2006/relationships/customXml" Target="../ink/ink409.xml"/><Relationship Id="rId81" Type="http://schemas.openxmlformats.org/officeDocument/2006/relationships/image" Target="../media/image302.png"/><Relationship Id="rId135" Type="http://schemas.openxmlformats.org/officeDocument/2006/relationships/image" Target="../media/image329.png"/><Relationship Id="rId177" Type="http://schemas.openxmlformats.org/officeDocument/2006/relationships/image" Target="../media/image350.png"/><Relationship Id="rId342" Type="http://schemas.openxmlformats.org/officeDocument/2006/relationships/customXml" Target="../ink/ink430.xml"/><Relationship Id="rId384" Type="http://schemas.openxmlformats.org/officeDocument/2006/relationships/customXml" Target="../ink/ink451.xml"/><Relationship Id="rId202" Type="http://schemas.openxmlformats.org/officeDocument/2006/relationships/customXml" Target="../ink/ink360.xml"/><Relationship Id="rId244" Type="http://schemas.openxmlformats.org/officeDocument/2006/relationships/customXml" Target="../ink/ink381.xml"/><Relationship Id="rId39" Type="http://schemas.openxmlformats.org/officeDocument/2006/relationships/image" Target="../media/image281.png"/><Relationship Id="rId286" Type="http://schemas.openxmlformats.org/officeDocument/2006/relationships/customXml" Target="../ink/ink402.xml"/><Relationship Id="rId451" Type="http://schemas.openxmlformats.org/officeDocument/2006/relationships/image" Target="../media/image487.png"/><Relationship Id="rId50" Type="http://schemas.openxmlformats.org/officeDocument/2006/relationships/customXml" Target="../ink/ink284.xml"/><Relationship Id="rId104" Type="http://schemas.openxmlformats.org/officeDocument/2006/relationships/customXml" Target="../ink/ink311.xml"/><Relationship Id="rId146" Type="http://schemas.openxmlformats.org/officeDocument/2006/relationships/customXml" Target="../ink/ink332.xml"/><Relationship Id="rId188" Type="http://schemas.openxmlformats.org/officeDocument/2006/relationships/customXml" Target="../ink/ink353.xml"/><Relationship Id="rId311" Type="http://schemas.openxmlformats.org/officeDocument/2006/relationships/image" Target="../media/image417.png"/><Relationship Id="rId353" Type="http://schemas.openxmlformats.org/officeDocument/2006/relationships/image" Target="../media/image438.png"/><Relationship Id="rId395" Type="http://schemas.openxmlformats.org/officeDocument/2006/relationships/image" Target="../media/image459.png"/><Relationship Id="rId409" Type="http://schemas.openxmlformats.org/officeDocument/2006/relationships/image" Target="../media/image466.png"/><Relationship Id="rId92" Type="http://schemas.openxmlformats.org/officeDocument/2006/relationships/customXml" Target="../ink/ink305.xml"/><Relationship Id="rId213" Type="http://schemas.openxmlformats.org/officeDocument/2006/relationships/image" Target="../media/image368.png"/><Relationship Id="rId420" Type="http://schemas.openxmlformats.org/officeDocument/2006/relationships/customXml" Target="../ink/ink469.xml"/><Relationship Id="rId255" Type="http://schemas.openxmlformats.org/officeDocument/2006/relationships/image" Target="../media/image389.png"/><Relationship Id="rId297" Type="http://schemas.openxmlformats.org/officeDocument/2006/relationships/image" Target="../media/image410.png"/><Relationship Id="rId462" Type="http://schemas.openxmlformats.org/officeDocument/2006/relationships/customXml" Target="../ink/ink490.xml"/><Relationship Id="rId115" Type="http://schemas.openxmlformats.org/officeDocument/2006/relationships/image" Target="../media/image319.png"/><Relationship Id="rId157" Type="http://schemas.openxmlformats.org/officeDocument/2006/relationships/image" Target="../media/image340.png"/><Relationship Id="rId322" Type="http://schemas.openxmlformats.org/officeDocument/2006/relationships/customXml" Target="../ink/ink420.xml"/><Relationship Id="rId364" Type="http://schemas.openxmlformats.org/officeDocument/2006/relationships/customXml" Target="../ink/ink44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05.xml"/><Relationship Id="rId117" Type="http://schemas.openxmlformats.org/officeDocument/2006/relationships/image" Target="../media/image553.png"/><Relationship Id="rId21" Type="http://schemas.openxmlformats.org/officeDocument/2006/relationships/image" Target="../media/image505.png"/><Relationship Id="rId42" Type="http://schemas.openxmlformats.org/officeDocument/2006/relationships/customXml" Target="../ink/ink513.xml"/><Relationship Id="rId47" Type="http://schemas.openxmlformats.org/officeDocument/2006/relationships/image" Target="../media/image518.png"/><Relationship Id="rId63" Type="http://schemas.openxmlformats.org/officeDocument/2006/relationships/image" Target="../media/image526.png"/><Relationship Id="rId68" Type="http://schemas.openxmlformats.org/officeDocument/2006/relationships/customXml" Target="../ink/ink526.xml"/><Relationship Id="rId84" Type="http://schemas.openxmlformats.org/officeDocument/2006/relationships/customXml" Target="../ink/ink534.xml"/><Relationship Id="rId89" Type="http://schemas.openxmlformats.org/officeDocument/2006/relationships/image" Target="../media/image539.png"/><Relationship Id="rId112" Type="http://schemas.openxmlformats.org/officeDocument/2006/relationships/customXml" Target="../ink/ink548.xml"/><Relationship Id="rId16" Type="http://schemas.openxmlformats.org/officeDocument/2006/relationships/customXml" Target="../ink/ink500.xml"/><Relationship Id="rId107" Type="http://schemas.openxmlformats.org/officeDocument/2006/relationships/image" Target="../media/image548.png"/><Relationship Id="rId11" Type="http://schemas.openxmlformats.org/officeDocument/2006/relationships/image" Target="../media/image500.png"/><Relationship Id="rId32" Type="http://schemas.openxmlformats.org/officeDocument/2006/relationships/customXml" Target="../ink/ink508.xml"/><Relationship Id="rId37" Type="http://schemas.openxmlformats.org/officeDocument/2006/relationships/image" Target="../media/image513.png"/><Relationship Id="rId53" Type="http://schemas.openxmlformats.org/officeDocument/2006/relationships/image" Target="../media/image521.png"/><Relationship Id="rId58" Type="http://schemas.openxmlformats.org/officeDocument/2006/relationships/customXml" Target="../ink/ink521.xml"/><Relationship Id="rId74" Type="http://schemas.openxmlformats.org/officeDocument/2006/relationships/customXml" Target="../ink/ink529.xml"/><Relationship Id="rId79" Type="http://schemas.openxmlformats.org/officeDocument/2006/relationships/image" Target="../media/image534.png"/><Relationship Id="rId102" Type="http://schemas.openxmlformats.org/officeDocument/2006/relationships/customXml" Target="../ink/ink543.xml"/><Relationship Id="rId123" Type="http://schemas.openxmlformats.org/officeDocument/2006/relationships/image" Target="../media/image556.png"/><Relationship Id="rId5" Type="http://schemas.openxmlformats.org/officeDocument/2006/relationships/image" Target="../media/image497.png"/><Relationship Id="rId90" Type="http://schemas.openxmlformats.org/officeDocument/2006/relationships/customXml" Target="../ink/ink537.xml"/><Relationship Id="rId95" Type="http://schemas.openxmlformats.org/officeDocument/2006/relationships/image" Target="../media/image542.png"/><Relationship Id="rId22" Type="http://schemas.openxmlformats.org/officeDocument/2006/relationships/customXml" Target="../ink/ink503.xml"/><Relationship Id="rId27" Type="http://schemas.openxmlformats.org/officeDocument/2006/relationships/image" Target="../media/image508.png"/><Relationship Id="rId43" Type="http://schemas.openxmlformats.org/officeDocument/2006/relationships/image" Target="../media/image516.png"/><Relationship Id="rId48" Type="http://schemas.openxmlformats.org/officeDocument/2006/relationships/customXml" Target="../ink/ink516.xml"/><Relationship Id="rId64" Type="http://schemas.openxmlformats.org/officeDocument/2006/relationships/customXml" Target="../ink/ink524.xml"/><Relationship Id="rId69" Type="http://schemas.openxmlformats.org/officeDocument/2006/relationships/image" Target="../media/image529.png"/><Relationship Id="rId113" Type="http://schemas.openxmlformats.org/officeDocument/2006/relationships/image" Target="../media/image551.png"/><Relationship Id="rId118" Type="http://schemas.openxmlformats.org/officeDocument/2006/relationships/customXml" Target="../ink/ink551.xml"/><Relationship Id="rId80" Type="http://schemas.openxmlformats.org/officeDocument/2006/relationships/customXml" Target="../ink/ink532.xml"/><Relationship Id="rId85" Type="http://schemas.openxmlformats.org/officeDocument/2006/relationships/image" Target="../media/image537.png"/><Relationship Id="rId12" Type="http://schemas.openxmlformats.org/officeDocument/2006/relationships/customXml" Target="../ink/ink498.xml"/><Relationship Id="rId17" Type="http://schemas.openxmlformats.org/officeDocument/2006/relationships/image" Target="../media/image503.png"/><Relationship Id="rId33" Type="http://schemas.openxmlformats.org/officeDocument/2006/relationships/image" Target="../media/image511.png"/><Relationship Id="rId38" Type="http://schemas.openxmlformats.org/officeDocument/2006/relationships/customXml" Target="../ink/ink511.xml"/><Relationship Id="rId59" Type="http://schemas.openxmlformats.org/officeDocument/2006/relationships/image" Target="../media/image524.png"/><Relationship Id="rId103" Type="http://schemas.openxmlformats.org/officeDocument/2006/relationships/image" Target="../media/image546.png"/><Relationship Id="rId108" Type="http://schemas.openxmlformats.org/officeDocument/2006/relationships/customXml" Target="../ink/ink546.xml"/><Relationship Id="rId54" Type="http://schemas.openxmlformats.org/officeDocument/2006/relationships/customXml" Target="../ink/ink519.xml"/><Relationship Id="rId70" Type="http://schemas.openxmlformats.org/officeDocument/2006/relationships/customXml" Target="../ink/ink527.xml"/><Relationship Id="rId75" Type="http://schemas.openxmlformats.org/officeDocument/2006/relationships/image" Target="../media/image532.png"/><Relationship Id="rId91" Type="http://schemas.openxmlformats.org/officeDocument/2006/relationships/image" Target="../media/image540.png"/><Relationship Id="rId96" Type="http://schemas.openxmlformats.org/officeDocument/2006/relationships/customXml" Target="../ink/ink5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5.xml"/><Relationship Id="rId23" Type="http://schemas.openxmlformats.org/officeDocument/2006/relationships/image" Target="../media/image506.png"/><Relationship Id="rId28" Type="http://schemas.openxmlformats.org/officeDocument/2006/relationships/customXml" Target="../ink/ink506.xml"/><Relationship Id="rId49" Type="http://schemas.openxmlformats.org/officeDocument/2006/relationships/image" Target="../media/image519.png"/><Relationship Id="rId114" Type="http://schemas.openxmlformats.org/officeDocument/2006/relationships/customXml" Target="../ink/ink549.xml"/><Relationship Id="rId119" Type="http://schemas.openxmlformats.org/officeDocument/2006/relationships/image" Target="../media/image554.png"/><Relationship Id="rId44" Type="http://schemas.openxmlformats.org/officeDocument/2006/relationships/customXml" Target="../ink/ink514.xml"/><Relationship Id="rId60" Type="http://schemas.openxmlformats.org/officeDocument/2006/relationships/customXml" Target="../ink/ink522.xml"/><Relationship Id="rId65" Type="http://schemas.openxmlformats.org/officeDocument/2006/relationships/image" Target="../media/image527.png"/><Relationship Id="rId81" Type="http://schemas.openxmlformats.org/officeDocument/2006/relationships/image" Target="../media/image535.png"/><Relationship Id="rId86" Type="http://schemas.openxmlformats.org/officeDocument/2006/relationships/customXml" Target="../ink/ink535.xml"/><Relationship Id="rId4" Type="http://schemas.openxmlformats.org/officeDocument/2006/relationships/customXml" Target="../ink/ink494.xml"/><Relationship Id="rId9" Type="http://schemas.openxmlformats.org/officeDocument/2006/relationships/image" Target="../media/image499.png"/><Relationship Id="rId13" Type="http://schemas.openxmlformats.org/officeDocument/2006/relationships/image" Target="../media/image501.png"/><Relationship Id="rId18" Type="http://schemas.openxmlformats.org/officeDocument/2006/relationships/customXml" Target="../ink/ink501.xml"/><Relationship Id="rId39" Type="http://schemas.openxmlformats.org/officeDocument/2006/relationships/image" Target="../media/image514.png"/><Relationship Id="rId109" Type="http://schemas.openxmlformats.org/officeDocument/2006/relationships/image" Target="../media/image549.png"/><Relationship Id="rId34" Type="http://schemas.openxmlformats.org/officeDocument/2006/relationships/customXml" Target="../ink/ink509.xml"/><Relationship Id="rId50" Type="http://schemas.openxmlformats.org/officeDocument/2006/relationships/customXml" Target="../ink/ink517.xml"/><Relationship Id="rId55" Type="http://schemas.openxmlformats.org/officeDocument/2006/relationships/image" Target="../media/image522.png"/><Relationship Id="rId76" Type="http://schemas.openxmlformats.org/officeDocument/2006/relationships/customXml" Target="../ink/ink530.xml"/><Relationship Id="rId97" Type="http://schemas.openxmlformats.org/officeDocument/2006/relationships/image" Target="../media/image543.png"/><Relationship Id="rId104" Type="http://schemas.openxmlformats.org/officeDocument/2006/relationships/customXml" Target="../ink/ink544.xml"/><Relationship Id="rId120" Type="http://schemas.openxmlformats.org/officeDocument/2006/relationships/customXml" Target="../ink/ink552.xml"/><Relationship Id="rId7" Type="http://schemas.openxmlformats.org/officeDocument/2006/relationships/image" Target="../media/image498.png"/><Relationship Id="rId71" Type="http://schemas.openxmlformats.org/officeDocument/2006/relationships/image" Target="../media/image530.png"/><Relationship Id="rId92" Type="http://schemas.openxmlformats.org/officeDocument/2006/relationships/customXml" Target="../ink/ink538.xml"/><Relationship Id="rId2" Type="http://schemas.openxmlformats.org/officeDocument/2006/relationships/customXml" Target="../ink/ink493.xml"/><Relationship Id="rId29" Type="http://schemas.openxmlformats.org/officeDocument/2006/relationships/image" Target="../media/image509.png"/><Relationship Id="rId24" Type="http://schemas.openxmlformats.org/officeDocument/2006/relationships/customXml" Target="../ink/ink504.xml"/><Relationship Id="rId40" Type="http://schemas.openxmlformats.org/officeDocument/2006/relationships/customXml" Target="../ink/ink512.xml"/><Relationship Id="rId45" Type="http://schemas.openxmlformats.org/officeDocument/2006/relationships/image" Target="../media/image517.png"/><Relationship Id="rId66" Type="http://schemas.openxmlformats.org/officeDocument/2006/relationships/customXml" Target="../ink/ink525.xml"/><Relationship Id="rId87" Type="http://schemas.openxmlformats.org/officeDocument/2006/relationships/image" Target="../media/image538.png"/><Relationship Id="rId110" Type="http://schemas.openxmlformats.org/officeDocument/2006/relationships/customXml" Target="../ink/ink547.xml"/><Relationship Id="rId115" Type="http://schemas.openxmlformats.org/officeDocument/2006/relationships/image" Target="../media/image552.png"/><Relationship Id="rId61" Type="http://schemas.openxmlformats.org/officeDocument/2006/relationships/image" Target="../media/image525.png"/><Relationship Id="rId82" Type="http://schemas.openxmlformats.org/officeDocument/2006/relationships/customXml" Target="../ink/ink533.xml"/><Relationship Id="rId19" Type="http://schemas.openxmlformats.org/officeDocument/2006/relationships/image" Target="../media/image504.png"/><Relationship Id="rId14" Type="http://schemas.openxmlformats.org/officeDocument/2006/relationships/customXml" Target="../ink/ink499.xml"/><Relationship Id="rId30" Type="http://schemas.openxmlformats.org/officeDocument/2006/relationships/customXml" Target="../ink/ink507.xml"/><Relationship Id="rId35" Type="http://schemas.openxmlformats.org/officeDocument/2006/relationships/image" Target="../media/image512.png"/><Relationship Id="rId56" Type="http://schemas.openxmlformats.org/officeDocument/2006/relationships/customXml" Target="../ink/ink520.xml"/><Relationship Id="rId77" Type="http://schemas.openxmlformats.org/officeDocument/2006/relationships/image" Target="../media/image533.png"/><Relationship Id="rId100" Type="http://schemas.openxmlformats.org/officeDocument/2006/relationships/customXml" Target="../ink/ink542.xml"/><Relationship Id="rId105" Type="http://schemas.openxmlformats.org/officeDocument/2006/relationships/image" Target="../media/image547.png"/><Relationship Id="rId8" Type="http://schemas.openxmlformats.org/officeDocument/2006/relationships/customXml" Target="../ink/ink496.xml"/><Relationship Id="rId51" Type="http://schemas.openxmlformats.org/officeDocument/2006/relationships/image" Target="../media/image520.png"/><Relationship Id="rId72" Type="http://schemas.openxmlformats.org/officeDocument/2006/relationships/customXml" Target="../ink/ink528.xml"/><Relationship Id="rId93" Type="http://schemas.openxmlformats.org/officeDocument/2006/relationships/image" Target="../media/image541.png"/><Relationship Id="rId98" Type="http://schemas.openxmlformats.org/officeDocument/2006/relationships/customXml" Target="../ink/ink541.xml"/><Relationship Id="rId121" Type="http://schemas.openxmlformats.org/officeDocument/2006/relationships/image" Target="../media/image555.png"/><Relationship Id="rId3" Type="http://schemas.openxmlformats.org/officeDocument/2006/relationships/image" Target="../media/image496.png"/><Relationship Id="rId25" Type="http://schemas.openxmlformats.org/officeDocument/2006/relationships/image" Target="../media/image507.png"/><Relationship Id="rId46" Type="http://schemas.openxmlformats.org/officeDocument/2006/relationships/customXml" Target="../ink/ink515.xml"/><Relationship Id="rId67" Type="http://schemas.openxmlformats.org/officeDocument/2006/relationships/image" Target="../media/image528.png"/><Relationship Id="rId116" Type="http://schemas.openxmlformats.org/officeDocument/2006/relationships/customXml" Target="../ink/ink550.xml"/><Relationship Id="rId20" Type="http://schemas.openxmlformats.org/officeDocument/2006/relationships/customXml" Target="../ink/ink502.xml"/><Relationship Id="rId41" Type="http://schemas.openxmlformats.org/officeDocument/2006/relationships/image" Target="../media/image515.png"/><Relationship Id="rId62" Type="http://schemas.openxmlformats.org/officeDocument/2006/relationships/customXml" Target="../ink/ink523.xml"/><Relationship Id="rId83" Type="http://schemas.openxmlformats.org/officeDocument/2006/relationships/image" Target="../media/image536.png"/><Relationship Id="rId88" Type="http://schemas.openxmlformats.org/officeDocument/2006/relationships/customXml" Target="../ink/ink536.xml"/><Relationship Id="rId111" Type="http://schemas.openxmlformats.org/officeDocument/2006/relationships/image" Target="../media/image550.png"/><Relationship Id="rId15" Type="http://schemas.openxmlformats.org/officeDocument/2006/relationships/image" Target="../media/image502.png"/><Relationship Id="rId36" Type="http://schemas.openxmlformats.org/officeDocument/2006/relationships/customXml" Target="../ink/ink510.xml"/><Relationship Id="rId57" Type="http://schemas.openxmlformats.org/officeDocument/2006/relationships/image" Target="../media/image523.png"/><Relationship Id="rId106" Type="http://schemas.openxmlformats.org/officeDocument/2006/relationships/customXml" Target="../ink/ink545.xml"/><Relationship Id="rId10" Type="http://schemas.openxmlformats.org/officeDocument/2006/relationships/customXml" Target="../ink/ink497.xml"/><Relationship Id="rId31" Type="http://schemas.openxmlformats.org/officeDocument/2006/relationships/image" Target="../media/image510.png"/><Relationship Id="rId52" Type="http://schemas.openxmlformats.org/officeDocument/2006/relationships/customXml" Target="../ink/ink518.xml"/><Relationship Id="rId73" Type="http://schemas.openxmlformats.org/officeDocument/2006/relationships/image" Target="../media/image531.png"/><Relationship Id="rId78" Type="http://schemas.openxmlformats.org/officeDocument/2006/relationships/customXml" Target="../ink/ink531.xml"/><Relationship Id="rId94" Type="http://schemas.openxmlformats.org/officeDocument/2006/relationships/customXml" Target="../ink/ink539.xml"/><Relationship Id="rId99" Type="http://schemas.openxmlformats.org/officeDocument/2006/relationships/image" Target="../media/image544.png"/><Relationship Id="rId101" Type="http://schemas.openxmlformats.org/officeDocument/2006/relationships/image" Target="../media/image545.png"/><Relationship Id="rId122" Type="http://schemas.openxmlformats.org/officeDocument/2006/relationships/customXml" Target="../ink/ink55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7.png"/><Relationship Id="rId299" Type="http://schemas.openxmlformats.org/officeDocument/2006/relationships/image" Target="../media/image708.png"/><Relationship Id="rId21" Type="http://schemas.openxmlformats.org/officeDocument/2006/relationships/image" Target="../media/image569.png"/><Relationship Id="rId63" Type="http://schemas.openxmlformats.org/officeDocument/2006/relationships/image" Target="../media/image590.png"/><Relationship Id="rId159" Type="http://schemas.openxmlformats.org/officeDocument/2006/relationships/image" Target="../media/image638.png"/><Relationship Id="rId324" Type="http://schemas.openxmlformats.org/officeDocument/2006/relationships/customXml" Target="../ink/ink712.xml"/><Relationship Id="rId366" Type="http://schemas.openxmlformats.org/officeDocument/2006/relationships/customXml" Target="../ink/ink733.xml"/><Relationship Id="rId170" Type="http://schemas.openxmlformats.org/officeDocument/2006/relationships/customXml" Target="../ink/ink635.xml"/><Relationship Id="rId226" Type="http://schemas.openxmlformats.org/officeDocument/2006/relationships/customXml" Target="../ink/ink663.xml"/><Relationship Id="rId268" Type="http://schemas.openxmlformats.org/officeDocument/2006/relationships/customXml" Target="../ink/ink684.xml"/><Relationship Id="rId32" Type="http://schemas.openxmlformats.org/officeDocument/2006/relationships/customXml" Target="../ink/ink566.xml"/><Relationship Id="rId74" Type="http://schemas.openxmlformats.org/officeDocument/2006/relationships/customXml" Target="../ink/ink587.xml"/><Relationship Id="rId128" Type="http://schemas.openxmlformats.org/officeDocument/2006/relationships/customXml" Target="../ink/ink614.xml"/><Relationship Id="rId335" Type="http://schemas.openxmlformats.org/officeDocument/2006/relationships/image" Target="../media/image726.png"/><Relationship Id="rId5" Type="http://schemas.openxmlformats.org/officeDocument/2006/relationships/image" Target="../media/image559.png"/><Relationship Id="rId181" Type="http://schemas.openxmlformats.org/officeDocument/2006/relationships/image" Target="../media/image649.png"/><Relationship Id="rId237" Type="http://schemas.openxmlformats.org/officeDocument/2006/relationships/image" Target="../media/image677.png"/><Relationship Id="rId279" Type="http://schemas.openxmlformats.org/officeDocument/2006/relationships/image" Target="../media/image698.png"/><Relationship Id="rId43" Type="http://schemas.openxmlformats.org/officeDocument/2006/relationships/image" Target="../media/image580.png"/><Relationship Id="rId139" Type="http://schemas.openxmlformats.org/officeDocument/2006/relationships/image" Target="../media/image628.png"/><Relationship Id="rId290" Type="http://schemas.openxmlformats.org/officeDocument/2006/relationships/customXml" Target="../ink/ink695.xml"/><Relationship Id="rId304" Type="http://schemas.openxmlformats.org/officeDocument/2006/relationships/customXml" Target="../ink/ink702.xml"/><Relationship Id="rId346" Type="http://schemas.openxmlformats.org/officeDocument/2006/relationships/customXml" Target="../ink/ink723.xml"/><Relationship Id="rId85" Type="http://schemas.openxmlformats.org/officeDocument/2006/relationships/image" Target="../media/image601.png"/><Relationship Id="rId150" Type="http://schemas.openxmlformats.org/officeDocument/2006/relationships/customXml" Target="../ink/ink625.xml"/><Relationship Id="rId192" Type="http://schemas.openxmlformats.org/officeDocument/2006/relationships/customXml" Target="../ink/ink646.xml"/><Relationship Id="rId206" Type="http://schemas.openxmlformats.org/officeDocument/2006/relationships/customXml" Target="../ink/ink653.xml"/><Relationship Id="rId248" Type="http://schemas.openxmlformats.org/officeDocument/2006/relationships/customXml" Target="../ink/ink674.xml"/><Relationship Id="rId12" Type="http://schemas.openxmlformats.org/officeDocument/2006/relationships/customXml" Target="../ink/ink556.xml"/><Relationship Id="rId108" Type="http://schemas.openxmlformats.org/officeDocument/2006/relationships/customXml" Target="../ink/ink604.xml"/><Relationship Id="rId315" Type="http://schemas.openxmlformats.org/officeDocument/2006/relationships/image" Target="../media/image716.png"/><Relationship Id="rId357" Type="http://schemas.openxmlformats.org/officeDocument/2006/relationships/image" Target="../media/image737.png"/><Relationship Id="rId54" Type="http://schemas.openxmlformats.org/officeDocument/2006/relationships/customXml" Target="../ink/ink577.xml"/><Relationship Id="rId96" Type="http://schemas.openxmlformats.org/officeDocument/2006/relationships/customXml" Target="../ink/ink598.xml"/><Relationship Id="rId161" Type="http://schemas.openxmlformats.org/officeDocument/2006/relationships/image" Target="../media/image639.png"/><Relationship Id="rId217" Type="http://schemas.openxmlformats.org/officeDocument/2006/relationships/image" Target="../media/image667.png"/><Relationship Id="rId259" Type="http://schemas.openxmlformats.org/officeDocument/2006/relationships/image" Target="../media/image688.png"/><Relationship Id="rId23" Type="http://schemas.openxmlformats.org/officeDocument/2006/relationships/image" Target="../media/image570.png"/><Relationship Id="rId119" Type="http://schemas.openxmlformats.org/officeDocument/2006/relationships/image" Target="../media/image618.png"/><Relationship Id="rId270" Type="http://schemas.openxmlformats.org/officeDocument/2006/relationships/customXml" Target="../ink/ink685.xml"/><Relationship Id="rId326" Type="http://schemas.openxmlformats.org/officeDocument/2006/relationships/customXml" Target="../ink/ink713.xml"/><Relationship Id="rId65" Type="http://schemas.openxmlformats.org/officeDocument/2006/relationships/image" Target="../media/image591.png"/><Relationship Id="rId130" Type="http://schemas.openxmlformats.org/officeDocument/2006/relationships/customXml" Target="../ink/ink615.xml"/><Relationship Id="rId368" Type="http://schemas.openxmlformats.org/officeDocument/2006/relationships/customXml" Target="../ink/ink734.xml"/><Relationship Id="rId172" Type="http://schemas.openxmlformats.org/officeDocument/2006/relationships/customXml" Target="../ink/ink636.xml"/><Relationship Id="rId228" Type="http://schemas.openxmlformats.org/officeDocument/2006/relationships/customXml" Target="../ink/ink664.xml"/><Relationship Id="rId281" Type="http://schemas.openxmlformats.org/officeDocument/2006/relationships/image" Target="../media/image699.png"/><Relationship Id="rId337" Type="http://schemas.openxmlformats.org/officeDocument/2006/relationships/image" Target="../media/image727.png"/><Relationship Id="rId34" Type="http://schemas.openxmlformats.org/officeDocument/2006/relationships/customXml" Target="../ink/ink567.xml"/><Relationship Id="rId76" Type="http://schemas.openxmlformats.org/officeDocument/2006/relationships/customXml" Target="../ink/ink588.xml"/><Relationship Id="rId141" Type="http://schemas.openxmlformats.org/officeDocument/2006/relationships/image" Target="../media/image629.png"/><Relationship Id="rId7" Type="http://schemas.openxmlformats.org/officeDocument/2006/relationships/image" Target="../media/image561.png"/><Relationship Id="rId183" Type="http://schemas.openxmlformats.org/officeDocument/2006/relationships/image" Target="../media/image650.png"/><Relationship Id="rId239" Type="http://schemas.openxmlformats.org/officeDocument/2006/relationships/image" Target="../media/image678.png"/><Relationship Id="rId250" Type="http://schemas.openxmlformats.org/officeDocument/2006/relationships/customXml" Target="../ink/ink675.xml"/><Relationship Id="rId292" Type="http://schemas.openxmlformats.org/officeDocument/2006/relationships/customXml" Target="../ink/ink696.xml"/><Relationship Id="rId306" Type="http://schemas.openxmlformats.org/officeDocument/2006/relationships/customXml" Target="../ink/ink703.xml"/><Relationship Id="rId45" Type="http://schemas.openxmlformats.org/officeDocument/2006/relationships/image" Target="../media/image581.png"/><Relationship Id="rId87" Type="http://schemas.openxmlformats.org/officeDocument/2006/relationships/image" Target="../media/image602.png"/><Relationship Id="rId110" Type="http://schemas.openxmlformats.org/officeDocument/2006/relationships/customXml" Target="../ink/ink605.xml"/><Relationship Id="rId348" Type="http://schemas.openxmlformats.org/officeDocument/2006/relationships/customXml" Target="../ink/ink724.xml"/><Relationship Id="rId152" Type="http://schemas.openxmlformats.org/officeDocument/2006/relationships/customXml" Target="../ink/ink626.xml"/><Relationship Id="rId194" Type="http://schemas.openxmlformats.org/officeDocument/2006/relationships/customXml" Target="../ink/ink647.xml"/><Relationship Id="rId208" Type="http://schemas.openxmlformats.org/officeDocument/2006/relationships/customXml" Target="../ink/ink654.xml"/><Relationship Id="rId261" Type="http://schemas.openxmlformats.org/officeDocument/2006/relationships/image" Target="../media/image689.png"/><Relationship Id="rId14" Type="http://schemas.openxmlformats.org/officeDocument/2006/relationships/customXml" Target="../ink/ink557.xml"/><Relationship Id="rId56" Type="http://schemas.openxmlformats.org/officeDocument/2006/relationships/customXml" Target="../ink/ink578.xml"/><Relationship Id="rId317" Type="http://schemas.openxmlformats.org/officeDocument/2006/relationships/image" Target="../media/image717.png"/><Relationship Id="rId359" Type="http://schemas.openxmlformats.org/officeDocument/2006/relationships/image" Target="../media/image738.png"/><Relationship Id="rId98" Type="http://schemas.openxmlformats.org/officeDocument/2006/relationships/customXml" Target="../ink/ink599.xml"/><Relationship Id="rId121" Type="http://schemas.openxmlformats.org/officeDocument/2006/relationships/image" Target="../media/image619.png"/><Relationship Id="rId163" Type="http://schemas.openxmlformats.org/officeDocument/2006/relationships/image" Target="../media/image640.png"/><Relationship Id="rId219" Type="http://schemas.openxmlformats.org/officeDocument/2006/relationships/image" Target="../media/image668.png"/><Relationship Id="rId370" Type="http://schemas.openxmlformats.org/officeDocument/2006/relationships/customXml" Target="../ink/ink735.xml"/><Relationship Id="rId230" Type="http://schemas.openxmlformats.org/officeDocument/2006/relationships/customXml" Target="../ink/ink665.xml"/><Relationship Id="rId25" Type="http://schemas.openxmlformats.org/officeDocument/2006/relationships/image" Target="../media/image571.png"/><Relationship Id="rId67" Type="http://schemas.openxmlformats.org/officeDocument/2006/relationships/image" Target="../media/image592.png"/><Relationship Id="rId272" Type="http://schemas.openxmlformats.org/officeDocument/2006/relationships/customXml" Target="../ink/ink686.xml"/><Relationship Id="rId328" Type="http://schemas.openxmlformats.org/officeDocument/2006/relationships/customXml" Target="../ink/ink714.xml"/><Relationship Id="rId132" Type="http://schemas.openxmlformats.org/officeDocument/2006/relationships/customXml" Target="../ink/ink616.xml"/><Relationship Id="rId174" Type="http://schemas.openxmlformats.org/officeDocument/2006/relationships/customXml" Target="../ink/ink637.xml"/><Relationship Id="rId241" Type="http://schemas.openxmlformats.org/officeDocument/2006/relationships/image" Target="../media/image679.png"/><Relationship Id="rId36" Type="http://schemas.openxmlformats.org/officeDocument/2006/relationships/customXml" Target="../ink/ink568.xml"/><Relationship Id="rId283" Type="http://schemas.openxmlformats.org/officeDocument/2006/relationships/image" Target="../media/image700.png"/><Relationship Id="rId339" Type="http://schemas.openxmlformats.org/officeDocument/2006/relationships/image" Target="../media/image728.png"/><Relationship Id="rId78" Type="http://schemas.openxmlformats.org/officeDocument/2006/relationships/customXml" Target="../ink/ink589.xml"/><Relationship Id="rId99" Type="http://schemas.openxmlformats.org/officeDocument/2006/relationships/image" Target="../media/image608.png"/><Relationship Id="rId101" Type="http://schemas.openxmlformats.org/officeDocument/2006/relationships/image" Target="../media/image609.png"/><Relationship Id="rId122" Type="http://schemas.openxmlformats.org/officeDocument/2006/relationships/customXml" Target="../ink/ink611.xml"/><Relationship Id="rId143" Type="http://schemas.openxmlformats.org/officeDocument/2006/relationships/image" Target="../media/image630.png"/><Relationship Id="rId164" Type="http://schemas.openxmlformats.org/officeDocument/2006/relationships/customXml" Target="../ink/ink632.xml"/><Relationship Id="rId185" Type="http://schemas.openxmlformats.org/officeDocument/2006/relationships/image" Target="../media/image651.png"/><Relationship Id="rId350" Type="http://schemas.openxmlformats.org/officeDocument/2006/relationships/customXml" Target="../ink/ink725.xml"/><Relationship Id="rId371" Type="http://schemas.openxmlformats.org/officeDocument/2006/relationships/image" Target="../media/image744.png"/><Relationship Id="rId9" Type="http://schemas.openxmlformats.org/officeDocument/2006/relationships/image" Target="../media/image563.png"/><Relationship Id="rId210" Type="http://schemas.openxmlformats.org/officeDocument/2006/relationships/customXml" Target="../ink/ink655.xml"/><Relationship Id="rId26" Type="http://schemas.openxmlformats.org/officeDocument/2006/relationships/customXml" Target="../ink/ink563.xml"/><Relationship Id="rId231" Type="http://schemas.openxmlformats.org/officeDocument/2006/relationships/image" Target="../media/image674.png"/><Relationship Id="rId252" Type="http://schemas.openxmlformats.org/officeDocument/2006/relationships/customXml" Target="../ink/ink676.xml"/><Relationship Id="rId273" Type="http://schemas.openxmlformats.org/officeDocument/2006/relationships/image" Target="../media/image695.png"/><Relationship Id="rId294" Type="http://schemas.openxmlformats.org/officeDocument/2006/relationships/customXml" Target="../ink/ink697.xml"/><Relationship Id="rId308" Type="http://schemas.openxmlformats.org/officeDocument/2006/relationships/customXml" Target="../ink/ink704.xml"/><Relationship Id="rId329" Type="http://schemas.openxmlformats.org/officeDocument/2006/relationships/image" Target="../media/image723.png"/><Relationship Id="rId47" Type="http://schemas.openxmlformats.org/officeDocument/2006/relationships/image" Target="../media/image582.png"/><Relationship Id="rId68" Type="http://schemas.openxmlformats.org/officeDocument/2006/relationships/customXml" Target="../ink/ink584.xml"/><Relationship Id="rId89" Type="http://schemas.openxmlformats.org/officeDocument/2006/relationships/image" Target="../media/image603.png"/><Relationship Id="rId112" Type="http://schemas.openxmlformats.org/officeDocument/2006/relationships/customXml" Target="../ink/ink606.xml"/><Relationship Id="rId133" Type="http://schemas.openxmlformats.org/officeDocument/2006/relationships/image" Target="../media/image625.png"/><Relationship Id="rId154" Type="http://schemas.openxmlformats.org/officeDocument/2006/relationships/customXml" Target="../ink/ink627.xml"/><Relationship Id="rId175" Type="http://schemas.openxmlformats.org/officeDocument/2006/relationships/image" Target="../media/image646.png"/><Relationship Id="rId340" Type="http://schemas.openxmlformats.org/officeDocument/2006/relationships/customXml" Target="../ink/ink720.xml"/><Relationship Id="rId361" Type="http://schemas.openxmlformats.org/officeDocument/2006/relationships/image" Target="../media/image739.png"/><Relationship Id="rId196" Type="http://schemas.openxmlformats.org/officeDocument/2006/relationships/customXml" Target="../ink/ink648.xml"/><Relationship Id="rId200" Type="http://schemas.openxmlformats.org/officeDocument/2006/relationships/customXml" Target="../ink/ink650.xml"/><Relationship Id="rId16" Type="http://schemas.openxmlformats.org/officeDocument/2006/relationships/customXml" Target="../ink/ink558.xml"/><Relationship Id="rId221" Type="http://schemas.openxmlformats.org/officeDocument/2006/relationships/image" Target="../media/image669.png"/><Relationship Id="rId242" Type="http://schemas.openxmlformats.org/officeDocument/2006/relationships/customXml" Target="../ink/ink671.xml"/><Relationship Id="rId263" Type="http://schemas.openxmlformats.org/officeDocument/2006/relationships/image" Target="../media/image690.png"/><Relationship Id="rId284" Type="http://schemas.openxmlformats.org/officeDocument/2006/relationships/customXml" Target="../ink/ink692.xml"/><Relationship Id="rId319" Type="http://schemas.openxmlformats.org/officeDocument/2006/relationships/image" Target="../media/image718.png"/><Relationship Id="rId37" Type="http://schemas.openxmlformats.org/officeDocument/2006/relationships/image" Target="../media/image577.png"/><Relationship Id="rId58" Type="http://schemas.openxmlformats.org/officeDocument/2006/relationships/customXml" Target="../ink/ink579.xml"/><Relationship Id="rId79" Type="http://schemas.openxmlformats.org/officeDocument/2006/relationships/image" Target="../media/image598.png"/><Relationship Id="rId102" Type="http://schemas.openxmlformats.org/officeDocument/2006/relationships/customXml" Target="../ink/ink601.xml"/><Relationship Id="rId123" Type="http://schemas.openxmlformats.org/officeDocument/2006/relationships/image" Target="../media/image620.png"/><Relationship Id="rId144" Type="http://schemas.openxmlformats.org/officeDocument/2006/relationships/customXml" Target="../ink/ink622.xml"/><Relationship Id="rId330" Type="http://schemas.openxmlformats.org/officeDocument/2006/relationships/customXml" Target="../ink/ink715.xml"/><Relationship Id="rId90" Type="http://schemas.openxmlformats.org/officeDocument/2006/relationships/customXml" Target="../ink/ink595.xml"/><Relationship Id="rId165" Type="http://schemas.openxmlformats.org/officeDocument/2006/relationships/image" Target="../media/image641.png"/><Relationship Id="rId186" Type="http://schemas.openxmlformats.org/officeDocument/2006/relationships/customXml" Target="../ink/ink643.xml"/><Relationship Id="rId351" Type="http://schemas.openxmlformats.org/officeDocument/2006/relationships/image" Target="../media/image734.png"/><Relationship Id="rId372" Type="http://schemas.openxmlformats.org/officeDocument/2006/relationships/customXml" Target="../ink/ink736.xml"/><Relationship Id="rId211" Type="http://schemas.openxmlformats.org/officeDocument/2006/relationships/image" Target="../media/image664.png"/><Relationship Id="rId232" Type="http://schemas.openxmlformats.org/officeDocument/2006/relationships/customXml" Target="../ink/ink666.xml"/><Relationship Id="rId253" Type="http://schemas.openxmlformats.org/officeDocument/2006/relationships/image" Target="../media/image685.png"/><Relationship Id="rId274" Type="http://schemas.openxmlformats.org/officeDocument/2006/relationships/customXml" Target="../ink/ink687.xml"/><Relationship Id="rId295" Type="http://schemas.openxmlformats.org/officeDocument/2006/relationships/image" Target="../media/image706.png"/><Relationship Id="rId309" Type="http://schemas.openxmlformats.org/officeDocument/2006/relationships/image" Target="../media/image713.png"/><Relationship Id="rId27" Type="http://schemas.openxmlformats.org/officeDocument/2006/relationships/image" Target="../media/image572.png"/><Relationship Id="rId48" Type="http://schemas.openxmlformats.org/officeDocument/2006/relationships/customXml" Target="../ink/ink574.xml"/><Relationship Id="rId69" Type="http://schemas.openxmlformats.org/officeDocument/2006/relationships/image" Target="../media/image593.png"/><Relationship Id="rId113" Type="http://schemas.openxmlformats.org/officeDocument/2006/relationships/image" Target="../media/image615.png"/><Relationship Id="rId134" Type="http://schemas.openxmlformats.org/officeDocument/2006/relationships/customXml" Target="../ink/ink617.xml"/><Relationship Id="rId320" Type="http://schemas.openxmlformats.org/officeDocument/2006/relationships/customXml" Target="../ink/ink710.xml"/><Relationship Id="rId80" Type="http://schemas.openxmlformats.org/officeDocument/2006/relationships/customXml" Target="../ink/ink590.xml"/><Relationship Id="rId155" Type="http://schemas.openxmlformats.org/officeDocument/2006/relationships/image" Target="../media/image636.png"/><Relationship Id="rId176" Type="http://schemas.openxmlformats.org/officeDocument/2006/relationships/customXml" Target="../ink/ink638.xml"/><Relationship Id="rId197" Type="http://schemas.openxmlformats.org/officeDocument/2006/relationships/image" Target="../media/image657.png"/><Relationship Id="rId341" Type="http://schemas.openxmlformats.org/officeDocument/2006/relationships/image" Target="../media/image729.png"/><Relationship Id="rId362" Type="http://schemas.openxmlformats.org/officeDocument/2006/relationships/customXml" Target="../ink/ink731.xml"/><Relationship Id="rId201" Type="http://schemas.openxmlformats.org/officeDocument/2006/relationships/image" Target="../media/image659.png"/><Relationship Id="rId222" Type="http://schemas.openxmlformats.org/officeDocument/2006/relationships/customXml" Target="../ink/ink661.xml"/><Relationship Id="rId243" Type="http://schemas.openxmlformats.org/officeDocument/2006/relationships/image" Target="../media/image680.png"/><Relationship Id="rId264" Type="http://schemas.openxmlformats.org/officeDocument/2006/relationships/customXml" Target="../ink/ink682.xml"/><Relationship Id="rId285" Type="http://schemas.openxmlformats.org/officeDocument/2006/relationships/image" Target="../media/image701.png"/><Relationship Id="rId17" Type="http://schemas.openxmlformats.org/officeDocument/2006/relationships/image" Target="../media/image567.png"/><Relationship Id="rId38" Type="http://schemas.openxmlformats.org/officeDocument/2006/relationships/customXml" Target="../ink/ink569.xml"/><Relationship Id="rId59" Type="http://schemas.openxmlformats.org/officeDocument/2006/relationships/image" Target="../media/image588.png"/><Relationship Id="rId103" Type="http://schemas.openxmlformats.org/officeDocument/2006/relationships/image" Target="../media/image610.png"/><Relationship Id="rId124" Type="http://schemas.openxmlformats.org/officeDocument/2006/relationships/customXml" Target="../ink/ink612.xml"/><Relationship Id="rId310" Type="http://schemas.openxmlformats.org/officeDocument/2006/relationships/customXml" Target="../ink/ink705.xml"/><Relationship Id="rId70" Type="http://schemas.openxmlformats.org/officeDocument/2006/relationships/customXml" Target="../ink/ink585.xml"/><Relationship Id="rId91" Type="http://schemas.openxmlformats.org/officeDocument/2006/relationships/image" Target="../media/image604.png"/><Relationship Id="rId145" Type="http://schemas.openxmlformats.org/officeDocument/2006/relationships/image" Target="../media/image631.png"/><Relationship Id="rId166" Type="http://schemas.openxmlformats.org/officeDocument/2006/relationships/customXml" Target="../ink/ink633.xml"/><Relationship Id="rId187" Type="http://schemas.openxmlformats.org/officeDocument/2006/relationships/image" Target="../media/image652.png"/><Relationship Id="rId331" Type="http://schemas.openxmlformats.org/officeDocument/2006/relationships/image" Target="../media/image724.png"/><Relationship Id="rId352" Type="http://schemas.openxmlformats.org/officeDocument/2006/relationships/customXml" Target="../ink/ink726.xml"/><Relationship Id="rId373" Type="http://schemas.openxmlformats.org/officeDocument/2006/relationships/image" Target="../media/image74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56.xml"/><Relationship Id="rId233" Type="http://schemas.openxmlformats.org/officeDocument/2006/relationships/image" Target="../media/image675.png"/><Relationship Id="rId254" Type="http://schemas.openxmlformats.org/officeDocument/2006/relationships/customXml" Target="../ink/ink677.xml"/><Relationship Id="rId28" Type="http://schemas.openxmlformats.org/officeDocument/2006/relationships/customXml" Target="../ink/ink564.xml"/><Relationship Id="rId49" Type="http://schemas.openxmlformats.org/officeDocument/2006/relationships/image" Target="../media/image583.png"/><Relationship Id="rId114" Type="http://schemas.openxmlformats.org/officeDocument/2006/relationships/customXml" Target="../ink/ink607.xml"/><Relationship Id="rId275" Type="http://schemas.openxmlformats.org/officeDocument/2006/relationships/image" Target="../media/image696.png"/><Relationship Id="rId296" Type="http://schemas.openxmlformats.org/officeDocument/2006/relationships/customXml" Target="../ink/ink698.xml"/><Relationship Id="rId300" Type="http://schemas.openxmlformats.org/officeDocument/2006/relationships/customXml" Target="../ink/ink700.xml"/><Relationship Id="rId60" Type="http://schemas.openxmlformats.org/officeDocument/2006/relationships/customXml" Target="../ink/ink580.xml"/><Relationship Id="rId81" Type="http://schemas.openxmlformats.org/officeDocument/2006/relationships/image" Target="../media/image599.png"/><Relationship Id="rId135" Type="http://schemas.openxmlformats.org/officeDocument/2006/relationships/image" Target="../media/image626.png"/><Relationship Id="rId156" Type="http://schemas.openxmlformats.org/officeDocument/2006/relationships/customXml" Target="../ink/ink628.xml"/><Relationship Id="rId177" Type="http://schemas.openxmlformats.org/officeDocument/2006/relationships/image" Target="../media/image647.png"/><Relationship Id="rId198" Type="http://schemas.openxmlformats.org/officeDocument/2006/relationships/customXml" Target="../ink/ink649.xml"/><Relationship Id="rId321" Type="http://schemas.openxmlformats.org/officeDocument/2006/relationships/image" Target="../media/image719.png"/><Relationship Id="rId342" Type="http://schemas.openxmlformats.org/officeDocument/2006/relationships/customXml" Target="../ink/ink721.xml"/><Relationship Id="rId363" Type="http://schemas.openxmlformats.org/officeDocument/2006/relationships/image" Target="../media/image740.png"/><Relationship Id="rId202" Type="http://schemas.openxmlformats.org/officeDocument/2006/relationships/customXml" Target="../ink/ink651.xml"/><Relationship Id="rId223" Type="http://schemas.openxmlformats.org/officeDocument/2006/relationships/image" Target="../media/image670.png"/><Relationship Id="rId244" Type="http://schemas.openxmlformats.org/officeDocument/2006/relationships/customXml" Target="../ink/ink672.xml"/><Relationship Id="rId18" Type="http://schemas.openxmlformats.org/officeDocument/2006/relationships/customXml" Target="../ink/ink559.xml"/><Relationship Id="rId39" Type="http://schemas.openxmlformats.org/officeDocument/2006/relationships/image" Target="../media/image578.png"/><Relationship Id="rId265" Type="http://schemas.openxmlformats.org/officeDocument/2006/relationships/image" Target="../media/image691.png"/><Relationship Id="rId286" Type="http://schemas.openxmlformats.org/officeDocument/2006/relationships/customXml" Target="../ink/ink693.xml"/><Relationship Id="rId50" Type="http://schemas.openxmlformats.org/officeDocument/2006/relationships/customXml" Target="../ink/ink575.xml"/><Relationship Id="rId104" Type="http://schemas.openxmlformats.org/officeDocument/2006/relationships/customXml" Target="../ink/ink602.xml"/><Relationship Id="rId125" Type="http://schemas.openxmlformats.org/officeDocument/2006/relationships/image" Target="../media/image621.png"/><Relationship Id="rId146" Type="http://schemas.openxmlformats.org/officeDocument/2006/relationships/customXml" Target="../ink/ink623.xml"/><Relationship Id="rId167" Type="http://schemas.openxmlformats.org/officeDocument/2006/relationships/image" Target="../media/image642.png"/><Relationship Id="rId188" Type="http://schemas.openxmlformats.org/officeDocument/2006/relationships/customXml" Target="../ink/ink644.xml"/><Relationship Id="rId311" Type="http://schemas.openxmlformats.org/officeDocument/2006/relationships/image" Target="../media/image714.png"/><Relationship Id="rId332" Type="http://schemas.openxmlformats.org/officeDocument/2006/relationships/customXml" Target="../ink/ink716.xml"/><Relationship Id="rId353" Type="http://schemas.openxmlformats.org/officeDocument/2006/relationships/image" Target="../media/image735.png"/><Relationship Id="rId71" Type="http://schemas.openxmlformats.org/officeDocument/2006/relationships/image" Target="../media/image594.png"/><Relationship Id="rId92" Type="http://schemas.openxmlformats.org/officeDocument/2006/relationships/customXml" Target="../ink/ink596.xml"/><Relationship Id="rId213" Type="http://schemas.openxmlformats.org/officeDocument/2006/relationships/image" Target="../media/image665.png"/><Relationship Id="rId234" Type="http://schemas.openxmlformats.org/officeDocument/2006/relationships/customXml" Target="../ink/ink667.xml"/><Relationship Id="rId2" Type="http://schemas.openxmlformats.org/officeDocument/2006/relationships/image" Target="../media/image145.png"/><Relationship Id="rId29" Type="http://schemas.openxmlformats.org/officeDocument/2006/relationships/image" Target="../media/image573.png"/><Relationship Id="rId255" Type="http://schemas.openxmlformats.org/officeDocument/2006/relationships/image" Target="../media/image686.png"/><Relationship Id="rId276" Type="http://schemas.openxmlformats.org/officeDocument/2006/relationships/customXml" Target="../ink/ink688.xml"/><Relationship Id="rId297" Type="http://schemas.openxmlformats.org/officeDocument/2006/relationships/image" Target="../media/image707.png"/><Relationship Id="rId40" Type="http://schemas.openxmlformats.org/officeDocument/2006/relationships/customXml" Target="../ink/ink570.xml"/><Relationship Id="rId115" Type="http://schemas.openxmlformats.org/officeDocument/2006/relationships/image" Target="../media/image616.png"/><Relationship Id="rId136" Type="http://schemas.openxmlformats.org/officeDocument/2006/relationships/customXml" Target="../ink/ink618.xml"/><Relationship Id="rId157" Type="http://schemas.openxmlformats.org/officeDocument/2006/relationships/image" Target="../media/image637.png"/><Relationship Id="rId178" Type="http://schemas.openxmlformats.org/officeDocument/2006/relationships/customXml" Target="../ink/ink639.xml"/><Relationship Id="rId301" Type="http://schemas.openxmlformats.org/officeDocument/2006/relationships/image" Target="../media/image709.png"/><Relationship Id="rId322" Type="http://schemas.openxmlformats.org/officeDocument/2006/relationships/customXml" Target="../ink/ink711.xml"/><Relationship Id="rId343" Type="http://schemas.openxmlformats.org/officeDocument/2006/relationships/image" Target="../media/image730.png"/><Relationship Id="rId364" Type="http://schemas.openxmlformats.org/officeDocument/2006/relationships/customXml" Target="../ink/ink732.xml"/><Relationship Id="rId61" Type="http://schemas.openxmlformats.org/officeDocument/2006/relationships/image" Target="../media/image589.png"/><Relationship Id="rId82" Type="http://schemas.openxmlformats.org/officeDocument/2006/relationships/customXml" Target="../ink/ink591.xml"/><Relationship Id="rId199" Type="http://schemas.openxmlformats.org/officeDocument/2006/relationships/image" Target="../media/image658.png"/><Relationship Id="rId203" Type="http://schemas.openxmlformats.org/officeDocument/2006/relationships/image" Target="../media/image660.png"/><Relationship Id="rId19" Type="http://schemas.openxmlformats.org/officeDocument/2006/relationships/image" Target="../media/image568.png"/><Relationship Id="rId224" Type="http://schemas.openxmlformats.org/officeDocument/2006/relationships/customXml" Target="../ink/ink662.xml"/><Relationship Id="rId245" Type="http://schemas.openxmlformats.org/officeDocument/2006/relationships/image" Target="../media/image681.png"/><Relationship Id="rId266" Type="http://schemas.openxmlformats.org/officeDocument/2006/relationships/customXml" Target="../ink/ink683.xml"/><Relationship Id="rId287" Type="http://schemas.openxmlformats.org/officeDocument/2006/relationships/image" Target="../media/image702.png"/><Relationship Id="rId30" Type="http://schemas.openxmlformats.org/officeDocument/2006/relationships/customXml" Target="../ink/ink565.xml"/><Relationship Id="rId105" Type="http://schemas.openxmlformats.org/officeDocument/2006/relationships/image" Target="../media/image611.png"/><Relationship Id="rId126" Type="http://schemas.openxmlformats.org/officeDocument/2006/relationships/customXml" Target="../ink/ink613.xml"/><Relationship Id="rId147" Type="http://schemas.openxmlformats.org/officeDocument/2006/relationships/image" Target="../media/image632.png"/><Relationship Id="rId168" Type="http://schemas.openxmlformats.org/officeDocument/2006/relationships/customXml" Target="../ink/ink634.xml"/><Relationship Id="rId312" Type="http://schemas.openxmlformats.org/officeDocument/2006/relationships/customXml" Target="../ink/ink706.xml"/><Relationship Id="rId333" Type="http://schemas.openxmlformats.org/officeDocument/2006/relationships/image" Target="../media/image725.png"/><Relationship Id="rId354" Type="http://schemas.openxmlformats.org/officeDocument/2006/relationships/customXml" Target="../ink/ink727.xml"/><Relationship Id="rId51" Type="http://schemas.openxmlformats.org/officeDocument/2006/relationships/image" Target="../media/image584.png"/><Relationship Id="rId72" Type="http://schemas.openxmlformats.org/officeDocument/2006/relationships/customXml" Target="../ink/ink586.xml"/><Relationship Id="rId93" Type="http://schemas.openxmlformats.org/officeDocument/2006/relationships/image" Target="../media/image605.png"/><Relationship Id="rId189" Type="http://schemas.openxmlformats.org/officeDocument/2006/relationships/image" Target="../media/image653.png"/><Relationship Id="rId3" Type="http://schemas.openxmlformats.org/officeDocument/2006/relationships/image" Target="../media/image557.png"/><Relationship Id="rId214" Type="http://schemas.openxmlformats.org/officeDocument/2006/relationships/customXml" Target="../ink/ink657.xml"/><Relationship Id="rId235" Type="http://schemas.openxmlformats.org/officeDocument/2006/relationships/image" Target="../media/image676.png"/><Relationship Id="rId256" Type="http://schemas.openxmlformats.org/officeDocument/2006/relationships/customXml" Target="../ink/ink678.xml"/><Relationship Id="rId277" Type="http://schemas.openxmlformats.org/officeDocument/2006/relationships/image" Target="../media/image697.png"/><Relationship Id="rId298" Type="http://schemas.openxmlformats.org/officeDocument/2006/relationships/customXml" Target="../ink/ink699.xml"/><Relationship Id="rId116" Type="http://schemas.openxmlformats.org/officeDocument/2006/relationships/customXml" Target="../ink/ink608.xml"/><Relationship Id="rId137" Type="http://schemas.openxmlformats.org/officeDocument/2006/relationships/image" Target="../media/image627.png"/><Relationship Id="rId158" Type="http://schemas.openxmlformats.org/officeDocument/2006/relationships/customXml" Target="../ink/ink629.xml"/><Relationship Id="rId302" Type="http://schemas.openxmlformats.org/officeDocument/2006/relationships/customXml" Target="../ink/ink701.xml"/><Relationship Id="rId323" Type="http://schemas.openxmlformats.org/officeDocument/2006/relationships/image" Target="../media/image720.png"/><Relationship Id="rId344" Type="http://schemas.openxmlformats.org/officeDocument/2006/relationships/customXml" Target="../ink/ink722.xml"/><Relationship Id="rId20" Type="http://schemas.openxmlformats.org/officeDocument/2006/relationships/customXml" Target="../ink/ink560.xml"/><Relationship Id="rId41" Type="http://schemas.openxmlformats.org/officeDocument/2006/relationships/image" Target="../media/image579.png"/><Relationship Id="rId62" Type="http://schemas.openxmlformats.org/officeDocument/2006/relationships/customXml" Target="../ink/ink581.xml"/><Relationship Id="rId83" Type="http://schemas.openxmlformats.org/officeDocument/2006/relationships/image" Target="../media/image600.png"/><Relationship Id="rId179" Type="http://schemas.openxmlformats.org/officeDocument/2006/relationships/image" Target="../media/image648.png"/><Relationship Id="rId365" Type="http://schemas.openxmlformats.org/officeDocument/2006/relationships/image" Target="../media/image741.png"/><Relationship Id="rId190" Type="http://schemas.openxmlformats.org/officeDocument/2006/relationships/customXml" Target="../ink/ink645.xml"/><Relationship Id="rId204" Type="http://schemas.openxmlformats.org/officeDocument/2006/relationships/customXml" Target="../ink/ink652.xml"/><Relationship Id="rId225" Type="http://schemas.openxmlformats.org/officeDocument/2006/relationships/image" Target="../media/image671.png"/><Relationship Id="rId246" Type="http://schemas.openxmlformats.org/officeDocument/2006/relationships/customXml" Target="../ink/ink673.xml"/><Relationship Id="rId267" Type="http://schemas.openxmlformats.org/officeDocument/2006/relationships/image" Target="../media/image692.png"/><Relationship Id="rId288" Type="http://schemas.openxmlformats.org/officeDocument/2006/relationships/customXml" Target="../ink/ink694.xml"/><Relationship Id="rId106" Type="http://schemas.openxmlformats.org/officeDocument/2006/relationships/customXml" Target="../ink/ink603.xml"/><Relationship Id="rId127" Type="http://schemas.openxmlformats.org/officeDocument/2006/relationships/image" Target="../media/image622.png"/><Relationship Id="rId313" Type="http://schemas.openxmlformats.org/officeDocument/2006/relationships/image" Target="../media/image715.png"/><Relationship Id="rId10" Type="http://schemas.openxmlformats.org/officeDocument/2006/relationships/customXml" Target="../ink/ink555.xml"/><Relationship Id="rId31" Type="http://schemas.openxmlformats.org/officeDocument/2006/relationships/image" Target="../media/image574.png"/><Relationship Id="rId52" Type="http://schemas.openxmlformats.org/officeDocument/2006/relationships/customXml" Target="../ink/ink576.xml"/><Relationship Id="rId73" Type="http://schemas.openxmlformats.org/officeDocument/2006/relationships/image" Target="../media/image595.png"/><Relationship Id="rId94" Type="http://schemas.openxmlformats.org/officeDocument/2006/relationships/customXml" Target="../ink/ink597.xml"/><Relationship Id="rId148" Type="http://schemas.openxmlformats.org/officeDocument/2006/relationships/customXml" Target="../ink/ink624.xml"/><Relationship Id="rId169" Type="http://schemas.openxmlformats.org/officeDocument/2006/relationships/image" Target="../media/image643.png"/><Relationship Id="rId334" Type="http://schemas.openxmlformats.org/officeDocument/2006/relationships/customXml" Target="../ink/ink717.xml"/><Relationship Id="rId355" Type="http://schemas.openxmlformats.org/officeDocument/2006/relationships/image" Target="../media/image736.png"/><Relationship Id="rId4" Type="http://schemas.openxmlformats.org/officeDocument/2006/relationships/image" Target="../media/image558.png"/><Relationship Id="rId180" Type="http://schemas.openxmlformats.org/officeDocument/2006/relationships/customXml" Target="../ink/ink640.xml"/><Relationship Id="rId215" Type="http://schemas.openxmlformats.org/officeDocument/2006/relationships/image" Target="../media/image666.png"/><Relationship Id="rId236" Type="http://schemas.openxmlformats.org/officeDocument/2006/relationships/customXml" Target="../ink/ink668.xml"/><Relationship Id="rId257" Type="http://schemas.openxmlformats.org/officeDocument/2006/relationships/image" Target="../media/image687.png"/><Relationship Id="rId278" Type="http://schemas.openxmlformats.org/officeDocument/2006/relationships/customXml" Target="../ink/ink689.xml"/><Relationship Id="rId303" Type="http://schemas.openxmlformats.org/officeDocument/2006/relationships/image" Target="../media/image710.png"/><Relationship Id="rId42" Type="http://schemas.openxmlformats.org/officeDocument/2006/relationships/customXml" Target="../ink/ink571.xml"/><Relationship Id="rId84" Type="http://schemas.openxmlformats.org/officeDocument/2006/relationships/customXml" Target="../ink/ink592.xml"/><Relationship Id="rId138" Type="http://schemas.openxmlformats.org/officeDocument/2006/relationships/customXml" Target="../ink/ink619.xml"/><Relationship Id="rId345" Type="http://schemas.openxmlformats.org/officeDocument/2006/relationships/image" Target="../media/image731.png"/><Relationship Id="rId191" Type="http://schemas.openxmlformats.org/officeDocument/2006/relationships/image" Target="../media/image654.png"/><Relationship Id="rId205" Type="http://schemas.openxmlformats.org/officeDocument/2006/relationships/image" Target="../media/image661.png"/><Relationship Id="rId247" Type="http://schemas.openxmlformats.org/officeDocument/2006/relationships/image" Target="../media/image682.png"/><Relationship Id="rId107" Type="http://schemas.openxmlformats.org/officeDocument/2006/relationships/image" Target="../media/image612.png"/><Relationship Id="rId289" Type="http://schemas.openxmlformats.org/officeDocument/2006/relationships/image" Target="../media/image703.png"/><Relationship Id="rId11" Type="http://schemas.openxmlformats.org/officeDocument/2006/relationships/image" Target="../media/image564.png"/><Relationship Id="rId53" Type="http://schemas.openxmlformats.org/officeDocument/2006/relationships/image" Target="../media/image585.png"/><Relationship Id="rId149" Type="http://schemas.openxmlformats.org/officeDocument/2006/relationships/image" Target="../media/image633.png"/><Relationship Id="rId314" Type="http://schemas.openxmlformats.org/officeDocument/2006/relationships/customXml" Target="../ink/ink707.xml"/><Relationship Id="rId356" Type="http://schemas.openxmlformats.org/officeDocument/2006/relationships/customXml" Target="../ink/ink728.xml"/><Relationship Id="rId95" Type="http://schemas.openxmlformats.org/officeDocument/2006/relationships/image" Target="../media/image606.png"/><Relationship Id="rId160" Type="http://schemas.openxmlformats.org/officeDocument/2006/relationships/customXml" Target="../ink/ink630.xml"/><Relationship Id="rId216" Type="http://schemas.openxmlformats.org/officeDocument/2006/relationships/customXml" Target="../ink/ink658.xml"/><Relationship Id="rId258" Type="http://schemas.openxmlformats.org/officeDocument/2006/relationships/customXml" Target="../ink/ink679.xml"/><Relationship Id="rId22" Type="http://schemas.openxmlformats.org/officeDocument/2006/relationships/customXml" Target="../ink/ink561.xml"/><Relationship Id="rId64" Type="http://schemas.openxmlformats.org/officeDocument/2006/relationships/customXml" Target="../ink/ink582.xml"/><Relationship Id="rId118" Type="http://schemas.openxmlformats.org/officeDocument/2006/relationships/customXml" Target="../ink/ink609.xml"/><Relationship Id="rId325" Type="http://schemas.openxmlformats.org/officeDocument/2006/relationships/image" Target="../media/image721.png"/><Relationship Id="rId367" Type="http://schemas.openxmlformats.org/officeDocument/2006/relationships/image" Target="../media/image742.png"/><Relationship Id="rId171" Type="http://schemas.openxmlformats.org/officeDocument/2006/relationships/image" Target="../media/image644.png"/><Relationship Id="rId227" Type="http://schemas.openxmlformats.org/officeDocument/2006/relationships/image" Target="../media/image672.png"/><Relationship Id="rId269" Type="http://schemas.openxmlformats.org/officeDocument/2006/relationships/image" Target="../media/image693.png"/><Relationship Id="rId33" Type="http://schemas.openxmlformats.org/officeDocument/2006/relationships/image" Target="../media/image575.png"/><Relationship Id="rId129" Type="http://schemas.openxmlformats.org/officeDocument/2006/relationships/image" Target="../media/image623.png"/><Relationship Id="rId280" Type="http://schemas.openxmlformats.org/officeDocument/2006/relationships/customXml" Target="../ink/ink690.xml"/><Relationship Id="rId336" Type="http://schemas.openxmlformats.org/officeDocument/2006/relationships/customXml" Target="../ink/ink718.xml"/><Relationship Id="rId75" Type="http://schemas.openxmlformats.org/officeDocument/2006/relationships/image" Target="../media/image596.png"/><Relationship Id="rId140" Type="http://schemas.openxmlformats.org/officeDocument/2006/relationships/customXml" Target="../ink/ink620.xml"/><Relationship Id="rId182" Type="http://schemas.openxmlformats.org/officeDocument/2006/relationships/customXml" Target="../ink/ink641.xml"/><Relationship Id="rId6" Type="http://schemas.openxmlformats.org/officeDocument/2006/relationships/image" Target="../media/image560.png"/><Relationship Id="rId238" Type="http://schemas.openxmlformats.org/officeDocument/2006/relationships/customXml" Target="../ink/ink669.xml"/><Relationship Id="rId291" Type="http://schemas.openxmlformats.org/officeDocument/2006/relationships/image" Target="../media/image704.png"/><Relationship Id="rId305" Type="http://schemas.openxmlformats.org/officeDocument/2006/relationships/image" Target="../media/image711.png"/><Relationship Id="rId347" Type="http://schemas.openxmlformats.org/officeDocument/2006/relationships/image" Target="../media/image732.png"/><Relationship Id="rId44" Type="http://schemas.openxmlformats.org/officeDocument/2006/relationships/customXml" Target="../ink/ink572.xml"/><Relationship Id="rId86" Type="http://schemas.openxmlformats.org/officeDocument/2006/relationships/customXml" Target="../ink/ink593.xml"/><Relationship Id="rId151" Type="http://schemas.openxmlformats.org/officeDocument/2006/relationships/image" Target="../media/image634.png"/><Relationship Id="rId193" Type="http://schemas.openxmlformats.org/officeDocument/2006/relationships/image" Target="../media/image655.png"/><Relationship Id="rId207" Type="http://schemas.openxmlformats.org/officeDocument/2006/relationships/image" Target="../media/image662.png"/><Relationship Id="rId249" Type="http://schemas.openxmlformats.org/officeDocument/2006/relationships/image" Target="../media/image683.png"/><Relationship Id="rId13" Type="http://schemas.openxmlformats.org/officeDocument/2006/relationships/image" Target="../media/image565.png"/><Relationship Id="rId109" Type="http://schemas.openxmlformats.org/officeDocument/2006/relationships/image" Target="../media/image613.png"/><Relationship Id="rId260" Type="http://schemas.openxmlformats.org/officeDocument/2006/relationships/customXml" Target="../ink/ink680.xml"/><Relationship Id="rId316" Type="http://schemas.openxmlformats.org/officeDocument/2006/relationships/customXml" Target="../ink/ink708.xml"/><Relationship Id="rId55" Type="http://schemas.openxmlformats.org/officeDocument/2006/relationships/image" Target="../media/image586.png"/><Relationship Id="rId97" Type="http://schemas.openxmlformats.org/officeDocument/2006/relationships/image" Target="../media/image607.png"/><Relationship Id="rId120" Type="http://schemas.openxmlformats.org/officeDocument/2006/relationships/customXml" Target="../ink/ink610.xml"/><Relationship Id="rId358" Type="http://schemas.openxmlformats.org/officeDocument/2006/relationships/customXml" Target="../ink/ink729.xml"/><Relationship Id="rId162" Type="http://schemas.openxmlformats.org/officeDocument/2006/relationships/customXml" Target="../ink/ink631.xml"/><Relationship Id="rId218" Type="http://schemas.openxmlformats.org/officeDocument/2006/relationships/customXml" Target="../ink/ink659.xml"/><Relationship Id="rId271" Type="http://schemas.openxmlformats.org/officeDocument/2006/relationships/image" Target="../media/image694.png"/><Relationship Id="rId24" Type="http://schemas.openxmlformats.org/officeDocument/2006/relationships/customXml" Target="../ink/ink562.xml"/><Relationship Id="rId66" Type="http://schemas.openxmlformats.org/officeDocument/2006/relationships/customXml" Target="../ink/ink583.xml"/><Relationship Id="rId131" Type="http://schemas.openxmlformats.org/officeDocument/2006/relationships/image" Target="../media/image624.png"/><Relationship Id="rId327" Type="http://schemas.openxmlformats.org/officeDocument/2006/relationships/image" Target="../media/image722.png"/><Relationship Id="rId369" Type="http://schemas.openxmlformats.org/officeDocument/2006/relationships/image" Target="../media/image743.png"/><Relationship Id="rId173" Type="http://schemas.openxmlformats.org/officeDocument/2006/relationships/image" Target="../media/image645.png"/><Relationship Id="rId229" Type="http://schemas.openxmlformats.org/officeDocument/2006/relationships/image" Target="../media/image673.png"/><Relationship Id="rId240" Type="http://schemas.openxmlformats.org/officeDocument/2006/relationships/customXml" Target="../ink/ink670.xml"/><Relationship Id="rId35" Type="http://schemas.openxmlformats.org/officeDocument/2006/relationships/image" Target="../media/image576.png"/><Relationship Id="rId77" Type="http://schemas.openxmlformats.org/officeDocument/2006/relationships/image" Target="../media/image597.png"/><Relationship Id="rId100" Type="http://schemas.openxmlformats.org/officeDocument/2006/relationships/customXml" Target="../ink/ink600.xml"/><Relationship Id="rId282" Type="http://schemas.openxmlformats.org/officeDocument/2006/relationships/customXml" Target="../ink/ink691.xml"/><Relationship Id="rId338" Type="http://schemas.openxmlformats.org/officeDocument/2006/relationships/customXml" Target="../ink/ink719.xml"/><Relationship Id="rId8" Type="http://schemas.openxmlformats.org/officeDocument/2006/relationships/customXml" Target="../ink/ink554.xml"/><Relationship Id="rId142" Type="http://schemas.openxmlformats.org/officeDocument/2006/relationships/customXml" Target="../ink/ink621.xml"/><Relationship Id="rId184" Type="http://schemas.openxmlformats.org/officeDocument/2006/relationships/customXml" Target="../ink/ink642.xml"/><Relationship Id="rId251" Type="http://schemas.openxmlformats.org/officeDocument/2006/relationships/image" Target="../media/image684.png"/><Relationship Id="rId46" Type="http://schemas.openxmlformats.org/officeDocument/2006/relationships/customXml" Target="../ink/ink573.xml"/><Relationship Id="rId293" Type="http://schemas.openxmlformats.org/officeDocument/2006/relationships/image" Target="../media/image705.png"/><Relationship Id="rId307" Type="http://schemas.openxmlformats.org/officeDocument/2006/relationships/image" Target="../media/image712.png"/><Relationship Id="rId349" Type="http://schemas.openxmlformats.org/officeDocument/2006/relationships/image" Target="../media/image733.png"/><Relationship Id="rId88" Type="http://schemas.openxmlformats.org/officeDocument/2006/relationships/customXml" Target="../ink/ink594.xml"/><Relationship Id="rId111" Type="http://schemas.openxmlformats.org/officeDocument/2006/relationships/image" Target="../media/image614.png"/><Relationship Id="rId153" Type="http://schemas.openxmlformats.org/officeDocument/2006/relationships/image" Target="../media/image635.png"/><Relationship Id="rId195" Type="http://schemas.openxmlformats.org/officeDocument/2006/relationships/image" Target="../media/image656.png"/><Relationship Id="rId209" Type="http://schemas.openxmlformats.org/officeDocument/2006/relationships/image" Target="../media/image663.png"/><Relationship Id="rId360" Type="http://schemas.openxmlformats.org/officeDocument/2006/relationships/customXml" Target="../ink/ink730.xml"/><Relationship Id="rId220" Type="http://schemas.openxmlformats.org/officeDocument/2006/relationships/customXml" Target="../ink/ink660.xml"/><Relationship Id="rId15" Type="http://schemas.openxmlformats.org/officeDocument/2006/relationships/image" Target="../media/image566.png"/><Relationship Id="rId57" Type="http://schemas.openxmlformats.org/officeDocument/2006/relationships/image" Target="../media/image587.png"/><Relationship Id="rId262" Type="http://schemas.openxmlformats.org/officeDocument/2006/relationships/customXml" Target="../ink/ink681.xml"/><Relationship Id="rId318" Type="http://schemas.openxmlformats.org/officeDocument/2006/relationships/customXml" Target="../ink/ink70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94.xml"/><Relationship Id="rId21" Type="http://schemas.openxmlformats.org/officeDocument/2006/relationships/customXml" Target="../ink/ink746.xml"/><Relationship Id="rId63" Type="http://schemas.openxmlformats.org/officeDocument/2006/relationships/customXml" Target="../ink/ink767.xml"/><Relationship Id="rId159" Type="http://schemas.openxmlformats.org/officeDocument/2006/relationships/customXml" Target="../ink/ink815.xml"/><Relationship Id="rId170" Type="http://schemas.openxmlformats.org/officeDocument/2006/relationships/image" Target="../media/image830.png"/><Relationship Id="rId226" Type="http://schemas.openxmlformats.org/officeDocument/2006/relationships/image" Target="../media/image858.png"/><Relationship Id="rId107" Type="http://schemas.openxmlformats.org/officeDocument/2006/relationships/customXml" Target="../ink/ink789.xml"/><Relationship Id="rId11" Type="http://schemas.openxmlformats.org/officeDocument/2006/relationships/customXml" Target="../ink/ink741.xml"/><Relationship Id="rId32" Type="http://schemas.openxmlformats.org/officeDocument/2006/relationships/image" Target="../media/image761.png"/><Relationship Id="rId53" Type="http://schemas.openxmlformats.org/officeDocument/2006/relationships/customXml" Target="../ink/ink762.xml"/><Relationship Id="rId74" Type="http://schemas.openxmlformats.org/officeDocument/2006/relationships/image" Target="../media/image782.png"/><Relationship Id="rId128" Type="http://schemas.openxmlformats.org/officeDocument/2006/relationships/image" Target="../media/image809.png"/><Relationship Id="rId149" Type="http://schemas.openxmlformats.org/officeDocument/2006/relationships/customXml" Target="../ink/ink810.xml"/><Relationship Id="rId5" Type="http://schemas.openxmlformats.org/officeDocument/2006/relationships/customXml" Target="../ink/ink738.xml"/><Relationship Id="rId95" Type="http://schemas.openxmlformats.org/officeDocument/2006/relationships/customXml" Target="../ink/ink783.xml"/><Relationship Id="rId160" Type="http://schemas.openxmlformats.org/officeDocument/2006/relationships/image" Target="../media/image825.png"/><Relationship Id="rId181" Type="http://schemas.openxmlformats.org/officeDocument/2006/relationships/customXml" Target="../ink/ink826.xml"/><Relationship Id="rId216" Type="http://schemas.openxmlformats.org/officeDocument/2006/relationships/image" Target="../media/image853.png"/><Relationship Id="rId237" Type="http://schemas.openxmlformats.org/officeDocument/2006/relationships/customXml" Target="../ink/ink854.xml"/><Relationship Id="rId258" Type="http://schemas.openxmlformats.org/officeDocument/2006/relationships/image" Target="../media/image874.png"/><Relationship Id="rId22" Type="http://schemas.openxmlformats.org/officeDocument/2006/relationships/image" Target="../media/image756.png"/><Relationship Id="rId43" Type="http://schemas.openxmlformats.org/officeDocument/2006/relationships/customXml" Target="../ink/ink757.xml"/><Relationship Id="rId64" Type="http://schemas.openxmlformats.org/officeDocument/2006/relationships/image" Target="../media/image777.png"/><Relationship Id="rId118" Type="http://schemas.openxmlformats.org/officeDocument/2006/relationships/image" Target="../media/image804.png"/><Relationship Id="rId139" Type="http://schemas.openxmlformats.org/officeDocument/2006/relationships/customXml" Target="../ink/ink805.xml"/><Relationship Id="rId85" Type="http://schemas.openxmlformats.org/officeDocument/2006/relationships/customXml" Target="../ink/ink778.xml"/><Relationship Id="rId150" Type="http://schemas.openxmlformats.org/officeDocument/2006/relationships/image" Target="../media/image820.png"/><Relationship Id="rId171" Type="http://schemas.openxmlformats.org/officeDocument/2006/relationships/customXml" Target="../ink/ink821.xml"/><Relationship Id="rId192" Type="http://schemas.openxmlformats.org/officeDocument/2006/relationships/image" Target="../media/image841.png"/><Relationship Id="rId206" Type="http://schemas.openxmlformats.org/officeDocument/2006/relationships/image" Target="../media/image848.png"/><Relationship Id="rId227" Type="http://schemas.openxmlformats.org/officeDocument/2006/relationships/customXml" Target="../ink/ink849.xml"/><Relationship Id="rId248" Type="http://schemas.openxmlformats.org/officeDocument/2006/relationships/image" Target="../media/image869.png"/><Relationship Id="rId12" Type="http://schemas.openxmlformats.org/officeDocument/2006/relationships/image" Target="../media/image751.png"/><Relationship Id="rId33" Type="http://schemas.openxmlformats.org/officeDocument/2006/relationships/customXml" Target="../ink/ink752.xml"/><Relationship Id="rId108" Type="http://schemas.openxmlformats.org/officeDocument/2006/relationships/image" Target="../media/image799.png"/><Relationship Id="rId129" Type="http://schemas.openxmlformats.org/officeDocument/2006/relationships/customXml" Target="../ink/ink800.xml"/><Relationship Id="rId54" Type="http://schemas.openxmlformats.org/officeDocument/2006/relationships/image" Target="../media/image772.png"/><Relationship Id="rId75" Type="http://schemas.openxmlformats.org/officeDocument/2006/relationships/customXml" Target="../ink/ink773.xml"/><Relationship Id="rId96" Type="http://schemas.openxmlformats.org/officeDocument/2006/relationships/image" Target="../media/image793.png"/><Relationship Id="rId140" Type="http://schemas.openxmlformats.org/officeDocument/2006/relationships/image" Target="../media/image815.png"/><Relationship Id="rId161" Type="http://schemas.openxmlformats.org/officeDocument/2006/relationships/customXml" Target="../ink/ink816.xml"/><Relationship Id="rId182" Type="http://schemas.openxmlformats.org/officeDocument/2006/relationships/image" Target="../media/image836.png"/><Relationship Id="rId217" Type="http://schemas.openxmlformats.org/officeDocument/2006/relationships/customXml" Target="../ink/ink844.xml"/><Relationship Id="rId6" Type="http://schemas.openxmlformats.org/officeDocument/2006/relationships/image" Target="../media/image748.png"/><Relationship Id="rId238" Type="http://schemas.openxmlformats.org/officeDocument/2006/relationships/image" Target="../media/image864.png"/><Relationship Id="rId259" Type="http://schemas.openxmlformats.org/officeDocument/2006/relationships/customXml" Target="../ink/ink865.xml"/><Relationship Id="rId23" Type="http://schemas.openxmlformats.org/officeDocument/2006/relationships/customXml" Target="../ink/ink747.xml"/><Relationship Id="rId119" Type="http://schemas.openxmlformats.org/officeDocument/2006/relationships/customXml" Target="../ink/ink795.xml"/><Relationship Id="rId44" Type="http://schemas.openxmlformats.org/officeDocument/2006/relationships/image" Target="../media/image767.png"/><Relationship Id="rId65" Type="http://schemas.openxmlformats.org/officeDocument/2006/relationships/customXml" Target="../ink/ink768.xml"/><Relationship Id="rId86" Type="http://schemas.openxmlformats.org/officeDocument/2006/relationships/image" Target="../media/image788.png"/><Relationship Id="rId130" Type="http://schemas.openxmlformats.org/officeDocument/2006/relationships/image" Target="../media/image810.png"/><Relationship Id="rId151" Type="http://schemas.openxmlformats.org/officeDocument/2006/relationships/customXml" Target="../ink/ink811.xml"/><Relationship Id="rId172" Type="http://schemas.openxmlformats.org/officeDocument/2006/relationships/image" Target="../media/image831.png"/><Relationship Id="rId193" Type="http://schemas.openxmlformats.org/officeDocument/2006/relationships/customXml" Target="../ink/ink832.xml"/><Relationship Id="rId207" Type="http://schemas.openxmlformats.org/officeDocument/2006/relationships/customXml" Target="../ink/ink839.xml"/><Relationship Id="rId228" Type="http://schemas.openxmlformats.org/officeDocument/2006/relationships/image" Target="../media/image859.png"/><Relationship Id="rId249" Type="http://schemas.openxmlformats.org/officeDocument/2006/relationships/customXml" Target="../ink/ink860.xml"/><Relationship Id="rId13" Type="http://schemas.openxmlformats.org/officeDocument/2006/relationships/customXml" Target="../ink/ink742.xml"/><Relationship Id="rId109" Type="http://schemas.openxmlformats.org/officeDocument/2006/relationships/customXml" Target="../ink/ink790.xml"/><Relationship Id="rId260" Type="http://schemas.openxmlformats.org/officeDocument/2006/relationships/image" Target="../media/image875.png"/><Relationship Id="rId34" Type="http://schemas.openxmlformats.org/officeDocument/2006/relationships/image" Target="../media/image762.png"/><Relationship Id="rId55" Type="http://schemas.openxmlformats.org/officeDocument/2006/relationships/customXml" Target="../ink/ink763.xml"/><Relationship Id="rId76" Type="http://schemas.openxmlformats.org/officeDocument/2006/relationships/image" Target="../media/image783.png"/><Relationship Id="rId97" Type="http://schemas.openxmlformats.org/officeDocument/2006/relationships/customXml" Target="../ink/ink784.xml"/><Relationship Id="rId120" Type="http://schemas.openxmlformats.org/officeDocument/2006/relationships/image" Target="../media/image805.png"/><Relationship Id="rId141" Type="http://schemas.openxmlformats.org/officeDocument/2006/relationships/customXml" Target="../ink/ink806.xml"/><Relationship Id="rId7" Type="http://schemas.openxmlformats.org/officeDocument/2006/relationships/customXml" Target="../ink/ink739.xml"/><Relationship Id="rId162" Type="http://schemas.openxmlformats.org/officeDocument/2006/relationships/image" Target="../media/image826.png"/><Relationship Id="rId183" Type="http://schemas.openxmlformats.org/officeDocument/2006/relationships/customXml" Target="../ink/ink827.xml"/><Relationship Id="rId218" Type="http://schemas.openxmlformats.org/officeDocument/2006/relationships/image" Target="../media/image854.png"/><Relationship Id="rId239" Type="http://schemas.openxmlformats.org/officeDocument/2006/relationships/customXml" Target="../ink/ink855.xml"/><Relationship Id="rId250" Type="http://schemas.openxmlformats.org/officeDocument/2006/relationships/image" Target="../media/image870.png"/><Relationship Id="rId24" Type="http://schemas.openxmlformats.org/officeDocument/2006/relationships/image" Target="../media/image757.png"/><Relationship Id="rId45" Type="http://schemas.openxmlformats.org/officeDocument/2006/relationships/customXml" Target="../ink/ink758.xml"/><Relationship Id="rId66" Type="http://schemas.openxmlformats.org/officeDocument/2006/relationships/image" Target="../media/image778.png"/><Relationship Id="rId87" Type="http://schemas.openxmlformats.org/officeDocument/2006/relationships/customXml" Target="../ink/ink779.xml"/><Relationship Id="rId110" Type="http://schemas.openxmlformats.org/officeDocument/2006/relationships/image" Target="../media/image800.png"/><Relationship Id="rId131" Type="http://schemas.openxmlformats.org/officeDocument/2006/relationships/customXml" Target="../ink/ink801.xml"/><Relationship Id="rId152" Type="http://schemas.openxmlformats.org/officeDocument/2006/relationships/image" Target="../media/image821.png"/><Relationship Id="rId173" Type="http://schemas.openxmlformats.org/officeDocument/2006/relationships/customXml" Target="../ink/ink822.xml"/><Relationship Id="rId194" Type="http://schemas.openxmlformats.org/officeDocument/2006/relationships/image" Target="../media/image842.png"/><Relationship Id="rId208" Type="http://schemas.openxmlformats.org/officeDocument/2006/relationships/image" Target="../media/image849.png"/><Relationship Id="rId229" Type="http://schemas.openxmlformats.org/officeDocument/2006/relationships/customXml" Target="../ink/ink850.xml"/><Relationship Id="rId240" Type="http://schemas.openxmlformats.org/officeDocument/2006/relationships/image" Target="../media/image865.png"/><Relationship Id="rId261" Type="http://schemas.openxmlformats.org/officeDocument/2006/relationships/customXml" Target="../ink/ink866.xml"/><Relationship Id="rId14" Type="http://schemas.openxmlformats.org/officeDocument/2006/relationships/image" Target="../media/image752.png"/><Relationship Id="rId35" Type="http://schemas.openxmlformats.org/officeDocument/2006/relationships/customXml" Target="../ink/ink753.xml"/><Relationship Id="rId56" Type="http://schemas.openxmlformats.org/officeDocument/2006/relationships/image" Target="../media/image773.png"/><Relationship Id="rId77" Type="http://schemas.openxmlformats.org/officeDocument/2006/relationships/customXml" Target="../ink/ink774.xml"/><Relationship Id="rId100" Type="http://schemas.openxmlformats.org/officeDocument/2006/relationships/image" Target="../media/image795.png"/><Relationship Id="rId8" Type="http://schemas.openxmlformats.org/officeDocument/2006/relationships/image" Target="../media/image749.png"/><Relationship Id="rId98" Type="http://schemas.openxmlformats.org/officeDocument/2006/relationships/image" Target="../media/image794.png"/><Relationship Id="rId121" Type="http://schemas.openxmlformats.org/officeDocument/2006/relationships/customXml" Target="../ink/ink796.xml"/><Relationship Id="rId142" Type="http://schemas.openxmlformats.org/officeDocument/2006/relationships/image" Target="../media/image816.png"/><Relationship Id="rId163" Type="http://schemas.openxmlformats.org/officeDocument/2006/relationships/customXml" Target="../ink/ink817.xml"/><Relationship Id="rId184" Type="http://schemas.openxmlformats.org/officeDocument/2006/relationships/image" Target="../media/image837.png"/><Relationship Id="rId219" Type="http://schemas.openxmlformats.org/officeDocument/2006/relationships/customXml" Target="../ink/ink845.xml"/><Relationship Id="rId230" Type="http://schemas.openxmlformats.org/officeDocument/2006/relationships/image" Target="../media/image860.png"/><Relationship Id="rId251" Type="http://schemas.openxmlformats.org/officeDocument/2006/relationships/customXml" Target="../ink/ink861.xml"/><Relationship Id="rId25" Type="http://schemas.openxmlformats.org/officeDocument/2006/relationships/customXml" Target="../ink/ink748.xml"/><Relationship Id="rId46" Type="http://schemas.openxmlformats.org/officeDocument/2006/relationships/image" Target="../media/image768.png"/><Relationship Id="rId67" Type="http://schemas.openxmlformats.org/officeDocument/2006/relationships/customXml" Target="../ink/ink769.xml"/><Relationship Id="rId88" Type="http://schemas.openxmlformats.org/officeDocument/2006/relationships/image" Target="../media/image789.png"/><Relationship Id="rId111" Type="http://schemas.openxmlformats.org/officeDocument/2006/relationships/customXml" Target="../ink/ink791.xml"/><Relationship Id="rId132" Type="http://schemas.openxmlformats.org/officeDocument/2006/relationships/image" Target="../media/image811.png"/><Relationship Id="rId153" Type="http://schemas.openxmlformats.org/officeDocument/2006/relationships/customXml" Target="../ink/ink812.xml"/><Relationship Id="rId174" Type="http://schemas.openxmlformats.org/officeDocument/2006/relationships/image" Target="../media/image832.png"/><Relationship Id="rId195" Type="http://schemas.openxmlformats.org/officeDocument/2006/relationships/customXml" Target="../ink/ink833.xml"/><Relationship Id="rId209" Type="http://schemas.openxmlformats.org/officeDocument/2006/relationships/customXml" Target="../ink/ink840.xml"/><Relationship Id="rId220" Type="http://schemas.openxmlformats.org/officeDocument/2006/relationships/image" Target="../media/image855.png"/><Relationship Id="rId241" Type="http://schemas.openxmlformats.org/officeDocument/2006/relationships/customXml" Target="../ink/ink856.xml"/><Relationship Id="rId15" Type="http://schemas.openxmlformats.org/officeDocument/2006/relationships/customXml" Target="../ink/ink743.xml"/><Relationship Id="rId36" Type="http://schemas.openxmlformats.org/officeDocument/2006/relationships/image" Target="../media/image763.png"/><Relationship Id="rId57" Type="http://schemas.openxmlformats.org/officeDocument/2006/relationships/customXml" Target="../ink/ink764.xml"/><Relationship Id="rId262" Type="http://schemas.openxmlformats.org/officeDocument/2006/relationships/image" Target="../media/image876.png"/><Relationship Id="rId78" Type="http://schemas.openxmlformats.org/officeDocument/2006/relationships/image" Target="../media/image784.png"/><Relationship Id="rId99" Type="http://schemas.openxmlformats.org/officeDocument/2006/relationships/customXml" Target="../ink/ink785.xml"/><Relationship Id="rId101" Type="http://schemas.openxmlformats.org/officeDocument/2006/relationships/customXml" Target="../ink/ink786.xml"/><Relationship Id="rId122" Type="http://schemas.openxmlformats.org/officeDocument/2006/relationships/image" Target="../media/image806.png"/><Relationship Id="rId143" Type="http://schemas.openxmlformats.org/officeDocument/2006/relationships/customXml" Target="../ink/ink807.xml"/><Relationship Id="rId164" Type="http://schemas.openxmlformats.org/officeDocument/2006/relationships/image" Target="../media/image827.png"/><Relationship Id="rId185" Type="http://schemas.openxmlformats.org/officeDocument/2006/relationships/customXml" Target="../ink/ink828.xml"/><Relationship Id="rId9" Type="http://schemas.openxmlformats.org/officeDocument/2006/relationships/customXml" Target="../ink/ink740.xml"/><Relationship Id="rId210" Type="http://schemas.openxmlformats.org/officeDocument/2006/relationships/image" Target="../media/image850.png"/><Relationship Id="rId26" Type="http://schemas.openxmlformats.org/officeDocument/2006/relationships/image" Target="../media/image758.png"/><Relationship Id="rId231" Type="http://schemas.openxmlformats.org/officeDocument/2006/relationships/customXml" Target="../ink/ink851.xml"/><Relationship Id="rId252" Type="http://schemas.openxmlformats.org/officeDocument/2006/relationships/image" Target="../media/image871.png"/><Relationship Id="rId47" Type="http://schemas.openxmlformats.org/officeDocument/2006/relationships/customXml" Target="../ink/ink759.xml"/><Relationship Id="rId68" Type="http://schemas.openxmlformats.org/officeDocument/2006/relationships/image" Target="../media/image779.png"/><Relationship Id="rId89" Type="http://schemas.openxmlformats.org/officeDocument/2006/relationships/customXml" Target="../ink/ink780.xml"/><Relationship Id="rId112" Type="http://schemas.openxmlformats.org/officeDocument/2006/relationships/image" Target="../media/image801.png"/><Relationship Id="rId133" Type="http://schemas.openxmlformats.org/officeDocument/2006/relationships/customXml" Target="../ink/ink802.xml"/><Relationship Id="rId154" Type="http://schemas.openxmlformats.org/officeDocument/2006/relationships/image" Target="../media/image822.png"/><Relationship Id="rId175" Type="http://schemas.openxmlformats.org/officeDocument/2006/relationships/customXml" Target="../ink/ink823.xml"/><Relationship Id="rId196" Type="http://schemas.openxmlformats.org/officeDocument/2006/relationships/image" Target="../media/image843.png"/><Relationship Id="rId200" Type="http://schemas.openxmlformats.org/officeDocument/2006/relationships/image" Target="../media/image845.png"/><Relationship Id="rId16" Type="http://schemas.openxmlformats.org/officeDocument/2006/relationships/image" Target="../media/image753.png"/><Relationship Id="rId221" Type="http://schemas.openxmlformats.org/officeDocument/2006/relationships/customXml" Target="../ink/ink846.xml"/><Relationship Id="rId242" Type="http://schemas.openxmlformats.org/officeDocument/2006/relationships/image" Target="../media/image866.png"/><Relationship Id="rId263" Type="http://schemas.openxmlformats.org/officeDocument/2006/relationships/customXml" Target="../ink/ink867.xml"/><Relationship Id="rId37" Type="http://schemas.openxmlformats.org/officeDocument/2006/relationships/customXml" Target="../ink/ink754.xml"/><Relationship Id="rId58" Type="http://schemas.openxmlformats.org/officeDocument/2006/relationships/image" Target="../media/image774.png"/><Relationship Id="rId79" Type="http://schemas.openxmlformats.org/officeDocument/2006/relationships/customXml" Target="../ink/ink775.xml"/><Relationship Id="rId102" Type="http://schemas.openxmlformats.org/officeDocument/2006/relationships/image" Target="../media/image796.png"/><Relationship Id="rId123" Type="http://schemas.openxmlformats.org/officeDocument/2006/relationships/customXml" Target="../ink/ink797.xml"/><Relationship Id="rId144" Type="http://schemas.openxmlformats.org/officeDocument/2006/relationships/image" Target="../media/image817.png"/><Relationship Id="rId90" Type="http://schemas.openxmlformats.org/officeDocument/2006/relationships/image" Target="../media/image790.png"/><Relationship Id="rId165" Type="http://schemas.openxmlformats.org/officeDocument/2006/relationships/customXml" Target="../ink/ink818.xml"/><Relationship Id="rId186" Type="http://schemas.openxmlformats.org/officeDocument/2006/relationships/image" Target="../media/image838.png"/><Relationship Id="rId211" Type="http://schemas.openxmlformats.org/officeDocument/2006/relationships/customXml" Target="../ink/ink841.xml"/><Relationship Id="rId232" Type="http://schemas.openxmlformats.org/officeDocument/2006/relationships/image" Target="../media/image861.png"/><Relationship Id="rId253" Type="http://schemas.openxmlformats.org/officeDocument/2006/relationships/customXml" Target="../ink/ink862.xml"/><Relationship Id="rId27" Type="http://schemas.openxmlformats.org/officeDocument/2006/relationships/customXml" Target="../ink/ink749.xml"/><Relationship Id="rId48" Type="http://schemas.openxmlformats.org/officeDocument/2006/relationships/image" Target="../media/image769.png"/><Relationship Id="rId69" Type="http://schemas.openxmlformats.org/officeDocument/2006/relationships/customXml" Target="../ink/ink770.xml"/><Relationship Id="rId113" Type="http://schemas.openxmlformats.org/officeDocument/2006/relationships/customXml" Target="../ink/ink792.xml"/><Relationship Id="rId134" Type="http://schemas.openxmlformats.org/officeDocument/2006/relationships/image" Target="../media/image812.png"/><Relationship Id="rId80" Type="http://schemas.openxmlformats.org/officeDocument/2006/relationships/image" Target="../media/image785.png"/><Relationship Id="rId155" Type="http://schemas.openxmlformats.org/officeDocument/2006/relationships/customXml" Target="../ink/ink813.xml"/><Relationship Id="rId176" Type="http://schemas.openxmlformats.org/officeDocument/2006/relationships/image" Target="../media/image833.png"/><Relationship Id="rId197" Type="http://schemas.openxmlformats.org/officeDocument/2006/relationships/customXml" Target="../ink/ink834.xml"/><Relationship Id="rId201" Type="http://schemas.openxmlformats.org/officeDocument/2006/relationships/customXml" Target="../ink/ink836.xml"/><Relationship Id="rId222" Type="http://schemas.openxmlformats.org/officeDocument/2006/relationships/image" Target="../media/image856.png"/><Relationship Id="rId243" Type="http://schemas.openxmlformats.org/officeDocument/2006/relationships/customXml" Target="../ink/ink857.xml"/><Relationship Id="rId264" Type="http://schemas.openxmlformats.org/officeDocument/2006/relationships/image" Target="../media/image877.png"/><Relationship Id="rId17" Type="http://schemas.openxmlformats.org/officeDocument/2006/relationships/customXml" Target="../ink/ink744.xml"/><Relationship Id="rId38" Type="http://schemas.openxmlformats.org/officeDocument/2006/relationships/image" Target="../media/image764.png"/><Relationship Id="rId59" Type="http://schemas.openxmlformats.org/officeDocument/2006/relationships/customXml" Target="../ink/ink765.xml"/><Relationship Id="rId103" Type="http://schemas.openxmlformats.org/officeDocument/2006/relationships/customXml" Target="../ink/ink787.xml"/><Relationship Id="rId124" Type="http://schemas.openxmlformats.org/officeDocument/2006/relationships/image" Target="../media/image807.png"/><Relationship Id="rId70" Type="http://schemas.openxmlformats.org/officeDocument/2006/relationships/image" Target="../media/image780.png"/><Relationship Id="rId91" Type="http://schemas.openxmlformats.org/officeDocument/2006/relationships/customXml" Target="../ink/ink781.xml"/><Relationship Id="rId145" Type="http://schemas.openxmlformats.org/officeDocument/2006/relationships/customXml" Target="../ink/ink808.xml"/><Relationship Id="rId166" Type="http://schemas.openxmlformats.org/officeDocument/2006/relationships/image" Target="../media/image828.png"/><Relationship Id="rId187" Type="http://schemas.openxmlformats.org/officeDocument/2006/relationships/customXml" Target="../ink/ink82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51.png"/><Relationship Id="rId233" Type="http://schemas.openxmlformats.org/officeDocument/2006/relationships/customXml" Target="../ink/ink852.xml"/><Relationship Id="rId254" Type="http://schemas.openxmlformats.org/officeDocument/2006/relationships/image" Target="../media/image872.png"/><Relationship Id="rId28" Type="http://schemas.openxmlformats.org/officeDocument/2006/relationships/image" Target="../media/image759.png"/><Relationship Id="rId49" Type="http://schemas.openxmlformats.org/officeDocument/2006/relationships/customXml" Target="../ink/ink760.xml"/><Relationship Id="rId114" Type="http://schemas.openxmlformats.org/officeDocument/2006/relationships/image" Target="../media/image802.png"/><Relationship Id="rId60" Type="http://schemas.openxmlformats.org/officeDocument/2006/relationships/image" Target="../media/image775.png"/><Relationship Id="rId81" Type="http://schemas.openxmlformats.org/officeDocument/2006/relationships/customXml" Target="../ink/ink776.xml"/><Relationship Id="rId135" Type="http://schemas.openxmlformats.org/officeDocument/2006/relationships/customXml" Target="../ink/ink803.xml"/><Relationship Id="rId156" Type="http://schemas.openxmlformats.org/officeDocument/2006/relationships/image" Target="../media/image823.png"/><Relationship Id="rId177" Type="http://schemas.openxmlformats.org/officeDocument/2006/relationships/customXml" Target="../ink/ink824.xml"/><Relationship Id="rId198" Type="http://schemas.openxmlformats.org/officeDocument/2006/relationships/image" Target="../media/image844.png"/><Relationship Id="rId202" Type="http://schemas.openxmlformats.org/officeDocument/2006/relationships/image" Target="../media/image846.png"/><Relationship Id="rId223" Type="http://schemas.openxmlformats.org/officeDocument/2006/relationships/customXml" Target="../ink/ink847.xml"/><Relationship Id="rId244" Type="http://schemas.openxmlformats.org/officeDocument/2006/relationships/image" Target="../media/image867.png"/><Relationship Id="rId18" Type="http://schemas.openxmlformats.org/officeDocument/2006/relationships/image" Target="../media/image754.png"/><Relationship Id="rId39" Type="http://schemas.openxmlformats.org/officeDocument/2006/relationships/customXml" Target="../ink/ink755.xml"/><Relationship Id="rId265" Type="http://schemas.openxmlformats.org/officeDocument/2006/relationships/customXml" Target="../ink/ink868.xml"/><Relationship Id="rId50" Type="http://schemas.openxmlformats.org/officeDocument/2006/relationships/image" Target="../media/image770.png"/><Relationship Id="rId104" Type="http://schemas.openxmlformats.org/officeDocument/2006/relationships/image" Target="../media/image797.png"/><Relationship Id="rId125" Type="http://schemas.openxmlformats.org/officeDocument/2006/relationships/customXml" Target="../ink/ink798.xml"/><Relationship Id="rId146" Type="http://schemas.openxmlformats.org/officeDocument/2006/relationships/image" Target="../media/image818.png"/><Relationship Id="rId167" Type="http://schemas.openxmlformats.org/officeDocument/2006/relationships/customXml" Target="../ink/ink819.xml"/><Relationship Id="rId188" Type="http://schemas.openxmlformats.org/officeDocument/2006/relationships/image" Target="../media/image839.png"/><Relationship Id="rId71" Type="http://schemas.openxmlformats.org/officeDocument/2006/relationships/customXml" Target="../ink/ink771.xml"/><Relationship Id="rId92" Type="http://schemas.openxmlformats.org/officeDocument/2006/relationships/image" Target="../media/image791.png"/><Relationship Id="rId213" Type="http://schemas.openxmlformats.org/officeDocument/2006/relationships/customXml" Target="../ink/ink842.xml"/><Relationship Id="rId234" Type="http://schemas.openxmlformats.org/officeDocument/2006/relationships/image" Target="../media/image862.png"/><Relationship Id="rId2" Type="http://schemas.openxmlformats.org/officeDocument/2006/relationships/image" Target="../media/image562.png"/><Relationship Id="rId29" Type="http://schemas.openxmlformats.org/officeDocument/2006/relationships/customXml" Target="../ink/ink750.xml"/><Relationship Id="rId255" Type="http://schemas.openxmlformats.org/officeDocument/2006/relationships/customXml" Target="../ink/ink863.xml"/><Relationship Id="rId40" Type="http://schemas.openxmlformats.org/officeDocument/2006/relationships/image" Target="../media/image765.png"/><Relationship Id="rId115" Type="http://schemas.openxmlformats.org/officeDocument/2006/relationships/customXml" Target="../ink/ink793.xml"/><Relationship Id="rId136" Type="http://schemas.openxmlformats.org/officeDocument/2006/relationships/image" Target="../media/image813.png"/><Relationship Id="rId157" Type="http://schemas.openxmlformats.org/officeDocument/2006/relationships/customXml" Target="../ink/ink814.xml"/><Relationship Id="rId178" Type="http://schemas.openxmlformats.org/officeDocument/2006/relationships/image" Target="../media/image834.png"/><Relationship Id="rId61" Type="http://schemas.openxmlformats.org/officeDocument/2006/relationships/customXml" Target="../ink/ink766.xml"/><Relationship Id="rId82" Type="http://schemas.openxmlformats.org/officeDocument/2006/relationships/image" Target="../media/image786.png"/><Relationship Id="rId199" Type="http://schemas.openxmlformats.org/officeDocument/2006/relationships/customXml" Target="../ink/ink835.xml"/><Relationship Id="rId203" Type="http://schemas.openxmlformats.org/officeDocument/2006/relationships/customXml" Target="../ink/ink837.xml"/><Relationship Id="rId19" Type="http://schemas.openxmlformats.org/officeDocument/2006/relationships/customXml" Target="../ink/ink745.xml"/><Relationship Id="rId224" Type="http://schemas.openxmlformats.org/officeDocument/2006/relationships/image" Target="../media/image857.png"/><Relationship Id="rId245" Type="http://schemas.openxmlformats.org/officeDocument/2006/relationships/customXml" Target="../ink/ink858.xml"/><Relationship Id="rId266" Type="http://schemas.openxmlformats.org/officeDocument/2006/relationships/image" Target="../media/image878.png"/><Relationship Id="rId30" Type="http://schemas.openxmlformats.org/officeDocument/2006/relationships/image" Target="../media/image760.png"/><Relationship Id="rId105" Type="http://schemas.openxmlformats.org/officeDocument/2006/relationships/customXml" Target="../ink/ink788.xml"/><Relationship Id="rId126" Type="http://schemas.openxmlformats.org/officeDocument/2006/relationships/image" Target="../media/image808.png"/><Relationship Id="rId147" Type="http://schemas.openxmlformats.org/officeDocument/2006/relationships/customXml" Target="../ink/ink809.xml"/><Relationship Id="rId168" Type="http://schemas.openxmlformats.org/officeDocument/2006/relationships/image" Target="../media/image829.png"/><Relationship Id="rId51" Type="http://schemas.openxmlformats.org/officeDocument/2006/relationships/customXml" Target="../ink/ink761.xml"/><Relationship Id="rId72" Type="http://schemas.openxmlformats.org/officeDocument/2006/relationships/image" Target="../media/image781.png"/><Relationship Id="rId93" Type="http://schemas.openxmlformats.org/officeDocument/2006/relationships/customXml" Target="../ink/ink782.xml"/><Relationship Id="rId189" Type="http://schemas.openxmlformats.org/officeDocument/2006/relationships/customXml" Target="../ink/ink830.xml"/><Relationship Id="rId3" Type="http://schemas.openxmlformats.org/officeDocument/2006/relationships/customXml" Target="../ink/ink737.xml"/><Relationship Id="rId214" Type="http://schemas.openxmlformats.org/officeDocument/2006/relationships/image" Target="../media/image852.png"/><Relationship Id="rId235" Type="http://schemas.openxmlformats.org/officeDocument/2006/relationships/customXml" Target="../ink/ink853.xml"/><Relationship Id="rId256" Type="http://schemas.openxmlformats.org/officeDocument/2006/relationships/image" Target="../media/image873.png"/><Relationship Id="rId116" Type="http://schemas.openxmlformats.org/officeDocument/2006/relationships/image" Target="../media/image803.png"/><Relationship Id="rId137" Type="http://schemas.openxmlformats.org/officeDocument/2006/relationships/customXml" Target="../ink/ink804.xml"/><Relationship Id="rId158" Type="http://schemas.openxmlformats.org/officeDocument/2006/relationships/image" Target="../media/image824.png"/><Relationship Id="rId20" Type="http://schemas.openxmlformats.org/officeDocument/2006/relationships/image" Target="../media/image755.png"/><Relationship Id="rId41" Type="http://schemas.openxmlformats.org/officeDocument/2006/relationships/customXml" Target="../ink/ink756.xml"/><Relationship Id="rId62" Type="http://schemas.openxmlformats.org/officeDocument/2006/relationships/image" Target="../media/image776.png"/><Relationship Id="rId83" Type="http://schemas.openxmlformats.org/officeDocument/2006/relationships/customXml" Target="../ink/ink777.xml"/><Relationship Id="rId179" Type="http://schemas.openxmlformats.org/officeDocument/2006/relationships/customXml" Target="../ink/ink825.xml"/><Relationship Id="rId190" Type="http://schemas.openxmlformats.org/officeDocument/2006/relationships/image" Target="../media/image840.png"/><Relationship Id="rId204" Type="http://schemas.openxmlformats.org/officeDocument/2006/relationships/image" Target="../media/image847.png"/><Relationship Id="rId225" Type="http://schemas.openxmlformats.org/officeDocument/2006/relationships/customXml" Target="../ink/ink848.xml"/><Relationship Id="rId246" Type="http://schemas.openxmlformats.org/officeDocument/2006/relationships/image" Target="../media/image868.png"/><Relationship Id="rId106" Type="http://schemas.openxmlformats.org/officeDocument/2006/relationships/image" Target="../media/image798.png"/><Relationship Id="rId127" Type="http://schemas.openxmlformats.org/officeDocument/2006/relationships/customXml" Target="../ink/ink799.xml"/><Relationship Id="rId10" Type="http://schemas.openxmlformats.org/officeDocument/2006/relationships/image" Target="../media/image750.png"/><Relationship Id="rId31" Type="http://schemas.openxmlformats.org/officeDocument/2006/relationships/customXml" Target="../ink/ink751.xml"/><Relationship Id="rId52" Type="http://schemas.openxmlformats.org/officeDocument/2006/relationships/image" Target="../media/image771.png"/><Relationship Id="rId73" Type="http://schemas.openxmlformats.org/officeDocument/2006/relationships/customXml" Target="../ink/ink772.xml"/><Relationship Id="rId94" Type="http://schemas.openxmlformats.org/officeDocument/2006/relationships/image" Target="../media/image792.png"/><Relationship Id="rId148" Type="http://schemas.openxmlformats.org/officeDocument/2006/relationships/image" Target="../media/image819.png"/><Relationship Id="rId169" Type="http://schemas.openxmlformats.org/officeDocument/2006/relationships/customXml" Target="../ink/ink820.xml"/><Relationship Id="rId4" Type="http://schemas.openxmlformats.org/officeDocument/2006/relationships/image" Target="../media/image747.png"/><Relationship Id="rId180" Type="http://schemas.openxmlformats.org/officeDocument/2006/relationships/image" Target="../media/image835.png"/><Relationship Id="rId215" Type="http://schemas.openxmlformats.org/officeDocument/2006/relationships/customXml" Target="../ink/ink843.xml"/><Relationship Id="rId236" Type="http://schemas.openxmlformats.org/officeDocument/2006/relationships/image" Target="../media/image863.png"/><Relationship Id="rId257" Type="http://schemas.openxmlformats.org/officeDocument/2006/relationships/customXml" Target="../ink/ink864.xml"/><Relationship Id="rId42" Type="http://schemas.openxmlformats.org/officeDocument/2006/relationships/image" Target="../media/image766.png"/><Relationship Id="rId84" Type="http://schemas.openxmlformats.org/officeDocument/2006/relationships/image" Target="../media/image787.png"/><Relationship Id="rId138" Type="http://schemas.openxmlformats.org/officeDocument/2006/relationships/image" Target="../media/image814.png"/><Relationship Id="rId191" Type="http://schemas.openxmlformats.org/officeDocument/2006/relationships/customXml" Target="../ink/ink831.xml"/><Relationship Id="rId205" Type="http://schemas.openxmlformats.org/officeDocument/2006/relationships/customXml" Target="../ink/ink838.xml"/><Relationship Id="rId247" Type="http://schemas.openxmlformats.org/officeDocument/2006/relationships/customXml" Target="../ink/ink85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6.png"/><Relationship Id="rId21" Type="http://schemas.openxmlformats.org/officeDocument/2006/relationships/image" Target="../media/image888.png"/><Relationship Id="rId42" Type="http://schemas.openxmlformats.org/officeDocument/2006/relationships/customXml" Target="../ink/ink889.xml"/><Relationship Id="rId63" Type="http://schemas.openxmlformats.org/officeDocument/2006/relationships/image" Target="../media/image909.png"/><Relationship Id="rId84" Type="http://schemas.openxmlformats.org/officeDocument/2006/relationships/customXml" Target="../ink/ink910.xml"/><Relationship Id="rId138" Type="http://schemas.openxmlformats.org/officeDocument/2006/relationships/customXml" Target="../ink/ink937.xml"/><Relationship Id="rId159" Type="http://schemas.openxmlformats.org/officeDocument/2006/relationships/image" Target="../media/image957.png"/><Relationship Id="rId170" Type="http://schemas.openxmlformats.org/officeDocument/2006/relationships/customXml" Target="../ink/ink953.xml"/><Relationship Id="rId191" Type="http://schemas.openxmlformats.org/officeDocument/2006/relationships/image" Target="../media/image973.png"/><Relationship Id="rId205" Type="http://schemas.openxmlformats.org/officeDocument/2006/relationships/image" Target="../media/image980.png"/><Relationship Id="rId107" Type="http://schemas.openxmlformats.org/officeDocument/2006/relationships/image" Target="../media/image931.png"/><Relationship Id="rId11" Type="http://schemas.openxmlformats.org/officeDocument/2006/relationships/image" Target="../media/image883.png"/><Relationship Id="rId32" Type="http://schemas.openxmlformats.org/officeDocument/2006/relationships/customXml" Target="../ink/ink884.xml"/><Relationship Id="rId53" Type="http://schemas.openxmlformats.org/officeDocument/2006/relationships/image" Target="../media/image904.png"/><Relationship Id="rId74" Type="http://schemas.openxmlformats.org/officeDocument/2006/relationships/customXml" Target="../ink/ink905.xml"/><Relationship Id="rId128" Type="http://schemas.openxmlformats.org/officeDocument/2006/relationships/customXml" Target="../ink/ink932.xml"/><Relationship Id="rId149" Type="http://schemas.openxmlformats.org/officeDocument/2006/relationships/image" Target="../media/image952.png"/><Relationship Id="rId5" Type="http://schemas.openxmlformats.org/officeDocument/2006/relationships/image" Target="../media/image880.png"/><Relationship Id="rId95" Type="http://schemas.openxmlformats.org/officeDocument/2006/relationships/image" Target="../media/image925.png"/><Relationship Id="rId160" Type="http://schemas.openxmlformats.org/officeDocument/2006/relationships/customXml" Target="../ink/ink948.xml"/><Relationship Id="rId181" Type="http://schemas.openxmlformats.org/officeDocument/2006/relationships/image" Target="../media/image968.png"/><Relationship Id="rId22" Type="http://schemas.openxmlformats.org/officeDocument/2006/relationships/customXml" Target="../ink/ink879.xml"/><Relationship Id="rId43" Type="http://schemas.openxmlformats.org/officeDocument/2006/relationships/image" Target="../media/image899.png"/><Relationship Id="rId64" Type="http://schemas.openxmlformats.org/officeDocument/2006/relationships/customXml" Target="../ink/ink900.xml"/><Relationship Id="rId118" Type="http://schemas.openxmlformats.org/officeDocument/2006/relationships/customXml" Target="../ink/ink927.xml"/><Relationship Id="rId139" Type="http://schemas.openxmlformats.org/officeDocument/2006/relationships/image" Target="../media/image947.png"/><Relationship Id="rId85" Type="http://schemas.openxmlformats.org/officeDocument/2006/relationships/image" Target="../media/image920.png"/><Relationship Id="rId150" Type="http://schemas.openxmlformats.org/officeDocument/2006/relationships/customXml" Target="../ink/ink943.xml"/><Relationship Id="rId171" Type="http://schemas.openxmlformats.org/officeDocument/2006/relationships/image" Target="../media/image963.png"/><Relationship Id="rId192" Type="http://schemas.openxmlformats.org/officeDocument/2006/relationships/customXml" Target="../ink/ink964.xml"/><Relationship Id="rId206" Type="http://schemas.openxmlformats.org/officeDocument/2006/relationships/customXml" Target="../ink/ink971.xml"/><Relationship Id="rId12" Type="http://schemas.openxmlformats.org/officeDocument/2006/relationships/customXml" Target="../ink/ink874.xml"/><Relationship Id="rId33" Type="http://schemas.openxmlformats.org/officeDocument/2006/relationships/image" Target="../media/image894.png"/><Relationship Id="rId108" Type="http://schemas.openxmlformats.org/officeDocument/2006/relationships/customXml" Target="../ink/ink922.xml"/><Relationship Id="rId129" Type="http://schemas.openxmlformats.org/officeDocument/2006/relationships/image" Target="../media/image942.png"/><Relationship Id="rId54" Type="http://schemas.openxmlformats.org/officeDocument/2006/relationships/customXml" Target="../ink/ink895.xml"/><Relationship Id="rId75" Type="http://schemas.openxmlformats.org/officeDocument/2006/relationships/image" Target="../media/image915.png"/><Relationship Id="rId96" Type="http://schemas.openxmlformats.org/officeDocument/2006/relationships/customXml" Target="../ink/ink916.xml"/><Relationship Id="rId140" Type="http://schemas.openxmlformats.org/officeDocument/2006/relationships/customXml" Target="../ink/ink938.xml"/><Relationship Id="rId161" Type="http://schemas.openxmlformats.org/officeDocument/2006/relationships/image" Target="../media/image958.png"/><Relationship Id="rId182" Type="http://schemas.openxmlformats.org/officeDocument/2006/relationships/customXml" Target="../ink/ink959.xml"/><Relationship Id="rId6" Type="http://schemas.openxmlformats.org/officeDocument/2006/relationships/customXml" Target="../ink/ink871.xml"/><Relationship Id="rId23" Type="http://schemas.openxmlformats.org/officeDocument/2006/relationships/image" Target="../media/image889.png"/><Relationship Id="rId119" Type="http://schemas.openxmlformats.org/officeDocument/2006/relationships/image" Target="../media/image937.png"/><Relationship Id="rId44" Type="http://schemas.openxmlformats.org/officeDocument/2006/relationships/customXml" Target="../ink/ink890.xml"/><Relationship Id="rId65" Type="http://schemas.openxmlformats.org/officeDocument/2006/relationships/image" Target="../media/image910.png"/><Relationship Id="rId86" Type="http://schemas.openxmlformats.org/officeDocument/2006/relationships/customXml" Target="../ink/ink911.xml"/><Relationship Id="rId130" Type="http://schemas.openxmlformats.org/officeDocument/2006/relationships/customXml" Target="../ink/ink933.xml"/><Relationship Id="rId151" Type="http://schemas.openxmlformats.org/officeDocument/2006/relationships/image" Target="../media/image953.png"/><Relationship Id="rId172" Type="http://schemas.openxmlformats.org/officeDocument/2006/relationships/customXml" Target="../ink/ink954.xml"/><Relationship Id="rId193" Type="http://schemas.openxmlformats.org/officeDocument/2006/relationships/image" Target="../media/image974.png"/><Relationship Id="rId207" Type="http://schemas.openxmlformats.org/officeDocument/2006/relationships/image" Target="../media/image981.png"/><Relationship Id="rId13" Type="http://schemas.openxmlformats.org/officeDocument/2006/relationships/image" Target="../media/image884.png"/><Relationship Id="rId109" Type="http://schemas.openxmlformats.org/officeDocument/2006/relationships/image" Target="../media/image932.png"/><Relationship Id="rId34" Type="http://schemas.openxmlformats.org/officeDocument/2006/relationships/customXml" Target="../ink/ink885.xml"/><Relationship Id="rId55" Type="http://schemas.openxmlformats.org/officeDocument/2006/relationships/image" Target="../media/image905.png"/><Relationship Id="rId76" Type="http://schemas.openxmlformats.org/officeDocument/2006/relationships/customXml" Target="../ink/ink906.xml"/><Relationship Id="rId97" Type="http://schemas.openxmlformats.org/officeDocument/2006/relationships/image" Target="../media/image926.png"/><Relationship Id="rId120" Type="http://schemas.openxmlformats.org/officeDocument/2006/relationships/customXml" Target="../ink/ink928.xml"/><Relationship Id="rId141" Type="http://schemas.openxmlformats.org/officeDocument/2006/relationships/image" Target="../media/image948.png"/><Relationship Id="rId7" Type="http://schemas.openxmlformats.org/officeDocument/2006/relationships/image" Target="../media/image881.png"/><Relationship Id="rId162" Type="http://schemas.openxmlformats.org/officeDocument/2006/relationships/customXml" Target="../ink/ink949.xml"/><Relationship Id="rId183" Type="http://schemas.openxmlformats.org/officeDocument/2006/relationships/image" Target="../media/image969.png"/><Relationship Id="rId24" Type="http://schemas.openxmlformats.org/officeDocument/2006/relationships/customXml" Target="../ink/ink880.xml"/><Relationship Id="rId40" Type="http://schemas.openxmlformats.org/officeDocument/2006/relationships/customXml" Target="../ink/ink888.xml"/><Relationship Id="rId45" Type="http://schemas.openxmlformats.org/officeDocument/2006/relationships/image" Target="../media/image900.png"/><Relationship Id="rId66" Type="http://schemas.openxmlformats.org/officeDocument/2006/relationships/customXml" Target="../ink/ink901.xml"/><Relationship Id="rId87" Type="http://schemas.openxmlformats.org/officeDocument/2006/relationships/image" Target="../media/image921.png"/><Relationship Id="rId110" Type="http://schemas.openxmlformats.org/officeDocument/2006/relationships/customXml" Target="../ink/ink923.xml"/><Relationship Id="rId115" Type="http://schemas.openxmlformats.org/officeDocument/2006/relationships/image" Target="../media/image935.png"/><Relationship Id="rId131" Type="http://schemas.openxmlformats.org/officeDocument/2006/relationships/image" Target="../media/image943.png"/><Relationship Id="rId136" Type="http://schemas.openxmlformats.org/officeDocument/2006/relationships/customXml" Target="../ink/ink936.xml"/><Relationship Id="rId157" Type="http://schemas.openxmlformats.org/officeDocument/2006/relationships/image" Target="../media/image956.png"/><Relationship Id="rId178" Type="http://schemas.openxmlformats.org/officeDocument/2006/relationships/customXml" Target="../ink/ink957.xml"/><Relationship Id="rId61" Type="http://schemas.openxmlformats.org/officeDocument/2006/relationships/image" Target="../media/image908.png"/><Relationship Id="rId82" Type="http://schemas.openxmlformats.org/officeDocument/2006/relationships/customXml" Target="../ink/ink909.xml"/><Relationship Id="rId152" Type="http://schemas.openxmlformats.org/officeDocument/2006/relationships/customXml" Target="../ink/ink944.xml"/><Relationship Id="rId173" Type="http://schemas.openxmlformats.org/officeDocument/2006/relationships/image" Target="../media/image964.png"/><Relationship Id="rId194" Type="http://schemas.openxmlformats.org/officeDocument/2006/relationships/customXml" Target="../ink/ink965.xml"/><Relationship Id="rId199" Type="http://schemas.openxmlformats.org/officeDocument/2006/relationships/image" Target="../media/image977.png"/><Relationship Id="rId203" Type="http://schemas.openxmlformats.org/officeDocument/2006/relationships/image" Target="../media/image979.png"/><Relationship Id="rId19" Type="http://schemas.openxmlformats.org/officeDocument/2006/relationships/image" Target="../media/image887.png"/><Relationship Id="rId14" Type="http://schemas.openxmlformats.org/officeDocument/2006/relationships/customXml" Target="../ink/ink875.xml"/><Relationship Id="rId30" Type="http://schemas.openxmlformats.org/officeDocument/2006/relationships/customXml" Target="../ink/ink883.xml"/><Relationship Id="rId35" Type="http://schemas.openxmlformats.org/officeDocument/2006/relationships/image" Target="../media/image895.png"/><Relationship Id="rId56" Type="http://schemas.openxmlformats.org/officeDocument/2006/relationships/customXml" Target="../ink/ink896.xml"/><Relationship Id="rId77" Type="http://schemas.openxmlformats.org/officeDocument/2006/relationships/image" Target="../media/image916.png"/><Relationship Id="rId100" Type="http://schemas.openxmlformats.org/officeDocument/2006/relationships/customXml" Target="../ink/ink918.xml"/><Relationship Id="rId105" Type="http://schemas.openxmlformats.org/officeDocument/2006/relationships/image" Target="../media/image930.png"/><Relationship Id="rId126" Type="http://schemas.openxmlformats.org/officeDocument/2006/relationships/customXml" Target="../ink/ink931.xml"/><Relationship Id="rId147" Type="http://schemas.openxmlformats.org/officeDocument/2006/relationships/image" Target="../media/image951.png"/><Relationship Id="rId168" Type="http://schemas.openxmlformats.org/officeDocument/2006/relationships/customXml" Target="../ink/ink952.xml"/><Relationship Id="rId8" Type="http://schemas.openxmlformats.org/officeDocument/2006/relationships/customXml" Target="../ink/ink872.xml"/><Relationship Id="rId51" Type="http://schemas.openxmlformats.org/officeDocument/2006/relationships/image" Target="../media/image903.png"/><Relationship Id="rId72" Type="http://schemas.openxmlformats.org/officeDocument/2006/relationships/customXml" Target="../ink/ink904.xml"/><Relationship Id="rId93" Type="http://schemas.openxmlformats.org/officeDocument/2006/relationships/image" Target="../media/image924.png"/><Relationship Id="rId98" Type="http://schemas.openxmlformats.org/officeDocument/2006/relationships/customXml" Target="../ink/ink917.xml"/><Relationship Id="rId121" Type="http://schemas.openxmlformats.org/officeDocument/2006/relationships/image" Target="../media/image938.png"/><Relationship Id="rId142" Type="http://schemas.openxmlformats.org/officeDocument/2006/relationships/customXml" Target="../ink/ink939.xml"/><Relationship Id="rId163" Type="http://schemas.openxmlformats.org/officeDocument/2006/relationships/image" Target="../media/image959.png"/><Relationship Id="rId184" Type="http://schemas.openxmlformats.org/officeDocument/2006/relationships/customXml" Target="../ink/ink960.xml"/><Relationship Id="rId189" Type="http://schemas.openxmlformats.org/officeDocument/2006/relationships/image" Target="../media/image972.png"/><Relationship Id="rId3" Type="http://schemas.openxmlformats.org/officeDocument/2006/relationships/image" Target="../media/image879.png"/><Relationship Id="rId25" Type="http://schemas.openxmlformats.org/officeDocument/2006/relationships/image" Target="../media/image890.png"/><Relationship Id="rId46" Type="http://schemas.openxmlformats.org/officeDocument/2006/relationships/customXml" Target="../ink/ink891.xml"/><Relationship Id="rId67" Type="http://schemas.openxmlformats.org/officeDocument/2006/relationships/image" Target="../media/image911.png"/><Relationship Id="rId116" Type="http://schemas.openxmlformats.org/officeDocument/2006/relationships/customXml" Target="../ink/ink926.xml"/><Relationship Id="rId137" Type="http://schemas.openxmlformats.org/officeDocument/2006/relationships/image" Target="../media/image946.png"/><Relationship Id="rId158" Type="http://schemas.openxmlformats.org/officeDocument/2006/relationships/customXml" Target="../ink/ink947.xml"/><Relationship Id="rId20" Type="http://schemas.openxmlformats.org/officeDocument/2006/relationships/customXml" Target="../ink/ink878.xml"/><Relationship Id="rId41" Type="http://schemas.openxmlformats.org/officeDocument/2006/relationships/image" Target="../media/image898.png"/><Relationship Id="rId62" Type="http://schemas.openxmlformats.org/officeDocument/2006/relationships/customXml" Target="../ink/ink899.xml"/><Relationship Id="rId83" Type="http://schemas.openxmlformats.org/officeDocument/2006/relationships/image" Target="../media/image919.png"/><Relationship Id="rId88" Type="http://schemas.openxmlformats.org/officeDocument/2006/relationships/customXml" Target="../ink/ink912.xml"/><Relationship Id="rId111" Type="http://schemas.openxmlformats.org/officeDocument/2006/relationships/image" Target="../media/image933.png"/><Relationship Id="rId132" Type="http://schemas.openxmlformats.org/officeDocument/2006/relationships/customXml" Target="../ink/ink934.xml"/><Relationship Id="rId153" Type="http://schemas.openxmlformats.org/officeDocument/2006/relationships/image" Target="../media/image954.png"/><Relationship Id="rId174" Type="http://schemas.openxmlformats.org/officeDocument/2006/relationships/customXml" Target="../ink/ink955.xml"/><Relationship Id="rId179" Type="http://schemas.openxmlformats.org/officeDocument/2006/relationships/image" Target="../media/image967.png"/><Relationship Id="rId195" Type="http://schemas.openxmlformats.org/officeDocument/2006/relationships/image" Target="../media/image975.png"/><Relationship Id="rId190" Type="http://schemas.openxmlformats.org/officeDocument/2006/relationships/customXml" Target="../ink/ink963.xml"/><Relationship Id="rId204" Type="http://schemas.openxmlformats.org/officeDocument/2006/relationships/customXml" Target="../ink/ink970.xml"/><Relationship Id="rId15" Type="http://schemas.openxmlformats.org/officeDocument/2006/relationships/image" Target="../media/image885.png"/><Relationship Id="rId36" Type="http://schemas.openxmlformats.org/officeDocument/2006/relationships/customXml" Target="../ink/ink886.xml"/><Relationship Id="rId57" Type="http://schemas.openxmlformats.org/officeDocument/2006/relationships/image" Target="../media/image906.png"/><Relationship Id="rId106" Type="http://schemas.openxmlformats.org/officeDocument/2006/relationships/customXml" Target="../ink/ink921.xml"/><Relationship Id="rId127" Type="http://schemas.openxmlformats.org/officeDocument/2006/relationships/image" Target="../media/image941.png"/><Relationship Id="rId10" Type="http://schemas.openxmlformats.org/officeDocument/2006/relationships/customXml" Target="../ink/ink873.xml"/><Relationship Id="rId31" Type="http://schemas.openxmlformats.org/officeDocument/2006/relationships/image" Target="../media/image893.png"/><Relationship Id="rId52" Type="http://schemas.openxmlformats.org/officeDocument/2006/relationships/customXml" Target="../ink/ink894.xml"/><Relationship Id="rId73" Type="http://schemas.openxmlformats.org/officeDocument/2006/relationships/image" Target="../media/image914.png"/><Relationship Id="rId78" Type="http://schemas.openxmlformats.org/officeDocument/2006/relationships/customXml" Target="../ink/ink907.xml"/><Relationship Id="rId94" Type="http://schemas.openxmlformats.org/officeDocument/2006/relationships/customXml" Target="../ink/ink915.xml"/><Relationship Id="rId99" Type="http://schemas.openxmlformats.org/officeDocument/2006/relationships/image" Target="../media/image927.png"/><Relationship Id="rId101" Type="http://schemas.openxmlformats.org/officeDocument/2006/relationships/image" Target="../media/image928.png"/><Relationship Id="rId122" Type="http://schemas.openxmlformats.org/officeDocument/2006/relationships/customXml" Target="../ink/ink929.xml"/><Relationship Id="rId143" Type="http://schemas.openxmlformats.org/officeDocument/2006/relationships/image" Target="../media/image949.png"/><Relationship Id="rId148" Type="http://schemas.openxmlformats.org/officeDocument/2006/relationships/customXml" Target="../ink/ink942.xml"/><Relationship Id="rId164" Type="http://schemas.openxmlformats.org/officeDocument/2006/relationships/customXml" Target="../ink/ink950.xml"/><Relationship Id="rId169" Type="http://schemas.openxmlformats.org/officeDocument/2006/relationships/image" Target="../media/image962.png"/><Relationship Id="rId185" Type="http://schemas.openxmlformats.org/officeDocument/2006/relationships/image" Target="../media/image970.png"/><Relationship Id="rId4" Type="http://schemas.openxmlformats.org/officeDocument/2006/relationships/customXml" Target="../ink/ink870.xml"/><Relationship Id="rId9" Type="http://schemas.openxmlformats.org/officeDocument/2006/relationships/image" Target="../media/image882.png"/><Relationship Id="rId180" Type="http://schemas.openxmlformats.org/officeDocument/2006/relationships/customXml" Target="../ink/ink958.xml"/><Relationship Id="rId26" Type="http://schemas.openxmlformats.org/officeDocument/2006/relationships/customXml" Target="../ink/ink881.xml"/><Relationship Id="rId47" Type="http://schemas.openxmlformats.org/officeDocument/2006/relationships/image" Target="../media/image901.png"/><Relationship Id="rId68" Type="http://schemas.openxmlformats.org/officeDocument/2006/relationships/customXml" Target="../ink/ink902.xml"/><Relationship Id="rId89" Type="http://schemas.openxmlformats.org/officeDocument/2006/relationships/image" Target="../media/image922.png"/><Relationship Id="rId112" Type="http://schemas.openxmlformats.org/officeDocument/2006/relationships/customXml" Target="../ink/ink924.xml"/><Relationship Id="rId133" Type="http://schemas.openxmlformats.org/officeDocument/2006/relationships/image" Target="../media/image944.png"/><Relationship Id="rId154" Type="http://schemas.openxmlformats.org/officeDocument/2006/relationships/customXml" Target="../ink/ink945.xml"/><Relationship Id="rId175" Type="http://schemas.openxmlformats.org/officeDocument/2006/relationships/image" Target="../media/image965.png"/><Relationship Id="rId196" Type="http://schemas.openxmlformats.org/officeDocument/2006/relationships/customXml" Target="../ink/ink966.xml"/><Relationship Id="rId200" Type="http://schemas.openxmlformats.org/officeDocument/2006/relationships/customXml" Target="../ink/ink968.xml"/><Relationship Id="rId16" Type="http://schemas.openxmlformats.org/officeDocument/2006/relationships/customXml" Target="../ink/ink876.xml"/><Relationship Id="rId37" Type="http://schemas.openxmlformats.org/officeDocument/2006/relationships/image" Target="../media/image896.png"/><Relationship Id="rId58" Type="http://schemas.openxmlformats.org/officeDocument/2006/relationships/customXml" Target="../ink/ink897.xml"/><Relationship Id="rId79" Type="http://schemas.openxmlformats.org/officeDocument/2006/relationships/image" Target="../media/image917.png"/><Relationship Id="rId102" Type="http://schemas.openxmlformats.org/officeDocument/2006/relationships/customXml" Target="../ink/ink919.xml"/><Relationship Id="rId123" Type="http://schemas.openxmlformats.org/officeDocument/2006/relationships/image" Target="../media/image939.png"/><Relationship Id="rId144" Type="http://schemas.openxmlformats.org/officeDocument/2006/relationships/customXml" Target="../ink/ink940.xml"/><Relationship Id="rId90" Type="http://schemas.openxmlformats.org/officeDocument/2006/relationships/customXml" Target="../ink/ink913.xml"/><Relationship Id="rId165" Type="http://schemas.openxmlformats.org/officeDocument/2006/relationships/image" Target="../media/image960.png"/><Relationship Id="rId186" Type="http://schemas.openxmlformats.org/officeDocument/2006/relationships/customXml" Target="../ink/ink961.xml"/><Relationship Id="rId27" Type="http://schemas.openxmlformats.org/officeDocument/2006/relationships/image" Target="../media/image891.png"/><Relationship Id="rId48" Type="http://schemas.openxmlformats.org/officeDocument/2006/relationships/customXml" Target="../ink/ink892.xml"/><Relationship Id="rId69" Type="http://schemas.openxmlformats.org/officeDocument/2006/relationships/image" Target="../media/image912.png"/><Relationship Id="rId113" Type="http://schemas.openxmlformats.org/officeDocument/2006/relationships/image" Target="../media/image934.png"/><Relationship Id="rId134" Type="http://schemas.openxmlformats.org/officeDocument/2006/relationships/customXml" Target="../ink/ink935.xml"/><Relationship Id="rId80" Type="http://schemas.openxmlformats.org/officeDocument/2006/relationships/customXml" Target="../ink/ink908.xml"/><Relationship Id="rId155" Type="http://schemas.openxmlformats.org/officeDocument/2006/relationships/image" Target="../media/image955.png"/><Relationship Id="rId176" Type="http://schemas.openxmlformats.org/officeDocument/2006/relationships/customXml" Target="../ink/ink956.xml"/><Relationship Id="rId197" Type="http://schemas.openxmlformats.org/officeDocument/2006/relationships/image" Target="../media/image976.png"/><Relationship Id="rId201" Type="http://schemas.openxmlformats.org/officeDocument/2006/relationships/image" Target="../media/image978.png"/><Relationship Id="rId17" Type="http://schemas.openxmlformats.org/officeDocument/2006/relationships/image" Target="../media/image886.png"/><Relationship Id="rId38" Type="http://schemas.openxmlformats.org/officeDocument/2006/relationships/customXml" Target="../ink/ink887.xml"/><Relationship Id="rId59" Type="http://schemas.openxmlformats.org/officeDocument/2006/relationships/image" Target="../media/image907.png"/><Relationship Id="rId103" Type="http://schemas.openxmlformats.org/officeDocument/2006/relationships/image" Target="../media/image929.png"/><Relationship Id="rId124" Type="http://schemas.openxmlformats.org/officeDocument/2006/relationships/customXml" Target="../ink/ink930.xml"/><Relationship Id="rId70" Type="http://schemas.openxmlformats.org/officeDocument/2006/relationships/customXml" Target="../ink/ink903.xml"/><Relationship Id="rId91" Type="http://schemas.openxmlformats.org/officeDocument/2006/relationships/image" Target="../media/image923.png"/><Relationship Id="rId145" Type="http://schemas.openxmlformats.org/officeDocument/2006/relationships/image" Target="../media/image950.png"/><Relationship Id="rId166" Type="http://schemas.openxmlformats.org/officeDocument/2006/relationships/customXml" Target="../ink/ink951.xml"/><Relationship Id="rId187" Type="http://schemas.openxmlformats.org/officeDocument/2006/relationships/image" Target="../media/image97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882.xml"/><Relationship Id="rId49" Type="http://schemas.openxmlformats.org/officeDocument/2006/relationships/image" Target="../media/image902.png"/><Relationship Id="rId114" Type="http://schemas.openxmlformats.org/officeDocument/2006/relationships/customXml" Target="../ink/ink925.xml"/><Relationship Id="rId60" Type="http://schemas.openxmlformats.org/officeDocument/2006/relationships/customXml" Target="../ink/ink898.xml"/><Relationship Id="rId81" Type="http://schemas.openxmlformats.org/officeDocument/2006/relationships/image" Target="../media/image918.png"/><Relationship Id="rId135" Type="http://schemas.openxmlformats.org/officeDocument/2006/relationships/image" Target="../media/image945.png"/><Relationship Id="rId156" Type="http://schemas.openxmlformats.org/officeDocument/2006/relationships/customXml" Target="../ink/ink946.xml"/><Relationship Id="rId177" Type="http://schemas.openxmlformats.org/officeDocument/2006/relationships/image" Target="../media/image966.png"/><Relationship Id="rId198" Type="http://schemas.openxmlformats.org/officeDocument/2006/relationships/customXml" Target="../ink/ink967.xml"/><Relationship Id="rId202" Type="http://schemas.openxmlformats.org/officeDocument/2006/relationships/customXml" Target="../ink/ink969.xml"/><Relationship Id="rId18" Type="http://schemas.openxmlformats.org/officeDocument/2006/relationships/customXml" Target="../ink/ink877.xml"/><Relationship Id="rId39" Type="http://schemas.openxmlformats.org/officeDocument/2006/relationships/image" Target="../media/image897.png"/><Relationship Id="rId50" Type="http://schemas.openxmlformats.org/officeDocument/2006/relationships/customXml" Target="../ink/ink893.xml"/><Relationship Id="rId104" Type="http://schemas.openxmlformats.org/officeDocument/2006/relationships/customXml" Target="../ink/ink920.xml"/><Relationship Id="rId125" Type="http://schemas.openxmlformats.org/officeDocument/2006/relationships/image" Target="../media/image940.png"/><Relationship Id="rId146" Type="http://schemas.openxmlformats.org/officeDocument/2006/relationships/customXml" Target="../ink/ink941.xml"/><Relationship Id="rId167" Type="http://schemas.openxmlformats.org/officeDocument/2006/relationships/image" Target="../media/image961.png"/><Relationship Id="rId188" Type="http://schemas.openxmlformats.org/officeDocument/2006/relationships/customXml" Target="../ink/ink962.xml"/><Relationship Id="rId71" Type="http://schemas.openxmlformats.org/officeDocument/2006/relationships/image" Target="../media/image913.png"/><Relationship Id="rId92" Type="http://schemas.openxmlformats.org/officeDocument/2006/relationships/customXml" Target="../ink/ink914.xml"/><Relationship Id="rId2" Type="http://schemas.openxmlformats.org/officeDocument/2006/relationships/customXml" Target="../ink/ink869.xml"/><Relationship Id="rId29" Type="http://schemas.openxmlformats.org/officeDocument/2006/relationships/image" Target="../media/image892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29.xml"/><Relationship Id="rId299" Type="http://schemas.openxmlformats.org/officeDocument/2006/relationships/customXml" Target="../ink/ink1120.xml"/><Relationship Id="rId21" Type="http://schemas.openxmlformats.org/officeDocument/2006/relationships/customXml" Target="../ink/ink981.xml"/><Relationship Id="rId63" Type="http://schemas.openxmlformats.org/officeDocument/2006/relationships/customXml" Target="../ink/ink1002.xml"/><Relationship Id="rId159" Type="http://schemas.openxmlformats.org/officeDocument/2006/relationships/customXml" Target="../ink/ink1050.xml"/><Relationship Id="rId170" Type="http://schemas.openxmlformats.org/officeDocument/2006/relationships/image" Target="../media/image1066.png"/><Relationship Id="rId226" Type="http://schemas.openxmlformats.org/officeDocument/2006/relationships/image" Target="../media/image1094.png"/><Relationship Id="rId268" Type="http://schemas.openxmlformats.org/officeDocument/2006/relationships/image" Target="../media/image1115.png"/><Relationship Id="rId32" Type="http://schemas.openxmlformats.org/officeDocument/2006/relationships/image" Target="../media/image997.png"/><Relationship Id="rId74" Type="http://schemas.openxmlformats.org/officeDocument/2006/relationships/image" Target="../media/image1018.png"/><Relationship Id="rId128" Type="http://schemas.openxmlformats.org/officeDocument/2006/relationships/image" Target="../media/image1045.png"/><Relationship Id="rId5" Type="http://schemas.openxmlformats.org/officeDocument/2006/relationships/customXml" Target="../ink/ink973.xml"/><Relationship Id="rId181" Type="http://schemas.openxmlformats.org/officeDocument/2006/relationships/customXml" Target="../ink/ink1061.xml"/><Relationship Id="rId237" Type="http://schemas.openxmlformats.org/officeDocument/2006/relationships/customXml" Target="../ink/ink1089.xml"/><Relationship Id="rId279" Type="http://schemas.openxmlformats.org/officeDocument/2006/relationships/customXml" Target="../ink/ink1110.xml"/><Relationship Id="rId43" Type="http://schemas.openxmlformats.org/officeDocument/2006/relationships/customXml" Target="../ink/ink992.xml"/><Relationship Id="rId139" Type="http://schemas.openxmlformats.org/officeDocument/2006/relationships/customXml" Target="../ink/ink1040.xml"/><Relationship Id="rId290" Type="http://schemas.openxmlformats.org/officeDocument/2006/relationships/image" Target="../media/image1126.png"/><Relationship Id="rId304" Type="http://schemas.openxmlformats.org/officeDocument/2006/relationships/image" Target="../media/image1133.png"/><Relationship Id="rId85" Type="http://schemas.openxmlformats.org/officeDocument/2006/relationships/customXml" Target="../ink/ink1013.xml"/><Relationship Id="rId150" Type="http://schemas.openxmlformats.org/officeDocument/2006/relationships/image" Target="../media/image1056.png"/><Relationship Id="rId192" Type="http://schemas.openxmlformats.org/officeDocument/2006/relationships/image" Target="../media/image1077.png"/><Relationship Id="rId206" Type="http://schemas.openxmlformats.org/officeDocument/2006/relationships/image" Target="../media/image1084.png"/><Relationship Id="rId248" Type="http://schemas.openxmlformats.org/officeDocument/2006/relationships/image" Target="../media/image1105.png"/><Relationship Id="rId12" Type="http://schemas.openxmlformats.org/officeDocument/2006/relationships/image" Target="../media/image987.png"/><Relationship Id="rId108" Type="http://schemas.openxmlformats.org/officeDocument/2006/relationships/image" Target="../media/image1035.png"/><Relationship Id="rId54" Type="http://schemas.openxmlformats.org/officeDocument/2006/relationships/image" Target="../media/image1008.png"/><Relationship Id="rId96" Type="http://schemas.openxmlformats.org/officeDocument/2006/relationships/image" Target="../media/image1029.png"/><Relationship Id="rId161" Type="http://schemas.openxmlformats.org/officeDocument/2006/relationships/customXml" Target="../ink/ink1051.xml"/><Relationship Id="rId217" Type="http://schemas.openxmlformats.org/officeDocument/2006/relationships/customXml" Target="../ink/ink1079.xml"/><Relationship Id="rId259" Type="http://schemas.openxmlformats.org/officeDocument/2006/relationships/customXml" Target="../ink/ink1100.xml"/><Relationship Id="rId23" Type="http://schemas.openxmlformats.org/officeDocument/2006/relationships/customXml" Target="../ink/ink982.xml"/><Relationship Id="rId119" Type="http://schemas.openxmlformats.org/officeDocument/2006/relationships/customXml" Target="../ink/ink1030.xml"/><Relationship Id="rId270" Type="http://schemas.openxmlformats.org/officeDocument/2006/relationships/image" Target="../media/image1116.png"/><Relationship Id="rId65" Type="http://schemas.openxmlformats.org/officeDocument/2006/relationships/customXml" Target="../ink/ink1003.xml"/><Relationship Id="rId130" Type="http://schemas.openxmlformats.org/officeDocument/2006/relationships/image" Target="../media/image1046.png"/><Relationship Id="rId172" Type="http://schemas.openxmlformats.org/officeDocument/2006/relationships/image" Target="../media/image1067.png"/><Relationship Id="rId193" Type="http://schemas.openxmlformats.org/officeDocument/2006/relationships/customXml" Target="../ink/ink1067.xml"/><Relationship Id="rId207" Type="http://schemas.openxmlformats.org/officeDocument/2006/relationships/customXml" Target="../ink/ink1074.xml"/><Relationship Id="rId228" Type="http://schemas.openxmlformats.org/officeDocument/2006/relationships/image" Target="../media/image1095.png"/><Relationship Id="rId249" Type="http://schemas.openxmlformats.org/officeDocument/2006/relationships/customXml" Target="../ink/ink1095.xml"/><Relationship Id="rId13" Type="http://schemas.openxmlformats.org/officeDocument/2006/relationships/customXml" Target="../ink/ink977.xml"/><Relationship Id="rId109" Type="http://schemas.openxmlformats.org/officeDocument/2006/relationships/customXml" Target="../ink/ink1025.xml"/><Relationship Id="rId260" Type="http://schemas.openxmlformats.org/officeDocument/2006/relationships/image" Target="../media/image1111.png"/><Relationship Id="rId281" Type="http://schemas.openxmlformats.org/officeDocument/2006/relationships/customXml" Target="../ink/ink1111.xml"/><Relationship Id="rId34" Type="http://schemas.openxmlformats.org/officeDocument/2006/relationships/image" Target="../media/image998.png"/><Relationship Id="rId55" Type="http://schemas.openxmlformats.org/officeDocument/2006/relationships/customXml" Target="../ink/ink998.xml"/><Relationship Id="rId76" Type="http://schemas.openxmlformats.org/officeDocument/2006/relationships/image" Target="../media/image1019.png"/><Relationship Id="rId97" Type="http://schemas.openxmlformats.org/officeDocument/2006/relationships/customXml" Target="../ink/ink1019.xml"/><Relationship Id="rId120" Type="http://schemas.openxmlformats.org/officeDocument/2006/relationships/image" Target="../media/image1041.png"/><Relationship Id="rId141" Type="http://schemas.openxmlformats.org/officeDocument/2006/relationships/customXml" Target="../ink/ink1041.xml"/><Relationship Id="rId7" Type="http://schemas.openxmlformats.org/officeDocument/2006/relationships/customXml" Target="../ink/ink974.xml"/><Relationship Id="rId162" Type="http://schemas.openxmlformats.org/officeDocument/2006/relationships/image" Target="../media/image1062.png"/><Relationship Id="rId183" Type="http://schemas.openxmlformats.org/officeDocument/2006/relationships/customXml" Target="../ink/ink1062.xml"/><Relationship Id="rId218" Type="http://schemas.openxmlformats.org/officeDocument/2006/relationships/image" Target="../media/image1090.png"/><Relationship Id="rId239" Type="http://schemas.openxmlformats.org/officeDocument/2006/relationships/customXml" Target="../ink/ink1090.xml"/><Relationship Id="rId250" Type="http://schemas.openxmlformats.org/officeDocument/2006/relationships/image" Target="../media/image1106.png"/><Relationship Id="rId271" Type="http://schemas.openxmlformats.org/officeDocument/2006/relationships/customXml" Target="../ink/ink1106.xml"/><Relationship Id="rId292" Type="http://schemas.openxmlformats.org/officeDocument/2006/relationships/image" Target="../media/image1127.png"/><Relationship Id="rId306" Type="http://schemas.openxmlformats.org/officeDocument/2006/relationships/image" Target="../media/image1134.png"/><Relationship Id="rId24" Type="http://schemas.openxmlformats.org/officeDocument/2006/relationships/image" Target="../media/image993.png"/><Relationship Id="rId45" Type="http://schemas.openxmlformats.org/officeDocument/2006/relationships/customXml" Target="../ink/ink993.xml"/><Relationship Id="rId66" Type="http://schemas.openxmlformats.org/officeDocument/2006/relationships/image" Target="../media/image1014.png"/><Relationship Id="rId87" Type="http://schemas.openxmlformats.org/officeDocument/2006/relationships/customXml" Target="../ink/ink1014.xml"/><Relationship Id="rId110" Type="http://schemas.openxmlformats.org/officeDocument/2006/relationships/image" Target="../media/image1036.png"/><Relationship Id="rId131" Type="http://schemas.openxmlformats.org/officeDocument/2006/relationships/customXml" Target="../ink/ink1036.xml"/><Relationship Id="rId152" Type="http://schemas.openxmlformats.org/officeDocument/2006/relationships/image" Target="../media/image1057.png"/><Relationship Id="rId173" Type="http://schemas.openxmlformats.org/officeDocument/2006/relationships/customXml" Target="../ink/ink1057.xml"/><Relationship Id="rId194" Type="http://schemas.openxmlformats.org/officeDocument/2006/relationships/image" Target="../media/image1078.png"/><Relationship Id="rId208" Type="http://schemas.openxmlformats.org/officeDocument/2006/relationships/image" Target="../media/image1085.png"/><Relationship Id="rId229" Type="http://schemas.openxmlformats.org/officeDocument/2006/relationships/customXml" Target="../ink/ink1085.xml"/><Relationship Id="rId240" Type="http://schemas.openxmlformats.org/officeDocument/2006/relationships/image" Target="../media/image1101.png"/><Relationship Id="rId261" Type="http://schemas.openxmlformats.org/officeDocument/2006/relationships/customXml" Target="../ink/ink1101.xml"/><Relationship Id="rId14" Type="http://schemas.openxmlformats.org/officeDocument/2006/relationships/image" Target="../media/image988.png"/><Relationship Id="rId35" Type="http://schemas.openxmlformats.org/officeDocument/2006/relationships/customXml" Target="../ink/ink988.xml"/><Relationship Id="rId56" Type="http://schemas.openxmlformats.org/officeDocument/2006/relationships/image" Target="../media/image1009.png"/><Relationship Id="rId77" Type="http://schemas.openxmlformats.org/officeDocument/2006/relationships/customXml" Target="../ink/ink1009.xml"/><Relationship Id="rId100" Type="http://schemas.openxmlformats.org/officeDocument/2006/relationships/image" Target="../media/image1031.png"/><Relationship Id="rId282" Type="http://schemas.openxmlformats.org/officeDocument/2006/relationships/image" Target="../media/image1122.png"/><Relationship Id="rId8" Type="http://schemas.openxmlformats.org/officeDocument/2006/relationships/image" Target="../media/image985.png"/><Relationship Id="rId98" Type="http://schemas.openxmlformats.org/officeDocument/2006/relationships/image" Target="../media/image1030.png"/><Relationship Id="rId121" Type="http://schemas.openxmlformats.org/officeDocument/2006/relationships/customXml" Target="../ink/ink1031.xml"/><Relationship Id="rId142" Type="http://schemas.openxmlformats.org/officeDocument/2006/relationships/image" Target="../media/image1052.png"/><Relationship Id="rId163" Type="http://schemas.openxmlformats.org/officeDocument/2006/relationships/customXml" Target="../ink/ink1052.xml"/><Relationship Id="rId184" Type="http://schemas.openxmlformats.org/officeDocument/2006/relationships/image" Target="../media/image1073.png"/><Relationship Id="rId219" Type="http://schemas.openxmlformats.org/officeDocument/2006/relationships/customXml" Target="../ink/ink1080.xml"/><Relationship Id="rId230" Type="http://schemas.openxmlformats.org/officeDocument/2006/relationships/image" Target="../media/image1096.png"/><Relationship Id="rId251" Type="http://schemas.openxmlformats.org/officeDocument/2006/relationships/customXml" Target="../ink/ink1096.xml"/><Relationship Id="rId25" Type="http://schemas.openxmlformats.org/officeDocument/2006/relationships/customXml" Target="../ink/ink983.xml"/><Relationship Id="rId46" Type="http://schemas.openxmlformats.org/officeDocument/2006/relationships/image" Target="../media/image1004.png"/><Relationship Id="rId67" Type="http://schemas.openxmlformats.org/officeDocument/2006/relationships/customXml" Target="../ink/ink1004.xml"/><Relationship Id="rId272" Type="http://schemas.openxmlformats.org/officeDocument/2006/relationships/image" Target="../media/image1117.png"/><Relationship Id="rId293" Type="http://schemas.openxmlformats.org/officeDocument/2006/relationships/customXml" Target="../ink/ink1117.xml"/><Relationship Id="rId307" Type="http://schemas.openxmlformats.org/officeDocument/2006/relationships/customXml" Target="../ink/ink1124.xml"/><Relationship Id="rId88" Type="http://schemas.openxmlformats.org/officeDocument/2006/relationships/image" Target="../media/image1025.png"/><Relationship Id="rId111" Type="http://schemas.openxmlformats.org/officeDocument/2006/relationships/customXml" Target="../ink/ink1026.xml"/><Relationship Id="rId132" Type="http://schemas.openxmlformats.org/officeDocument/2006/relationships/image" Target="../media/image1047.png"/><Relationship Id="rId153" Type="http://schemas.openxmlformats.org/officeDocument/2006/relationships/customXml" Target="../ink/ink1047.xml"/><Relationship Id="rId174" Type="http://schemas.openxmlformats.org/officeDocument/2006/relationships/image" Target="../media/image1068.png"/><Relationship Id="rId195" Type="http://schemas.openxmlformats.org/officeDocument/2006/relationships/customXml" Target="../ink/ink1068.xml"/><Relationship Id="rId209" Type="http://schemas.openxmlformats.org/officeDocument/2006/relationships/customXml" Target="../ink/ink1075.xml"/><Relationship Id="rId220" Type="http://schemas.openxmlformats.org/officeDocument/2006/relationships/image" Target="../media/image1091.png"/><Relationship Id="rId241" Type="http://schemas.openxmlformats.org/officeDocument/2006/relationships/customXml" Target="../ink/ink1091.xml"/><Relationship Id="rId15" Type="http://schemas.openxmlformats.org/officeDocument/2006/relationships/customXml" Target="../ink/ink978.xml"/><Relationship Id="rId36" Type="http://schemas.openxmlformats.org/officeDocument/2006/relationships/image" Target="../media/image999.png"/><Relationship Id="rId57" Type="http://schemas.openxmlformats.org/officeDocument/2006/relationships/customXml" Target="../ink/ink999.xml"/><Relationship Id="rId262" Type="http://schemas.openxmlformats.org/officeDocument/2006/relationships/image" Target="../media/image1112.png"/><Relationship Id="rId283" Type="http://schemas.openxmlformats.org/officeDocument/2006/relationships/customXml" Target="../ink/ink1112.xml"/><Relationship Id="rId78" Type="http://schemas.openxmlformats.org/officeDocument/2006/relationships/image" Target="../media/image1020.png"/><Relationship Id="rId99" Type="http://schemas.openxmlformats.org/officeDocument/2006/relationships/customXml" Target="../ink/ink1020.xml"/><Relationship Id="rId101" Type="http://schemas.openxmlformats.org/officeDocument/2006/relationships/customXml" Target="../ink/ink1021.xml"/><Relationship Id="rId122" Type="http://schemas.openxmlformats.org/officeDocument/2006/relationships/image" Target="../media/image1042.png"/><Relationship Id="rId143" Type="http://schemas.openxmlformats.org/officeDocument/2006/relationships/customXml" Target="../ink/ink1042.xml"/><Relationship Id="rId164" Type="http://schemas.openxmlformats.org/officeDocument/2006/relationships/image" Target="../media/image1063.png"/><Relationship Id="rId185" Type="http://schemas.openxmlformats.org/officeDocument/2006/relationships/customXml" Target="../ink/ink1063.xml"/><Relationship Id="rId9" Type="http://schemas.openxmlformats.org/officeDocument/2006/relationships/customXml" Target="../ink/ink975.xml"/><Relationship Id="rId210" Type="http://schemas.openxmlformats.org/officeDocument/2006/relationships/image" Target="../media/image1086.png"/><Relationship Id="rId26" Type="http://schemas.openxmlformats.org/officeDocument/2006/relationships/image" Target="../media/image994.png"/><Relationship Id="rId231" Type="http://schemas.openxmlformats.org/officeDocument/2006/relationships/customXml" Target="../ink/ink1086.xml"/><Relationship Id="rId252" Type="http://schemas.openxmlformats.org/officeDocument/2006/relationships/image" Target="../media/image1107.png"/><Relationship Id="rId273" Type="http://schemas.openxmlformats.org/officeDocument/2006/relationships/customXml" Target="../ink/ink1107.xml"/><Relationship Id="rId294" Type="http://schemas.openxmlformats.org/officeDocument/2006/relationships/image" Target="../media/image1128.png"/><Relationship Id="rId308" Type="http://schemas.openxmlformats.org/officeDocument/2006/relationships/image" Target="../media/image1135.png"/><Relationship Id="rId47" Type="http://schemas.openxmlformats.org/officeDocument/2006/relationships/customXml" Target="../ink/ink994.xml"/><Relationship Id="rId68" Type="http://schemas.openxmlformats.org/officeDocument/2006/relationships/image" Target="../media/image1015.png"/><Relationship Id="rId89" Type="http://schemas.openxmlformats.org/officeDocument/2006/relationships/customXml" Target="../ink/ink1015.xml"/><Relationship Id="rId112" Type="http://schemas.openxmlformats.org/officeDocument/2006/relationships/image" Target="../media/image1037.png"/><Relationship Id="rId133" Type="http://schemas.openxmlformats.org/officeDocument/2006/relationships/customXml" Target="../ink/ink1037.xml"/><Relationship Id="rId154" Type="http://schemas.openxmlformats.org/officeDocument/2006/relationships/image" Target="../media/image1058.png"/><Relationship Id="rId175" Type="http://schemas.openxmlformats.org/officeDocument/2006/relationships/customXml" Target="../ink/ink1058.xml"/><Relationship Id="rId196" Type="http://schemas.openxmlformats.org/officeDocument/2006/relationships/image" Target="../media/image1079.png"/><Relationship Id="rId200" Type="http://schemas.openxmlformats.org/officeDocument/2006/relationships/image" Target="../media/image1081.png"/><Relationship Id="rId16" Type="http://schemas.openxmlformats.org/officeDocument/2006/relationships/image" Target="../media/image989.png"/><Relationship Id="rId221" Type="http://schemas.openxmlformats.org/officeDocument/2006/relationships/customXml" Target="../ink/ink1081.xml"/><Relationship Id="rId242" Type="http://schemas.openxmlformats.org/officeDocument/2006/relationships/image" Target="../media/image1102.png"/><Relationship Id="rId263" Type="http://schemas.openxmlformats.org/officeDocument/2006/relationships/customXml" Target="../ink/ink1102.xml"/><Relationship Id="rId284" Type="http://schemas.openxmlformats.org/officeDocument/2006/relationships/image" Target="../media/image1123.png"/><Relationship Id="rId37" Type="http://schemas.openxmlformats.org/officeDocument/2006/relationships/customXml" Target="../ink/ink989.xml"/><Relationship Id="rId58" Type="http://schemas.openxmlformats.org/officeDocument/2006/relationships/image" Target="../media/image1010.png"/><Relationship Id="rId79" Type="http://schemas.openxmlformats.org/officeDocument/2006/relationships/customXml" Target="../ink/ink1010.xml"/><Relationship Id="rId102" Type="http://schemas.openxmlformats.org/officeDocument/2006/relationships/image" Target="../media/image1032.png"/><Relationship Id="rId123" Type="http://schemas.openxmlformats.org/officeDocument/2006/relationships/customXml" Target="../ink/ink1032.xml"/><Relationship Id="rId144" Type="http://schemas.openxmlformats.org/officeDocument/2006/relationships/image" Target="../media/image1053.png"/><Relationship Id="rId90" Type="http://schemas.openxmlformats.org/officeDocument/2006/relationships/image" Target="../media/image1026.png"/><Relationship Id="rId165" Type="http://schemas.openxmlformats.org/officeDocument/2006/relationships/customXml" Target="../ink/ink1053.xml"/><Relationship Id="rId186" Type="http://schemas.openxmlformats.org/officeDocument/2006/relationships/image" Target="../media/image1074.png"/><Relationship Id="rId211" Type="http://schemas.openxmlformats.org/officeDocument/2006/relationships/customXml" Target="../ink/ink1076.xml"/><Relationship Id="rId232" Type="http://schemas.openxmlformats.org/officeDocument/2006/relationships/image" Target="../media/image1097.png"/><Relationship Id="rId253" Type="http://schemas.openxmlformats.org/officeDocument/2006/relationships/customXml" Target="../ink/ink1097.xml"/><Relationship Id="rId274" Type="http://schemas.openxmlformats.org/officeDocument/2006/relationships/image" Target="../media/image1118.png"/><Relationship Id="rId295" Type="http://schemas.openxmlformats.org/officeDocument/2006/relationships/customXml" Target="../ink/ink1118.xml"/><Relationship Id="rId309" Type="http://schemas.openxmlformats.org/officeDocument/2006/relationships/customXml" Target="../ink/ink1125.xml"/><Relationship Id="rId27" Type="http://schemas.openxmlformats.org/officeDocument/2006/relationships/customXml" Target="../ink/ink984.xml"/><Relationship Id="rId48" Type="http://schemas.openxmlformats.org/officeDocument/2006/relationships/image" Target="../media/image1005.png"/><Relationship Id="rId69" Type="http://schemas.openxmlformats.org/officeDocument/2006/relationships/customXml" Target="../ink/ink1005.xml"/><Relationship Id="rId113" Type="http://schemas.openxmlformats.org/officeDocument/2006/relationships/customXml" Target="../ink/ink1027.xml"/><Relationship Id="rId134" Type="http://schemas.openxmlformats.org/officeDocument/2006/relationships/image" Target="../media/image1048.png"/><Relationship Id="rId80" Type="http://schemas.openxmlformats.org/officeDocument/2006/relationships/image" Target="../media/image1021.png"/><Relationship Id="rId155" Type="http://schemas.openxmlformats.org/officeDocument/2006/relationships/customXml" Target="../ink/ink1048.xml"/><Relationship Id="rId176" Type="http://schemas.openxmlformats.org/officeDocument/2006/relationships/image" Target="../media/image1069.png"/><Relationship Id="rId197" Type="http://schemas.openxmlformats.org/officeDocument/2006/relationships/customXml" Target="../ink/ink1069.xml"/><Relationship Id="rId201" Type="http://schemas.openxmlformats.org/officeDocument/2006/relationships/customXml" Target="../ink/ink1071.xml"/><Relationship Id="rId222" Type="http://schemas.openxmlformats.org/officeDocument/2006/relationships/image" Target="../media/image1092.png"/><Relationship Id="rId243" Type="http://schemas.openxmlformats.org/officeDocument/2006/relationships/customXml" Target="../ink/ink1092.xml"/><Relationship Id="rId264" Type="http://schemas.openxmlformats.org/officeDocument/2006/relationships/image" Target="../media/image1113.png"/><Relationship Id="rId285" Type="http://schemas.openxmlformats.org/officeDocument/2006/relationships/customXml" Target="../ink/ink1113.xml"/><Relationship Id="rId17" Type="http://schemas.openxmlformats.org/officeDocument/2006/relationships/customXml" Target="../ink/ink979.xml"/><Relationship Id="rId38" Type="http://schemas.openxmlformats.org/officeDocument/2006/relationships/image" Target="../media/image1000.png"/><Relationship Id="rId59" Type="http://schemas.openxmlformats.org/officeDocument/2006/relationships/customXml" Target="../ink/ink1000.xml"/><Relationship Id="rId103" Type="http://schemas.openxmlformats.org/officeDocument/2006/relationships/customXml" Target="../ink/ink1022.xml"/><Relationship Id="rId124" Type="http://schemas.openxmlformats.org/officeDocument/2006/relationships/image" Target="../media/image1043.png"/><Relationship Id="rId310" Type="http://schemas.openxmlformats.org/officeDocument/2006/relationships/image" Target="../media/image1136.png"/><Relationship Id="rId70" Type="http://schemas.openxmlformats.org/officeDocument/2006/relationships/image" Target="../media/image1016.png"/><Relationship Id="rId91" Type="http://schemas.openxmlformats.org/officeDocument/2006/relationships/customXml" Target="../ink/ink1016.xml"/><Relationship Id="rId145" Type="http://schemas.openxmlformats.org/officeDocument/2006/relationships/customXml" Target="../ink/ink1043.xml"/><Relationship Id="rId166" Type="http://schemas.openxmlformats.org/officeDocument/2006/relationships/image" Target="../media/image1064.png"/><Relationship Id="rId187" Type="http://schemas.openxmlformats.org/officeDocument/2006/relationships/customXml" Target="../ink/ink106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7.png"/><Relationship Id="rId233" Type="http://schemas.openxmlformats.org/officeDocument/2006/relationships/customXml" Target="../ink/ink1087.xml"/><Relationship Id="rId254" Type="http://schemas.openxmlformats.org/officeDocument/2006/relationships/image" Target="../media/image1108.png"/><Relationship Id="rId28" Type="http://schemas.openxmlformats.org/officeDocument/2006/relationships/image" Target="../media/image995.png"/><Relationship Id="rId49" Type="http://schemas.openxmlformats.org/officeDocument/2006/relationships/customXml" Target="../ink/ink995.xml"/><Relationship Id="rId114" Type="http://schemas.openxmlformats.org/officeDocument/2006/relationships/image" Target="../media/image1038.png"/><Relationship Id="rId275" Type="http://schemas.openxmlformats.org/officeDocument/2006/relationships/customXml" Target="../ink/ink1108.xml"/><Relationship Id="rId296" Type="http://schemas.openxmlformats.org/officeDocument/2006/relationships/image" Target="../media/image1129.png"/><Relationship Id="rId300" Type="http://schemas.openxmlformats.org/officeDocument/2006/relationships/image" Target="../media/image1131.png"/><Relationship Id="rId60" Type="http://schemas.openxmlformats.org/officeDocument/2006/relationships/image" Target="../media/image1011.png"/><Relationship Id="rId81" Type="http://schemas.openxmlformats.org/officeDocument/2006/relationships/customXml" Target="../ink/ink1011.xml"/><Relationship Id="rId135" Type="http://schemas.openxmlformats.org/officeDocument/2006/relationships/customXml" Target="../ink/ink1038.xml"/><Relationship Id="rId156" Type="http://schemas.openxmlformats.org/officeDocument/2006/relationships/image" Target="../media/image1059.png"/><Relationship Id="rId177" Type="http://schemas.openxmlformats.org/officeDocument/2006/relationships/customXml" Target="../ink/ink1059.xml"/><Relationship Id="rId198" Type="http://schemas.openxmlformats.org/officeDocument/2006/relationships/image" Target="../media/image1080.png"/><Relationship Id="rId202" Type="http://schemas.openxmlformats.org/officeDocument/2006/relationships/image" Target="../media/image1082.png"/><Relationship Id="rId223" Type="http://schemas.openxmlformats.org/officeDocument/2006/relationships/customXml" Target="../ink/ink1082.xml"/><Relationship Id="rId244" Type="http://schemas.openxmlformats.org/officeDocument/2006/relationships/image" Target="../media/image1103.png"/><Relationship Id="rId18" Type="http://schemas.openxmlformats.org/officeDocument/2006/relationships/image" Target="../media/image990.png"/><Relationship Id="rId39" Type="http://schemas.openxmlformats.org/officeDocument/2006/relationships/customXml" Target="../ink/ink990.xml"/><Relationship Id="rId265" Type="http://schemas.openxmlformats.org/officeDocument/2006/relationships/customXml" Target="../ink/ink1103.xml"/><Relationship Id="rId286" Type="http://schemas.openxmlformats.org/officeDocument/2006/relationships/image" Target="../media/image1124.png"/><Relationship Id="rId50" Type="http://schemas.openxmlformats.org/officeDocument/2006/relationships/image" Target="../media/image1006.png"/><Relationship Id="rId104" Type="http://schemas.openxmlformats.org/officeDocument/2006/relationships/image" Target="../media/image1033.png"/><Relationship Id="rId125" Type="http://schemas.openxmlformats.org/officeDocument/2006/relationships/customXml" Target="../ink/ink1033.xml"/><Relationship Id="rId146" Type="http://schemas.openxmlformats.org/officeDocument/2006/relationships/image" Target="../media/image1054.png"/><Relationship Id="rId167" Type="http://schemas.openxmlformats.org/officeDocument/2006/relationships/customXml" Target="../ink/ink1054.xml"/><Relationship Id="rId188" Type="http://schemas.openxmlformats.org/officeDocument/2006/relationships/image" Target="../media/image1075.png"/><Relationship Id="rId311" Type="http://schemas.openxmlformats.org/officeDocument/2006/relationships/customXml" Target="../ink/ink1126.xml"/><Relationship Id="rId71" Type="http://schemas.openxmlformats.org/officeDocument/2006/relationships/customXml" Target="../ink/ink1006.xml"/><Relationship Id="rId92" Type="http://schemas.openxmlformats.org/officeDocument/2006/relationships/image" Target="../media/image1027.png"/><Relationship Id="rId213" Type="http://schemas.openxmlformats.org/officeDocument/2006/relationships/customXml" Target="../ink/ink1077.xml"/><Relationship Id="rId234" Type="http://schemas.openxmlformats.org/officeDocument/2006/relationships/image" Target="../media/image1098.png"/><Relationship Id="rId2" Type="http://schemas.openxmlformats.org/officeDocument/2006/relationships/image" Target="../media/image563.jpg"/><Relationship Id="rId29" Type="http://schemas.openxmlformats.org/officeDocument/2006/relationships/customXml" Target="../ink/ink985.xml"/><Relationship Id="rId255" Type="http://schemas.openxmlformats.org/officeDocument/2006/relationships/customXml" Target="../ink/ink1098.xml"/><Relationship Id="rId276" Type="http://schemas.openxmlformats.org/officeDocument/2006/relationships/image" Target="../media/image1119.png"/><Relationship Id="rId297" Type="http://schemas.openxmlformats.org/officeDocument/2006/relationships/customXml" Target="../ink/ink1119.xml"/><Relationship Id="rId40" Type="http://schemas.openxmlformats.org/officeDocument/2006/relationships/image" Target="../media/image1001.png"/><Relationship Id="rId115" Type="http://schemas.openxmlformats.org/officeDocument/2006/relationships/customXml" Target="../ink/ink1028.xml"/><Relationship Id="rId136" Type="http://schemas.openxmlformats.org/officeDocument/2006/relationships/image" Target="../media/image1049.png"/><Relationship Id="rId157" Type="http://schemas.openxmlformats.org/officeDocument/2006/relationships/customXml" Target="../ink/ink1049.xml"/><Relationship Id="rId178" Type="http://schemas.openxmlformats.org/officeDocument/2006/relationships/image" Target="../media/image1070.png"/><Relationship Id="rId301" Type="http://schemas.openxmlformats.org/officeDocument/2006/relationships/customXml" Target="../ink/ink1121.xml"/><Relationship Id="rId61" Type="http://schemas.openxmlformats.org/officeDocument/2006/relationships/customXml" Target="../ink/ink1001.xml"/><Relationship Id="rId82" Type="http://schemas.openxmlformats.org/officeDocument/2006/relationships/image" Target="../media/image1022.png"/><Relationship Id="rId199" Type="http://schemas.openxmlformats.org/officeDocument/2006/relationships/customXml" Target="../ink/ink1070.xml"/><Relationship Id="rId203" Type="http://schemas.openxmlformats.org/officeDocument/2006/relationships/customXml" Target="../ink/ink1072.xml"/><Relationship Id="rId19" Type="http://schemas.openxmlformats.org/officeDocument/2006/relationships/customXml" Target="../ink/ink980.xml"/><Relationship Id="rId224" Type="http://schemas.openxmlformats.org/officeDocument/2006/relationships/image" Target="../media/image1093.png"/><Relationship Id="rId245" Type="http://schemas.openxmlformats.org/officeDocument/2006/relationships/customXml" Target="../ink/ink1093.xml"/><Relationship Id="rId266" Type="http://schemas.openxmlformats.org/officeDocument/2006/relationships/image" Target="../media/image1114.png"/><Relationship Id="rId287" Type="http://schemas.openxmlformats.org/officeDocument/2006/relationships/customXml" Target="../ink/ink1114.xml"/><Relationship Id="rId30" Type="http://schemas.openxmlformats.org/officeDocument/2006/relationships/image" Target="../media/image996.png"/><Relationship Id="rId105" Type="http://schemas.openxmlformats.org/officeDocument/2006/relationships/customXml" Target="../ink/ink1023.xml"/><Relationship Id="rId126" Type="http://schemas.openxmlformats.org/officeDocument/2006/relationships/image" Target="../media/image1044.png"/><Relationship Id="rId147" Type="http://schemas.openxmlformats.org/officeDocument/2006/relationships/customXml" Target="../ink/ink1044.xml"/><Relationship Id="rId168" Type="http://schemas.openxmlformats.org/officeDocument/2006/relationships/image" Target="../media/image1065.png"/><Relationship Id="rId312" Type="http://schemas.openxmlformats.org/officeDocument/2006/relationships/image" Target="../media/image1137.png"/><Relationship Id="rId51" Type="http://schemas.openxmlformats.org/officeDocument/2006/relationships/customXml" Target="../ink/ink996.xml"/><Relationship Id="rId72" Type="http://schemas.openxmlformats.org/officeDocument/2006/relationships/image" Target="../media/image1017.png"/><Relationship Id="rId93" Type="http://schemas.openxmlformats.org/officeDocument/2006/relationships/customXml" Target="../ink/ink1017.xml"/><Relationship Id="rId189" Type="http://schemas.openxmlformats.org/officeDocument/2006/relationships/customXml" Target="../ink/ink1065.xml"/><Relationship Id="rId3" Type="http://schemas.openxmlformats.org/officeDocument/2006/relationships/customXml" Target="../ink/ink972.xml"/><Relationship Id="rId214" Type="http://schemas.openxmlformats.org/officeDocument/2006/relationships/image" Target="../media/image1088.png"/><Relationship Id="rId235" Type="http://schemas.openxmlformats.org/officeDocument/2006/relationships/customXml" Target="../ink/ink1088.xml"/><Relationship Id="rId256" Type="http://schemas.openxmlformats.org/officeDocument/2006/relationships/image" Target="../media/image1109.png"/><Relationship Id="rId277" Type="http://schemas.openxmlformats.org/officeDocument/2006/relationships/customXml" Target="../ink/ink1109.xml"/><Relationship Id="rId298" Type="http://schemas.openxmlformats.org/officeDocument/2006/relationships/image" Target="../media/image1130.png"/><Relationship Id="rId116" Type="http://schemas.openxmlformats.org/officeDocument/2006/relationships/image" Target="../media/image1039.png"/><Relationship Id="rId137" Type="http://schemas.openxmlformats.org/officeDocument/2006/relationships/customXml" Target="../ink/ink1039.xml"/><Relationship Id="rId158" Type="http://schemas.openxmlformats.org/officeDocument/2006/relationships/image" Target="../media/image1060.png"/><Relationship Id="rId302" Type="http://schemas.openxmlformats.org/officeDocument/2006/relationships/image" Target="../media/image1132.png"/><Relationship Id="rId20" Type="http://schemas.openxmlformats.org/officeDocument/2006/relationships/image" Target="../media/image991.png"/><Relationship Id="rId41" Type="http://schemas.openxmlformats.org/officeDocument/2006/relationships/customXml" Target="../ink/ink991.xml"/><Relationship Id="rId62" Type="http://schemas.openxmlformats.org/officeDocument/2006/relationships/image" Target="../media/image1012.png"/><Relationship Id="rId83" Type="http://schemas.openxmlformats.org/officeDocument/2006/relationships/customXml" Target="../ink/ink1012.xml"/><Relationship Id="rId179" Type="http://schemas.openxmlformats.org/officeDocument/2006/relationships/customXml" Target="../ink/ink1060.xml"/><Relationship Id="rId190" Type="http://schemas.openxmlformats.org/officeDocument/2006/relationships/image" Target="../media/image1076.png"/><Relationship Id="rId204" Type="http://schemas.openxmlformats.org/officeDocument/2006/relationships/image" Target="../media/image1083.png"/><Relationship Id="rId225" Type="http://schemas.openxmlformats.org/officeDocument/2006/relationships/customXml" Target="../ink/ink1083.xml"/><Relationship Id="rId246" Type="http://schemas.openxmlformats.org/officeDocument/2006/relationships/image" Target="../media/image1104.png"/><Relationship Id="rId267" Type="http://schemas.openxmlformats.org/officeDocument/2006/relationships/customXml" Target="../ink/ink1104.xml"/><Relationship Id="rId288" Type="http://schemas.openxmlformats.org/officeDocument/2006/relationships/image" Target="../media/image1125.png"/><Relationship Id="rId106" Type="http://schemas.openxmlformats.org/officeDocument/2006/relationships/image" Target="../media/image1034.png"/><Relationship Id="rId127" Type="http://schemas.openxmlformats.org/officeDocument/2006/relationships/customXml" Target="../ink/ink1034.xml"/><Relationship Id="rId313" Type="http://schemas.openxmlformats.org/officeDocument/2006/relationships/customXml" Target="../ink/ink1127.xml"/><Relationship Id="rId10" Type="http://schemas.openxmlformats.org/officeDocument/2006/relationships/image" Target="../media/image986.png"/><Relationship Id="rId31" Type="http://schemas.openxmlformats.org/officeDocument/2006/relationships/customXml" Target="../ink/ink986.xml"/><Relationship Id="rId52" Type="http://schemas.openxmlformats.org/officeDocument/2006/relationships/image" Target="../media/image1007.png"/><Relationship Id="rId73" Type="http://schemas.openxmlformats.org/officeDocument/2006/relationships/customXml" Target="../ink/ink1007.xml"/><Relationship Id="rId94" Type="http://schemas.openxmlformats.org/officeDocument/2006/relationships/image" Target="../media/image1028.png"/><Relationship Id="rId148" Type="http://schemas.openxmlformats.org/officeDocument/2006/relationships/image" Target="../media/image1055.png"/><Relationship Id="rId169" Type="http://schemas.openxmlformats.org/officeDocument/2006/relationships/customXml" Target="../ink/ink1055.xml"/><Relationship Id="rId4" Type="http://schemas.openxmlformats.org/officeDocument/2006/relationships/image" Target="../media/image983.png"/><Relationship Id="rId180" Type="http://schemas.openxmlformats.org/officeDocument/2006/relationships/image" Target="../media/image1071.png"/><Relationship Id="rId215" Type="http://schemas.openxmlformats.org/officeDocument/2006/relationships/customXml" Target="../ink/ink1078.xml"/><Relationship Id="rId236" Type="http://schemas.openxmlformats.org/officeDocument/2006/relationships/image" Target="../media/image1099.png"/><Relationship Id="rId257" Type="http://schemas.openxmlformats.org/officeDocument/2006/relationships/customXml" Target="../ink/ink1099.xml"/><Relationship Id="rId278" Type="http://schemas.openxmlformats.org/officeDocument/2006/relationships/image" Target="../media/image1120.png"/><Relationship Id="rId303" Type="http://schemas.openxmlformats.org/officeDocument/2006/relationships/customXml" Target="../ink/ink1122.xml"/><Relationship Id="rId42" Type="http://schemas.openxmlformats.org/officeDocument/2006/relationships/image" Target="../media/image1002.png"/><Relationship Id="rId84" Type="http://schemas.openxmlformats.org/officeDocument/2006/relationships/image" Target="../media/image1023.png"/><Relationship Id="rId138" Type="http://schemas.openxmlformats.org/officeDocument/2006/relationships/image" Target="../media/image1050.png"/><Relationship Id="rId191" Type="http://schemas.openxmlformats.org/officeDocument/2006/relationships/customXml" Target="../ink/ink1066.xml"/><Relationship Id="rId205" Type="http://schemas.openxmlformats.org/officeDocument/2006/relationships/customXml" Target="../ink/ink1073.xml"/><Relationship Id="rId247" Type="http://schemas.openxmlformats.org/officeDocument/2006/relationships/customXml" Target="../ink/ink1094.xml"/><Relationship Id="rId107" Type="http://schemas.openxmlformats.org/officeDocument/2006/relationships/customXml" Target="../ink/ink1024.xml"/><Relationship Id="rId289" Type="http://schemas.openxmlformats.org/officeDocument/2006/relationships/customXml" Target="../ink/ink1115.xml"/><Relationship Id="rId11" Type="http://schemas.openxmlformats.org/officeDocument/2006/relationships/customXml" Target="../ink/ink976.xml"/><Relationship Id="rId53" Type="http://schemas.openxmlformats.org/officeDocument/2006/relationships/customXml" Target="../ink/ink997.xml"/><Relationship Id="rId149" Type="http://schemas.openxmlformats.org/officeDocument/2006/relationships/customXml" Target="../ink/ink1045.xml"/><Relationship Id="rId314" Type="http://schemas.openxmlformats.org/officeDocument/2006/relationships/image" Target="../media/image1138.png"/><Relationship Id="rId95" Type="http://schemas.openxmlformats.org/officeDocument/2006/relationships/customXml" Target="../ink/ink1018.xml"/><Relationship Id="rId160" Type="http://schemas.openxmlformats.org/officeDocument/2006/relationships/image" Target="../media/image1061.png"/><Relationship Id="rId216" Type="http://schemas.openxmlformats.org/officeDocument/2006/relationships/image" Target="../media/image1089.png"/><Relationship Id="rId258" Type="http://schemas.openxmlformats.org/officeDocument/2006/relationships/image" Target="../media/image1110.png"/><Relationship Id="rId22" Type="http://schemas.openxmlformats.org/officeDocument/2006/relationships/image" Target="../media/image992.png"/><Relationship Id="rId64" Type="http://schemas.openxmlformats.org/officeDocument/2006/relationships/image" Target="../media/image1013.png"/><Relationship Id="rId118" Type="http://schemas.openxmlformats.org/officeDocument/2006/relationships/image" Target="../media/image1040.png"/><Relationship Id="rId171" Type="http://schemas.openxmlformats.org/officeDocument/2006/relationships/customXml" Target="../ink/ink1056.xml"/><Relationship Id="rId227" Type="http://schemas.openxmlformats.org/officeDocument/2006/relationships/customXml" Target="../ink/ink1084.xml"/><Relationship Id="rId269" Type="http://schemas.openxmlformats.org/officeDocument/2006/relationships/customXml" Target="../ink/ink1105.xml"/><Relationship Id="rId33" Type="http://schemas.openxmlformats.org/officeDocument/2006/relationships/customXml" Target="../ink/ink987.xml"/><Relationship Id="rId129" Type="http://schemas.openxmlformats.org/officeDocument/2006/relationships/customXml" Target="../ink/ink1035.xml"/><Relationship Id="rId280" Type="http://schemas.openxmlformats.org/officeDocument/2006/relationships/image" Target="../media/image1121.png"/><Relationship Id="rId75" Type="http://schemas.openxmlformats.org/officeDocument/2006/relationships/customXml" Target="../ink/ink1008.xml"/><Relationship Id="rId140" Type="http://schemas.openxmlformats.org/officeDocument/2006/relationships/image" Target="../media/image1051.png"/><Relationship Id="rId182" Type="http://schemas.openxmlformats.org/officeDocument/2006/relationships/image" Target="../media/image1072.png"/><Relationship Id="rId6" Type="http://schemas.openxmlformats.org/officeDocument/2006/relationships/image" Target="../media/image984.png"/><Relationship Id="rId238" Type="http://schemas.openxmlformats.org/officeDocument/2006/relationships/image" Target="../media/image1100.png"/><Relationship Id="rId291" Type="http://schemas.openxmlformats.org/officeDocument/2006/relationships/customXml" Target="../ink/ink1116.xml"/><Relationship Id="rId305" Type="http://schemas.openxmlformats.org/officeDocument/2006/relationships/customXml" Target="../ink/ink1123.xml"/><Relationship Id="rId44" Type="http://schemas.openxmlformats.org/officeDocument/2006/relationships/image" Target="../media/image1003.png"/><Relationship Id="rId86" Type="http://schemas.openxmlformats.org/officeDocument/2006/relationships/image" Target="../media/image1024.png"/><Relationship Id="rId151" Type="http://schemas.openxmlformats.org/officeDocument/2006/relationships/customXml" Target="../ink/ink1046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85.xml"/><Relationship Id="rId299" Type="http://schemas.openxmlformats.org/officeDocument/2006/relationships/customXml" Target="../ink/ink1276.xml"/><Relationship Id="rId21" Type="http://schemas.openxmlformats.org/officeDocument/2006/relationships/customXml" Target="../ink/ink1137.xml"/><Relationship Id="rId63" Type="http://schemas.openxmlformats.org/officeDocument/2006/relationships/customXml" Target="../ink/ink1158.xml"/><Relationship Id="rId159" Type="http://schemas.openxmlformats.org/officeDocument/2006/relationships/customXml" Target="../ink/ink1206.xml"/><Relationship Id="rId170" Type="http://schemas.openxmlformats.org/officeDocument/2006/relationships/image" Target="../media/image1222.png"/><Relationship Id="rId226" Type="http://schemas.openxmlformats.org/officeDocument/2006/relationships/image" Target="../media/image1250.png"/><Relationship Id="rId268" Type="http://schemas.openxmlformats.org/officeDocument/2006/relationships/image" Target="../media/image1271.png"/><Relationship Id="rId32" Type="http://schemas.openxmlformats.org/officeDocument/2006/relationships/image" Target="../media/image1153.png"/><Relationship Id="rId74" Type="http://schemas.openxmlformats.org/officeDocument/2006/relationships/image" Target="../media/image1174.png"/><Relationship Id="rId128" Type="http://schemas.openxmlformats.org/officeDocument/2006/relationships/image" Target="../media/image1201.png"/><Relationship Id="rId5" Type="http://schemas.openxmlformats.org/officeDocument/2006/relationships/customXml" Target="../ink/ink1129.xml"/><Relationship Id="rId181" Type="http://schemas.openxmlformats.org/officeDocument/2006/relationships/customXml" Target="../ink/ink1217.xml"/><Relationship Id="rId237" Type="http://schemas.openxmlformats.org/officeDocument/2006/relationships/customXml" Target="../ink/ink1245.xml"/><Relationship Id="rId279" Type="http://schemas.openxmlformats.org/officeDocument/2006/relationships/customXml" Target="../ink/ink1266.xml"/><Relationship Id="rId43" Type="http://schemas.openxmlformats.org/officeDocument/2006/relationships/customXml" Target="../ink/ink1148.xml"/><Relationship Id="rId139" Type="http://schemas.openxmlformats.org/officeDocument/2006/relationships/customXml" Target="../ink/ink1196.xml"/><Relationship Id="rId290" Type="http://schemas.openxmlformats.org/officeDocument/2006/relationships/image" Target="../media/image1282.png"/><Relationship Id="rId304" Type="http://schemas.openxmlformats.org/officeDocument/2006/relationships/image" Target="../media/image1289.png"/><Relationship Id="rId85" Type="http://schemas.openxmlformats.org/officeDocument/2006/relationships/customXml" Target="../ink/ink1169.xml"/><Relationship Id="rId150" Type="http://schemas.openxmlformats.org/officeDocument/2006/relationships/image" Target="../media/image1212.png"/><Relationship Id="rId192" Type="http://schemas.openxmlformats.org/officeDocument/2006/relationships/image" Target="../media/image1233.png"/><Relationship Id="rId206" Type="http://schemas.openxmlformats.org/officeDocument/2006/relationships/image" Target="../media/image1240.png"/><Relationship Id="rId248" Type="http://schemas.openxmlformats.org/officeDocument/2006/relationships/image" Target="../media/image1261.png"/><Relationship Id="rId12" Type="http://schemas.openxmlformats.org/officeDocument/2006/relationships/image" Target="../media/image1143.png"/><Relationship Id="rId108" Type="http://schemas.openxmlformats.org/officeDocument/2006/relationships/image" Target="../media/image1191.png"/><Relationship Id="rId54" Type="http://schemas.openxmlformats.org/officeDocument/2006/relationships/image" Target="../media/image1164.png"/><Relationship Id="rId96" Type="http://schemas.openxmlformats.org/officeDocument/2006/relationships/image" Target="../media/image1185.png"/><Relationship Id="rId161" Type="http://schemas.openxmlformats.org/officeDocument/2006/relationships/customXml" Target="../ink/ink1207.xml"/><Relationship Id="rId217" Type="http://schemas.openxmlformats.org/officeDocument/2006/relationships/customXml" Target="../ink/ink1235.xml"/><Relationship Id="rId259" Type="http://schemas.openxmlformats.org/officeDocument/2006/relationships/customXml" Target="../ink/ink1256.xml"/><Relationship Id="rId23" Type="http://schemas.openxmlformats.org/officeDocument/2006/relationships/customXml" Target="../ink/ink1138.xml"/><Relationship Id="rId119" Type="http://schemas.openxmlformats.org/officeDocument/2006/relationships/customXml" Target="../ink/ink1186.xml"/><Relationship Id="rId270" Type="http://schemas.openxmlformats.org/officeDocument/2006/relationships/image" Target="../media/image1272.png"/><Relationship Id="rId291" Type="http://schemas.openxmlformats.org/officeDocument/2006/relationships/customXml" Target="../ink/ink1272.xml"/><Relationship Id="rId305" Type="http://schemas.openxmlformats.org/officeDocument/2006/relationships/customXml" Target="../ink/ink1279.xml"/><Relationship Id="rId44" Type="http://schemas.openxmlformats.org/officeDocument/2006/relationships/image" Target="../media/image1159.png"/><Relationship Id="rId65" Type="http://schemas.openxmlformats.org/officeDocument/2006/relationships/customXml" Target="../ink/ink1159.xml"/><Relationship Id="rId86" Type="http://schemas.openxmlformats.org/officeDocument/2006/relationships/image" Target="../media/image1180.png"/><Relationship Id="rId130" Type="http://schemas.openxmlformats.org/officeDocument/2006/relationships/image" Target="../media/image1202.png"/><Relationship Id="rId151" Type="http://schemas.openxmlformats.org/officeDocument/2006/relationships/customXml" Target="../ink/ink1202.xml"/><Relationship Id="rId172" Type="http://schemas.openxmlformats.org/officeDocument/2006/relationships/image" Target="../media/image1223.png"/><Relationship Id="rId193" Type="http://schemas.openxmlformats.org/officeDocument/2006/relationships/customXml" Target="../ink/ink1223.xml"/><Relationship Id="rId207" Type="http://schemas.openxmlformats.org/officeDocument/2006/relationships/customXml" Target="../ink/ink1230.xml"/><Relationship Id="rId228" Type="http://schemas.openxmlformats.org/officeDocument/2006/relationships/image" Target="../media/image1251.png"/><Relationship Id="rId249" Type="http://schemas.openxmlformats.org/officeDocument/2006/relationships/customXml" Target="../ink/ink1251.xml"/><Relationship Id="rId13" Type="http://schemas.openxmlformats.org/officeDocument/2006/relationships/customXml" Target="../ink/ink1133.xml"/><Relationship Id="rId109" Type="http://schemas.openxmlformats.org/officeDocument/2006/relationships/customXml" Target="../ink/ink1181.xml"/><Relationship Id="rId260" Type="http://schemas.openxmlformats.org/officeDocument/2006/relationships/image" Target="../media/image1267.png"/><Relationship Id="rId281" Type="http://schemas.openxmlformats.org/officeDocument/2006/relationships/customXml" Target="../ink/ink1267.xml"/><Relationship Id="rId34" Type="http://schemas.openxmlformats.org/officeDocument/2006/relationships/image" Target="../media/image1154.png"/><Relationship Id="rId55" Type="http://schemas.openxmlformats.org/officeDocument/2006/relationships/customXml" Target="../ink/ink1154.xml"/><Relationship Id="rId76" Type="http://schemas.openxmlformats.org/officeDocument/2006/relationships/image" Target="../media/image1175.png"/><Relationship Id="rId97" Type="http://schemas.openxmlformats.org/officeDocument/2006/relationships/customXml" Target="../ink/ink1175.xml"/><Relationship Id="rId120" Type="http://schemas.openxmlformats.org/officeDocument/2006/relationships/image" Target="../media/image1197.png"/><Relationship Id="rId141" Type="http://schemas.openxmlformats.org/officeDocument/2006/relationships/customXml" Target="../ink/ink1197.xml"/><Relationship Id="rId7" Type="http://schemas.openxmlformats.org/officeDocument/2006/relationships/customXml" Target="../ink/ink1130.xml"/><Relationship Id="rId162" Type="http://schemas.openxmlformats.org/officeDocument/2006/relationships/image" Target="../media/image1218.png"/><Relationship Id="rId183" Type="http://schemas.openxmlformats.org/officeDocument/2006/relationships/customXml" Target="../ink/ink1218.xml"/><Relationship Id="rId218" Type="http://schemas.openxmlformats.org/officeDocument/2006/relationships/image" Target="../media/image1246.png"/><Relationship Id="rId239" Type="http://schemas.openxmlformats.org/officeDocument/2006/relationships/customXml" Target="../ink/ink1246.xml"/><Relationship Id="rId250" Type="http://schemas.openxmlformats.org/officeDocument/2006/relationships/image" Target="../media/image1262.png"/><Relationship Id="rId271" Type="http://schemas.openxmlformats.org/officeDocument/2006/relationships/customXml" Target="../ink/ink1262.xml"/><Relationship Id="rId292" Type="http://schemas.openxmlformats.org/officeDocument/2006/relationships/image" Target="../media/image1283.png"/><Relationship Id="rId306" Type="http://schemas.openxmlformats.org/officeDocument/2006/relationships/image" Target="../media/image1290.png"/><Relationship Id="rId24" Type="http://schemas.openxmlformats.org/officeDocument/2006/relationships/image" Target="../media/image1149.png"/><Relationship Id="rId45" Type="http://schemas.openxmlformats.org/officeDocument/2006/relationships/customXml" Target="../ink/ink1149.xml"/><Relationship Id="rId66" Type="http://schemas.openxmlformats.org/officeDocument/2006/relationships/image" Target="../media/image1170.png"/><Relationship Id="rId87" Type="http://schemas.openxmlformats.org/officeDocument/2006/relationships/customXml" Target="../ink/ink1170.xml"/><Relationship Id="rId110" Type="http://schemas.openxmlformats.org/officeDocument/2006/relationships/image" Target="../media/image1192.png"/><Relationship Id="rId131" Type="http://schemas.openxmlformats.org/officeDocument/2006/relationships/customXml" Target="../ink/ink1192.xml"/><Relationship Id="rId152" Type="http://schemas.openxmlformats.org/officeDocument/2006/relationships/image" Target="../media/image1213.png"/><Relationship Id="rId173" Type="http://schemas.openxmlformats.org/officeDocument/2006/relationships/customXml" Target="../ink/ink1213.xml"/><Relationship Id="rId194" Type="http://schemas.openxmlformats.org/officeDocument/2006/relationships/image" Target="../media/image1234.png"/><Relationship Id="rId208" Type="http://schemas.openxmlformats.org/officeDocument/2006/relationships/image" Target="../media/image1241.png"/><Relationship Id="rId229" Type="http://schemas.openxmlformats.org/officeDocument/2006/relationships/customXml" Target="../ink/ink1241.xml"/><Relationship Id="rId240" Type="http://schemas.openxmlformats.org/officeDocument/2006/relationships/image" Target="../media/image1257.png"/><Relationship Id="rId261" Type="http://schemas.openxmlformats.org/officeDocument/2006/relationships/customXml" Target="../ink/ink1257.xml"/><Relationship Id="rId14" Type="http://schemas.openxmlformats.org/officeDocument/2006/relationships/image" Target="../media/image1144.png"/><Relationship Id="rId35" Type="http://schemas.openxmlformats.org/officeDocument/2006/relationships/customXml" Target="../ink/ink1144.xml"/><Relationship Id="rId56" Type="http://schemas.openxmlformats.org/officeDocument/2006/relationships/image" Target="../media/image1165.png"/><Relationship Id="rId77" Type="http://schemas.openxmlformats.org/officeDocument/2006/relationships/customXml" Target="../ink/ink1165.xml"/><Relationship Id="rId100" Type="http://schemas.openxmlformats.org/officeDocument/2006/relationships/image" Target="../media/image1187.png"/><Relationship Id="rId282" Type="http://schemas.openxmlformats.org/officeDocument/2006/relationships/image" Target="../media/image1278.png"/><Relationship Id="rId8" Type="http://schemas.openxmlformats.org/officeDocument/2006/relationships/image" Target="../media/image1141.png"/><Relationship Id="rId98" Type="http://schemas.openxmlformats.org/officeDocument/2006/relationships/image" Target="../media/image1186.png"/><Relationship Id="rId121" Type="http://schemas.openxmlformats.org/officeDocument/2006/relationships/customXml" Target="../ink/ink1187.xml"/><Relationship Id="rId142" Type="http://schemas.openxmlformats.org/officeDocument/2006/relationships/image" Target="../media/image1208.png"/><Relationship Id="rId163" Type="http://schemas.openxmlformats.org/officeDocument/2006/relationships/customXml" Target="../ink/ink1208.xml"/><Relationship Id="rId184" Type="http://schemas.openxmlformats.org/officeDocument/2006/relationships/image" Target="../media/image1229.png"/><Relationship Id="rId219" Type="http://schemas.openxmlformats.org/officeDocument/2006/relationships/customXml" Target="../ink/ink1236.xml"/><Relationship Id="rId230" Type="http://schemas.openxmlformats.org/officeDocument/2006/relationships/image" Target="../media/image1252.png"/><Relationship Id="rId251" Type="http://schemas.openxmlformats.org/officeDocument/2006/relationships/customXml" Target="../ink/ink1252.xml"/><Relationship Id="rId25" Type="http://schemas.openxmlformats.org/officeDocument/2006/relationships/customXml" Target="../ink/ink1139.xml"/><Relationship Id="rId46" Type="http://schemas.openxmlformats.org/officeDocument/2006/relationships/image" Target="../media/image1160.png"/><Relationship Id="rId67" Type="http://schemas.openxmlformats.org/officeDocument/2006/relationships/customXml" Target="../ink/ink1160.xml"/><Relationship Id="rId272" Type="http://schemas.openxmlformats.org/officeDocument/2006/relationships/image" Target="../media/image1273.png"/><Relationship Id="rId293" Type="http://schemas.openxmlformats.org/officeDocument/2006/relationships/customXml" Target="../ink/ink1273.xml"/><Relationship Id="rId307" Type="http://schemas.openxmlformats.org/officeDocument/2006/relationships/customXml" Target="../ink/ink1280.xml"/><Relationship Id="rId88" Type="http://schemas.openxmlformats.org/officeDocument/2006/relationships/image" Target="../media/image1181.png"/><Relationship Id="rId111" Type="http://schemas.openxmlformats.org/officeDocument/2006/relationships/customXml" Target="../ink/ink1182.xml"/><Relationship Id="rId132" Type="http://schemas.openxmlformats.org/officeDocument/2006/relationships/image" Target="../media/image1203.png"/><Relationship Id="rId153" Type="http://schemas.openxmlformats.org/officeDocument/2006/relationships/customXml" Target="../ink/ink1203.xml"/><Relationship Id="rId174" Type="http://schemas.openxmlformats.org/officeDocument/2006/relationships/image" Target="../media/image1224.png"/><Relationship Id="rId195" Type="http://schemas.openxmlformats.org/officeDocument/2006/relationships/customXml" Target="../ink/ink1224.xml"/><Relationship Id="rId209" Type="http://schemas.openxmlformats.org/officeDocument/2006/relationships/customXml" Target="../ink/ink1231.xml"/><Relationship Id="rId220" Type="http://schemas.openxmlformats.org/officeDocument/2006/relationships/image" Target="../media/image1247.png"/><Relationship Id="rId241" Type="http://schemas.openxmlformats.org/officeDocument/2006/relationships/customXml" Target="../ink/ink1247.xml"/><Relationship Id="rId15" Type="http://schemas.openxmlformats.org/officeDocument/2006/relationships/customXml" Target="../ink/ink1134.xml"/><Relationship Id="rId36" Type="http://schemas.openxmlformats.org/officeDocument/2006/relationships/image" Target="../media/image1155.png"/><Relationship Id="rId57" Type="http://schemas.openxmlformats.org/officeDocument/2006/relationships/customXml" Target="../ink/ink1155.xml"/><Relationship Id="rId262" Type="http://schemas.openxmlformats.org/officeDocument/2006/relationships/image" Target="../media/image1268.png"/><Relationship Id="rId283" Type="http://schemas.openxmlformats.org/officeDocument/2006/relationships/customXml" Target="../ink/ink1268.xml"/><Relationship Id="rId78" Type="http://schemas.openxmlformats.org/officeDocument/2006/relationships/image" Target="../media/image1176.png"/><Relationship Id="rId99" Type="http://schemas.openxmlformats.org/officeDocument/2006/relationships/customXml" Target="../ink/ink1176.xml"/><Relationship Id="rId101" Type="http://schemas.openxmlformats.org/officeDocument/2006/relationships/customXml" Target="../ink/ink1177.xml"/><Relationship Id="rId122" Type="http://schemas.openxmlformats.org/officeDocument/2006/relationships/image" Target="../media/image1198.png"/><Relationship Id="rId143" Type="http://schemas.openxmlformats.org/officeDocument/2006/relationships/customXml" Target="../ink/ink1198.xml"/><Relationship Id="rId164" Type="http://schemas.openxmlformats.org/officeDocument/2006/relationships/image" Target="../media/image1219.png"/><Relationship Id="rId185" Type="http://schemas.openxmlformats.org/officeDocument/2006/relationships/customXml" Target="../ink/ink1219.xml"/><Relationship Id="rId9" Type="http://schemas.openxmlformats.org/officeDocument/2006/relationships/customXml" Target="../ink/ink1131.xml"/><Relationship Id="rId210" Type="http://schemas.openxmlformats.org/officeDocument/2006/relationships/image" Target="../media/image1242.png"/><Relationship Id="rId26" Type="http://schemas.openxmlformats.org/officeDocument/2006/relationships/image" Target="../media/image1150.png"/><Relationship Id="rId231" Type="http://schemas.openxmlformats.org/officeDocument/2006/relationships/customXml" Target="../ink/ink1242.xml"/><Relationship Id="rId252" Type="http://schemas.openxmlformats.org/officeDocument/2006/relationships/image" Target="../media/image1263.png"/><Relationship Id="rId273" Type="http://schemas.openxmlformats.org/officeDocument/2006/relationships/customXml" Target="../ink/ink1263.xml"/><Relationship Id="rId294" Type="http://schemas.openxmlformats.org/officeDocument/2006/relationships/image" Target="../media/image1284.png"/><Relationship Id="rId308" Type="http://schemas.openxmlformats.org/officeDocument/2006/relationships/image" Target="../media/image1291.png"/><Relationship Id="rId47" Type="http://schemas.openxmlformats.org/officeDocument/2006/relationships/customXml" Target="../ink/ink1150.xml"/><Relationship Id="rId68" Type="http://schemas.openxmlformats.org/officeDocument/2006/relationships/image" Target="../media/image1171.png"/><Relationship Id="rId89" Type="http://schemas.openxmlformats.org/officeDocument/2006/relationships/customXml" Target="../ink/ink1171.xml"/><Relationship Id="rId112" Type="http://schemas.openxmlformats.org/officeDocument/2006/relationships/image" Target="../media/image1193.png"/><Relationship Id="rId133" Type="http://schemas.openxmlformats.org/officeDocument/2006/relationships/customXml" Target="../ink/ink1193.xml"/><Relationship Id="rId154" Type="http://schemas.openxmlformats.org/officeDocument/2006/relationships/image" Target="../media/image1214.png"/><Relationship Id="rId175" Type="http://schemas.openxmlformats.org/officeDocument/2006/relationships/customXml" Target="../ink/ink1214.xml"/><Relationship Id="rId196" Type="http://schemas.openxmlformats.org/officeDocument/2006/relationships/image" Target="../media/image1235.png"/><Relationship Id="rId200" Type="http://schemas.openxmlformats.org/officeDocument/2006/relationships/image" Target="../media/image1237.png"/><Relationship Id="rId16" Type="http://schemas.openxmlformats.org/officeDocument/2006/relationships/image" Target="../media/image1145.png"/><Relationship Id="rId221" Type="http://schemas.openxmlformats.org/officeDocument/2006/relationships/customXml" Target="../ink/ink1237.xml"/><Relationship Id="rId242" Type="http://schemas.openxmlformats.org/officeDocument/2006/relationships/image" Target="../media/image1258.png"/><Relationship Id="rId263" Type="http://schemas.openxmlformats.org/officeDocument/2006/relationships/customXml" Target="../ink/ink1258.xml"/><Relationship Id="rId284" Type="http://schemas.openxmlformats.org/officeDocument/2006/relationships/image" Target="../media/image1279.png"/><Relationship Id="rId37" Type="http://schemas.openxmlformats.org/officeDocument/2006/relationships/customXml" Target="../ink/ink1145.xml"/><Relationship Id="rId58" Type="http://schemas.openxmlformats.org/officeDocument/2006/relationships/image" Target="../media/image1166.png"/><Relationship Id="rId79" Type="http://schemas.openxmlformats.org/officeDocument/2006/relationships/customXml" Target="../ink/ink1166.xml"/><Relationship Id="rId102" Type="http://schemas.openxmlformats.org/officeDocument/2006/relationships/image" Target="../media/image1188.png"/><Relationship Id="rId123" Type="http://schemas.openxmlformats.org/officeDocument/2006/relationships/customXml" Target="../ink/ink1188.xml"/><Relationship Id="rId144" Type="http://schemas.openxmlformats.org/officeDocument/2006/relationships/image" Target="../media/image1209.png"/><Relationship Id="rId90" Type="http://schemas.openxmlformats.org/officeDocument/2006/relationships/image" Target="../media/image1182.png"/><Relationship Id="rId165" Type="http://schemas.openxmlformats.org/officeDocument/2006/relationships/customXml" Target="../ink/ink1209.xml"/><Relationship Id="rId186" Type="http://schemas.openxmlformats.org/officeDocument/2006/relationships/image" Target="../media/image1230.png"/><Relationship Id="rId211" Type="http://schemas.openxmlformats.org/officeDocument/2006/relationships/customXml" Target="../ink/ink1232.xml"/><Relationship Id="rId232" Type="http://schemas.openxmlformats.org/officeDocument/2006/relationships/image" Target="../media/image1253.png"/><Relationship Id="rId253" Type="http://schemas.openxmlformats.org/officeDocument/2006/relationships/customXml" Target="../ink/ink1253.xml"/><Relationship Id="rId274" Type="http://schemas.openxmlformats.org/officeDocument/2006/relationships/image" Target="../media/image1274.png"/><Relationship Id="rId295" Type="http://schemas.openxmlformats.org/officeDocument/2006/relationships/customXml" Target="../ink/ink1274.xml"/><Relationship Id="rId27" Type="http://schemas.openxmlformats.org/officeDocument/2006/relationships/customXml" Target="../ink/ink1140.xml"/><Relationship Id="rId48" Type="http://schemas.openxmlformats.org/officeDocument/2006/relationships/image" Target="../media/image1161.png"/><Relationship Id="rId69" Type="http://schemas.openxmlformats.org/officeDocument/2006/relationships/customXml" Target="../ink/ink1161.xml"/><Relationship Id="rId113" Type="http://schemas.openxmlformats.org/officeDocument/2006/relationships/customXml" Target="../ink/ink1183.xml"/><Relationship Id="rId134" Type="http://schemas.openxmlformats.org/officeDocument/2006/relationships/image" Target="../media/image1204.png"/><Relationship Id="rId80" Type="http://schemas.openxmlformats.org/officeDocument/2006/relationships/image" Target="../media/image1177.png"/><Relationship Id="rId155" Type="http://schemas.openxmlformats.org/officeDocument/2006/relationships/customXml" Target="../ink/ink1204.xml"/><Relationship Id="rId176" Type="http://schemas.openxmlformats.org/officeDocument/2006/relationships/image" Target="../media/image1225.png"/><Relationship Id="rId197" Type="http://schemas.openxmlformats.org/officeDocument/2006/relationships/customXml" Target="../ink/ink1225.xml"/><Relationship Id="rId201" Type="http://schemas.openxmlformats.org/officeDocument/2006/relationships/customXml" Target="../ink/ink1227.xml"/><Relationship Id="rId222" Type="http://schemas.openxmlformats.org/officeDocument/2006/relationships/image" Target="../media/image1248.png"/><Relationship Id="rId243" Type="http://schemas.openxmlformats.org/officeDocument/2006/relationships/customXml" Target="../ink/ink1248.xml"/><Relationship Id="rId264" Type="http://schemas.openxmlformats.org/officeDocument/2006/relationships/image" Target="../media/image1269.png"/><Relationship Id="rId285" Type="http://schemas.openxmlformats.org/officeDocument/2006/relationships/customXml" Target="../ink/ink1269.xml"/><Relationship Id="rId17" Type="http://schemas.openxmlformats.org/officeDocument/2006/relationships/customXml" Target="../ink/ink1135.xml"/><Relationship Id="rId38" Type="http://schemas.openxmlformats.org/officeDocument/2006/relationships/image" Target="../media/image1156.png"/><Relationship Id="rId59" Type="http://schemas.openxmlformats.org/officeDocument/2006/relationships/customXml" Target="../ink/ink1156.xml"/><Relationship Id="rId103" Type="http://schemas.openxmlformats.org/officeDocument/2006/relationships/customXml" Target="../ink/ink1178.xml"/><Relationship Id="rId124" Type="http://schemas.openxmlformats.org/officeDocument/2006/relationships/image" Target="../media/image1199.png"/><Relationship Id="rId70" Type="http://schemas.openxmlformats.org/officeDocument/2006/relationships/image" Target="../media/image1172.png"/><Relationship Id="rId91" Type="http://schemas.openxmlformats.org/officeDocument/2006/relationships/customXml" Target="../ink/ink1172.xml"/><Relationship Id="rId145" Type="http://schemas.openxmlformats.org/officeDocument/2006/relationships/customXml" Target="../ink/ink1199.xml"/><Relationship Id="rId166" Type="http://schemas.openxmlformats.org/officeDocument/2006/relationships/image" Target="../media/image1220.png"/><Relationship Id="rId187" Type="http://schemas.openxmlformats.org/officeDocument/2006/relationships/customXml" Target="../ink/ink122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43.png"/><Relationship Id="rId233" Type="http://schemas.openxmlformats.org/officeDocument/2006/relationships/customXml" Target="../ink/ink1243.xml"/><Relationship Id="rId254" Type="http://schemas.openxmlformats.org/officeDocument/2006/relationships/image" Target="../media/image1264.png"/><Relationship Id="rId28" Type="http://schemas.openxmlformats.org/officeDocument/2006/relationships/image" Target="../media/image1151.png"/><Relationship Id="rId49" Type="http://schemas.openxmlformats.org/officeDocument/2006/relationships/customXml" Target="../ink/ink1151.xml"/><Relationship Id="rId114" Type="http://schemas.openxmlformats.org/officeDocument/2006/relationships/image" Target="../media/image1194.png"/><Relationship Id="rId275" Type="http://schemas.openxmlformats.org/officeDocument/2006/relationships/customXml" Target="../ink/ink1264.xml"/><Relationship Id="rId296" Type="http://schemas.openxmlformats.org/officeDocument/2006/relationships/image" Target="../media/image1285.png"/><Relationship Id="rId300" Type="http://schemas.openxmlformats.org/officeDocument/2006/relationships/image" Target="../media/image1287.png"/><Relationship Id="rId60" Type="http://schemas.openxmlformats.org/officeDocument/2006/relationships/image" Target="../media/image1167.png"/><Relationship Id="rId81" Type="http://schemas.openxmlformats.org/officeDocument/2006/relationships/customXml" Target="../ink/ink1167.xml"/><Relationship Id="rId135" Type="http://schemas.openxmlformats.org/officeDocument/2006/relationships/customXml" Target="../ink/ink1194.xml"/><Relationship Id="rId156" Type="http://schemas.openxmlformats.org/officeDocument/2006/relationships/image" Target="../media/image1215.png"/><Relationship Id="rId177" Type="http://schemas.openxmlformats.org/officeDocument/2006/relationships/customXml" Target="../ink/ink1215.xml"/><Relationship Id="rId198" Type="http://schemas.openxmlformats.org/officeDocument/2006/relationships/image" Target="../media/image1236.png"/><Relationship Id="rId202" Type="http://schemas.openxmlformats.org/officeDocument/2006/relationships/image" Target="../media/image1238.png"/><Relationship Id="rId223" Type="http://schemas.openxmlformats.org/officeDocument/2006/relationships/customXml" Target="../ink/ink1238.xml"/><Relationship Id="rId244" Type="http://schemas.openxmlformats.org/officeDocument/2006/relationships/image" Target="../media/image1259.png"/><Relationship Id="rId18" Type="http://schemas.openxmlformats.org/officeDocument/2006/relationships/image" Target="../media/image1146.png"/><Relationship Id="rId39" Type="http://schemas.openxmlformats.org/officeDocument/2006/relationships/customXml" Target="../ink/ink1146.xml"/><Relationship Id="rId265" Type="http://schemas.openxmlformats.org/officeDocument/2006/relationships/customXml" Target="../ink/ink1259.xml"/><Relationship Id="rId286" Type="http://schemas.openxmlformats.org/officeDocument/2006/relationships/image" Target="../media/image1280.png"/><Relationship Id="rId50" Type="http://schemas.openxmlformats.org/officeDocument/2006/relationships/image" Target="../media/image1162.png"/><Relationship Id="rId104" Type="http://schemas.openxmlformats.org/officeDocument/2006/relationships/image" Target="../media/image1189.png"/><Relationship Id="rId125" Type="http://schemas.openxmlformats.org/officeDocument/2006/relationships/customXml" Target="../ink/ink1189.xml"/><Relationship Id="rId146" Type="http://schemas.openxmlformats.org/officeDocument/2006/relationships/image" Target="../media/image1210.png"/><Relationship Id="rId167" Type="http://schemas.openxmlformats.org/officeDocument/2006/relationships/customXml" Target="../ink/ink1210.xml"/><Relationship Id="rId188" Type="http://schemas.openxmlformats.org/officeDocument/2006/relationships/image" Target="../media/image1231.png"/><Relationship Id="rId71" Type="http://schemas.openxmlformats.org/officeDocument/2006/relationships/customXml" Target="../ink/ink1162.xml"/><Relationship Id="rId92" Type="http://schemas.openxmlformats.org/officeDocument/2006/relationships/image" Target="../media/image1183.png"/><Relationship Id="rId213" Type="http://schemas.openxmlformats.org/officeDocument/2006/relationships/customXml" Target="../ink/ink1233.xml"/><Relationship Id="rId234" Type="http://schemas.openxmlformats.org/officeDocument/2006/relationships/image" Target="../media/image1254.png"/><Relationship Id="rId2" Type="http://schemas.openxmlformats.org/officeDocument/2006/relationships/image" Target="../media/image563.jpg"/><Relationship Id="rId29" Type="http://schemas.openxmlformats.org/officeDocument/2006/relationships/customXml" Target="../ink/ink1141.xml"/><Relationship Id="rId255" Type="http://schemas.openxmlformats.org/officeDocument/2006/relationships/customXml" Target="../ink/ink1254.xml"/><Relationship Id="rId276" Type="http://schemas.openxmlformats.org/officeDocument/2006/relationships/image" Target="../media/image1275.png"/><Relationship Id="rId297" Type="http://schemas.openxmlformats.org/officeDocument/2006/relationships/customXml" Target="../ink/ink1275.xml"/><Relationship Id="rId40" Type="http://schemas.openxmlformats.org/officeDocument/2006/relationships/image" Target="../media/image1157.png"/><Relationship Id="rId115" Type="http://schemas.openxmlformats.org/officeDocument/2006/relationships/customXml" Target="../ink/ink1184.xml"/><Relationship Id="rId136" Type="http://schemas.openxmlformats.org/officeDocument/2006/relationships/image" Target="../media/image1205.png"/><Relationship Id="rId157" Type="http://schemas.openxmlformats.org/officeDocument/2006/relationships/customXml" Target="../ink/ink1205.xml"/><Relationship Id="rId178" Type="http://schemas.openxmlformats.org/officeDocument/2006/relationships/image" Target="../media/image1226.png"/><Relationship Id="rId301" Type="http://schemas.openxmlformats.org/officeDocument/2006/relationships/customXml" Target="../ink/ink1277.xml"/><Relationship Id="rId61" Type="http://schemas.openxmlformats.org/officeDocument/2006/relationships/customXml" Target="../ink/ink1157.xml"/><Relationship Id="rId82" Type="http://schemas.openxmlformats.org/officeDocument/2006/relationships/image" Target="../media/image1178.png"/><Relationship Id="rId199" Type="http://schemas.openxmlformats.org/officeDocument/2006/relationships/customXml" Target="../ink/ink1226.xml"/><Relationship Id="rId203" Type="http://schemas.openxmlformats.org/officeDocument/2006/relationships/customXml" Target="../ink/ink1228.xml"/><Relationship Id="rId19" Type="http://schemas.openxmlformats.org/officeDocument/2006/relationships/customXml" Target="../ink/ink1136.xml"/><Relationship Id="rId224" Type="http://schemas.openxmlformats.org/officeDocument/2006/relationships/image" Target="../media/image1249.png"/><Relationship Id="rId245" Type="http://schemas.openxmlformats.org/officeDocument/2006/relationships/customXml" Target="../ink/ink1249.xml"/><Relationship Id="rId266" Type="http://schemas.openxmlformats.org/officeDocument/2006/relationships/image" Target="../media/image1270.png"/><Relationship Id="rId287" Type="http://schemas.openxmlformats.org/officeDocument/2006/relationships/customXml" Target="../ink/ink1270.xml"/><Relationship Id="rId30" Type="http://schemas.openxmlformats.org/officeDocument/2006/relationships/image" Target="../media/image1152.png"/><Relationship Id="rId105" Type="http://schemas.openxmlformats.org/officeDocument/2006/relationships/customXml" Target="../ink/ink1179.xml"/><Relationship Id="rId126" Type="http://schemas.openxmlformats.org/officeDocument/2006/relationships/image" Target="../media/image1200.png"/><Relationship Id="rId147" Type="http://schemas.openxmlformats.org/officeDocument/2006/relationships/customXml" Target="../ink/ink1200.xml"/><Relationship Id="rId168" Type="http://schemas.openxmlformats.org/officeDocument/2006/relationships/image" Target="../media/image1221.png"/><Relationship Id="rId51" Type="http://schemas.openxmlformats.org/officeDocument/2006/relationships/customXml" Target="../ink/ink1152.xml"/><Relationship Id="rId72" Type="http://schemas.openxmlformats.org/officeDocument/2006/relationships/image" Target="../media/image1173.png"/><Relationship Id="rId93" Type="http://schemas.openxmlformats.org/officeDocument/2006/relationships/customXml" Target="../ink/ink1173.xml"/><Relationship Id="rId189" Type="http://schemas.openxmlformats.org/officeDocument/2006/relationships/customXml" Target="../ink/ink1221.xml"/><Relationship Id="rId3" Type="http://schemas.openxmlformats.org/officeDocument/2006/relationships/customXml" Target="../ink/ink1128.xml"/><Relationship Id="rId214" Type="http://schemas.openxmlformats.org/officeDocument/2006/relationships/image" Target="../media/image1244.png"/><Relationship Id="rId235" Type="http://schemas.openxmlformats.org/officeDocument/2006/relationships/customXml" Target="../ink/ink1244.xml"/><Relationship Id="rId256" Type="http://schemas.openxmlformats.org/officeDocument/2006/relationships/image" Target="../media/image1265.png"/><Relationship Id="rId277" Type="http://schemas.openxmlformats.org/officeDocument/2006/relationships/customXml" Target="../ink/ink1265.xml"/><Relationship Id="rId298" Type="http://schemas.openxmlformats.org/officeDocument/2006/relationships/image" Target="../media/image1286.png"/><Relationship Id="rId116" Type="http://schemas.openxmlformats.org/officeDocument/2006/relationships/image" Target="../media/image1195.png"/><Relationship Id="rId137" Type="http://schemas.openxmlformats.org/officeDocument/2006/relationships/customXml" Target="../ink/ink1195.xml"/><Relationship Id="rId158" Type="http://schemas.openxmlformats.org/officeDocument/2006/relationships/image" Target="../media/image1216.png"/><Relationship Id="rId302" Type="http://schemas.openxmlformats.org/officeDocument/2006/relationships/image" Target="../media/image1288.png"/><Relationship Id="rId20" Type="http://schemas.openxmlformats.org/officeDocument/2006/relationships/image" Target="../media/image1147.png"/><Relationship Id="rId41" Type="http://schemas.openxmlformats.org/officeDocument/2006/relationships/customXml" Target="../ink/ink1147.xml"/><Relationship Id="rId62" Type="http://schemas.openxmlformats.org/officeDocument/2006/relationships/image" Target="../media/image1168.png"/><Relationship Id="rId83" Type="http://schemas.openxmlformats.org/officeDocument/2006/relationships/customXml" Target="../ink/ink1168.xml"/><Relationship Id="rId179" Type="http://schemas.openxmlformats.org/officeDocument/2006/relationships/customXml" Target="../ink/ink1216.xml"/><Relationship Id="rId190" Type="http://schemas.openxmlformats.org/officeDocument/2006/relationships/image" Target="../media/image1232.png"/><Relationship Id="rId204" Type="http://schemas.openxmlformats.org/officeDocument/2006/relationships/image" Target="../media/image1239.png"/><Relationship Id="rId225" Type="http://schemas.openxmlformats.org/officeDocument/2006/relationships/customXml" Target="../ink/ink1239.xml"/><Relationship Id="rId246" Type="http://schemas.openxmlformats.org/officeDocument/2006/relationships/image" Target="../media/image1260.png"/><Relationship Id="rId267" Type="http://schemas.openxmlformats.org/officeDocument/2006/relationships/customXml" Target="../ink/ink1260.xml"/><Relationship Id="rId288" Type="http://schemas.openxmlformats.org/officeDocument/2006/relationships/image" Target="../media/image1281.png"/><Relationship Id="rId106" Type="http://schemas.openxmlformats.org/officeDocument/2006/relationships/image" Target="../media/image1190.png"/><Relationship Id="rId127" Type="http://schemas.openxmlformats.org/officeDocument/2006/relationships/customXml" Target="../ink/ink1190.xml"/><Relationship Id="rId10" Type="http://schemas.openxmlformats.org/officeDocument/2006/relationships/image" Target="../media/image1142.png"/><Relationship Id="rId31" Type="http://schemas.openxmlformats.org/officeDocument/2006/relationships/customXml" Target="../ink/ink1142.xml"/><Relationship Id="rId52" Type="http://schemas.openxmlformats.org/officeDocument/2006/relationships/image" Target="../media/image1163.png"/><Relationship Id="rId73" Type="http://schemas.openxmlformats.org/officeDocument/2006/relationships/customXml" Target="../ink/ink1163.xml"/><Relationship Id="rId94" Type="http://schemas.openxmlformats.org/officeDocument/2006/relationships/image" Target="../media/image1184.png"/><Relationship Id="rId148" Type="http://schemas.openxmlformats.org/officeDocument/2006/relationships/image" Target="../media/image1211.png"/><Relationship Id="rId169" Type="http://schemas.openxmlformats.org/officeDocument/2006/relationships/customXml" Target="../ink/ink1211.xml"/><Relationship Id="rId4" Type="http://schemas.openxmlformats.org/officeDocument/2006/relationships/image" Target="../media/image1139.png"/><Relationship Id="rId180" Type="http://schemas.openxmlformats.org/officeDocument/2006/relationships/image" Target="../media/image1227.png"/><Relationship Id="rId215" Type="http://schemas.openxmlformats.org/officeDocument/2006/relationships/customXml" Target="../ink/ink1234.xml"/><Relationship Id="rId236" Type="http://schemas.openxmlformats.org/officeDocument/2006/relationships/image" Target="../media/image1255.png"/><Relationship Id="rId257" Type="http://schemas.openxmlformats.org/officeDocument/2006/relationships/customXml" Target="../ink/ink1255.xml"/><Relationship Id="rId278" Type="http://schemas.openxmlformats.org/officeDocument/2006/relationships/image" Target="../media/image1276.png"/><Relationship Id="rId303" Type="http://schemas.openxmlformats.org/officeDocument/2006/relationships/customXml" Target="../ink/ink1278.xml"/><Relationship Id="rId42" Type="http://schemas.openxmlformats.org/officeDocument/2006/relationships/image" Target="../media/image1158.png"/><Relationship Id="rId84" Type="http://schemas.openxmlformats.org/officeDocument/2006/relationships/image" Target="../media/image1179.png"/><Relationship Id="rId138" Type="http://schemas.openxmlformats.org/officeDocument/2006/relationships/image" Target="../media/image1206.png"/><Relationship Id="rId191" Type="http://schemas.openxmlformats.org/officeDocument/2006/relationships/customXml" Target="../ink/ink1222.xml"/><Relationship Id="rId205" Type="http://schemas.openxmlformats.org/officeDocument/2006/relationships/customXml" Target="../ink/ink1229.xml"/><Relationship Id="rId247" Type="http://schemas.openxmlformats.org/officeDocument/2006/relationships/customXml" Target="../ink/ink1250.xml"/><Relationship Id="rId107" Type="http://schemas.openxmlformats.org/officeDocument/2006/relationships/customXml" Target="../ink/ink1180.xml"/><Relationship Id="rId289" Type="http://schemas.openxmlformats.org/officeDocument/2006/relationships/customXml" Target="../ink/ink1271.xml"/><Relationship Id="rId11" Type="http://schemas.openxmlformats.org/officeDocument/2006/relationships/customXml" Target="../ink/ink1132.xml"/><Relationship Id="rId53" Type="http://schemas.openxmlformats.org/officeDocument/2006/relationships/customXml" Target="../ink/ink1153.xml"/><Relationship Id="rId149" Type="http://schemas.openxmlformats.org/officeDocument/2006/relationships/customXml" Target="../ink/ink1201.xml"/><Relationship Id="rId95" Type="http://schemas.openxmlformats.org/officeDocument/2006/relationships/customXml" Target="../ink/ink1174.xml"/><Relationship Id="rId160" Type="http://schemas.openxmlformats.org/officeDocument/2006/relationships/image" Target="../media/image1217.png"/><Relationship Id="rId216" Type="http://schemas.openxmlformats.org/officeDocument/2006/relationships/image" Target="../media/image1245.png"/><Relationship Id="rId258" Type="http://schemas.openxmlformats.org/officeDocument/2006/relationships/image" Target="../media/image1266.png"/><Relationship Id="rId22" Type="http://schemas.openxmlformats.org/officeDocument/2006/relationships/image" Target="../media/image1148.png"/><Relationship Id="rId64" Type="http://schemas.openxmlformats.org/officeDocument/2006/relationships/image" Target="../media/image1169.png"/><Relationship Id="rId118" Type="http://schemas.openxmlformats.org/officeDocument/2006/relationships/image" Target="../media/image1196.png"/><Relationship Id="rId171" Type="http://schemas.openxmlformats.org/officeDocument/2006/relationships/customXml" Target="../ink/ink1212.xml"/><Relationship Id="rId227" Type="http://schemas.openxmlformats.org/officeDocument/2006/relationships/customXml" Target="../ink/ink1240.xml"/><Relationship Id="rId269" Type="http://schemas.openxmlformats.org/officeDocument/2006/relationships/customXml" Target="../ink/ink1261.xml"/><Relationship Id="rId33" Type="http://schemas.openxmlformats.org/officeDocument/2006/relationships/customXml" Target="../ink/ink1143.xml"/><Relationship Id="rId129" Type="http://schemas.openxmlformats.org/officeDocument/2006/relationships/customXml" Target="../ink/ink1191.xml"/><Relationship Id="rId280" Type="http://schemas.openxmlformats.org/officeDocument/2006/relationships/image" Target="../media/image1277.png"/><Relationship Id="rId75" Type="http://schemas.openxmlformats.org/officeDocument/2006/relationships/customXml" Target="../ink/ink1164.xml"/><Relationship Id="rId140" Type="http://schemas.openxmlformats.org/officeDocument/2006/relationships/image" Target="../media/image1207.png"/><Relationship Id="rId182" Type="http://schemas.openxmlformats.org/officeDocument/2006/relationships/image" Target="../media/image1228.png"/><Relationship Id="rId6" Type="http://schemas.openxmlformats.org/officeDocument/2006/relationships/image" Target="../media/image1140.png"/><Relationship Id="rId238" Type="http://schemas.openxmlformats.org/officeDocument/2006/relationships/image" Target="../media/image125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9.png"/><Relationship Id="rId18" Type="http://schemas.openxmlformats.org/officeDocument/2006/relationships/customXml" Target="../ink/ink1289.xml"/><Relationship Id="rId26" Type="http://schemas.openxmlformats.org/officeDocument/2006/relationships/customXml" Target="../ink/ink1293.xml"/><Relationship Id="rId39" Type="http://schemas.openxmlformats.org/officeDocument/2006/relationships/image" Target="../media/image1312.png"/><Relationship Id="rId21" Type="http://schemas.openxmlformats.org/officeDocument/2006/relationships/image" Target="../media/image1303.png"/><Relationship Id="rId34" Type="http://schemas.openxmlformats.org/officeDocument/2006/relationships/customXml" Target="../ink/ink1297.xml"/><Relationship Id="rId42" Type="http://schemas.openxmlformats.org/officeDocument/2006/relationships/customXml" Target="../ink/ink1301.xml"/><Relationship Id="rId47" Type="http://schemas.openxmlformats.org/officeDocument/2006/relationships/image" Target="../media/image1316.png"/><Relationship Id="rId50" Type="http://schemas.openxmlformats.org/officeDocument/2006/relationships/customXml" Target="../ink/ink1305.xml"/><Relationship Id="rId55" Type="http://schemas.openxmlformats.org/officeDocument/2006/relationships/image" Target="../media/image1320.png"/><Relationship Id="rId63" Type="http://schemas.openxmlformats.org/officeDocument/2006/relationships/image" Target="../media/image1324.png"/><Relationship Id="rId7" Type="http://schemas.openxmlformats.org/officeDocument/2006/relationships/image" Target="../media/image1296.png"/><Relationship Id="rId2" Type="http://schemas.openxmlformats.org/officeDocument/2006/relationships/customXml" Target="../ink/ink1281.xml"/><Relationship Id="rId16" Type="http://schemas.openxmlformats.org/officeDocument/2006/relationships/customXml" Target="../ink/ink1288.xml"/><Relationship Id="rId29" Type="http://schemas.openxmlformats.org/officeDocument/2006/relationships/image" Target="../media/image1307.png"/><Relationship Id="rId11" Type="http://schemas.openxmlformats.org/officeDocument/2006/relationships/image" Target="../media/image1298.png"/><Relationship Id="rId24" Type="http://schemas.openxmlformats.org/officeDocument/2006/relationships/customXml" Target="../ink/ink1292.xml"/><Relationship Id="rId32" Type="http://schemas.openxmlformats.org/officeDocument/2006/relationships/customXml" Target="../ink/ink1296.xml"/><Relationship Id="rId37" Type="http://schemas.openxmlformats.org/officeDocument/2006/relationships/image" Target="../media/image1311.png"/><Relationship Id="rId40" Type="http://schemas.openxmlformats.org/officeDocument/2006/relationships/customXml" Target="../ink/ink1300.xml"/><Relationship Id="rId45" Type="http://schemas.openxmlformats.org/officeDocument/2006/relationships/image" Target="../media/image1315.png"/><Relationship Id="rId53" Type="http://schemas.openxmlformats.org/officeDocument/2006/relationships/image" Target="../media/image1319.png"/><Relationship Id="rId58" Type="http://schemas.openxmlformats.org/officeDocument/2006/relationships/customXml" Target="../ink/ink1309.xml"/><Relationship Id="rId5" Type="http://schemas.openxmlformats.org/officeDocument/2006/relationships/image" Target="../media/image1295.png"/><Relationship Id="rId61" Type="http://schemas.openxmlformats.org/officeDocument/2006/relationships/image" Target="../media/image1323.png"/><Relationship Id="rId19" Type="http://schemas.openxmlformats.org/officeDocument/2006/relationships/image" Target="../media/image1302.png"/><Relationship Id="rId14" Type="http://schemas.openxmlformats.org/officeDocument/2006/relationships/customXml" Target="../ink/ink1287.xml"/><Relationship Id="rId22" Type="http://schemas.openxmlformats.org/officeDocument/2006/relationships/customXml" Target="../ink/ink1291.xml"/><Relationship Id="rId27" Type="http://schemas.openxmlformats.org/officeDocument/2006/relationships/image" Target="../media/image1306.png"/><Relationship Id="rId30" Type="http://schemas.openxmlformats.org/officeDocument/2006/relationships/customXml" Target="../ink/ink1295.xml"/><Relationship Id="rId35" Type="http://schemas.openxmlformats.org/officeDocument/2006/relationships/image" Target="../media/image1310.png"/><Relationship Id="rId43" Type="http://schemas.openxmlformats.org/officeDocument/2006/relationships/image" Target="../media/image1314.png"/><Relationship Id="rId48" Type="http://schemas.openxmlformats.org/officeDocument/2006/relationships/customXml" Target="../ink/ink1304.xml"/><Relationship Id="rId56" Type="http://schemas.openxmlformats.org/officeDocument/2006/relationships/customXml" Target="../ink/ink1308.xml"/><Relationship Id="rId8" Type="http://schemas.openxmlformats.org/officeDocument/2006/relationships/customXml" Target="../ink/ink1284.xml"/><Relationship Id="rId51" Type="http://schemas.openxmlformats.org/officeDocument/2006/relationships/image" Target="../media/image1318.png"/><Relationship Id="rId3" Type="http://schemas.openxmlformats.org/officeDocument/2006/relationships/image" Target="../media/image1294.png"/><Relationship Id="rId12" Type="http://schemas.openxmlformats.org/officeDocument/2006/relationships/customXml" Target="../ink/ink1286.xml"/><Relationship Id="rId17" Type="http://schemas.openxmlformats.org/officeDocument/2006/relationships/image" Target="../media/image1301.png"/><Relationship Id="rId25" Type="http://schemas.openxmlformats.org/officeDocument/2006/relationships/image" Target="../media/image1305.png"/><Relationship Id="rId33" Type="http://schemas.openxmlformats.org/officeDocument/2006/relationships/image" Target="../media/image1309.png"/><Relationship Id="rId38" Type="http://schemas.openxmlformats.org/officeDocument/2006/relationships/customXml" Target="../ink/ink1299.xml"/><Relationship Id="rId46" Type="http://schemas.openxmlformats.org/officeDocument/2006/relationships/customXml" Target="../ink/ink1303.xml"/><Relationship Id="rId59" Type="http://schemas.openxmlformats.org/officeDocument/2006/relationships/image" Target="../media/image1322.png"/><Relationship Id="rId20" Type="http://schemas.openxmlformats.org/officeDocument/2006/relationships/customXml" Target="../ink/ink1290.xml"/><Relationship Id="rId41" Type="http://schemas.openxmlformats.org/officeDocument/2006/relationships/image" Target="../media/image1313.png"/><Relationship Id="rId54" Type="http://schemas.openxmlformats.org/officeDocument/2006/relationships/customXml" Target="../ink/ink1307.xml"/><Relationship Id="rId62" Type="http://schemas.openxmlformats.org/officeDocument/2006/relationships/customXml" Target="../ink/ink13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3.xml"/><Relationship Id="rId15" Type="http://schemas.openxmlformats.org/officeDocument/2006/relationships/image" Target="../media/image1300.png"/><Relationship Id="rId23" Type="http://schemas.openxmlformats.org/officeDocument/2006/relationships/image" Target="../media/image1304.png"/><Relationship Id="rId28" Type="http://schemas.openxmlformats.org/officeDocument/2006/relationships/customXml" Target="../ink/ink1294.xml"/><Relationship Id="rId36" Type="http://schemas.openxmlformats.org/officeDocument/2006/relationships/customXml" Target="../ink/ink1298.xml"/><Relationship Id="rId49" Type="http://schemas.openxmlformats.org/officeDocument/2006/relationships/image" Target="../media/image1317.png"/><Relationship Id="rId57" Type="http://schemas.openxmlformats.org/officeDocument/2006/relationships/image" Target="../media/image1321.png"/><Relationship Id="rId10" Type="http://schemas.openxmlformats.org/officeDocument/2006/relationships/customXml" Target="../ink/ink1285.xml"/><Relationship Id="rId31" Type="http://schemas.openxmlformats.org/officeDocument/2006/relationships/image" Target="../media/image1308.png"/><Relationship Id="rId44" Type="http://schemas.openxmlformats.org/officeDocument/2006/relationships/customXml" Target="../ink/ink1302.xml"/><Relationship Id="rId52" Type="http://schemas.openxmlformats.org/officeDocument/2006/relationships/customXml" Target="../ink/ink1306.xml"/><Relationship Id="rId60" Type="http://schemas.openxmlformats.org/officeDocument/2006/relationships/customXml" Target="../ink/ink1310.xml"/><Relationship Id="rId4" Type="http://schemas.openxmlformats.org/officeDocument/2006/relationships/customXml" Target="../ink/ink1282.xml"/><Relationship Id="rId9" Type="http://schemas.openxmlformats.org/officeDocument/2006/relationships/image" Target="../media/image1297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69.xml"/><Relationship Id="rId21" Type="http://schemas.openxmlformats.org/officeDocument/2006/relationships/customXml" Target="../ink/ink1321.xml"/><Relationship Id="rId42" Type="http://schemas.openxmlformats.org/officeDocument/2006/relationships/image" Target="../media/image1345.png"/><Relationship Id="rId63" Type="http://schemas.openxmlformats.org/officeDocument/2006/relationships/customXml" Target="../ink/ink1342.xml"/><Relationship Id="rId84" Type="http://schemas.openxmlformats.org/officeDocument/2006/relationships/image" Target="../media/image1366.png"/><Relationship Id="rId16" Type="http://schemas.openxmlformats.org/officeDocument/2006/relationships/image" Target="../media/image1332.png"/><Relationship Id="rId107" Type="http://schemas.openxmlformats.org/officeDocument/2006/relationships/customXml" Target="../ink/ink1364.xml"/><Relationship Id="rId11" Type="http://schemas.openxmlformats.org/officeDocument/2006/relationships/customXml" Target="../ink/ink1316.xml"/><Relationship Id="rId32" Type="http://schemas.openxmlformats.org/officeDocument/2006/relationships/image" Target="../media/image1340.png"/><Relationship Id="rId37" Type="http://schemas.openxmlformats.org/officeDocument/2006/relationships/customXml" Target="../ink/ink1329.xml"/><Relationship Id="rId53" Type="http://schemas.openxmlformats.org/officeDocument/2006/relationships/customXml" Target="../ink/ink1337.xml"/><Relationship Id="rId58" Type="http://schemas.openxmlformats.org/officeDocument/2006/relationships/image" Target="../media/image1353.png"/><Relationship Id="rId74" Type="http://schemas.openxmlformats.org/officeDocument/2006/relationships/image" Target="../media/image1361.png"/><Relationship Id="rId79" Type="http://schemas.openxmlformats.org/officeDocument/2006/relationships/customXml" Target="../ink/ink1350.xml"/><Relationship Id="rId102" Type="http://schemas.openxmlformats.org/officeDocument/2006/relationships/image" Target="../media/image1375.png"/><Relationship Id="rId123" Type="http://schemas.openxmlformats.org/officeDocument/2006/relationships/customXml" Target="../ink/ink1372.xml"/><Relationship Id="rId128" Type="http://schemas.openxmlformats.org/officeDocument/2006/relationships/image" Target="../media/image1388.png"/><Relationship Id="rId5" Type="http://schemas.openxmlformats.org/officeDocument/2006/relationships/customXml" Target="../ink/ink1313.xml"/><Relationship Id="rId90" Type="http://schemas.openxmlformats.org/officeDocument/2006/relationships/image" Target="../media/image1369.png"/><Relationship Id="rId95" Type="http://schemas.openxmlformats.org/officeDocument/2006/relationships/customXml" Target="../ink/ink1358.xml"/><Relationship Id="rId22" Type="http://schemas.openxmlformats.org/officeDocument/2006/relationships/image" Target="../media/image1335.png"/><Relationship Id="rId27" Type="http://schemas.openxmlformats.org/officeDocument/2006/relationships/customXml" Target="../ink/ink1324.xml"/><Relationship Id="rId43" Type="http://schemas.openxmlformats.org/officeDocument/2006/relationships/customXml" Target="../ink/ink1332.xml"/><Relationship Id="rId48" Type="http://schemas.openxmlformats.org/officeDocument/2006/relationships/image" Target="../media/image1348.png"/><Relationship Id="rId64" Type="http://schemas.openxmlformats.org/officeDocument/2006/relationships/image" Target="../media/image1356.png"/><Relationship Id="rId69" Type="http://schemas.openxmlformats.org/officeDocument/2006/relationships/customXml" Target="../ink/ink1345.xml"/><Relationship Id="rId113" Type="http://schemas.openxmlformats.org/officeDocument/2006/relationships/customXml" Target="../ink/ink1367.xml"/><Relationship Id="rId118" Type="http://schemas.openxmlformats.org/officeDocument/2006/relationships/image" Target="../media/image1383.png"/><Relationship Id="rId134" Type="http://schemas.openxmlformats.org/officeDocument/2006/relationships/image" Target="../media/image1391.png"/><Relationship Id="rId80" Type="http://schemas.openxmlformats.org/officeDocument/2006/relationships/image" Target="../media/image1364.png"/><Relationship Id="rId85" Type="http://schemas.openxmlformats.org/officeDocument/2006/relationships/customXml" Target="../ink/ink1353.xml"/><Relationship Id="rId12" Type="http://schemas.openxmlformats.org/officeDocument/2006/relationships/image" Target="../media/image1330.png"/><Relationship Id="rId17" Type="http://schemas.openxmlformats.org/officeDocument/2006/relationships/customXml" Target="../ink/ink1319.xml"/><Relationship Id="rId33" Type="http://schemas.openxmlformats.org/officeDocument/2006/relationships/customXml" Target="../ink/ink1327.xml"/><Relationship Id="rId38" Type="http://schemas.openxmlformats.org/officeDocument/2006/relationships/image" Target="../media/image1343.png"/><Relationship Id="rId59" Type="http://schemas.openxmlformats.org/officeDocument/2006/relationships/customXml" Target="../ink/ink1340.xml"/><Relationship Id="rId103" Type="http://schemas.openxmlformats.org/officeDocument/2006/relationships/customXml" Target="../ink/ink1362.xml"/><Relationship Id="rId108" Type="http://schemas.openxmlformats.org/officeDocument/2006/relationships/image" Target="../media/image1378.png"/><Relationship Id="rId124" Type="http://schemas.openxmlformats.org/officeDocument/2006/relationships/image" Target="../media/image1386.png"/><Relationship Id="rId129" Type="http://schemas.openxmlformats.org/officeDocument/2006/relationships/customXml" Target="../ink/ink1375.xml"/><Relationship Id="rId54" Type="http://schemas.openxmlformats.org/officeDocument/2006/relationships/image" Target="../media/image1351.png"/><Relationship Id="rId70" Type="http://schemas.openxmlformats.org/officeDocument/2006/relationships/image" Target="../media/image1359.png"/><Relationship Id="rId75" Type="http://schemas.openxmlformats.org/officeDocument/2006/relationships/customXml" Target="../ink/ink1348.xml"/><Relationship Id="rId91" Type="http://schemas.openxmlformats.org/officeDocument/2006/relationships/customXml" Target="../ink/ink1356.xml"/><Relationship Id="rId96" Type="http://schemas.openxmlformats.org/officeDocument/2006/relationships/image" Target="../media/image13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7.png"/><Relationship Id="rId23" Type="http://schemas.openxmlformats.org/officeDocument/2006/relationships/customXml" Target="../ink/ink1322.xml"/><Relationship Id="rId28" Type="http://schemas.openxmlformats.org/officeDocument/2006/relationships/image" Target="../media/image1338.png"/><Relationship Id="rId49" Type="http://schemas.openxmlformats.org/officeDocument/2006/relationships/customXml" Target="../ink/ink1335.xml"/><Relationship Id="rId114" Type="http://schemas.openxmlformats.org/officeDocument/2006/relationships/image" Target="../media/image1381.png"/><Relationship Id="rId119" Type="http://schemas.openxmlformats.org/officeDocument/2006/relationships/customXml" Target="../ink/ink1370.xml"/><Relationship Id="rId44" Type="http://schemas.openxmlformats.org/officeDocument/2006/relationships/image" Target="../media/image1346.png"/><Relationship Id="rId60" Type="http://schemas.openxmlformats.org/officeDocument/2006/relationships/image" Target="../media/image1354.png"/><Relationship Id="rId65" Type="http://schemas.openxmlformats.org/officeDocument/2006/relationships/customXml" Target="../ink/ink1343.xml"/><Relationship Id="rId81" Type="http://schemas.openxmlformats.org/officeDocument/2006/relationships/customXml" Target="../ink/ink1351.xml"/><Relationship Id="rId86" Type="http://schemas.openxmlformats.org/officeDocument/2006/relationships/image" Target="../media/image1367.png"/><Relationship Id="rId130" Type="http://schemas.openxmlformats.org/officeDocument/2006/relationships/image" Target="../media/image1389.png"/><Relationship Id="rId13" Type="http://schemas.openxmlformats.org/officeDocument/2006/relationships/customXml" Target="../ink/ink1317.xml"/><Relationship Id="rId18" Type="http://schemas.openxmlformats.org/officeDocument/2006/relationships/image" Target="../media/image1333.png"/><Relationship Id="rId39" Type="http://schemas.openxmlformats.org/officeDocument/2006/relationships/customXml" Target="../ink/ink1330.xml"/><Relationship Id="rId109" Type="http://schemas.openxmlformats.org/officeDocument/2006/relationships/customXml" Target="../ink/ink1365.xml"/><Relationship Id="rId34" Type="http://schemas.openxmlformats.org/officeDocument/2006/relationships/image" Target="../media/image1341.png"/><Relationship Id="rId50" Type="http://schemas.openxmlformats.org/officeDocument/2006/relationships/image" Target="../media/image1349.png"/><Relationship Id="rId55" Type="http://schemas.openxmlformats.org/officeDocument/2006/relationships/customXml" Target="../ink/ink1338.xml"/><Relationship Id="rId76" Type="http://schemas.openxmlformats.org/officeDocument/2006/relationships/image" Target="../media/image1362.png"/><Relationship Id="rId97" Type="http://schemas.openxmlformats.org/officeDocument/2006/relationships/customXml" Target="../ink/ink1359.xml"/><Relationship Id="rId104" Type="http://schemas.openxmlformats.org/officeDocument/2006/relationships/image" Target="../media/image1376.png"/><Relationship Id="rId120" Type="http://schemas.openxmlformats.org/officeDocument/2006/relationships/image" Target="../media/image1384.png"/><Relationship Id="rId125" Type="http://schemas.openxmlformats.org/officeDocument/2006/relationships/customXml" Target="../ink/ink1373.xml"/><Relationship Id="rId7" Type="http://schemas.openxmlformats.org/officeDocument/2006/relationships/customXml" Target="../ink/ink1314.xml"/><Relationship Id="rId71" Type="http://schemas.openxmlformats.org/officeDocument/2006/relationships/customXml" Target="../ink/ink1346.xml"/><Relationship Id="rId92" Type="http://schemas.openxmlformats.org/officeDocument/2006/relationships/image" Target="../media/image1370.png"/><Relationship Id="rId2" Type="http://schemas.openxmlformats.org/officeDocument/2006/relationships/image" Target="../media/image982.png"/><Relationship Id="rId29" Type="http://schemas.openxmlformats.org/officeDocument/2006/relationships/customXml" Target="../ink/ink1325.xml"/><Relationship Id="rId24" Type="http://schemas.openxmlformats.org/officeDocument/2006/relationships/image" Target="../media/image1336.png"/><Relationship Id="rId40" Type="http://schemas.openxmlformats.org/officeDocument/2006/relationships/image" Target="../media/image1344.png"/><Relationship Id="rId45" Type="http://schemas.openxmlformats.org/officeDocument/2006/relationships/customXml" Target="../ink/ink1333.xml"/><Relationship Id="rId66" Type="http://schemas.openxmlformats.org/officeDocument/2006/relationships/image" Target="../media/image1357.png"/><Relationship Id="rId87" Type="http://schemas.openxmlformats.org/officeDocument/2006/relationships/customXml" Target="../ink/ink1354.xml"/><Relationship Id="rId110" Type="http://schemas.openxmlformats.org/officeDocument/2006/relationships/image" Target="../media/image1379.png"/><Relationship Id="rId115" Type="http://schemas.openxmlformats.org/officeDocument/2006/relationships/customXml" Target="../ink/ink1368.xml"/><Relationship Id="rId131" Type="http://schemas.openxmlformats.org/officeDocument/2006/relationships/customXml" Target="../ink/ink1376.xml"/><Relationship Id="rId61" Type="http://schemas.openxmlformats.org/officeDocument/2006/relationships/customXml" Target="../ink/ink1341.xml"/><Relationship Id="rId82" Type="http://schemas.openxmlformats.org/officeDocument/2006/relationships/image" Target="../media/image1365.png"/><Relationship Id="rId19" Type="http://schemas.openxmlformats.org/officeDocument/2006/relationships/customXml" Target="../ink/ink1320.xml"/><Relationship Id="rId14" Type="http://schemas.openxmlformats.org/officeDocument/2006/relationships/image" Target="../media/image1331.png"/><Relationship Id="rId30" Type="http://schemas.openxmlformats.org/officeDocument/2006/relationships/image" Target="../media/image1339.png"/><Relationship Id="rId35" Type="http://schemas.openxmlformats.org/officeDocument/2006/relationships/customXml" Target="../ink/ink1328.xml"/><Relationship Id="rId56" Type="http://schemas.openxmlformats.org/officeDocument/2006/relationships/image" Target="../media/image1352.png"/><Relationship Id="rId77" Type="http://schemas.openxmlformats.org/officeDocument/2006/relationships/customXml" Target="../ink/ink1349.xml"/><Relationship Id="rId100" Type="http://schemas.openxmlformats.org/officeDocument/2006/relationships/image" Target="../media/image1374.png"/><Relationship Id="rId105" Type="http://schemas.openxmlformats.org/officeDocument/2006/relationships/customXml" Target="../ink/ink1363.xml"/><Relationship Id="rId126" Type="http://schemas.openxmlformats.org/officeDocument/2006/relationships/image" Target="../media/image1387.png"/><Relationship Id="rId8" Type="http://schemas.openxmlformats.org/officeDocument/2006/relationships/image" Target="../media/image1328.png"/><Relationship Id="rId51" Type="http://schemas.openxmlformats.org/officeDocument/2006/relationships/customXml" Target="../ink/ink1336.xml"/><Relationship Id="rId72" Type="http://schemas.openxmlformats.org/officeDocument/2006/relationships/image" Target="../media/image1360.png"/><Relationship Id="rId93" Type="http://schemas.openxmlformats.org/officeDocument/2006/relationships/customXml" Target="../ink/ink1357.xml"/><Relationship Id="rId98" Type="http://schemas.openxmlformats.org/officeDocument/2006/relationships/image" Target="../media/image1373.png"/><Relationship Id="rId121" Type="http://schemas.openxmlformats.org/officeDocument/2006/relationships/customXml" Target="../ink/ink1371.xml"/><Relationship Id="rId3" Type="http://schemas.openxmlformats.org/officeDocument/2006/relationships/customXml" Target="../ink/ink1312.xml"/><Relationship Id="rId25" Type="http://schemas.openxmlformats.org/officeDocument/2006/relationships/customXml" Target="../ink/ink1323.xml"/><Relationship Id="rId46" Type="http://schemas.openxmlformats.org/officeDocument/2006/relationships/image" Target="../media/image1347.png"/><Relationship Id="rId67" Type="http://schemas.openxmlformats.org/officeDocument/2006/relationships/customXml" Target="../ink/ink1344.xml"/><Relationship Id="rId116" Type="http://schemas.openxmlformats.org/officeDocument/2006/relationships/image" Target="../media/image1382.png"/><Relationship Id="rId20" Type="http://schemas.openxmlformats.org/officeDocument/2006/relationships/image" Target="../media/image1334.png"/><Relationship Id="rId41" Type="http://schemas.openxmlformats.org/officeDocument/2006/relationships/customXml" Target="../ink/ink1331.xml"/><Relationship Id="rId62" Type="http://schemas.openxmlformats.org/officeDocument/2006/relationships/image" Target="../media/image1355.png"/><Relationship Id="rId83" Type="http://schemas.openxmlformats.org/officeDocument/2006/relationships/customXml" Target="../ink/ink1352.xml"/><Relationship Id="rId88" Type="http://schemas.openxmlformats.org/officeDocument/2006/relationships/image" Target="../media/image1368.png"/><Relationship Id="rId111" Type="http://schemas.openxmlformats.org/officeDocument/2006/relationships/customXml" Target="../ink/ink1366.xml"/><Relationship Id="rId132" Type="http://schemas.openxmlformats.org/officeDocument/2006/relationships/image" Target="../media/image1390.png"/><Relationship Id="rId15" Type="http://schemas.openxmlformats.org/officeDocument/2006/relationships/customXml" Target="../ink/ink1318.xml"/><Relationship Id="rId36" Type="http://schemas.openxmlformats.org/officeDocument/2006/relationships/image" Target="../media/image1342.png"/><Relationship Id="rId57" Type="http://schemas.openxmlformats.org/officeDocument/2006/relationships/customXml" Target="../ink/ink1339.xml"/><Relationship Id="rId106" Type="http://schemas.openxmlformats.org/officeDocument/2006/relationships/image" Target="../media/image1377.png"/><Relationship Id="rId127" Type="http://schemas.openxmlformats.org/officeDocument/2006/relationships/customXml" Target="../ink/ink1374.xml"/><Relationship Id="rId10" Type="http://schemas.openxmlformats.org/officeDocument/2006/relationships/image" Target="../media/image1329.png"/><Relationship Id="rId31" Type="http://schemas.openxmlformats.org/officeDocument/2006/relationships/customXml" Target="../ink/ink1326.xml"/><Relationship Id="rId52" Type="http://schemas.openxmlformats.org/officeDocument/2006/relationships/image" Target="../media/image1350.png"/><Relationship Id="rId73" Type="http://schemas.openxmlformats.org/officeDocument/2006/relationships/customXml" Target="../ink/ink1347.xml"/><Relationship Id="rId78" Type="http://schemas.openxmlformats.org/officeDocument/2006/relationships/image" Target="../media/image1363.png"/><Relationship Id="rId94" Type="http://schemas.openxmlformats.org/officeDocument/2006/relationships/image" Target="../media/image1371.png"/><Relationship Id="rId99" Type="http://schemas.openxmlformats.org/officeDocument/2006/relationships/customXml" Target="../ink/ink1360.xml"/><Relationship Id="rId101" Type="http://schemas.openxmlformats.org/officeDocument/2006/relationships/customXml" Target="../ink/ink1361.xml"/><Relationship Id="rId122" Type="http://schemas.openxmlformats.org/officeDocument/2006/relationships/image" Target="../media/image1385.png"/><Relationship Id="rId4" Type="http://schemas.openxmlformats.org/officeDocument/2006/relationships/image" Target="../media/image1326.png"/><Relationship Id="rId9" Type="http://schemas.openxmlformats.org/officeDocument/2006/relationships/customXml" Target="../ink/ink1315.xml"/><Relationship Id="rId26" Type="http://schemas.openxmlformats.org/officeDocument/2006/relationships/image" Target="../media/image1337.png"/><Relationship Id="rId47" Type="http://schemas.openxmlformats.org/officeDocument/2006/relationships/customXml" Target="../ink/ink1334.xml"/><Relationship Id="rId68" Type="http://schemas.openxmlformats.org/officeDocument/2006/relationships/image" Target="../media/image1358.png"/><Relationship Id="rId89" Type="http://schemas.openxmlformats.org/officeDocument/2006/relationships/customXml" Target="../ink/ink1355.xml"/><Relationship Id="rId112" Type="http://schemas.openxmlformats.org/officeDocument/2006/relationships/image" Target="../media/image1380.png"/><Relationship Id="rId133" Type="http://schemas.openxmlformats.org/officeDocument/2006/relationships/customXml" Target="../ink/ink137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83.xml"/><Relationship Id="rId18" Type="http://schemas.openxmlformats.org/officeDocument/2006/relationships/image" Target="../media/image1401.png"/><Relationship Id="rId26" Type="http://schemas.openxmlformats.org/officeDocument/2006/relationships/image" Target="../media/image1405.png"/><Relationship Id="rId39" Type="http://schemas.openxmlformats.org/officeDocument/2006/relationships/customXml" Target="../ink/ink1396.xml"/><Relationship Id="rId21" Type="http://schemas.openxmlformats.org/officeDocument/2006/relationships/customXml" Target="../ink/ink1387.xml"/><Relationship Id="rId34" Type="http://schemas.openxmlformats.org/officeDocument/2006/relationships/image" Target="../media/image1409.png"/><Relationship Id="rId42" Type="http://schemas.openxmlformats.org/officeDocument/2006/relationships/image" Target="../media/image1413.png"/><Relationship Id="rId47" Type="http://schemas.openxmlformats.org/officeDocument/2006/relationships/customXml" Target="../ink/ink1400.xml"/><Relationship Id="rId50" Type="http://schemas.openxmlformats.org/officeDocument/2006/relationships/image" Target="../media/image1417.png"/><Relationship Id="rId55" Type="http://schemas.openxmlformats.org/officeDocument/2006/relationships/customXml" Target="../ink/ink1404.xml"/><Relationship Id="rId7" Type="http://schemas.openxmlformats.org/officeDocument/2006/relationships/customXml" Target="../ink/ink1380.xml"/><Relationship Id="rId2" Type="http://schemas.openxmlformats.org/officeDocument/2006/relationships/image" Target="../media/image1293.png"/><Relationship Id="rId16" Type="http://schemas.openxmlformats.org/officeDocument/2006/relationships/image" Target="../media/image1400.png"/><Relationship Id="rId29" Type="http://schemas.openxmlformats.org/officeDocument/2006/relationships/customXml" Target="../ink/ink1391.xml"/><Relationship Id="rId11" Type="http://schemas.openxmlformats.org/officeDocument/2006/relationships/customXml" Target="../ink/ink1382.xml"/><Relationship Id="rId24" Type="http://schemas.openxmlformats.org/officeDocument/2006/relationships/image" Target="../media/image1404.png"/><Relationship Id="rId32" Type="http://schemas.openxmlformats.org/officeDocument/2006/relationships/image" Target="../media/image1408.png"/><Relationship Id="rId37" Type="http://schemas.openxmlformats.org/officeDocument/2006/relationships/customXml" Target="../ink/ink1395.xml"/><Relationship Id="rId40" Type="http://schemas.openxmlformats.org/officeDocument/2006/relationships/image" Target="../media/image1412.png"/><Relationship Id="rId45" Type="http://schemas.openxmlformats.org/officeDocument/2006/relationships/customXml" Target="../ink/ink1399.xml"/><Relationship Id="rId53" Type="http://schemas.openxmlformats.org/officeDocument/2006/relationships/customXml" Target="../ink/ink1403.xml"/><Relationship Id="rId58" Type="http://schemas.openxmlformats.org/officeDocument/2006/relationships/image" Target="../media/image1421.png"/><Relationship Id="rId5" Type="http://schemas.openxmlformats.org/officeDocument/2006/relationships/customXml" Target="../ink/ink1379.xml"/><Relationship Id="rId19" Type="http://schemas.openxmlformats.org/officeDocument/2006/relationships/customXml" Target="../ink/ink1386.xml"/><Relationship Id="rId4" Type="http://schemas.openxmlformats.org/officeDocument/2006/relationships/image" Target="../media/image1394.png"/><Relationship Id="rId9" Type="http://schemas.openxmlformats.org/officeDocument/2006/relationships/customXml" Target="../ink/ink1381.xml"/><Relationship Id="rId14" Type="http://schemas.openxmlformats.org/officeDocument/2006/relationships/image" Target="../media/image1399.png"/><Relationship Id="rId22" Type="http://schemas.openxmlformats.org/officeDocument/2006/relationships/image" Target="../media/image1403.png"/><Relationship Id="rId27" Type="http://schemas.openxmlformats.org/officeDocument/2006/relationships/customXml" Target="../ink/ink1390.xml"/><Relationship Id="rId30" Type="http://schemas.openxmlformats.org/officeDocument/2006/relationships/image" Target="../media/image1407.png"/><Relationship Id="rId35" Type="http://schemas.openxmlformats.org/officeDocument/2006/relationships/customXml" Target="../ink/ink1394.xml"/><Relationship Id="rId43" Type="http://schemas.openxmlformats.org/officeDocument/2006/relationships/customXml" Target="../ink/ink1398.xml"/><Relationship Id="rId48" Type="http://schemas.openxmlformats.org/officeDocument/2006/relationships/image" Target="../media/image1416.png"/><Relationship Id="rId56" Type="http://schemas.openxmlformats.org/officeDocument/2006/relationships/image" Target="../media/image1420.png"/><Relationship Id="rId8" Type="http://schemas.openxmlformats.org/officeDocument/2006/relationships/image" Target="../media/image1396.png"/><Relationship Id="rId51" Type="http://schemas.openxmlformats.org/officeDocument/2006/relationships/customXml" Target="../ink/ink1402.xml"/><Relationship Id="rId3" Type="http://schemas.openxmlformats.org/officeDocument/2006/relationships/customXml" Target="../ink/ink1378.xml"/><Relationship Id="rId12" Type="http://schemas.openxmlformats.org/officeDocument/2006/relationships/image" Target="../media/image1398.png"/><Relationship Id="rId17" Type="http://schemas.openxmlformats.org/officeDocument/2006/relationships/customXml" Target="../ink/ink1385.xml"/><Relationship Id="rId25" Type="http://schemas.openxmlformats.org/officeDocument/2006/relationships/customXml" Target="../ink/ink1389.xml"/><Relationship Id="rId33" Type="http://schemas.openxmlformats.org/officeDocument/2006/relationships/customXml" Target="../ink/ink1393.xml"/><Relationship Id="rId38" Type="http://schemas.openxmlformats.org/officeDocument/2006/relationships/image" Target="../media/image1411.png"/><Relationship Id="rId46" Type="http://schemas.openxmlformats.org/officeDocument/2006/relationships/image" Target="../media/image1415.png"/><Relationship Id="rId20" Type="http://schemas.openxmlformats.org/officeDocument/2006/relationships/image" Target="../media/image1402.png"/><Relationship Id="rId41" Type="http://schemas.openxmlformats.org/officeDocument/2006/relationships/customXml" Target="../ink/ink1397.xml"/><Relationship Id="rId54" Type="http://schemas.openxmlformats.org/officeDocument/2006/relationships/image" Target="../media/image14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5.png"/><Relationship Id="rId15" Type="http://schemas.openxmlformats.org/officeDocument/2006/relationships/customXml" Target="../ink/ink1384.xml"/><Relationship Id="rId23" Type="http://schemas.openxmlformats.org/officeDocument/2006/relationships/customXml" Target="../ink/ink1388.xml"/><Relationship Id="rId28" Type="http://schemas.openxmlformats.org/officeDocument/2006/relationships/image" Target="../media/image1406.png"/><Relationship Id="rId36" Type="http://schemas.openxmlformats.org/officeDocument/2006/relationships/image" Target="../media/image1410.png"/><Relationship Id="rId49" Type="http://schemas.openxmlformats.org/officeDocument/2006/relationships/customXml" Target="../ink/ink1401.xml"/><Relationship Id="rId57" Type="http://schemas.openxmlformats.org/officeDocument/2006/relationships/customXml" Target="../ink/ink1405.xml"/><Relationship Id="rId10" Type="http://schemas.openxmlformats.org/officeDocument/2006/relationships/image" Target="../media/image1397.png"/><Relationship Id="rId31" Type="http://schemas.openxmlformats.org/officeDocument/2006/relationships/customXml" Target="../ink/ink1392.xml"/><Relationship Id="rId44" Type="http://schemas.openxmlformats.org/officeDocument/2006/relationships/image" Target="../media/image1414.png"/><Relationship Id="rId52" Type="http://schemas.openxmlformats.org/officeDocument/2006/relationships/image" Target="../media/image14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4.png"/><Relationship Id="rId13" Type="http://schemas.openxmlformats.org/officeDocument/2006/relationships/customXml" Target="../ink/ink1411.xml"/><Relationship Id="rId18" Type="http://schemas.openxmlformats.org/officeDocument/2006/relationships/image" Target="../media/image1429.png"/><Relationship Id="rId3" Type="http://schemas.openxmlformats.org/officeDocument/2006/relationships/customXml" Target="../ink/ink1406.xml"/><Relationship Id="rId7" Type="http://schemas.openxmlformats.org/officeDocument/2006/relationships/customXml" Target="../ink/ink1408.xml"/><Relationship Id="rId12" Type="http://schemas.openxmlformats.org/officeDocument/2006/relationships/image" Target="../media/image1426.png"/><Relationship Id="rId17" Type="http://schemas.openxmlformats.org/officeDocument/2006/relationships/customXml" Target="../ink/ink1413.xml"/><Relationship Id="rId2" Type="http://schemas.openxmlformats.org/officeDocument/2006/relationships/image" Target="../media/image1293.png"/><Relationship Id="rId16" Type="http://schemas.openxmlformats.org/officeDocument/2006/relationships/image" Target="../media/image1428.png"/><Relationship Id="rId20" Type="http://schemas.openxmlformats.org/officeDocument/2006/relationships/image" Target="../media/image1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3.png"/><Relationship Id="rId11" Type="http://schemas.openxmlformats.org/officeDocument/2006/relationships/customXml" Target="../ink/ink1410.xml"/><Relationship Id="rId5" Type="http://schemas.openxmlformats.org/officeDocument/2006/relationships/customXml" Target="../ink/ink1407.xml"/><Relationship Id="rId15" Type="http://schemas.openxmlformats.org/officeDocument/2006/relationships/customXml" Target="../ink/ink1412.xml"/><Relationship Id="rId10" Type="http://schemas.openxmlformats.org/officeDocument/2006/relationships/image" Target="../media/image1425.png"/><Relationship Id="rId19" Type="http://schemas.openxmlformats.org/officeDocument/2006/relationships/customXml" Target="../ink/ink1414.xml"/><Relationship Id="rId4" Type="http://schemas.openxmlformats.org/officeDocument/2006/relationships/image" Target="../media/image1422.png"/><Relationship Id="rId9" Type="http://schemas.openxmlformats.org/officeDocument/2006/relationships/customXml" Target="../ink/ink1409.xml"/><Relationship Id="rId14" Type="http://schemas.openxmlformats.org/officeDocument/2006/relationships/image" Target="../media/image14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40.png"/><Relationship Id="rId21" Type="http://schemas.openxmlformats.org/officeDocument/2006/relationships/customXml" Target="../ink/ink1424.xml"/><Relationship Id="rId42" Type="http://schemas.openxmlformats.org/officeDocument/2006/relationships/image" Target="../media/image1448.png"/><Relationship Id="rId47" Type="http://schemas.openxmlformats.org/officeDocument/2006/relationships/customXml" Target="../ink/ink1437.xml"/><Relationship Id="rId63" Type="http://schemas.openxmlformats.org/officeDocument/2006/relationships/customXml" Target="../ink/ink1445.xml"/><Relationship Id="rId68" Type="http://schemas.openxmlformats.org/officeDocument/2006/relationships/image" Target="../media/image1461.png"/><Relationship Id="rId84" Type="http://schemas.openxmlformats.org/officeDocument/2006/relationships/image" Target="../media/image1469.png"/><Relationship Id="rId89" Type="http://schemas.openxmlformats.org/officeDocument/2006/relationships/customXml" Target="../ink/ink1458.xml"/><Relationship Id="rId16" Type="http://schemas.openxmlformats.org/officeDocument/2006/relationships/image" Target="../media/image1435.png"/><Relationship Id="rId11" Type="http://schemas.openxmlformats.org/officeDocument/2006/relationships/customXml" Target="../ink/ink1419.xml"/><Relationship Id="rId32" Type="http://schemas.openxmlformats.org/officeDocument/2006/relationships/image" Target="../media/image1443.png"/><Relationship Id="rId37" Type="http://schemas.openxmlformats.org/officeDocument/2006/relationships/customXml" Target="../ink/ink1432.xml"/><Relationship Id="rId53" Type="http://schemas.openxmlformats.org/officeDocument/2006/relationships/customXml" Target="../ink/ink1440.xml"/><Relationship Id="rId58" Type="http://schemas.openxmlformats.org/officeDocument/2006/relationships/image" Target="../media/image1456.png"/><Relationship Id="rId74" Type="http://schemas.openxmlformats.org/officeDocument/2006/relationships/image" Target="../media/image1464.png"/><Relationship Id="rId79" Type="http://schemas.openxmlformats.org/officeDocument/2006/relationships/customXml" Target="../ink/ink1453.xml"/><Relationship Id="rId5" Type="http://schemas.openxmlformats.org/officeDocument/2006/relationships/customXml" Target="../ink/ink1416.xml"/><Relationship Id="rId90" Type="http://schemas.openxmlformats.org/officeDocument/2006/relationships/image" Target="../media/image1472.png"/><Relationship Id="rId95" Type="http://schemas.openxmlformats.org/officeDocument/2006/relationships/customXml" Target="../ink/ink1461.xml"/><Relationship Id="rId22" Type="http://schemas.openxmlformats.org/officeDocument/2006/relationships/image" Target="../media/image1438.png"/><Relationship Id="rId27" Type="http://schemas.openxmlformats.org/officeDocument/2006/relationships/customXml" Target="../ink/ink1427.xml"/><Relationship Id="rId43" Type="http://schemas.openxmlformats.org/officeDocument/2006/relationships/customXml" Target="../ink/ink1435.xml"/><Relationship Id="rId48" Type="http://schemas.openxmlformats.org/officeDocument/2006/relationships/image" Target="../media/image1451.png"/><Relationship Id="rId64" Type="http://schemas.openxmlformats.org/officeDocument/2006/relationships/image" Target="../media/image1459.png"/><Relationship Id="rId69" Type="http://schemas.openxmlformats.org/officeDocument/2006/relationships/customXml" Target="../ink/ink1448.xml"/><Relationship Id="rId8" Type="http://schemas.openxmlformats.org/officeDocument/2006/relationships/image" Target="../media/image1431.png"/><Relationship Id="rId51" Type="http://schemas.openxmlformats.org/officeDocument/2006/relationships/customXml" Target="../ink/ink1439.xml"/><Relationship Id="rId72" Type="http://schemas.openxmlformats.org/officeDocument/2006/relationships/image" Target="../media/image1463.png"/><Relationship Id="rId80" Type="http://schemas.openxmlformats.org/officeDocument/2006/relationships/image" Target="../media/image1467.png"/><Relationship Id="rId85" Type="http://schemas.openxmlformats.org/officeDocument/2006/relationships/customXml" Target="../ink/ink1456.xml"/><Relationship Id="rId93" Type="http://schemas.openxmlformats.org/officeDocument/2006/relationships/customXml" Target="../ink/ink1460.xml"/><Relationship Id="rId3" Type="http://schemas.openxmlformats.org/officeDocument/2006/relationships/customXml" Target="../ink/ink1415.xml"/><Relationship Id="rId12" Type="http://schemas.openxmlformats.org/officeDocument/2006/relationships/image" Target="../media/image1433.png"/><Relationship Id="rId17" Type="http://schemas.openxmlformats.org/officeDocument/2006/relationships/customXml" Target="../ink/ink1422.xml"/><Relationship Id="rId25" Type="http://schemas.openxmlformats.org/officeDocument/2006/relationships/customXml" Target="../ink/ink1426.xml"/><Relationship Id="rId33" Type="http://schemas.openxmlformats.org/officeDocument/2006/relationships/customXml" Target="../ink/ink1430.xml"/><Relationship Id="rId38" Type="http://schemas.openxmlformats.org/officeDocument/2006/relationships/image" Target="../media/image1446.png"/><Relationship Id="rId46" Type="http://schemas.openxmlformats.org/officeDocument/2006/relationships/image" Target="../media/image1450.png"/><Relationship Id="rId59" Type="http://schemas.openxmlformats.org/officeDocument/2006/relationships/customXml" Target="../ink/ink1443.xml"/><Relationship Id="rId67" Type="http://schemas.openxmlformats.org/officeDocument/2006/relationships/customXml" Target="../ink/ink1447.xml"/><Relationship Id="rId20" Type="http://schemas.openxmlformats.org/officeDocument/2006/relationships/image" Target="../media/image1437.png"/><Relationship Id="rId41" Type="http://schemas.openxmlformats.org/officeDocument/2006/relationships/customXml" Target="../ink/ink1434.xml"/><Relationship Id="rId54" Type="http://schemas.openxmlformats.org/officeDocument/2006/relationships/image" Target="../media/image1454.png"/><Relationship Id="rId62" Type="http://schemas.openxmlformats.org/officeDocument/2006/relationships/image" Target="../media/image1458.png"/><Relationship Id="rId70" Type="http://schemas.openxmlformats.org/officeDocument/2006/relationships/image" Target="../media/image1462.png"/><Relationship Id="rId75" Type="http://schemas.openxmlformats.org/officeDocument/2006/relationships/customXml" Target="../ink/ink1451.xml"/><Relationship Id="rId83" Type="http://schemas.openxmlformats.org/officeDocument/2006/relationships/customXml" Target="../ink/ink1455.xml"/><Relationship Id="rId88" Type="http://schemas.openxmlformats.org/officeDocument/2006/relationships/image" Target="../media/image1471.png"/><Relationship Id="rId91" Type="http://schemas.openxmlformats.org/officeDocument/2006/relationships/customXml" Target="../ink/ink1459.xml"/><Relationship Id="rId96" Type="http://schemas.openxmlformats.org/officeDocument/2006/relationships/image" Target="../media/image14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3.png"/><Relationship Id="rId15" Type="http://schemas.openxmlformats.org/officeDocument/2006/relationships/customXml" Target="../ink/ink1421.xml"/><Relationship Id="rId23" Type="http://schemas.openxmlformats.org/officeDocument/2006/relationships/customXml" Target="../ink/ink1425.xml"/><Relationship Id="rId28" Type="http://schemas.openxmlformats.org/officeDocument/2006/relationships/image" Target="../media/image1441.png"/><Relationship Id="rId36" Type="http://schemas.openxmlformats.org/officeDocument/2006/relationships/image" Target="../media/image1445.png"/><Relationship Id="rId49" Type="http://schemas.openxmlformats.org/officeDocument/2006/relationships/customXml" Target="../ink/ink1438.xml"/><Relationship Id="rId57" Type="http://schemas.openxmlformats.org/officeDocument/2006/relationships/customXml" Target="../ink/ink1442.xml"/><Relationship Id="rId10" Type="http://schemas.openxmlformats.org/officeDocument/2006/relationships/image" Target="../media/image1432.png"/><Relationship Id="rId31" Type="http://schemas.openxmlformats.org/officeDocument/2006/relationships/customXml" Target="../ink/ink1429.xml"/><Relationship Id="rId44" Type="http://schemas.openxmlformats.org/officeDocument/2006/relationships/image" Target="../media/image1449.png"/><Relationship Id="rId52" Type="http://schemas.openxmlformats.org/officeDocument/2006/relationships/image" Target="../media/image1453.png"/><Relationship Id="rId60" Type="http://schemas.openxmlformats.org/officeDocument/2006/relationships/image" Target="../media/image1457.png"/><Relationship Id="rId65" Type="http://schemas.openxmlformats.org/officeDocument/2006/relationships/customXml" Target="../ink/ink1446.xml"/><Relationship Id="rId73" Type="http://schemas.openxmlformats.org/officeDocument/2006/relationships/customXml" Target="../ink/ink1450.xml"/><Relationship Id="rId78" Type="http://schemas.openxmlformats.org/officeDocument/2006/relationships/image" Target="../media/image1466.png"/><Relationship Id="rId81" Type="http://schemas.openxmlformats.org/officeDocument/2006/relationships/customXml" Target="../ink/ink1454.xml"/><Relationship Id="rId86" Type="http://schemas.openxmlformats.org/officeDocument/2006/relationships/image" Target="../media/image1470.png"/><Relationship Id="rId94" Type="http://schemas.openxmlformats.org/officeDocument/2006/relationships/image" Target="../media/image1474.png"/><Relationship Id="rId4" Type="http://schemas.openxmlformats.org/officeDocument/2006/relationships/image" Target="../media/image1392.png"/><Relationship Id="rId9" Type="http://schemas.openxmlformats.org/officeDocument/2006/relationships/customXml" Target="../ink/ink1418.xml"/><Relationship Id="rId13" Type="http://schemas.openxmlformats.org/officeDocument/2006/relationships/customXml" Target="../ink/ink1420.xml"/><Relationship Id="rId18" Type="http://schemas.openxmlformats.org/officeDocument/2006/relationships/image" Target="../media/image1436.png"/><Relationship Id="rId39" Type="http://schemas.openxmlformats.org/officeDocument/2006/relationships/customXml" Target="../ink/ink1433.xml"/><Relationship Id="rId34" Type="http://schemas.openxmlformats.org/officeDocument/2006/relationships/image" Target="../media/image1444.png"/><Relationship Id="rId50" Type="http://schemas.openxmlformats.org/officeDocument/2006/relationships/image" Target="../media/image1452.png"/><Relationship Id="rId55" Type="http://schemas.openxmlformats.org/officeDocument/2006/relationships/customXml" Target="../ink/ink1441.xml"/><Relationship Id="rId76" Type="http://schemas.openxmlformats.org/officeDocument/2006/relationships/image" Target="../media/image1465.png"/><Relationship Id="rId7" Type="http://schemas.openxmlformats.org/officeDocument/2006/relationships/customXml" Target="../ink/ink1417.xml"/><Relationship Id="rId71" Type="http://schemas.openxmlformats.org/officeDocument/2006/relationships/customXml" Target="../ink/ink1449.xml"/><Relationship Id="rId92" Type="http://schemas.openxmlformats.org/officeDocument/2006/relationships/image" Target="../media/image1473.png"/><Relationship Id="rId2" Type="http://schemas.openxmlformats.org/officeDocument/2006/relationships/image" Target="../media/image982.png"/><Relationship Id="rId29" Type="http://schemas.openxmlformats.org/officeDocument/2006/relationships/customXml" Target="../ink/ink1428.xml"/><Relationship Id="rId24" Type="http://schemas.openxmlformats.org/officeDocument/2006/relationships/image" Target="../media/image1439.png"/><Relationship Id="rId40" Type="http://schemas.openxmlformats.org/officeDocument/2006/relationships/image" Target="../media/image1447.png"/><Relationship Id="rId45" Type="http://schemas.openxmlformats.org/officeDocument/2006/relationships/customXml" Target="../ink/ink1436.xml"/><Relationship Id="rId66" Type="http://schemas.openxmlformats.org/officeDocument/2006/relationships/image" Target="../media/image1460.png"/><Relationship Id="rId87" Type="http://schemas.openxmlformats.org/officeDocument/2006/relationships/customXml" Target="../ink/ink1457.xml"/><Relationship Id="rId61" Type="http://schemas.openxmlformats.org/officeDocument/2006/relationships/customXml" Target="../ink/ink1444.xml"/><Relationship Id="rId82" Type="http://schemas.openxmlformats.org/officeDocument/2006/relationships/image" Target="../media/image1468.png"/><Relationship Id="rId19" Type="http://schemas.openxmlformats.org/officeDocument/2006/relationships/customXml" Target="../ink/ink1423.xml"/><Relationship Id="rId14" Type="http://schemas.openxmlformats.org/officeDocument/2006/relationships/image" Target="../media/image1434.png"/><Relationship Id="rId30" Type="http://schemas.openxmlformats.org/officeDocument/2006/relationships/image" Target="../media/image1442.png"/><Relationship Id="rId35" Type="http://schemas.openxmlformats.org/officeDocument/2006/relationships/customXml" Target="../ink/ink1431.xml"/><Relationship Id="rId56" Type="http://schemas.openxmlformats.org/officeDocument/2006/relationships/image" Target="../media/image1455.png"/><Relationship Id="rId77" Type="http://schemas.openxmlformats.org/officeDocument/2006/relationships/customXml" Target="../ink/ink1452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3.png"/><Relationship Id="rId21" Type="http://schemas.openxmlformats.org/officeDocument/2006/relationships/image" Target="../media/image1485.png"/><Relationship Id="rId42" Type="http://schemas.openxmlformats.org/officeDocument/2006/relationships/customXml" Target="../ink/ink1482.xml"/><Relationship Id="rId63" Type="http://schemas.openxmlformats.org/officeDocument/2006/relationships/image" Target="../media/image1506.png"/><Relationship Id="rId84" Type="http://schemas.openxmlformats.org/officeDocument/2006/relationships/customXml" Target="../ink/ink1503.xml"/><Relationship Id="rId138" Type="http://schemas.openxmlformats.org/officeDocument/2006/relationships/customXml" Target="../ink/ink1530.xml"/><Relationship Id="rId159" Type="http://schemas.openxmlformats.org/officeDocument/2006/relationships/image" Target="../media/image1554.png"/><Relationship Id="rId170" Type="http://schemas.openxmlformats.org/officeDocument/2006/relationships/customXml" Target="../ink/ink1546.xml"/><Relationship Id="rId191" Type="http://schemas.openxmlformats.org/officeDocument/2006/relationships/image" Target="../media/image1570.png"/><Relationship Id="rId107" Type="http://schemas.openxmlformats.org/officeDocument/2006/relationships/image" Target="../media/image1528.png"/><Relationship Id="rId11" Type="http://schemas.openxmlformats.org/officeDocument/2006/relationships/image" Target="../media/image1480.png"/><Relationship Id="rId32" Type="http://schemas.openxmlformats.org/officeDocument/2006/relationships/customXml" Target="../ink/ink1477.xml"/><Relationship Id="rId53" Type="http://schemas.openxmlformats.org/officeDocument/2006/relationships/image" Target="../media/image1501.png"/><Relationship Id="rId74" Type="http://schemas.openxmlformats.org/officeDocument/2006/relationships/customXml" Target="../ink/ink1498.xml"/><Relationship Id="rId128" Type="http://schemas.openxmlformats.org/officeDocument/2006/relationships/customXml" Target="../ink/ink1525.xml"/><Relationship Id="rId149" Type="http://schemas.openxmlformats.org/officeDocument/2006/relationships/image" Target="../media/image1549.png"/><Relationship Id="rId5" Type="http://schemas.openxmlformats.org/officeDocument/2006/relationships/image" Target="../media/image1477.png"/><Relationship Id="rId95" Type="http://schemas.openxmlformats.org/officeDocument/2006/relationships/image" Target="../media/image1522.png"/><Relationship Id="rId160" Type="http://schemas.openxmlformats.org/officeDocument/2006/relationships/customXml" Target="../ink/ink1541.xml"/><Relationship Id="rId181" Type="http://schemas.openxmlformats.org/officeDocument/2006/relationships/image" Target="../media/image1565.png"/><Relationship Id="rId22" Type="http://schemas.openxmlformats.org/officeDocument/2006/relationships/customXml" Target="../ink/ink1472.xml"/><Relationship Id="rId43" Type="http://schemas.openxmlformats.org/officeDocument/2006/relationships/image" Target="../media/image1496.png"/><Relationship Id="rId64" Type="http://schemas.openxmlformats.org/officeDocument/2006/relationships/customXml" Target="../ink/ink1493.xml"/><Relationship Id="rId118" Type="http://schemas.openxmlformats.org/officeDocument/2006/relationships/customXml" Target="../ink/ink1520.xml"/><Relationship Id="rId139" Type="http://schemas.openxmlformats.org/officeDocument/2006/relationships/image" Target="../media/image1544.png"/><Relationship Id="rId85" Type="http://schemas.openxmlformats.org/officeDocument/2006/relationships/image" Target="../media/image1517.png"/><Relationship Id="rId150" Type="http://schemas.openxmlformats.org/officeDocument/2006/relationships/customXml" Target="../ink/ink1536.xml"/><Relationship Id="rId171" Type="http://schemas.openxmlformats.org/officeDocument/2006/relationships/image" Target="../media/image1560.png"/><Relationship Id="rId192" Type="http://schemas.openxmlformats.org/officeDocument/2006/relationships/customXml" Target="../ink/ink1557.xml"/><Relationship Id="rId12" Type="http://schemas.openxmlformats.org/officeDocument/2006/relationships/customXml" Target="../ink/ink1467.xml"/><Relationship Id="rId33" Type="http://schemas.openxmlformats.org/officeDocument/2006/relationships/image" Target="../media/image1491.png"/><Relationship Id="rId108" Type="http://schemas.openxmlformats.org/officeDocument/2006/relationships/customXml" Target="../ink/ink1515.xml"/><Relationship Id="rId129" Type="http://schemas.openxmlformats.org/officeDocument/2006/relationships/image" Target="../media/image1539.png"/><Relationship Id="rId54" Type="http://schemas.openxmlformats.org/officeDocument/2006/relationships/customXml" Target="../ink/ink1488.xml"/><Relationship Id="rId75" Type="http://schemas.openxmlformats.org/officeDocument/2006/relationships/image" Target="../media/image1512.png"/><Relationship Id="rId96" Type="http://schemas.openxmlformats.org/officeDocument/2006/relationships/customXml" Target="../ink/ink1509.xml"/><Relationship Id="rId140" Type="http://schemas.openxmlformats.org/officeDocument/2006/relationships/customXml" Target="../ink/ink1531.xml"/><Relationship Id="rId161" Type="http://schemas.openxmlformats.org/officeDocument/2006/relationships/image" Target="../media/image1555.png"/><Relationship Id="rId182" Type="http://schemas.openxmlformats.org/officeDocument/2006/relationships/customXml" Target="../ink/ink1552.xml"/><Relationship Id="rId6" Type="http://schemas.openxmlformats.org/officeDocument/2006/relationships/customXml" Target="../ink/ink1464.xml"/><Relationship Id="rId23" Type="http://schemas.openxmlformats.org/officeDocument/2006/relationships/image" Target="../media/image1486.png"/><Relationship Id="rId119" Type="http://schemas.openxmlformats.org/officeDocument/2006/relationships/image" Target="../media/image1534.png"/><Relationship Id="rId44" Type="http://schemas.openxmlformats.org/officeDocument/2006/relationships/customXml" Target="../ink/ink1483.xml"/><Relationship Id="rId65" Type="http://schemas.openxmlformats.org/officeDocument/2006/relationships/image" Target="../media/image1507.png"/><Relationship Id="rId86" Type="http://schemas.openxmlformats.org/officeDocument/2006/relationships/customXml" Target="../ink/ink1504.xml"/><Relationship Id="rId130" Type="http://schemas.openxmlformats.org/officeDocument/2006/relationships/customXml" Target="../ink/ink1526.xml"/><Relationship Id="rId151" Type="http://schemas.openxmlformats.org/officeDocument/2006/relationships/image" Target="../media/image1550.png"/><Relationship Id="rId172" Type="http://schemas.openxmlformats.org/officeDocument/2006/relationships/customXml" Target="../ink/ink1547.xml"/><Relationship Id="rId193" Type="http://schemas.openxmlformats.org/officeDocument/2006/relationships/image" Target="../media/image1571.png"/><Relationship Id="rId13" Type="http://schemas.openxmlformats.org/officeDocument/2006/relationships/image" Target="../media/image1481.png"/><Relationship Id="rId109" Type="http://schemas.openxmlformats.org/officeDocument/2006/relationships/image" Target="../media/image1529.png"/><Relationship Id="rId34" Type="http://schemas.openxmlformats.org/officeDocument/2006/relationships/customXml" Target="../ink/ink1478.xml"/><Relationship Id="rId55" Type="http://schemas.openxmlformats.org/officeDocument/2006/relationships/image" Target="../media/image1502.png"/><Relationship Id="rId76" Type="http://schemas.openxmlformats.org/officeDocument/2006/relationships/customXml" Target="../ink/ink1499.xml"/><Relationship Id="rId97" Type="http://schemas.openxmlformats.org/officeDocument/2006/relationships/image" Target="../media/image1523.png"/><Relationship Id="rId120" Type="http://schemas.openxmlformats.org/officeDocument/2006/relationships/customXml" Target="../ink/ink1521.xml"/><Relationship Id="rId141" Type="http://schemas.openxmlformats.org/officeDocument/2006/relationships/image" Target="../media/image1545.png"/><Relationship Id="rId7" Type="http://schemas.openxmlformats.org/officeDocument/2006/relationships/image" Target="../media/image1478.png"/><Relationship Id="rId71" Type="http://schemas.openxmlformats.org/officeDocument/2006/relationships/image" Target="../media/image1510.png"/><Relationship Id="rId92" Type="http://schemas.openxmlformats.org/officeDocument/2006/relationships/customXml" Target="../ink/ink1507.xml"/><Relationship Id="rId162" Type="http://schemas.openxmlformats.org/officeDocument/2006/relationships/customXml" Target="../ink/ink1542.xml"/><Relationship Id="rId183" Type="http://schemas.openxmlformats.org/officeDocument/2006/relationships/image" Target="../media/image1566.png"/><Relationship Id="rId2" Type="http://schemas.openxmlformats.org/officeDocument/2006/relationships/customXml" Target="../ink/ink1462.xml"/><Relationship Id="rId29" Type="http://schemas.openxmlformats.org/officeDocument/2006/relationships/image" Target="../media/image1489.png"/><Relationship Id="rId24" Type="http://schemas.openxmlformats.org/officeDocument/2006/relationships/customXml" Target="../ink/ink1473.xml"/><Relationship Id="rId40" Type="http://schemas.openxmlformats.org/officeDocument/2006/relationships/customXml" Target="../ink/ink1481.xml"/><Relationship Id="rId45" Type="http://schemas.openxmlformats.org/officeDocument/2006/relationships/image" Target="../media/image1497.png"/><Relationship Id="rId66" Type="http://schemas.openxmlformats.org/officeDocument/2006/relationships/customXml" Target="../ink/ink1494.xml"/><Relationship Id="rId87" Type="http://schemas.openxmlformats.org/officeDocument/2006/relationships/image" Target="../media/image1518.png"/><Relationship Id="rId110" Type="http://schemas.openxmlformats.org/officeDocument/2006/relationships/customXml" Target="../ink/ink1516.xml"/><Relationship Id="rId115" Type="http://schemas.openxmlformats.org/officeDocument/2006/relationships/image" Target="../media/image1532.png"/><Relationship Id="rId131" Type="http://schemas.openxmlformats.org/officeDocument/2006/relationships/image" Target="../media/image1540.png"/><Relationship Id="rId136" Type="http://schemas.openxmlformats.org/officeDocument/2006/relationships/customXml" Target="../ink/ink1529.xml"/><Relationship Id="rId157" Type="http://schemas.openxmlformats.org/officeDocument/2006/relationships/image" Target="../media/image1553.png"/><Relationship Id="rId178" Type="http://schemas.openxmlformats.org/officeDocument/2006/relationships/customXml" Target="../ink/ink1550.xml"/><Relationship Id="rId61" Type="http://schemas.openxmlformats.org/officeDocument/2006/relationships/image" Target="../media/image1505.png"/><Relationship Id="rId82" Type="http://schemas.openxmlformats.org/officeDocument/2006/relationships/customXml" Target="../ink/ink1502.xml"/><Relationship Id="rId152" Type="http://schemas.openxmlformats.org/officeDocument/2006/relationships/customXml" Target="../ink/ink1537.xml"/><Relationship Id="rId173" Type="http://schemas.openxmlformats.org/officeDocument/2006/relationships/image" Target="../media/image1561.png"/><Relationship Id="rId194" Type="http://schemas.openxmlformats.org/officeDocument/2006/relationships/customXml" Target="../ink/ink1558.xml"/><Relationship Id="rId19" Type="http://schemas.openxmlformats.org/officeDocument/2006/relationships/image" Target="../media/image1484.png"/><Relationship Id="rId14" Type="http://schemas.openxmlformats.org/officeDocument/2006/relationships/customXml" Target="../ink/ink1468.xml"/><Relationship Id="rId30" Type="http://schemas.openxmlformats.org/officeDocument/2006/relationships/customXml" Target="../ink/ink1476.xml"/><Relationship Id="rId35" Type="http://schemas.openxmlformats.org/officeDocument/2006/relationships/image" Target="../media/image1492.png"/><Relationship Id="rId56" Type="http://schemas.openxmlformats.org/officeDocument/2006/relationships/customXml" Target="../ink/ink1489.xml"/><Relationship Id="rId77" Type="http://schemas.openxmlformats.org/officeDocument/2006/relationships/image" Target="../media/image1513.png"/><Relationship Id="rId100" Type="http://schemas.openxmlformats.org/officeDocument/2006/relationships/customXml" Target="../ink/ink1511.xml"/><Relationship Id="rId105" Type="http://schemas.openxmlformats.org/officeDocument/2006/relationships/image" Target="../media/image1527.png"/><Relationship Id="rId126" Type="http://schemas.openxmlformats.org/officeDocument/2006/relationships/customXml" Target="../ink/ink1524.xml"/><Relationship Id="rId147" Type="http://schemas.openxmlformats.org/officeDocument/2006/relationships/image" Target="../media/image1548.png"/><Relationship Id="rId168" Type="http://schemas.openxmlformats.org/officeDocument/2006/relationships/customXml" Target="../ink/ink1545.xml"/><Relationship Id="rId8" Type="http://schemas.openxmlformats.org/officeDocument/2006/relationships/customXml" Target="../ink/ink1465.xml"/><Relationship Id="rId51" Type="http://schemas.openxmlformats.org/officeDocument/2006/relationships/image" Target="../media/image1500.png"/><Relationship Id="rId72" Type="http://schemas.openxmlformats.org/officeDocument/2006/relationships/customXml" Target="../ink/ink1497.xml"/><Relationship Id="rId93" Type="http://schemas.openxmlformats.org/officeDocument/2006/relationships/image" Target="../media/image1521.png"/><Relationship Id="rId98" Type="http://schemas.openxmlformats.org/officeDocument/2006/relationships/customXml" Target="../ink/ink1510.xml"/><Relationship Id="rId121" Type="http://schemas.openxmlformats.org/officeDocument/2006/relationships/image" Target="../media/image1535.png"/><Relationship Id="rId142" Type="http://schemas.openxmlformats.org/officeDocument/2006/relationships/customXml" Target="../ink/ink1532.xml"/><Relationship Id="rId163" Type="http://schemas.openxmlformats.org/officeDocument/2006/relationships/image" Target="../media/image1556.png"/><Relationship Id="rId184" Type="http://schemas.openxmlformats.org/officeDocument/2006/relationships/customXml" Target="../ink/ink1553.xml"/><Relationship Id="rId189" Type="http://schemas.openxmlformats.org/officeDocument/2006/relationships/image" Target="../media/image1569.png"/><Relationship Id="rId3" Type="http://schemas.openxmlformats.org/officeDocument/2006/relationships/image" Target="../media/image1476.png"/><Relationship Id="rId25" Type="http://schemas.openxmlformats.org/officeDocument/2006/relationships/image" Target="../media/image1487.png"/><Relationship Id="rId46" Type="http://schemas.openxmlformats.org/officeDocument/2006/relationships/customXml" Target="../ink/ink1484.xml"/><Relationship Id="rId67" Type="http://schemas.openxmlformats.org/officeDocument/2006/relationships/image" Target="../media/image1508.png"/><Relationship Id="rId116" Type="http://schemas.openxmlformats.org/officeDocument/2006/relationships/customXml" Target="../ink/ink1519.xml"/><Relationship Id="rId137" Type="http://schemas.openxmlformats.org/officeDocument/2006/relationships/image" Target="../media/image1543.png"/><Relationship Id="rId158" Type="http://schemas.openxmlformats.org/officeDocument/2006/relationships/customXml" Target="../ink/ink1540.xml"/><Relationship Id="rId20" Type="http://schemas.openxmlformats.org/officeDocument/2006/relationships/customXml" Target="../ink/ink1471.xml"/><Relationship Id="rId41" Type="http://schemas.openxmlformats.org/officeDocument/2006/relationships/image" Target="../media/image1495.png"/><Relationship Id="rId62" Type="http://schemas.openxmlformats.org/officeDocument/2006/relationships/customXml" Target="../ink/ink1492.xml"/><Relationship Id="rId83" Type="http://schemas.openxmlformats.org/officeDocument/2006/relationships/image" Target="../media/image1516.png"/><Relationship Id="rId88" Type="http://schemas.openxmlformats.org/officeDocument/2006/relationships/customXml" Target="../ink/ink1505.xml"/><Relationship Id="rId111" Type="http://schemas.openxmlformats.org/officeDocument/2006/relationships/image" Target="../media/image1530.png"/><Relationship Id="rId132" Type="http://schemas.openxmlformats.org/officeDocument/2006/relationships/customXml" Target="../ink/ink1527.xml"/><Relationship Id="rId153" Type="http://schemas.openxmlformats.org/officeDocument/2006/relationships/image" Target="../media/image1551.png"/><Relationship Id="rId174" Type="http://schemas.openxmlformats.org/officeDocument/2006/relationships/customXml" Target="../ink/ink1548.xml"/><Relationship Id="rId179" Type="http://schemas.openxmlformats.org/officeDocument/2006/relationships/image" Target="../media/image1564.png"/><Relationship Id="rId195" Type="http://schemas.openxmlformats.org/officeDocument/2006/relationships/image" Target="../media/image1572.png"/><Relationship Id="rId190" Type="http://schemas.openxmlformats.org/officeDocument/2006/relationships/customXml" Target="../ink/ink1556.xml"/><Relationship Id="rId15" Type="http://schemas.openxmlformats.org/officeDocument/2006/relationships/image" Target="../media/image1482.png"/><Relationship Id="rId36" Type="http://schemas.openxmlformats.org/officeDocument/2006/relationships/customXml" Target="../ink/ink1479.xml"/><Relationship Id="rId57" Type="http://schemas.openxmlformats.org/officeDocument/2006/relationships/image" Target="../media/image1503.png"/><Relationship Id="rId106" Type="http://schemas.openxmlformats.org/officeDocument/2006/relationships/customXml" Target="../ink/ink1514.xml"/><Relationship Id="rId127" Type="http://schemas.openxmlformats.org/officeDocument/2006/relationships/image" Target="../media/image1538.png"/><Relationship Id="rId10" Type="http://schemas.openxmlformats.org/officeDocument/2006/relationships/customXml" Target="../ink/ink1466.xml"/><Relationship Id="rId31" Type="http://schemas.openxmlformats.org/officeDocument/2006/relationships/image" Target="../media/image1490.png"/><Relationship Id="rId52" Type="http://schemas.openxmlformats.org/officeDocument/2006/relationships/customXml" Target="../ink/ink1487.xml"/><Relationship Id="rId73" Type="http://schemas.openxmlformats.org/officeDocument/2006/relationships/image" Target="../media/image1511.png"/><Relationship Id="rId78" Type="http://schemas.openxmlformats.org/officeDocument/2006/relationships/customXml" Target="../ink/ink1500.xml"/><Relationship Id="rId94" Type="http://schemas.openxmlformats.org/officeDocument/2006/relationships/customXml" Target="../ink/ink1508.xml"/><Relationship Id="rId99" Type="http://schemas.openxmlformats.org/officeDocument/2006/relationships/image" Target="../media/image1524.png"/><Relationship Id="rId101" Type="http://schemas.openxmlformats.org/officeDocument/2006/relationships/image" Target="../media/image1525.png"/><Relationship Id="rId122" Type="http://schemas.openxmlformats.org/officeDocument/2006/relationships/customXml" Target="../ink/ink1522.xml"/><Relationship Id="rId143" Type="http://schemas.openxmlformats.org/officeDocument/2006/relationships/image" Target="../media/image1546.png"/><Relationship Id="rId148" Type="http://schemas.openxmlformats.org/officeDocument/2006/relationships/customXml" Target="../ink/ink1535.xml"/><Relationship Id="rId164" Type="http://schemas.openxmlformats.org/officeDocument/2006/relationships/customXml" Target="../ink/ink1543.xml"/><Relationship Id="rId169" Type="http://schemas.openxmlformats.org/officeDocument/2006/relationships/image" Target="../media/image1559.png"/><Relationship Id="rId185" Type="http://schemas.openxmlformats.org/officeDocument/2006/relationships/image" Target="../media/image1567.png"/><Relationship Id="rId4" Type="http://schemas.openxmlformats.org/officeDocument/2006/relationships/customXml" Target="../ink/ink1463.xml"/><Relationship Id="rId9" Type="http://schemas.openxmlformats.org/officeDocument/2006/relationships/image" Target="../media/image1479.png"/><Relationship Id="rId180" Type="http://schemas.openxmlformats.org/officeDocument/2006/relationships/customXml" Target="../ink/ink1551.xml"/><Relationship Id="rId26" Type="http://schemas.openxmlformats.org/officeDocument/2006/relationships/customXml" Target="../ink/ink1474.xml"/><Relationship Id="rId47" Type="http://schemas.openxmlformats.org/officeDocument/2006/relationships/image" Target="../media/image1498.png"/><Relationship Id="rId68" Type="http://schemas.openxmlformats.org/officeDocument/2006/relationships/customXml" Target="../ink/ink1495.xml"/><Relationship Id="rId89" Type="http://schemas.openxmlformats.org/officeDocument/2006/relationships/image" Target="../media/image1519.png"/><Relationship Id="rId112" Type="http://schemas.openxmlformats.org/officeDocument/2006/relationships/customXml" Target="../ink/ink1517.xml"/><Relationship Id="rId133" Type="http://schemas.openxmlformats.org/officeDocument/2006/relationships/image" Target="../media/image1541.png"/><Relationship Id="rId154" Type="http://schemas.openxmlformats.org/officeDocument/2006/relationships/customXml" Target="../ink/ink1538.xml"/><Relationship Id="rId175" Type="http://schemas.openxmlformats.org/officeDocument/2006/relationships/image" Target="../media/image1562.png"/><Relationship Id="rId196" Type="http://schemas.openxmlformats.org/officeDocument/2006/relationships/customXml" Target="../ink/ink1559.xml"/><Relationship Id="rId16" Type="http://schemas.openxmlformats.org/officeDocument/2006/relationships/customXml" Target="../ink/ink1469.xml"/><Relationship Id="rId37" Type="http://schemas.openxmlformats.org/officeDocument/2006/relationships/image" Target="../media/image1493.png"/><Relationship Id="rId58" Type="http://schemas.openxmlformats.org/officeDocument/2006/relationships/customXml" Target="../ink/ink1490.xml"/><Relationship Id="rId79" Type="http://schemas.openxmlformats.org/officeDocument/2006/relationships/image" Target="../media/image1514.png"/><Relationship Id="rId102" Type="http://schemas.openxmlformats.org/officeDocument/2006/relationships/customXml" Target="../ink/ink1512.xml"/><Relationship Id="rId123" Type="http://schemas.openxmlformats.org/officeDocument/2006/relationships/image" Target="../media/image1536.png"/><Relationship Id="rId144" Type="http://schemas.openxmlformats.org/officeDocument/2006/relationships/customXml" Target="../ink/ink1533.xml"/><Relationship Id="rId90" Type="http://schemas.openxmlformats.org/officeDocument/2006/relationships/customXml" Target="../ink/ink1506.xml"/><Relationship Id="rId165" Type="http://schemas.openxmlformats.org/officeDocument/2006/relationships/image" Target="../media/image1557.png"/><Relationship Id="rId186" Type="http://schemas.openxmlformats.org/officeDocument/2006/relationships/customXml" Target="../ink/ink1554.xml"/><Relationship Id="rId27" Type="http://schemas.openxmlformats.org/officeDocument/2006/relationships/image" Target="../media/image1488.png"/><Relationship Id="rId48" Type="http://schemas.openxmlformats.org/officeDocument/2006/relationships/customXml" Target="../ink/ink1485.xml"/><Relationship Id="rId69" Type="http://schemas.openxmlformats.org/officeDocument/2006/relationships/image" Target="../media/image1509.png"/><Relationship Id="rId113" Type="http://schemas.openxmlformats.org/officeDocument/2006/relationships/image" Target="../media/image1531.png"/><Relationship Id="rId134" Type="http://schemas.openxmlformats.org/officeDocument/2006/relationships/customXml" Target="../ink/ink1528.xml"/><Relationship Id="rId80" Type="http://schemas.openxmlformats.org/officeDocument/2006/relationships/customXml" Target="../ink/ink1501.xml"/><Relationship Id="rId155" Type="http://schemas.openxmlformats.org/officeDocument/2006/relationships/image" Target="../media/image1552.png"/><Relationship Id="rId176" Type="http://schemas.openxmlformats.org/officeDocument/2006/relationships/customXml" Target="../ink/ink1549.xml"/><Relationship Id="rId197" Type="http://schemas.openxmlformats.org/officeDocument/2006/relationships/image" Target="../media/image1573.png"/><Relationship Id="rId17" Type="http://schemas.openxmlformats.org/officeDocument/2006/relationships/image" Target="../media/image1483.png"/><Relationship Id="rId38" Type="http://schemas.openxmlformats.org/officeDocument/2006/relationships/customXml" Target="../ink/ink1480.xml"/><Relationship Id="rId59" Type="http://schemas.openxmlformats.org/officeDocument/2006/relationships/image" Target="../media/image1504.png"/><Relationship Id="rId103" Type="http://schemas.openxmlformats.org/officeDocument/2006/relationships/image" Target="../media/image1526.png"/><Relationship Id="rId124" Type="http://schemas.openxmlformats.org/officeDocument/2006/relationships/customXml" Target="../ink/ink1523.xml"/><Relationship Id="rId70" Type="http://schemas.openxmlformats.org/officeDocument/2006/relationships/customXml" Target="../ink/ink1496.xml"/><Relationship Id="rId91" Type="http://schemas.openxmlformats.org/officeDocument/2006/relationships/image" Target="../media/image1520.png"/><Relationship Id="rId145" Type="http://schemas.openxmlformats.org/officeDocument/2006/relationships/image" Target="../media/image1547.png"/><Relationship Id="rId166" Type="http://schemas.openxmlformats.org/officeDocument/2006/relationships/customXml" Target="../ink/ink1544.xml"/><Relationship Id="rId187" Type="http://schemas.openxmlformats.org/officeDocument/2006/relationships/image" Target="../media/image1568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75.xml"/><Relationship Id="rId49" Type="http://schemas.openxmlformats.org/officeDocument/2006/relationships/image" Target="../media/image1499.png"/><Relationship Id="rId114" Type="http://schemas.openxmlformats.org/officeDocument/2006/relationships/customXml" Target="../ink/ink1518.xml"/><Relationship Id="rId60" Type="http://schemas.openxmlformats.org/officeDocument/2006/relationships/customXml" Target="../ink/ink1491.xml"/><Relationship Id="rId81" Type="http://schemas.openxmlformats.org/officeDocument/2006/relationships/image" Target="../media/image1515.png"/><Relationship Id="rId135" Type="http://schemas.openxmlformats.org/officeDocument/2006/relationships/image" Target="../media/image1542.png"/><Relationship Id="rId156" Type="http://schemas.openxmlformats.org/officeDocument/2006/relationships/customXml" Target="../ink/ink1539.xml"/><Relationship Id="rId177" Type="http://schemas.openxmlformats.org/officeDocument/2006/relationships/image" Target="../media/image1563.png"/><Relationship Id="rId18" Type="http://schemas.openxmlformats.org/officeDocument/2006/relationships/customXml" Target="../ink/ink1470.xml"/><Relationship Id="rId39" Type="http://schemas.openxmlformats.org/officeDocument/2006/relationships/image" Target="../media/image1494.png"/><Relationship Id="rId50" Type="http://schemas.openxmlformats.org/officeDocument/2006/relationships/customXml" Target="../ink/ink1486.xml"/><Relationship Id="rId104" Type="http://schemas.openxmlformats.org/officeDocument/2006/relationships/customXml" Target="../ink/ink1513.xml"/><Relationship Id="rId125" Type="http://schemas.openxmlformats.org/officeDocument/2006/relationships/image" Target="../media/image1537.png"/><Relationship Id="rId146" Type="http://schemas.openxmlformats.org/officeDocument/2006/relationships/customXml" Target="../ink/ink1534.xml"/><Relationship Id="rId167" Type="http://schemas.openxmlformats.org/officeDocument/2006/relationships/image" Target="../media/image1558.png"/><Relationship Id="rId188" Type="http://schemas.openxmlformats.org/officeDocument/2006/relationships/customXml" Target="../ink/ink1555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17.xml"/><Relationship Id="rId21" Type="http://schemas.openxmlformats.org/officeDocument/2006/relationships/customXml" Target="../ink/ink1569.xml"/><Relationship Id="rId42" Type="http://schemas.openxmlformats.org/officeDocument/2006/relationships/image" Target="../media/image1593.png"/><Relationship Id="rId63" Type="http://schemas.openxmlformats.org/officeDocument/2006/relationships/customXml" Target="../ink/ink1590.xml"/><Relationship Id="rId84" Type="http://schemas.openxmlformats.org/officeDocument/2006/relationships/image" Target="../media/image1614.png"/><Relationship Id="rId138" Type="http://schemas.openxmlformats.org/officeDocument/2006/relationships/image" Target="../media/image1641.png"/><Relationship Id="rId16" Type="http://schemas.openxmlformats.org/officeDocument/2006/relationships/image" Target="../media/image1580.png"/><Relationship Id="rId107" Type="http://schemas.openxmlformats.org/officeDocument/2006/relationships/customXml" Target="../ink/ink1612.xml"/><Relationship Id="rId11" Type="http://schemas.openxmlformats.org/officeDocument/2006/relationships/customXml" Target="../ink/ink1564.xml"/><Relationship Id="rId32" Type="http://schemas.openxmlformats.org/officeDocument/2006/relationships/image" Target="../media/image1588.png"/><Relationship Id="rId37" Type="http://schemas.openxmlformats.org/officeDocument/2006/relationships/customXml" Target="../ink/ink1577.xml"/><Relationship Id="rId53" Type="http://schemas.openxmlformats.org/officeDocument/2006/relationships/customXml" Target="../ink/ink1585.xml"/><Relationship Id="rId58" Type="http://schemas.openxmlformats.org/officeDocument/2006/relationships/image" Target="../media/image1601.png"/><Relationship Id="rId74" Type="http://schemas.openxmlformats.org/officeDocument/2006/relationships/image" Target="../media/image1609.png"/><Relationship Id="rId79" Type="http://schemas.openxmlformats.org/officeDocument/2006/relationships/customXml" Target="../ink/ink1598.xml"/><Relationship Id="rId102" Type="http://schemas.openxmlformats.org/officeDocument/2006/relationships/image" Target="../media/image1623.png"/><Relationship Id="rId123" Type="http://schemas.openxmlformats.org/officeDocument/2006/relationships/customXml" Target="../ink/ink1620.xml"/><Relationship Id="rId128" Type="http://schemas.openxmlformats.org/officeDocument/2006/relationships/image" Target="../media/image1636.png"/><Relationship Id="rId5" Type="http://schemas.openxmlformats.org/officeDocument/2006/relationships/customXml" Target="../ink/ink1561.xml"/><Relationship Id="rId90" Type="http://schemas.openxmlformats.org/officeDocument/2006/relationships/image" Target="../media/image1617.png"/><Relationship Id="rId95" Type="http://schemas.openxmlformats.org/officeDocument/2006/relationships/customXml" Target="../ink/ink1606.xml"/><Relationship Id="rId22" Type="http://schemas.openxmlformats.org/officeDocument/2006/relationships/image" Target="../media/image1583.png"/><Relationship Id="rId27" Type="http://schemas.openxmlformats.org/officeDocument/2006/relationships/customXml" Target="../ink/ink1572.xml"/><Relationship Id="rId43" Type="http://schemas.openxmlformats.org/officeDocument/2006/relationships/customXml" Target="../ink/ink1580.xml"/><Relationship Id="rId48" Type="http://schemas.openxmlformats.org/officeDocument/2006/relationships/image" Target="../media/image1596.png"/><Relationship Id="rId64" Type="http://schemas.openxmlformats.org/officeDocument/2006/relationships/image" Target="../media/image1604.png"/><Relationship Id="rId69" Type="http://schemas.openxmlformats.org/officeDocument/2006/relationships/customXml" Target="../ink/ink1593.xml"/><Relationship Id="rId113" Type="http://schemas.openxmlformats.org/officeDocument/2006/relationships/customXml" Target="../ink/ink1615.xml"/><Relationship Id="rId118" Type="http://schemas.openxmlformats.org/officeDocument/2006/relationships/image" Target="../media/image1631.png"/><Relationship Id="rId134" Type="http://schemas.openxmlformats.org/officeDocument/2006/relationships/image" Target="../media/image1639.png"/><Relationship Id="rId139" Type="http://schemas.openxmlformats.org/officeDocument/2006/relationships/customXml" Target="../ink/ink1628.xml"/><Relationship Id="rId80" Type="http://schemas.openxmlformats.org/officeDocument/2006/relationships/image" Target="../media/image1612.png"/><Relationship Id="rId85" Type="http://schemas.openxmlformats.org/officeDocument/2006/relationships/customXml" Target="../ink/ink1601.xml"/><Relationship Id="rId12" Type="http://schemas.openxmlformats.org/officeDocument/2006/relationships/image" Target="../media/image1578.png"/><Relationship Id="rId17" Type="http://schemas.openxmlformats.org/officeDocument/2006/relationships/customXml" Target="../ink/ink1567.xml"/><Relationship Id="rId33" Type="http://schemas.openxmlformats.org/officeDocument/2006/relationships/customXml" Target="../ink/ink1575.xml"/><Relationship Id="rId38" Type="http://schemas.openxmlformats.org/officeDocument/2006/relationships/image" Target="../media/image1591.png"/><Relationship Id="rId59" Type="http://schemas.openxmlformats.org/officeDocument/2006/relationships/customXml" Target="../ink/ink1588.xml"/><Relationship Id="rId103" Type="http://schemas.openxmlformats.org/officeDocument/2006/relationships/customXml" Target="../ink/ink1610.xml"/><Relationship Id="rId108" Type="http://schemas.openxmlformats.org/officeDocument/2006/relationships/image" Target="../media/image1626.png"/><Relationship Id="rId124" Type="http://schemas.openxmlformats.org/officeDocument/2006/relationships/image" Target="../media/image1634.png"/><Relationship Id="rId129" Type="http://schemas.openxmlformats.org/officeDocument/2006/relationships/customXml" Target="../ink/ink1623.xml"/><Relationship Id="rId54" Type="http://schemas.openxmlformats.org/officeDocument/2006/relationships/image" Target="../media/image1599.png"/><Relationship Id="rId70" Type="http://schemas.openxmlformats.org/officeDocument/2006/relationships/image" Target="../media/image1607.png"/><Relationship Id="rId75" Type="http://schemas.openxmlformats.org/officeDocument/2006/relationships/customXml" Target="../ink/ink1596.xml"/><Relationship Id="rId91" Type="http://schemas.openxmlformats.org/officeDocument/2006/relationships/customXml" Target="../ink/ink1604.xml"/><Relationship Id="rId96" Type="http://schemas.openxmlformats.org/officeDocument/2006/relationships/image" Target="../media/image1620.png"/><Relationship Id="rId140" Type="http://schemas.openxmlformats.org/officeDocument/2006/relationships/image" Target="../media/image16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5.png"/><Relationship Id="rId23" Type="http://schemas.openxmlformats.org/officeDocument/2006/relationships/customXml" Target="../ink/ink1570.xml"/><Relationship Id="rId28" Type="http://schemas.openxmlformats.org/officeDocument/2006/relationships/image" Target="../media/image1586.png"/><Relationship Id="rId49" Type="http://schemas.openxmlformats.org/officeDocument/2006/relationships/customXml" Target="../ink/ink1583.xml"/><Relationship Id="rId114" Type="http://schemas.openxmlformats.org/officeDocument/2006/relationships/image" Target="../media/image1629.png"/><Relationship Id="rId119" Type="http://schemas.openxmlformats.org/officeDocument/2006/relationships/customXml" Target="../ink/ink1618.xml"/><Relationship Id="rId44" Type="http://schemas.openxmlformats.org/officeDocument/2006/relationships/image" Target="../media/image1594.png"/><Relationship Id="rId60" Type="http://schemas.openxmlformats.org/officeDocument/2006/relationships/image" Target="../media/image1602.png"/><Relationship Id="rId65" Type="http://schemas.openxmlformats.org/officeDocument/2006/relationships/customXml" Target="../ink/ink1591.xml"/><Relationship Id="rId81" Type="http://schemas.openxmlformats.org/officeDocument/2006/relationships/customXml" Target="../ink/ink1599.xml"/><Relationship Id="rId86" Type="http://schemas.openxmlformats.org/officeDocument/2006/relationships/image" Target="../media/image1615.png"/><Relationship Id="rId130" Type="http://schemas.openxmlformats.org/officeDocument/2006/relationships/image" Target="../media/image1637.png"/><Relationship Id="rId135" Type="http://schemas.openxmlformats.org/officeDocument/2006/relationships/customXml" Target="../ink/ink1626.xml"/><Relationship Id="rId13" Type="http://schemas.openxmlformats.org/officeDocument/2006/relationships/customXml" Target="../ink/ink1565.xml"/><Relationship Id="rId18" Type="http://schemas.openxmlformats.org/officeDocument/2006/relationships/image" Target="../media/image1581.png"/><Relationship Id="rId39" Type="http://schemas.openxmlformats.org/officeDocument/2006/relationships/customXml" Target="../ink/ink1578.xml"/><Relationship Id="rId109" Type="http://schemas.openxmlformats.org/officeDocument/2006/relationships/customXml" Target="../ink/ink1613.xml"/><Relationship Id="rId34" Type="http://schemas.openxmlformats.org/officeDocument/2006/relationships/image" Target="../media/image1589.png"/><Relationship Id="rId50" Type="http://schemas.openxmlformats.org/officeDocument/2006/relationships/image" Target="../media/image1597.png"/><Relationship Id="rId55" Type="http://schemas.openxmlformats.org/officeDocument/2006/relationships/customXml" Target="../ink/ink1586.xml"/><Relationship Id="rId76" Type="http://schemas.openxmlformats.org/officeDocument/2006/relationships/image" Target="../media/image1610.png"/><Relationship Id="rId97" Type="http://schemas.openxmlformats.org/officeDocument/2006/relationships/customXml" Target="../ink/ink1607.xml"/><Relationship Id="rId104" Type="http://schemas.openxmlformats.org/officeDocument/2006/relationships/image" Target="../media/image1624.png"/><Relationship Id="rId120" Type="http://schemas.openxmlformats.org/officeDocument/2006/relationships/image" Target="../media/image1632.png"/><Relationship Id="rId125" Type="http://schemas.openxmlformats.org/officeDocument/2006/relationships/customXml" Target="../ink/ink1621.xml"/><Relationship Id="rId7" Type="http://schemas.openxmlformats.org/officeDocument/2006/relationships/customXml" Target="../ink/ink1562.xml"/><Relationship Id="rId71" Type="http://schemas.openxmlformats.org/officeDocument/2006/relationships/customXml" Target="../ink/ink1594.xml"/><Relationship Id="rId92" Type="http://schemas.openxmlformats.org/officeDocument/2006/relationships/image" Target="../media/image1618.png"/><Relationship Id="rId2" Type="http://schemas.openxmlformats.org/officeDocument/2006/relationships/image" Target="../media/image982.png"/><Relationship Id="rId29" Type="http://schemas.openxmlformats.org/officeDocument/2006/relationships/customXml" Target="../ink/ink1573.xml"/><Relationship Id="rId24" Type="http://schemas.openxmlformats.org/officeDocument/2006/relationships/image" Target="../media/image1584.png"/><Relationship Id="rId40" Type="http://schemas.openxmlformats.org/officeDocument/2006/relationships/image" Target="../media/image1592.png"/><Relationship Id="rId45" Type="http://schemas.openxmlformats.org/officeDocument/2006/relationships/customXml" Target="../ink/ink1581.xml"/><Relationship Id="rId66" Type="http://schemas.openxmlformats.org/officeDocument/2006/relationships/image" Target="../media/image1605.png"/><Relationship Id="rId87" Type="http://schemas.openxmlformats.org/officeDocument/2006/relationships/customXml" Target="../ink/ink1602.xml"/><Relationship Id="rId110" Type="http://schemas.openxmlformats.org/officeDocument/2006/relationships/image" Target="../media/image1627.png"/><Relationship Id="rId115" Type="http://schemas.openxmlformats.org/officeDocument/2006/relationships/customXml" Target="../ink/ink1616.xml"/><Relationship Id="rId131" Type="http://schemas.openxmlformats.org/officeDocument/2006/relationships/customXml" Target="../ink/ink1624.xml"/><Relationship Id="rId136" Type="http://schemas.openxmlformats.org/officeDocument/2006/relationships/image" Target="../media/image1640.png"/><Relationship Id="rId61" Type="http://schemas.openxmlformats.org/officeDocument/2006/relationships/customXml" Target="../ink/ink1589.xml"/><Relationship Id="rId82" Type="http://schemas.openxmlformats.org/officeDocument/2006/relationships/image" Target="../media/image1613.png"/><Relationship Id="rId19" Type="http://schemas.openxmlformats.org/officeDocument/2006/relationships/customXml" Target="../ink/ink1568.xml"/><Relationship Id="rId14" Type="http://schemas.openxmlformats.org/officeDocument/2006/relationships/image" Target="../media/image1579.png"/><Relationship Id="rId30" Type="http://schemas.openxmlformats.org/officeDocument/2006/relationships/image" Target="../media/image1587.png"/><Relationship Id="rId35" Type="http://schemas.openxmlformats.org/officeDocument/2006/relationships/customXml" Target="../ink/ink1576.xml"/><Relationship Id="rId56" Type="http://schemas.openxmlformats.org/officeDocument/2006/relationships/image" Target="../media/image1600.png"/><Relationship Id="rId77" Type="http://schemas.openxmlformats.org/officeDocument/2006/relationships/customXml" Target="../ink/ink1597.xml"/><Relationship Id="rId100" Type="http://schemas.openxmlformats.org/officeDocument/2006/relationships/image" Target="../media/image1622.png"/><Relationship Id="rId105" Type="http://schemas.openxmlformats.org/officeDocument/2006/relationships/customXml" Target="../ink/ink1611.xml"/><Relationship Id="rId126" Type="http://schemas.openxmlformats.org/officeDocument/2006/relationships/image" Target="../media/image1635.png"/><Relationship Id="rId8" Type="http://schemas.openxmlformats.org/officeDocument/2006/relationships/image" Target="../media/image1576.png"/><Relationship Id="rId51" Type="http://schemas.openxmlformats.org/officeDocument/2006/relationships/customXml" Target="../ink/ink1584.xml"/><Relationship Id="rId72" Type="http://schemas.openxmlformats.org/officeDocument/2006/relationships/image" Target="../media/image1608.png"/><Relationship Id="rId93" Type="http://schemas.openxmlformats.org/officeDocument/2006/relationships/customXml" Target="../ink/ink1605.xml"/><Relationship Id="rId98" Type="http://schemas.openxmlformats.org/officeDocument/2006/relationships/image" Target="../media/image1621.png"/><Relationship Id="rId121" Type="http://schemas.openxmlformats.org/officeDocument/2006/relationships/customXml" Target="../ink/ink1619.xml"/><Relationship Id="rId3" Type="http://schemas.openxmlformats.org/officeDocument/2006/relationships/customXml" Target="../ink/ink1560.xml"/><Relationship Id="rId25" Type="http://schemas.openxmlformats.org/officeDocument/2006/relationships/customXml" Target="../ink/ink1571.xml"/><Relationship Id="rId46" Type="http://schemas.openxmlformats.org/officeDocument/2006/relationships/image" Target="../media/image1595.png"/><Relationship Id="rId67" Type="http://schemas.openxmlformats.org/officeDocument/2006/relationships/customXml" Target="../ink/ink1592.xml"/><Relationship Id="rId116" Type="http://schemas.openxmlformats.org/officeDocument/2006/relationships/image" Target="../media/image1630.png"/><Relationship Id="rId137" Type="http://schemas.openxmlformats.org/officeDocument/2006/relationships/customXml" Target="../ink/ink1627.xml"/><Relationship Id="rId20" Type="http://schemas.openxmlformats.org/officeDocument/2006/relationships/image" Target="../media/image1582.png"/><Relationship Id="rId41" Type="http://schemas.openxmlformats.org/officeDocument/2006/relationships/customXml" Target="../ink/ink1579.xml"/><Relationship Id="rId62" Type="http://schemas.openxmlformats.org/officeDocument/2006/relationships/image" Target="../media/image1603.png"/><Relationship Id="rId83" Type="http://schemas.openxmlformats.org/officeDocument/2006/relationships/customXml" Target="../ink/ink1600.xml"/><Relationship Id="rId88" Type="http://schemas.openxmlformats.org/officeDocument/2006/relationships/image" Target="../media/image1616.png"/><Relationship Id="rId111" Type="http://schemas.openxmlformats.org/officeDocument/2006/relationships/customXml" Target="../ink/ink1614.xml"/><Relationship Id="rId132" Type="http://schemas.openxmlformats.org/officeDocument/2006/relationships/image" Target="../media/image1638.png"/><Relationship Id="rId15" Type="http://schemas.openxmlformats.org/officeDocument/2006/relationships/customXml" Target="../ink/ink1566.xml"/><Relationship Id="rId36" Type="http://schemas.openxmlformats.org/officeDocument/2006/relationships/image" Target="../media/image1590.png"/><Relationship Id="rId57" Type="http://schemas.openxmlformats.org/officeDocument/2006/relationships/customXml" Target="../ink/ink1587.xml"/><Relationship Id="rId106" Type="http://schemas.openxmlformats.org/officeDocument/2006/relationships/image" Target="../media/image1625.png"/><Relationship Id="rId127" Type="http://schemas.openxmlformats.org/officeDocument/2006/relationships/customXml" Target="../ink/ink1622.xml"/><Relationship Id="rId10" Type="http://schemas.openxmlformats.org/officeDocument/2006/relationships/image" Target="../media/image1577.png"/><Relationship Id="rId31" Type="http://schemas.openxmlformats.org/officeDocument/2006/relationships/customXml" Target="../ink/ink1574.xml"/><Relationship Id="rId52" Type="http://schemas.openxmlformats.org/officeDocument/2006/relationships/image" Target="../media/image1598.png"/><Relationship Id="rId73" Type="http://schemas.openxmlformats.org/officeDocument/2006/relationships/customXml" Target="../ink/ink1595.xml"/><Relationship Id="rId78" Type="http://schemas.openxmlformats.org/officeDocument/2006/relationships/image" Target="../media/image1611.png"/><Relationship Id="rId94" Type="http://schemas.openxmlformats.org/officeDocument/2006/relationships/image" Target="../media/image1619.png"/><Relationship Id="rId99" Type="http://schemas.openxmlformats.org/officeDocument/2006/relationships/customXml" Target="../ink/ink1608.xml"/><Relationship Id="rId101" Type="http://schemas.openxmlformats.org/officeDocument/2006/relationships/customXml" Target="../ink/ink1609.xml"/><Relationship Id="rId122" Type="http://schemas.openxmlformats.org/officeDocument/2006/relationships/image" Target="../media/image1633.png"/><Relationship Id="rId4" Type="http://schemas.openxmlformats.org/officeDocument/2006/relationships/image" Target="../media/image1574.png"/><Relationship Id="rId9" Type="http://schemas.openxmlformats.org/officeDocument/2006/relationships/customXml" Target="../ink/ink1563.xml"/><Relationship Id="rId26" Type="http://schemas.openxmlformats.org/officeDocument/2006/relationships/image" Target="../media/image1585.png"/><Relationship Id="rId47" Type="http://schemas.openxmlformats.org/officeDocument/2006/relationships/customXml" Target="../ink/ink1582.xml"/><Relationship Id="rId68" Type="http://schemas.openxmlformats.org/officeDocument/2006/relationships/image" Target="../media/image1606.png"/><Relationship Id="rId89" Type="http://schemas.openxmlformats.org/officeDocument/2006/relationships/customXml" Target="../ink/ink1603.xml"/><Relationship Id="rId112" Type="http://schemas.openxmlformats.org/officeDocument/2006/relationships/image" Target="../media/image1628.png"/><Relationship Id="rId133" Type="http://schemas.openxmlformats.org/officeDocument/2006/relationships/customXml" Target="../ink/ink1625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8.png"/><Relationship Id="rId18" Type="http://schemas.openxmlformats.org/officeDocument/2006/relationships/customXml" Target="../ink/ink1637.xml"/><Relationship Id="rId26" Type="http://schemas.openxmlformats.org/officeDocument/2006/relationships/customXml" Target="../ink/ink1641.xml"/><Relationship Id="rId39" Type="http://schemas.openxmlformats.org/officeDocument/2006/relationships/image" Target="../media/image1661.png"/><Relationship Id="rId21" Type="http://schemas.openxmlformats.org/officeDocument/2006/relationships/image" Target="../media/image1652.png"/><Relationship Id="rId34" Type="http://schemas.openxmlformats.org/officeDocument/2006/relationships/customXml" Target="../ink/ink1645.xml"/><Relationship Id="rId7" Type="http://schemas.openxmlformats.org/officeDocument/2006/relationships/image" Target="../media/image1645.png"/><Relationship Id="rId2" Type="http://schemas.openxmlformats.org/officeDocument/2006/relationships/customXml" Target="../ink/ink1629.xml"/><Relationship Id="rId16" Type="http://schemas.openxmlformats.org/officeDocument/2006/relationships/customXml" Target="../ink/ink1636.xml"/><Relationship Id="rId20" Type="http://schemas.openxmlformats.org/officeDocument/2006/relationships/customXml" Target="../ink/ink1638.xml"/><Relationship Id="rId29" Type="http://schemas.openxmlformats.org/officeDocument/2006/relationships/image" Target="../media/image1656.png"/><Relationship Id="rId41" Type="http://schemas.openxmlformats.org/officeDocument/2006/relationships/image" Target="../media/image16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31.xml"/><Relationship Id="rId11" Type="http://schemas.openxmlformats.org/officeDocument/2006/relationships/image" Target="../media/image1647.png"/><Relationship Id="rId24" Type="http://schemas.openxmlformats.org/officeDocument/2006/relationships/customXml" Target="../ink/ink1640.xml"/><Relationship Id="rId32" Type="http://schemas.openxmlformats.org/officeDocument/2006/relationships/customXml" Target="../ink/ink1644.xml"/><Relationship Id="rId37" Type="http://schemas.openxmlformats.org/officeDocument/2006/relationships/image" Target="../media/image1660.png"/><Relationship Id="rId40" Type="http://schemas.openxmlformats.org/officeDocument/2006/relationships/customXml" Target="../ink/ink1648.xml"/><Relationship Id="rId5" Type="http://schemas.openxmlformats.org/officeDocument/2006/relationships/image" Target="../media/image1644.png"/><Relationship Id="rId15" Type="http://schemas.openxmlformats.org/officeDocument/2006/relationships/image" Target="../media/image1649.png"/><Relationship Id="rId23" Type="http://schemas.openxmlformats.org/officeDocument/2006/relationships/image" Target="../media/image1653.png"/><Relationship Id="rId28" Type="http://schemas.openxmlformats.org/officeDocument/2006/relationships/customXml" Target="../ink/ink1642.xml"/><Relationship Id="rId36" Type="http://schemas.openxmlformats.org/officeDocument/2006/relationships/customXml" Target="../ink/ink1646.xml"/><Relationship Id="rId10" Type="http://schemas.openxmlformats.org/officeDocument/2006/relationships/customXml" Target="../ink/ink1633.xml"/><Relationship Id="rId19" Type="http://schemas.openxmlformats.org/officeDocument/2006/relationships/image" Target="../media/image1651.png"/><Relationship Id="rId31" Type="http://schemas.openxmlformats.org/officeDocument/2006/relationships/image" Target="../media/image1657.png"/><Relationship Id="rId4" Type="http://schemas.openxmlformats.org/officeDocument/2006/relationships/customXml" Target="../ink/ink1630.xml"/><Relationship Id="rId9" Type="http://schemas.openxmlformats.org/officeDocument/2006/relationships/image" Target="../media/image1646.png"/><Relationship Id="rId14" Type="http://schemas.openxmlformats.org/officeDocument/2006/relationships/customXml" Target="../ink/ink1635.xml"/><Relationship Id="rId22" Type="http://schemas.openxmlformats.org/officeDocument/2006/relationships/customXml" Target="../ink/ink1639.xml"/><Relationship Id="rId27" Type="http://schemas.openxmlformats.org/officeDocument/2006/relationships/image" Target="../media/image1655.png"/><Relationship Id="rId30" Type="http://schemas.openxmlformats.org/officeDocument/2006/relationships/customXml" Target="../ink/ink1643.xml"/><Relationship Id="rId35" Type="http://schemas.openxmlformats.org/officeDocument/2006/relationships/image" Target="../media/image1659.png"/><Relationship Id="rId8" Type="http://schemas.openxmlformats.org/officeDocument/2006/relationships/customXml" Target="../ink/ink1632.xml"/><Relationship Id="rId3" Type="http://schemas.openxmlformats.org/officeDocument/2006/relationships/image" Target="../media/image1643.png"/><Relationship Id="rId12" Type="http://schemas.openxmlformats.org/officeDocument/2006/relationships/customXml" Target="../ink/ink1634.xml"/><Relationship Id="rId17" Type="http://schemas.openxmlformats.org/officeDocument/2006/relationships/image" Target="../media/image1650.png"/><Relationship Id="rId25" Type="http://schemas.openxmlformats.org/officeDocument/2006/relationships/image" Target="../media/image1654.png"/><Relationship Id="rId33" Type="http://schemas.openxmlformats.org/officeDocument/2006/relationships/image" Target="../media/image1658.png"/><Relationship Id="rId38" Type="http://schemas.openxmlformats.org/officeDocument/2006/relationships/customXml" Target="../ink/ink164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21.png"/><Relationship Id="rId299" Type="http://schemas.openxmlformats.org/officeDocument/2006/relationships/image" Target="../media/image1812.png"/><Relationship Id="rId21" Type="http://schemas.openxmlformats.org/officeDocument/2006/relationships/image" Target="../media/image1673.png"/><Relationship Id="rId63" Type="http://schemas.openxmlformats.org/officeDocument/2006/relationships/image" Target="../media/image1694.png"/><Relationship Id="rId159" Type="http://schemas.openxmlformats.org/officeDocument/2006/relationships/image" Target="../media/image1742.png"/><Relationship Id="rId170" Type="http://schemas.openxmlformats.org/officeDocument/2006/relationships/customXml" Target="../ink/ink1732.xml"/><Relationship Id="rId226" Type="http://schemas.openxmlformats.org/officeDocument/2006/relationships/customXml" Target="../ink/ink1760.xml"/><Relationship Id="rId268" Type="http://schemas.openxmlformats.org/officeDocument/2006/relationships/customXml" Target="../ink/ink1781.xml"/><Relationship Id="rId32" Type="http://schemas.openxmlformats.org/officeDocument/2006/relationships/customXml" Target="../ink/ink1663.xml"/><Relationship Id="rId74" Type="http://schemas.openxmlformats.org/officeDocument/2006/relationships/customXml" Target="../ink/ink1684.xml"/><Relationship Id="rId128" Type="http://schemas.openxmlformats.org/officeDocument/2006/relationships/customXml" Target="../ink/ink1711.xml"/><Relationship Id="rId5" Type="http://schemas.openxmlformats.org/officeDocument/2006/relationships/image" Target="../media/image1665.png"/><Relationship Id="rId181" Type="http://schemas.openxmlformats.org/officeDocument/2006/relationships/image" Target="../media/image1753.png"/><Relationship Id="rId237" Type="http://schemas.openxmlformats.org/officeDocument/2006/relationships/image" Target="../media/image1781.png"/><Relationship Id="rId279" Type="http://schemas.openxmlformats.org/officeDocument/2006/relationships/image" Target="../media/image1802.png"/><Relationship Id="rId43" Type="http://schemas.openxmlformats.org/officeDocument/2006/relationships/image" Target="../media/image1684.png"/><Relationship Id="rId139" Type="http://schemas.openxmlformats.org/officeDocument/2006/relationships/image" Target="../media/image1732.png"/><Relationship Id="rId290" Type="http://schemas.openxmlformats.org/officeDocument/2006/relationships/customXml" Target="../ink/ink1792.xml"/><Relationship Id="rId304" Type="http://schemas.openxmlformats.org/officeDocument/2006/relationships/customXml" Target="../ink/ink1799.xml"/><Relationship Id="rId85" Type="http://schemas.openxmlformats.org/officeDocument/2006/relationships/image" Target="../media/image1705.png"/><Relationship Id="rId150" Type="http://schemas.openxmlformats.org/officeDocument/2006/relationships/customXml" Target="../ink/ink1722.xml"/><Relationship Id="rId192" Type="http://schemas.openxmlformats.org/officeDocument/2006/relationships/customXml" Target="../ink/ink1743.xml"/><Relationship Id="rId206" Type="http://schemas.openxmlformats.org/officeDocument/2006/relationships/customXml" Target="../ink/ink1750.xml"/><Relationship Id="rId248" Type="http://schemas.openxmlformats.org/officeDocument/2006/relationships/customXml" Target="../ink/ink1771.xml"/><Relationship Id="rId12" Type="http://schemas.openxmlformats.org/officeDocument/2006/relationships/customXml" Target="../ink/ink1653.xml"/><Relationship Id="rId108" Type="http://schemas.openxmlformats.org/officeDocument/2006/relationships/customXml" Target="../ink/ink1701.xml"/><Relationship Id="rId315" Type="http://schemas.openxmlformats.org/officeDocument/2006/relationships/image" Target="../media/image1820.png"/><Relationship Id="rId54" Type="http://schemas.openxmlformats.org/officeDocument/2006/relationships/customXml" Target="../ink/ink1674.xml"/><Relationship Id="rId96" Type="http://schemas.openxmlformats.org/officeDocument/2006/relationships/customXml" Target="../ink/ink1695.xml"/><Relationship Id="rId161" Type="http://schemas.openxmlformats.org/officeDocument/2006/relationships/image" Target="../media/image1743.png"/><Relationship Id="rId217" Type="http://schemas.openxmlformats.org/officeDocument/2006/relationships/image" Target="../media/image1771.png"/><Relationship Id="rId259" Type="http://schemas.openxmlformats.org/officeDocument/2006/relationships/image" Target="../media/image1792.png"/><Relationship Id="rId23" Type="http://schemas.openxmlformats.org/officeDocument/2006/relationships/image" Target="../media/image1674.png"/><Relationship Id="rId119" Type="http://schemas.openxmlformats.org/officeDocument/2006/relationships/image" Target="../media/image1722.png"/><Relationship Id="rId270" Type="http://schemas.openxmlformats.org/officeDocument/2006/relationships/customXml" Target="../ink/ink1782.xml"/><Relationship Id="rId65" Type="http://schemas.openxmlformats.org/officeDocument/2006/relationships/image" Target="../media/image1695.png"/><Relationship Id="rId130" Type="http://schemas.openxmlformats.org/officeDocument/2006/relationships/customXml" Target="../ink/ink1712.xml"/><Relationship Id="rId172" Type="http://schemas.openxmlformats.org/officeDocument/2006/relationships/customXml" Target="../ink/ink1733.xml"/><Relationship Id="rId228" Type="http://schemas.openxmlformats.org/officeDocument/2006/relationships/customXml" Target="../ink/ink1761.xml"/><Relationship Id="rId13" Type="http://schemas.openxmlformats.org/officeDocument/2006/relationships/image" Target="../media/image1669.png"/><Relationship Id="rId109" Type="http://schemas.openxmlformats.org/officeDocument/2006/relationships/image" Target="../media/image1717.png"/><Relationship Id="rId260" Type="http://schemas.openxmlformats.org/officeDocument/2006/relationships/customXml" Target="../ink/ink1777.xml"/><Relationship Id="rId281" Type="http://schemas.openxmlformats.org/officeDocument/2006/relationships/image" Target="../media/image1803.png"/><Relationship Id="rId316" Type="http://schemas.openxmlformats.org/officeDocument/2006/relationships/customXml" Target="../ink/ink1805.xml"/><Relationship Id="rId34" Type="http://schemas.openxmlformats.org/officeDocument/2006/relationships/customXml" Target="../ink/ink1664.xml"/><Relationship Id="rId55" Type="http://schemas.openxmlformats.org/officeDocument/2006/relationships/image" Target="../media/image1690.png"/><Relationship Id="rId76" Type="http://schemas.openxmlformats.org/officeDocument/2006/relationships/customXml" Target="../ink/ink1685.xml"/><Relationship Id="rId97" Type="http://schemas.openxmlformats.org/officeDocument/2006/relationships/image" Target="../media/image1711.png"/><Relationship Id="rId120" Type="http://schemas.openxmlformats.org/officeDocument/2006/relationships/customXml" Target="../ink/ink1707.xml"/><Relationship Id="rId141" Type="http://schemas.openxmlformats.org/officeDocument/2006/relationships/image" Target="../media/image1733.png"/><Relationship Id="rId7" Type="http://schemas.openxmlformats.org/officeDocument/2006/relationships/image" Target="../media/image1666.png"/><Relationship Id="rId162" Type="http://schemas.openxmlformats.org/officeDocument/2006/relationships/customXml" Target="../ink/ink1728.xml"/><Relationship Id="rId183" Type="http://schemas.openxmlformats.org/officeDocument/2006/relationships/image" Target="../media/image1754.png"/><Relationship Id="rId218" Type="http://schemas.openxmlformats.org/officeDocument/2006/relationships/customXml" Target="../ink/ink1756.xml"/><Relationship Id="rId239" Type="http://schemas.openxmlformats.org/officeDocument/2006/relationships/image" Target="../media/image1782.png"/><Relationship Id="rId250" Type="http://schemas.openxmlformats.org/officeDocument/2006/relationships/customXml" Target="../ink/ink1772.xml"/><Relationship Id="rId271" Type="http://schemas.openxmlformats.org/officeDocument/2006/relationships/image" Target="../media/image1798.png"/><Relationship Id="rId292" Type="http://schemas.openxmlformats.org/officeDocument/2006/relationships/customXml" Target="../ink/ink1793.xml"/><Relationship Id="rId306" Type="http://schemas.openxmlformats.org/officeDocument/2006/relationships/customXml" Target="../ink/ink1800.xml"/><Relationship Id="rId24" Type="http://schemas.openxmlformats.org/officeDocument/2006/relationships/customXml" Target="../ink/ink1659.xml"/><Relationship Id="rId45" Type="http://schemas.openxmlformats.org/officeDocument/2006/relationships/image" Target="../media/image1685.png"/><Relationship Id="rId66" Type="http://schemas.openxmlformats.org/officeDocument/2006/relationships/customXml" Target="../ink/ink1680.xml"/><Relationship Id="rId87" Type="http://schemas.openxmlformats.org/officeDocument/2006/relationships/image" Target="../media/image1706.png"/><Relationship Id="rId110" Type="http://schemas.openxmlformats.org/officeDocument/2006/relationships/customXml" Target="../ink/ink1702.xml"/><Relationship Id="rId131" Type="http://schemas.openxmlformats.org/officeDocument/2006/relationships/image" Target="../media/image1728.png"/><Relationship Id="rId152" Type="http://schemas.openxmlformats.org/officeDocument/2006/relationships/customXml" Target="../ink/ink1723.xml"/><Relationship Id="rId173" Type="http://schemas.openxmlformats.org/officeDocument/2006/relationships/image" Target="../media/image1749.png"/><Relationship Id="rId194" Type="http://schemas.openxmlformats.org/officeDocument/2006/relationships/customXml" Target="../ink/ink1744.xml"/><Relationship Id="rId208" Type="http://schemas.openxmlformats.org/officeDocument/2006/relationships/customXml" Target="../ink/ink1751.xml"/><Relationship Id="rId229" Type="http://schemas.openxmlformats.org/officeDocument/2006/relationships/image" Target="../media/image1777.png"/><Relationship Id="rId240" Type="http://schemas.openxmlformats.org/officeDocument/2006/relationships/customXml" Target="../ink/ink1767.xml"/><Relationship Id="rId261" Type="http://schemas.openxmlformats.org/officeDocument/2006/relationships/image" Target="../media/image1793.png"/><Relationship Id="rId14" Type="http://schemas.openxmlformats.org/officeDocument/2006/relationships/customXml" Target="../ink/ink1654.xml"/><Relationship Id="rId35" Type="http://schemas.openxmlformats.org/officeDocument/2006/relationships/image" Target="../media/image1680.png"/><Relationship Id="rId56" Type="http://schemas.openxmlformats.org/officeDocument/2006/relationships/customXml" Target="../ink/ink1675.xml"/><Relationship Id="rId77" Type="http://schemas.openxmlformats.org/officeDocument/2006/relationships/image" Target="../media/image1701.png"/><Relationship Id="rId100" Type="http://schemas.openxmlformats.org/officeDocument/2006/relationships/customXml" Target="../ink/ink1697.xml"/><Relationship Id="rId282" Type="http://schemas.openxmlformats.org/officeDocument/2006/relationships/customXml" Target="../ink/ink1788.xml"/><Relationship Id="rId317" Type="http://schemas.openxmlformats.org/officeDocument/2006/relationships/image" Target="../media/image1821.png"/><Relationship Id="rId8" Type="http://schemas.openxmlformats.org/officeDocument/2006/relationships/customXml" Target="../ink/ink1651.xml"/><Relationship Id="rId98" Type="http://schemas.openxmlformats.org/officeDocument/2006/relationships/customXml" Target="../ink/ink1696.xml"/><Relationship Id="rId121" Type="http://schemas.openxmlformats.org/officeDocument/2006/relationships/image" Target="../media/image1723.png"/><Relationship Id="rId142" Type="http://schemas.openxmlformats.org/officeDocument/2006/relationships/customXml" Target="../ink/ink1718.xml"/><Relationship Id="rId163" Type="http://schemas.openxmlformats.org/officeDocument/2006/relationships/image" Target="../media/image1744.png"/><Relationship Id="rId184" Type="http://schemas.openxmlformats.org/officeDocument/2006/relationships/customXml" Target="../ink/ink1739.xml"/><Relationship Id="rId219" Type="http://schemas.openxmlformats.org/officeDocument/2006/relationships/image" Target="../media/image1772.png"/><Relationship Id="rId230" Type="http://schemas.openxmlformats.org/officeDocument/2006/relationships/customXml" Target="../ink/ink1762.xml"/><Relationship Id="rId251" Type="http://schemas.openxmlformats.org/officeDocument/2006/relationships/image" Target="../media/image1788.png"/><Relationship Id="rId25" Type="http://schemas.openxmlformats.org/officeDocument/2006/relationships/image" Target="../media/image1675.png"/><Relationship Id="rId46" Type="http://schemas.openxmlformats.org/officeDocument/2006/relationships/customXml" Target="../ink/ink1670.xml"/><Relationship Id="rId67" Type="http://schemas.openxmlformats.org/officeDocument/2006/relationships/image" Target="../media/image1696.png"/><Relationship Id="rId272" Type="http://schemas.openxmlformats.org/officeDocument/2006/relationships/customXml" Target="../ink/ink1783.xml"/><Relationship Id="rId293" Type="http://schemas.openxmlformats.org/officeDocument/2006/relationships/image" Target="../media/image1809.png"/><Relationship Id="rId307" Type="http://schemas.openxmlformats.org/officeDocument/2006/relationships/image" Target="../media/image1816.png"/><Relationship Id="rId88" Type="http://schemas.openxmlformats.org/officeDocument/2006/relationships/customXml" Target="../ink/ink1691.xml"/><Relationship Id="rId111" Type="http://schemas.openxmlformats.org/officeDocument/2006/relationships/image" Target="../media/image1718.png"/><Relationship Id="rId132" Type="http://schemas.openxmlformats.org/officeDocument/2006/relationships/customXml" Target="../ink/ink1713.xml"/><Relationship Id="rId153" Type="http://schemas.openxmlformats.org/officeDocument/2006/relationships/image" Target="../media/image1739.png"/><Relationship Id="rId174" Type="http://schemas.openxmlformats.org/officeDocument/2006/relationships/customXml" Target="../ink/ink1734.xml"/><Relationship Id="rId195" Type="http://schemas.openxmlformats.org/officeDocument/2006/relationships/image" Target="../media/image1760.png"/><Relationship Id="rId209" Type="http://schemas.openxmlformats.org/officeDocument/2006/relationships/image" Target="../media/image1767.png"/><Relationship Id="rId220" Type="http://schemas.openxmlformats.org/officeDocument/2006/relationships/customXml" Target="../ink/ink1757.xml"/><Relationship Id="rId241" Type="http://schemas.openxmlformats.org/officeDocument/2006/relationships/image" Target="../media/image1783.png"/><Relationship Id="rId15" Type="http://schemas.openxmlformats.org/officeDocument/2006/relationships/image" Target="../media/image1670.png"/><Relationship Id="rId36" Type="http://schemas.openxmlformats.org/officeDocument/2006/relationships/customXml" Target="../ink/ink1665.xml"/><Relationship Id="rId57" Type="http://schemas.openxmlformats.org/officeDocument/2006/relationships/image" Target="../media/image1691.png"/><Relationship Id="rId262" Type="http://schemas.openxmlformats.org/officeDocument/2006/relationships/customXml" Target="../ink/ink1778.xml"/><Relationship Id="rId283" Type="http://schemas.openxmlformats.org/officeDocument/2006/relationships/image" Target="../media/image1804.png"/><Relationship Id="rId318" Type="http://schemas.openxmlformats.org/officeDocument/2006/relationships/customXml" Target="../ink/ink1806.xml"/><Relationship Id="rId78" Type="http://schemas.openxmlformats.org/officeDocument/2006/relationships/customXml" Target="../ink/ink1686.xml"/><Relationship Id="rId99" Type="http://schemas.openxmlformats.org/officeDocument/2006/relationships/image" Target="../media/image1712.png"/><Relationship Id="rId101" Type="http://schemas.openxmlformats.org/officeDocument/2006/relationships/image" Target="../media/image1713.png"/><Relationship Id="rId122" Type="http://schemas.openxmlformats.org/officeDocument/2006/relationships/customXml" Target="../ink/ink1708.xml"/><Relationship Id="rId143" Type="http://schemas.openxmlformats.org/officeDocument/2006/relationships/image" Target="../media/image1734.png"/><Relationship Id="rId164" Type="http://schemas.openxmlformats.org/officeDocument/2006/relationships/customXml" Target="../ink/ink1729.xml"/><Relationship Id="rId185" Type="http://schemas.openxmlformats.org/officeDocument/2006/relationships/image" Target="../media/image1755.png"/><Relationship Id="rId9" Type="http://schemas.openxmlformats.org/officeDocument/2006/relationships/image" Target="../media/image1667.png"/><Relationship Id="rId210" Type="http://schemas.openxmlformats.org/officeDocument/2006/relationships/customXml" Target="../ink/ink1752.xml"/><Relationship Id="rId26" Type="http://schemas.openxmlformats.org/officeDocument/2006/relationships/customXml" Target="../ink/ink1660.xml"/><Relationship Id="rId231" Type="http://schemas.openxmlformats.org/officeDocument/2006/relationships/image" Target="../media/image1778.png"/><Relationship Id="rId252" Type="http://schemas.openxmlformats.org/officeDocument/2006/relationships/customXml" Target="../ink/ink1773.xml"/><Relationship Id="rId273" Type="http://schemas.openxmlformats.org/officeDocument/2006/relationships/image" Target="../media/image1799.png"/><Relationship Id="rId294" Type="http://schemas.openxmlformats.org/officeDocument/2006/relationships/customXml" Target="../ink/ink1794.xml"/><Relationship Id="rId308" Type="http://schemas.openxmlformats.org/officeDocument/2006/relationships/customXml" Target="../ink/ink1801.xml"/><Relationship Id="rId47" Type="http://schemas.openxmlformats.org/officeDocument/2006/relationships/image" Target="../media/image1686.png"/><Relationship Id="rId68" Type="http://schemas.openxmlformats.org/officeDocument/2006/relationships/customXml" Target="../ink/ink1681.xml"/><Relationship Id="rId89" Type="http://schemas.openxmlformats.org/officeDocument/2006/relationships/image" Target="../media/image1707.png"/><Relationship Id="rId112" Type="http://schemas.openxmlformats.org/officeDocument/2006/relationships/customXml" Target="../ink/ink1703.xml"/><Relationship Id="rId133" Type="http://schemas.openxmlformats.org/officeDocument/2006/relationships/image" Target="../media/image1729.png"/><Relationship Id="rId154" Type="http://schemas.openxmlformats.org/officeDocument/2006/relationships/customXml" Target="../ink/ink1724.xml"/><Relationship Id="rId175" Type="http://schemas.openxmlformats.org/officeDocument/2006/relationships/image" Target="../media/image1750.png"/><Relationship Id="rId196" Type="http://schemas.openxmlformats.org/officeDocument/2006/relationships/customXml" Target="../ink/ink1745.xml"/><Relationship Id="rId200" Type="http://schemas.openxmlformats.org/officeDocument/2006/relationships/customXml" Target="../ink/ink1747.xml"/><Relationship Id="rId16" Type="http://schemas.openxmlformats.org/officeDocument/2006/relationships/customXml" Target="../ink/ink1655.xml"/><Relationship Id="rId221" Type="http://schemas.openxmlformats.org/officeDocument/2006/relationships/image" Target="../media/image1773.png"/><Relationship Id="rId242" Type="http://schemas.openxmlformats.org/officeDocument/2006/relationships/customXml" Target="../ink/ink1768.xml"/><Relationship Id="rId263" Type="http://schemas.openxmlformats.org/officeDocument/2006/relationships/image" Target="../media/image1794.png"/><Relationship Id="rId284" Type="http://schemas.openxmlformats.org/officeDocument/2006/relationships/customXml" Target="../ink/ink1789.xml"/><Relationship Id="rId319" Type="http://schemas.openxmlformats.org/officeDocument/2006/relationships/image" Target="../media/image1822.png"/><Relationship Id="rId37" Type="http://schemas.openxmlformats.org/officeDocument/2006/relationships/image" Target="../media/image1681.png"/><Relationship Id="rId58" Type="http://schemas.openxmlformats.org/officeDocument/2006/relationships/customXml" Target="../ink/ink1676.xml"/><Relationship Id="rId79" Type="http://schemas.openxmlformats.org/officeDocument/2006/relationships/image" Target="../media/image1702.png"/><Relationship Id="rId102" Type="http://schemas.openxmlformats.org/officeDocument/2006/relationships/customXml" Target="../ink/ink1698.xml"/><Relationship Id="rId123" Type="http://schemas.openxmlformats.org/officeDocument/2006/relationships/image" Target="../media/image1724.png"/><Relationship Id="rId144" Type="http://schemas.openxmlformats.org/officeDocument/2006/relationships/customXml" Target="../ink/ink1719.xml"/><Relationship Id="rId90" Type="http://schemas.openxmlformats.org/officeDocument/2006/relationships/customXml" Target="../ink/ink1692.xml"/><Relationship Id="rId165" Type="http://schemas.openxmlformats.org/officeDocument/2006/relationships/image" Target="../media/image1745.png"/><Relationship Id="rId186" Type="http://schemas.openxmlformats.org/officeDocument/2006/relationships/customXml" Target="../ink/ink1740.xml"/><Relationship Id="rId211" Type="http://schemas.openxmlformats.org/officeDocument/2006/relationships/image" Target="../media/image1768.png"/><Relationship Id="rId232" Type="http://schemas.openxmlformats.org/officeDocument/2006/relationships/customXml" Target="../ink/ink1763.xml"/><Relationship Id="rId253" Type="http://schemas.openxmlformats.org/officeDocument/2006/relationships/image" Target="../media/image1789.png"/><Relationship Id="rId274" Type="http://schemas.openxmlformats.org/officeDocument/2006/relationships/customXml" Target="../ink/ink1784.xml"/><Relationship Id="rId295" Type="http://schemas.openxmlformats.org/officeDocument/2006/relationships/image" Target="../media/image1810.png"/><Relationship Id="rId309" Type="http://schemas.openxmlformats.org/officeDocument/2006/relationships/image" Target="../media/image1817.png"/><Relationship Id="rId27" Type="http://schemas.openxmlformats.org/officeDocument/2006/relationships/image" Target="../media/image1676.png"/><Relationship Id="rId48" Type="http://schemas.openxmlformats.org/officeDocument/2006/relationships/customXml" Target="../ink/ink1671.xml"/><Relationship Id="rId69" Type="http://schemas.openxmlformats.org/officeDocument/2006/relationships/image" Target="../media/image1697.png"/><Relationship Id="rId113" Type="http://schemas.openxmlformats.org/officeDocument/2006/relationships/image" Target="../media/image1719.png"/><Relationship Id="rId134" Type="http://schemas.openxmlformats.org/officeDocument/2006/relationships/customXml" Target="../ink/ink1714.xml"/><Relationship Id="rId80" Type="http://schemas.openxmlformats.org/officeDocument/2006/relationships/customXml" Target="../ink/ink1687.xml"/><Relationship Id="rId155" Type="http://schemas.openxmlformats.org/officeDocument/2006/relationships/image" Target="../media/image1740.png"/><Relationship Id="rId176" Type="http://schemas.openxmlformats.org/officeDocument/2006/relationships/customXml" Target="../ink/ink1735.xml"/><Relationship Id="rId197" Type="http://schemas.openxmlformats.org/officeDocument/2006/relationships/image" Target="../media/image1761.png"/><Relationship Id="rId201" Type="http://schemas.openxmlformats.org/officeDocument/2006/relationships/image" Target="../media/image1763.png"/><Relationship Id="rId222" Type="http://schemas.openxmlformats.org/officeDocument/2006/relationships/customXml" Target="../ink/ink1758.xml"/><Relationship Id="rId243" Type="http://schemas.openxmlformats.org/officeDocument/2006/relationships/image" Target="../media/image1784.png"/><Relationship Id="rId264" Type="http://schemas.openxmlformats.org/officeDocument/2006/relationships/customXml" Target="../ink/ink1779.xml"/><Relationship Id="rId285" Type="http://schemas.openxmlformats.org/officeDocument/2006/relationships/image" Target="../media/image1805.png"/><Relationship Id="rId17" Type="http://schemas.openxmlformats.org/officeDocument/2006/relationships/image" Target="../media/image1671.png"/><Relationship Id="rId38" Type="http://schemas.openxmlformats.org/officeDocument/2006/relationships/customXml" Target="../ink/ink1666.xml"/><Relationship Id="rId59" Type="http://schemas.openxmlformats.org/officeDocument/2006/relationships/image" Target="../media/image1692.png"/><Relationship Id="rId103" Type="http://schemas.openxmlformats.org/officeDocument/2006/relationships/image" Target="../media/image1714.png"/><Relationship Id="rId124" Type="http://schemas.openxmlformats.org/officeDocument/2006/relationships/customXml" Target="../ink/ink1709.xml"/><Relationship Id="rId310" Type="http://schemas.openxmlformats.org/officeDocument/2006/relationships/customXml" Target="../ink/ink1802.xml"/><Relationship Id="rId70" Type="http://schemas.openxmlformats.org/officeDocument/2006/relationships/customXml" Target="../ink/ink1682.xml"/><Relationship Id="rId91" Type="http://schemas.openxmlformats.org/officeDocument/2006/relationships/image" Target="../media/image1708.png"/><Relationship Id="rId145" Type="http://schemas.openxmlformats.org/officeDocument/2006/relationships/image" Target="../media/image1735.png"/><Relationship Id="rId166" Type="http://schemas.openxmlformats.org/officeDocument/2006/relationships/customXml" Target="../ink/ink1730.xml"/><Relationship Id="rId187" Type="http://schemas.openxmlformats.org/officeDocument/2006/relationships/image" Target="../media/image175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53.xml"/><Relationship Id="rId233" Type="http://schemas.openxmlformats.org/officeDocument/2006/relationships/image" Target="../media/image1779.png"/><Relationship Id="rId254" Type="http://schemas.openxmlformats.org/officeDocument/2006/relationships/customXml" Target="../ink/ink1774.xml"/><Relationship Id="rId28" Type="http://schemas.openxmlformats.org/officeDocument/2006/relationships/customXml" Target="../ink/ink1661.xml"/><Relationship Id="rId49" Type="http://schemas.openxmlformats.org/officeDocument/2006/relationships/image" Target="../media/image1687.png"/><Relationship Id="rId114" Type="http://schemas.openxmlformats.org/officeDocument/2006/relationships/customXml" Target="../ink/ink1704.xml"/><Relationship Id="rId275" Type="http://schemas.openxmlformats.org/officeDocument/2006/relationships/image" Target="../media/image1800.png"/><Relationship Id="rId296" Type="http://schemas.openxmlformats.org/officeDocument/2006/relationships/customXml" Target="../ink/ink1795.xml"/><Relationship Id="rId300" Type="http://schemas.openxmlformats.org/officeDocument/2006/relationships/customXml" Target="../ink/ink1797.xml"/><Relationship Id="rId60" Type="http://schemas.openxmlformats.org/officeDocument/2006/relationships/customXml" Target="../ink/ink1677.xml"/><Relationship Id="rId81" Type="http://schemas.openxmlformats.org/officeDocument/2006/relationships/image" Target="../media/image1703.png"/><Relationship Id="rId135" Type="http://schemas.openxmlformats.org/officeDocument/2006/relationships/image" Target="../media/image1730.png"/><Relationship Id="rId156" Type="http://schemas.openxmlformats.org/officeDocument/2006/relationships/customXml" Target="../ink/ink1725.xml"/><Relationship Id="rId177" Type="http://schemas.openxmlformats.org/officeDocument/2006/relationships/image" Target="../media/image1751.png"/><Relationship Id="rId198" Type="http://schemas.openxmlformats.org/officeDocument/2006/relationships/customXml" Target="../ink/ink1746.xml"/><Relationship Id="rId202" Type="http://schemas.openxmlformats.org/officeDocument/2006/relationships/customXml" Target="../ink/ink1748.xml"/><Relationship Id="rId223" Type="http://schemas.openxmlformats.org/officeDocument/2006/relationships/image" Target="../media/image1774.png"/><Relationship Id="rId244" Type="http://schemas.openxmlformats.org/officeDocument/2006/relationships/customXml" Target="../ink/ink1769.xml"/><Relationship Id="rId18" Type="http://schemas.openxmlformats.org/officeDocument/2006/relationships/customXml" Target="../ink/ink1656.xml"/><Relationship Id="rId39" Type="http://schemas.openxmlformats.org/officeDocument/2006/relationships/image" Target="../media/image1682.png"/><Relationship Id="rId265" Type="http://schemas.openxmlformats.org/officeDocument/2006/relationships/image" Target="../media/image1795.png"/><Relationship Id="rId286" Type="http://schemas.openxmlformats.org/officeDocument/2006/relationships/customXml" Target="../ink/ink1790.xml"/><Relationship Id="rId50" Type="http://schemas.openxmlformats.org/officeDocument/2006/relationships/customXml" Target="../ink/ink1672.xml"/><Relationship Id="rId104" Type="http://schemas.openxmlformats.org/officeDocument/2006/relationships/customXml" Target="../ink/ink1699.xml"/><Relationship Id="rId125" Type="http://schemas.openxmlformats.org/officeDocument/2006/relationships/image" Target="../media/image1725.png"/><Relationship Id="rId146" Type="http://schemas.openxmlformats.org/officeDocument/2006/relationships/customXml" Target="../ink/ink1720.xml"/><Relationship Id="rId167" Type="http://schemas.openxmlformats.org/officeDocument/2006/relationships/image" Target="../media/image1746.png"/><Relationship Id="rId188" Type="http://schemas.openxmlformats.org/officeDocument/2006/relationships/customXml" Target="../ink/ink1741.xml"/><Relationship Id="rId311" Type="http://schemas.openxmlformats.org/officeDocument/2006/relationships/image" Target="../media/image1818.png"/><Relationship Id="rId71" Type="http://schemas.openxmlformats.org/officeDocument/2006/relationships/image" Target="../media/image1698.png"/><Relationship Id="rId92" Type="http://schemas.openxmlformats.org/officeDocument/2006/relationships/customXml" Target="../ink/ink1693.xml"/><Relationship Id="rId213" Type="http://schemas.openxmlformats.org/officeDocument/2006/relationships/image" Target="../media/image1769.png"/><Relationship Id="rId234" Type="http://schemas.openxmlformats.org/officeDocument/2006/relationships/customXml" Target="../ink/ink1764.xml"/><Relationship Id="rId2" Type="http://schemas.openxmlformats.org/officeDocument/2006/relationships/image" Target="../media/image1663.png"/><Relationship Id="rId29" Type="http://schemas.openxmlformats.org/officeDocument/2006/relationships/image" Target="../media/image1677.png"/><Relationship Id="rId255" Type="http://schemas.openxmlformats.org/officeDocument/2006/relationships/image" Target="../media/image1790.png"/><Relationship Id="rId276" Type="http://schemas.openxmlformats.org/officeDocument/2006/relationships/customXml" Target="../ink/ink1785.xml"/><Relationship Id="rId297" Type="http://schemas.openxmlformats.org/officeDocument/2006/relationships/image" Target="../media/image1811.png"/><Relationship Id="rId40" Type="http://schemas.openxmlformats.org/officeDocument/2006/relationships/customXml" Target="../ink/ink1667.xml"/><Relationship Id="rId115" Type="http://schemas.openxmlformats.org/officeDocument/2006/relationships/image" Target="../media/image1720.png"/><Relationship Id="rId136" Type="http://schemas.openxmlformats.org/officeDocument/2006/relationships/customXml" Target="../ink/ink1715.xml"/><Relationship Id="rId157" Type="http://schemas.openxmlformats.org/officeDocument/2006/relationships/image" Target="../media/image1741.png"/><Relationship Id="rId178" Type="http://schemas.openxmlformats.org/officeDocument/2006/relationships/customXml" Target="../ink/ink1736.xml"/><Relationship Id="rId301" Type="http://schemas.openxmlformats.org/officeDocument/2006/relationships/image" Target="../media/image1813.png"/><Relationship Id="rId61" Type="http://schemas.openxmlformats.org/officeDocument/2006/relationships/image" Target="../media/image1693.png"/><Relationship Id="rId82" Type="http://schemas.openxmlformats.org/officeDocument/2006/relationships/customXml" Target="../ink/ink1688.xml"/><Relationship Id="rId199" Type="http://schemas.openxmlformats.org/officeDocument/2006/relationships/image" Target="../media/image1762.png"/><Relationship Id="rId203" Type="http://schemas.openxmlformats.org/officeDocument/2006/relationships/image" Target="../media/image1764.png"/><Relationship Id="rId19" Type="http://schemas.openxmlformats.org/officeDocument/2006/relationships/image" Target="../media/image1672.png"/><Relationship Id="rId224" Type="http://schemas.openxmlformats.org/officeDocument/2006/relationships/customXml" Target="../ink/ink1759.xml"/><Relationship Id="rId245" Type="http://schemas.openxmlformats.org/officeDocument/2006/relationships/image" Target="../media/image1785.png"/><Relationship Id="rId266" Type="http://schemas.openxmlformats.org/officeDocument/2006/relationships/customXml" Target="../ink/ink1780.xml"/><Relationship Id="rId287" Type="http://schemas.openxmlformats.org/officeDocument/2006/relationships/image" Target="../media/image1806.png"/><Relationship Id="rId30" Type="http://schemas.openxmlformats.org/officeDocument/2006/relationships/customXml" Target="../ink/ink1662.xml"/><Relationship Id="rId105" Type="http://schemas.openxmlformats.org/officeDocument/2006/relationships/image" Target="../media/image1715.png"/><Relationship Id="rId126" Type="http://schemas.openxmlformats.org/officeDocument/2006/relationships/customXml" Target="../ink/ink1710.xml"/><Relationship Id="rId147" Type="http://schemas.openxmlformats.org/officeDocument/2006/relationships/image" Target="../media/image1736.png"/><Relationship Id="rId168" Type="http://schemas.openxmlformats.org/officeDocument/2006/relationships/customXml" Target="../ink/ink1731.xml"/><Relationship Id="rId312" Type="http://schemas.openxmlformats.org/officeDocument/2006/relationships/customXml" Target="../ink/ink1803.xml"/><Relationship Id="rId51" Type="http://schemas.openxmlformats.org/officeDocument/2006/relationships/image" Target="../media/image1688.png"/><Relationship Id="rId72" Type="http://schemas.openxmlformats.org/officeDocument/2006/relationships/customXml" Target="../ink/ink1683.xml"/><Relationship Id="rId93" Type="http://schemas.openxmlformats.org/officeDocument/2006/relationships/image" Target="../media/image1709.png"/><Relationship Id="rId189" Type="http://schemas.openxmlformats.org/officeDocument/2006/relationships/image" Target="../media/image1757.png"/><Relationship Id="rId3" Type="http://schemas.openxmlformats.org/officeDocument/2006/relationships/image" Target="../media/image1664.png"/><Relationship Id="rId214" Type="http://schemas.openxmlformats.org/officeDocument/2006/relationships/customXml" Target="../ink/ink1754.xml"/><Relationship Id="rId235" Type="http://schemas.openxmlformats.org/officeDocument/2006/relationships/image" Target="../media/image1780.png"/><Relationship Id="rId256" Type="http://schemas.openxmlformats.org/officeDocument/2006/relationships/customXml" Target="../ink/ink1775.xml"/><Relationship Id="rId277" Type="http://schemas.openxmlformats.org/officeDocument/2006/relationships/image" Target="../media/image1801.png"/><Relationship Id="rId298" Type="http://schemas.openxmlformats.org/officeDocument/2006/relationships/customXml" Target="../ink/ink1796.xml"/><Relationship Id="rId116" Type="http://schemas.openxmlformats.org/officeDocument/2006/relationships/customXml" Target="../ink/ink1705.xml"/><Relationship Id="rId137" Type="http://schemas.openxmlformats.org/officeDocument/2006/relationships/image" Target="../media/image1731.png"/><Relationship Id="rId158" Type="http://schemas.openxmlformats.org/officeDocument/2006/relationships/customXml" Target="../ink/ink1726.xml"/><Relationship Id="rId302" Type="http://schemas.openxmlformats.org/officeDocument/2006/relationships/customXml" Target="../ink/ink1798.xml"/><Relationship Id="rId20" Type="http://schemas.openxmlformats.org/officeDocument/2006/relationships/customXml" Target="../ink/ink1657.xml"/><Relationship Id="rId41" Type="http://schemas.openxmlformats.org/officeDocument/2006/relationships/image" Target="../media/image1683.png"/><Relationship Id="rId62" Type="http://schemas.openxmlformats.org/officeDocument/2006/relationships/customXml" Target="../ink/ink1678.xml"/><Relationship Id="rId83" Type="http://schemas.openxmlformats.org/officeDocument/2006/relationships/image" Target="../media/image1704.png"/><Relationship Id="rId179" Type="http://schemas.openxmlformats.org/officeDocument/2006/relationships/image" Target="../media/image1752.png"/><Relationship Id="rId190" Type="http://schemas.openxmlformats.org/officeDocument/2006/relationships/customXml" Target="../ink/ink1742.xml"/><Relationship Id="rId204" Type="http://schemas.openxmlformats.org/officeDocument/2006/relationships/customXml" Target="../ink/ink1749.xml"/><Relationship Id="rId225" Type="http://schemas.openxmlformats.org/officeDocument/2006/relationships/image" Target="../media/image1775.png"/><Relationship Id="rId246" Type="http://schemas.openxmlformats.org/officeDocument/2006/relationships/customXml" Target="../ink/ink1770.xml"/><Relationship Id="rId267" Type="http://schemas.openxmlformats.org/officeDocument/2006/relationships/image" Target="../media/image1796.png"/><Relationship Id="rId288" Type="http://schemas.openxmlformats.org/officeDocument/2006/relationships/customXml" Target="../ink/ink1791.xml"/><Relationship Id="rId106" Type="http://schemas.openxmlformats.org/officeDocument/2006/relationships/customXml" Target="../ink/ink1700.xml"/><Relationship Id="rId127" Type="http://schemas.openxmlformats.org/officeDocument/2006/relationships/image" Target="../media/image1726.png"/><Relationship Id="rId313" Type="http://schemas.openxmlformats.org/officeDocument/2006/relationships/image" Target="../media/image1819.png"/><Relationship Id="rId10" Type="http://schemas.openxmlformats.org/officeDocument/2006/relationships/customXml" Target="../ink/ink1652.xml"/><Relationship Id="rId31" Type="http://schemas.openxmlformats.org/officeDocument/2006/relationships/image" Target="../media/image1678.png"/><Relationship Id="rId52" Type="http://schemas.openxmlformats.org/officeDocument/2006/relationships/customXml" Target="../ink/ink1673.xml"/><Relationship Id="rId73" Type="http://schemas.openxmlformats.org/officeDocument/2006/relationships/image" Target="../media/image1699.png"/><Relationship Id="rId94" Type="http://schemas.openxmlformats.org/officeDocument/2006/relationships/customXml" Target="../ink/ink1694.xml"/><Relationship Id="rId148" Type="http://schemas.openxmlformats.org/officeDocument/2006/relationships/customXml" Target="../ink/ink1721.xml"/><Relationship Id="rId169" Type="http://schemas.openxmlformats.org/officeDocument/2006/relationships/image" Target="../media/image1747.png"/><Relationship Id="rId4" Type="http://schemas.openxmlformats.org/officeDocument/2006/relationships/customXml" Target="../ink/ink1649.xml"/><Relationship Id="rId180" Type="http://schemas.openxmlformats.org/officeDocument/2006/relationships/customXml" Target="../ink/ink1737.xml"/><Relationship Id="rId215" Type="http://schemas.openxmlformats.org/officeDocument/2006/relationships/image" Target="../media/image1770.png"/><Relationship Id="rId236" Type="http://schemas.openxmlformats.org/officeDocument/2006/relationships/customXml" Target="../ink/ink1765.xml"/><Relationship Id="rId257" Type="http://schemas.openxmlformats.org/officeDocument/2006/relationships/image" Target="../media/image1791.png"/><Relationship Id="rId278" Type="http://schemas.openxmlformats.org/officeDocument/2006/relationships/customXml" Target="../ink/ink1786.xml"/><Relationship Id="rId303" Type="http://schemas.openxmlformats.org/officeDocument/2006/relationships/image" Target="../media/image1814.png"/><Relationship Id="rId42" Type="http://schemas.openxmlformats.org/officeDocument/2006/relationships/customXml" Target="../ink/ink1668.xml"/><Relationship Id="rId84" Type="http://schemas.openxmlformats.org/officeDocument/2006/relationships/customXml" Target="../ink/ink1689.xml"/><Relationship Id="rId138" Type="http://schemas.openxmlformats.org/officeDocument/2006/relationships/customXml" Target="../ink/ink1716.xml"/><Relationship Id="rId191" Type="http://schemas.openxmlformats.org/officeDocument/2006/relationships/image" Target="../media/image1758.png"/><Relationship Id="rId205" Type="http://schemas.openxmlformats.org/officeDocument/2006/relationships/image" Target="../media/image1765.png"/><Relationship Id="rId247" Type="http://schemas.openxmlformats.org/officeDocument/2006/relationships/image" Target="../media/image1786.png"/><Relationship Id="rId107" Type="http://schemas.openxmlformats.org/officeDocument/2006/relationships/image" Target="../media/image1716.png"/><Relationship Id="rId289" Type="http://schemas.openxmlformats.org/officeDocument/2006/relationships/image" Target="../media/image1807.png"/><Relationship Id="rId11" Type="http://schemas.openxmlformats.org/officeDocument/2006/relationships/image" Target="../media/image1668.png"/><Relationship Id="rId53" Type="http://schemas.openxmlformats.org/officeDocument/2006/relationships/image" Target="../media/image1689.png"/><Relationship Id="rId149" Type="http://schemas.openxmlformats.org/officeDocument/2006/relationships/image" Target="../media/image1737.png"/><Relationship Id="rId314" Type="http://schemas.openxmlformats.org/officeDocument/2006/relationships/customXml" Target="../ink/ink1804.xml"/><Relationship Id="rId95" Type="http://schemas.openxmlformats.org/officeDocument/2006/relationships/image" Target="../media/image1710.png"/><Relationship Id="rId160" Type="http://schemas.openxmlformats.org/officeDocument/2006/relationships/customXml" Target="../ink/ink1727.xml"/><Relationship Id="rId216" Type="http://schemas.openxmlformats.org/officeDocument/2006/relationships/customXml" Target="../ink/ink1755.xml"/><Relationship Id="rId258" Type="http://schemas.openxmlformats.org/officeDocument/2006/relationships/customXml" Target="../ink/ink1776.xml"/><Relationship Id="rId22" Type="http://schemas.openxmlformats.org/officeDocument/2006/relationships/customXml" Target="../ink/ink1658.xml"/><Relationship Id="rId64" Type="http://schemas.openxmlformats.org/officeDocument/2006/relationships/customXml" Target="../ink/ink1679.xml"/><Relationship Id="rId118" Type="http://schemas.openxmlformats.org/officeDocument/2006/relationships/customXml" Target="../ink/ink1706.xml"/><Relationship Id="rId171" Type="http://schemas.openxmlformats.org/officeDocument/2006/relationships/image" Target="../media/image1748.png"/><Relationship Id="rId227" Type="http://schemas.openxmlformats.org/officeDocument/2006/relationships/image" Target="../media/image1776.png"/><Relationship Id="rId269" Type="http://schemas.openxmlformats.org/officeDocument/2006/relationships/image" Target="../media/image1797.png"/><Relationship Id="rId33" Type="http://schemas.openxmlformats.org/officeDocument/2006/relationships/image" Target="../media/image1679.png"/><Relationship Id="rId129" Type="http://schemas.openxmlformats.org/officeDocument/2006/relationships/image" Target="../media/image1727.png"/><Relationship Id="rId280" Type="http://schemas.openxmlformats.org/officeDocument/2006/relationships/customXml" Target="../ink/ink1787.xml"/><Relationship Id="rId75" Type="http://schemas.openxmlformats.org/officeDocument/2006/relationships/image" Target="../media/image1700.png"/><Relationship Id="rId140" Type="http://schemas.openxmlformats.org/officeDocument/2006/relationships/customXml" Target="../ink/ink1717.xml"/><Relationship Id="rId182" Type="http://schemas.openxmlformats.org/officeDocument/2006/relationships/customXml" Target="../ink/ink1738.xml"/><Relationship Id="rId6" Type="http://schemas.openxmlformats.org/officeDocument/2006/relationships/customXml" Target="../ink/ink1650.xml"/><Relationship Id="rId238" Type="http://schemas.openxmlformats.org/officeDocument/2006/relationships/customXml" Target="../ink/ink1766.xml"/><Relationship Id="rId291" Type="http://schemas.openxmlformats.org/officeDocument/2006/relationships/image" Target="../media/image1808.png"/><Relationship Id="rId305" Type="http://schemas.openxmlformats.org/officeDocument/2006/relationships/image" Target="../media/image1815.png"/><Relationship Id="rId44" Type="http://schemas.openxmlformats.org/officeDocument/2006/relationships/customXml" Target="../ink/ink1669.xml"/><Relationship Id="rId86" Type="http://schemas.openxmlformats.org/officeDocument/2006/relationships/customXml" Target="../ink/ink1690.xml"/><Relationship Id="rId151" Type="http://schemas.openxmlformats.org/officeDocument/2006/relationships/image" Target="../media/image1738.png"/><Relationship Id="rId193" Type="http://schemas.openxmlformats.org/officeDocument/2006/relationships/image" Target="../media/image1759.png"/><Relationship Id="rId207" Type="http://schemas.openxmlformats.org/officeDocument/2006/relationships/image" Target="../media/image1766.png"/><Relationship Id="rId249" Type="http://schemas.openxmlformats.org/officeDocument/2006/relationships/image" Target="../media/image1787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9.png"/><Relationship Id="rId299" Type="http://schemas.openxmlformats.org/officeDocument/2006/relationships/image" Target="../media/image1970.png"/><Relationship Id="rId21" Type="http://schemas.openxmlformats.org/officeDocument/2006/relationships/image" Target="../media/image1831.png"/><Relationship Id="rId63" Type="http://schemas.openxmlformats.org/officeDocument/2006/relationships/image" Target="../media/image1852.png"/><Relationship Id="rId159" Type="http://schemas.openxmlformats.org/officeDocument/2006/relationships/image" Target="../media/image1900.png"/><Relationship Id="rId324" Type="http://schemas.openxmlformats.org/officeDocument/2006/relationships/customXml" Target="../ink/ink1967.xml"/><Relationship Id="rId366" Type="http://schemas.openxmlformats.org/officeDocument/2006/relationships/customXml" Target="../ink/ink1988.xml"/><Relationship Id="rId170" Type="http://schemas.openxmlformats.org/officeDocument/2006/relationships/customXml" Target="../ink/ink1890.xml"/><Relationship Id="rId226" Type="http://schemas.openxmlformats.org/officeDocument/2006/relationships/customXml" Target="../ink/ink1918.xml"/><Relationship Id="rId268" Type="http://schemas.openxmlformats.org/officeDocument/2006/relationships/customXml" Target="../ink/ink1939.xml"/><Relationship Id="rId32" Type="http://schemas.openxmlformats.org/officeDocument/2006/relationships/customXml" Target="../ink/ink1821.xml"/><Relationship Id="rId74" Type="http://schemas.openxmlformats.org/officeDocument/2006/relationships/customXml" Target="../ink/ink1842.xml"/><Relationship Id="rId128" Type="http://schemas.openxmlformats.org/officeDocument/2006/relationships/customXml" Target="../ink/ink1869.xml"/><Relationship Id="rId335" Type="http://schemas.openxmlformats.org/officeDocument/2006/relationships/image" Target="../media/image1988.png"/><Relationship Id="rId377" Type="http://schemas.openxmlformats.org/officeDocument/2006/relationships/image" Target="../media/image2009.png"/><Relationship Id="rId5" Type="http://schemas.openxmlformats.org/officeDocument/2006/relationships/image" Target="../media/image1823.png"/><Relationship Id="rId181" Type="http://schemas.openxmlformats.org/officeDocument/2006/relationships/image" Target="../media/image1911.png"/><Relationship Id="rId237" Type="http://schemas.openxmlformats.org/officeDocument/2006/relationships/image" Target="../media/image1939.png"/><Relationship Id="rId279" Type="http://schemas.openxmlformats.org/officeDocument/2006/relationships/image" Target="../media/image1960.png"/><Relationship Id="rId43" Type="http://schemas.openxmlformats.org/officeDocument/2006/relationships/image" Target="../media/image1842.png"/><Relationship Id="rId139" Type="http://schemas.openxmlformats.org/officeDocument/2006/relationships/image" Target="../media/image1890.png"/><Relationship Id="rId290" Type="http://schemas.openxmlformats.org/officeDocument/2006/relationships/customXml" Target="../ink/ink1950.xml"/><Relationship Id="rId304" Type="http://schemas.openxmlformats.org/officeDocument/2006/relationships/customXml" Target="../ink/ink1957.xml"/><Relationship Id="rId346" Type="http://schemas.openxmlformats.org/officeDocument/2006/relationships/customXml" Target="../ink/ink1978.xml"/><Relationship Id="rId85" Type="http://schemas.openxmlformats.org/officeDocument/2006/relationships/image" Target="../media/image1863.png"/><Relationship Id="rId150" Type="http://schemas.openxmlformats.org/officeDocument/2006/relationships/customXml" Target="../ink/ink1880.xml"/><Relationship Id="rId192" Type="http://schemas.openxmlformats.org/officeDocument/2006/relationships/customXml" Target="../ink/ink1901.xml"/><Relationship Id="rId206" Type="http://schemas.openxmlformats.org/officeDocument/2006/relationships/customXml" Target="../ink/ink1908.xml"/><Relationship Id="rId248" Type="http://schemas.openxmlformats.org/officeDocument/2006/relationships/customXml" Target="../ink/ink1929.xml"/><Relationship Id="rId12" Type="http://schemas.openxmlformats.org/officeDocument/2006/relationships/customXml" Target="../ink/ink1811.xml"/><Relationship Id="rId108" Type="http://schemas.openxmlformats.org/officeDocument/2006/relationships/customXml" Target="../ink/ink1859.xml"/><Relationship Id="rId315" Type="http://schemas.openxmlformats.org/officeDocument/2006/relationships/image" Target="../media/image1978.png"/><Relationship Id="rId357" Type="http://schemas.openxmlformats.org/officeDocument/2006/relationships/image" Target="../media/image1999.png"/><Relationship Id="rId54" Type="http://schemas.openxmlformats.org/officeDocument/2006/relationships/customXml" Target="../ink/ink1832.xml"/><Relationship Id="rId96" Type="http://schemas.openxmlformats.org/officeDocument/2006/relationships/customXml" Target="../ink/ink1853.xml"/><Relationship Id="rId161" Type="http://schemas.openxmlformats.org/officeDocument/2006/relationships/image" Target="../media/image1901.png"/><Relationship Id="rId217" Type="http://schemas.openxmlformats.org/officeDocument/2006/relationships/image" Target="../media/image1929.png"/><Relationship Id="rId259" Type="http://schemas.openxmlformats.org/officeDocument/2006/relationships/image" Target="../media/image1950.png"/><Relationship Id="rId23" Type="http://schemas.openxmlformats.org/officeDocument/2006/relationships/image" Target="../media/image1832.png"/><Relationship Id="rId119" Type="http://schemas.openxmlformats.org/officeDocument/2006/relationships/image" Target="../media/image1880.png"/><Relationship Id="rId270" Type="http://schemas.openxmlformats.org/officeDocument/2006/relationships/customXml" Target="../ink/ink1940.xml"/><Relationship Id="rId326" Type="http://schemas.openxmlformats.org/officeDocument/2006/relationships/customXml" Target="../ink/ink1968.xml"/><Relationship Id="rId65" Type="http://schemas.openxmlformats.org/officeDocument/2006/relationships/image" Target="../media/image1853.png"/><Relationship Id="rId130" Type="http://schemas.openxmlformats.org/officeDocument/2006/relationships/customXml" Target="../ink/ink1870.xml"/><Relationship Id="rId368" Type="http://schemas.openxmlformats.org/officeDocument/2006/relationships/customXml" Target="../ink/ink1989.xml"/><Relationship Id="rId172" Type="http://schemas.openxmlformats.org/officeDocument/2006/relationships/customXml" Target="../ink/ink1891.xml"/><Relationship Id="rId228" Type="http://schemas.openxmlformats.org/officeDocument/2006/relationships/customXml" Target="../ink/ink1919.xml"/><Relationship Id="rId281" Type="http://schemas.openxmlformats.org/officeDocument/2006/relationships/image" Target="../media/image1961.png"/><Relationship Id="rId337" Type="http://schemas.openxmlformats.org/officeDocument/2006/relationships/image" Target="../media/image1989.png"/><Relationship Id="rId34" Type="http://schemas.openxmlformats.org/officeDocument/2006/relationships/customXml" Target="../ink/ink1822.xml"/><Relationship Id="rId76" Type="http://schemas.openxmlformats.org/officeDocument/2006/relationships/customXml" Target="../ink/ink1843.xml"/><Relationship Id="rId141" Type="http://schemas.openxmlformats.org/officeDocument/2006/relationships/image" Target="../media/image1891.png"/><Relationship Id="rId379" Type="http://schemas.openxmlformats.org/officeDocument/2006/relationships/image" Target="../media/image2010.png"/><Relationship Id="rId7" Type="http://schemas.openxmlformats.org/officeDocument/2006/relationships/image" Target="../media/image1824.png"/><Relationship Id="rId183" Type="http://schemas.openxmlformats.org/officeDocument/2006/relationships/image" Target="../media/image1912.png"/><Relationship Id="rId239" Type="http://schemas.openxmlformats.org/officeDocument/2006/relationships/image" Target="../media/image1940.png"/><Relationship Id="rId250" Type="http://schemas.openxmlformats.org/officeDocument/2006/relationships/customXml" Target="../ink/ink1930.xml"/><Relationship Id="rId292" Type="http://schemas.openxmlformats.org/officeDocument/2006/relationships/customXml" Target="../ink/ink1951.xml"/><Relationship Id="rId306" Type="http://schemas.openxmlformats.org/officeDocument/2006/relationships/customXml" Target="../ink/ink1958.xml"/><Relationship Id="rId45" Type="http://schemas.openxmlformats.org/officeDocument/2006/relationships/image" Target="../media/image1843.png"/><Relationship Id="rId87" Type="http://schemas.openxmlformats.org/officeDocument/2006/relationships/image" Target="../media/image1864.png"/><Relationship Id="rId110" Type="http://schemas.openxmlformats.org/officeDocument/2006/relationships/customXml" Target="../ink/ink1860.xml"/><Relationship Id="rId348" Type="http://schemas.openxmlformats.org/officeDocument/2006/relationships/customXml" Target="../ink/ink1979.xml"/><Relationship Id="rId152" Type="http://schemas.openxmlformats.org/officeDocument/2006/relationships/customXml" Target="../ink/ink1881.xml"/><Relationship Id="rId194" Type="http://schemas.openxmlformats.org/officeDocument/2006/relationships/customXml" Target="../ink/ink1902.xml"/><Relationship Id="rId208" Type="http://schemas.openxmlformats.org/officeDocument/2006/relationships/customXml" Target="../ink/ink1909.xml"/><Relationship Id="rId261" Type="http://schemas.openxmlformats.org/officeDocument/2006/relationships/image" Target="../media/image1951.png"/><Relationship Id="rId14" Type="http://schemas.openxmlformats.org/officeDocument/2006/relationships/customXml" Target="../ink/ink1812.xml"/><Relationship Id="rId56" Type="http://schemas.openxmlformats.org/officeDocument/2006/relationships/customXml" Target="../ink/ink1833.xml"/><Relationship Id="rId317" Type="http://schemas.openxmlformats.org/officeDocument/2006/relationships/image" Target="../media/image1979.png"/><Relationship Id="rId359" Type="http://schemas.openxmlformats.org/officeDocument/2006/relationships/image" Target="../media/image2000.png"/><Relationship Id="rId98" Type="http://schemas.openxmlformats.org/officeDocument/2006/relationships/customXml" Target="../ink/ink1854.xml"/><Relationship Id="rId121" Type="http://schemas.openxmlformats.org/officeDocument/2006/relationships/image" Target="../media/image1881.png"/><Relationship Id="rId163" Type="http://schemas.openxmlformats.org/officeDocument/2006/relationships/image" Target="../media/image1902.png"/><Relationship Id="rId219" Type="http://schemas.openxmlformats.org/officeDocument/2006/relationships/image" Target="../media/image1930.png"/><Relationship Id="rId370" Type="http://schemas.openxmlformats.org/officeDocument/2006/relationships/customXml" Target="../ink/ink1990.xml"/><Relationship Id="rId230" Type="http://schemas.openxmlformats.org/officeDocument/2006/relationships/customXml" Target="../ink/ink1920.xml"/><Relationship Id="rId25" Type="http://schemas.openxmlformats.org/officeDocument/2006/relationships/image" Target="../media/image1833.png"/><Relationship Id="rId67" Type="http://schemas.openxmlformats.org/officeDocument/2006/relationships/image" Target="../media/image1854.png"/><Relationship Id="rId272" Type="http://schemas.openxmlformats.org/officeDocument/2006/relationships/customXml" Target="../ink/ink1941.xml"/><Relationship Id="rId328" Type="http://schemas.openxmlformats.org/officeDocument/2006/relationships/customXml" Target="../ink/ink1969.xml"/><Relationship Id="rId132" Type="http://schemas.openxmlformats.org/officeDocument/2006/relationships/customXml" Target="../ink/ink1871.xml"/><Relationship Id="rId174" Type="http://schemas.openxmlformats.org/officeDocument/2006/relationships/customXml" Target="../ink/ink1892.xml"/><Relationship Id="rId381" Type="http://schemas.openxmlformats.org/officeDocument/2006/relationships/image" Target="../media/image2011.png"/><Relationship Id="rId241" Type="http://schemas.openxmlformats.org/officeDocument/2006/relationships/image" Target="../media/image1941.png"/><Relationship Id="rId36" Type="http://schemas.openxmlformats.org/officeDocument/2006/relationships/customXml" Target="../ink/ink1823.xml"/><Relationship Id="rId283" Type="http://schemas.openxmlformats.org/officeDocument/2006/relationships/image" Target="../media/image1962.png"/><Relationship Id="rId339" Type="http://schemas.openxmlformats.org/officeDocument/2006/relationships/image" Target="../media/image1990.png"/><Relationship Id="rId78" Type="http://schemas.openxmlformats.org/officeDocument/2006/relationships/customXml" Target="../ink/ink1844.xml"/><Relationship Id="rId101" Type="http://schemas.openxmlformats.org/officeDocument/2006/relationships/image" Target="../media/image1871.png"/><Relationship Id="rId143" Type="http://schemas.openxmlformats.org/officeDocument/2006/relationships/image" Target="../media/image1892.png"/><Relationship Id="rId185" Type="http://schemas.openxmlformats.org/officeDocument/2006/relationships/image" Target="../media/image1913.png"/><Relationship Id="rId350" Type="http://schemas.openxmlformats.org/officeDocument/2006/relationships/customXml" Target="../ink/ink1980.xml"/><Relationship Id="rId9" Type="http://schemas.openxmlformats.org/officeDocument/2006/relationships/image" Target="../media/image1825.png"/><Relationship Id="rId210" Type="http://schemas.openxmlformats.org/officeDocument/2006/relationships/customXml" Target="../ink/ink1910.xml"/><Relationship Id="rId26" Type="http://schemas.openxmlformats.org/officeDocument/2006/relationships/customXml" Target="../ink/ink1818.xml"/><Relationship Id="rId231" Type="http://schemas.openxmlformats.org/officeDocument/2006/relationships/image" Target="../media/image1936.png"/><Relationship Id="rId252" Type="http://schemas.openxmlformats.org/officeDocument/2006/relationships/customXml" Target="../ink/ink1931.xml"/><Relationship Id="rId273" Type="http://schemas.openxmlformats.org/officeDocument/2006/relationships/image" Target="../media/image1957.png"/><Relationship Id="rId294" Type="http://schemas.openxmlformats.org/officeDocument/2006/relationships/customXml" Target="../ink/ink1952.xml"/><Relationship Id="rId308" Type="http://schemas.openxmlformats.org/officeDocument/2006/relationships/customXml" Target="../ink/ink1959.xml"/><Relationship Id="rId329" Type="http://schemas.openxmlformats.org/officeDocument/2006/relationships/image" Target="../media/image1985.png"/><Relationship Id="rId47" Type="http://schemas.openxmlformats.org/officeDocument/2006/relationships/image" Target="../media/image1844.png"/><Relationship Id="rId68" Type="http://schemas.openxmlformats.org/officeDocument/2006/relationships/customXml" Target="../ink/ink1839.xml"/><Relationship Id="rId89" Type="http://schemas.openxmlformats.org/officeDocument/2006/relationships/image" Target="../media/image1865.png"/><Relationship Id="rId112" Type="http://schemas.openxmlformats.org/officeDocument/2006/relationships/customXml" Target="../ink/ink1861.xml"/><Relationship Id="rId133" Type="http://schemas.openxmlformats.org/officeDocument/2006/relationships/image" Target="../media/image1887.png"/><Relationship Id="rId154" Type="http://schemas.openxmlformats.org/officeDocument/2006/relationships/customXml" Target="../ink/ink1882.xml"/><Relationship Id="rId175" Type="http://schemas.openxmlformats.org/officeDocument/2006/relationships/image" Target="../media/image1908.png"/><Relationship Id="rId340" Type="http://schemas.openxmlformats.org/officeDocument/2006/relationships/customXml" Target="../ink/ink1975.xml"/><Relationship Id="rId361" Type="http://schemas.openxmlformats.org/officeDocument/2006/relationships/image" Target="../media/image2001.png"/><Relationship Id="rId196" Type="http://schemas.openxmlformats.org/officeDocument/2006/relationships/customXml" Target="../ink/ink1903.xml"/><Relationship Id="rId200" Type="http://schemas.openxmlformats.org/officeDocument/2006/relationships/customXml" Target="../ink/ink1905.xml"/><Relationship Id="rId16" Type="http://schemas.openxmlformats.org/officeDocument/2006/relationships/customXml" Target="../ink/ink1813.xml"/><Relationship Id="rId221" Type="http://schemas.openxmlformats.org/officeDocument/2006/relationships/image" Target="../media/image1931.png"/><Relationship Id="rId242" Type="http://schemas.openxmlformats.org/officeDocument/2006/relationships/customXml" Target="../ink/ink1926.xml"/><Relationship Id="rId263" Type="http://schemas.openxmlformats.org/officeDocument/2006/relationships/image" Target="../media/image1952.png"/><Relationship Id="rId284" Type="http://schemas.openxmlformats.org/officeDocument/2006/relationships/customXml" Target="../ink/ink1947.xml"/><Relationship Id="rId319" Type="http://schemas.openxmlformats.org/officeDocument/2006/relationships/image" Target="../media/image1980.png"/><Relationship Id="rId37" Type="http://schemas.openxmlformats.org/officeDocument/2006/relationships/image" Target="../media/image1839.png"/><Relationship Id="rId58" Type="http://schemas.openxmlformats.org/officeDocument/2006/relationships/customXml" Target="../ink/ink1834.xml"/><Relationship Id="rId79" Type="http://schemas.openxmlformats.org/officeDocument/2006/relationships/image" Target="../media/image1860.png"/><Relationship Id="rId102" Type="http://schemas.openxmlformats.org/officeDocument/2006/relationships/customXml" Target="../ink/ink1856.xml"/><Relationship Id="rId123" Type="http://schemas.openxmlformats.org/officeDocument/2006/relationships/image" Target="../media/image1882.png"/><Relationship Id="rId144" Type="http://schemas.openxmlformats.org/officeDocument/2006/relationships/customXml" Target="../ink/ink1877.xml"/><Relationship Id="rId330" Type="http://schemas.openxmlformats.org/officeDocument/2006/relationships/customXml" Target="../ink/ink1970.xml"/><Relationship Id="rId90" Type="http://schemas.openxmlformats.org/officeDocument/2006/relationships/customXml" Target="../ink/ink1850.xml"/><Relationship Id="rId165" Type="http://schemas.openxmlformats.org/officeDocument/2006/relationships/image" Target="../media/image1903.png"/><Relationship Id="rId186" Type="http://schemas.openxmlformats.org/officeDocument/2006/relationships/customXml" Target="../ink/ink1898.xml"/><Relationship Id="rId351" Type="http://schemas.openxmlformats.org/officeDocument/2006/relationships/image" Target="../media/image1996.png"/><Relationship Id="rId372" Type="http://schemas.openxmlformats.org/officeDocument/2006/relationships/customXml" Target="../ink/ink1991.xml"/><Relationship Id="rId211" Type="http://schemas.openxmlformats.org/officeDocument/2006/relationships/image" Target="../media/image1926.png"/><Relationship Id="rId232" Type="http://schemas.openxmlformats.org/officeDocument/2006/relationships/customXml" Target="../ink/ink1921.xml"/><Relationship Id="rId253" Type="http://schemas.openxmlformats.org/officeDocument/2006/relationships/image" Target="../media/image1947.png"/><Relationship Id="rId274" Type="http://schemas.openxmlformats.org/officeDocument/2006/relationships/customXml" Target="../ink/ink1942.xml"/><Relationship Id="rId295" Type="http://schemas.openxmlformats.org/officeDocument/2006/relationships/image" Target="../media/image1968.png"/><Relationship Id="rId309" Type="http://schemas.openxmlformats.org/officeDocument/2006/relationships/image" Target="../media/image1975.png"/><Relationship Id="rId27" Type="http://schemas.openxmlformats.org/officeDocument/2006/relationships/image" Target="../media/image1834.png"/><Relationship Id="rId48" Type="http://schemas.openxmlformats.org/officeDocument/2006/relationships/customXml" Target="../ink/ink1829.xml"/><Relationship Id="rId69" Type="http://schemas.openxmlformats.org/officeDocument/2006/relationships/image" Target="../media/image1855.png"/><Relationship Id="rId113" Type="http://schemas.openxmlformats.org/officeDocument/2006/relationships/image" Target="../media/image1877.png"/><Relationship Id="rId134" Type="http://schemas.openxmlformats.org/officeDocument/2006/relationships/customXml" Target="../ink/ink1872.xml"/><Relationship Id="rId320" Type="http://schemas.openxmlformats.org/officeDocument/2006/relationships/customXml" Target="../ink/ink1965.xml"/><Relationship Id="rId80" Type="http://schemas.openxmlformats.org/officeDocument/2006/relationships/customXml" Target="../ink/ink1845.xml"/><Relationship Id="rId155" Type="http://schemas.openxmlformats.org/officeDocument/2006/relationships/image" Target="../media/image1898.png"/><Relationship Id="rId176" Type="http://schemas.openxmlformats.org/officeDocument/2006/relationships/customXml" Target="../ink/ink1893.xml"/><Relationship Id="rId197" Type="http://schemas.openxmlformats.org/officeDocument/2006/relationships/image" Target="../media/image1919.png"/><Relationship Id="rId341" Type="http://schemas.openxmlformats.org/officeDocument/2006/relationships/image" Target="../media/image1991.png"/><Relationship Id="rId362" Type="http://schemas.openxmlformats.org/officeDocument/2006/relationships/customXml" Target="../ink/ink1986.xml"/><Relationship Id="rId201" Type="http://schemas.openxmlformats.org/officeDocument/2006/relationships/image" Target="../media/image1921.png"/><Relationship Id="rId222" Type="http://schemas.openxmlformats.org/officeDocument/2006/relationships/customXml" Target="../ink/ink1916.xml"/><Relationship Id="rId243" Type="http://schemas.openxmlformats.org/officeDocument/2006/relationships/image" Target="../media/image1942.png"/><Relationship Id="rId264" Type="http://schemas.openxmlformats.org/officeDocument/2006/relationships/customXml" Target="../ink/ink1937.xml"/><Relationship Id="rId285" Type="http://schemas.openxmlformats.org/officeDocument/2006/relationships/image" Target="../media/image1963.png"/><Relationship Id="rId17" Type="http://schemas.openxmlformats.org/officeDocument/2006/relationships/image" Target="../media/image1829.png"/><Relationship Id="rId38" Type="http://schemas.openxmlformats.org/officeDocument/2006/relationships/customXml" Target="../ink/ink1824.xml"/><Relationship Id="rId59" Type="http://schemas.openxmlformats.org/officeDocument/2006/relationships/image" Target="../media/image1850.png"/><Relationship Id="rId103" Type="http://schemas.openxmlformats.org/officeDocument/2006/relationships/image" Target="../media/image1872.png"/><Relationship Id="rId124" Type="http://schemas.openxmlformats.org/officeDocument/2006/relationships/customXml" Target="../ink/ink1867.xml"/><Relationship Id="rId310" Type="http://schemas.openxmlformats.org/officeDocument/2006/relationships/customXml" Target="../ink/ink1960.xml"/><Relationship Id="rId70" Type="http://schemas.openxmlformats.org/officeDocument/2006/relationships/customXml" Target="../ink/ink1840.xml"/><Relationship Id="rId91" Type="http://schemas.openxmlformats.org/officeDocument/2006/relationships/image" Target="../media/image1866.png"/><Relationship Id="rId145" Type="http://schemas.openxmlformats.org/officeDocument/2006/relationships/image" Target="../media/image1893.png"/><Relationship Id="rId166" Type="http://schemas.openxmlformats.org/officeDocument/2006/relationships/customXml" Target="../ink/ink1888.xml"/><Relationship Id="rId187" Type="http://schemas.openxmlformats.org/officeDocument/2006/relationships/image" Target="../media/image1914.png"/><Relationship Id="rId331" Type="http://schemas.openxmlformats.org/officeDocument/2006/relationships/image" Target="../media/image1986.png"/><Relationship Id="rId352" Type="http://schemas.openxmlformats.org/officeDocument/2006/relationships/customXml" Target="../ink/ink1981.xml"/><Relationship Id="rId373" Type="http://schemas.openxmlformats.org/officeDocument/2006/relationships/image" Target="../media/image200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11.xml"/><Relationship Id="rId233" Type="http://schemas.openxmlformats.org/officeDocument/2006/relationships/image" Target="../media/image1937.png"/><Relationship Id="rId254" Type="http://schemas.openxmlformats.org/officeDocument/2006/relationships/customXml" Target="../ink/ink1932.xml"/><Relationship Id="rId28" Type="http://schemas.openxmlformats.org/officeDocument/2006/relationships/customXml" Target="../ink/ink1819.xml"/><Relationship Id="rId49" Type="http://schemas.openxmlformats.org/officeDocument/2006/relationships/image" Target="../media/image1845.png"/><Relationship Id="rId114" Type="http://schemas.openxmlformats.org/officeDocument/2006/relationships/customXml" Target="../ink/ink1862.xml"/><Relationship Id="rId275" Type="http://schemas.openxmlformats.org/officeDocument/2006/relationships/image" Target="../media/image1958.png"/><Relationship Id="rId296" Type="http://schemas.openxmlformats.org/officeDocument/2006/relationships/customXml" Target="../ink/ink1953.xml"/><Relationship Id="rId300" Type="http://schemas.openxmlformats.org/officeDocument/2006/relationships/customXml" Target="../ink/ink1955.xml"/><Relationship Id="rId60" Type="http://schemas.openxmlformats.org/officeDocument/2006/relationships/customXml" Target="../ink/ink1835.xml"/><Relationship Id="rId81" Type="http://schemas.openxmlformats.org/officeDocument/2006/relationships/image" Target="../media/image1861.png"/><Relationship Id="rId135" Type="http://schemas.openxmlformats.org/officeDocument/2006/relationships/image" Target="../media/image1888.png"/><Relationship Id="rId156" Type="http://schemas.openxmlformats.org/officeDocument/2006/relationships/customXml" Target="../ink/ink1883.xml"/><Relationship Id="rId177" Type="http://schemas.openxmlformats.org/officeDocument/2006/relationships/image" Target="../media/image1909.png"/><Relationship Id="rId198" Type="http://schemas.openxmlformats.org/officeDocument/2006/relationships/customXml" Target="../ink/ink1904.xml"/><Relationship Id="rId321" Type="http://schemas.openxmlformats.org/officeDocument/2006/relationships/image" Target="../media/image1981.png"/><Relationship Id="rId342" Type="http://schemas.openxmlformats.org/officeDocument/2006/relationships/customXml" Target="../ink/ink1976.xml"/><Relationship Id="rId363" Type="http://schemas.openxmlformats.org/officeDocument/2006/relationships/image" Target="../media/image2002.png"/><Relationship Id="rId202" Type="http://schemas.openxmlformats.org/officeDocument/2006/relationships/customXml" Target="../ink/ink1906.xml"/><Relationship Id="rId223" Type="http://schemas.openxmlformats.org/officeDocument/2006/relationships/image" Target="../media/image1932.png"/><Relationship Id="rId244" Type="http://schemas.openxmlformats.org/officeDocument/2006/relationships/customXml" Target="../ink/ink1927.xml"/><Relationship Id="rId18" Type="http://schemas.openxmlformats.org/officeDocument/2006/relationships/customXml" Target="../ink/ink1814.xml"/><Relationship Id="rId39" Type="http://schemas.openxmlformats.org/officeDocument/2006/relationships/image" Target="../media/image1840.png"/><Relationship Id="rId265" Type="http://schemas.openxmlformats.org/officeDocument/2006/relationships/image" Target="../media/image1953.png"/><Relationship Id="rId286" Type="http://schemas.openxmlformats.org/officeDocument/2006/relationships/customXml" Target="../ink/ink1948.xml"/><Relationship Id="rId50" Type="http://schemas.openxmlformats.org/officeDocument/2006/relationships/customXml" Target="../ink/ink1830.xml"/><Relationship Id="rId104" Type="http://schemas.openxmlformats.org/officeDocument/2006/relationships/customXml" Target="../ink/ink1857.xml"/><Relationship Id="rId125" Type="http://schemas.openxmlformats.org/officeDocument/2006/relationships/image" Target="../media/image1883.png"/><Relationship Id="rId146" Type="http://schemas.openxmlformats.org/officeDocument/2006/relationships/customXml" Target="../ink/ink1878.xml"/><Relationship Id="rId167" Type="http://schemas.openxmlformats.org/officeDocument/2006/relationships/image" Target="../media/image1904.png"/><Relationship Id="rId188" Type="http://schemas.openxmlformats.org/officeDocument/2006/relationships/customXml" Target="../ink/ink1899.xml"/><Relationship Id="rId311" Type="http://schemas.openxmlformats.org/officeDocument/2006/relationships/image" Target="../media/image1976.png"/><Relationship Id="rId332" Type="http://schemas.openxmlformats.org/officeDocument/2006/relationships/customXml" Target="../ink/ink1971.xml"/><Relationship Id="rId353" Type="http://schemas.openxmlformats.org/officeDocument/2006/relationships/image" Target="../media/image1997.png"/><Relationship Id="rId374" Type="http://schemas.openxmlformats.org/officeDocument/2006/relationships/customXml" Target="../ink/ink1992.xml"/><Relationship Id="rId71" Type="http://schemas.openxmlformats.org/officeDocument/2006/relationships/image" Target="../media/image1856.png"/><Relationship Id="rId92" Type="http://schemas.openxmlformats.org/officeDocument/2006/relationships/customXml" Target="../ink/ink1851.xml"/><Relationship Id="rId213" Type="http://schemas.openxmlformats.org/officeDocument/2006/relationships/image" Target="../media/image1927.png"/><Relationship Id="rId234" Type="http://schemas.openxmlformats.org/officeDocument/2006/relationships/customXml" Target="../ink/ink1922.xml"/><Relationship Id="rId2" Type="http://schemas.openxmlformats.org/officeDocument/2006/relationships/image" Target="../media/image1663.png"/><Relationship Id="rId29" Type="http://schemas.openxmlformats.org/officeDocument/2006/relationships/image" Target="../media/image1835.png"/><Relationship Id="rId255" Type="http://schemas.openxmlformats.org/officeDocument/2006/relationships/image" Target="../media/image1948.png"/><Relationship Id="rId276" Type="http://schemas.openxmlformats.org/officeDocument/2006/relationships/customXml" Target="../ink/ink1943.xml"/><Relationship Id="rId297" Type="http://schemas.openxmlformats.org/officeDocument/2006/relationships/image" Target="../media/image1969.png"/><Relationship Id="rId40" Type="http://schemas.openxmlformats.org/officeDocument/2006/relationships/customXml" Target="../ink/ink1825.xml"/><Relationship Id="rId115" Type="http://schemas.openxmlformats.org/officeDocument/2006/relationships/image" Target="../media/image1878.png"/><Relationship Id="rId136" Type="http://schemas.openxmlformats.org/officeDocument/2006/relationships/customXml" Target="../ink/ink1873.xml"/><Relationship Id="rId157" Type="http://schemas.openxmlformats.org/officeDocument/2006/relationships/image" Target="../media/image1899.png"/><Relationship Id="rId178" Type="http://schemas.openxmlformats.org/officeDocument/2006/relationships/customXml" Target="../ink/ink1894.xml"/><Relationship Id="rId301" Type="http://schemas.openxmlformats.org/officeDocument/2006/relationships/image" Target="../media/image1971.png"/><Relationship Id="rId322" Type="http://schemas.openxmlformats.org/officeDocument/2006/relationships/customXml" Target="../ink/ink1966.xml"/><Relationship Id="rId343" Type="http://schemas.openxmlformats.org/officeDocument/2006/relationships/image" Target="../media/image1992.png"/><Relationship Id="rId364" Type="http://schemas.openxmlformats.org/officeDocument/2006/relationships/customXml" Target="../ink/ink1987.xml"/><Relationship Id="rId61" Type="http://schemas.openxmlformats.org/officeDocument/2006/relationships/image" Target="../media/image1851.png"/><Relationship Id="rId82" Type="http://schemas.openxmlformats.org/officeDocument/2006/relationships/customXml" Target="../ink/ink1846.xml"/><Relationship Id="rId199" Type="http://schemas.openxmlformats.org/officeDocument/2006/relationships/image" Target="../media/image1920.png"/><Relationship Id="rId203" Type="http://schemas.openxmlformats.org/officeDocument/2006/relationships/image" Target="../media/image1922.png"/><Relationship Id="rId19" Type="http://schemas.openxmlformats.org/officeDocument/2006/relationships/image" Target="../media/image1830.png"/><Relationship Id="rId224" Type="http://schemas.openxmlformats.org/officeDocument/2006/relationships/customXml" Target="../ink/ink1917.xml"/><Relationship Id="rId245" Type="http://schemas.openxmlformats.org/officeDocument/2006/relationships/image" Target="../media/image1943.png"/><Relationship Id="rId266" Type="http://schemas.openxmlformats.org/officeDocument/2006/relationships/customXml" Target="../ink/ink1938.xml"/><Relationship Id="rId287" Type="http://schemas.openxmlformats.org/officeDocument/2006/relationships/image" Target="../media/image1964.png"/><Relationship Id="rId30" Type="http://schemas.openxmlformats.org/officeDocument/2006/relationships/customXml" Target="../ink/ink1820.xml"/><Relationship Id="rId105" Type="http://schemas.openxmlformats.org/officeDocument/2006/relationships/image" Target="../media/image1873.png"/><Relationship Id="rId126" Type="http://schemas.openxmlformats.org/officeDocument/2006/relationships/customXml" Target="../ink/ink1868.xml"/><Relationship Id="rId147" Type="http://schemas.openxmlformats.org/officeDocument/2006/relationships/image" Target="../media/image1894.png"/><Relationship Id="rId168" Type="http://schemas.openxmlformats.org/officeDocument/2006/relationships/customXml" Target="../ink/ink1889.xml"/><Relationship Id="rId312" Type="http://schemas.openxmlformats.org/officeDocument/2006/relationships/customXml" Target="../ink/ink1961.xml"/><Relationship Id="rId333" Type="http://schemas.openxmlformats.org/officeDocument/2006/relationships/image" Target="../media/image1987.png"/><Relationship Id="rId354" Type="http://schemas.openxmlformats.org/officeDocument/2006/relationships/customXml" Target="../ink/ink1982.xml"/><Relationship Id="rId51" Type="http://schemas.openxmlformats.org/officeDocument/2006/relationships/image" Target="../media/image1846.png"/><Relationship Id="rId72" Type="http://schemas.openxmlformats.org/officeDocument/2006/relationships/customXml" Target="../ink/ink1841.xml"/><Relationship Id="rId93" Type="http://schemas.openxmlformats.org/officeDocument/2006/relationships/image" Target="../media/image1867.png"/><Relationship Id="rId189" Type="http://schemas.openxmlformats.org/officeDocument/2006/relationships/image" Target="../media/image1915.png"/><Relationship Id="rId375" Type="http://schemas.openxmlformats.org/officeDocument/2006/relationships/image" Target="../media/image2008.png"/><Relationship Id="rId3" Type="http://schemas.openxmlformats.org/officeDocument/2006/relationships/image" Target="../media/image1664.png"/><Relationship Id="rId214" Type="http://schemas.openxmlformats.org/officeDocument/2006/relationships/customXml" Target="../ink/ink1912.xml"/><Relationship Id="rId235" Type="http://schemas.openxmlformats.org/officeDocument/2006/relationships/image" Target="../media/image1938.png"/><Relationship Id="rId256" Type="http://schemas.openxmlformats.org/officeDocument/2006/relationships/customXml" Target="../ink/ink1933.xml"/><Relationship Id="rId277" Type="http://schemas.openxmlformats.org/officeDocument/2006/relationships/image" Target="../media/image1959.png"/><Relationship Id="rId298" Type="http://schemas.openxmlformats.org/officeDocument/2006/relationships/customXml" Target="../ink/ink1954.xml"/><Relationship Id="rId116" Type="http://schemas.openxmlformats.org/officeDocument/2006/relationships/customXml" Target="../ink/ink1863.xml"/><Relationship Id="rId137" Type="http://schemas.openxmlformats.org/officeDocument/2006/relationships/image" Target="../media/image1889.png"/><Relationship Id="rId158" Type="http://schemas.openxmlformats.org/officeDocument/2006/relationships/customXml" Target="../ink/ink1884.xml"/><Relationship Id="rId302" Type="http://schemas.openxmlformats.org/officeDocument/2006/relationships/customXml" Target="../ink/ink1956.xml"/><Relationship Id="rId323" Type="http://schemas.openxmlformats.org/officeDocument/2006/relationships/image" Target="../media/image1982.png"/><Relationship Id="rId344" Type="http://schemas.openxmlformats.org/officeDocument/2006/relationships/customXml" Target="../ink/ink1977.xml"/><Relationship Id="rId20" Type="http://schemas.openxmlformats.org/officeDocument/2006/relationships/customXml" Target="../ink/ink1815.xml"/><Relationship Id="rId41" Type="http://schemas.openxmlformats.org/officeDocument/2006/relationships/image" Target="../media/image1841.png"/><Relationship Id="rId62" Type="http://schemas.openxmlformats.org/officeDocument/2006/relationships/customXml" Target="../ink/ink1836.xml"/><Relationship Id="rId83" Type="http://schemas.openxmlformats.org/officeDocument/2006/relationships/image" Target="../media/image1862.png"/><Relationship Id="rId179" Type="http://schemas.openxmlformats.org/officeDocument/2006/relationships/image" Target="../media/image1910.png"/><Relationship Id="rId365" Type="http://schemas.openxmlformats.org/officeDocument/2006/relationships/image" Target="../media/image2003.png"/><Relationship Id="rId190" Type="http://schemas.openxmlformats.org/officeDocument/2006/relationships/customXml" Target="../ink/ink1900.xml"/><Relationship Id="rId204" Type="http://schemas.openxmlformats.org/officeDocument/2006/relationships/customXml" Target="../ink/ink1907.xml"/><Relationship Id="rId225" Type="http://schemas.openxmlformats.org/officeDocument/2006/relationships/image" Target="../media/image1933.png"/><Relationship Id="rId246" Type="http://schemas.openxmlformats.org/officeDocument/2006/relationships/customXml" Target="../ink/ink1928.xml"/><Relationship Id="rId267" Type="http://schemas.openxmlformats.org/officeDocument/2006/relationships/image" Target="../media/image1954.png"/><Relationship Id="rId288" Type="http://schemas.openxmlformats.org/officeDocument/2006/relationships/customXml" Target="../ink/ink1949.xml"/><Relationship Id="rId106" Type="http://schemas.openxmlformats.org/officeDocument/2006/relationships/customXml" Target="../ink/ink1858.xml"/><Relationship Id="rId127" Type="http://schemas.openxmlformats.org/officeDocument/2006/relationships/image" Target="../media/image1884.png"/><Relationship Id="rId313" Type="http://schemas.openxmlformats.org/officeDocument/2006/relationships/image" Target="../media/image1977.png"/><Relationship Id="rId10" Type="http://schemas.openxmlformats.org/officeDocument/2006/relationships/customXml" Target="../ink/ink1810.xml"/><Relationship Id="rId31" Type="http://schemas.openxmlformats.org/officeDocument/2006/relationships/image" Target="../media/image1836.png"/><Relationship Id="rId52" Type="http://schemas.openxmlformats.org/officeDocument/2006/relationships/customXml" Target="../ink/ink1831.xml"/><Relationship Id="rId73" Type="http://schemas.openxmlformats.org/officeDocument/2006/relationships/image" Target="../media/image1857.png"/><Relationship Id="rId94" Type="http://schemas.openxmlformats.org/officeDocument/2006/relationships/customXml" Target="../ink/ink1852.xml"/><Relationship Id="rId148" Type="http://schemas.openxmlformats.org/officeDocument/2006/relationships/customXml" Target="../ink/ink1879.xml"/><Relationship Id="rId169" Type="http://schemas.openxmlformats.org/officeDocument/2006/relationships/image" Target="../media/image1905.png"/><Relationship Id="rId334" Type="http://schemas.openxmlformats.org/officeDocument/2006/relationships/customXml" Target="../ink/ink1972.xml"/><Relationship Id="rId355" Type="http://schemas.openxmlformats.org/officeDocument/2006/relationships/image" Target="../media/image1998.png"/><Relationship Id="rId376" Type="http://schemas.openxmlformats.org/officeDocument/2006/relationships/customXml" Target="../ink/ink1993.xml"/><Relationship Id="rId4" Type="http://schemas.openxmlformats.org/officeDocument/2006/relationships/customXml" Target="../ink/ink1807.xml"/><Relationship Id="rId180" Type="http://schemas.openxmlformats.org/officeDocument/2006/relationships/customXml" Target="../ink/ink1895.xml"/><Relationship Id="rId215" Type="http://schemas.openxmlformats.org/officeDocument/2006/relationships/image" Target="../media/image1928.png"/><Relationship Id="rId236" Type="http://schemas.openxmlformats.org/officeDocument/2006/relationships/customXml" Target="../ink/ink1923.xml"/><Relationship Id="rId257" Type="http://schemas.openxmlformats.org/officeDocument/2006/relationships/image" Target="../media/image1949.png"/><Relationship Id="rId278" Type="http://schemas.openxmlformats.org/officeDocument/2006/relationships/customXml" Target="../ink/ink1944.xml"/><Relationship Id="rId303" Type="http://schemas.openxmlformats.org/officeDocument/2006/relationships/image" Target="../media/image1972.png"/><Relationship Id="rId42" Type="http://schemas.openxmlformats.org/officeDocument/2006/relationships/customXml" Target="../ink/ink1826.xml"/><Relationship Id="rId84" Type="http://schemas.openxmlformats.org/officeDocument/2006/relationships/customXml" Target="../ink/ink1847.xml"/><Relationship Id="rId138" Type="http://schemas.openxmlformats.org/officeDocument/2006/relationships/customXml" Target="../ink/ink1874.xml"/><Relationship Id="rId345" Type="http://schemas.openxmlformats.org/officeDocument/2006/relationships/image" Target="../media/image1993.png"/><Relationship Id="rId191" Type="http://schemas.openxmlformats.org/officeDocument/2006/relationships/image" Target="../media/image1916.png"/><Relationship Id="rId205" Type="http://schemas.openxmlformats.org/officeDocument/2006/relationships/image" Target="../media/image1923.png"/><Relationship Id="rId247" Type="http://schemas.openxmlformats.org/officeDocument/2006/relationships/image" Target="../media/image1944.png"/><Relationship Id="rId107" Type="http://schemas.openxmlformats.org/officeDocument/2006/relationships/image" Target="../media/image1874.png"/><Relationship Id="rId289" Type="http://schemas.openxmlformats.org/officeDocument/2006/relationships/image" Target="../media/image1965.png"/><Relationship Id="rId11" Type="http://schemas.openxmlformats.org/officeDocument/2006/relationships/image" Target="../media/image1826.png"/><Relationship Id="rId53" Type="http://schemas.openxmlformats.org/officeDocument/2006/relationships/image" Target="../media/image1847.png"/><Relationship Id="rId149" Type="http://schemas.openxmlformats.org/officeDocument/2006/relationships/image" Target="../media/image1895.png"/><Relationship Id="rId314" Type="http://schemas.openxmlformats.org/officeDocument/2006/relationships/customXml" Target="../ink/ink1962.xml"/><Relationship Id="rId356" Type="http://schemas.openxmlformats.org/officeDocument/2006/relationships/customXml" Target="../ink/ink1983.xml"/><Relationship Id="rId95" Type="http://schemas.openxmlformats.org/officeDocument/2006/relationships/image" Target="../media/image1868.png"/><Relationship Id="rId160" Type="http://schemas.openxmlformats.org/officeDocument/2006/relationships/customXml" Target="../ink/ink1885.xml"/><Relationship Id="rId216" Type="http://schemas.openxmlformats.org/officeDocument/2006/relationships/customXml" Target="../ink/ink1913.xml"/><Relationship Id="rId258" Type="http://schemas.openxmlformats.org/officeDocument/2006/relationships/customXml" Target="../ink/ink1934.xml"/><Relationship Id="rId22" Type="http://schemas.openxmlformats.org/officeDocument/2006/relationships/customXml" Target="../ink/ink1816.xml"/><Relationship Id="rId64" Type="http://schemas.openxmlformats.org/officeDocument/2006/relationships/customXml" Target="../ink/ink1837.xml"/><Relationship Id="rId118" Type="http://schemas.openxmlformats.org/officeDocument/2006/relationships/customXml" Target="../ink/ink1864.xml"/><Relationship Id="rId325" Type="http://schemas.openxmlformats.org/officeDocument/2006/relationships/image" Target="../media/image1983.png"/><Relationship Id="rId367" Type="http://schemas.openxmlformats.org/officeDocument/2006/relationships/image" Target="../media/image2004.png"/><Relationship Id="rId171" Type="http://schemas.openxmlformats.org/officeDocument/2006/relationships/image" Target="../media/image1906.png"/><Relationship Id="rId227" Type="http://schemas.openxmlformats.org/officeDocument/2006/relationships/image" Target="../media/image1934.png"/><Relationship Id="rId269" Type="http://schemas.openxmlformats.org/officeDocument/2006/relationships/image" Target="../media/image1955.png"/><Relationship Id="rId33" Type="http://schemas.openxmlformats.org/officeDocument/2006/relationships/image" Target="../media/image1837.png"/><Relationship Id="rId129" Type="http://schemas.openxmlformats.org/officeDocument/2006/relationships/image" Target="../media/image1885.png"/><Relationship Id="rId280" Type="http://schemas.openxmlformats.org/officeDocument/2006/relationships/customXml" Target="../ink/ink1945.xml"/><Relationship Id="rId336" Type="http://schemas.openxmlformats.org/officeDocument/2006/relationships/customXml" Target="../ink/ink1973.xml"/><Relationship Id="rId75" Type="http://schemas.openxmlformats.org/officeDocument/2006/relationships/image" Target="../media/image1858.png"/><Relationship Id="rId140" Type="http://schemas.openxmlformats.org/officeDocument/2006/relationships/customXml" Target="../ink/ink1875.xml"/><Relationship Id="rId182" Type="http://schemas.openxmlformats.org/officeDocument/2006/relationships/customXml" Target="../ink/ink1896.xml"/><Relationship Id="rId378" Type="http://schemas.openxmlformats.org/officeDocument/2006/relationships/customXml" Target="../ink/ink1994.xml"/><Relationship Id="rId6" Type="http://schemas.openxmlformats.org/officeDocument/2006/relationships/customXml" Target="../ink/ink1808.xml"/><Relationship Id="rId238" Type="http://schemas.openxmlformats.org/officeDocument/2006/relationships/customXml" Target="../ink/ink1924.xml"/><Relationship Id="rId291" Type="http://schemas.openxmlformats.org/officeDocument/2006/relationships/image" Target="../media/image1966.png"/><Relationship Id="rId305" Type="http://schemas.openxmlformats.org/officeDocument/2006/relationships/image" Target="../media/image1973.png"/><Relationship Id="rId347" Type="http://schemas.openxmlformats.org/officeDocument/2006/relationships/image" Target="../media/image1994.png"/><Relationship Id="rId44" Type="http://schemas.openxmlformats.org/officeDocument/2006/relationships/customXml" Target="../ink/ink1827.xml"/><Relationship Id="rId86" Type="http://schemas.openxmlformats.org/officeDocument/2006/relationships/customXml" Target="../ink/ink1848.xml"/><Relationship Id="rId151" Type="http://schemas.openxmlformats.org/officeDocument/2006/relationships/image" Target="../media/image1896.png"/><Relationship Id="rId193" Type="http://schemas.openxmlformats.org/officeDocument/2006/relationships/image" Target="../media/image1917.png"/><Relationship Id="rId207" Type="http://schemas.openxmlformats.org/officeDocument/2006/relationships/image" Target="../media/image1924.png"/><Relationship Id="rId249" Type="http://schemas.openxmlformats.org/officeDocument/2006/relationships/image" Target="../media/image1945.png"/><Relationship Id="rId13" Type="http://schemas.openxmlformats.org/officeDocument/2006/relationships/image" Target="../media/image1827.png"/><Relationship Id="rId109" Type="http://schemas.openxmlformats.org/officeDocument/2006/relationships/image" Target="../media/image1875.png"/><Relationship Id="rId260" Type="http://schemas.openxmlformats.org/officeDocument/2006/relationships/customXml" Target="../ink/ink1935.xml"/><Relationship Id="rId316" Type="http://schemas.openxmlformats.org/officeDocument/2006/relationships/customXml" Target="../ink/ink1963.xml"/><Relationship Id="rId55" Type="http://schemas.openxmlformats.org/officeDocument/2006/relationships/image" Target="../media/image1848.png"/><Relationship Id="rId97" Type="http://schemas.openxmlformats.org/officeDocument/2006/relationships/image" Target="../media/image1869.png"/><Relationship Id="rId120" Type="http://schemas.openxmlformats.org/officeDocument/2006/relationships/customXml" Target="../ink/ink1865.xml"/><Relationship Id="rId358" Type="http://schemas.openxmlformats.org/officeDocument/2006/relationships/customXml" Target="../ink/ink1984.xml"/><Relationship Id="rId162" Type="http://schemas.openxmlformats.org/officeDocument/2006/relationships/customXml" Target="../ink/ink1886.xml"/><Relationship Id="rId218" Type="http://schemas.openxmlformats.org/officeDocument/2006/relationships/customXml" Target="../ink/ink1914.xml"/><Relationship Id="rId271" Type="http://schemas.openxmlformats.org/officeDocument/2006/relationships/image" Target="../media/image1956.png"/><Relationship Id="rId24" Type="http://schemas.openxmlformats.org/officeDocument/2006/relationships/customXml" Target="../ink/ink1817.xml"/><Relationship Id="rId66" Type="http://schemas.openxmlformats.org/officeDocument/2006/relationships/customXml" Target="../ink/ink1838.xml"/><Relationship Id="rId131" Type="http://schemas.openxmlformats.org/officeDocument/2006/relationships/image" Target="../media/image1886.png"/><Relationship Id="rId327" Type="http://schemas.openxmlformats.org/officeDocument/2006/relationships/image" Target="../media/image1984.png"/><Relationship Id="rId369" Type="http://schemas.openxmlformats.org/officeDocument/2006/relationships/image" Target="../media/image2005.png"/><Relationship Id="rId173" Type="http://schemas.openxmlformats.org/officeDocument/2006/relationships/image" Target="../media/image1907.png"/><Relationship Id="rId229" Type="http://schemas.openxmlformats.org/officeDocument/2006/relationships/image" Target="../media/image1935.png"/><Relationship Id="rId380" Type="http://schemas.openxmlformats.org/officeDocument/2006/relationships/customXml" Target="../ink/ink1995.xml"/><Relationship Id="rId240" Type="http://schemas.openxmlformats.org/officeDocument/2006/relationships/customXml" Target="../ink/ink1925.xml"/><Relationship Id="rId35" Type="http://schemas.openxmlformats.org/officeDocument/2006/relationships/image" Target="../media/image1838.png"/><Relationship Id="rId77" Type="http://schemas.openxmlformats.org/officeDocument/2006/relationships/image" Target="../media/image1859.png"/><Relationship Id="rId100" Type="http://schemas.openxmlformats.org/officeDocument/2006/relationships/customXml" Target="../ink/ink1855.xml"/><Relationship Id="rId282" Type="http://schemas.openxmlformats.org/officeDocument/2006/relationships/customXml" Target="../ink/ink1946.xml"/><Relationship Id="rId338" Type="http://schemas.openxmlformats.org/officeDocument/2006/relationships/customXml" Target="../ink/ink1974.xml"/><Relationship Id="rId8" Type="http://schemas.openxmlformats.org/officeDocument/2006/relationships/customXml" Target="../ink/ink1809.xml"/><Relationship Id="rId142" Type="http://schemas.openxmlformats.org/officeDocument/2006/relationships/customXml" Target="../ink/ink1876.xml"/><Relationship Id="rId184" Type="http://schemas.openxmlformats.org/officeDocument/2006/relationships/customXml" Target="../ink/ink1897.xml"/><Relationship Id="rId251" Type="http://schemas.openxmlformats.org/officeDocument/2006/relationships/image" Target="../media/image1946.png"/><Relationship Id="rId46" Type="http://schemas.openxmlformats.org/officeDocument/2006/relationships/customXml" Target="../ink/ink1828.xml"/><Relationship Id="rId293" Type="http://schemas.openxmlformats.org/officeDocument/2006/relationships/image" Target="../media/image1967.png"/><Relationship Id="rId307" Type="http://schemas.openxmlformats.org/officeDocument/2006/relationships/image" Target="../media/image1974.png"/><Relationship Id="rId349" Type="http://schemas.openxmlformats.org/officeDocument/2006/relationships/image" Target="../media/image1995.png"/><Relationship Id="rId88" Type="http://schemas.openxmlformats.org/officeDocument/2006/relationships/customXml" Target="../ink/ink1849.xml"/><Relationship Id="rId111" Type="http://schemas.openxmlformats.org/officeDocument/2006/relationships/image" Target="../media/image1876.png"/><Relationship Id="rId153" Type="http://schemas.openxmlformats.org/officeDocument/2006/relationships/image" Target="../media/image1897.png"/><Relationship Id="rId195" Type="http://schemas.openxmlformats.org/officeDocument/2006/relationships/image" Target="../media/image1918.png"/><Relationship Id="rId209" Type="http://schemas.openxmlformats.org/officeDocument/2006/relationships/image" Target="../media/image1925.png"/><Relationship Id="rId360" Type="http://schemas.openxmlformats.org/officeDocument/2006/relationships/customXml" Target="../ink/ink1985.xml"/><Relationship Id="rId220" Type="http://schemas.openxmlformats.org/officeDocument/2006/relationships/customXml" Target="../ink/ink1915.xml"/><Relationship Id="rId15" Type="http://schemas.openxmlformats.org/officeDocument/2006/relationships/image" Target="../media/image1828.png"/><Relationship Id="rId57" Type="http://schemas.openxmlformats.org/officeDocument/2006/relationships/image" Target="../media/image1849.png"/><Relationship Id="rId262" Type="http://schemas.openxmlformats.org/officeDocument/2006/relationships/customXml" Target="../ink/ink1936.xml"/><Relationship Id="rId318" Type="http://schemas.openxmlformats.org/officeDocument/2006/relationships/customXml" Target="../ink/ink1964.xml"/><Relationship Id="rId99" Type="http://schemas.openxmlformats.org/officeDocument/2006/relationships/image" Target="../media/image1870.png"/><Relationship Id="rId122" Type="http://schemas.openxmlformats.org/officeDocument/2006/relationships/customXml" Target="../ink/ink1866.xml"/><Relationship Id="rId164" Type="http://schemas.openxmlformats.org/officeDocument/2006/relationships/customXml" Target="../ink/ink1887.xml"/><Relationship Id="rId371" Type="http://schemas.openxmlformats.org/officeDocument/2006/relationships/image" Target="../media/image2006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9.png"/><Relationship Id="rId299" Type="http://schemas.openxmlformats.org/officeDocument/2006/relationships/image" Target="../media/image2068.png"/><Relationship Id="rId21" Type="http://schemas.openxmlformats.org/officeDocument/2006/relationships/image" Target="../media/image1831.png"/><Relationship Id="rId63" Type="http://schemas.openxmlformats.org/officeDocument/2006/relationships/image" Target="../media/image1852.png"/><Relationship Id="rId159" Type="http://schemas.openxmlformats.org/officeDocument/2006/relationships/image" Target="../media/image1900.png"/><Relationship Id="rId170" Type="http://schemas.openxmlformats.org/officeDocument/2006/relationships/customXml" Target="../ink/ink2079.xml"/><Relationship Id="rId226" Type="http://schemas.openxmlformats.org/officeDocument/2006/relationships/customXml" Target="../ink/ink2107.xml"/><Relationship Id="rId268" Type="http://schemas.openxmlformats.org/officeDocument/2006/relationships/customXml" Target="../ink/ink2128.xml"/><Relationship Id="rId32" Type="http://schemas.openxmlformats.org/officeDocument/2006/relationships/customXml" Target="../ink/ink2010.xml"/><Relationship Id="rId74" Type="http://schemas.openxmlformats.org/officeDocument/2006/relationships/customXml" Target="../ink/ink2031.xml"/><Relationship Id="rId128" Type="http://schemas.openxmlformats.org/officeDocument/2006/relationships/customXml" Target="../ink/ink2058.xml"/><Relationship Id="rId5" Type="http://schemas.openxmlformats.org/officeDocument/2006/relationships/image" Target="../media/image1823.png"/><Relationship Id="rId181" Type="http://schemas.openxmlformats.org/officeDocument/2006/relationships/image" Target="../media/image1911.png"/><Relationship Id="rId237" Type="http://schemas.openxmlformats.org/officeDocument/2006/relationships/image" Target="../media/image2037.png"/><Relationship Id="rId279" Type="http://schemas.openxmlformats.org/officeDocument/2006/relationships/image" Target="../media/image2058.png"/><Relationship Id="rId43" Type="http://schemas.openxmlformats.org/officeDocument/2006/relationships/image" Target="../media/image1842.png"/><Relationship Id="rId139" Type="http://schemas.openxmlformats.org/officeDocument/2006/relationships/image" Target="../media/image1890.png"/><Relationship Id="rId290" Type="http://schemas.openxmlformats.org/officeDocument/2006/relationships/customXml" Target="../ink/ink2139.xml"/><Relationship Id="rId304" Type="http://schemas.openxmlformats.org/officeDocument/2006/relationships/customXml" Target="../ink/ink2146.xml"/><Relationship Id="rId85" Type="http://schemas.openxmlformats.org/officeDocument/2006/relationships/image" Target="../media/image1863.png"/><Relationship Id="rId150" Type="http://schemas.openxmlformats.org/officeDocument/2006/relationships/customXml" Target="../ink/ink2069.xml"/><Relationship Id="rId192" Type="http://schemas.openxmlformats.org/officeDocument/2006/relationships/customXml" Target="../ink/ink2090.xml"/><Relationship Id="rId206" Type="http://schemas.openxmlformats.org/officeDocument/2006/relationships/customXml" Target="../ink/ink2097.xml"/><Relationship Id="rId248" Type="http://schemas.openxmlformats.org/officeDocument/2006/relationships/customXml" Target="../ink/ink2118.xml"/><Relationship Id="rId12" Type="http://schemas.openxmlformats.org/officeDocument/2006/relationships/customXml" Target="../ink/ink2000.xml"/><Relationship Id="rId108" Type="http://schemas.openxmlformats.org/officeDocument/2006/relationships/customXml" Target="../ink/ink2048.xml"/><Relationship Id="rId315" Type="http://schemas.openxmlformats.org/officeDocument/2006/relationships/image" Target="../media/image2076.png"/><Relationship Id="rId54" Type="http://schemas.openxmlformats.org/officeDocument/2006/relationships/customXml" Target="../ink/ink2021.xml"/><Relationship Id="rId96" Type="http://schemas.openxmlformats.org/officeDocument/2006/relationships/customXml" Target="../ink/ink2042.xml"/><Relationship Id="rId161" Type="http://schemas.openxmlformats.org/officeDocument/2006/relationships/image" Target="../media/image1901.png"/><Relationship Id="rId217" Type="http://schemas.openxmlformats.org/officeDocument/2006/relationships/image" Target="../media/image2027.png"/><Relationship Id="rId259" Type="http://schemas.openxmlformats.org/officeDocument/2006/relationships/image" Target="../media/image2048.png"/><Relationship Id="rId23" Type="http://schemas.openxmlformats.org/officeDocument/2006/relationships/image" Target="../media/image1832.png"/><Relationship Id="rId119" Type="http://schemas.openxmlformats.org/officeDocument/2006/relationships/image" Target="../media/image1880.png"/><Relationship Id="rId270" Type="http://schemas.openxmlformats.org/officeDocument/2006/relationships/customXml" Target="../ink/ink2129.xml"/><Relationship Id="rId65" Type="http://schemas.openxmlformats.org/officeDocument/2006/relationships/image" Target="../media/image1853.png"/><Relationship Id="rId130" Type="http://schemas.openxmlformats.org/officeDocument/2006/relationships/customXml" Target="../ink/ink2059.xml"/><Relationship Id="rId172" Type="http://schemas.openxmlformats.org/officeDocument/2006/relationships/customXml" Target="../ink/ink2080.xml"/><Relationship Id="rId228" Type="http://schemas.openxmlformats.org/officeDocument/2006/relationships/customXml" Target="../ink/ink2108.xml"/><Relationship Id="rId281" Type="http://schemas.openxmlformats.org/officeDocument/2006/relationships/image" Target="../media/image2059.png"/><Relationship Id="rId34" Type="http://schemas.openxmlformats.org/officeDocument/2006/relationships/customXml" Target="../ink/ink2011.xml"/><Relationship Id="rId55" Type="http://schemas.openxmlformats.org/officeDocument/2006/relationships/image" Target="../media/image1848.png"/><Relationship Id="rId76" Type="http://schemas.openxmlformats.org/officeDocument/2006/relationships/customXml" Target="../ink/ink2032.xml"/><Relationship Id="rId97" Type="http://schemas.openxmlformats.org/officeDocument/2006/relationships/image" Target="../media/image1869.png"/><Relationship Id="rId120" Type="http://schemas.openxmlformats.org/officeDocument/2006/relationships/customXml" Target="../ink/ink2054.xml"/><Relationship Id="rId141" Type="http://schemas.openxmlformats.org/officeDocument/2006/relationships/image" Target="../media/image1891.png"/><Relationship Id="rId7" Type="http://schemas.openxmlformats.org/officeDocument/2006/relationships/image" Target="../media/image1824.png"/><Relationship Id="rId162" Type="http://schemas.openxmlformats.org/officeDocument/2006/relationships/customXml" Target="../ink/ink2075.xml"/><Relationship Id="rId183" Type="http://schemas.openxmlformats.org/officeDocument/2006/relationships/image" Target="../media/image1912.png"/><Relationship Id="rId218" Type="http://schemas.openxmlformats.org/officeDocument/2006/relationships/customXml" Target="../ink/ink2103.xml"/><Relationship Id="rId239" Type="http://schemas.openxmlformats.org/officeDocument/2006/relationships/image" Target="../media/image2038.png"/><Relationship Id="rId250" Type="http://schemas.openxmlformats.org/officeDocument/2006/relationships/customXml" Target="../ink/ink2119.xml"/><Relationship Id="rId271" Type="http://schemas.openxmlformats.org/officeDocument/2006/relationships/image" Target="../media/image2054.png"/><Relationship Id="rId292" Type="http://schemas.openxmlformats.org/officeDocument/2006/relationships/customXml" Target="../ink/ink2140.xml"/><Relationship Id="rId306" Type="http://schemas.openxmlformats.org/officeDocument/2006/relationships/customXml" Target="../ink/ink2147.xml"/><Relationship Id="rId24" Type="http://schemas.openxmlformats.org/officeDocument/2006/relationships/customXml" Target="../ink/ink2006.xml"/><Relationship Id="rId45" Type="http://schemas.openxmlformats.org/officeDocument/2006/relationships/image" Target="../media/image1843.png"/><Relationship Id="rId66" Type="http://schemas.openxmlformats.org/officeDocument/2006/relationships/customXml" Target="../ink/ink2027.xml"/><Relationship Id="rId87" Type="http://schemas.openxmlformats.org/officeDocument/2006/relationships/image" Target="../media/image1864.png"/><Relationship Id="rId110" Type="http://schemas.openxmlformats.org/officeDocument/2006/relationships/customXml" Target="../ink/ink2049.xml"/><Relationship Id="rId131" Type="http://schemas.openxmlformats.org/officeDocument/2006/relationships/image" Target="../media/image1886.png"/><Relationship Id="rId152" Type="http://schemas.openxmlformats.org/officeDocument/2006/relationships/customXml" Target="../ink/ink2070.xml"/><Relationship Id="rId173" Type="http://schemas.openxmlformats.org/officeDocument/2006/relationships/image" Target="../media/image1907.png"/><Relationship Id="rId194" Type="http://schemas.openxmlformats.org/officeDocument/2006/relationships/customXml" Target="../ink/ink2091.xml"/><Relationship Id="rId208" Type="http://schemas.openxmlformats.org/officeDocument/2006/relationships/customXml" Target="../ink/ink2098.xml"/><Relationship Id="rId229" Type="http://schemas.openxmlformats.org/officeDocument/2006/relationships/image" Target="../media/image2033.png"/><Relationship Id="rId240" Type="http://schemas.openxmlformats.org/officeDocument/2006/relationships/customXml" Target="../ink/ink2114.xml"/><Relationship Id="rId261" Type="http://schemas.openxmlformats.org/officeDocument/2006/relationships/image" Target="../media/image2049.png"/><Relationship Id="rId14" Type="http://schemas.openxmlformats.org/officeDocument/2006/relationships/customXml" Target="../ink/ink2001.xml"/><Relationship Id="rId35" Type="http://schemas.openxmlformats.org/officeDocument/2006/relationships/image" Target="../media/image1838.png"/><Relationship Id="rId56" Type="http://schemas.openxmlformats.org/officeDocument/2006/relationships/customXml" Target="../ink/ink2022.xml"/><Relationship Id="rId77" Type="http://schemas.openxmlformats.org/officeDocument/2006/relationships/image" Target="../media/image1859.png"/><Relationship Id="rId100" Type="http://schemas.openxmlformats.org/officeDocument/2006/relationships/customXml" Target="../ink/ink2044.xml"/><Relationship Id="rId282" Type="http://schemas.openxmlformats.org/officeDocument/2006/relationships/customXml" Target="../ink/ink2135.xml"/><Relationship Id="rId317" Type="http://schemas.openxmlformats.org/officeDocument/2006/relationships/image" Target="../media/image2077.png"/><Relationship Id="rId8" Type="http://schemas.openxmlformats.org/officeDocument/2006/relationships/customXml" Target="../ink/ink1998.xml"/><Relationship Id="rId98" Type="http://schemas.openxmlformats.org/officeDocument/2006/relationships/customXml" Target="../ink/ink2043.xml"/><Relationship Id="rId121" Type="http://schemas.openxmlformats.org/officeDocument/2006/relationships/image" Target="../media/image1881.png"/><Relationship Id="rId142" Type="http://schemas.openxmlformats.org/officeDocument/2006/relationships/customXml" Target="../ink/ink2065.xml"/><Relationship Id="rId163" Type="http://schemas.openxmlformats.org/officeDocument/2006/relationships/image" Target="../media/image1902.png"/><Relationship Id="rId184" Type="http://schemas.openxmlformats.org/officeDocument/2006/relationships/customXml" Target="../ink/ink2086.xml"/><Relationship Id="rId219" Type="http://schemas.openxmlformats.org/officeDocument/2006/relationships/image" Target="../media/image2028.png"/><Relationship Id="rId230" Type="http://schemas.openxmlformats.org/officeDocument/2006/relationships/customXml" Target="../ink/ink2109.xml"/><Relationship Id="rId251" Type="http://schemas.openxmlformats.org/officeDocument/2006/relationships/image" Target="../media/image2044.png"/><Relationship Id="rId25" Type="http://schemas.openxmlformats.org/officeDocument/2006/relationships/image" Target="../media/image1833.png"/><Relationship Id="rId46" Type="http://schemas.openxmlformats.org/officeDocument/2006/relationships/customXml" Target="../ink/ink2017.xml"/><Relationship Id="rId67" Type="http://schemas.openxmlformats.org/officeDocument/2006/relationships/image" Target="../media/image1854.png"/><Relationship Id="rId272" Type="http://schemas.openxmlformats.org/officeDocument/2006/relationships/customXml" Target="../ink/ink2130.xml"/><Relationship Id="rId293" Type="http://schemas.openxmlformats.org/officeDocument/2006/relationships/image" Target="../media/image2065.png"/><Relationship Id="rId307" Type="http://schemas.openxmlformats.org/officeDocument/2006/relationships/image" Target="../media/image2072.png"/><Relationship Id="rId88" Type="http://schemas.openxmlformats.org/officeDocument/2006/relationships/customXml" Target="../ink/ink2038.xml"/><Relationship Id="rId111" Type="http://schemas.openxmlformats.org/officeDocument/2006/relationships/image" Target="../media/image1876.png"/><Relationship Id="rId132" Type="http://schemas.openxmlformats.org/officeDocument/2006/relationships/customXml" Target="../ink/ink2060.xml"/><Relationship Id="rId153" Type="http://schemas.openxmlformats.org/officeDocument/2006/relationships/image" Target="../media/image1897.png"/><Relationship Id="rId174" Type="http://schemas.openxmlformats.org/officeDocument/2006/relationships/customXml" Target="../ink/ink2081.xml"/><Relationship Id="rId195" Type="http://schemas.openxmlformats.org/officeDocument/2006/relationships/image" Target="../media/image2016.png"/><Relationship Id="rId209" Type="http://schemas.openxmlformats.org/officeDocument/2006/relationships/image" Target="../media/image2023.png"/><Relationship Id="rId220" Type="http://schemas.openxmlformats.org/officeDocument/2006/relationships/customXml" Target="../ink/ink2104.xml"/><Relationship Id="rId241" Type="http://schemas.openxmlformats.org/officeDocument/2006/relationships/image" Target="../media/image2039.png"/><Relationship Id="rId15" Type="http://schemas.openxmlformats.org/officeDocument/2006/relationships/image" Target="../media/image1828.png"/><Relationship Id="rId36" Type="http://schemas.openxmlformats.org/officeDocument/2006/relationships/customXml" Target="../ink/ink2012.xml"/><Relationship Id="rId57" Type="http://schemas.openxmlformats.org/officeDocument/2006/relationships/image" Target="../media/image1849.png"/><Relationship Id="rId262" Type="http://schemas.openxmlformats.org/officeDocument/2006/relationships/customXml" Target="../ink/ink2125.xml"/><Relationship Id="rId283" Type="http://schemas.openxmlformats.org/officeDocument/2006/relationships/image" Target="../media/image2060.png"/><Relationship Id="rId318" Type="http://schemas.openxmlformats.org/officeDocument/2006/relationships/customXml" Target="../ink/ink2153.xml"/><Relationship Id="rId78" Type="http://schemas.openxmlformats.org/officeDocument/2006/relationships/customXml" Target="../ink/ink2033.xml"/><Relationship Id="rId99" Type="http://schemas.openxmlformats.org/officeDocument/2006/relationships/image" Target="../media/image1870.png"/><Relationship Id="rId101" Type="http://schemas.openxmlformats.org/officeDocument/2006/relationships/image" Target="../media/image1871.png"/><Relationship Id="rId122" Type="http://schemas.openxmlformats.org/officeDocument/2006/relationships/customXml" Target="../ink/ink2055.xml"/><Relationship Id="rId143" Type="http://schemas.openxmlformats.org/officeDocument/2006/relationships/image" Target="../media/image1892.png"/><Relationship Id="rId164" Type="http://schemas.openxmlformats.org/officeDocument/2006/relationships/customXml" Target="../ink/ink2076.xml"/><Relationship Id="rId185" Type="http://schemas.openxmlformats.org/officeDocument/2006/relationships/image" Target="../media/image1913.png"/><Relationship Id="rId9" Type="http://schemas.openxmlformats.org/officeDocument/2006/relationships/image" Target="../media/image1825.png"/><Relationship Id="rId210" Type="http://schemas.openxmlformats.org/officeDocument/2006/relationships/customXml" Target="../ink/ink2099.xml"/><Relationship Id="rId26" Type="http://schemas.openxmlformats.org/officeDocument/2006/relationships/customXml" Target="../ink/ink2007.xml"/><Relationship Id="rId231" Type="http://schemas.openxmlformats.org/officeDocument/2006/relationships/image" Target="../media/image2034.png"/><Relationship Id="rId252" Type="http://schemas.openxmlformats.org/officeDocument/2006/relationships/customXml" Target="../ink/ink2120.xml"/><Relationship Id="rId273" Type="http://schemas.openxmlformats.org/officeDocument/2006/relationships/image" Target="../media/image2055.png"/><Relationship Id="rId294" Type="http://schemas.openxmlformats.org/officeDocument/2006/relationships/customXml" Target="../ink/ink2141.xml"/><Relationship Id="rId308" Type="http://schemas.openxmlformats.org/officeDocument/2006/relationships/customXml" Target="../ink/ink2148.xml"/><Relationship Id="rId47" Type="http://schemas.openxmlformats.org/officeDocument/2006/relationships/image" Target="../media/image1844.png"/><Relationship Id="rId68" Type="http://schemas.openxmlformats.org/officeDocument/2006/relationships/customXml" Target="../ink/ink2028.xml"/><Relationship Id="rId89" Type="http://schemas.openxmlformats.org/officeDocument/2006/relationships/image" Target="../media/image1865.png"/><Relationship Id="rId112" Type="http://schemas.openxmlformats.org/officeDocument/2006/relationships/customXml" Target="../ink/ink2050.xml"/><Relationship Id="rId133" Type="http://schemas.openxmlformats.org/officeDocument/2006/relationships/image" Target="../media/image1887.png"/><Relationship Id="rId154" Type="http://schemas.openxmlformats.org/officeDocument/2006/relationships/customXml" Target="../ink/ink2071.xml"/><Relationship Id="rId175" Type="http://schemas.openxmlformats.org/officeDocument/2006/relationships/image" Target="../media/image1908.png"/><Relationship Id="rId196" Type="http://schemas.openxmlformats.org/officeDocument/2006/relationships/customXml" Target="../ink/ink2092.xml"/><Relationship Id="rId200" Type="http://schemas.openxmlformats.org/officeDocument/2006/relationships/customXml" Target="../ink/ink2094.xml"/><Relationship Id="rId16" Type="http://schemas.openxmlformats.org/officeDocument/2006/relationships/customXml" Target="../ink/ink2002.xml"/><Relationship Id="rId221" Type="http://schemas.openxmlformats.org/officeDocument/2006/relationships/image" Target="../media/image2029.png"/><Relationship Id="rId242" Type="http://schemas.openxmlformats.org/officeDocument/2006/relationships/customXml" Target="../ink/ink2115.xml"/><Relationship Id="rId263" Type="http://schemas.openxmlformats.org/officeDocument/2006/relationships/image" Target="../media/image2050.png"/><Relationship Id="rId284" Type="http://schemas.openxmlformats.org/officeDocument/2006/relationships/customXml" Target="../ink/ink2136.xml"/><Relationship Id="rId319" Type="http://schemas.openxmlformats.org/officeDocument/2006/relationships/image" Target="../media/image2078.png"/><Relationship Id="rId37" Type="http://schemas.openxmlformats.org/officeDocument/2006/relationships/image" Target="../media/image1839.png"/><Relationship Id="rId58" Type="http://schemas.openxmlformats.org/officeDocument/2006/relationships/customXml" Target="../ink/ink2023.xml"/><Relationship Id="rId79" Type="http://schemas.openxmlformats.org/officeDocument/2006/relationships/image" Target="../media/image1860.png"/><Relationship Id="rId102" Type="http://schemas.openxmlformats.org/officeDocument/2006/relationships/customXml" Target="../ink/ink2045.xml"/><Relationship Id="rId123" Type="http://schemas.openxmlformats.org/officeDocument/2006/relationships/image" Target="../media/image1882.png"/><Relationship Id="rId144" Type="http://schemas.openxmlformats.org/officeDocument/2006/relationships/customXml" Target="../ink/ink2066.xml"/><Relationship Id="rId90" Type="http://schemas.openxmlformats.org/officeDocument/2006/relationships/customXml" Target="../ink/ink2039.xml"/><Relationship Id="rId165" Type="http://schemas.openxmlformats.org/officeDocument/2006/relationships/image" Target="../media/image1903.png"/><Relationship Id="rId186" Type="http://schemas.openxmlformats.org/officeDocument/2006/relationships/customXml" Target="../ink/ink2087.xml"/><Relationship Id="rId211" Type="http://schemas.openxmlformats.org/officeDocument/2006/relationships/image" Target="../media/image2024.png"/><Relationship Id="rId232" Type="http://schemas.openxmlformats.org/officeDocument/2006/relationships/customXml" Target="../ink/ink2110.xml"/><Relationship Id="rId253" Type="http://schemas.openxmlformats.org/officeDocument/2006/relationships/image" Target="../media/image2045.png"/><Relationship Id="rId274" Type="http://schemas.openxmlformats.org/officeDocument/2006/relationships/customXml" Target="../ink/ink2131.xml"/><Relationship Id="rId295" Type="http://schemas.openxmlformats.org/officeDocument/2006/relationships/image" Target="../media/image2066.png"/><Relationship Id="rId309" Type="http://schemas.openxmlformats.org/officeDocument/2006/relationships/image" Target="../media/image2073.png"/><Relationship Id="rId27" Type="http://schemas.openxmlformats.org/officeDocument/2006/relationships/image" Target="../media/image1834.png"/><Relationship Id="rId48" Type="http://schemas.openxmlformats.org/officeDocument/2006/relationships/customXml" Target="../ink/ink2018.xml"/><Relationship Id="rId69" Type="http://schemas.openxmlformats.org/officeDocument/2006/relationships/image" Target="../media/image1855.png"/><Relationship Id="rId113" Type="http://schemas.openxmlformats.org/officeDocument/2006/relationships/image" Target="../media/image1877.png"/><Relationship Id="rId134" Type="http://schemas.openxmlformats.org/officeDocument/2006/relationships/customXml" Target="../ink/ink2061.xml"/><Relationship Id="rId320" Type="http://schemas.openxmlformats.org/officeDocument/2006/relationships/customXml" Target="../ink/ink2154.xml"/><Relationship Id="rId80" Type="http://schemas.openxmlformats.org/officeDocument/2006/relationships/customXml" Target="../ink/ink2034.xml"/><Relationship Id="rId155" Type="http://schemas.openxmlformats.org/officeDocument/2006/relationships/image" Target="../media/image1898.png"/><Relationship Id="rId176" Type="http://schemas.openxmlformats.org/officeDocument/2006/relationships/customXml" Target="../ink/ink2082.xml"/><Relationship Id="rId197" Type="http://schemas.openxmlformats.org/officeDocument/2006/relationships/image" Target="../media/image2017.png"/><Relationship Id="rId201" Type="http://schemas.openxmlformats.org/officeDocument/2006/relationships/image" Target="../media/image2019.png"/><Relationship Id="rId222" Type="http://schemas.openxmlformats.org/officeDocument/2006/relationships/customXml" Target="../ink/ink2105.xml"/><Relationship Id="rId243" Type="http://schemas.openxmlformats.org/officeDocument/2006/relationships/image" Target="../media/image2040.png"/><Relationship Id="rId264" Type="http://schemas.openxmlformats.org/officeDocument/2006/relationships/customXml" Target="../ink/ink2126.xml"/><Relationship Id="rId285" Type="http://schemas.openxmlformats.org/officeDocument/2006/relationships/image" Target="../media/image2061.png"/><Relationship Id="rId17" Type="http://schemas.openxmlformats.org/officeDocument/2006/relationships/image" Target="../media/image1829.png"/><Relationship Id="rId38" Type="http://schemas.openxmlformats.org/officeDocument/2006/relationships/customXml" Target="../ink/ink2013.xml"/><Relationship Id="rId59" Type="http://schemas.openxmlformats.org/officeDocument/2006/relationships/image" Target="../media/image1850.png"/><Relationship Id="rId103" Type="http://schemas.openxmlformats.org/officeDocument/2006/relationships/image" Target="../media/image1872.png"/><Relationship Id="rId124" Type="http://schemas.openxmlformats.org/officeDocument/2006/relationships/customXml" Target="../ink/ink2056.xml"/><Relationship Id="rId310" Type="http://schemas.openxmlformats.org/officeDocument/2006/relationships/customXml" Target="../ink/ink2149.xml"/><Relationship Id="rId70" Type="http://schemas.openxmlformats.org/officeDocument/2006/relationships/customXml" Target="../ink/ink2029.xml"/><Relationship Id="rId91" Type="http://schemas.openxmlformats.org/officeDocument/2006/relationships/image" Target="../media/image1866.png"/><Relationship Id="rId145" Type="http://schemas.openxmlformats.org/officeDocument/2006/relationships/image" Target="../media/image1893.png"/><Relationship Id="rId166" Type="http://schemas.openxmlformats.org/officeDocument/2006/relationships/customXml" Target="../ink/ink2077.xml"/><Relationship Id="rId187" Type="http://schemas.openxmlformats.org/officeDocument/2006/relationships/image" Target="../media/image201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00.xml"/><Relationship Id="rId233" Type="http://schemas.openxmlformats.org/officeDocument/2006/relationships/image" Target="../media/image2035.png"/><Relationship Id="rId254" Type="http://schemas.openxmlformats.org/officeDocument/2006/relationships/customXml" Target="../ink/ink2121.xml"/><Relationship Id="rId28" Type="http://schemas.openxmlformats.org/officeDocument/2006/relationships/customXml" Target="../ink/ink2008.xml"/><Relationship Id="rId49" Type="http://schemas.openxmlformats.org/officeDocument/2006/relationships/image" Target="../media/image1845.png"/><Relationship Id="rId114" Type="http://schemas.openxmlformats.org/officeDocument/2006/relationships/customXml" Target="../ink/ink2051.xml"/><Relationship Id="rId275" Type="http://schemas.openxmlformats.org/officeDocument/2006/relationships/image" Target="../media/image2056.png"/><Relationship Id="rId296" Type="http://schemas.openxmlformats.org/officeDocument/2006/relationships/customXml" Target="../ink/ink2142.xml"/><Relationship Id="rId300" Type="http://schemas.openxmlformats.org/officeDocument/2006/relationships/customXml" Target="../ink/ink2144.xml"/><Relationship Id="rId60" Type="http://schemas.openxmlformats.org/officeDocument/2006/relationships/customXml" Target="../ink/ink2024.xml"/><Relationship Id="rId81" Type="http://schemas.openxmlformats.org/officeDocument/2006/relationships/image" Target="../media/image1861.png"/><Relationship Id="rId135" Type="http://schemas.openxmlformats.org/officeDocument/2006/relationships/image" Target="../media/image1888.png"/><Relationship Id="rId156" Type="http://schemas.openxmlformats.org/officeDocument/2006/relationships/customXml" Target="../ink/ink2072.xml"/><Relationship Id="rId177" Type="http://schemas.openxmlformats.org/officeDocument/2006/relationships/image" Target="../media/image1909.png"/><Relationship Id="rId198" Type="http://schemas.openxmlformats.org/officeDocument/2006/relationships/customXml" Target="../ink/ink2093.xml"/><Relationship Id="rId321" Type="http://schemas.openxmlformats.org/officeDocument/2006/relationships/image" Target="../media/image2079.png"/><Relationship Id="rId202" Type="http://schemas.openxmlformats.org/officeDocument/2006/relationships/customXml" Target="../ink/ink2095.xml"/><Relationship Id="rId223" Type="http://schemas.openxmlformats.org/officeDocument/2006/relationships/image" Target="../media/image2030.png"/><Relationship Id="rId244" Type="http://schemas.openxmlformats.org/officeDocument/2006/relationships/customXml" Target="../ink/ink2116.xml"/><Relationship Id="rId18" Type="http://schemas.openxmlformats.org/officeDocument/2006/relationships/customXml" Target="../ink/ink2003.xml"/><Relationship Id="rId39" Type="http://schemas.openxmlformats.org/officeDocument/2006/relationships/image" Target="../media/image1840.png"/><Relationship Id="rId265" Type="http://schemas.openxmlformats.org/officeDocument/2006/relationships/image" Target="../media/image2051.png"/><Relationship Id="rId286" Type="http://schemas.openxmlformats.org/officeDocument/2006/relationships/customXml" Target="../ink/ink2137.xml"/><Relationship Id="rId50" Type="http://schemas.openxmlformats.org/officeDocument/2006/relationships/customXml" Target="../ink/ink2019.xml"/><Relationship Id="rId104" Type="http://schemas.openxmlformats.org/officeDocument/2006/relationships/customXml" Target="../ink/ink2046.xml"/><Relationship Id="rId125" Type="http://schemas.openxmlformats.org/officeDocument/2006/relationships/image" Target="../media/image1883.png"/><Relationship Id="rId146" Type="http://schemas.openxmlformats.org/officeDocument/2006/relationships/customXml" Target="../ink/ink2067.xml"/><Relationship Id="rId167" Type="http://schemas.openxmlformats.org/officeDocument/2006/relationships/image" Target="../media/image1904.png"/><Relationship Id="rId188" Type="http://schemas.openxmlformats.org/officeDocument/2006/relationships/customXml" Target="../ink/ink2088.xml"/><Relationship Id="rId311" Type="http://schemas.openxmlformats.org/officeDocument/2006/relationships/image" Target="../media/image2074.png"/><Relationship Id="rId71" Type="http://schemas.openxmlformats.org/officeDocument/2006/relationships/image" Target="../media/image1856.png"/><Relationship Id="rId92" Type="http://schemas.openxmlformats.org/officeDocument/2006/relationships/customXml" Target="../ink/ink2040.xml"/><Relationship Id="rId213" Type="http://schemas.openxmlformats.org/officeDocument/2006/relationships/image" Target="../media/image2025.png"/><Relationship Id="rId234" Type="http://schemas.openxmlformats.org/officeDocument/2006/relationships/customXml" Target="../ink/ink2111.xml"/><Relationship Id="rId2" Type="http://schemas.openxmlformats.org/officeDocument/2006/relationships/image" Target="../media/image1663.png"/><Relationship Id="rId29" Type="http://schemas.openxmlformats.org/officeDocument/2006/relationships/image" Target="../media/image1835.png"/><Relationship Id="rId255" Type="http://schemas.openxmlformats.org/officeDocument/2006/relationships/image" Target="../media/image2046.png"/><Relationship Id="rId276" Type="http://schemas.openxmlformats.org/officeDocument/2006/relationships/customXml" Target="../ink/ink2132.xml"/><Relationship Id="rId297" Type="http://schemas.openxmlformats.org/officeDocument/2006/relationships/image" Target="../media/image2067.png"/><Relationship Id="rId40" Type="http://schemas.openxmlformats.org/officeDocument/2006/relationships/customXml" Target="../ink/ink2014.xml"/><Relationship Id="rId115" Type="http://schemas.openxmlformats.org/officeDocument/2006/relationships/image" Target="../media/image1878.png"/><Relationship Id="rId136" Type="http://schemas.openxmlformats.org/officeDocument/2006/relationships/customXml" Target="../ink/ink2062.xml"/><Relationship Id="rId157" Type="http://schemas.openxmlformats.org/officeDocument/2006/relationships/image" Target="../media/image1899.png"/><Relationship Id="rId178" Type="http://schemas.openxmlformats.org/officeDocument/2006/relationships/customXml" Target="../ink/ink2083.xml"/><Relationship Id="rId301" Type="http://schemas.openxmlformats.org/officeDocument/2006/relationships/image" Target="../media/image2069.png"/><Relationship Id="rId61" Type="http://schemas.openxmlformats.org/officeDocument/2006/relationships/image" Target="../media/image1851.png"/><Relationship Id="rId82" Type="http://schemas.openxmlformats.org/officeDocument/2006/relationships/customXml" Target="../ink/ink2035.xml"/><Relationship Id="rId199" Type="http://schemas.openxmlformats.org/officeDocument/2006/relationships/image" Target="../media/image2018.png"/><Relationship Id="rId203" Type="http://schemas.openxmlformats.org/officeDocument/2006/relationships/image" Target="../media/image2020.png"/><Relationship Id="rId19" Type="http://schemas.openxmlformats.org/officeDocument/2006/relationships/image" Target="../media/image1830.png"/><Relationship Id="rId224" Type="http://schemas.openxmlformats.org/officeDocument/2006/relationships/customXml" Target="../ink/ink2106.xml"/><Relationship Id="rId245" Type="http://schemas.openxmlformats.org/officeDocument/2006/relationships/image" Target="../media/image2041.png"/><Relationship Id="rId266" Type="http://schemas.openxmlformats.org/officeDocument/2006/relationships/customXml" Target="../ink/ink2127.xml"/><Relationship Id="rId287" Type="http://schemas.openxmlformats.org/officeDocument/2006/relationships/image" Target="../media/image2062.png"/><Relationship Id="rId30" Type="http://schemas.openxmlformats.org/officeDocument/2006/relationships/customXml" Target="../ink/ink2009.xml"/><Relationship Id="rId105" Type="http://schemas.openxmlformats.org/officeDocument/2006/relationships/image" Target="../media/image1873.png"/><Relationship Id="rId126" Type="http://schemas.openxmlformats.org/officeDocument/2006/relationships/customXml" Target="../ink/ink2057.xml"/><Relationship Id="rId147" Type="http://schemas.openxmlformats.org/officeDocument/2006/relationships/image" Target="../media/image1894.png"/><Relationship Id="rId168" Type="http://schemas.openxmlformats.org/officeDocument/2006/relationships/customXml" Target="../ink/ink2078.xml"/><Relationship Id="rId312" Type="http://schemas.openxmlformats.org/officeDocument/2006/relationships/customXml" Target="../ink/ink2150.xml"/><Relationship Id="rId51" Type="http://schemas.openxmlformats.org/officeDocument/2006/relationships/image" Target="../media/image1846.png"/><Relationship Id="rId72" Type="http://schemas.openxmlformats.org/officeDocument/2006/relationships/customXml" Target="../ink/ink2030.xml"/><Relationship Id="rId93" Type="http://schemas.openxmlformats.org/officeDocument/2006/relationships/image" Target="../media/image1867.png"/><Relationship Id="rId189" Type="http://schemas.openxmlformats.org/officeDocument/2006/relationships/image" Target="../media/image2013.png"/><Relationship Id="rId3" Type="http://schemas.openxmlformats.org/officeDocument/2006/relationships/image" Target="../media/image1664.png"/><Relationship Id="rId214" Type="http://schemas.openxmlformats.org/officeDocument/2006/relationships/customXml" Target="../ink/ink2101.xml"/><Relationship Id="rId235" Type="http://schemas.openxmlformats.org/officeDocument/2006/relationships/image" Target="../media/image2036.png"/><Relationship Id="rId256" Type="http://schemas.openxmlformats.org/officeDocument/2006/relationships/customXml" Target="../ink/ink2122.xml"/><Relationship Id="rId277" Type="http://schemas.openxmlformats.org/officeDocument/2006/relationships/image" Target="../media/image2057.png"/><Relationship Id="rId298" Type="http://schemas.openxmlformats.org/officeDocument/2006/relationships/customXml" Target="../ink/ink2143.xml"/><Relationship Id="rId116" Type="http://schemas.openxmlformats.org/officeDocument/2006/relationships/customXml" Target="../ink/ink2052.xml"/><Relationship Id="rId137" Type="http://schemas.openxmlformats.org/officeDocument/2006/relationships/image" Target="../media/image1889.png"/><Relationship Id="rId158" Type="http://schemas.openxmlformats.org/officeDocument/2006/relationships/customXml" Target="../ink/ink2073.xml"/><Relationship Id="rId302" Type="http://schemas.openxmlformats.org/officeDocument/2006/relationships/customXml" Target="../ink/ink2145.xml"/><Relationship Id="rId20" Type="http://schemas.openxmlformats.org/officeDocument/2006/relationships/customXml" Target="../ink/ink2004.xml"/><Relationship Id="rId41" Type="http://schemas.openxmlformats.org/officeDocument/2006/relationships/image" Target="../media/image1841.png"/><Relationship Id="rId62" Type="http://schemas.openxmlformats.org/officeDocument/2006/relationships/customXml" Target="../ink/ink2025.xml"/><Relationship Id="rId83" Type="http://schemas.openxmlformats.org/officeDocument/2006/relationships/image" Target="../media/image1862.png"/><Relationship Id="rId179" Type="http://schemas.openxmlformats.org/officeDocument/2006/relationships/image" Target="../media/image1910.png"/><Relationship Id="rId190" Type="http://schemas.openxmlformats.org/officeDocument/2006/relationships/customXml" Target="../ink/ink2089.xml"/><Relationship Id="rId204" Type="http://schemas.openxmlformats.org/officeDocument/2006/relationships/customXml" Target="../ink/ink2096.xml"/><Relationship Id="rId225" Type="http://schemas.openxmlformats.org/officeDocument/2006/relationships/image" Target="../media/image2031.png"/><Relationship Id="rId246" Type="http://schemas.openxmlformats.org/officeDocument/2006/relationships/customXml" Target="../ink/ink2117.xml"/><Relationship Id="rId267" Type="http://schemas.openxmlformats.org/officeDocument/2006/relationships/image" Target="../media/image2052.png"/><Relationship Id="rId288" Type="http://schemas.openxmlformats.org/officeDocument/2006/relationships/customXml" Target="../ink/ink2138.xml"/><Relationship Id="rId106" Type="http://schemas.openxmlformats.org/officeDocument/2006/relationships/customXml" Target="../ink/ink2047.xml"/><Relationship Id="rId127" Type="http://schemas.openxmlformats.org/officeDocument/2006/relationships/image" Target="../media/image1884.png"/><Relationship Id="rId313" Type="http://schemas.openxmlformats.org/officeDocument/2006/relationships/image" Target="../media/image2075.png"/><Relationship Id="rId10" Type="http://schemas.openxmlformats.org/officeDocument/2006/relationships/customXml" Target="../ink/ink1999.xml"/><Relationship Id="rId31" Type="http://schemas.openxmlformats.org/officeDocument/2006/relationships/image" Target="../media/image1836.png"/><Relationship Id="rId52" Type="http://schemas.openxmlformats.org/officeDocument/2006/relationships/customXml" Target="../ink/ink2020.xml"/><Relationship Id="rId73" Type="http://schemas.openxmlformats.org/officeDocument/2006/relationships/image" Target="../media/image1857.png"/><Relationship Id="rId94" Type="http://schemas.openxmlformats.org/officeDocument/2006/relationships/customXml" Target="../ink/ink2041.xml"/><Relationship Id="rId148" Type="http://schemas.openxmlformats.org/officeDocument/2006/relationships/customXml" Target="../ink/ink2068.xml"/><Relationship Id="rId169" Type="http://schemas.openxmlformats.org/officeDocument/2006/relationships/image" Target="../media/image1905.png"/><Relationship Id="rId4" Type="http://schemas.openxmlformats.org/officeDocument/2006/relationships/customXml" Target="../ink/ink1996.xml"/><Relationship Id="rId180" Type="http://schemas.openxmlformats.org/officeDocument/2006/relationships/customXml" Target="../ink/ink2084.xml"/><Relationship Id="rId215" Type="http://schemas.openxmlformats.org/officeDocument/2006/relationships/image" Target="../media/image2026.png"/><Relationship Id="rId236" Type="http://schemas.openxmlformats.org/officeDocument/2006/relationships/customXml" Target="../ink/ink2112.xml"/><Relationship Id="rId257" Type="http://schemas.openxmlformats.org/officeDocument/2006/relationships/image" Target="../media/image2047.png"/><Relationship Id="rId278" Type="http://schemas.openxmlformats.org/officeDocument/2006/relationships/customXml" Target="../ink/ink2133.xml"/><Relationship Id="rId303" Type="http://schemas.openxmlformats.org/officeDocument/2006/relationships/image" Target="../media/image2070.png"/><Relationship Id="rId42" Type="http://schemas.openxmlformats.org/officeDocument/2006/relationships/customXml" Target="../ink/ink2015.xml"/><Relationship Id="rId84" Type="http://schemas.openxmlformats.org/officeDocument/2006/relationships/customXml" Target="../ink/ink2036.xml"/><Relationship Id="rId138" Type="http://schemas.openxmlformats.org/officeDocument/2006/relationships/customXml" Target="../ink/ink2063.xml"/><Relationship Id="rId191" Type="http://schemas.openxmlformats.org/officeDocument/2006/relationships/image" Target="../media/image2014.png"/><Relationship Id="rId205" Type="http://schemas.openxmlformats.org/officeDocument/2006/relationships/image" Target="../media/image2021.png"/><Relationship Id="rId247" Type="http://schemas.openxmlformats.org/officeDocument/2006/relationships/image" Target="../media/image2042.png"/><Relationship Id="rId107" Type="http://schemas.openxmlformats.org/officeDocument/2006/relationships/image" Target="../media/image1874.png"/><Relationship Id="rId289" Type="http://schemas.openxmlformats.org/officeDocument/2006/relationships/image" Target="../media/image2063.png"/><Relationship Id="rId11" Type="http://schemas.openxmlformats.org/officeDocument/2006/relationships/image" Target="../media/image1826.png"/><Relationship Id="rId53" Type="http://schemas.openxmlformats.org/officeDocument/2006/relationships/image" Target="../media/image1847.png"/><Relationship Id="rId149" Type="http://schemas.openxmlformats.org/officeDocument/2006/relationships/image" Target="../media/image1895.png"/><Relationship Id="rId314" Type="http://schemas.openxmlformats.org/officeDocument/2006/relationships/customXml" Target="../ink/ink2151.xml"/><Relationship Id="rId95" Type="http://schemas.openxmlformats.org/officeDocument/2006/relationships/image" Target="../media/image1868.png"/><Relationship Id="rId160" Type="http://schemas.openxmlformats.org/officeDocument/2006/relationships/customXml" Target="../ink/ink2074.xml"/><Relationship Id="rId216" Type="http://schemas.openxmlformats.org/officeDocument/2006/relationships/customXml" Target="../ink/ink2102.xml"/><Relationship Id="rId258" Type="http://schemas.openxmlformats.org/officeDocument/2006/relationships/customXml" Target="../ink/ink2123.xml"/><Relationship Id="rId22" Type="http://schemas.openxmlformats.org/officeDocument/2006/relationships/customXml" Target="../ink/ink2005.xml"/><Relationship Id="rId64" Type="http://schemas.openxmlformats.org/officeDocument/2006/relationships/customXml" Target="../ink/ink2026.xml"/><Relationship Id="rId118" Type="http://schemas.openxmlformats.org/officeDocument/2006/relationships/customXml" Target="../ink/ink2053.xml"/><Relationship Id="rId171" Type="http://schemas.openxmlformats.org/officeDocument/2006/relationships/image" Target="../media/image1906.png"/><Relationship Id="rId227" Type="http://schemas.openxmlformats.org/officeDocument/2006/relationships/image" Target="../media/image2032.png"/><Relationship Id="rId269" Type="http://schemas.openxmlformats.org/officeDocument/2006/relationships/image" Target="../media/image2053.png"/><Relationship Id="rId33" Type="http://schemas.openxmlformats.org/officeDocument/2006/relationships/image" Target="../media/image1837.png"/><Relationship Id="rId129" Type="http://schemas.openxmlformats.org/officeDocument/2006/relationships/image" Target="../media/image1885.png"/><Relationship Id="rId280" Type="http://schemas.openxmlformats.org/officeDocument/2006/relationships/customXml" Target="../ink/ink2134.xml"/><Relationship Id="rId75" Type="http://schemas.openxmlformats.org/officeDocument/2006/relationships/image" Target="../media/image1858.png"/><Relationship Id="rId140" Type="http://schemas.openxmlformats.org/officeDocument/2006/relationships/customXml" Target="../ink/ink2064.xml"/><Relationship Id="rId182" Type="http://schemas.openxmlformats.org/officeDocument/2006/relationships/customXml" Target="../ink/ink2085.xml"/><Relationship Id="rId6" Type="http://schemas.openxmlformats.org/officeDocument/2006/relationships/customXml" Target="../ink/ink1997.xml"/><Relationship Id="rId238" Type="http://schemas.openxmlformats.org/officeDocument/2006/relationships/customXml" Target="../ink/ink2113.xml"/><Relationship Id="rId291" Type="http://schemas.openxmlformats.org/officeDocument/2006/relationships/image" Target="../media/image2064.png"/><Relationship Id="rId305" Type="http://schemas.openxmlformats.org/officeDocument/2006/relationships/image" Target="../media/image2071.png"/><Relationship Id="rId44" Type="http://schemas.openxmlformats.org/officeDocument/2006/relationships/customXml" Target="../ink/ink2016.xml"/><Relationship Id="rId86" Type="http://schemas.openxmlformats.org/officeDocument/2006/relationships/customXml" Target="../ink/ink2037.xml"/><Relationship Id="rId151" Type="http://schemas.openxmlformats.org/officeDocument/2006/relationships/image" Target="../media/image1896.png"/><Relationship Id="rId193" Type="http://schemas.openxmlformats.org/officeDocument/2006/relationships/image" Target="../media/image2015.png"/><Relationship Id="rId207" Type="http://schemas.openxmlformats.org/officeDocument/2006/relationships/image" Target="../media/image2022.png"/><Relationship Id="rId249" Type="http://schemas.openxmlformats.org/officeDocument/2006/relationships/image" Target="../media/image2043.png"/><Relationship Id="rId13" Type="http://schemas.openxmlformats.org/officeDocument/2006/relationships/image" Target="../media/image1827.png"/><Relationship Id="rId109" Type="http://schemas.openxmlformats.org/officeDocument/2006/relationships/image" Target="../media/image1875.png"/><Relationship Id="rId260" Type="http://schemas.openxmlformats.org/officeDocument/2006/relationships/customXml" Target="../ink/ink2124.xml"/><Relationship Id="rId316" Type="http://schemas.openxmlformats.org/officeDocument/2006/relationships/customXml" Target="../ink/ink2152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38.png"/><Relationship Id="rId21" Type="http://schemas.openxmlformats.org/officeDocument/2006/relationships/image" Target="../media/image2090.png"/><Relationship Id="rId63" Type="http://schemas.openxmlformats.org/officeDocument/2006/relationships/image" Target="../media/image2111.png"/><Relationship Id="rId159" Type="http://schemas.openxmlformats.org/officeDocument/2006/relationships/image" Target="../media/image2159.png"/><Relationship Id="rId170" Type="http://schemas.openxmlformats.org/officeDocument/2006/relationships/customXml" Target="../ink/ink2238.xml"/><Relationship Id="rId226" Type="http://schemas.openxmlformats.org/officeDocument/2006/relationships/customXml" Target="../ink/ink2266.xml"/><Relationship Id="rId268" Type="http://schemas.openxmlformats.org/officeDocument/2006/relationships/customXml" Target="../ink/ink2287.xml"/><Relationship Id="rId32" Type="http://schemas.openxmlformats.org/officeDocument/2006/relationships/customXml" Target="../ink/ink2169.xml"/><Relationship Id="rId74" Type="http://schemas.openxmlformats.org/officeDocument/2006/relationships/customXml" Target="../ink/ink2190.xml"/><Relationship Id="rId128" Type="http://schemas.openxmlformats.org/officeDocument/2006/relationships/customXml" Target="../ink/ink2217.xml"/><Relationship Id="rId5" Type="http://schemas.openxmlformats.org/officeDocument/2006/relationships/image" Target="../media/image2082.png"/><Relationship Id="rId181" Type="http://schemas.openxmlformats.org/officeDocument/2006/relationships/image" Target="../media/image2170.png"/><Relationship Id="rId237" Type="http://schemas.openxmlformats.org/officeDocument/2006/relationships/image" Target="../media/image2198.png"/><Relationship Id="rId279" Type="http://schemas.openxmlformats.org/officeDocument/2006/relationships/image" Target="../media/image2219.png"/><Relationship Id="rId43" Type="http://schemas.openxmlformats.org/officeDocument/2006/relationships/image" Target="../media/image2101.png"/><Relationship Id="rId139" Type="http://schemas.openxmlformats.org/officeDocument/2006/relationships/image" Target="../media/image2149.png"/><Relationship Id="rId290" Type="http://schemas.openxmlformats.org/officeDocument/2006/relationships/customXml" Target="../ink/ink2298.xml"/><Relationship Id="rId85" Type="http://schemas.openxmlformats.org/officeDocument/2006/relationships/image" Target="../media/image2122.png"/><Relationship Id="rId150" Type="http://schemas.openxmlformats.org/officeDocument/2006/relationships/customXml" Target="../ink/ink2228.xml"/><Relationship Id="rId192" Type="http://schemas.openxmlformats.org/officeDocument/2006/relationships/customXml" Target="../ink/ink2249.xml"/><Relationship Id="rId206" Type="http://schemas.openxmlformats.org/officeDocument/2006/relationships/customXml" Target="../ink/ink2256.xml"/><Relationship Id="rId248" Type="http://schemas.openxmlformats.org/officeDocument/2006/relationships/customXml" Target="../ink/ink2277.xml"/><Relationship Id="rId269" Type="http://schemas.openxmlformats.org/officeDocument/2006/relationships/image" Target="../media/image2214.png"/><Relationship Id="rId12" Type="http://schemas.openxmlformats.org/officeDocument/2006/relationships/customXml" Target="../ink/ink2159.xml"/><Relationship Id="rId33" Type="http://schemas.openxmlformats.org/officeDocument/2006/relationships/image" Target="../media/image2096.png"/><Relationship Id="rId108" Type="http://schemas.openxmlformats.org/officeDocument/2006/relationships/customXml" Target="../ink/ink2207.xml"/><Relationship Id="rId129" Type="http://schemas.openxmlformats.org/officeDocument/2006/relationships/image" Target="../media/image2144.png"/><Relationship Id="rId280" Type="http://schemas.openxmlformats.org/officeDocument/2006/relationships/customXml" Target="../ink/ink2293.xml"/><Relationship Id="rId54" Type="http://schemas.openxmlformats.org/officeDocument/2006/relationships/customXml" Target="../ink/ink2180.xml"/><Relationship Id="rId75" Type="http://schemas.openxmlformats.org/officeDocument/2006/relationships/image" Target="../media/image2117.png"/><Relationship Id="rId96" Type="http://schemas.openxmlformats.org/officeDocument/2006/relationships/customXml" Target="../ink/ink2201.xml"/><Relationship Id="rId140" Type="http://schemas.openxmlformats.org/officeDocument/2006/relationships/customXml" Target="../ink/ink2223.xml"/><Relationship Id="rId161" Type="http://schemas.openxmlformats.org/officeDocument/2006/relationships/image" Target="../media/image2160.png"/><Relationship Id="rId182" Type="http://schemas.openxmlformats.org/officeDocument/2006/relationships/customXml" Target="../ink/ink2244.xml"/><Relationship Id="rId217" Type="http://schemas.openxmlformats.org/officeDocument/2006/relationships/image" Target="../media/image2188.png"/><Relationship Id="rId6" Type="http://schemas.openxmlformats.org/officeDocument/2006/relationships/customXml" Target="../ink/ink2156.xml"/><Relationship Id="rId238" Type="http://schemas.openxmlformats.org/officeDocument/2006/relationships/customXml" Target="../ink/ink2272.xml"/><Relationship Id="rId259" Type="http://schemas.openxmlformats.org/officeDocument/2006/relationships/image" Target="../media/image2209.png"/><Relationship Id="rId23" Type="http://schemas.openxmlformats.org/officeDocument/2006/relationships/image" Target="../media/image2091.png"/><Relationship Id="rId119" Type="http://schemas.openxmlformats.org/officeDocument/2006/relationships/image" Target="../media/image2139.png"/><Relationship Id="rId270" Type="http://schemas.openxmlformats.org/officeDocument/2006/relationships/customXml" Target="../ink/ink2288.xml"/><Relationship Id="rId291" Type="http://schemas.openxmlformats.org/officeDocument/2006/relationships/image" Target="../media/image2225.png"/><Relationship Id="rId44" Type="http://schemas.openxmlformats.org/officeDocument/2006/relationships/customXml" Target="../ink/ink2175.xml"/><Relationship Id="rId65" Type="http://schemas.openxmlformats.org/officeDocument/2006/relationships/image" Target="../media/image2112.png"/><Relationship Id="rId86" Type="http://schemas.openxmlformats.org/officeDocument/2006/relationships/customXml" Target="../ink/ink2196.xml"/><Relationship Id="rId130" Type="http://schemas.openxmlformats.org/officeDocument/2006/relationships/customXml" Target="../ink/ink2218.xml"/><Relationship Id="rId151" Type="http://schemas.openxmlformats.org/officeDocument/2006/relationships/image" Target="../media/image2155.png"/><Relationship Id="rId172" Type="http://schemas.openxmlformats.org/officeDocument/2006/relationships/customXml" Target="../ink/ink2239.xml"/><Relationship Id="rId193" Type="http://schemas.openxmlformats.org/officeDocument/2006/relationships/image" Target="../media/image2176.png"/><Relationship Id="rId207" Type="http://schemas.openxmlformats.org/officeDocument/2006/relationships/image" Target="../media/image2183.png"/><Relationship Id="rId228" Type="http://schemas.openxmlformats.org/officeDocument/2006/relationships/customXml" Target="../ink/ink2267.xml"/><Relationship Id="rId249" Type="http://schemas.openxmlformats.org/officeDocument/2006/relationships/image" Target="../media/image2204.png"/><Relationship Id="rId13" Type="http://schemas.openxmlformats.org/officeDocument/2006/relationships/image" Target="../media/image2086.png"/><Relationship Id="rId109" Type="http://schemas.openxmlformats.org/officeDocument/2006/relationships/image" Target="../media/image2134.png"/><Relationship Id="rId260" Type="http://schemas.openxmlformats.org/officeDocument/2006/relationships/customXml" Target="../ink/ink2283.xml"/><Relationship Id="rId281" Type="http://schemas.openxmlformats.org/officeDocument/2006/relationships/image" Target="../media/image2220.png"/><Relationship Id="rId34" Type="http://schemas.openxmlformats.org/officeDocument/2006/relationships/customXml" Target="../ink/ink2170.xml"/><Relationship Id="rId55" Type="http://schemas.openxmlformats.org/officeDocument/2006/relationships/image" Target="../media/image2107.png"/><Relationship Id="rId76" Type="http://schemas.openxmlformats.org/officeDocument/2006/relationships/customXml" Target="../ink/ink2191.xml"/><Relationship Id="rId97" Type="http://schemas.openxmlformats.org/officeDocument/2006/relationships/image" Target="../media/image2128.png"/><Relationship Id="rId120" Type="http://schemas.openxmlformats.org/officeDocument/2006/relationships/customXml" Target="../ink/ink2213.xml"/><Relationship Id="rId141" Type="http://schemas.openxmlformats.org/officeDocument/2006/relationships/image" Target="../media/image2150.png"/><Relationship Id="rId7" Type="http://schemas.openxmlformats.org/officeDocument/2006/relationships/image" Target="../media/image2083.png"/><Relationship Id="rId162" Type="http://schemas.openxmlformats.org/officeDocument/2006/relationships/customXml" Target="../ink/ink2234.xml"/><Relationship Id="rId183" Type="http://schemas.openxmlformats.org/officeDocument/2006/relationships/image" Target="../media/image2171.png"/><Relationship Id="rId218" Type="http://schemas.openxmlformats.org/officeDocument/2006/relationships/customXml" Target="../ink/ink2262.xml"/><Relationship Id="rId239" Type="http://schemas.openxmlformats.org/officeDocument/2006/relationships/image" Target="../media/image2199.png"/><Relationship Id="rId250" Type="http://schemas.openxmlformats.org/officeDocument/2006/relationships/customXml" Target="../ink/ink2278.xml"/><Relationship Id="rId271" Type="http://schemas.openxmlformats.org/officeDocument/2006/relationships/image" Target="../media/image2215.png"/><Relationship Id="rId24" Type="http://schemas.openxmlformats.org/officeDocument/2006/relationships/customXml" Target="../ink/ink2165.xml"/><Relationship Id="rId45" Type="http://schemas.openxmlformats.org/officeDocument/2006/relationships/image" Target="../media/image2102.png"/><Relationship Id="rId66" Type="http://schemas.openxmlformats.org/officeDocument/2006/relationships/customXml" Target="../ink/ink2186.xml"/><Relationship Id="rId87" Type="http://schemas.openxmlformats.org/officeDocument/2006/relationships/image" Target="../media/image2123.png"/><Relationship Id="rId110" Type="http://schemas.openxmlformats.org/officeDocument/2006/relationships/customXml" Target="../ink/ink2208.xml"/><Relationship Id="rId131" Type="http://schemas.openxmlformats.org/officeDocument/2006/relationships/image" Target="../media/image2145.png"/><Relationship Id="rId152" Type="http://schemas.openxmlformats.org/officeDocument/2006/relationships/customXml" Target="../ink/ink2229.xml"/><Relationship Id="rId173" Type="http://schemas.openxmlformats.org/officeDocument/2006/relationships/image" Target="../media/image2166.png"/><Relationship Id="rId194" Type="http://schemas.openxmlformats.org/officeDocument/2006/relationships/customXml" Target="../ink/ink2250.xml"/><Relationship Id="rId208" Type="http://schemas.openxmlformats.org/officeDocument/2006/relationships/customXml" Target="../ink/ink2257.xml"/><Relationship Id="rId229" Type="http://schemas.openxmlformats.org/officeDocument/2006/relationships/image" Target="../media/image2194.png"/><Relationship Id="rId240" Type="http://schemas.openxmlformats.org/officeDocument/2006/relationships/customXml" Target="../ink/ink2273.xml"/><Relationship Id="rId261" Type="http://schemas.openxmlformats.org/officeDocument/2006/relationships/image" Target="../media/image2210.png"/><Relationship Id="rId14" Type="http://schemas.openxmlformats.org/officeDocument/2006/relationships/customXml" Target="../ink/ink2160.xml"/><Relationship Id="rId35" Type="http://schemas.openxmlformats.org/officeDocument/2006/relationships/image" Target="../media/image2097.png"/><Relationship Id="rId56" Type="http://schemas.openxmlformats.org/officeDocument/2006/relationships/customXml" Target="../ink/ink2181.xml"/><Relationship Id="rId77" Type="http://schemas.openxmlformats.org/officeDocument/2006/relationships/image" Target="../media/image2118.png"/><Relationship Id="rId100" Type="http://schemas.openxmlformats.org/officeDocument/2006/relationships/customXml" Target="../ink/ink2203.xml"/><Relationship Id="rId282" Type="http://schemas.openxmlformats.org/officeDocument/2006/relationships/customXml" Target="../ink/ink2294.xml"/><Relationship Id="rId8" Type="http://schemas.openxmlformats.org/officeDocument/2006/relationships/customXml" Target="../ink/ink2157.xml"/><Relationship Id="rId98" Type="http://schemas.openxmlformats.org/officeDocument/2006/relationships/customXml" Target="../ink/ink2202.xml"/><Relationship Id="rId121" Type="http://schemas.openxmlformats.org/officeDocument/2006/relationships/image" Target="../media/image2140.png"/><Relationship Id="rId142" Type="http://schemas.openxmlformats.org/officeDocument/2006/relationships/customXml" Target="../ink/ink2224.xml"/><Relationship Id="rId163" Type="http://schemas.openxmlformats.org/officeDocument/2006/relationships/image" Target="../media/image2161.png"/><Relationship Id="rId184" Type="http://schemas.openxmlformats.org/officeDocument/2006/relationships/customXml" Target="../ink/ink2245.xml"/><Relationship Id="rId219" Type="http://schemas.openxmlformats.org/officeDocument/2006/relationships/image" Target="../media/image2189.png"/><Relationship Id="rId230" Type="http://schemas.openxmlformats.org/officeDocument/2006/relationships/customXml" Target="../ink/ink2268.xml"/><Relationship Id="rId251" Type="http://schemas.openxmlformats.org/officeDocument/2006/relationships/image" Target="../media/image2205.png"/><Relationship Id="rId25" Type="http://schemas.openxmlformats.org/officeDocument/2006/relationships/image" Target="../media/image2092.png"/><Relationship Id="rId46" Type="http://schemas.openxmlformats.org/officeDocument/2006/relationships/customXml" Target="../ink/ink2176.xml"/><Relationship Id="rId67" Type="http://schemas.openxmlformats.org/officeDocument/2006/relationships/image" Target="../media/image2113.png"/><Relationship Id="rId272" Type="http://schemas.openxmlformats.org/officeDocument/2006/relationships/customXml" Target="../ink/ink2289.xml"/><Relationship Id="rId88" Type="http://schemas.openxmlformats.org/officeDocument/2006/relationships/customXml" Target="../ink/ink2197.xml"/><Relationship Id="rId111" Type="http://schemas.openxmlformats.org/officeDocument/2006/relationships/image" Target="../media/image2135.png"/><Relationship Id="rId132" Type="http://schemas.openxmlformats.org/officeDocument/2006/relationships/customXml" Target="../ink/ink2219.xml"/><Relationship Id="rId153" Type="http://schemas.openxmlformats.org/officeDocument/2006/relationships/image" Target="../media/image2156.png"/><Relationship Id="rId174" Type="http://schemas.openxmlformats.org/officeDocument/2006/relationships/customXml" Target="../ink/ink2240.xml"/><Relationship Id="rId195" Type="http://schemas.openxmlformats.org/officeDocument/2006/relationships/image" Target="../media/image2177.png"/><Relationship Id="rId209" Type="http://schemas.openxmlformats.org/officeDocument/2006/relationships/image" Target="../media/image2184.png"/><Relationship Id="rId220" Type="http://schemas.openxmlformats.org/officeDocument/2006/relationships/customXml" Target="../ink/ink2263.xml"/><Relationship Id="rId241" Type="http://schemas.openxmlformats.org/officeDocument/2006/relationships/image" Target="../media/image2200.png"/><Relationship Id="rId15" Type="http://schemas.openxmlformats.org/officeDocument/2006/relationships/image" Target="../media/image2087.png"/><Relationship Id="rId36" Type="http://schemas.openxmlformats.org/officeDocument/2006/relationships/customXml" Target="../ink/ink2171.xml"/><Relationship Id="rId57" Type="http://schemas.openxmlformats.org/officeDocument/2006/relationships/image" Target="../media/image2108.png"/><Relationship Id="rId262" Type="http://schemas.openxmlformats.org/officeDocument/2006/relationships/customXml" Target="../ink/ink2284.xml"/><Relationship Id="rId283" Type="http://schemas.openxmlformats.org/officeDocument/2006/relationships/image" Target="../media/image2221.png"/><Relationship Id="rId78" Type="http://schemas.openxmlformats.org/officeDocument/2006/relationships/customXml" Target="../ink/ink2192.xml"/><Relationship Id="rId99" Type="http://schemas.openxmlformats.org/officeDocument/2006/relationships/image" Target="../media/image2129.png"/><Relationship Id="rId101" Type="http://schemas.openxmlformats.org/officeDocument/2006/relationships/image" Target="../media/image2130.png"/><Relationship Id="rId122" Type="http://schemas.openxmlformats.org/officeDocument/2006/relationships/customXml" Target="../ink/ink2214.xml"/><Relationship Id="rId143" Type="http://schemas.openxmlformats.org/officeDocument/2006/relationships/image" Target="../media/image2151.png"/><Relationship Id="rId164" Type="http://schemas.openxmlformats.org/officeDocument/2006/relationships/customXml" Target="../ink/ink2235.xml"/><Relationship Id="rId185" Type="http://schemas.openxmlformats.org/officeDocument/2006/relationships/image" Target="../media/image2172.png"/><Relationship Id="rId9" Type="http://schemas.openxmlformats.org/officeDocument/2006/relationships/image" Target="../media/image2084.png"/><Relationship Id="rId210" Type="http://schemas.openxmlformats.org/officeDocument/2006/relationships/customXml" Target="../ink/ink2258.xml"/><Relationship Id="rId26" Type="http://schemas.openxmlformats.org/officeDocument/2006/relationships/customXml" Target="../ink/ink2166.xml"/><Relationship Id="rId231" Type="http://schemas.openxmlformats.org/officeDocument/2006/relationships/image" Target="../media/image2195.png"/><Relationship Id="rId252" Type="http://schemas.openxmlformats.org/officeDocument/2006/relationships/customXml" Target="../ink/ink2279.xml"/><Relationship Id="rId273" Type="http://schemas.openxmlformats.org/officeDocument/2006/relationships/image" Target="../media/image2216.png"/><Relationship Id="rId47" Type="http://schemas.openxmlformats.org/officeDocument/2006/relationships/image" Target="../media/image2103.png"/><Relationship Id="rId68" Type="http://schemas.openxmlformats.org/officeDocument/2006/relationships/customXml" Target="../ink/ink2187.xml"/><Relationship Id="rId89" Type="http://schemas.openxmlformats.org/officeDocument/2006/relationships/image" Target="../media/image2124.png"/><Relationship Id="rId112" Type="http://schemas.openxmlformats.org/officeDocument/2006/relationships/customXml" Target="../ink/ink2209.xml"/><Relationship Id="rId133" Type="http://schemas.openxmlformats.org/officeDocument/2006/relationships/image" Target="../media/image2146.png"/><Relationship Id="rId154" Type="http://schemas.openxmlformats.org/officeDocument/2006/relationships/customXml" Target="../ink/ink2230.xml"/><Relationship Id="rId175" Type="http://schemas.openxmlformats.org/officeDocument/2006/relationships/image" Target="../media/image2167.png"/><Relationship Id="rId196" Type="http://schemas.openxmlformats.org/officeDocument/2006/relationships/customXml" Target="../ink/ink2251.xml"/><Relationship Id="rId200" Type="http://schemas.openxmlformats.org/officeDocument/2006/relationships/customXml" Target="../ink/ink2253.xml"/><Relationship Id="rId16" Type="http://schemas.openxmlformats.org/officeDocument/2006/relationships/customXml" Target="../ink/ink2161.xml"/><Relationship Id="rId221" Type="http://schemas.openxmlformats.org/officeDocument/2006/relationships/image" Target="../media/image2190.png"/><Relationship Id="rId242" Type="http://schemas.openxmlformats.org/officeDocument/2006/relationships/customXml" Target="../ink/ink2274.xml"/><Relationship Id="rId263" Type="http://schemas.openxmlformats.org/officeDocument/2006/relationships/image" Target="../media/image2211.png"/><Relationship Id="rId284" Type="http://schemas.openxmlformats.org/officeDocument/2006/relationships/customXml" Target="../ink/ink2295.xml"/><Relationship Id="rId37" Type="http://schemas.openxmlformats.org/officeDocument/2006/relationships/image" Target="../media/image2098.png"/><Relationship Id="rId58" Type="http://schemas.openxmlformats.org/officeDocument/2006/relationships/customXml" Target="../ink/ink2182.xml"/><Relationship Id="rId79" Type="http://schemas.openxmlformats.org/officeDocument/2006/relationships/image" Target="../media/image2119.png"/><Relationship Id="rId102" Type="http://schemas.openxmlformats.org/officeDocument/2006/relationships/customXml" Target="../ink/ink2204.xml"/><Relationship Id="rId123" Type="http://schemas.openxmlformats.org/officeDocument/2006/relationships/image" Target="../media/image2141.png"/><Relationship Id="rId144" Type="http://schemas.openxmlformats.org/officeDocument/2006/relationships/customXml" Target="../ink/ink2225.xml"/><Relationship Id="rId90" Type="http://schemas.openxmlformats.org/officeDocument/2006/relationships/customXml" Target="../ink/ink2198.xml"/><Relationship Id="rId165" Type="http://schemas.openxmlformats.org/officeDocument/2006/relationships/image" Target="../media/image2162.png"/><Relationship Id="rId186" Type="http://schemas.openxmlformats.org/officeDocument/2006/relationships/customXml" Target="../ink/ink2246.xml"/><Relationship Id="rId211" Type="http://schemas.openxmlformats.org/officeDocument/2006/relationships/image" Target="../media/image2185.png"/><Relationship Id="rId232" Type="http://schemas.openxmlformats.org/officeDocument/2006/relationships/customXml" Target="../ink/ink2269.xml"/><Relationship Id="rId253" Type="http://schemas.openxmlformats.org/officeDocument/2006/relationships/image" Target="../media/image2206.png"/><Relationship Id="rId274" Type="http://schemas.openxmlformats.org/officeDocument/2006/relationships/customXml" Target="../ink/ink2290.xml"/><Relationship Id="rId27" Type="http://schemas.openxmlformats.org/officeDocument/2006/relationships/image" Target="../media/image2093.png"/><Relationship Id="rId48" Type="http://schemas.openxmlformats.org/officeDocument/2006/relationships/customXml" Target="../ink/ink2177.xml"/><Relationship Id="rId69" Type="http://schemas.openxmlformats.org/officeDocument/2006/relationships/image" Target="../media/image2114.png"/><Relationship Id="rId113" Type="http://schemas.openxmlformats.org/officeDocument/2006/relationships/image" Target="../media/image2136.png"/><Relationship Id="rId134" Type="http://schemas.openxmlformats.org/officeDocument/2006/relationships/customXml" Target="../ink/ink2220.xml"/><Relationship Id="rId80" Type="http://schemas.openxmlformats.org/officeDocument/2006/relationships/customXml" Target="../ink/ink2193.xml"/><Relationship Id="rId155" Type="http://schemas.openxmlformats.org/officeDocument/2006/relationships/image" Target="../media/image2157.png"/><Relationship Id="rId176" Type="http://schemas.openxmlformats.org/officeDocument/2006/relationships/customXml" Target="../ink/ink2241.xml"/><Relationship Id="rId197" Type="http://schemas.openxmlformats.org/officeDocument/2006/relationships/image" Target="../media/image2178.png"/><Relationship Id="rId201" Type="http://schemas.openxmlformats.org/officeDocument/2006/relationships/image" Target="../media/image2180.png"/><Relationship Id="rId222" Type="http://schemas.openxmlformats.org/officeDocument/2006/relationships/customXml" Target="../ink/ink2264.xml"/><Relationship Id="rId243" Type="http://schemas.openxmlformats.org/officeDocument/2006/relationships/image" Target="../media/image2201.png"/><Relationship Id="rId264" Type="http://schemas.openxmlformats.org/officeDocument/2006/relationships/customXml" Target="../ink/ink2285.xml"/><Relationship Id="rId285" Type="http://schemas.openxmlformats.org/officeDocument/2006/relationships/image" Target="../media/image2222.png"/><Relationship Id="rId17" Type="http://schemas.openxmlformats.org/officeDocument/2006/relationships/image" Target="../media/image2088.png"/><Relationship Id="rId38" Type="http://schemas.openxmlformats.org/officeDocument/2006/relationships/customXml" Target="../ink/ink2172.xml"/><Relationship Id="rId59" Type="http://schemas.openxmlformats.org/officeDocument/2006/relationships/image" Target="../media/image2109.png"/><Relationship Id="rId103" Type="http://schemas.openxmlformats.org/officeDocument/2006/relationships/image" Target="../media/image2131.png"/><Relationship Id="rId124" Type="http://schemas.openxmlformats.org/officeDocument/2006/relationships/customXml" Target="../ink/ink2215.xml"/><Relationship Id="rId70" Type="http://schemas.openxmlformats.org/officeDocument/2006/relationships/customXml" Target="../ink/ink2188.xml"/><Relationship Id="rId91" Type="http://schemas.openxmlformats.org/officeDocument/2006/relationships/image" Target="../media/image2125.png"/><Relationship Id="rId145" Type="http://schemas.openxmlformats.org/officeDocument/2006/relationships/image" Target="../media/image2152.png"/><Relationship Id="rId166" Type="http://schemas.openxmlformats.org/officeDocument/2006/relationships/customXml" Target="../ink/ink2236.xml"/><Relationship Id="rId187" Type="http://schemas.openxmlformats.org/officeDocument/2006/relationships/image" Target="../media/image217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59.xml"/><Relationship Id="rId233" Type="http://schemas.openxmlformats.org/officeDocument/2006/relationships/image" Target="../media/image2196.png"/><Relationship Id="rId254" Type="http://schemas.openxmlformats.org/officeDocument/2006/relationships/customXml" Target="../ink/ink2280.xml"/><Relationship Id="rId28" Type="http://schemas.openxmlformats.org/officeDocument/2006/relationships/customXml" Target="../ink/ink2167.xml"/><Relationship Id="rId49" Type="http://schemas.openxmlformats.org/officeDocument/2006/relationships/image" Target="../media/image2104.png"/><Relationship Id="rId114" Type="http://schemas.openxmlformats.org/officeDocument/2006/relationships/customXml" Target="../ink/ink2210.xml"/><Relationship Id="rId275" Type="http://schemas.openxmlformats.org/officeDocument/2006/relationships/image" Target="../media/image2217.png"/><Relationship Id="rId60" Type="http://schemas.openxmlformats.org/officeDocument/2006/relationships/customXml" Target="../ink/ink2183.xml"/><Relationship Id="rId81" Type="http://schemas.openxmlformats.org/officeDocument/2006/relationships/image" Target="../media/image2120.png"/><Relationship Id="rId135" Type="http://schemas.openxmlformats.org/officeDocument/2006/relationships/image" Target="../media/image2147.png"/><Relationship Id="rId156" Type="http://schemas.openxmlformats.org/officeDocument/2006/relationships/customXml" Target="../ink/ink2231.xml"/><Relationship Id="rId177" Type="http://schemas.openxmlformats.org/officeDocument/2006/relationships/image" Target="../media/image2168.png"/><Relationship Id="rId198" Type="http://schemas.openxmlformats.org/officeDocument/2006/relationships/customXml" Target="../ink/ink2252.xml"/><Relationship Id="rId202" Type="http://schemas.openxmlformats.org/officeDocument/2006/relationships/customXml" Target="../ink/ink2254.xml"/><Relationship Id="rId223" Type="http://schemas.openxmlformats.org/officeDocument/2006/relationships/image" Target="../media/image2191.png"/><Relationship Id="rId244" Type="http://schemas.openxmlformats.org/officeDocument/2006/relationships/customXml" Target="../ink/ink2275.xml"/><Relationship Id="rId18" Type="http://schemas.openxmlformats.org/officeDocument/2006/relationships/customXml" Target="../ink/ink2162.xml"/><Relationship Id="rId39" Type="http://schemas.openxmlformats.org/officeDocument/2006/relationships/image" Target="../media/image2099.png"/><Relationship Id="rId265" Type="http://schemas.openxmlformats.org/officeDocument/2006/relationships/image" Target="../media/image2212.png"/><Relationship Id="rId286" Type="http://schemas.openxmlformats.org/officeDocument/2006/relationships/customXml" Target="../ink/ink2296.xml"/><Relationship Id="rId50" Type="http://schemas.openxmlformats.org/officeDocument/2006/relationships/customXml" Target="../ink/ink2178.xml"/><Relationship Id="rId104" Type="http://schemas.openxmlformats.org/officeDocument/2006/relationships/customXml" Target="../ink/ink2205.xml"/><Relationship Id="rId125" Type="http://schemas.openxmlformats.org/officeDocument/2006/relationships/image" Target="../media/image2142.png"/><Relationship Id="rId146" Type="http://schemas.openxmlformats.org/officeDocument/2006/relationships/customXml" Target="../ink/ink2226.xml"/><Relationship Id="rId167" Type="http://schemas.openxmlformats.org/officeDocument/2006/relationships/image" Target="../media/image2163.png"/><Relationship Id="rId188" Type="http://schemas.openxmlformats.org/officeDocument/2006/relationships/customXml" Target="../ink/ink2247.xml"/><Relationship Id="rId71" Type="http://schemas.openxmlformats.org/officeDocument/2006/relationships/image" Target="../media/image2115.png"/><Relationship Id="rId92" Type="http://schemas.openxmlformats.org/officeDocument/2006/relationships/customXml" Target="../ink/ink2199.xml"/><Relationship Id="rId213" Type="http://schemas.openxmlformats.org/officeDocument/2006/relationships/image" Target="../media/image2186.png"/><Relationship Id="rId234" Type="http://schemas.openxmlformats.org/officeDocument/2006/relationships/customXml" Target="../ink/ink2270.xml"/><Relationship Id="rId2" Type="http://schemas.openxmlformats.org/officeDocument/2006/relationships/image" Target="../media/image2080.png"/><Relationship Id="rId29" Type="http://schemas.openxmlformats.org/officeDocument/2006/relationships/image" Target="../media/image2094.png"/><Relationship Id="rId255" Type="http://schemas.openxmlformats.org/officeDocument/2006/relationships/image" Target="../media/image2207.png"/><Relationship Id="rId276" Type="http://schemas.openxmlformats.org/officeDocument/2006/relationships/customXml" Target="../ink/ink2291.xml"/><Relationship Id="rId40" Type="http://schemas.openxmlformats.org/officeDocument/2006/relationships/customXml" Target="../ink/ink2173.xml"/><Relationship Id="rId115" Type="http://schemas.openxmlformats.org/officeDocument/2006/relationships/image" Target="../media/image2137.png"/><Relationship Id="rId136" Type="http://schemas.openxmlformats.org/officeDocument/2006/relationships/customXml" Target="../ink/ink2221.xml"/><Relationship Id="rId157" Type="http://schemas.openxmlformats.org/officeDocument/2006/relationships/image" Target="../media/image2158.png"/><Relationship Id="rId178" Type="http://schemas.openxmlformats.org/officeDocument/2006/relationships/customXml" Target="../ink/ink2242.xml"/><Relationship Id="rId61" Type="http://schemas.openxmlformats.org/officeDocument/2006/relationships/image" Target="../media/image2110.png"/><Relationship Id="rId82" Type="http://schemas.openxmlformats.org/officeDocument/2006/relationships/customXml" Target="../ink/ink2194.xml"/><Relationship Id="rId199" Type="http://schemas.openxmlformats.org/officeDocument/2006/relationships/image" Target="../media/image2179.png"/><Relationship Id="rId203" Type="http://schemas.openxmlformats.org/officeDocument/2006/relationships/image" Target="../media/image2181.png"/><Relationship Id="rId19" Type="http://schemas.openxmlformats.org/officeDocument/2006/relationships/image" Target="../media/image2089.png"/><Relationship Id="rId224" Type="http://schemas.openxmlformats.org/officeDocument/2006/relationships/customXml" Target="../ink/ink2265.xml"/><Relationship Id="rId245" Type="http://schemas.openxmlformats.org/officeDocument/2006/relationships/image" Target="../media/image2202.png"/><Relationship Id="rId266" Type="http://schemas.openxmlformats.org/officeDocument/2006/relationships/customXml" Target="../ink/ink2286.xml"/><Relationship Id="rId287" Type="http://schemas.openxmlformats.org/officeDocument/2006/relationships/image" Target="../media/image2223.png"/><Relationship Id="rId30" Type="http://schemas.openxmlformats.org/officeDocument/2006/relationships/customXml" Target="../ink/ink2168.xml"/><Relationship Id="rId105" Type="http://schemas.openxmlformats.org/officeDocument/2006/relationships/image" Target="../media/image2132.png"/><Relationship Id="rId126" Type="http://schemas.openxmlformats.org/officeDocument/2006/relationships/customXml" Target="../ink/ink2216.xml"/><Relationship Id="rId147" Type="http://schemas.openxmlformats.org/officeDocument/2006/relationships/image" Target="../media/image2153.png"/><Relationship Id="rId168" Type="http://schemas.openxmlformats.org/officeDocument/2006/relationships/customXml" Target="../ink/ink2237.xml"/><Relationship Id="rId51" Type="http://schemas.openxmlformats.org/officeDocument/2006/relationships/image" Target="../media/image2105.png"/><Relationship Id="rId72" Type="http://schemas.openxmlformats.org/officeDocument/2006/relationships/customXml" Target="../ink/ink2189.xml"/><Relationship Id="rId93" Type="http://schemas.openxmlformats.org/officeDocument/2006/relationships/image" Target="../media/image2126.png"/><Relationship Id="rId189" Type="http://schemas.openxmlformats.org/officeDocument/2006/relationships/image" Target="../media/image2174.png"/><Relationship Id="rId3" Type="http://schemas.openxmlformats.org/officeDocument/2006/relationships/image" Target="../media/image2081.png"/><Relationship Id="rId214" Type="http://schemas.openxmlformats.org/officeDocument/2006/relationships/customXml" Target="../ink/ink2260.xml"/><Relationship Id="rId235" Type="http://schemas.openxmlformats.org/officeDocument/2006/relationships/image" Target="../media/image2197.png"/><Relationship Id="rId256" Type="http://schemas.openxmlformats.org/officeDocument/2006/relationships/customXml" Target="../ink/ink2281.xml"/><Relationship Id="rId277" Type="http://schemas.openxmlformats.org/officeDocument/2006/relationships/image" Target="../media/image2218.png"/><Relationship Id="rId116" Type="http://schemas.openxmlformats.org/officeDocument/2006/relationships/customXml" Target="../ink/ink2211.xml"/><Relationship Id="rId137" Type="http://schemas.openxmlformats.org/officeDocument/2006/relationships/image" Target="../media/image2148.png"/><Relationship Id="rId158" Type="http://schemas.openxmlformats.org/officeDocument/2006/relationships/customXml" Target="../ink/ink2232.xml"/><Relationship Id="rId20" Type="http://schemas.openxmlformats.org/officeDocument/2006/relationships/customXml" Target="../ink/ink2163.xml"/><Relationship Id="rId41" Type="http://schemas.openxmlformats.org/officeDocument/2006/relationships/image" Target="../media/image2100.png"/><Relationship Id="rId62" Type="http://schemas.openxmlformats.org/officeDocument/2006/relationships/customXml" Target="../ink/ink2184.xml"/><Relationship Id="rId83" Type="http://schemas.openxmlformats.org/officeDocument/2006/relationships/image" Target="../media/image2121.png"/><Relationship Id="rId179" Type="http://schemas.openxmlformats.org/officeDocument/2006/relationships/image" Target="../media/image2169.png"/><Relationship Id="rId190" Type="http://schemas.openxmlformats.org/officeDocument/2006/relationships/customXml" Target="../ink/ink2248.xml"/><Relationship Id="rId204" Type="http://schemas.openxmlformats.org/officeDocument/2006/relationships/customXml" Target="../ink/ink2255.xml"/><Relationship Id="rId225" Type="http://schemas.openxmlformats.org/officeDocument/2006/relationships/image" Target="../media/image2192.png"/><Relationship Id="rId246" Type="http://schemas.openxmlformats.org/officeDocument/2006/relationships/customXml" Target="../ink/ink2276.xml"/><Relationship Id="rId267" Type="http://schemas.openxmlformats.org/officeDocument/2006/relationships/image" Target="../media/image2213.png"/><Relationship Id="rId288" Type="http://schemas.openxmlformats.org/officeDocument/2006/relationships/customXml" Target="../ink/ink2297.xml"/><Relationship Id="rId106" Type="http://schemas.openxmlformats.org/officeDocument/2006/relationships/customXml" Target="../ink/ink2206.xml"/><Relationship Id="rId127" Type="http://schemas.openxmlformats.org/officeDocument/2006/relationships/image" Target="../media/image2143.png"/><Relationship Id="rId10" Type="http://schemas.openxmlformats.org/officeDocument/2006/relationships/customXml" Target="../ink/ink2158.xml"/><Relationship Id="rId31" Type="http://schemas.openxmlformats.org/officeDocument/2006/relationships/image" Target="../media/image2095.png"/><Relationship Id="rId52" Type="http://schemas.openxmlformats.org/officeDocument/2006/relationships/customXml" Target="../ink/ink2179.xml"/><Relationship Id="rId73" Type="http://schemas.openxmlformats.org/officeDocument/2006/relationships/image" Target="../media/image2116.png"/><Relationship Id="rId94" Type="http://schemas.openxmlformats.org/officeDocument/2006/relationships/customXml" Target="../ink/ink2200.xml"/><Relationship Id="rId148" Type="http://schemas.openxmlformats.org/officeDocument/2006/relationships/customXml" Target="../ink/ink2227.xml"/><Relationship Id="rId169" Type="http://schemas.openxmlformats.org/officeDocument/2006/relationships/image" Target="../media/image2164.png"/><Relationship Id="rId4" Type="http://schemas.openxmlformats.org/officeDocument/2006/relationships/customXml" Target="../ink/ink2155.xml"/><Relationship Id="rId180" Type="http://schemas.openxmlformats.org/officeDocument/2006/relationships/customXml" Target="../ink/ink2243.xml"/><Relationship Id="rId215" Type="http://schemas.openxmlformats.org/officeDocument/2006/relationships/image" Target="../media/image2187.png"/><Relationship Id="rId236" Type="http://schemas.openxmlformats.org/officeDocument/2006/relationships/customXml" Target="../ink/ink2271.xml"/><Relationship Id="rId257" Type="http://schemas.openxmlformats.org/officeDocument/2006/relationships/image" Target="../media/image2208.png"/><Relationship Id="rId278" Type="http://schemas.openxmlformats.org/officeDocument/2006/relationships/customXml" Target="../ink/ink2292.xml"/><Relationship Id="rId42" Type="http://schemas.openxmlformats.org/officeDocument/2006/relationships/customXml" Target="../ink/ink2174.xml"/><Relationship Id="rId84" Type="http://schemas.openxmlformats.org/officeDocument/2006/relationships/customXml" Target="../ink/ink2195.xml"/><Relationship Id="rId138" Type="http://schemas.openxmlformats.org/officeDocument/2006/relationships/customXml" Target="../ink/ink2222.xml"/><Relationship Id="rId191" Type="http://schemas.openxmlformats.org/officeDocument/2006/relationships/image" Target="../media/image2175.png"/><Relationship Id="rId205" Type="http://schemas.openxmlformats.org/officeDocument/2006/relationships/image" Target="../media/image2182.png"/><Relationship Id="rId247" Type="http://schemas.openxmlformats.org/officeDocument/2006/relationships/image" Target="../media/image2203.png"/><Relationship Id="rId107" Type="http://schemas.openxmlformats.org/officeDocument/2006/relationships/image" Target="../media/image2133.png"/><Relationship Id="rId289" Type="http://schemas.openxmlformats.org/officeDocument/2006/relationships/image" Target="../media/image2224.png"/><Relationship Id="rId11" Type="http://schemas.openxmlformats.org/officeDocument/2006/relationships/image" Target="../media/image2085.png"/><Relationship Id="rId53" Type="http://schemas.openxmlformats.org/officeDocument/2006/relationships/image" Target="../media/image2106.png"/><Relationship Id="rId149" Type="http://schemas.openxmlformats.org/officeDocument/2006/relationships/image" Target="../media/image2154.png"/><Relationship Id="rId95" Type="http://schemas.openxmlformats.org/officeDocument/2006/relationships/image" Target="../media/image2127.png"/><Relationship Id="rId160" Type="http://schemas.openxmlformats.org/officeDocument/2006/relationships/customXml" Target="../ink/ink2233.xml"/><Relationship Id="rId216" Type="http://schemas.openxmlformats.org/officeDocument/2006/relationships/customXml" Target="../ink/ink2261.xml"/><Relationship Id="rId258" Type="http://schemas.openxmlformats.org/officeDocument/2006/relationships/customXml" Target="../ink/ink2282.xml"/><Relationship Id="rId22" Type="http://schemas.openxmlformats.org/officeDocument/2006/relationships/customXml" Target="../ink/ink2164.xml"/><Relationship Id="rId64" Type="http://schemas.openxmlformats.org/officeDocument/2006/relationships/customXml" Target="../ink/ink2185.xml"/><Relationship Id="rId118" Type="http://schemas.openxmlformats.org/officeDocument/2006/relationships/customXml" Target="../ink/ink2212.xml"/><Relationship Id="rId171" Type="http://schemas.openxmlformats.org/officeDocument/2006/relationships/image" Target="../media/image2165.png"/><Relationship Id="rId227" Type="http://schemas.openxmlformats.org/officeDocument/2006/relationships/image" Target="../media/image2193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4.png"/><Relationship Id="rId21" Type="http://schemas.openxmlformats.org/officeDocument/2006/relationships/image" Target="../media/image2236.png"/><Relationship Id="rId42" Type="http://schemas.openxmlformats.org/officeDocument/2006/relationships/customXml" Target="../ink/ink2318.xml"/><Relationship Id="rId63" Type="http://schemas.openxmlformats.org/officeDocument/2006/relationships/image" Target="../media/image2257.png"/><Relationship Id="rId84" Type="http://schemas.openxmlformats.org/officeDocument/2006/relationships/customXml" Target="../ink/ink2339.xml"/><Relationship Id="rId138" Type="http://schemas.openxmlformats.org/officeDocument/2006/relationships/customXml" Target="../ink/ink2366.xml"/><Relationship Id="rId159" Type="http://schemas.openxmlformats.org/officeDocument/2006/relationships/image" Target="../media/image2305.png"/><Relationship Id="rId107" Type="http://schemas.openxmlformats.org/officeDocument/2006/relationships/image" Target="../media/image2279.png"/><Relationship Id="rId11" Type="http://schemas.openxmlformats.org/officeDocument/2006/relationships/image" Target="../media/image2231.png"/><Relationship Id="rId32" Type="http://schemas.openxmlformats.org/officeDocument/2006/relationships/customXml" Target="../ink/ink2313.xml"/><Relationship Id="rId53" Type="http://schemas.openxmlformats.org/officeDocument/2006/relationships/image" Target="../media/image2252.png"/><Relationship Id="rId74" Type="http://schemas.openxmlformats.org/officeDocument/2006/relationships/customXml" Target="../ink/ink2334.xml"/><Relationship Id="rId128" Type="http://schemas.openxmlformats.org/officeDocument/2006/relationships/customXml" Target="../ink/ink2361.xml"/><Relationship Id="rId149" Type="http://schemas.openxmlformats.org/officeDocument/2006/relationships/image" Target="../media/image2300.png"/><Relationship Id="rId5" Type="http://schemas.openxmlformats.org/officeDocument/2006/relationships/image" Target="../media/image2228.png"/><Relationship Id="rId95" Type="http://schemas.openxmlformats.org/officeDocument/2006/relationships/image" Target="../media/image2273.png"/><Relationship Id="rId160" Type="http://schemas.openxmlformats.org/officeDocument/2006/relationships/customXml" Target="../ink/ink2377.xml"/><Relationship Id="rId22" Type="http://schemas.openxmlformats.org/officeDocument/2006/relationships/customXml" Target="../ink/ink2308.xml"/><Relationship Id="rId43" Type="http://schemas.openxmlformats.org/officeDocument/2006/relationships/image" Target="../media/image2247.png"/><Relationship Id="rId64" Type="http://schemas.openxmlformats.org/officeDocument/2006/relationships/customXml" Target="../ink/ink2329.xml"/><Relationship Id="rId118" Type="http://schemas.openxmlformats.org/officeDocument/2006/relationships/customXml" Target="../ink/ink2356.xml"/><Relationship Id="rId139" Type="http://schemas.openxmlformats.org/officeDocument/2006/relationships/image" Target="../media/image2295.png"/><Relationship Id="rId85" Type="http://schemas.openxmlformats.org/officeDocument/2006/relationships/image" Target="../media/image2268.png"/><Relationship Id="rId150" Type="http://schemas.openxmlformats.org/officeDocument/2006/relationships/customXml" Target="../ink/ink2372.xml"/><Relationship Id="rId12" Type="http://schemas.openxmlformats.org/officeDocument/2006/relationships/customXml" Target="../ink/ink2303.xml"/><Relationship Id="rId33" Type="http://schemas.openxmlformats.org/officeDocument/2006/relationships/image" Target="../media/image2242.png"/><Relationship Id="rId108" Type="http://schemas.openxmlformats.org/officeDocument/2006/relationships/customXml" Target="../ink/ink2351.xml"/><Relationship Id="rId129" Type="http://schemas.openxmlformats.org/officeDocument/2006/relationships/image" Target="../media/image2290.png"/><Relationship Id="rId54" Type="http://schemas.openxmlformats.org/officeDocument/2006/relationships/customXml" Target="../ink/ink2324.xml"/><Relationship Id="rId70" Type="http://schemas.openxmlformats.org/officeDocument/2006/relationships/customXml" Target="../ink/ink2332.xml"/><Relationship Id="rId75" Type="http://schemas.openxmlformats.org/officeDocument/2006/relationships/image" Target="../media/image2263.png"/><Relationship Id="rId91" Type="http://schemas.openxmlformats.org/officeDocument/2006/relationships/image" Target="../media/image2271.png"/><Relationship Id="rId96" Type="http://schemas.openxmlformats.org/officeDocument/2006/relationships/customXml" Target="../ink/ink2345.xml"/><Relationship Id="rId140" Type="http://schemas.openxmlformats.org/officeDocument/2006/relationships/customXml" Target="../ink/ink2367.xml"/><Relationship Id="rId145" Type="http://schemas.openxmlformats.org/officeDocument/2006/relationships/image" Target="../media/image2298.png"/><Relationship Id="rId161" Type="http://schemas.openxmlformats.org/officeDocument/2006/relationships/image" Target="../media/image2306.png"/><Relationship Id="rId166" Type="http://schemas.openxmlformats.org/officeDocument/2006/relationships/customXml" Target="../ink/ink238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00.xml"/><Relationship Id="rId23" Type="http://schemas.openxmlformats.org/officeDocument/2006/relationships/image" Target="../media/image2237.png"/><Relationship Id="rId28" Type="http://schemas.openxmlformats.org/officeDocument/2006/relationships/customXml" Target="../ink/ink2311.xml"/><Relationship Id="rId49" Type="http://schemas.openxmlformats.org/officeDocument/2006/relationships/image" Target="../media/image2250.png"/><Relationship Id="rId114" Type="http://schemas.openxmlformats.org/officeDocument/2006/relationships/customXml" Target="../ink/ink2354.xml"/><Relationship Id="rId119" Type="http://schemas.openxmlformats.org/officeDocument/2006/relationships/image" Target="../media/image2285.png"/><Relationship Id="rId44" Type="http://schemas.openxmlformats.org/officeDocument/2006/relationships/customXml" Target="../ink/ink2319.xml"/><Relationship Id="rId60" Type="http://schemas.openxmlformats.org/officeDocument/2006/relationships/customXml" Target="../ink/ink2327.xml"/><Relationship Id="rId65" Type="http://schemas.openxmlformats.org/officeDocument/2006/relationships/image" Target="../media/image2258.png"/><Relationship Id="rId81" Type="http://schemas.openxmlformats.org/officeDocument/2006/relationships/image" Target="../media/image2266.png"/><Relationship Id="rId86" Type="http://schemas.openxmlformats.org/officeDocument/2006/relationships/customXml" Target="../ink/ink2340.xml"/><Relationship Id="rId130" Type="http://schemas.openxmlformats.org/officeDocument/2006/relationships/customXml" Target="../ink/ink2362.xml"/><Relationship Id="rId135" Type="http://schemas.openxmlformats.org/officeDocument/2006/relationships/image" Target="../media/image2293.png"/><Relationship Id="rId151" Type="http://schemas.openxmlformats.org/officeDocument/2006/relationships/image" Target="../media/image2301.png"/><Relationship Id="rId156" Type="http://schemas.openxmlformats.org/officeDocument/2006/relationships/customXml" Target="../ink/ink2375.xml"/><Relationship Id="rId13" Type="http://schemas.openxmlformats.org/officeDocument/2006/relationships/image" Target="../media/image2232.png"/><Relationship Id="rId18" Type="http://schemas.openxmlformats.org/officeDocument/2006/relationships/customXml" Target="../ink/ink2306.xml"/><Relationship Id="rId39" Type="http://schemas.openxmlformats.org/officeDocument/2006/relationships/image" Target="../media/image2245.png"/><Relationship Id="rId109" Type="http://schemas.openxmlformats.org/officeDocument/2006/relationships/image" Target="../media/image2280.png"/><Relationship Id="rId34" Type="http://schemas.openxmlformats.org/officeDocument/2006/relationships/customXml" Target="../ink/ink2314.xml"/><Relationship Id="rId50" Type="http://schemas.openxmlformats.org/officeDocument/2006/relationships/customXml" Target="../ink/ink2322.xml"/><Relationship Id="rId55" Type="http://schemas.openxmlformats.org/officeDocument/2006/relationships/image" Target="../media/image2253.png"/><Relationship Id="rId76" Type="http://schemas.openxmlformats.org/officeDocument/2006/relationships/customXml" Target="../ink/ink2335.xml"/><Relationship Id="rId97" Type="http://schemas.openxmlformats.org/officeDocument/2006/relationships/image" Target="../media/image2274.png"/><Relationship Id="rId104" Type="http://schemas.openxmlformats.org/officeDocument/2006/relationships/customXml" Target="../ink/ink2349.xml"/><Relationship Id="rId120" Type="http://schemas.openxmlformats.org/officeDocument/2006/relationships/customXml" Target="../ink/ink2357.xml"/><Relationship Id="rId125" Type="http://schemas.openxmlformats.org/officeDocument/2006/relationships/image" Target="../media/image2288.png"/><Relationship Id="rId141" Type="http://schemas.openxmlformats.org/officeDocument/2006/relationships/image" Target="../media/image2296.png"/><Relationship Id="rId146" Type="http://schemas.openxmlformats.org/officeDocument/2006/relationships/customXml" Target="../ink/ink2370.xml"/><Relationship Id="rId167" Type="http://schemas.openxmlformats.org/officeDocument/2006/relationships/image" Target="../media/image2309.png"/><Relationship Id="rId7" Type="http://schemas.openxmlformats.org/officeDocument/2006/relationships/image" Target="../media/image2229.png"/><Relationship Id="rId71" Type="http://schemas.openxmlformats.org/officeDocument/2006/relationships/image" Target="../media/image2261.png"/><Relationship Id="rId92" Type="http://schemas.openxmlformats.org/officeDocument/2006/relationships/customXml" Target="../ink/ink2343.xml"/><Relationship Id="rId162" Type="http://schemas.openxmlformats.org/officeDocument/2006/relationships/customXml" Target="../ink/ink2378.xml"/><Relationship Id="rId2" Type="http://schemas.openxmlformats.org/officeDocument/2006/relationships/image" Target="../media/image2226.png"/><Relationship Id="rId29" Type="http://schemas.openxmlformats.org/officeDocument/2006/relationships/image" Target="../media/image2240.png"/><Relationship Id="rId24" Type="http://schemas.openxmlformats.org/officeDocument/2006/relationships/customXml" Target="../ink/ink2309.xml"/><Relationship Id="rId40" Type="http://schemas.openxmlformats.org/officeDocument/2006/relationships/customXml" Target="../ink/ink2317.xml"/><Relationship Id="rId45" Type="http://schemas.openxmlformats.org/officeDocument/2006/relationships/image" Target="../media/image2248.png"/><Relationship Id="rId66" Type="http://schemas.openxmlformats.org/officeDocument/2006/relationships/customXml" Target="../ink/ink2330.xml"/><Relationship Id="rId87" Type="http://schemas.openxmlformats.org/officeDocument/2006/relationships/image" Target="../media/image2269.png"/><Relationship Id="rId110" Type="http://schemas.openxmlformats.org/officeDocument/2006/relationships/customXml" Target="../ink/ink2352.xml"/><Relationship Id="rId115" Type="http://schemas.openxmlformats.org/officeDocument/2006/relationships/image" Target="../media/image2283.png"/><Relationship Id="rId131" Type="http://schemas.openxmlformats.org/officeDocument/2006/relationships/image" Target="../media/image2291.png"/><Relationship Id="rId136" Type="http://schemas.openxmlformats.org/officeDocument/2006/relationships/customXml" Target="../ink/ink2365.xml"/><Relationship Id="rId157" Type="http://schemas.openxmlformats.org/officeDocument/2006/relationships/image" Target="../media/image2304.png"/><Relationship Id="rId61" Type="http://schemas.openxmlformats.org/officeDocument/2006/relationships/image" Target="../media/image2256.png"/><Relationship Id="rId82" Type="http://schemas.openxmlformats.org/officeDocument/2006/relationships/customXml" Target="../ink/ink2338.xml"/><Relationship Id="rId152" Type="http://schemas.openxmlformats.org/officeDocument/2006/relationships/customXml" Target="../ink/ink2373.xml"/><Relationship Id="rId19" Type="http://schemas.openxmlformats.org/officeDocument/2006/relationships/image" Target="../media/image2235.png"/><Relationship Id="rId14" Type="http://schemas.openxmlformats.org/officeDocument/2006/relationships/customXml" Target="../ink/ink2304.xml"/><Relationship Id="rId30" Type="http://schemas.openxmlformats.org/officeDocument/2006/relationships/customXml" Target="../ink/ink2312.xml"/><Relationship Id="rId35" Type="http://schemas.openxmlformats.org/officeDocument/2006/relationships/image" Target="../media/image2243.png"/><Relationship Id="rId56" Type="http://schemas.openxmlformats.org/officeDocument/2006/relationships/customXml" Target="../ink/ink2325.xml"/><Relationship Id="rId77" Type="http://schemas.openxmlformats.org/officeDocument/2006/relationships/image" Target="../media/image2264.png"/><Relationship Id="rId100" Type="http://schemas.openxmlformats.org/officeDocument/2006/relationships/customXml" Target="../ink/ink2347.xml"/><Relationship Id="rId105" Type="http://schemas.openxmlformats.org/officeDocument/2006/relationships/image" Target="../media/image2278.png"/><Relationship Id="rId126" Type="http://schemas.openxmlformats.org/officeDocument/2006/relationships/customXml" Target="../ink/ink2360.xml"/><Relationship Id="rId147" Type="http://schemas.openxmlformats.org/officeDocument/2006/relationships/image" Target="../media/image2299.png"/><Relationship Id="rId168" Type="http://schemas.openxmlformats.org/officeDocument/2006/relationships/customXml" Target="../ink/ink2381.xml"/><Relationship Id="rId8" Type="http://schemas.openxmlformats.org/officeDocument/2006/relationships/customXml" Target="../ink/ink2301.xml"/><Relationship Id="rId51" Type="http://schemas.openxmlformats.org/officeDocument/2006/relationships/image" Target="../media/image2251.png"/><Relationship Id="rId72" Type="http://schemas.openxmlformats.org/officeDocument/2006/relationships/customXml" Target="../ink/ink2333.xml"/><Relationship Id="rId93" Type="http://schemas.openxmlformats.org/officeDocument/2006/relationships/image" Target="../media/image2272.png"/><Relationship Id="rId98" Type="http://schemas.openxmlformats.org/officeDocument/2006/relationships/customXml" Target="../ink/ink2346.xml"/><Relationship Id="rId121" Type="http://schemas.openxmlformats.org/officeDocument/2006/relationships/image" Target="../media/image2286.png"/><Relationship Id="rId142" Type="http://schemas.openxmlformats.org/officeDocument/2006/relationships/customXml" Target="../ink/ink2368.xml"/><Relationship Id="rId163" Type="http://schemas.openxmlformats.org/officeDocument/2006/relationships/image" Target="../media/image2307.png"/><Relationship Id="rId3" Type="http://schemas.openxmlformats.org/officeDocument/2006/relationships/image" Target="../media/image2227.png"/><Relationship Id="rId25" Type="http://schemas.openxmlformats.org/officeDocument/2006/relationships/image" Target="../media/image2238.png"/><Relationship Id="rId46" Type="http://schemas.openxmlformats.org/officeDocument/2006/relationships/customXml" Target="../ink/ink2320.xml"/><Relationship Id="rId67" Type="http://schemas.openxmlformats.org/officeDocument/2006/relationships/image" Target="../media/image2259.png"/><Relationship Id="rId116" Type="http://schemas.openxmlformats.org/officeDocument/2006/relationships/customXml" Target="../ink/ink2355.xml"/><Relationship Id="rId137" Type="http://schemas.openxmlformats.org/officeDocument/2006/relationships/image" Target="../media/image2294.png"/><Relationship Id="rId158" Type="http://schemas.openxmlformats.org/officeDocument/2006/relationships/customXml" Target="../ink/ink2376.xml"/><Relationship Id="rId20" Type="http://schemas.openxmlformats.org/officeDocument/2006/relationships/customXml" Target="../ink/ink2307.xml"/><Relationship Id="rId41" Type="http://schemas.openxmlformats.org/officeDocument/2006/relationships/image" Target="../media/image2246.png"/><Relationship Id="rId62" Type="http://schemas.openxmlformats.org/officeDocument/2006/relationships/customXml" Target="../ink/ink2328.xml"/><Relationship Id="rId83" Type="http://schemas.openxmlformats.org/officeDocument/2006/relationships/image" Target="../media/image2267.png"/><Relationship Id="rId88" Type="http://schemas.openxmlformats.org/officeDocument/2006/relationships/customXml" Target="../ink/ink2341.xml"/><Relationship Id="rId111" Type="http://schemas.openxmlformats.org/officeDocument/2006/relationships/image" Target="../media/image2281.png"/><Relationship Id="rId132" Type="http://schemas.openxmlformats.org/officeDocument/2006/relationships/customXml" Target="../ink/ink2363.xml"/><Relationship Id="rId153" Type="http://schemas.openxmlformats.org/officeDocument/2006/relationships/image" Target="../media/image2302.png"/><Relationship Id="rId15" Type="http://schemas.openxmlformats.org/officeDocument/2006/relationships/image" Target="../media/image2233.png"/><Relationship Id="rId36" Type="http://schemas.openxmlformats.org/officeDocument/2006/relationships/customXml" Target="../ink/ink2315.xml"/><Relationship Id="rId57" Type="http://schemas.openxmlformats.org/officeDocument/2006/relationships/image" Target="../media/image2254.png"/><Relationship Id="rId106" Type="http://schemas.openxmlformats.org/officeDocument/2006/relationships/customXml" Target="../ink/ink2350.xml"/><Relationship Id="rId127" Type="http://schemas.openxmlformats.org/officeDocument/2006/relationships/image" Target="../media/image2289.png"/><Relationship Id="rId10" Type="http://schemas.openxmlformats.org/officeDocument/2006/relationships/customXml" Target="../ink/ink2302.xml"/><Relationship Id="rId31" Type="http://schemas.openxmlformats.org/officeDocument/2006/relationships/image" Target="../media/image2241.png"/><Relationship Id="rId52" Type="http://schemas.openxmlformats.org/officeDocument/2006/relationships/customXml" Target="../ink/ink2323.xml"/><Relationship Id="rId73" Type="http://schemas.openxmlformats.org/officeDocument/2006/relationships/image" Target="../media/image2262.png"/><Relationship Id="rId78" Type="http://schemas.openxmlformats.org/officeDocument/2006/relationships/customXml" Target="../ink/ink2336.xml"/><Relationship Id="rId94" Type="http://schemas.openxmlformats.org/officeDocument/2006/relationships/customXml" Target="../ink/ink2344.xml"/><Relationship Id="rId99" Type="http://schemas.openxmlformats.org/officeDocument/2006/relationships/image" Target="../media/image2275.png"/><Relationship Id="rId101" Type="http://schemas.openxmlformats.org/officeDocument/2006/relationships/image" Target="../media/image2276.png"/><Relationship Id="rId122" Type="http://schemas.openxmlformats.org/officeDocument/2006/relationships/customXml" Target="../ink/ink2358.xml"/><Relationship Id="rId143" Type="http://schemas.openxmlformats.org/officeDocument/2006/relationships/image" Target="../media/image2297.png"/><Relationship Id="rId148" Type="http://schemas.openxmlformats.org/officeDocument/2006/relationships/customXml" Target="../ink/ink2371.xml"/><Relationship Id="rId164" Type="http://schemas.openxmlformats.org/officeDocument/2006/relationships/customXml" Target="../ink/ink2379.xml"/><Relationship Id="rId169" Type="http://schemas.openxmlformats.org/officeDocument/2006/relationships/image" Target="../media/image2310.png"/><Relationship Id="rId4" Type="http://schemas.openxmlformats.org/officeDocument/2006/relationships/customXml" Target="../ink/ink2299.xml"/><Relationship Id="rId9" Type="http://schemas.openxmlformats.org/officeDocument/2006/relationships/image" Target="../media/image2230.png"/><Relationship Id="rId26" Type="http://schemas.openxmlformats.org/officeDocument/2006/relationships/customXml" Target="../ink/ink2310.xml"/><Relationship Id="rId47" Type="http://schemas.openxmlformats.org/officeDocument/2006/relationships/image" Target="../media/image2249.png"/><Relationship Id="rId68" Type="http://schemas.openxmlformats.org/officeDocument/2006/relationships/customXml" Target="../ink/ink2331.xml"/><Relationship Id="rId89" Type="http://schemas.openxmlformats.org/officeDocument/2006/relationships/image" Target="../media/image2270.png"/><Relationship Id="rId112" Type="http://schemas.openxmlformats.org/officeDocument/2006/relationships/customXml" Target="../ink/ink2353.xml"/><Relationship Id="rId133" Type="http://schemas.openxmlformats.org/officeDocument/2006/relationships/image" Target="../media/image2292.png"/><Relationship Id="rId154" Type="http://schemas.openxmlformats.org/officeDocument/2006/relationships/customXml" Target="../ink/ink2374.xml"/><Relationship Id="rId16" Type="http://schemas.openxmlformats.org/officeDocument/2006/relationships/customXml" Target="../ink/ink2305.xml"/><Relationship Id="rId37" Type="http://schemas.openxmlformats.org/officeDocument/2006/relationships/image" Target="../media/image2244.png"/><Relationship Id="rId58" Type="http://schemas.openxmlformats.org/officeDocument/2006/relationships/customXml" Target="../ink/ink2326.xml"/><Relationship Id="rId79" Type="http://schemas.openxmlformats.org/officeDocument/2006/relationships/image" Target="../media/image2265.png"/><Relationship Id="rId102" Type="http://schemas.openxmlformats.org/officeDocument/2006/relationships/customXml" Target="../ink/ink2348.xml"/><Relationship Id="rId123" Type="http://schemas.openxmlformats.org/officeDocument/2006/relationships/image" Target="../media/image2287.png"/><Relationship Id="rId144" Type="http://schemas.openxmlformats.org/officeDocument/2006/relationships/customXml" Target="../ink/ink2369.xml"/><Relationship Id="rId90" Type="http://schemas.openxmlformats.org/officeDocument/2006/relationships/customXml" Target="../ink/ink2342.xml"/><Relationship Id="rId165" Type="http://schemas.openxmlformats.org/officeDocument/2006/relationships/image" Target="../media/image2308.png"/><Relationship Id="rId27" Type="http://schemas.openxmlformats.org/officeDocument/2006/relationships/image" Target="../media/image2239.png"/><Relationship Id="rId48" Type="http://schemas.openxmlformats.org/officeDocument/2006/relationships/customXml" Target="../ink/ink2321.xml"/><Relationship Id="rId69" Type="http://schemas.openxmlformats.org/officeDocument/2006/relationships/image" Target="../media/image2260.png"/><Relationship Id="rId113" Type="http://schemas.openxmlformats.org/officeDocument/2006/relationships/image" Target="../media/image2282.png"/><Relationship Id="rId134" Type="http://schemas.openxmlformats.org/officeDocument/2006/relationships/customXml" Target="../ink/ink2364.xml"/><Relationship Id="rId80" Type="http://schemas.openxmlformats.org/officeDocument/2006/relationships/customXml" Target="../ink/ink2337.xml"/><Relationship Id="rId155" Type="http://schemas.openxmlformats.org/officeDocument/2006/relationships/image" Target="../media/image2303.png"/><Relationship Id="rId17" Type="http://schemas.openxmlformats.org/officeDocument/2006/relationships/image" Target="../media/image2234.png"/><Relationship Id="rId38" Type="http://schemas.openxmlformats.org/officeDocument/2006/relationships/customXml" Target="../ink/ink2316.xml"/><Relationship Id="rId59" Type="http://schemas.openxmlformats.org/officeDocument/2006/relationships/image" Target="../media/image2255.png"/><Relationship Id="rId103" Type="http://schemas.openxmlformats.org/officeDocument/2006/relationships/image" Target="../media/image2277.png"/><Relationship Id="rId124" Type="http://schemas.openxmlformats.org/officeDocument/2006/relationships/customXml" Target="../ink/ink235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23.png"/><Relationship Id="rId231" Type="http://schemas.openxmlformats.org/officeDocument/2006/relationships/image" Target="../media/image674.png"/><Relationship Id="rId21" Type="http://schemas.openxmlformats.org/officeDocument/2006/relationships/customXml" Target="../ink/ink2391.xml"/><Relationship Id="rId42" Type="http://schemas.openxmlformats.org/officeDocument/2006/relationships/image" Target="../media/image2331.png"/><Relationship Id="rId47" Type="http://schemas.openxmlformats.org/officeDocument/2006/relationships/customXml" Target="../ink/ink2404.xml"/><Relationship Id="rId205" Type="http://schemas.openxmlformats.org/officeDocument/2006/relationships/image" Target="../media/image661.png"/><Relationship Id="rId226" Type="http://schemas.openxmlformats.org/officeDocument/2006/relationships/customXml" Target="../ink/ink2422.xml"/><Relationship Id="rId16" Type="http://schemas.openxmlformats.org/officeDocument/2006/relationships/image" Target="../media/image2318.png"/><Relationship Id="rId221" Type="http://schemas.openxmlformats.org/officeDocument/2006/relationships/image" Target="../media/image669.png"/><Relationship Id="rId242" Type="http://schemas.openxmlformats.org/officeDocument/2006/relationships/customXml" Target="../ink/ink2430.xml"/><Relationship Id="rId11" Type="http://schemas.openxmlformats.org/officeDocument/2006/relationships/customXml" Target="../ink/ink2386.xml"/><Relationship Id="rId32" Type="http://schemas.openxmlformats.org/officeDocument/2006/relationships/image" Target="../media/image2326.png"/><Relationship Id="rId37" Type="http://schemas.openxmlformats.org/officeDocument/2006/relationships/customXml" Target="../ink/ink2399.xml"/><Relationship Id="rId53" Type="http://schemas.openxmlformats.org/officeDocument/2006/relationships/customXml" Target="../ink/ink2407.xml"/><Relationship Id="rId58" Type="http://schemas.openxmlformats.org/officeDocument/2006/relationships/image" Target="../media/image2339.png"/><Relationship Id="rId5" Type="http://schemas.openxmlformats.org/officeDocument/2006/relationships/customXml" Target="../ink/ink2383.xml"/><Relationship Id="rId216" Type="http://schemas.openxmlformats.org/officeDocument/2006/relationships/customXml" Target="../ink/ink2417.xml"/><Relationship Id="rId237" Type="http://schemas.openxmlformats.org/officeDocument/2006/relationships/image" Target="../media/image677.png"/><Relationship Id="rId211" Type="http://schemas.openxmlformats.org/officeDocument/2006/relationships/image" Target="../media/image664.png"/><Relationship Id="rId232" Type="http://schemas.openxmlformats.org/officeDocument/2006/relationships/customXml" Target="../ink/ink2425.xml"/><Relationship Id="rId22" Type="http://schemas.openxmlformats.org/officeDocument/2006/relationships/image" Target="../media/image2321.png"/><Relationship Id="rId27" Type="http://schemas.openxmlformats.org/officeDocument/2006/relationships/customXml" Target="../ink/ink2394.xml"/><Relationship Id="rId43" Type="http://schemas.openxmlformats.org/officeDocument/2006/relationships/customXml" Target="../ink/ink2402.xml"/><Relationship Id="rId48" Type="http://schemas.openxmlformats.org/officeDocument/2006/relationships/image" Target="../media/image2334.png"/><Relationship Id="rId206" Type="http://schemas.openxmlformats.org/officeDocument/2006/relationships/customXml" Target="../ink/ink2412.xml"/><Relationship Id="rId227" Type="http://schemas.openxmlformats.org/officeDocument/2006/relationships/image" Target="../media/image672.png"/><Relationship Id="rId3" Type="http://schemas.openxmlformats.org/officeDocument/2006/relationships/customXml" Target="../ink/ink2382.xml"/><Relationship Id="rId214" Type="http://schemas.openxmlformats.org/officeDocument/2006/relationships/customXml" Target="../ink/ink2416.xml"/><Relationship Id="rId222" Type="http://schemas.openxmlformats.org/officeDocument/2006/relationships/customXml" Target="../ink/ink2420.xml"/><Relationship Id="rId230" Type="http://schemas.openxmlformats.org/officeDocument/2006/relationships/customXml" Target="../ink/ink2424.xml"/><Relationship Id="rId235" Type="http://schemas.openxmlformats.org/officeDocument/2006/relationships/image" Target="../media/image676.png"/><Relationship Id="rId243" Type="http://schemas.openxmlformats.org/officeDocument/2006/relationships/image" Target="../media/image680.png"/><Relationship Id="rId12" Type="http://schemas.openxmlformats.org/officeDocument/2006/relationships/image" Target="../media/image2316.png"/><Relationship Id="rId17" Type="http://schemas.openxmlformats.org/officeDocument/2006/relationships/customXml" Target="../ink/ink2389.xml"/><Relationship Id="rId25" Type="http://schemas.openxmlformats.org/officeDocument/2006/relationships/customXml" Target="../ink/ink2393.xml"/><Relationship Id="rId33" Type="http://schemas.openxmlformats.org/officeDocument/2006/relationships/customXml" Target="../ink/ink2397.xml"/><Relationship Id="rId38" Type="http://schemas.openxmlformats.org/officeDocument/2006/relationships/image" Target="../media/image2329.png"/><Relationship Id="rId46" Type="http://schemas.openxmlformats.org/officeDocument/2006/relationships/image" Target="../media/image2333.png"/><Relationship Id="rId59" Type="http://schemas.openxmlformats.org/officeDocument/2006/relationships/customXml" Target="../ink/ink2410.xml"/><Relationship Id="rId20" Type="http://schemas.openxmlformats.org/officeDocument/2006/relationships/image" Target="../media/image2320.png"/><Relationship Id="rId41" Type="http://schemas.openxmlformats.org/officeDocument/2006/relationships/customXml" Target="../ink/ink2401.xml"/><Relationship Id="rId54" Type="http://schemas.openxmlformats.org/officeDocument/2006/relationships/image" Target="../media/image2337.png"/><Relationship Id="rId209" Type="http://schemas.openxmlformats.org/officeDocument/2006/relationships/image" Target="../media/image663.png"/><Relationship Id="rId217" Type="http://schemas.openxmlformats.org/officeDocument/2006/relationships/image" Target="../media/image6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3.png"/><Relationship Id="rId204" Type="http://schemas.openxmlformats.org/officeDocument/2006/relationships/customXml" Target="../ink/ink2411.xml"/><Relationship Id="rId212" Type="http://schemas.openxmlformats.org/officeDocument/2006/relationships/customXml" Target="../ink/ink2415.xml"/><Relationship Id="rId220" Type="http://schemas.openxmlformats.org/officeDocument/2006/relationships/customXml" Target="../ink/ink2419.xml"/><Relationship Id="rId225" Type="http://schemas.openxmlformats.org/officeDocument/2006/relationships/image" Target="../media/image671.png"/><Relationship Id="rId233" Type="http://schemas.openxmlformats.org/officeDocument/2006/relationships/image" Target="../media/image675.png"/><Relationship Id="rId238" Type="http://schemas.openxmlformats.org/officeDocument/2006/relationships/customXml" Target="../ink/ink2428.xml"/><Relationship Id="rId241" Type="http://schemas.openxmlformats.org/officeDocument/2006/relationships/image" Target="../media/image679.png"/><Relationship Id="rId15" Type="http://schemas.openxmlformats.org/officeDocument/2006/relationships/customXml" Target="../ink/ink2388.xml"/><Relationship Id="rId23" Type="http://schemas.openxmlformats.org/officeDocument/2006/relationships/customXml" Target="../ink/ink2392.xml"/><Relationship Id="rId28" Type="http://schemas.openxmlformats.org/officeDocument/2006/relationships/image" Target="../media/image2324.png"/><Relationship Id="rId36" Type="http://schemas.openxmlformats.org/officeDocument/2006/relationships/image" Target="../media/image2328.png"/><Relationship Id="rId49" Type="http://schemas.openxmlformats.org/officeDocument/2006/relationships/customXml" Target="../ink/ink2405.xml"/><Relationship Id="rId57" Type="http://schemas.openxmlformats.org/officeDocument/2006/relationships/customXml" Target="../ink/ink2409.xml"/><Relationship Id="rId10" Type="http://schemas.openxmlformats.org/officeDocument/2006/relationships/image" Target="../media/image2315.png"/><Relationship Id="rId31" Type="http://schemas.openxmlformats.org/officeDocument/2006/relationships/customXml" Target="../ink/ink2396.xml"/><Relationship Id="rId44" Type="http://schemas.openxmlformats.org/officeDocument/2006/relationships/image" Target="../media/image2332.png"/><Relationship Id="rId52" Type="http://schemas.openxmlformats.org/officeDocument/2006/relationships/image" Target="../media/image2336.png"/><Relationship Id="rId4" Type="http://schemas.openxmlformats.org/officeDocument/2006/relationships/image" Target="../media/image2312.png"/><Relationship Id="rId9" Type="http://schemas.openxmlformats.org/officeDocument/2006/relationships/customXml" Target="../ink/ink2385.xml"/><Relationship Id="rId207" Type="http://schemas.openxmlformats.org/officeDocument/2006/relationships/image" Target="../media/image662.png"/><Relationship Id="rId210" Type="http://schemas.openxmlformats.org/officeDocument/2006/relationships/customXml" Target="../ink/ink2414.xml"/><Relationship Id="rId215" Type="http://schemas.openxmlformats.org/officeDocument/2006/relationships/image" Target="../media/image666.png"/><Relationship Id="rId223" Type="http://schemas.openxmlformats.org/officeDocument/2006/relationships/image" Target="../media/image670.png"/><Relationship Id="rId228" Type="http://schemas.openxmlformats.org/officeDocument/2006/relationships/customXml" Target="../ink/ink2423.xml"/><Relationship Id="rId236" Type="http://schemas.openxmlformats.org/officeDocument/2006/relationships/customXml" Target="../ink/ink2427.xml"/><Relationship Id="rId13" Type="http://schemas.openxmlformats.org/officeDocument/2006/relationships/customXml" Target="../ink/ink2387.xml"/><Relationship Id="rId18" Type="http://schemas.openxmlformats.org/officeDocument/2006/relationships/image" Target="../media/image2319.png"/><Relationship Id="rId39" Type="http://schemas.openxmlformats.org/officeDocument/2006/relationships/customXml" Target="../ink/ink2400.xml"/><Relationship Id="rId34" Type="http://schemas.openxmlformats.org/officeDocument/2006/relationships/image" Target="../media/image2327.png"/><Relationship Id="rId50" Type="http://schemas.openxmlformats.org/officeDocument/2006/relationships/image" Target="../media/image2335.png"/><Relationship Id="rId55" Type="http://schemas.openxmlformats.org/officeDocument/2006/relationships/customXml" Target="../ink/ink2408.xml"/><Relationship Id="rId7" Type="http://schemas.openxmlformats.org/officeDocument/2006/relationships/customXml" Target="../ink/ink2384.xml"/><Relationship Id="rId213" Type="http://schemas.openxmlformats.org/officeDocument/2006/relationships/image" Target="../media/image665.png"/><Relationship Id="rId218" Type="http://schemas.openxmlformats.org/officeDocument/2006/relationships/customXml" Target="../ink/ink2418.xml"/><Relationship Id="rId234" Type="http://schemas.openxmlformats.org/officeDocument/2006/relationships/customXml" Target="../ink/ink2426.xml"/><Relationship Id="rId239" Type="http://schemas.openxmlformats.org/officeDocument/2006/relationships/image" Target="../media/image678.png"/><Relationship Id="rId2" Type="http://schemas.openxmlformats.org/officeDocument/2006/relationships/image" Target="../media/image2311.png"/><Relationship Id="rId29" Type="http://schemas.openxmlformats.org/officeDocument/2006/relationships/customXml" Target="../ink/ink2395.xml"/><Relationship Id="rId24" Type="http://schemas.openxmlformats.org/officeDocument/2006/relationships/image" Target="../media/image2322.png"/><Relationship Id="rId40" Type="http://schemas.openxmlformats.org/officeDocument/2006/relationships/image" Target="../media/image2330.png"/><Relationship Id="rId45" Type="http://schemas.openxmlformats.org/officeDocument/2006/relationships/customXml" Target="../ink/ink2403.xml"/><Relationship Id="rId203" Type="http://schemas.openxmlformats.org/officeDocument/2006/relationships/image" Target="../media/image660.png"/><Relationship Id="rId208" Type="http://schemas.openxmlformats.org/officeDocument/2006/relationships/customXml" Target="../ink/ink2413.xml"/><Relationship Id="rId229" Type="http://schemas.openxmlformats.org/officeDocument/2006/relationships/image" Target="../media/image673.png"/><Relationship Id="rId19" Type="http://schemas.openxmlformats.org/officeDocument/2006/relationships/customXml" Target="../ink/ink2390.xml"/><Relationship Id="rId224" Type="http://schemas.openxmlformats.org/officeDocument/2006/relationships/customXml" Target="../ink/ink2421.xml"/><Relationship Id="rId240" Type="http://schemas.openxmlformats.org/officeDocument/2006/relationships/customXml" Target="../ink/ink2429.xml"/><Relationship Id="rId14" Type="http://schemas.openxmlformats.org/officeDocument/2006/relationships/image" Target="../media/image2317.png"/><Relationship Id="rId30" Type="http://schemas.openxmlformats.org/officeDocument/2006/relationships/image" Target="../media/image2325.png"/><Relationship Id="rId35" Type="http://schemas.openxmlformats.org/officeDocument/2006/relationships/customXml" Target="../ink/ink2398.xml"/><Relationship Id="rId56" Type="http://schemas.openxmlformats.org/officeDocument/2006/relationships/image" Target="../media/image2338.png"/><Relationship Id="rId8" Type="http://schemas.openxmlformats.org/officeDocument/2006/relationships/image" Target="../media/image2314.png"/><Relationship Id="rId51" Type="http://schemas.openxmlformats.org/officeDocument/2006/relationships/customXml" Target="../ink/ink2406.xml"/><Relationship Id="rId219" Type="http://schemas.openxmlformats.org/officeDocument/2006/relationships/image" Target="../media/image66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5.png"/><Relationship Id="rId2" Type="http://schemas.openxmlformats.org/officeDocument/2006/relationships/image" Target="../media/image7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9.png"/><Relationship Id="rId2" Type="http://schemas.openxmlformats.org/officeDocument/2006/relationships/image" Target="../media/image23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8.png"/><Relationship Id="rId2" Type="http://schemas.openxmlformats.org/officeDocument/2006/relationships/image" Target="../media/image2340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1.png"/><Relationship Id="rId2" Type="http://schemas.openxmlformats.org/officeDocument/2006/relationships/image" Target="../media/image2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53.png"/><Relationship Id="rId4" Type="http://schemas.openxmlformats.org/officeDocument/2006/relationships/image" Target="../media/image23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2.png"/><Relationship Id="rId2" Type="http://schemas.openxmlformats.org/officeDocument/2006/relationships/image" Target="../media/image23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5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yann.lecun.com/exdb/mnist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66.png"/><Relationship Id="rId21" Type="http://schemas.openxmlformats.org/officeDocument/2006/relationships/customXml" Target="../ink/ink2440.xml"/><Relationship Id="rId42" Type="http://schemas.openxmlformats.org/officeDocument/2006/relationships/image" Target="../media/image2374.png"/><Relationship Id="rId47" Type="http://schemas.openxmlformats.org/officeDocument/2006/relationships/customXml" Target="../ink/ink2453.xml"/><Relationship Id="rId63" Type="http://schemas.openxmlformats.org/officeDocument/2006/relationships/customXml" Target="../ink/ink2461.xml"/><Relationship Id="rId68" Type="http://schemas.openxmlformats.org/officeDocument/2006/relationships/image" Target="../media/image2387.png"/><Relationship Id="rId2" Type="http://schemas.openxmlformats.org/officeDocument/2006/relationships/image" Target="../media/image2354.png"/><Relationship Id="rId16" Type="http://schemas.openxmlformats.org/officeDocument/2006/relationships/image" Target="../media/image2361.png"/><Relationship Id="rId29" Type="http://schemas.openxmlformats.org/officeDocument/2006/relationships/customXml" Target="../ink/ink2444.xml"/><Relationship Id="rId11" Type="http://schemas.openxmlformats.org/officeDocument/2006/relationships/customXml" Target="../ink/ink2435.xml"/><Relationship Id="rId24" Type="http://schemas.openxmlformats.org/officeDocument/2006/relationships/image" Target="../media/image2365.png"/><Relationship Id="rId32" Type="http://schemas.openxmlformats.org/officeDocument/2006/relationships/image" Target="../media/image2369.png"/><Relationship Id="rId37" Type="http://schemas.openxmlformats.org/officeDocument/2006/relationships/customXml" Target="../ink/ink2448.xml"/><Relationship Id="rId40" Type="http://schemas.openxmlformats.org/officeDocument/2006/relationships/image" Target="../media/image2373.png"/><Relationship Id="rId45" Type="http://schemas.openxmlformats.org/officeDocument/2006/relationships/customXml" Target="../ink/ink2452.xml"/><Relationship Id="rId53" Type="http://schemas.openxmlformats.org/officeDocument/2006/relationships/customXml" Target="../ink/ink2456.xml"/><Relationship Id="rId58" Type="http://schemas.openxmlformats.org/officeDocument/2006/relationships/image" Target="../media/image2382.png"/><Relationship Id="rId66" Type="http://schemas.openxmlformats.org/officeDocument/2006/relationships/image" Target="../media/image2386.png"/><Relationship Id="rId74" Type="http://schemas.openxmlformats.org/officeDocument/2006/relationships/image" Target="../media/image2390.png"/><Relationship Id="rId5" Type="http://schemas.openxmlformats.org/officeDocument/2006/relationships/customXml" Target="../ink/ink2432.xml"/><Relationship Id="rId61" Type="http://schemas.openxmlformats.org/officeDocument/2006/relationships/customXml" Target="../ink/ink2460.xml"/><Relationship Id="rId19" Type="http://schemas.openxmlformats.org/officeDocument/2006/relationships/customXml" Target="../ink/ink2439.xml"/><Relationship Id="rId14" Type="http://schemas.openxmlformats.org/officeDocument/2006/relationships/image" Target="../media/image2360.png"/><Relationship Id="rId22" Type="http://schemas.openxmlformats.org/officeDocument/2006/relationships/image" Target="../media/image2364.png"/><Relationship Id="rId27" Type="http://schemas.openxmlformats.org/officeDocument/2006/relationships/customXml" Target="../ink/ink2443.xml"/><Relationship Id="rId30" Type="http://schemas.openxmlformats.org/officeDocument/2006/relationships/image" Target="../media/image2368.png"/><Relationship Id="rId35" Type="http://schemas.openxmlformats.org/officeDocument/2006/relationships/customXml" Target="../ink/ink2447.xml"/><Relationship Id="rId43" Type="http://schemas.openxmlformats.org/officeDocument/2006/relationships/customXml" Target="../ink/ink2451.xml"/><Relationship Id="rId48" Type="http://schemas.openxmlformats.org/officeDocument/2006/relationships/image" Target="../media/image2377.png"/><Relationship Id="rId56" Type="http://schemas.openxmlformats.org/officeDocument/2006/relationships/image" Target="../media/image2381.png"/><Relationship Id="rId64" Type="http://schemas.openxmlformats.org/officeDocument/2006/relationships/image" Target="../media/image2385.png"/><Relationship Id="rId69" Type="http://schemas.openxmlformats.org/officeDocument/2006/relationships/customXml" Target="../ink/ink2464.xml"/><Relationship Id="rId8" Type="http://schemas.openxmlformats.org/officeDocument/2006/relationships/image" Target="../media/image2357.png"/><Relationship Id="rId51" Type="http://schemas.openxmlformats.org/officeDocument/2006/relationships/customXml" Target="../ink/ink2455.xml"/><Relationship Id="rId72" Type="http://schemas.openxmlformats.org/officeDocument/2006/relationships/image" Target="../media/image2389.png"/><Relationship Id="rId3" Type="http://schemas.openxmlformats.org/officeDocument/2006/relationships/customXml" Target="../ink/ink2431.xml"/><Relationship Id="rId12" Type="http://schemas.openxmlformats.org/officeDocument/2006/relationships/image" Target="../media/image2359.png"/><Relationship Id="rId17" Type="http://schemas.openxmlformats.org/officeDocument/2006/relationships/customXml" Target="../ink/ink2438.xml"/><Relationship Id="rId25" Type="http://schemas.openxmlformats.org/officeDocument/2006/relationships/customXml" Target="../ink/ink2442.xml"/><Relationship Id="rId33" Type="http://schemas.openxmlformats.org/officeDocument/2006/relationships/customXml" Target="../ink/ink2446.xml"/><Relationship Id="rId38" Type="http://schemas.openxmlformats.org/officeDocument/2006/relationships/image" Target="../media/image2372.png"/><Relationship Id="rId46" Type="http://schemas.openxmlformats.org/officeDocument/2006/relationships/image" Target="../media/image2376.png"/><Relationship Id="rId59" Type="http://schemas.openxmlformats.org/officeDocument/2006/relationships/customXml" Target="../ink/ink2459.xml"/><Relationship Id="rId67" Type="http://schemas.openxmlformats.org/officeDocument/2006/relationships/customXml" Target="../ink/ink2463.xml"/><Relationship Id="rId20" Type="http://schemas.openxmlformats.org/officeDocument/2006/relationships/image" Target="../media/image2363.png"/><Relationship Id="rId41" Type="http://schemas.openxmlformats.org/officeDocument/2006/relationships/customXml" Target="../ink/ink2450.xml"/><Relationship Id="rId54" Type="http://schemas.openxmlformats.org/officeDocument/2006/relationships/image" Target="../media/image2380.png"/><Relationship Id="rId62" Type="http://schemas.openxmlformats.org/officeDocument/2006/relationships/image" Target="../media/image2384.png"/><Relationship Id="rId70" Type="http://schemas.openxmlformats.org/officeDocument/2006/relationships/image" Target="../media/image2388.png"/><Relationship Id="rId75" Type="http://schemas.openxmlformats.org/officeDocument/2006/relationships/customXml" Target="../ink/ink24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6.png"/><Relationship Id="rId15" Type="http://schemas.openxmlformats.org/officeDocument/2006/relationships/customXml" Target="../ink/ink2437.xml"/><Relationship Id="rId23" Type="http://schemas.openxmlformats.org/officeDocument/2006/relationships/customXml" Target="../ink/ink2441.xml"/><Relationship Id="rId28" Type="http://schemas.openxmlformats.org/officeDocument/2006/relationships/image" Target="../media/image2367.png"/><Relationship Id="rId36" Type="http://schemas.openxmlformats.org/officeDocument/2006/relationships/image" Target="../media/image2371.png"/><Relationship Id="rId49" Type="http://schemas.openxmlformats.org/officeDocument/2006/relationships/customXml" Target="../ink/ink2454.xml"/><Relationship Id="rId57" Type="http://schemas.openxmlformats.org/officeDocument/2006/relationships/customXml" Target="../ink/ink2458.xml"/><Relationship Id="rId10" Type="http://schemas.openxmlformats.org/officeDocument/2006/relationships/image" Target="../media/image2358.png"/><Relationship Id="rId31" Type="http://schemas.openxmlformats.org/officeDocument/2006/relationships/customXml" Target="../ink/ink2445.xml"/><Relationship Id="rId44" Type="http://schemas.openxmlformats.org/officeDocument/2006/relationships/image" Target="../media/image2375.png"/><Relationship Id="rId52" Type="http://schemas.openxmlformats.org/officeDocument/2006/relationships/image" Target="../media/image2379.png"/><Relationship Id="rId60" Type="http://schemas.openxmlformats.org/officeDocument/2006/relationships/image" Target="../media/image2383.png"/><Relationship Id="rId65" Type="http://schemas.openxmlformats.org/officeDocument/2006/relationships/customXml" Target="../ink/ink2462.xml"/><Relationship Id="rId73" Type="http://schemas.openxmlformats.org/officeDocument/2006/relationships/customXml" Target="../ink/ink2466.xml"/><Relationship Id="rId4" Type="http://schemas.openxmlformats.org/officeDocument/2006/relationships/image" Target="../media/image2355.png"/><Relationship Id="rId9" Type="http://schemas.openxmlformats.org/officeDocument/2006/relationships/customXml" Target="../ink/ink2434.xml"/><Relationship Id="rId13" Type="http://schemas.openxmlformats.org/officeDocument/2006/relationships/customXml" Target="../ink/ink2436.xml"/><Relationship Id="rId18" Type="http://schemas.openxmlformats.org/officeDocument/2006/relationships/image" Target="../media/image2362.png"/><Relationship Id="rId39" Type="http://schemas.openxmlformats.org/officeDocument/2006/relationships/customXml" Target="../ink/ink2449.xml"/><Relationship Id="rId34" Type="http://schemas.openxmlformats.org/officeDocument/2006/relationships/image" Target="../media/image2370.png"/><Relationship Id="rId50" Type="http://schemas.openxmlformats.org/officeDocument/2006/relationships/image" Target="../media/image2378.png"/><Relationship Id="rId55" Type="http://schemas.openxmlformats.org/officeDocument/2006/relationships/customXml" Target="../ink/ink2457.xml"/><Relationship Id="rId76" Type="http://schemas.openxmlformats.org/officeDocument/2006/relationships/image" Target="../media/image2391.png"/><Relationship Id="rId7" Type="http://schemas.openxmlformats.org/officeDocument/2006/relationships/customXml" Target="../ink/ink2433.xml"/><Relationship Id="rId71" Type="http://schemas.openxmlformats.org/officeDocument/2006/relationships/customXml" Target="../ink/ink246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3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1.png"/><Relationship Id="rId18" Type="http://schemas.openxmlformats.org/officeDocument/2006/relationships/customXml" Target="../ink/ink2475.xml"/><Relationship Id="rId26" Type="http://schemas.openxmlformats.org/officeDocument/2006/relationships/customXml" Target="../ink/ink2479.xml"/><Relationship Id="rId39" Type="http://schemas.openxmlformats.org/officeDocument/2006/relationships/image" Target="../media/image2414.png"/><Relationship Id="rId21" Type="http://schemas.openxmlformats.org/officeDocument/2006/relationships/image" Target="../media/image2405.png"/><Relationship Id="rId34" Type="http://schemas.openxmlformats.org/officeDocument/2006/relationships/customXml" Target="../ink/ink2483.xml"/><Relationship Id="rId42" Type="http://schemas.openxmlformats.org/officeDocument/2006/relationships/customXml" Target="../ink/ink2487.xml"/><Relationship Id="rId47" Type="http://schemas.openxmlformats.org/officeDocument/2006/relationships/image" Target="../media/image2418.png"/><Relationship Id="rId50" Type="http://schemas.openxmlformats.org/officeDocument/2006/relationships/customXml" Target="../ink/ink2491.xml"/><Relationship Id="rId7" Type="http://schemas.openxmlformats.org/officeDocument/2006/relationships/image" Target="../media/image2398.png"/><Relationship Id="rId2" Type="http://schemas.openxmlformats.org/officeDocument/2006/relationships/image" Target="../media/image2395.png"/><Relationship Id="rId16" Type="http://schemas.openxmlformats.org/officeDocument/2006/relationships/customXml" Target="../ink/ink2474.xml"/><Relationship Id="rId29" Type="http://schemas.openxmlformats.org/officeDocument/2006/relationships/image" Target="../media/image2409.png"/><Relationship Id="rId11" Type="http://schemas.openxmlformats.org/officeDocument/2006/relationships/image" Target="../media/image2400.png"/><Relationship Id="rId24" Type="http://schemas.openxmlformats.org/officeDocument/2006/relationships/customXml" Target="../ink/ink2478.xml"/><Relationship Id="rId32" Type="http://schemas.openxmlformats.org/officeDocument/2006/relationships/customXml" Target="../ink/ink2482.xml"/><Relationship Id="rId37" Type="http://schemas.openxmlformats.org/officeDocument/2006/relationships/image" Target="../media/image2413.png"/><Relationship Id="rId40" Type="http://schemas.openxmlformats.org/officeDocument/2006/relationships/customXml" Target="../ink/ink2486.xml"/><Relationship Id="rId45" Type="http://schemas.openxmlformats.org/officeDocument/2006/relationships/image" Target="../media/image2417.png"/><Relationship Id="rId5" Type="http://schemas.openxmlformats.org/officeDocument/2006/relationships/image" Target="../media/image2397.png"/><Relationship Id="rId15" Type="http://schemas.openxmlformats.org/officeDocument/2006/relationships/image" Target="../media/image2402.png"/><Relationship Id="rId23" Type="http://schemas.openxmlformats.org/officeDocument/2006/relationships/image" Target="../media/image2406.png"/><Relationship Id="rId28" Type="http://schemas.openxmlformats.org/officeDocument/2006/relationships/customXml" Target="../ink/ink2480.xml"/><Relationship Id="rId36" Type="http://schemas.openxmlformats.org/officeDocument/2006/relationships/customXml" Target="../ink/ink2484.xml"/><Relationship Id="rId49" Type="http://schemas.openxmlformats.org/officeDocument/2006/relationships/image" Target="../media/image2419.png"/><Relationship Id="rId10" Type="http://schemas.openxmlformats.org/officeDocument/2006/relationships/customXml" Target="../ink/ink2471.xml"/><Relationship Id="rId19" Type="http://schemas.openxmlformats.org/officeDocument/2006/relationships/image" Target="../media/image2404.png"/><Relationship Id="rId31" Type="http://schemas.openxmlformats.org/officeDocument/2006/relationships/image" Target="../media/image2410.png"/><Relationship Id="rId44" Type="http://schemas.openxmlformats.org/officeDocument/2006/relationships/customXml" Target="../ink/ink2488.xml"/><Relationship Id="rId4" Type="http://schemas.openxmlformats.org/officeDocument/2006/relationships/customXml" Target="../ink/ink2468.xml"/><Relationship Id="rId9" Type="http://schemas.openxmlformats.org/officeDocument/2006/relationships/image" Target="../media/image2399.png"/><Relationship Id="rId14" Type="http://schemas.openxmlformats.org/officeDocument/2006/relationships/customXml" Target="../ink/ink2473.xml"/><Relationship Id="rId22" Type="http://schemas.openxmlformats.org/officeDocument/2006/relationships/customXml" Target="../ink/ink2477.xml"/><Relationship Id="rId27" Type="http://schemas.openxmlformats.org/officeDocument/2006/relationships/image" Target="../media/image2408.png"/><Relationship Id="rId30" Type="http://schemas.openxmlformats.org/officeDocument/2006/relationships/customXml" Target="../ink/ink2481.xml"/><Relationship Id="rId35" Type="http://schemas.openxmlformats.org/officeDocument/2006/relationships/image" Target="../media/image2412.png"/><Relationship Id="rId43" Type="http://schemas.openxmlformats.org/officeDocument/2006/relationships/image" Target="../media/image2416.png"/><Relationship Id="rId48" Type="http://schemas.openxmlformats.org/officeDocument/2006/relationships/customXml" Target="../ink/ink2490.xml"/><Relationship Id="rId8" Type="http://schemas.openxmlformats.org/officeDocument/2006/relationships/customXml" Target="../ink/ink2470.xml"/><Relationship Id="rId51" Type="http://schemas.openxmlformats.org/officeDocument/2006/relationships/image" Target="../media/image2420.png"/><Relationship Id="rId3" Type="http://schemas.openxmlformats.org/officeDocument/2006/relationships/image" Target="../media/image2396.png"/><Relationship Id="rId12" Type="http://schemas.openxmlformats.org/officeDocument/2006/relationships/customXml" Target="../ink/ink2472.xml"/><Relationship Id="rId17" Type="http://schemas.openxmlformats.org/officeDocument/2006/relationships/image" Target="../media/image2403.png"/><Relationship Id="rId25" Type="http://schemas.openxmlformats.org/officeDocument/2006/relationships/image" Target="../media/image2407.png"/><Relationship Id="rId33" Type="http://schemas.openxmlformats.org/officeDocument/2006/relationships/image" Target="../media/image2411.png"/><Relationship Id="rId38" Type="http://schemas.openxmlformats.org/officeDocument/2006/relationships/customXml" Target="../ink/ink2485.xml"/><Relationship Id="rId46" Type="http://schemas.openxmlformats.org/officeDocument/2006/relationships/customXml" Target="../ink/ink2489.xml"/><Relationship Id="rId20" Type="http://schemas.openxmlformats.org/officeDocument/2006/relationships/customXml" Target="../ink/ink2476.xml"/><Relationship Id="rId41" Type="http://schemas.openxmlformats.org/officeDocument/2006/relationships/image" Target="../media/image24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998" y="747217"/>
            <a:ext cx="5857875" cy="13215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11150" marR="5080" indent="-299085">
              <a:lnSpc>
                <a:spcPts val="4750"/>
              </a:lnSpc>
              <a:spcBef>
                <a:spcPts val="705"/>
              </a:spcBef>
            </a:pPr>
            <a:r>
              <a:rPr sz="4000" spc="175" dirty="0">
                <a:latin typeface="PT Sans" panose="020B0503020203020204" pitchFamily="34" charset="0"/>
              </a:rPr>
              <a:t>ECE</a:t>
            </a:r>
            <a:r>
              <a:rPr sz="4000" spc="190" dirty="0">
                <a:latin typeface="PT Sans" panose="020B0503020203020204" pitchFamily="34" charset="0"/>
              </a:rPr>
              <a:t> </a:t>
            </a:r>
            <a:r>
              <a:rPr sz="4000" spc="75" dirty="0">
                <a:latin typeface="PT Sans" panose="020B0503020203020204" pitchFamily="34" charset="0"/>
              </a:rPr>
              <a:t>105:</a:t>
            </a:r>
            <a:r>
              <a:rPr sz="4000" spc="175" dirty="0">
                <a:latin typeface="PT Sans" panose="020B0503020203020204" pitchFamily="34" charset="0"/>
              </a:rPr>
              <a:t> </a:t>
            </a:r>
            <a:r>
              <a:rPr sz="4000" spc="55" dirty="0">
                <a:latin typeface="PT Sans" panose="020B0503020203020204" pitchFamily="34" charset="0"/>
              </a:rPr>
              <a:t>Introduction</a:t>
            </a:r>
            <a:r>
              <a:rPr sz="4000" spc="160" dirty="0">
                <a:latin typeface="PT Sans" panose="020B0503020203020204" pitchFamily="34" charset="0"/>
              </a:rPr>
              <a:t> </a:t>
            </a:r>
            <a:r>
              <a:rPr sz="4000" spc="-25" dirty="0">
                <a:latin typeface="PT Sans" panose="020B0503020203020204" pitchFamily="34" charset="0"/>
              </a:rPr>
              <a:t>to </a:t>
            </a:r>
            <a:r>
              <a:rPr sz="4000" spc="105" dirty="0">
                <a:latin typeface="PT Sans" panose="020B0503020203020204" pitchFamily="34" charset="0"/>
              </a:rPr>
              <a:t>Electrical</a:t>
            </a:r>
            <a:r>
              <a:rPr sz="4000" spc="204" dirty="0">
                <a:latin typeface="PT Sans" panose="020B0503020203020204" pitchFamily="34" charset="0"/>
              </a:rPr>
              <a:t> </a:t>
            </a:r>
            <a:r>
              <a:rPr sz="4000" spc="105" dirty="0">
                <a:latin typeface="PT Sans" panose="020B0503020203020204" pitchFamily="34" charset="0"/>
              </a:rPr>
              <a:t>Engineering</a:t>
            </a:r>
            <a:endParaRPr sz="4000">
              <a:latin typeface="PT Sans" panose="020B05030202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15966" y="3361905"/>
            <a:ext cx="2560320" cy="1754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1905" algn="ctr">
              <a:lnSpc>
                <a:spcPct val="119800"/>
              </a:lnSpc>
              <a:spcBef>
                <a:spcPts val="110"/>
              </a:spcBef>
            </a:pPr>
            <a:r>
              <a:rPr sz="2400" dirty="0">
                <a:latin typeface="PT Sans" panose="020B0503020203020204" pitchFamily="34" charset="0"/>
                <a:cs typeface="Calibri"/>
              </a:rPr>
              <a:t>Lecture</a:t>
            </a:r>
            <a:r>
              <a:rPr sz="2400" spc="34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1</a:t>
            </a:r>
            <a:r>
              <a:rPr lang="en-US" sz="2400" spc="70" dirty="0">
                <a:latin typeface="PT Sans" panose="020B0503020203020204" pitchFamily="34" charset="0"/>
                <a:cs typeface="Calibri"/>
              </a:rPr>
              <a:t>9-20</a:t>
            </a:r>
            <a:r>
              <a:rPr sz="2400" spc="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0" dirty="0">
                <a:latin typeface="PT Sans" panose="020B0503020203020204" pitchFamily="34" charset="0"/>
                <a:cs typeface="Calibri"/>
              </a:rPr>
              <a:t>Neural</a:t>
            </a:r>
            <a:r>
              <a:rPr sz="2400" spc="13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-10" dirty="0">
                <a:latin typeface="PT Sans" panose="020B0503020203020204" pitchFamily="34" charset="0"/>
                <a:cs typeface="Calibri"/>
              </a:rPr>
              <a:t>Networks </a:t>
            </a:r>
            <a:r>
              <a:rPr sz="2400" dirty="0">
                <a:latin typeface="PT Sans" panose="020B0503020203020204" pitchFamily="34" charset="0"/>
                <a:cs typeface="Calibri"/>
              </a:rPr>
              <a:t>Yasser</a:t>
            </a:r>
            <a:r>
              <a:rPr sz="24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80" dirty="0">
                <a:latin typeface="PT Sans" panose="020B0503020203020204" pitchFamily="34" charset="0"/>
                <a:cs typeface="Calibri"/>
              </a:rPr>
              <a:t>Khan </a:t>
            </a:r>
            <a:r>
              <a:rPr sz="2400" dirty="0">
                <a:latin typeface="PT Sans" panose="020B0503020203020204" pitchFamily="34" charset="0"/>
                <a:cs typeface="Calibri"/>
              </a:rPr>
              <a:t>Rehan</a:t>
            </a:r>
            <a:r>
              <a:rPr sz="24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400" spc="55" dirty="0">
                <a:latin typeface="PT Sans" panose="020B0503020203020204" pitchFamily="34" charset="0"/>
                <a:cs typeface="Calibri"/>
              </a:rPr>
              <a:t>Kapadia</a:t>
            </a:r>
            <a:endParaRPr sz="2400" dirty="0">
              <a:latin typeface="PT Sans" panose="020B0503020203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latin typeface="PT Sans" panose="020B0503020203020204" pitchFamily="34" charset="0"/>
              </a:rPr>
              <a:t>Timeframe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913046"/>
            <a:ext cx="7631430" cy="42870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1943:</a:t>
            </a:r>
            <a:r>
              <a:rPr sz="20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McCulloch–Pitts</a:t>
            </a:r>
            <a:r>
              <a:rPr sz="200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“neuron”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Started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field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1962: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Rosenblatt’s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Learned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its</a:t>
            </a:r>
            <a:r>
              <a:rPr sz="18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own</a:t>
            </a:r>
            <a:r>
              <a:rPr sz="1800" spc="2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weight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values;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1800" spc="22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proof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1969:</a:t>
            </a:r>
            <a:r>
              <a:rPr sz="20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Minsky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&amp;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Papert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book</a:t>
            </a:r>
            <a:r>
              <a:rPr sz="2000" spc="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on</a:t>
            </a:r>
            <a:r>
              <a:rPr sz="20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perceptrons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Proved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limitations</a:t>
            </a:r>
            <a:r>
              <a:rPr sz="18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65" dirty="0">
                <a:latin typeface="PT Sans" panose="020B0503020203020204" pitchFamily="34" charset="0"/>
                <a:cs typeface="Calibri"/>
              </a:rPr>
              <a:t>single-</a:t>
            </a:r>
            <a:r>
              <a:rPr sz="1800" dirty="0">
                <a:latin typeface="PT Sans" panose="020B0503020203020204" pitchFamily="34" charset="0"/>
                <a:cs typeface="Calibri"/>
              </a:rPr>
              <a:t>layer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perceptron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PT Sans" panose="020B0503020203020204" pitchFamily="34" charset="0"/>
                <a:cs typeface="Calibri"/>
              </a:rPr>
              <a:t>1982:</a:t>
            </a:r>
            <a:r>
              <a:rPr sz="2000" spc="254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Hopfield</a:t>
            </a:r>
            <a:r>
              <a:rPr sz="2000" spc="2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convergence</a:t>
            </a:r>
            <a:r>
              <a:rPr sz="20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0" dirty="0">
                <a:latin typeface="PT Sans" panose="020B0503020203020204" pitchFamily="34" charset="0"/>
                <a:cs typeface="Calibri"/>
              </a:rPr>
              <a:t>in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dirty="0">
                <a:latin typeface="PT Sans" panose="020B0503020203020204" pitchFamily="34" charset="0"/>
                <a:cs typeface="Calibri"/>
              </a:rPr>
              <a:t>symmetric</a:t>
            </a:r>
            <a:r>
              <a:rPr sz="20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Introduced</a:t>
            </a:r>
            <a:r>
              <a:rPr sz="1800" spc="3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energy-function</a:t>
            </a:r>
            <a:r>
              <a:rPr sz="1800" spc="4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concept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1986:</a:t>
            </a:r>
            <a:r>
              <a:rPr sz="2000" spc="25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Backpropagation</a:t>
            </a:r>
            <a:r>
              <a:rPr sz="2000" spc="22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of</a:t>
            </a:r>
            <a:r>
              <a:rPr sz="2000" spc="2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errors</a:t>
            </a:r>
            <a:endParaRPr sz="2000">
              <a:latin typeface="PT Sans" panose="020B0503020203020204" pitchFamily="34" charset="0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Method</a:t>
            </a:r>
            <a:r>
              <a:rPr sz="1800" spc="204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2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training</a:t>
            </a:r>
            <a:r>
              <a:rPr sz="1800" spc="24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multilayer</a:t>
            </a:r>
            <a:r>
              <a:rPr sz="1800" spc="21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networks</a:t>
            </a:r>
            <a:endParaRPr sz="1800">
              <a:latin typeface="PT Sans" panose="020B0503020203020204" pitchFamily="34" charset="0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PT Sans" panose="020B0503020203020204" pitchFamily="34" charset="0"/>
                <a:cs typeface="Calibri"/>
              </a:rPr>
              <a:t>Present:</a:t>
            </a:r>
            <a:r>
              <a:rPr sz="20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Probabilistic</a:t>
            </a:r>
            <a:r>
              <a:rPr sz="2000" spc="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interpretations,</a:t>
            </a:r>
            <a:r>
              <a:rPr sz="2000" spc="-1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Bayesian</a:t>
            </a:r>
            <a:r>
              <a:rPr sz="20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10" dirty="0">
                <a:latin typeface="PT Sans" panose="020B0503020203020204" pitchFamily="34" charset="0"/>
                <a:cs typeface="Calibri"/>
              </a:rPr>
              <a:t>and</a:t>
            </a:r>
            <a:r>
              <a:rPr sz="20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55" dirty="0">
                <a:latin typeface="PT Sans" panose="020B0503020203020204" pitchFamily="34" charset="0"/>
                <a:cs typeface="Calibri"/>
              </a:rPr>
              <a:t>spiking</a:t>
            </a:r>
            <a:r>
              <a:rPr sz="2000" spc="229" dirty="0">
                <a:latin typeface="PT Sans" panose="020B0503020203020204" pitchFamily="34" charset="0"/>
                <a:cs typeface="Calibri"/>
              </a:rPr>
              <a:t> </a:t>
            </a:r>
            <a:r>
              <a:rPr sz="2000" spc="-10" dirty="0">
                <a:latin typeface="PT Sans" panose="020B0503020203020204" pitchFamily="34" charset="0"/>
                <a:cs typeface="Calibri"/>
              </a:rPr>
              <a:t>networks</a:t>
            </a:r>
            <a:endParaRPr sz="2000">
              <a:latin typeface="PT Sans" panose="020B0503020203020204" pitchFamily="34" charset="0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622EBF-06BD-80D7-682D-DCC567A14CF5}"/>
              </a:ext>
            </a:extLst>
          </p:cNvPr>
          <p:cNvGrpSpPr/>
          <p:nvPr/>
        </p:nvGrpSpPr>
        <p:grpSpPr>
          <a:xfrm>
            <a:off x="8805740" y="1366760"/>
            <a:ext cx="1543680" cy="3645360"/>
            <a:chOff x="8805740" y="1366760"/>
            <a:chExt cx="1543680" cy="36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ABC76D-9461-FFC4-3DE9-D1BB74C80223}"/>
                    </a:ext>
                  </a:extLst>
                </p14:cNvPr>
                <p14:cNvContentPartPr/>
                <p14:nvPr/>
              </p14:nvContentPartPr>
              <p14:xfrm>
                <a:off x="8805740" y="1852760"/>
                <a:ext cx="1250280" cy="933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ABC76D-9461-FFC4-3DE9-D1BB74C802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7740" y="1835120"/>
                  <a:ext cx="1285920" cy="9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31A2B6-1FEB-522B-0650-ABDE2F4D36EB}"/>
                    </a:ext>
                  </a:extLst>
                </p14:cNvPr>
                <p14:cNvContentPartPr/>
                <p14:nvPr/>
              </p14:nvContentPartPr>
              <p14:xfrm>
                <a:off x="9318380" y="2171360"/>
                <a:ext cx="327960" cy="322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31A2B6-1FEB-522B-0650-ABDE2F4D36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00740" y="2153360"/>
                  <a:ext cx="363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20B3D0-DAA3-619C-B06B-3EFA262A7C6D}"/>
                    </a:ext>
                  </a:extLst>
                </p14:cNvPr>
                <p14:cNvContentPartPr/>
                <p14:nvPr/>
              </p14:nvContentPartPr>
              <p14:xfrm>
                <a:off x="9368420" y="2807480"/>
                <a:ext cx="290880" cy="2044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20B3D0-DAA3-619C-B06B-3EFA262A7C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50420" y="2789480"/>
                  <a:ext cx="326520" cy="20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F2735E-B729-3075-383A-0D640BEF280B}"/>
                    </a:ext>
                  </a:extLst>
                </p14:cNvPr>
                <p14:cNvContentPartPr/>
                <p14:nvPr/>
              </p14:nvContentPartPr>
              <p14:xfrm>
                <a:off x="8899700" y="3195200"/>
                <a:ext cx="418680" cy="638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F2735E-B729-3075-383A-0D640BEF28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82060" y="3177200"/>
                  <a:ext cx="4543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0C9C13-1B0D-77AB-D05C-F68CF836AA19}"/>
                    </a:ext>
                  </a:extLst>
                </p14:cNvPr>
                <p14:cNvContentPartPr/>
                <p14:nvPr/>
              </p14:nvContentPartPr>
              <p14:xfrm>
                <a:off x="9120380" y="3924200"/>
                <a:ext cx="433800" cy="65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0C9C13-1B0D-77AB-D05C-F68CF836AA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02380" y="3906560"/>
                  <a:ext cx="46944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A2AEB8-4FD5-57FA-97BC-B12E90B78044}"/>
                    </a:ext>
                  </a:extLst>
                </p14:cNvPr>
                <p14:cNvContentPartPr/>
                <p14:nvPr/>
              </p14:nvContentPartPr>
              <p14:xfrm>
                <a:off x="9334580" y="4636280"/>
                <a:ext cx="281160" cy="37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A2AEB8-4FD5-57FA-97BC-B12E90B780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16940" y="4618640"/>
                  <a:ext cx="316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D7D6EE-822E-F54C-E27E-4C68492B66B5}"/>
                    </a:ext>
                  </a:extLst>
                </p14:cNvPr>
                <p14:cNvContentPartPr/>
                <p14:nvPr/>
              </p14:nvContentPartPr>
              <p14:xfrm>
                <a:off x="9425300" y="3127880"/>
                <a:ext cx="793800" cy="23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D7D6EE-822E-F54C-E27E-4C68492B66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07300" y="3109880"/>
                  <a:ext cx="829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1EAB69-5790-853E-A369-6B56B78F89F5}"/>
                    </a:ext>
                  </a:extLst>
                </p14:cNvPr>
                <p14:cNvContentPartPr/>
                <p14:nvPr/>
              </p14:nvContentPartPr>
              <p14:xfrm>
                <a:off x="9580460" y="3728360"/>
                <a:ext cx="768960" cy="28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1EAB69-5790-853E-A369-6B56B78F89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62820" y="3710720"/>
                  <a:ext cx="8046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630AAC-2461-58BF-ACFC-7753D36E3B6A}"/>
                    </a:ext>
                  </a:extLst>
                </p14:cNvPr>
                <p14:cNvContentPartPr/>
                <p14:nvPr/>
              </p14:nvContentPartPr>
              <p14:xfrm>
                <a:off x="9724820" y="4327400"/>
                <a:ext cx="509040" cy="366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630AAC-2461-58BF-ACFC-7753D36E3B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07180" y="4309400"/>
                  <a:ext cx="544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6ACD0F-CD72-A23A-1A70-23AFE3699EB3}"/>
                    </a:ext>
                  </a:extLst>
                </p14:cNvPr>
                <p14:cNvContentPartPr/>
                <p14:nvPr/>
              </p14:nvContentPartPr>
              <p14:xfrm>
                <a:off x="9812300" y="4862720"/>
                <a:ext cx="49680" cy="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6ACD0F-CD72-A23A-1A70-23AFE3699E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94660" y="4845080"/>
                  <a:ext cx="85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7E8FCC-D6CF-A702-CE02-A0C1FAAC7DD5}"/>
                    </a:ext>
                  </a:extLst>
                </p14:cNvPr>
                <p14:cNvContentPartPr/>
                <p14:nvPr/>
              </p14:nvContentPartPr>
              <p14:xfrm>
                <a:off x="8815460" y="1558640"/>
                <a:ext cx="342720" cy="375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7E8FCC-D6CF-A702-CE02-A0C1FAAC7D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97820" y="1540640"/>
                  <a:ext cx="3783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D5F8A1-2A4E-D358-5FAB-EE2E81BF33FB}"/>
                    </a:ext>
                  </a:extLst>
                </p14:cNvPr>
                <p14:cNvContentPartPr/>
                <p14:nvPr/>
              </p14:nvContentPartPr>
              <p14:xfrm>
                <a:off x="9076100" y="1456040"/>
                <a:ext cx="90720" cy="27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D5F8A1-2A4E-D358-5FAB-EE2E81BF33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58460" y="1438400"/>
                  <a:ext cx="126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FCEFE0-25C7-6F06-E10F-58D7B20EC95A}"/>
                    </a:ext>
                  </a:extLst>
                </p14:cNvPr>
                <p14:cNvContentPartPr/>
                <p14:nvPr/>
              </p14:nvContentPartPr>
              <p14:xfrm>
                <a:off x="9666140" y="1366760"/>
                <a:ext cx="180720" cy="36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FCEFE0-25C7-6F06-E10F-58D7B20EC9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8500" y="1348760"/>
                  <a:ext cx="2163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F008D7-6D70-DC7B-8AB8-FBBC64C4F4FC}"/>
                    </a:ext>
                  </a:extLst>
                </p14:cNvPr>
                <p14:cNvContentPartPr/>
                <p14:nvPr/>
              </p14:nvContentPartPr>
              <p14:xfrm>
                <a:off x="9854420" y="1870040"/>
                <a:ext cx="20160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F008D7-6D70-DC7B-8AB8-FBBC64C4F4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36780" y="1852040"/>
                  <a:ext cx="237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E3EF6B4-04B1-99FB-59D5-0FFA66B5E2AB}"/>
              </a:ext>
            </a:extLst>
          </p:cNvPr>
          <p:cNvGrpSpPr/>
          <p:nvPr/>
        </p:nvGrpSpPr>
        <p:grpSpPr>
          <a:xfrm>
            <a:off x="8191940" y="1280360"/>
            <a:ext cx="1018080" cy="1140480"/>
            <a:chOff x="8191940" y="1280360"/>
            <a:chExt cx="1018080" cy="11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79D89A-8063-A13F-8BA3-26FD73457909}"/>
                    </a:ext>
                  </a:extLst>
                </p14:cNvPr>
                <p14:cNvContentPartPr/>
                <p14:nvPr/>
              </p14:nvContentPartPr>
              <p14:xfrm>
                <a:off x="8794220" y="1552520"/>
                <a:ext cx="317160" cy="345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179D89A-8063-A13F-8BA3-26FD734579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76580" y="1534520"/>
                  <a:ext cx="3528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3B7F7B-5D4A-B50A-216D-2FB157985999}"/>
                    </a:ext>
                  </a:extLst>
                </p14:cNvPr>
                <p14:cNvContentPartPr/>
                <p14:nvPr/>
              </p14:nvContentPartPr>
              <p14:xfrm>
                <a:off x="9084020" y="1376120"/>
                <a:ext cx="126000" cy="33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3B7F7B-5D4A-B50A-216D-2FB1579859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66020" y="1358480"/>
                  <a:ext cx="1616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480429-9642-904B-DEA7-69877FEF9670}"/>
                    </a:ext>
                  </a:extLst>
                </p14:cNvPr>
                <p14:cNvContentPartPr/>
                <p14:nvPr/>
              </p14:nvContentPartPr>
              <p14:xfrm>
                <a:off x="8191940" y="2140400"/>
                <a:ext cx="670680" cy="110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480429-9642-904B-DEA7-69877FEF96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73940" y="2122400"/>
                  <a:ext cx="706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95A538-4B6D-489F-4A13-3227D087D5B1}"/>
                    </a:ext>
                  </a:extLst>
                </p14:cNvPr>
                <p14:cNvContentPartPr/>
                <p14:nvPr/>
              </p14:nvContentPartPr>
              <p14:xfrm>
                <a:off x="8240540" y="2034200"/>
                <a:ext cx="138600" cy="14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95A538-4B6D-489F-4A13-3227D087D5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22540" y="2016200"/>
                  <a:ext cx="174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C3F0A95-A157-B22D-3B19-570A4D075268}"/>
                    </a:ext>
                  </a:extLst>
                </p14:cNvPr>
                <p14:cNvContentPartPr/>
                <p14:nvPr/>
              </p14:nvContentPartPr>
              <p14:xfrm>
                <a:off x="8291300" y="2210960"/>
                <a:ext cx="154080" cy="20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C3F0A95-A157-B22D-3B19-570A4D0752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73300" y="2192960"/>
                  <a:ext cx="189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89FC92-AEF1-59E1-89C3-8B48A6204AD2}"/>
                    </a:ext>
                  </a:extLst>
                </p14:cNvPr>
                <p14:cNvContentPartPr/>
                <p14:nvPr/>
              </p14:nvContentPartPr>
              <p14:xfrm>
                <a:off x="8815460" y="1530560"/>
                <a:ext cx="122040" cy="14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89FC92-AEF1-59E1-89C3-8B48A6204A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97820" y="1512560"/>
                  <a:ext cx="15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B615F0-2CFB-89CF-F859-7C8E30C09581}"/>
                    </a:ext>
                  </a:extLst>
                </p14:cNvPr>
                <p14:cNvContentPartPr/>
                <p14:nvPr/>
              </p14:nvContentPartPr>
              <p14:xfrm>
                <a:off x="8438900" y="1665560"/>
                <a:ext cx="309600" cy="70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B615F0-2CFB-89CF-F859-7C8E30C095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20900" y="1647560"/>
                  <a:ext cx="345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41FC86-4E46-8C20-01CB-16AD13E161C7}"/>
                    </a:ext>
                  </a:extLst>
                </p14:cNvPr>
                <p14:cNvContentPartPr/>
                <p14:nvPr/>
              </p14:nvContentPartPr>
              <p14:xfrm>
                <a:off x="9041900" y="1280360"/>
                <a:ext cx="45360" cy="214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41FC86-4E46-8C20-01CB-16AD13E161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23900" y="1262360"/>
                  <a:ext cx="8100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3C939A3-1031-A6F5-0073-535265E7C95B}"/>
                  </a:ext>
                </a:extLst>
              </p14:cNvPr>
              <p14:cNvContentPartPr/>
              <p14:nvPr/>
            </p14:nvContentPartPr>
            <p14:xfrm>
              <a:off x="8411900" y="2629280"/>
              <a:ext cx="559440" cy="232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3C939A3-1031-A6F5-0073-535265E7C95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93900" y="2611640"/>
                <a:ext cx="59508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065C178-7651-ADB3-B71D-FE144B105CE2}"/>
              </a:ext>
            </a:extLst>
          </p:cNvPr>
          <p:cNvGrpSpPr/>
          <p:nvPr/>
        </p:nvGrpSpPr>
        <p:grpSpPr>
          <a:xfrm>
            <a:off x="9640940" y="1242200"/>
            <a:ext cx="842400" cy="1059480"/>
            <a:chOff x="9640940" y="1242200"/>
            <a:chExt cx="842400" cy="10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43AD88-5599-03CA-FBFC-77DD4A68AAC0}"/>
                    </a:ext>
                  </a:extLst>
                </p14:cNvPr>
                <p14:cNvContentPartPr/>
                <p14:nvPr/>
              </p14:nvContentPartPr>
              <p14:xfrm>
                <a:off x="9692420" y="1375400"/>
                <a:ext cx="142560" cy="356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43AD88-5599-03CA-FBFC-77DD4A68AAC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4420" y="1357400"/>
                  <a:ext cx="178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9339BC-730B-B9FC-F847-DE6514E38BCD}"/>
                    </a:ext>
                  </a:extLst>
                </p14:cNvPr>
                <p14:cNvContentPartPr/>
                <p14:nvPr/>
              </p14:nvContentPartPr>
              <p14:xfrm>
                <a:off x="9825980" y="1764560"/>
                <a:ext cx="375120" cy="144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9339BC-730B-B9FC-F847-DE6514E38B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07980" y="1746560"/>
                  <a:ext cx="410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9FEAAD-194B-26FD-4F13-BCD51FEC95B1}"/>
                    </a:ext>
                  </a:extLst>
                </p14:cNvPr>
                <p14:cNvContentPartPr/>
                <p14:nvPr/>
              </p14:nvContentPartPr>
              <p14:xfrm>
                <a:off x="9640940" y="1242200"/>
                <a:ext cx="245880" cy="20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9FEAAD-194B-26FD-4F13-BCD51FEC95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23300" y="1224200"/>
                  <a:ext cx="281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D028F3-6FE6-E147-842A-80EBC69F71FF}"/>
                    </a:ext>
                  </a:extLst>
                </p14:cNvPr>
                <p14:cNvContentPartPr/>
                <p14:nvPr/>
              </p14:nvContentPartPr>
              <p14:xfrm>
                <a:off x="9824900" y="1493840"/>
                <a:ext cx="156960" cy="3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D028F3-6FE6-E147-842A-80EBC69F71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06900" y="1475840"/>
                  <a:ext cx="192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49BFBA-CCC4-380F-EF69-B311CFBCF0B4}"/>
                    </a:ext>
                  </a:extLst>
                </p14:cNvPr>
                <p14:cNvContentPartPr/>
                <p14:nvPr/>
              </p14:nvContentPartPr>
              <p14:xfrm>
                <a:off x="9932900" y="2148680"/>
                <a:ext cx="535680" cy="116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49BFBA-CCC4-380F-EF69-B311CFBCF0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14900" y="2131040"/>
                  <a:ext cx="57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7F9FDC-2228-E154-B70F-B42B1C66EA0C}"/>
                    </a:ext>
                  </a:extLst>
                </p14:cNvPr>
                <p14:cNvContentPartPr/>
                <p14:nvPr/>
              </p14:nvContentPartPr>
              <p14:xfrm>
                <a:off x="10310180" y="2037800"/>
                <a:ext cx="92160" cy="83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7F9FDC-2228-E154-B70F-B42B1C66EA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92180" y="2019800"/>
                  <a:ext cx="127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41E4A6-DCB3-5A14-A570-B6FF4ED602B7}"/>
                    </a:ext>
                  </a:extLst>
                </p14:cNvPr>
                <p14:cNvContentPartPr/>
                <p14:nvPr/>
              </p14:nvContentPartPr>
              <p14:xfrm>
                <a:off x="10317020" y="2231840"/>
                <a:ext cx="109440" cy="69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41E4A6-DCB3-5A14-A570-B6FF4ED602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99020" y="2214200"/>
                  <a:ext cx="14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CDC284-7357-A8FF-2AF7-69D1AA382D26}"/>
                    </a:ext>
                  </a:extLst>
                </p14:cNvPr>
                <p14:cNvContentPartPr/>
                <p14:nvPr/>
              </p14:nvContentPartPr>
              <p14:xfrm>
                <a:off x="10428620" y="2129960"/>
                <a:ext cx="54720" cy="3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CDC284-7357-A8FF-2AF7-69D1AA382D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10620" y="2112320"/>
                  <a:ext cx="903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0191084-013F-DB3C-AC01-5B1758D2A218}"/>
              </a:ext>
            </a:extLst>
          </p:cNvPr>
          <p:cNvGrpSpPr/>
          <p:nvPr/>
        </p:nvGrpSpPr>
        <p:grpSpPr>
          <a:xfrm>
            <a:off x="7766060" y="176960"/>
            <a:ext cx="3707280" cy="5746680"/>
            <a:chOff x="7766060" y="176960"/>
            <a:chExt cx="3707280" cy="57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13EF32-C0A6-FD6C-659F-2517D4E008F3}"/>
                    </a:ext>
                  </a:extLst>
                </p14:cNvPr>
                <p14:cNvContentPartPr/>
                <p14:nvPr/>
              </p14:nvContentPartPr>
              <p14:xfrm>
                <a:off x="8967020" y="1899920"/>
                <a:ext cx="293040" cy="40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13EF32-C0A6-FD6C-659F-2517D4E008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49380" y="1882280"/>
                  <a:ext cx="3286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D2FB22-69DC-8C30-86F4-86DD12D2C65E}"/>
                    </a:ext>
                  </a:extLst>
                </p14:cNvPr>
                <p14:cNvContentPartPr/>
                <p14:nvPr/>
              </p14:nvContentPartPr>
              <p14:xfrm>
                <a:off x="9030740" y="1902080"/>
                <a:ext cx="308520" cy="498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D2FB22-69DC-8C30-86F4-86DD12D2C6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13100" y="1884080"/>
                  <a:ext cx="3441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2FC5C8-E9EA-48C8-7A85-D866C4EC28C2}"/>
                    </a:ext>
                  </a:extLst>
                </p14:cNvPr>
                <p14:cNvContentPartPr/>
                <p14:nvPr/>
              </p14:nvContentPartPr>
              <p14:xfrm>
                <a:off x="9040460" y="1976600"/>
                <a:ext cx="371160" cy="56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2FC5C8-E9EA-48C8-7A85-D866C4EC28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22460" y="1958600"/>
                  <a:ext cx="4068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83F85B-256E-F524-62E7-F68EC7386075}"/>
                    </a:ext>
                  </a:extLst>
                </p14:cNvPr>
                <p14:cNvContentPartPr/>
                <p14:nvPr/>
              </p14:nvContentPartPr>
              <p14:xfrm>
                <a:off x="9174020" y="2074880"/>
                <a:ext cx="327240" cy="49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83F85B-256E-F524-62E7-F68EC73860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56380" y="2056880"/>
                  <a:ext cx="3628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ADAEE4-DBD1-6258-B940-323398D506E0}"/>
                    </a:ext>
                  </a:extLst>
                </p14:cNvPr>
                <p14:cNvContentPartPr/>
                <p14:nvPr/>
              </p14:nvContentPartPr>
              <p14:xfrm>
                <a:off x="9427460" y="2137520"/>
                <a:ext cx="290160" cy="420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1ADAEE4-DBD1-6258-B940-323398D506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09820" y="2119520"/>
                  <a:ext cx="3258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083ED2-0065-35BB-40F3-C9A0BB084FE3}"/>
                    </a:ext>
                  </a:extLst>
                </p14:cNvPr>
                <p14:cNvContentPartPr/>
                <p14:nvPr/>
              </p14:nvContentPartPr>
              <p14:xfrm>
                <a:off x="9674060" y="2237600"/>
                <a:ext cx="208080" cy="42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083ED2-0065-35BB-40F3-C9A0BB084F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56420" y="2219960"/>
                  <a:ext cx="2437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A80CA4-4D7F-2C10-402B-C5CA0AB313CC}"/>
                    </a:ext>
                  </a:extLst>
                </p14:cNvPr>
                <p14:cNvContentPartPr/>
                <p14:nvPr/>
              </p14:nvContentPartPr>
              <p14:xfrm>
                <a:off x="9279140" y="789320"/>
                <a:ext cx="220680" cy="1353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A80CA4-4D7F-2C10-402B-C5CA0AB313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1500" y="771320"/>
                  <a:ext cx="256320" cy="13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C8A5DF-20D0-5698-789B-C51336CBFC37}"/>
                    </a:ext>
                  </a:extLst>
                </p14:cNvPr>
                <p14:cNvContentPartPr/>
                <p14:nvPr/>
              </p14:nvContentPartPr>
              <p14:xfrm>
                <a:off x="9374900" y="687440"/>
                <a:ext cx="216000" cy="21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C8A5DF-20D0-5698-789B-C51336CBFC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57260" y="669440"/>
                  <a:ext cx="251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B5CDD1-E254-8430-4AE8-711139066A28}"/>
                    </a:ext>
                  </a:extLst>
                </p14:cNvPr>
                <p14:cNvContentPartPr/>
                <p14:nvPr/>
              </p14:nvContentPartPr>
              <p14:xfrm>
                <a:off x="9763340" y="353360"/>
                <a:ext cx="261000" cy="177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B5CDD1-E254-8430-4AE8-711139066A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45340" y="335360"/>
                  <a:ext cx="296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69EFD4-105A-2D6F-49CA-88E324A1E030}"/>
                    </a:ext>
                  </a:extLst>
                </p14:cNvPr>
                <p14:cNvContentPartPr/>
                <p14:nvPr/>
              </p14:nvContentPartPr>
              <p14:xfrm>
                <a:off x="10094180" y="317720"/>
                <a:ext cx="36720" cy="18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69EFD4-105A-2D6F-49CA-88E324A1E0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76540" y="299720"/>
                  <a:ext cx="72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60619F-CB73-82F1-7EE3-2812E3E0DC1C}"/>
                    </a:ext>
                  </a:extLst>
                </p14:cNvPr>
                <p14:cNvContentPartPr/>
                <p14:nvPr/>
              </p14:nvContentPartPr>
              <p14:xfrm>
                <a:off x="10107500" y="207920"/>
                <a:ext cx="106920" cy="133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60619F-CB73-82F1-7EE3-2812E3E0DC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89860" y="190280"/>
                  <a:ext cx="14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434454-A810-39FD-1334-3941BAFDAF9D}"/>
                    </a:ext>
                  </a:extLst>
                </p14:cNvPr>
                <p14:cNvContentPartPr/>
                <p14:nvPr/>
              </p14:nvContentPartPr>
              <p14:xfrm>
                <a:off x="10323140" y="176960"/>
                <a:ext cx="185040" cy="199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434454-A810-39FD-1334-3941BAFDAF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05500" y="159320"/>
                  <a:ext cx="220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D52019-DFDD-9D04-7060-DCA98214B9E3}"/>
                    </a:ext>
                  </a:extLst>
                </p14:cNvPr>
                <p14:cNvContentPartPr/>
                <p14:nvPr/>
              </p14:nvContentPartPr>
              <p14:xfrm>
                <a:off x="7803500" y="821000"/>
                <a:ext cx="3669840" cy="5102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D52019-DFDD-9D04-7060-DCA98214B9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85860" y="803000"/>
                  <a:ext cx="3705480" cy="51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2584F8-D82A-E043-5B8B-8AEAE8B87D15}"/>
                    </a:ext>
                  </a:extLst>
                </p14:cNvPr>
                <p14:cNvContentPartPr/>
                <p14:nvPr/>
              </p14:nvContentPartPr>
              <p14:xfrm>
                <a:off x="7766060" y="1143920"/>
                <a:ext cx="543240" cy="4675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2584F8-D82A-E043-5B8B-8AEAE8B87D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48060" y="1125920"/>
                  <a:ext cx="578880" cy="47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B0679A5-5355-F6E1-82C4-94B09A9367C4}"/>
              </a:ext>
            </a:extLst>
          </p:cNvPr>
          <p:cNvGrpSpPr/>
          <p:nvPr/>
        </p:nvGrpSpPr>
        <p:grpSpPr>
          <a:xfrm>
            <a:off x="9190580" y="6152600"/>
            <a:ext cx="2981160" cy="381240"/>
            <a:chOff x="9190580" y="6152600"/>
            <a:chExt cx="29811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80FA609-DF7A-2D6C-D8D8-44E8D79E174A}"/>
                    </a:ext>
                  </a:extLst>
                </p14:cNvPr>
                <p14:cNvContentPartPr/>
                <p14:nvPr/>
              </p14:nvContentPartPr>
              <p14:xfrm>
                <a:off x="9220100" y="6262400"/>
                <a:ext cx="13320" cy="27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80FA609-DF7A-2D6C-D8D8-44E8D79E17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02460" y="6244760"/>
                  <a:ext cx="48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2698883-7AC7-228B-400E-E4EA6C0D376D}"/>
                    </a:ext>
                  </a:extLst>
                </p14:cNvPr>
                <p14:cNvContentPartPr/>
                <p14:nvPr/>
              </p14:nvContentPartPr>
              <p14:xfrm>
                <a:off x="9190580" y="6165560"/>
                <a:ext cx="167040" cy="189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2698883-7AC7-228B-400E-E4EA6C0D37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72940" y="6147560"/>
                  <a:ext cx="202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22DE86-21AB-C045-5CDD-E81099918EB4}"/>
                    </a:ext>
                  </a:extLst>
                </p14:cNvPr>
                <p14:cNvContentPartPr/>
                <p14:nvPr/>
              </p14:nvContentPartPr>
              <p14:xfrm>
                <a:off x="9479300" y="6266720"/>
                <a:ext cx="201600" cy="157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22DE86-21AB-C045-5CDD-E81099918EB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61660" y="6248720"/>
                  <a:ext cx="237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C4CB94-DE55-C0E4-4943-C1B10E0331DD}"/>
                    </a:ext>
                  </a:extLst>
                </p14:cNvPr>
                <p14:cNvContentPartPr/>
                <p14:nvPr/>
              </p14:nvContentPartPr>
              <p14:xfrm>
                <a:off x="9410540" y="6344120"/>
                <a:ext cx="84240" cy="15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C4CB94-DE55-C0E4-4943-C1B10E0331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92900" y="6326480"/>
                  <a:ext cx="119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DA6568-591C-325E-2AC2-DCB91953E759}"/>
                    </a:ext>
                  </a:extLst>
                </p14:cNvPr>
                <p14:cNvContentPartPr/>
                <p14:nvPr/>
              </p14:nvContentPartPr>
              <p14:xfrm>
                <a:off x="9815900" y="6261320"/>
                <a:ext cx="54000" cy="15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DA6568-591C-325E-2AC2-DCB91953E7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97900" y="6243680"/>
                  <a:ext cx="89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D03740-23D3-BDF6-DE0A-9215C7376026}"/>
                    </a:ext>
                  </a:extLst>
                </p14:cNvPr>
                <p14:cNvContentPartPr/>
                <p14:nvPr/>
              </p14:nvContentPartPr>
              <p14:xfrm>
                <a:off x="10008140" y="6231800"/>
                <a:ext cx="69480" cy="156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D03740-23D3-BDF6-DE0A-9215C737602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90500" y="6213800"/>
                  <a:ext cx="105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2D044C5-4506-AB63-BD4D-0975FD360FE1}"/>
                    </a:ext>
                  </a:extLst>
                </p14:cNvPr>
                <p14:cNvContentPartPr/>
                <p14:nvPr/>
              </p14:nvContentPartPr>
              <p14:xfrm>
                <a:off x="10151420" y="6221000"/>
                <a:ext cx="208440" cy="178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2D044C5-4506-AB63-BD4D-0975FD360F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33420" y="6203000"/>
                  <a:ext cx="244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CB371A-4D70-21BE-A1D2-A32C3A9BA18D}"/>
                    </a:ext>
                  </a:extLst>
                </p14:cNvPr>
                <p14:cNvContentPartPr/>
                <p14:nvPr/>
              </p14:nvContentPartPr>
              <p14:xfrm>
                <a:off x="10580900" y="6305240"/>
                <a:ext cx="334800" cy="36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4CB371A-4D70-21BE-A1D2-A32C3A9BA1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63260" y="6287240"/>
                  <a:ext cx="370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55D63D-9F8D-43A9-17F0-693FBE31C077}"/>
                    </a:ext>
                  </a:extLst>
                </p14:cNvPr>
                <p14:cNvContentPartPr/>
                <p14:nvPr/>
              </p14:nvContentPartPr>
              <p14:xfrm>
                <a:off x="10782860" y="6219200"/>
                <a:ext cx="110880" cy="190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55D63D-9F8D-43A9-17F0-693FBE31C0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65220" y="6201560"/>
                  <a:ext cx="146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65AA37-3B4B-A6C8-53CF-735E29A7351C}"/>
                    </a:ext>
                  </a:extLst>
                </p14:cNvPr>
                <p14:cNvContentPartPr/>
                <p14:nvPr/>
              </p14:nvContentPartPr>
              <p14:xfrm>
                <a:off x="11011460" y="6152600"/>
                <a:ext cx="237240" cy="49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65AA37-3B4B-A6C8-53CF-735E29A735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93820" y="6134600"/>
                  <a:ext cx="272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804383-C9CD-B408-3BB8-A64487D17692}"/>
                    </a:ext>
                  </a:extLst>
                </p14:cNvPr>
                <p14:cNvContentPartPr/>
                <p14:nvPr/>
              </p14:nvContentPartPr>
              <p14:xfrm>
                <a:off x="11109020" y="6164480"/>
                <a:ext cx="28440" cy="259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804383-C9CD-B408-3BB8-A64487D1769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91020" y="6146840"/>
                  <a:ext cx="64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A3B4EFF-3943-DA95-18B3-58636914B229}"/>
                    </a:ext>
                  </a:extLst>
                </p14:cNvPr>
                <p14:cNvContentPartPr/>
                <p14:nvPr/>
              </p14:nvContentPartPr>
              <p14:xfrm>
                <a:off x="11253020" y="6260240"/>
                <a:ext cx="55440" cy="111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A3B4EFF-3943-DA95-18B3-58636914B2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35380" y="6242600"/>
                  <a:ext cx="91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7A43C0-9FEC-7DB5-1A00-431EF0DE50F7}"/>
                    </a:ext>
                  </a:extLst>
                </p14:cNvPr>
                <p14:cNvContentPartPr/>
                <p14:nvPr/>
              </p14:nvContentPartPr>
              <p14:xfrm>
                <a:off x="11396660" y="6264560"/>
                <a:ext cx="250200" cy="138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7A43C0-9FEC-7DB5-1A00-431EF0DE50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78660" y="6246920"/>
                  <a:ext cx="285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4A88AA-27D3-CF47-9DB4-35929F57C80E}"/>
                    </a:ext>
                  </a:extLst>
                </p14:cNvPr>
                <p14:cNvContentPartPr/>
                <p14:nvPr/>
              </p14:nvContentPartPr>
              <p14:xfrm>
                <a:off x="11629220" y="6329720"/>
                <a:ext cx="70200" cy="57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4A88AA-27D3-CF47-9DB4-35929F57C8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11220" y="6311720"/>
                  <a:ext cx="105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BE651A-2CB7-4C7C-2B1C-D99DD1FFE537}"/>
                    </a:ext>
                  </a:extLst>
                </p14:cNvPr>
                <p14:cNvContentPartPr/>
                <p14:nvPr/>
              </p14:nvContentPartPr>
              <p14:xfrm>
                <a:off x="11760620" y="6306320"/>
                <a:ext cx="67320" cy="9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BE651A-2CB7-4C7C-2B1C-D99DD1FFE5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42620" y="6288680"/>
                  <a:ext cx="102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5D5824-0A4B-3F2D-FFB9-2468E2DC100C}"/>
                    </a:ext>
                  </a:extLst>
                </p14:cNvPr>
                <p14:cNvContentPartPr/>
                <p14:nvPr/>
              </p14:nvContentPartPr>
              <p14:xfrm>
                <a:off x="11851700" y="6369320"/>
                <a:ext cx="19440" cy="88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5D5824-0A4B-3F2D-FFB9-2468E2DC10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833700" y="6351680"/>
                  <a:ext cx="55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A7B022-B639-9558-993A-9B9694D00716}"/>
                    </a:ext>
                  </a:extLst>
                </p14:cNvPr>
                <p14:cNvContentPartPr/>
                <p14:nvPr/>
              </p14:nvContentPartPr>
              <p14:xfrm>
                <a:off x="11859260" y="6218120"/>
                <a:ext cx="3240" cy="1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A7B022-B639-9558-993A-9B9694D007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841260" y="6200480"/>
                  <a:ext cx="38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508989C-9FC1-6700-8985-772ACD76B538}"/>
                    </a:ext>
                  </a:extLst>
                </p14:cNvPr>
                <p14:cNvContentPartPr/>
                <p14:nvPr/>
              </p14:nvContentPartPr>
              <p14:xfrm>
                <a:off x="11888780" y="6321080"/>
                <a:ext cx="46080" cy="123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508989C-9FC1-6700-8985-772ACD76B5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70780" y="6303440"/>
                  <a:ext cx="81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37EF64-1020-51BC-1375-C7FD2126FDB9}"/>
                    </a:ext>
                  </a:extLst>
                </p14:cNvPr>
                <p14:cNvContentPartPr/>
                <p14:nvPr/>
              </p14:nvContentPartPr>
              <p14:xfrm>
                <a:off x="11989220" y="6305600"/>
                <a:ext cx="44640" cy="14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37EF64-1020-51BC-1375-C7FD2126FDB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971580" y="6287960"/>
                  <a:ext cx="80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40F12E-4835-B543-8A98-A1DD8C169C65}"/>
                    </a:ext>
                  </a:extLst>
                </p14:cNvPr>
                <p14:cNvContentPartPr/>
                <p14:nvPr/>
              </p14:nvContentPartPr>
              <p14:xfrm>
                <a:off x="11965460" y="6328640"/>
                <a:ext cx="206280" cy="83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40F12E-4835-B543-8A98-A1DD8C169C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947460" y="6311000"/>
                  <a:ext cx="2419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30C5E57-73F7-30D0-E587-72EB56ADFCEE}"/>
              </a:ext>
            </a:extLst>
          </p:cNvPr>
          <p:cNvGrpSpPr/>
          <p:nvPr/>
        </p:nvGrpSpPr>
        <p:grpSpPr>
          <a:xfrm>
            <a:off x="8881340" y="3079780"/>
            <a:ext cx="1531080" cy="1687680"/>
            <a:chOff x="8881340" y="3079780"/>
            <a:chExt cx="1531080" cy="16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354C853-D834-5C81-3409-C92E37E319DB}"/>
                    </a:ext>
                  </a:extLst>
                </p14:cNvPr>
                <p14:cNvContentPartPr/>
                <p14:nvPr/>
              </p14:nvContentPartPr>
              <p14:xfrm>
                <a:off x="8881340" y="3165100"/>
                <a:ext cx="490320" cy="651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354C853-D834-5C81-3409-C92E37E319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63700" y="3147460"/>
                  <a:ext cx="52596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3E0DDE-6DC7-A8C9-70AF-0189A8305FEF}"/>
                    </a:ext>
                  </a:extLst>
                </p14:cNvPr>
                <p14:cNvContentPartPr/>
                <p14:nvPr/>
              </p14:nvContentPartPr>
              <p14:xfrm>
                <a:off x="8948660" y="3752260"/>
                <a:ext cx="606600" cy="1015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3E0DDE-6DC7-A8C9-70AF-0189A8305FE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0660" y="3734260"/>
                  <a:ext cx="642240" cy="10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B9235C-C9E5-22FA-EFC5-0F0449F7D881}"/>
                    </a:ext>
                  </a:extLst>
                </p14:cNvPr>
                <p14:cNvContentPartPr/>
                <p14:nvPr/>
              </p14:nvContentPartPr>
              <p14:xfrm>
                <a:off x="9627620" y="3754420"/>
                <a:ext cx="717120" cy="182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B9235C-C9E5-22FA-EFC5-0F0449F7D8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09620" y="3736420"/>
                  <a:ext cx="752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3EBE62-046B-2CF9-B17E-FF7D1998FF5F}"/>
                    </a:ext>
                  </a:extLst>
                </p14:cNvPr>
                <p14:cNvContentPartPr/>
                <p14:nvPr/>
              </p14:nvContentPartPr>
              <p14:xfrm>
                <a:off x="10034420" y="3079780"/>
                <a:ext cx="378000" cy="288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3EBE62-046B-2CF9-B17E-FF7D1998FF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16420" y="3062140"/>
                  <a:ext cx="413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5D21A7-9063-EB3D-3D8E-E12642C1E185}"/>
                    </a:ext>
                  </a:extLst>
                </p14:cNvPr>
                <p14:cNvContentPartPr/>
                <p14:nvPr/>
              </p14:nvContentPartPr>
              <p14:xfrm>
                <a:off x="10053860" y="3368140"/>
                <a:ext cx="182520" cy="133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5D21A7-9063-EB3D-3D8E-E12642C1E1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35860" y="3350140"/>
                  <a:ext cx="218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8336A0A-8C82-49EE-7C66-ADE24C482237}"/>
                    </a:ext>
                  </a:extLst>
                </p14:cNvPr>
                <p14:cNvContentPartPr/>
                <p14:nvPr/>
              </p14:nvContentPartPr>
              <p14:xfrm>
                <a:off x="9486500" y="3191020"/>
                <a:ext cx="729360" cy="201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8336A0A-8C82-49EE-7C66-ADE24C4822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68500" y="3173020"/>
                  <a:ext cx="76500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ECF2652-B33B-D08A-AD03-A1FA061DA1D1}"/>
              </a:ext>
            </a:extLst>
          </p:cNvPr>
          <p:cNvGrpSpPr/>
          <p:nvPr/>
        </p:nvGrpSpPr>
        <p:grpSpPr>
          <a:xfrm>
            <a:off x="9276260" y="4353460"/>
            <a:ext cx="2057040" cy="621000"/>
            <a:chOff x="9276260" y="4353460"/>
            <a:chExt cx="205704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E26178-5C9A-D465-BBC5-76202A38FF8D}"/>
                    </a:ext>
                  </a:extLst>
                </p14:cNvPr>
                <p14:cNvContentPartPr/>
                <p14:nvPr/>
              </p14:nvContentPartPr>
              <p14:xfrm>
                <a:off x="10038020" y="4353460"/>
                <a:ext cx="456480" cy="104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E26178-5C9A-D465-BBC5-76202A38FF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0380" y="4335460"/>
                  <a:ext cx="492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0B7605-80C5-6A70-61B2-2C910AE1C948}"/>
                    </a:ext>
                  </a:extLst>
                </p14:cNvPr>
                <p14:cNvContentPartPr/>
                <p14:nvPr/>
              </p14:nvContentPartPr>
              <p14:xfrm>
                <a:off x="9276260" y="4674220"/>
                <a:ext cx="282600" cy="300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0B7605-80C5-6A70-61B2-2C910AE1C94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58260" y="4656580"/>
                  <a:ext cx="318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06DF634-F0D5-A01A-5CBB-C55800178869}"/>
                    </a:ext>
                  </a:extLst>
                </p14:cNvPr>
                <p14:cNvContentPartPr/>
                <p14:nvPr/>
              </p14:nvContentPartPr>
              <p14:xfrm>
                <a:off x="9736340" y="4361380"/>
                <a:ext cx="618480" cy="351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06DF634-F0D5-A01A-5CBB-C558001788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18700" y="4343380"/>
                  <a:ext cx="6541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C06DE2-7C4E-FD16-F09F-F6BD30EA7C6C}"/>
                    </a:ext>
                  </a:extLst>
                </p14:cNvPr>
                <p14:cNvContentPartPr/>
                <p14:nvPr/>
              </p14:nvContentPartPr>
              <p14:xfrm>
                <a:off x="10541300" y="4718860"/>
                <a:ext cx="62280" cy="17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C06DE2-7C4E-FD16-F09F-F6BD30EA7C6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23660" y="4701220"/>
                  <a:ext cx="97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FD82C9-C9FA-AA44-8ACB-D9A401B93258}"/>
                    </a:ext>
                  </a:extLst>
                </p14:cNvPr>
                <p14:cNvContentPartPr/>
                <p14:nvPr/>
              </p14:nvContentPartPr>
              <p14:xfrm>
                <a:off x="10497740" y="4604740"/>
                <a:ext cx="16920" cy="2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FD82C9-C9FA-AA44-8ACB-D9A401B9325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80100" y="4586740"/>
                  <a:ext cx="52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E2DFD1-4CC9-709A-29DB-502F8CECEB28}"/>
                    </a:ext>
                  </a:extLst>
                </p14:cNvPr>
                <p14:cNvContentPartPr/>
                <p14:nvPr/>
              </p14:nvContentPartPr>
              <p14:xfrm>
                <a:off x="10689980" y="4733260"/>
                <a:ext cx="149400" cy="110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E2DFD1-4CC9-709A-29DB-502F8CECEB2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72340" y="4715260"/>
                  <a:ext cx="185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99495E-B3EA-7A6A-E5BE-3F3CEC2FAB94}"/>
                    </a:ext>
                  </a:extLst>
                </p14:cNvPr>
                <p14:cNvContentPartPr/>
                <p14:nvPr/>
              </p14:nvContentPartPr>
              <p14:xfrm>
                <a:off x="10908500" y="4770700"/>
                <a:ext cx="87120" cy="15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99495E-B3EA-7A6A-E5BE-3F3CEC2FAB9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90860" y="4752700"/>
                  <a:ext cx="122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7D736E8-6FC9-2CBA-5221-4E9B0FFD67FC}"/>
                    </a:ext>
                  </a:extLst>
                </p14:cNvPr>
                <p14:cNvContentPartPr/>
                <p14:nvPr/>
              </p14:nvContentPartPr>
              <p14:xfrm>
                <a:off x="10939820" y="4703020"/>
                <a:ext cx="84600" cy="9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7D736E8-6FC9-2CBA-5221-4E9B0FFD67F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21820" y="4685380"/>
                  <a:ext cx="120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A85884F-F908-49A5-1E18-4D4D59B284DB}"/>
                    </a:ext>
                  </a:extLst>
                </p14:cNvPr>
                <p14:cNvContentPartPr/>
                <p14:nvPr/>
              </p14:nvContentPartPr>
              <p14:xfrm>
                <a:off x="11093180" y="4760620"/>
                <a:ext cx="156240" cy="86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A85884F-F908-49A5-1E18-4D4D59B284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75540" y="4742980"/>
                  <a:ext cx="191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57B825E-9602-B284-14E7-B00787CE6DEC}"/>
                    </a:ext>
                  </a:extLst>
                </p14:cNvPr>
                <p14:cNvContentPartPr/>
                <p14:nvPr/>
              </p14:nvContentPartPr>
              <p14:xfrm>
                <a:off x="11267060" y="4610860"/>
                <a:ext cx="66240" cy="204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57B825E-9602-B284-14E7-B00787CE6D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49420" y="4593220"/>
                  <a:ext cx="101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6C8542-09E5-A686-9A8E-A2E910D867B0}"/>
                    </a:ext>
                  </a:extLst>
                </p14:cNvPr>
                <p14:cNvContentPartPr/>
                <p14:nvPr/>
              </p14:nvContentPartPr>
              <p14:xfrm>
                <a:off x="11247260" y="4685380"/>
                <a:ext cx="71280" cy="55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6C8542-09E5-A686-9A8E-A2E910D867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29620" y="4667380"/>
                  <a:ext cx="1069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E62F9D9-3E36-CDD2-AF37-7B44E51B3613}"/>
              </a:ext>
            </a:extLst>
          </p:cNvPr>
          <p:cNvGrpSpPr/>
          <p:nvPr/>
        </p:nvGrpSpPr>
        <p:grpSpPr>
          <a:xfrm>
            <a:off x="10330340" y="1395700"/>
            <a:ext cx="1268640" cy="405000"/>
            <a:chOff x="10330340" y="1395700"/>
            <a:chExt cx="126864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32E560-8204-D5C5-B8A4-2C94AE638E15}"/>
                    </a:ext>
                  </a:extLst>
                </p14:cNvPr>
                <p14:cNvContentPartPr/>
                <p14:nvPr/>
              </p14:nvContentPartPr>
              <p14:xfrm>
                <a:off x="10330340" y="1530700"/>
                <a:ext cx="180720" cy="226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32E560-8204-D5C5-B8A4-2C94AE638E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12340" y="1512700"/>
                  <a:ext cx="216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15AC617-CA9C-24EB-A870-FCC2B695ED23}"/>
                    </a:ext>
                  </a:extLst>
                </p14:cNvPr>
                <p14:cNvContentPartPr/>
                <p14:nvPr/>
              </p14:nvContentPartPr>
              <p14:xfrm>
                <a:off x="10616900" y="1600180"/>
                <a:ext cx="194400" cy="108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15AC617-CA9C-24EB-A870-FCC2B695ED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599260" y="1582540"/>
                  <a:ext cx="230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C4403F-67CC-89AD-42BF-F33E112685AF}"/>
                    </a:ext>
                  </a:extLst>
                </p14:cNvPr>
                <p14:cNvContentPartPr/>
                <p14:nvPr/>
              </p14:nvContentPartPr>
              <p14:xfrm>
                <a:off x="10852340" y="1459780"/>
                <a:ext cx="63360" cy="232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C4403F-67CC-89AD-42BF-F33E112685A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834340" y="1441780"/>
                  <a:ext cx="99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053CAE-DD32-9A8C-0909-ECB53B160C53}"/>
                    </a:ext>
                  </a:extLst>
                </p14:cNvPr>
                <p14:cNvContentPartPr/>
                <p14:nvPr/>
              </p14:nvContentPartPr>
              <p14:xfrm>
                <a:off x="10825700" y="1553380"/>
                <a:ext cx="12744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053CAE-DD32-9A8C-0909-ECB53B160C5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07700" y="1535380"/>
                  <a:ext cx="163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8BF628-235B-0757-0FCE-F4669CB4420A}"/>
                    </a:ext>
                  </a:extLst>
                </p14:cNvPr>
                <p14:cNvContentPartPr/>
                <p14:nvPr/>
              </p14:nvContentPartPr>
              <p14:xfrm>
                <a:off x="11010380" y="1568860"/>
                <a:ext cx="60480" cy="231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98BF628-235B-0757-0FCE-F4669CB442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92740" y="1550860"/>
                  <a:ext cx="9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0474DF-5A70-390F-9510-3BD780A32ACD}"/>
                    </a:ext>
                  </a:extLst>
                </p14:cNvPr>
                <p14:cNvContentPartPr/>
                <p14:nvPr/>
              </p14:nvContentPartPr>
              <p14:xfrm>
                <a:off x="11041700" y="1533940"/>
                <a:ext cx="81720" cy="78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0474DF-5A70-390F-9510-3BD780A32A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23700" y="1516300"/>
                  <a:ext cx="117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BDA8189-F001-7375-A725-EBB5490A55EC}"/>
                    </a:ext>
                  </a:extLst>
                </p14:cNvPr>
                <p14:cNvContentPartPr/>
                <p14:nvPr/>
              </p14:nvContentPartPr>
              <p14:xfrm>
                <a:off x="11208740" y="1547260"/>
                <a:ext cx="168120" cy="139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BDA8189-F001-7375-A725-EBB5490A55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91100" y="1529260"/>
                  <a:ext cx="203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C69830-0AC0-0C69-F953-6BC76D6431F0}"/>
                    </a:ext>
                  </a:extLst>
                </p14:cNvPr>
                <p14:cNvContentPartPr/>
                <p14:nvPr/>
              </p14:nvContentPartPr>
              <p14:xfrm>
                <a:off x="11431940" y="1395700"/>
                <a:ext cx="90720" cy="280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C69830-0AC0-0C69-F953-6BC76D6431F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413940" y="1377700"/>
                  <a:ext cx="1263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FEA38A9-ABDC-BBF2-13B2-328A60BB6B79}"/>
                    </a:ext>
                  </a:extLst>
                </p14:cNvPr>
                <p14:cNvContentPartPr/>
                <p14:nvPr/>
              </p14:nvContentPartPr>
              <p14:xfrm>
                <a:off x="11450300" y="1505500"/>
                <a:ext cx="148680" cy="51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FEA38A9-ABDC-BBF2-13B2-328A60BB6B7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32660" y="1487860"/>
                  <a:ext cx="1843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C5D7A07-7544-E64A-0BF2-8D1927035D3C}"/>
              </a:ext>
            </a:extLst>
          </p:cNvPr>
          <p:cNvGrpSpPr/>
          <p:nvPr/>
        </p:nvGrpSpPr>
        <p:grpSpPr>
          <a:xfrm>
            <a:off x="4804700" y="1025620"/>
            <a:ext cx="3655080" cy="1211760"/>
            <a:chOff x="4804700" y="1025620"/>
            <a:chExt cx="3655080" cy="12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C8B230-962B-A37E-94C3-C5E067913E45}"/>
                    </a:ext>
                  </a:extLst>
                </p14:cNvPr>
                <p14:cNvContentPartPr/>
                <p14:nvPr/>
              </p14:nvContentPartPr>
              <p14:xfrm>
                <a:off x="5571500" y="1472380"/>
                <a:ext cx="2888280" cy="765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C8B230-962B-A37E-94C3-C5E067913E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53500" y="1454740"/>
                  <a:ext cx="292392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42C3BEC-D46E-F17A-D06B-ABE376B4823D}"/>
                    </a:ext>
                  </a:extLst>
                </p14:cNvPr>
                <p14:cNvContentPartPr/>
                <p14:nvPr/>
              </p14:nvContentPartPr>
              <p14:xfrm>
                <a:off x="4804700" y="1025620"/>
                <a:ext cx="1049760" cy="1122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42C3BEC-D46E-F17A-D06B-ABE376B4823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86700" y="1007980"/>
                  <a:ext cx="108540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2A8209-7DD0-3E5A-9A32-CE8A5F4B7510}"/>
                    </a:ext>
                  </a:extLst>
                </p14:cNvPr>
                <p14:cNvContentPartPr/>
                <p14:nvPr/>
              </p14:nvContentPartPr>
              <p14:xfrm>
                <a:off x="5235260" y="1317580"/>
                <a:ext cx="261000" cy="263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2A8209-7DD0-3E5A-9A32-CE8A5F4B751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17260" y="1299940"/>
                  <a:ext cx="296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3DEC9A-EBCD-5151-08BB-37EC800CF3A5}"/>
                    </a:ext>
                  </a:extLst>
                </p14:cNvPr>
                <p14:cNvContentPartPr/>
                <p14:nvPr/>
              </p14:nvContentPartPr>
              <p14:xfrm>
                <a:off x="7741940" y="1790620"/>
                <a:ext cx="181440" cy="160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3DEC9A-EBCD-5151-08BB-37EC800CF3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23940" y="1772980"/>
                  <a:ext cx="217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A56CCC-FE07-6177-292E-8522900A12E4}"/>
                    </a:ext>
                  </a:extLst>
                </p14:cNvPr>
                <p14:cNvContentPartPr/>
                <p14:nvPr/>
              </p14:nvContentPartPr>
              <p14:xfrm>
                <a:off x="6813140" y="1314340"/>
                <a:ext cx="305280" cy="649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A56CCC-FE07-6177-292E-8522900A12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95500" y="1296340"/>
                  <a:ext cx="3409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C39B7A-100D-196F-BDD6-221D28F3E13C}"/>
                    </a:ext>
                  </a:extLst>
                </p14:cNvPr>
                <p14:cNvContentPartPr/>
                <p14:nvPr/>
              </p14:nvContentPartPr>
              <p14:xfrm>
                <a:off x="6165140" y="1456900"/>
                <a:ext cx="199800" cy="421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C39B7A-100D-196F-BDD6-221D28F3E13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7140" y="1439260"/>
                  <a:ext cx="235440" cy="45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C3FEAAE-6E8B-5DF9-8544-C84756988DB0}"/>
              </a:ext>
            </a:extLst>
          </p:cNvPr>
          <p:cNvGrpSpPr/>
          <p:nvPr/>
        </p:nvGrpSpPr>
        <p:grpSpPr>
          <a:xfrm>
            <a:off x="5944100" y="2610340"/>
            <a:ext cx="2696400" cy="1541520"/>
            <a:chOff x="5944100" y="2610340"/>
            <a:chExt cx="2696400" cy="15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CF18DA2-791E-9899-56C0-A9D702BD66E0}"/>
                    </a:ext>
                  </a:extLst>
                </p14:cNvPr>
                <p14:cNvContentPartPr/>
                <p14:nvPr/>
              </p14:nvContentPartPr>
              <p14:xfrm>
                <a:off x="6641060" y="2610340"/>
                <a:ext cx="1999440" cy="533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CF18DA2-791E-9899-56C0-A9D702BD66E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623420" y="2592340"/>
                  <a:ext cx="20350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890FC6-43B3-F07C-3647-9E798457D2A8}"/>
                    </a:ext>
                  </a:extLst>
                </p14:cNvPr>
                <p14:cNvContentPartPr/>
                <p14:nvPr/>
              </p14:nvContentPartPr>
              <p14:xfrm>
                <a:off x="5944100" y="2801140"/>
                <a:ext cx="995400" cy="91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890FC6-43B3-F07C-3647-9E798457D2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26100" y="2783500"/>
                  <a:ext cx="103104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13199E-5D2F-2C7F-6385-D35DAC43D543}"/>
                    </a:ext>
                  </a:extLst>
                </p14:cNvPr>
                <p14:cNvContentPartPr/>
                <p14:nvPr/>
              </p14:nvContentPartPr>
              <p14:xfrm>
                <a:off x="6269900" y="3105700"/>
                <a:ext cx="236520" cy="352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13199E-5D2F-2C7F-6385-D35DAC43D5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51900" y="3087700"/>
                  <a:ext cx="2721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3E7084-4FE8-3CE7-91CF-0744DDFBE82C}"/>
                    </a:ext>
                  </a:extLst>
                </p14:cNvPr>
                <p14:cNvContentPartPr/>
                <p14:nvPr/>
              </p14:nvContentPartPr>
              <p14:xfrm>
                <a:off x="6215180" y="3866740"/>
                <a:ext cx="208800" cy="285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3E7084-4FE8-3CE7-91CF-0744DDFBE82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97540" y="3849100"/>
                  <a:ext cx="244440" cy="32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56322DA-A2A7-2638-6659-4967BBE5EC82}"/>
                  </a:ext>
                </a:extLst>
              </p14:cNvPr>
              <p14:cNvContentPartPr/>
              <p14:nvPr/>
            </p14:nvContentPartPr>
            <p14:xfrm>
              <a:off x="121100" y="2958820"/>
              <a:ext cx="7607520" cy="2253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56322DA-A2A7-2638-6659-4967BBE5EC8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8460" y="2896180"/>
                <a:ext cx="773316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E9C4E04-BB2B-716C-D143-CEF31D7B1F28}"/>
              </a:ext>
            </a:extLst>
          </p:cNvPr>
          <p:cNvGrpSpPr/>
          <p:nvPr/>
        </p:nvGrpSpPr>
        <p:grpSpPr>
          <a:xfrm>
            <a:off x="5222660" y="5017300"/>
            <a:ext cx="3751920" cy="1920960"/>
            <a:chOff x="5222660" y="5017300"/>
            <a:chExt cx="3751920" cy="19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DA3745D-DEBB-950C-FAD9-A329054A12B6}"/>
                    </a:ext>
                  </a:extLst>
                </p14:cNvPr>
                <p14:cNvContentPartPr/>
                <p14:nvPr/>
              </p14:nvContentPartPr>
              <p14:xfrm>
                <a:off x="5612180" y="5480620"/>
                <a:ext cx="18360" cy="406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DA3745D-DEBB-950C-FAD9-A329054A12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94180" y="5462980"/>
                  <a:ext cx="540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FC15B71-0729-1304-C435-ABCB29CD3DCE}"/>
                    </a:ext>
                  </a:extLst>
                </p14:cNvPr>
                <p14:cNvContentPartPr/>
                <p14:nvPr/>
              </p14:nvContentPartPr>
              <p14:xfrm>
                <a:off x="5354060" y="5250580"/>
                <a:ext cx="622440" cy="858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FC15B71-0729-1304-C435-ABCB29CD3D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36060" y="5232940"/>
                  <a:ext cx="65808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637FAA2-D89B-3A9A-3998-3BDA3D7DD694}"/>
                    </a:ext>
                  </a:extLst>
                </p14:cNvPr>
                <p14:cNvContentPartPr/>
                <p14:nvPr/>
              </p14:nvContentPartPr>
              <p14:xfrm>
                <a:off x="6288980" y="5348140"/>
                <a:ext cx="60840" cy="47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637FAA2-D89B-3A9A-3998-3BDA3D7DD69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271340" y="5330500"/>
                  <a:ext cx="964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73B8DB-506A-BDEC-6B8F-1513702EF510}"/>
                    </a:ext>
                  </a:extLst>
                </p14:cNvPr>
                <p14:cNvContentPartPr/>
                <p14:nvPr/>
              </p14:nvContentPartPr>
              <p14:xfrm>
                <a:off x="6167300" y="5360740"/>
                <a:ext cx="494640" cy="484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73B8DB-506A-BDEC-6B8F-1513702EF51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49660" y="5342740"/>
                  <a:ext cx="5302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A41BF57-0564-A482-E224-97B5FD4D28D2}"/>
                    </a:ext>
                  </a:extLst>
                </p14:cNvPr>
                <p14:cNvContentPartPr/>
                <p14:nvPr/>
              </p14:nvContentPartPr>
              <p14:xfrm>
                <a:off x="6706580" y="5581060"/>
                <a:ext cx="37080" cy="284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A41BF57-0564-A482-E224-97B5FD4D28D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88580" y="5563060"/>
                  <a:ext cx="72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2461C3-80A2-0F55-14A6-001D68331770}"/>
                    </a:ext>
                  </a:extLst>
                </p14:cNvPr>
                <p14:cNvContentPartPr/>
                <p14:nvPr/>
              </p14:nvContentPartPr>
              <p14:xfrm>
                <a:off x="6742940" y="5535340"/>
                <a:ext cx="131040" cy="223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2461C3-80A2-0F55-14A6-001D6833177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25300" y="5517700"/>
                  <a:ext cx="166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B9725B-78D0-B587-8451-1F841EDBFFAD}"/>
                    </a:ext>
                  </a:extLst>
                </p14:cNvPr>
                <p14:cNvContentPartPr/>
                <p14:nvPr/>
              </p14:nvContentPartPr>
              <p14:xfrm>
                <a:off x="6694340" y="5712100"/>
                <a:ext cx="178560" cy="48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B9725B-78D0-B587-8451-1F841EDBFFA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76340" y="5694460"/>
                  <a:ext cx="21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E9E991B-5F67-47F9-76A5-D7636027245A}"/>
                    </a:ext>
                  </a:extLst>
                </p14:cNvPr>
                <p14:cNvContentPartPr/>
                <p14:nvPr/>
              </p14:nvContentPartPr>
              <p14:xfrm>
                <a:off x="6882260" y="5576380"/>
                <a:ext cx="320760" cy="36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E9E991B-5F67-47F9-76A5-D7636027245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64260" y="5558380"/>
                  <a:ext cx="35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C2E9090-EF47-03A8-E335-CA73590D69C8}"/>
                    </a:ext>
                  </a:extLst>
                </p14:cNvPr>
                <p14:cNvContentPartPr/>
                <p14:nvPr/>
              </p14:nvContentPartPr>
              <p14:xfrm>
                <a:off x="7088540" y="5598340"/>
                <a:ext cx="31680" cy="229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C2E9090-EF47-03A8-E335-CA73590D69C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70900" y="5580340"/>
                  <a:ext cx="67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C7B172E-88F8-F42A-9827-8E6B20BA5F01}"/>
                    </a:ext>
                  </a:extLst>
                </p14:cNvPr>
                <p14:cNvContentPartPr/>
                <p14:nvPr/>
              </p14:nvContentPartPr>
              <p14:xfrm>
                <a:off x="7283300" y="5544340"/>
                <a:ext cx="23040" cy="448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C7B172E-88F8-F42A-9827-8E6B20BA5F0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65660" y="5526340"/>
                  <a:ext cx="586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FE21CE9-7391-546F-76B0-363272E28972}"/>
                    </a:ext>
                  </a:extLst>
                </p14:cNvPr>
                <p14:cNvContentPartPr/>
                <p14:nvPr/>
              </p14:nvContentPartPr>
              <p14:xfrm>
                <a:off x="7261700" y="5630740"/>
                <a:ext cx="228960" cy="209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FE21CE9-7391-546F-76B0-363272E2897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44060" y="5612740"/>
                  <a:ext cx="264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8BE6CE-38D9-1433-83E4-9EB189158003}"/>
                    </a:ext>
                  </a:extLst>
                </p14:cNvPr>
                <p14:cNvContentPartPr/>
                <p14:nvPr/>
              </p14:nvContentPartPr>
              <p14:xfrm>
                <a:off x="7303820" y="5795260"/>
                <a:ext cx="153000" cy="51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8BE6CE-38D9-1433-83E4-9EB18915800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86180" y="5777620"/>
                  <a:ext cx="188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2397B37-20FA-114A-9E68-CE1C481D96AE}"/>
                    </a:ext>
                  </a:extLst>
                </p14:cNvPr>
                <p14:cNvContentPartPr/>
                <p14:nvPr/>
              </p14:nvContentPartPr>
              <p14:xfrm>
                <a:off x="5660780" y="6372340"/>
                <a:ext cx="391320" cy="258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2397B37-20FA-114A-9E68-CE1C481D96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43140" y="6354340"/>
                  <a:ext cx="426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E7ED4C2-DBE1-CD35-3812-205A2EF29E39}"/>
                    </a:ext>
                  </a:extLst>
                </p14:cNvPr>
                <p14:cNvContentPartPr/>
                <p14:nvPr/>
              </p14:nvContentPartPr>
              <p14:xfrm>
                <a:off x="5553500" y="6044020"/>
                <a:ext cx="661680" cy="810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E7ED4C2-DBE1-CD35-3812-205A2EF29E3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35500" y="6026020"/>
                  <a:ext cx="69732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933663-06AE-58EE-5BE3-AAE740F077A0}"/>
                    </a:ext>
                  </a:extLst>
                </p14:cNvPr>
                <p14:cNvContentPartPr/>
                <p14:nvPr/>
              </p14:nvContentPartPr>
              <p14:xfrm>
                <a:off x="6685340" y="6144460"/>
                <a:ext cx="150840" cy="480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933663-06AE-58EE-5BE3-AAE740F077A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67340" y="6126460"/>
                  <a:ext cx="1864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9150DAC-04CD-FC80-3C6B-EDF2DBCE3C71}"/>
                    </a:ext>
                  </a:extLst>
                </p14:cNvPr>
                <p14:cNvContentPartPr/>
                <p14:nvPr/>
              </p14:nvContentPartPr>
              <p14:xfrm>
                <a:off x="7077020" y="6321940"/>
                <a:ext cx="92520" cy="243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9150DAC-04CD-FC80-3C6B-EDF2DBCE3C7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59020" y="6303940"/>
                  <a:ext cx="128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0FB634B-956F-BC25-E62B-10EB402DBD91}"/>
                    </a:ext>
                  </a:extLst>
                </p14:cNvPr>
                <p14:cNvContentPartPr/>
                <p14:nvPr/>
              </p14:nvContentPartPr>
              <p14:xfrm>
                <a:off x="7273940" y="6310780"/>
                <a:ext cx="48240" cy="177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0FB634B-956F-BC25-E62B-10EB402DBD9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56300" y="6292780"/>
                  <a:ext cx="83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343139C-36FC-B3A4-0089-4D977673CACB}"/>
                    </a:ext>
                  </a:extLst>
                </p14:cNvPr>
                <p14:cNvContentPartPr/>
                <p14:nvPr/>
              </p14:nvContentPartPr>
              <p14:xfrm>
                <a:off x="7317500" y="6238060"/>
                <a:ext cx="292680" cy="218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343139C-36FC-B3A4-0089-4D977673CAC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99500" y="6220420"/>
                  <a:ext cx="328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B6381E6-03C8-3F9E-551F-052EB441B2CC}"/>
                    </a:ext>
                  </a:extLst>
                </p14:cNvPr>
                <p14:cNvContentPartPr/>
                <p14:nvPr/>
              </p14:nvContentPartPr>
              <p14:xfrm>
                <a:off x="7731860" y="6268300"/>
                <a:ext cx="78480" cy="216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B6381E6-03C8-3F9E-551F-052EB441B2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14220" y="6250300"/>
                  <a:ext cx="114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7E67707-CC78-AB1C-14B4-D7CEEF615EE7}"/>
                    </a:ext>
                  </a:extLst>
                </p14:cNvPr>
                <p14:cNvContentPartPr/>
                <p14:nvPr/>
              </p14:nvContentPartPr>
              <p14:xfrm>
                <a:off x="7762820" y="6201700"/>
                <a:ext cx="96480" cy="135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7E67707-CC78-AB1C-14B4-D7CEEF615EE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45180" y="6184060"/>
                  <a:ext cx="132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D6C63A-8119-13DE-6F0F-A637D45CEBA5}"/>
                    </a:ext>
                  </a:extLst>
                </p14:cNvPr>
                <p14:cNvContentPartPr/>
                <p14:nvPr/>
              </p14:nvContentPartPr>
              <p14:xfrm>
                <a:off x="7941380" y="6250660"/>
                <a:ext cx="138960" cy="175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D6C63A-8119-13DE-6F0F-A637D45CEBA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23380" y="6232660"/>
                  <a:ext cx="174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E122D99-A918-1E8A-50B6-63AD4489C071}"/>
                    </a:ext>
                  </a:extLst>
                </p14:cNvPr>
                <p14:cNvContentPartPr/>
                <p14:nvPr/>
              </p14:nvContentPartPr>
              <p14:xfrm>
                <a:off x="8152700" y="6210340"/>
                <a:ext cx="179640" cy="39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E122D99-A918-1E8A-50B6-63AD4489C07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34700" y="6192700"/>
                  <a:ext cx="215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75CB631-5688-35A5-E5DD-75D287587885}"/>
                    </a:ext>
                  </a:extLst>
                </p14:cNvPr>
                <p14:cNvContentPartPr/>
                <p14:nvPr/>
              </p14:nvContentPartPr>
              <p14:xfrm>
                <a:off x="8262500" y="6229060"/>
                <a:ext cx="40680" cy="216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75CB631-5688-35A5-E5DD-75D28758788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44860" y="6211060"/>
                  <a:ext cx="763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F84851-E517-22DF-9277-5BECBFCDB9F6}"/>
                    </a:ext>
                  </a:extLst>
                </p14:cNvPr>
                <p14:cNvContentPartPr/>
                <p14:nvPr/>
              </p14:nvContentPartPr>
              <p14:xfrm>
                <a:off x="8427740" y="6160660"/>
                <a:ext cx="48240" cy="283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F84851-E517-22DF-9277-5BECBFCDB9F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10100" y="6142660"/>
                  <a:ext cx="83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3FD4B94-2224-9727-313F-1FD9A16EAA7F}"/>
                    </a:ext>
                  </a:extLst>
                </p14:cNvPr>
                <p14:cNvContentPartPr/>
                <p14:nvPr/>
              </p14:nvContentPartPr>
              <p14:xfrm>
                <a:off x="8430260" y="6088660"/>
                <a:ext cx="148320" cy="114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3FD4B94-2224-9727-313F-1FD9A16EAA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412620" y="6071020"/>
                  <a:ext cx="183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744D9D8-1777-0E12-40FF-3B4F7B4C1F57}"/>
                    </a:ext>
                  </a:extLst>
                </p14:cNvPr>
                <p14:cNvContentPartPr/>
                <p14:nvPr/>
              </p14:nvContentPartPr>
              <p14:xfrm>
                <a:off x="8474900" y="6238420"/>
                <a:ext cx="67680" cy="37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744D9D8-1777-0E12-40FF-3B4F7B4C1F5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57260" y="6220780"/>
                  <a:ext cx="1033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A83B01C-E210-22DF-D8D1-D92954C119EE}"/>
                    </a:ext>
                  </a:extLst>
                </p14:cNvPr>
                <p14:cNvContentPartPr/>
                <p14:nvPr/>
              </p14:nvContentPartPr>
              <p14:xfrm>
                <a:off x="8510900" y="6379180"/>
                <a:ext cx="124200" cy="49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A83B01C-E210-22DF-D8D1-D92954C119E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492900" y="6361180"/>
                  <a:ext cx="159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99B343B-5A71-29CD-2152-31DA692F8508}"/>
                    </a:ext>
                  </a:extLst>
                </p14:cNvPr>
                <p14:cNvContentPartPr/>
                <p14:nvPr/>
              </p14:nvContentPartPr>
              <p14:xfrm>
                <a:off x="5318780" y="5017300"/>
                <a:ext cx="3655800" cy="1920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99B343B-5A71-29CD-2152-31DA692F85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00780" y="4999300"/>
                  <a:ext cx="3691440" cy="19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D37EB7B-92F7-7268-2D91-08C527D96AA2}"/>
                    </a:ext>
                  </a:extLst>
                </p14:cNvPr>
                <p14:cNvContentPartPr/>
                <p14:nvPr/>
              </p14:nvContentPartPr>
              <p14:xfrm>
                <a:off x="5222660" y="5030620"/>
                <a:ext cx="3251160" cy="42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D37EB7B-92F7-7268-2D91-08C527D96A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05020" y="5012620"/>
                  <a:ext cx="3286800" cy="461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PT Sans" panose="020B0503020203020204" pitchFamily="34" charset="0"/>
              </a:rPr>
              <a:t>Why</a:t>
            </a:r>
            <a:r>
              <a:rPr spc="15" dirty="0">
                <a:latin typeface="PT Sans" panose="020B0503020203020204" pitchFamily="34" charset="0"/>
              </a:rPr>
              <a:t> </a:t>
            </a:r>
            <a:r>
              <a:rPr dirty="0">
                <a:latin typeface="PT Sans" panose="020B0503020203020204" pitchFamily="34" charset="0"/>
              </a:rPr>
              <a:t>Deep</a:t>
            </a:r>
            <a:r>
              <a:rPr spc="110" dirty="0">
                <a:latin typeface="PT Sans" panose="020B0503020203020204" pitchFamily="34" charset="0"/>
              </a:rPr>
              <a:t> </a:t>
            </a:r>
            <a:r>
              <a:rPr spc="60" dirty="0">
                <a:latin typeface="PT Sans" panose="020B0503020203020204" pitchFamily="34" charset="0"/>
              </a:rPr>
              <a:t>Neural</a:t>
            </a:r>
            <a:r>
              <a:rPr spc="125" dirty="0">
                <a:latin typeface="PT Sans" panose="020B0503020203020204" pitchFamily="34" charset="0"/>
              </a:rPr>
              <a:t> </a:t>
            </a:r>
            <a:r>
              <a:rPr spc="-10" dirty="0">
                <a:latin typeface="PT Sans" panose="020B0503020203020204" pitchFamily="34" charset="0"/>
              </a:rPr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009" y="5189587"/>
            <a:ext cx="9438005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neural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networks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are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excellent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18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certain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45" dirty="0">
                <a:latin typeface="PT Sans" panose="020B0503020203020204" pitchFamily="34" charset="0"/>
                <a:cs typeface="Calibri"/>
              </a:rPr>
              <a:t>classes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9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problems,</a:t>
            </a:r>
            <a:r>
              <a:rPr sz="1800" spc="1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such</a:t>
            </a:r>
            <a:r>
              <a:rPr sz="1800" spc="19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as</a:t>
            </a:r>
            <a:r>
              <a:rPr sz="1800" spc="20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recognition,</a:t>
            </a:r>
            <a:r>
              <a:rPr lang="en-US" sz="1800" spc="-1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speech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dirty="0">
                <a:latin typeface="PT Sans" panose="020B0503020203020204" pitchFamily="34" charset="0"/>
                <a:cs typeface="Calibri"/>
              </a:rPr>
              <a:t>recognition</a:t>
            </a:r>
            <a:r>
              <a:rPr lang="en-US" sz="1800" spc="280" dirty="0">
                <a:latin typeface="PT Sans" panose="020B0503020203020204" pitchFamily="34" charset="0"/>
                <a:cs typeface="Calibri"/>
              </a:rPr>
              <a:t> </a:t>
            </a:r>
            <a:r>
              <a:rPr lang="en-US" sz="1800" spc="-20" dirty="0">
                <a:latin typeface="PT Sans" panose="020B0503020203020204" pitchFamily="34" charset="0"/>
                <a:cs typeface="Calibri"/>
              </a:rPr>
              <a:t>etc.</a:t>
            </a:r>
            <a:endParaRPr lang="en-US" sz="1800" dirty="0">
              <a:latin typeface="PT Sans" panose="020B0503020203020204" pitchFamily="34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274" y="5849933"/>
            <a:ext cx="11049000" cy="33406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PT Sans" panose="020B0503020203020204" pitchFamily="34" charset="0"/>
                <a:cs typeface="Calibri"/>
              </a:rPr>
              <a:t>Importantly, as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the</a:t>
            </a:r>
            <a:r>
              <a:rPr sz="1800" spc="16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amount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data</a:t>
            </a:r>
            <a:r>
              <a:rPr sz="1800" spc="1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scales, the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performance</a:t>
            </a:r>
            <a:r>
              <a:rPr sz="1800" spc="1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17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continues</a:t>
            </a:r>
            <a:r>
              <a:rPr sz="1800" spc="18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to</a:t>
            </a:r>
            <a:r>
              <a:rPr sz="1800" spc="17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improve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03" y="927201"/>
            <a:ext cx="10018166" cy="41299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4800" y="6301232"/>
            <a:ext cx="789368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T Sans" panose="020B0503020203020204" pitchFamily="34" charset="0"/>
                <a:cs typeface="Calibri"/>
              </a:rPr>
              <a:t>Image</a:t>
            </a:r>
            <a:r>
              <a:rPr sz="1800" spc="-6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from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Medium:</a:t>
            </a:r>
            <a:r>
              <a:rPr sz="1800" spc="-3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“Review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of</a:t>
            </a:r>
            <a:r>
              <a:rPr sz="1800" spc="-5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Deep</a:t>
            </a:r>
            <a:r>
              <a:rPr sz="1800" spc="-2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Learning</a:t>
            </a:r>
            <a:r>
              <a:rPr sz="1800" spc="-3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Algorithms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for</a:t>
            </a:r>
            <a:r>
              <a:rPr sz="1800" spc="-50" dirty="0">
                <a:latin typeface="PT Sans" panose="020B0503020203020204" pitchFamily="34" charset="0"/>
                <a:cs typeface="Calibri"/>
              </a:rPr>
              <a:t> </a:t>
            </a:r>
            <a:r>
              <a:rPr sz="1800" dirty="0">
                <a:latin typeface="PT Sans" panose="020B0503020203020204" pitchFamily="34" charset="0"/>
                <a:cs typeface="Calibri"/>
              </a:rPr>
              <a:t>Object</a:t>
            </a:r>
            <a:r>
              <a:rPr sz="1800" spc="-45" dirty="0">
                <a:latin typeface="PT Sans" panose="020B0503020203020204" pitchFamily="34" charset="0"/>
                <a:cs typeface="Calibri"/>
              </a:rPr>
              <a:t> </a:t>
            </a:r>
            <a:r>
              <a:rPr sz="1800" spc="-10" dirty="0">
                <a:latin typeface="PT Sans" panose="020B0503020203020204" pitchFamily="34" charset="0"/>
                <a:cs typeface="Calibri"/>
              </a:rPr>
              <a:t>Detection”</a:t>
            </a:r>
            <a:endParaRPr sz="1800" dirty="0">
              <a:latin typeface="PT Sans" panose="020B0503020203020204" pitchFamily="34" charset="0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F9AE20-C65D-CAF3-8C47-2D8C8CB7F643}"/>
              </a:ext>
            </a:extLst>
          </p:cNvPr>
          <p:cNvGrpSpPr/>
          <p:nvPr/>
        </p:nvGrpSpPr>
        <p:grpSpPr>
          <a:xfrm>
            <a:off x="1605380" y="605360"/>
            <a:ext cx="1447200" cy="566640"/>
            <a:chOff x="1605380" y="605360"/>
            <a:chExt cx="1447200" cy="5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78FB74-55B6-BABD-CED7-59C02D379755}"/>
                    </a:ext>
                  </a:extLst>
                </p14:cNvPr>
                <p14:cNvContentPartPr/>
                <p14:nvPr/>
              </p14:nvContentPartPr>
              <p14:xfrm>
                <a:off x="1637780" y="673040"/>
                <a:ext cx="24120" cy="309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78FB74-55B6-BABD-CED7-59C02D3797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20140" y="655040"/>
                  <a:ext cx="59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DD6D60-E797-1E52-B7CB-2D7CE7498C26}"/>
                    </a:ext>
                  </a:extLst>
                </p14:cNvPr>
                <p14:cNvContentPartPr/>
                <p14:nvPr/>
              </p14:nvContentPartPr>
              <p14:xfrm>
                <a:off x="1605380" y="961040"/>
                <a:ext cx="53280" cy="19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DD6D60-E797-1E52-B7CB-2D7CE7498C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7740" y="943400"/>
                  <a:ext cx="88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9528F4-5B28-0894-79A8-785579F10ADD}"/>
                    </a:ext>
                  </a:extLst>
                </p14:cNvPr>
                <p14:cNvContentPartPr/>
                <p14:nvPr/>
              </p14:nvContentPartPr>
              <p14:xfrm>
                <a:off x="1799060" y="650000"/>
                <a:ext cx="109800" cy="29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9528F4-5B28-0894-79A8-785579F10A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81420" y="632000"/>
                  <a:ext cx="1454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CF1C89-D7BC-EC8C-D29B-3C88F70E3B2C}"/>
                    </a:ext>
                  </a:extLst>
                </p14:cNvPr>
                <p14:cNvContentPartPr/>
                <p14:nvPr/>
              </p14:nvContentPartPr>
              <p14:xfrm>
                <a:off x="1980500" y="800120"/>
                <a:ext cx="298080" cy="136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CF1C89-D7BC-EC8C-D29B-3C88F70E3B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62500" y="782120"/>
                  <a:ext cx="333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B2680E-76EC-002E-277E-CC06281A700F}"/>
                    </a:ext>
                  </a:extLst>
                </p14:cNvPr>
                <p14:cNvContentPartPr/>
                <p14:nvPr/>
              </p14:nvContentPartPr>
              <p14:xfrm>
                <a:off x="2423660" y="605360"/>
                <a:ext cx="31680" cy="29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B2680E-76EC-002E-277E-CC06281A70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05660" y="587720"/>
                  <a:ext cx="673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49E854-66B9-B549-0DB4-928B6BBD73ED}"/>
                    </a:ext>
                  </a:extLst>
                </p14:cNvPr>
                <p14:cNvContentPartPr/>
                <p14:nvPr/>
              </p14:nvContentPartPr>
              <p14:xfrm>
                <a:off x="2367500" y="761600"/>
                <a:ext cx="102960" cy="7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49E854-66B9-B549-0DB4-928B6BBD73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9860" y="743600"/>
                  <a:ext cx="1386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A39249-7719-A4F5-DC05-0F685D8D7022}"/>
                    </a:ext>
                  </a:extLst>
                </p14:cNvPr>
                <p14:cNvContentPartPr/>
                <p14:nvPr/>
              </p14:nvContentPartPr>
              <p14:xfrm>
                <a:off x="2616620" y="791840"/>
                <a:ext cx="15480" cy="160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A39249-7719-A4F5-DC05-0F685D8D70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98980" y="773840"/>
                  <a:ext cx="51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FF424C-EC59-333A-F177-3C1D106F4A51}"/>
                    </a:ext>
                  </a:extLst>
                </p14:cNvPr>
                <p14:cNvContentPartPr/>
                <p14:nvPr/>
              </p14:nvContentPartPr>
              <p14:xfrm>
                <a:off x="2640380" y="640280"/>
                <a:ext cx="14760" cy="50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FF424C-EC59-333A-F177-3C1D106F4A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22380" y="622280"/>
                  <a:ext cx="50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CB511F-FB91-AF70-DFDD-B507E068D646}"/>
                    </a:ext>
                  </a:extLst>
                </p14:cNvPr>
                <p14:cNvContentPartPr/>
                <p14:nvPr/>
              </p14:nvContentPartPr>
              <p14:xfrm>
                <a:off x="2750540" y="633800"/>
                <a:ext cx="63360" cy="25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CB511F-FB91-AF70-DFDD-B507E068D6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32540" y="616160"/>
                  <a:ext cx="99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3D7D2C-8A06-AE7B-5DE3-11FE3E6683A0}"/>
                    </a:ext>
                  </a:extLst>
                </p14:cNvPr>
                <p14:cNvContentPartPr/>
                <p14:nvPr/>
              </p14:nvContentPartPr>
              <p14:xfrm>
                <a:off x="2741540" y="758000"/>
                <a:ext cx="110520" cy="85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3D7D2C-8A06-AE7B-5DE3-11FE3E6683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23900" y="740360"/>
                  <a:ext cx="146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54B442-47D3-1655-095A-2877EF7D19D2}"/>
                    </a:ext>
                  </a:extLst>
                </p14:cNvPr>
                <p14:cNvContentPartPr/>
                <p14:nvPr/>
              </p14:nvContentPartPr>
              <p14:xfrm>
                <a:off x="2896340" y="748640"/>
                <a:ext cx="156240" cy="423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54B442-47D3-1655-095A-2877EF7D19D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78700" y="731000"/>
                  <a:ext cx="191880" cy="459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What’s</a:t>
            </a:r>
            <a:r>
              <a:rPr spc="175" dirty="0"/>
              <a:t> </a:t>
            </a:r>
            <a:r>
              <a:rPr dirty="0"/>
              <a:t>so</a:t>
            </a:r>
            <a:r>
              <a:rPr spc="175" dirty="0"/>
              <a:t> </a:t>
            </a:r>
            <a:r>
              <a:rPr dirty="0"/>
              <a:t>deep</a:t>
            </a:r>
            <a:r>
              <a:rPr spc="145" dirty="0"/>
              <a:t> </a:t>
            </a:r>
            <a:r>
              <a:rPr dirty="0"/>
              <a:t>about</a:t>
            </a:r>
            <a:r>
              <a:rPr spc="160" dirty="0"/>
              <a:t> </a:t>
            </a:r>
            <a:r>
              <a:rPr dirty="0"/>
              <a:t>Deep</a:t>
            </a:r>
            <a:r>
              <a:rPr spc="135" dirty="0"/>
              <a:t> </a:t>
            </a:r>
            <a:r>
              <a:rPr spc="60" dirty="0"/>
              <a:t>Neural</a:t>
            </a:r>
            <a:r>
              <a:rPr spc="145" dirty="0"/>
              <a:t> </a:t>
            </a:r>
            <a:r>
              <a:rPr spc="-10" dirty="0"/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4871084"/>
            <a:ext cx="9891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9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80" dirty="0">
                <a:latin typeface="Calibri"/>
                <a:cs typeface="Calibri"/>
              </a:rPr>
              <a:t>“deep”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refers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layers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‘units’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between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input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5148453"/>
            <a:ext cx="8502650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layer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output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layer.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65" dirty="0">
                <a:latin typeface="Calibri"/>
                <a:cs typeface="Calibri"/>
              </a:rPr>
              <a:t>Since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this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is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neural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units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called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neurons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99046" y="6431991"/>
            <a:ext cx="5575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905" y="4057378"/>
            <a:ext cx="8677275" cy="21304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3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78130" indent="-227329">
              <a:lnSpc>
                <a:spcPts val="2775"/>
              </a:lnSpc>
              <a:spcBef>
                <a:spcPts val="1600"/>
              </a:spcBef>
              <a:buFont typeface="Arial"/>
              <a:buChar char="•"/>
              <a:tabLst>
                <a:tab pos="2781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21367" dirty="0">
                <a:latin typeface="Calibri"/>
                <a:cs typeface="Calibri"/>
              </a:rPr>
              <a:t>i</a:t>
            </a:r>
            <a:r>
              <a:rPr sz="1950" spc="5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synaptic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weights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20" dirty="0">
                <a:latin typeface="Calibri"/>
                <a:cs typeface="Calibri"/>
              </a:rPr>
              <a:t>X</a:t>
            </a:r>
            <a:r>
              <a:rPr sz="1950" spc="179" baseline="-21367" dirty="0">
                <a:latin typeface="Calibri"/>
                <a:cs typeface="Calibri"/>
              </a:rPr>
              <a:t>i</a:t>
            </a:r>
            <a:r>
              <a:rPr sz="1950" spc="41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29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35" dirty="0">
                <a:latin typeface="Calibri"/>
                <a:cs typeface="Calibri"/>
              </a:rPr>
              <a:t>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2C2CF14-752D-5331-BD93-3AD104D07FEB}"/>
              </a:ext>
            </a:extLst>
          </p:cNvPr>
          <p:cNvGrpSpPr/>
          <p:nvPr/>
        </p:nvGrpSpPr>
        <p:grpSpPr>
          <a:xfrm>
            <a:off x="8446820" y="1472960"/>
            <a:ext cx="2986920" cy="3306240"/>
            <a:chOff x="8446820" y="1472960"/>
            <a:chExt cx="2986920" cy="33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93CDE6-9BCA-31D1-33C9-C410A9BA1B26}"/>
                    </a:ext>
                  </a:extLst>
                </p14:cNvPr>
                <p14:cNvContentPartPr/>
                <p14:nvPr/>
              </p14:nvContentPartPr>
              <p14:xfrm>
                <a:off x="9205700" y="1472960"/>
                <a:ext cx="1250280" cy="93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93CDE6-9BCA-31D1-33C9-C410A9BA1B2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87700" y="1454960"/>
                  <a:ext cx="128592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CB226F-3517-2D76-C104-44EBDBDDAB3F}"/>
                    </a:ext>
                  </a:extLst>
                </p14:cNvPr>
                <p14:cNvContentPartPr/>
                <p14:nvPr/>
              </p14:nvContentPartPr>
              <p14:xfrm>
                <a:off x="9555980" y="1712720"/>
                <a:ext cx="199800" cy="311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CB226F-3517-2D76-C104-44EBDBDDAB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38340" y="1694720"/>
                  <a:ext cx="235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81B22CC-2500-44B8-93FA-B9FFC2005D65}"/>
                    </a:ext>
                  </a:extLst>
                </p14:cNvPr>
                <p14:cNvContentPartPr/>
                <p14:nvPr/>
              </p14:nvContentPartPr>
              <p14:xfrm>
                <a:off x="9654620" y="2402840"/>
                <a:ext cx="216720" cy="1869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81B22CC-2500-44B8-93FA-B9FFC2005D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36620" y="2385200"/>
                  <a:ext cx="252360" cy="19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D9362F-07CD-B561-2AA2-2B92AA242A2C}"/>
                    </a:ext>
                  </a:extLst>
                </p14:cNvPr>
                <p14:cNvContentPartPr/>
                <p14:nvPr/>
              </p14:nvContentPartPr>
              <p14:xfrm>
                <a:off x="9118220" y="2713160"/>
                <a:ext cx="422280" cy="39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D9362F-07CD-B561-2AA2-2B92AA242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00580" y="2695160"/>
                  <a:ext cx="4579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C3D805-3F08-0BCD-02F4-43CFFF706F00}"/>
                    </a:ext>
                  </a:extLst>
                </p14:cNvPr>
                <p14:cNvContentPartPr/>
                <p14:nvPr/>
              </p14:nvContentPartPr>
              <p14:xfrm>
                <a:off x="9698900" y="2857160"/>
                <a:ext cx="870480" cy="20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C3D805-3F08-0BCD-02F4-43CFFF706F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80900" y="2839160"/>
                  <a:ext cx="9061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8B4221-F5DD-1C01-1865-2895932BFB63}"/>
                    </a:ext>
                  </a:extLst>
                </p14:cNvPr>
                <p14:cNvContentPartPr/>
                <p14:nvPr/>
              </p14:nvContentPartPr>
              <p14:xfrm>
                <a:off x="9375260" y="3451880"/>
                <a:ext cx="420840" cy="49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8B4221-F5DD-1C01-1865-2895932BFB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57620" y="3433880"/>
                  <a:ext cx="45648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F2A094-9B65-38E5-D157-CCACCF05FD09}"/>
                    </a:ext>
                  </a:extLst>
                </p14:cNvPr>
                <p14:cNvContentPartPr/>
                <p14:nvPr/>
              </p14:nvContentPartPr>
              <p14:xfrm>
                <a:off x="9812660" y="3697400"/>
                <a:ext cx="466200" cy="159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F2A094-9B65-38E5-D157-CCACCF05FD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5020" y="3679400"/>
                  <a:ext cx="501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9563AB-FF33-E832-6F54-8C1C9D116FD3}"/>
                    </a:ext>
                  </a:extLst>
                </p14:cNvPr>
                <p14:cNvContentPartPr/>
                <p14:nvPr/>
              </p14:nvContentPartPr>
              <p14:xfrm>
                <a:off x="9507380" y="4076840"/>
                <a:ext cx="301680" cy="38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9563AB-FF33-E832-6F54-8C1C9D116F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9740" y="4059200"/>
                  <a:ext cx="3373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680F64F-B638-B281-71EC-A7C1DD6A3277}"/>
                    </a:ext>
                  </a:extLst>
                </p14:cNvPr>
                <p14:cNvContentPartPr/>
                <p14:nvPr/>
              </p14:nvContentPartPr>
              <p14:xfrm>
                <a:off x="10125140" y="3804680"/>
                <a:ext cx="242280" cy="25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680F64F-B638-B281-71EC-A7C1DD6A32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07500" y="3787040"/>
                  <a:ext cx="277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642894-9B31-E876-8474-E90F0ECAAF2D}"/>
                    </a:ext>
                  </a:extLst>
                </p14:cNvPr>
                <p14:cNvContentPartPr/>
                <p14:nvPr/>
              </p14:nvContentPartPr>
              <p14:xfrm>
                <a:off x="9537980" y="3743840"/>
                <a:ext cx="161280" cy="151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642894-9B31-E876-8474-E90F0ECAAF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0340" y="3725840"/>
                  <a:ext cx="196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29FF5EB-92D6-2039-A6CD-42776913AE9E}"/>
                    </a:ext>
                  </a:extLst>
                </p14:cNvPr>
                <p14:cNvContentPartPr/>
                <p14:nvPr/>
              </p14:nvContentPartPr>
              <p14:xfrm>
                <a:off x="9311540" y="2830160"/>
                <a:ext cx="168120" cy="24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29FF5EB-92D6-2039-A6CD-42776913AE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93900" y="2812160"/>
                  <a:ext cx="203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431131-CB82-4C75-7EF6-7BD9500C57A9}"/>
                    </a:ext>
                  </a:extLst>
                </p14:cNvPr>
                <p14:cNvContentPartPr/>
                <p14:nvPr/>
              </p14:nvContentPartPr>
              <p14:xfrm>
                <a:off x="10192100" y="2864720"/>
                <a:ext cx="7560" cy="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431131-CB82-4C75-7EF6-7BD9500C57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74100" y="2846720"/>
                  <a:ext cx="43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83EA560-F75B-E2A5-2A0B-35BE90E82AE6}"/>
                    </a:ext>
                  </a:extLst>
                </p14:cNvPr>
                <p14:cNvContentPartPr/>
                <p14:nvPr/>
              </p14:nvContentPartPr>
              <p14:xfrm>
                <a:off x="10142780" y="2862560"/>
                <a:ext cx="101160" cy="10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83EA560-F75B-E2A5-2A0B-35BE90E82A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25140" y="2844560"/>
                  <a:ext cx="136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954081-D3CC-9725-9175-51AA4522F1D3}"/>
                    </a:ext>
                  </a:extLst>
                </p14:cNvPr>
                <p14:cNvContentPartPr/>
                <p14:nvPr/>
              </p14:nvContentPartPr>
              <p14:xfrm>
                <a:off x="10475060" y="2722880"/>
                <a:ext cx="39600" cy="13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954081-D3CC-9725-9175-51AA4522F1D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57420" y="2705240"/>
                  <a:ext cx="75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FC21F33-FBC7-CC4C-51C7-48D4BC9C8F0A}"/>
                    </a:ext>
                  </a:extLst>
                </p14:cNvPr>
                <p14:cNvContentPartPr/>
                <p14:nvPr/>
              </p14:nvContentPartPr>
              <p14:xfrm>
                <a:off x="10417100" y="2585000"/>
                <a:ext cx="10080" cy="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FC21F33-FBC7-CC4C-51C7-48D4BC9C8F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99100" y="2567000"/>
                  <a:ext cx="45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E85D48-4701-1EDA-AB7B-86190934FA21}"/>
                    </a:ext>
                  </a:extLst>
                </p14:cNvPr>
                <p14:cNvContentPartPr/>
                <p14:nvPr/>
              </p14:nvContentPartPr>
              <p14:xfrm>
                <a:off x="10580540" y="2698400"/>
                <a:ext cx="165600" cy="88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E85D48-4701-1EDA-AB7B-86190934FA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62900" y="2680760"/>
                  <a:ext cx="201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31A6676-4C96-0BA5-F94B-3775968420BD}"/>
                    </a:ext>
                  </a:extLst>
                </p14:cNvPr>
                <p14:cNvContentPartPr/>
                <p14:nvPr/>
              </p14:nvContentPartPr>
              <p14:xfrm>
                <a:off x="10840820" y="2721440"/>
                <a:ext cx="65880" cy="13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31A6676-4C96-0BA5-F94B-3775968420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22820" y="2703440"/>
                  <a:ext cx="101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51F221-E9F9-0BA7-CE7B-1B32E05F0113}"/>
                    </a:ext>
                  </a:extLst>
                </p14:cNvPr>
                <p14:cNvContentPartPr/>
                <p14:nvPr/>
              </p14:nvContentPartPr>
              <p14:xfrm>
                <a:off x="10875020" y="2657000"/>
                <a:ext cx="110160" cy="10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51F221-E9F9-0BA7-CE7B-1B32E05F01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7020" y="2639000"/>
                  <a:ext cx="145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54ABA4-12A5-11CA-E29A-377ACBD0D46B}"/>
                    </a:ext>
                  </a:extLst>
                </p14:cNvPr>
                <p14:cNvContentPartPr/>
                <p14:nvPr/>
              </p14:nvContentPartPr>
              <p14:xfrm>
                <a:off x="11043140" y="2678600"/>
                <a:ext cx="190800" cy="9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54ABA4-12A5-11CA-E29A-377ACBD0D4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25140" y="2660960"/>
                  <a:ext cx="226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5FCEEA-8EF4-D0D0-3087-799A9C116F29}"/>
                    </a:ext>
                  </a:extLst>
                </p14:cNvPr>
                <p14:cNvContentPartPr/>
                <p14:nvPr/>
              </p14:nvContentPartPr>
              <p14:xfrm>
                <a:off x="11321420" y="2489600"/>
                <a:ext cx="37080" cy="206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5FCEEA-8EF4-D0D0-3087-799A9C116F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303420" y="2471960"/>
                  <a:ext cx="7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594D47F-5F8F-3DB7-D693-2CF1B6259B88}"/>
                    </a:ext>
                  </a:extLst>
                </p14:cNvPr>
                <p14:cNvContentPartPr/>
                <p14:nvPr/>
              </p14:nvContentPartPr>
              <p14:xfrm>
                <a:off x="11300180" y="2572040"/>
                <a:ext cx="1335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94D47F-5F8F-3DB7-D693-2CF1B6259B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2540" y="2554040"/>
                  <a:ext cx="169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162955-8C9D-366E-78D2-58710F9FAA4B}"/>
                    </a:ext>
                  </a:extLst>
                </p14:cNvPr>
                <p14:cNvContentPartPr/>
                <p14:nvPr/>
              </p14:nvContentPartPr>
              <p14:xfrm>
                <a:off x="8618180" y="3245240"/>
                <a:ext cx="164160" cy="18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162955-8C9D-366E-78D2-58710F9FAA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00540" y="3227600"/>
                  <a:ext cx="199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87C3AA-59E4-C4FC-5225-0E4B2E978A55}"/>
                    </a:ext>
                  </a:extLst>
                </p14:cNvPr>
                <p14:cNvContentPartPr/>
                <p14:nvPr/>
              </p14:nvContentPartPr>
              <p14:xfrm>
                <a:off x="8853620" y="3346760"/>
                <a:ext cx="6480" cy="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87C3AA-59E4-C4FC-5225-0E4B2E978A5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35980" y="3329120"/>
                  <a:ext cx="42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2825D3-306F-BA7D-F78C-5B260F67F9A4}"/>
                    </a:ext>
                  </a:extLst>
                </p14:cNvPr>
                <p14:cNvContentPartPr/>
                <p14:nvPr/>
              </p14:nvContentPartPr>
              <p14:xfrm>
                <a:off x="8477060" y="3371240"/>
                <a:ext cx="1044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2825D3-306F-BA7D-F78C-5B260F67F9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59060" y="3353600"/>
                  <a:ext cx="46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3C7D20-CFBE-15A2-6CF3-63215D3985A2}"/>
                    </a:ext>
                  </a:extLst>
                </p14:cNvPr>
                <p14:cNvContentPartPr/>
                <p14:nvPr/>
              </p14:nvContentPartPr>
              <p14:xfrm>
                <a:off x="8446820" y="3144440"/>
                <a:ext cx="32760" cy="2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3C7D20-CFBE-15A2-6CF3-63215D3985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29180" y="3126800"/>
                  <a:ext cx="68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3824B1-2FED-5410-E819-45C259E11029}"/>
                    </a:ext>
                  </a:extLst>
                </p14:cNvPr>
                <p14:cNvContentPartPr/>
                <p14:nvPr/>
              </p14:nvContentPartPr>
              <p14:xfrm>
                <a:off x="8802500" y="3326240"/>
                <a:ext cx="35640" cy="12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3824B1-2FED-5410-E819-45C259E110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4500" y="3308240"/>
                  <a:ext cx="71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7066B4-6F64-ECF3-697A-B788331E662F}"/>
                    </a:ext>
                  </a:extLst>
                </p14:cNvPr>
                <p14:cNvContentPartPr/>
                <p14:nvPr/>
              </p14:nvContentPartPr>
              <p14:xfrm>
                <a:off x="8817980" y="3290600"/>
                <a:ext cx="91080" cy="8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7066B4-6F64-ECF3-697A-B788331E66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00340" y="3272960"/>
                  <a:ext cx="126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9ED72E-9634-C6FC-D36C-F9789719D3C1}"/>
                    </a:ext>
                  </a:extLst>
                </p14:cNvPr>
                <p14:cNvContentPartPr/>
                <p14:nvPr/>
              </p14:nvContentPartPr>
              <p14:xfrm>
                <a:off x="8951900" y="3287360"/>
                <a:ext cx="18108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9ED72E-9634-C6FC-D36C-F9789719D3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34260" y="3269360"/>
                  <a:ext cx="216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E7B36DF-38CD-814F-2209-5F0391FFE044}"/>
                    </a:ext>
                  </a:extLst>
                </p14:cNvPr>
                <p14:cNvContentPartPr/>
                <p14:nvPr/>
              </p14:nvContentPartPr>
              <p14:xfrm>
                <a:off x="9086180" y="3146600"/>
                <a:ext cx="76320" cy="15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E7B36DF-38CD-814F-2209-5F0391FFE0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68180" y="3128960"/>
                  <a:ext cx="111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6F536B-242D-0C9B-3FC1-3A1357B7FE47}"/>
                    </a:ext>
                  </a:extLst>
                </p14:cNvPr>
                <p14:cNvContentPartPr/>
                <p14:nvPr/>
              </p14:nvContentPartPr>
              <p14:xfrm>
                <a:off x="9107780" y="3231920"/>
                <a:ext cx="10008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6F536B-242D-0C9B-3FC1-3A1357B7FE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90140" y="3213920"/>
                  <a:ext cx="135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74A813-6D7F-78DA-B80E-3E2B751D370E}"/>
                    </a:ext>
                  </a:extLst>
                </p14:cNvPr>
                <p14:cNvContentPartPr/>
                <p14:nvPr/>
              </p14:nvContentPartPr>
              <p14:xfrm>
                <a:off x="9738500" y="4636280"/>
                <a:ext cx="24480" cy="14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74A813-6D7F-78DA-B80E-3E2B751D37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20500" y="4618640"/>
                  <a:ext cx="60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96E5DC-54DE-305F-FA04-9B414602CAC7}"/>
                    </a:ext>
                  </a:extLst>
                </p14:cNvPr>
                <p14:cNvContentPartPr/>
                <p14:nvPr/>
              </p14:nvContentPartPr>
              <p14:xfrm>
                <a:off x="9719420" y="4497680"/>
                <a:ext cx="14760" cy="9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96E5DC-54DE-305F-FA04-9B414602CA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01420" y="4480040"/>
                  <a:ext cx="5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CE966EF-9FAD-5C11-8009-CD070A68593A}"/>
                    </a:ext>
                  </a:extLst>
                </p14:cNvPr>
                <p14:cNvContentPartPr/>
                <p14:nvPr/>
              </p14:nvContentPartPr>
              <p14:xfrm>
                <a:off x="9893660" y="4601000"/>
                <a:ext cx="126000" cy="119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CE966EF-9FAD-5C11-8009-CD070A6859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75660" y="4583360"/>
                  <a:ext cx="161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136CF8-6CDB-70BB-34C3-C9F540BDF399}"/>
                    </a:ext>
                  </a:extLst>
                </p14:cNvPr>
                <p14:cNvContentPartPr/>
                <p14:nvPr/>
              </p14:nvContentPartPr>
              <p14:xfrm>
                <a:off x="10098140" y="4595600"/>
                <a:ext cx="69120" cy="14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136CF8-6CDB-70BB-34C3-C9F540BDF39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80140" y="4577960"/>
                  <a:ext cx="10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9C2C0E0-B877-5464-E0BB-94F9C4398DC6}"/>
                    </a:ext>
                  </a:extLst>
                </p14:cNvPr>
                <p14:cNvContentPartPr/>
                <p14:nvPr/>
              </p14:nvContentPartPr>
              <p14:xfrm>
                <a:off x="10132340" y="4532960"/>
                <a:ext cx="97560" cy="87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9C2C0E0-B877-5464-E0BB-94F9C4398D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14340" y="4514960"/>
                  <a:ext cx="133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DF553F6-D2D1-5ED5-138A-F0F969C9E881}"/>
                    </a:ext>
                  </a:extLst>
                </p14:cNvPr>
                <p14:cNvContentPartPr/>
                <p14:nvPr/>
              </p14:nvContentPartPr>
              <p14:xfrm>
                <a:off x="10275260" y="4512080"/>
                <a:ext cx="135000" cy="10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DF553F6-D2D1-5ED5-138A-F0F969C9E8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7620" y="4494440"/>
                  <a:ext cx="170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C4FB80-63AA-0627-3BBA-3649F42F6DC9}"/>
                    </a:ext>
                  </a:extLst>
                </p14:cNvPr>
                <p14:cNvContentPartPr/>
                <p14:nvPr/>
              </p14:nvContentPartPr>
              <p14:xfrm>
                <a:off x="10461020" y="4464200"/>
                <a:ext cx="43200" cy="11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C4FB80-63AA-0627-3BBA-3649F42F6DC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43380" y="4446200"/>
                  <a:ext cx="78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14C78D7-61E6-9FDF-7485-ADF62DE63B1C}"/>
                    </a:ext>
                  </a:extLst>
                </p14:cNvPr>
                <p14:cNvContentPartPr/>
                <p14:nvPr/>
              </p14:nvContentPartPr>
              <p14:xfrm>
                <a:off x="10413860" y="4374200"/>
                <a:ext cx="101880" cy="34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14C78D7-61E6-9FDF-7485-ADF62DE63B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96220" y="4356560"/>
                  <a:ext cx="137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8182AB-11C7-CC59-153B-39114170EA7A}"/>
                    </a:ext>
                  </a:extLst>
                </p14:cNvPr>
                <p14:cNvContentPartPr/>
                <p14:nvPr/>
              </p14:nvContentPartPr>
              <p14:xfrm>
                <a:off x="10465340" y="4323080"/>
                <a:ext cx="26640" cy="15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8182AB-11C7-CC59-153B-39114170EA7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47340" y="4305080"/>
                  <a:ext cx="6228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7F052BB-F500-674F-7C4D-45ABBE4F475A}"/>
                  </a:ext>
                </a:extLst>
              </p14:cNvPr>
              <p14:cNvContentPartPr/>
              <p14:nvPr/>
            </p14:nvContentPartPr>
            <p14:xfrm>
              <a:off x="9368780" y="1172000"/>
              <a:ext cx="106200" cy="336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7F052BB-F500-674F-7C4D-45ABBE4F475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350780" y="1154000"/>
                <a:ext cx="1418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498815A-8D98-4903-A857-7DBB56190521}"/>
                  </a:ext>
                </a:extLst>
              </p14:cNvPr>
              <p14:cNvContentPartPr/>
              <p14:nvPr/>
            </p14:nvContentPartPr>
            <p14:xfrm>
              <a:off x="9346820" y="1070120"/>
              <a:ext cx="149040" cy="388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498815A-8D98-4903-A857-7DBB5619052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29180" y="1052480"/>
                <a:ext cx="184680" cy="42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454CBE8E-6136-07CA-A148-0E48E1E641E5}"/>
              </a:ext>
            </a:extLst>
          </p:cNvPr>
          <p:cNvGrpSpPr/>
          <p:nvPr/>
        </p:nvGrpSpPr>
        <p:grpSpPr>
          <a:xfrm>
            <a:off x="9759020" y="884720"/>
            <a:ext cx="1508400" cy="577800"/>
            <a:chOff x="9759020" y="884720"/>
            <a:chExt cx="150840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87E0045-E852-3800-169D-491C8A37B0D9}"/>
                    </a:ext>
                  </a:extLst>
                </p14:cNvPr>
                <p14:cNvContentPartPr/>
                <p14:nvPr/>
              </p14:nvContentPartPr>
              <p14:xfrm>
                <a:off x="9759020" y="884720"/>
                <a:ext cx="165600" cy="57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87E0045-E852-3800-169D-491C8A37B0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41380" y="866720"/>
                  <a:ext cx="20124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337FEC-99E5-4611-3477-F3BD4AE8D695}"/>
                    </a:ext>
                  </a:extLst>
                </p14:cNvPr>
                <p14:cNvContentPartPr/>
                <p14:nvPr/>
              </p14:nvContentPartPr>
              <p14:xfrm>
                <a:off x="9775580" y="1043840"/>
                <a:ext cx="137520" cy="13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337FEC-99E5-4611-3477-F3BD4AE8D6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57940" y="1026200"/>
                  <a:ext cx="173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FFB99F-7F36-8074-A12F-EDC49C9B14A6}"/>
                    </a:ext>
                  </a:extLst>
                </p14:cNvPr>
                <p14:cNvContentPartPr/>
                <p14:nvPr/>
              </p14:nvContentPartPr>
              <p14:xfrm>
                <a:off x="10081220" y="1093160"/>
                <a:ext cx="164880" cy="13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FFB99F-7F36-8074-A12F-EDC49C9B14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63220" y="1075160"/>
                  <a:ext cx="200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423AE73-289A-ED70-95CD-77070790840C}"/>
                    </a:ext>
                  </a:extLst>
                </p14:cNvPr>
                <p14:cNvContentPartPr/>
                <p14:nvPr/>
              </p14:nvContentPartPr>
              <p14:xfrm>
                <a:off x="10290380" y="1092800"/>
                <a:ext cx="199080" cy="97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423AE73-289A-ED70-95CD-7707079084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72380" y="1075160"/>
                  <a:ext cx="234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8DAA14-F8D0-908C-5ACA-47EE0CA6DB22}"/>
                    </a:ext>
                  </a:extLst>
                </p14:cNvPr>
                <p14:cNvContentPartPr/>
                <p14:nvPr/>
              </p14:nvContentPartPr>
              <p14:xfrm>
                <a:off x="10544180" y="976520"/>
                <a:ext cx="64800" cy="18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8DAA14-F8D0-908C-5ACA-47EE0CA6DB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26180" y="958520"/>
                  <a:ext cx="100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85E241-8AFF-24E3-E278-F7453CF11FB1}"/>
                    </a:ext>
                  </a:extLst>
                </p14:cNvPr>
                <p14:cNvContentPartPr/>
                <p14:nvPr/>
              </p14:nvContentPartPr>
              <p14:xfrm>
                <a:off x="10531580" y="1024400"/>
                <a:ext cx="104040" cy="68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85E241-8AFF-24E3-E278-F7453CF11F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13580" y="1006400"/>
                  <a:ext cx="139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0AF23B0-8207-6A5E-9D7D-12BF7F57F910}"/>
                    </a:ext>
                  </a:extLst>
                </p14:cNvPr>
                <p14:cNvContentPartPr/>
                <p14:nvPr/>
              </p14:nvContentPartPr>
              <p14:xfrm>
                <a:off x="10744700" y="1115120"/>
                <a:ext cx="16920" cy="221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0AF23B0-8207-6A5E-9D7D-12BF7F57F9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27060" y="1097480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E51888-B18F-CAC0-9768-74E1F4E13094}"/>
                    </a:ext>
                  </a:extLst>
                </p14:cNvPr>
                <p14:cNvContentPartPr/>
                <p14:nvPr/>
              </p14:nvContentPartPr>
              <p14:xfrm>
                <a:off x="10768820" y="1082360"/>
                <a:ext cx="56880" cy="84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E51888-B18F-CAC0-9768-74E1F4E130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51180" y="1064720"/>
                  <a:ext cx="92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8A710D-7A7E-183E-809F-39B4CC3742B8}"/>
                    </a:ext>
                  </a:extLst>
                </p14:cNvPr>
                <p14:cNvContentPartPr/>
                <p14:nvPr/>
              </p14:nvContentPartPr>
              <p14:xfrm>
                <a:off x="10898060" y="1098560"/>
                <a:ext cx="138600" cy="83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8A710D-7A7E-183E-809F-39B4CC3742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80060" y="1080560"/>
                  <a:ext cx="17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631A301-0BBE-BEFD-BD04-9CB92AFFE4AE}"/>
                    </a:ext>
                  </a:extLst>
                </p14:cNvPr>
                <p14:cNvContentPartPr/>
                <p14:nvPr/>
              </p14:nvContentPartPr>
              <p14:xfrm>
                <a:off x="11100740" y="967520"/>
                <a:ext cx="87480" cy="15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631A301-0BBE-BEFD-BD04-9CB92AFFE4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83100" y="949520"/>
                  <a:ext cx="123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95BBD8-0FFB-59D3-BD71-24656D19D762}"/>
                    </a:ext>
                  </a:extLst>
                </p14:cNvPr>
                <p14:cNvContentPartPr/>
                <p14:nvPr/>
              </p14:nvContentPartPr>
              <p14:xfrm>
                <a:off x="11077340" y="997760"/>
                <a:ext cx="190080" cy="97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95BBD8-0FFB-59D3-BD71-24656D19D7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59700" y="979760"/>
                  <a:ext cx="22572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5897261-D051-D408-C604-3FB828E56F36}"/>
              </a:ext>
            </a:extLst>
          </p:cNvPr>
          <p:cNvGrpSpPr/>
          <p:nvPr/>
        </p:nvGrpSpPr>
        <p:grpSpPr>
          <a:xfrm>
            <a:off x="9308300" y="1449200"/>
            <a:ext cx="1033560" cy="803880"/>
            <a:chOff x="9308300" y="1449200"/>
            <a:chExt cx="10335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5D69263-F24B-8859-09F7-61D0EA64376E}"/>
                    </a:ext>
                  </a:extLst>
                </p14:cNvPr>
                <p14:cNvContentPartPr/>
                <p14:nvPr/>
              </p14:nvContentPartPr>
              <p14:xfrm>
                <a:off x="9308300" y="1449200"/>
                <a:ext cx="1017360" cy="803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5D69263-F24B-8859-09F7-61D0EA64376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90660" y="1431560"/>
                  <a:ext cx="105300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D64E01-0955-E459-FE8F-41ABDF16763D}"/>
                    </a:ext>
                  </a:extLst>
                </p14:cNvPr>
                <p14:cNvContentPartPr/>
                <p14:nvPr/>
              </p14:nvContentPartPr>
              <p14:xfrm>
                <a:off x="10337900" y="1984520"/>
                <a:ext cx="3960" cy="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D64E01-0955-E459-FE8F-41ABDF1676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20260" y="1966520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8B90EB0-D566-B065-4675-DDE5EBB06BF2}"/>
              </a:ext>
            </a:extLst>
          </p:cNvPr>
          <p:cNvGrpSpPr/>
          <p:nvPr/>
        </p:nvGrpSpPr>
        <p:grpSpPr>
          <a:xfrm>
            <a:off x="10663340" y="1392320"/>
            <a:ext cx="1327320" cy="964080"/>
            <a:chOff x="10663340" y="1392320"/>
            <a:chExt cx="1327320" cy="9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914EAAF-B53E-17A4-D460-151452F42732}"/>
                    </a:ext>
                  </a:extLst>
                </p14:cNvPr>
                <p14:cNvContentPartPr/>
                <p14:nvPr/>
              </p14:nvContentPartPr>
              <p14:xfrm>
                <a:off x="10708700" y="1622000"/>
                <a:ext cx="63720" cy="32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914EAAF-B53E-17A4-D460-151452F4273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90700" y="1604360"/>
                  <a:ext cx="993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3A63B8B-7F18-AFE0-3B8B-E2A6EAAADFD8}"/>
                    </a:ext>
                  </a:extLst>
                </p14:cNvPr>
                <p14:cNvContentPartPr/>
                <p14:nvPr/>
              </p14:nvContentPartPr>
              <p14:xfrm>
                <a:off x="10674500" y="1562240"/>
                <a:ext cx="204120" cy="78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3A63B8B-7F18-AFE0-3B8B-E2A6EAAADF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56860" y="1544240"/>
                  <a:ext cx="239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30D36B8-5173-A105-81E6-871327D935FE}"/>
                    </a:ext>
                  </a:extLst>
                </p14:cNvPr>
                <p14:cNvContentPartPr/>
                <p14:nvPr/>
              </p14:nvContentPartPr>
              <p14:xfrm>
                <a:off x="10769900" y="1710560"/>
                <a:ext cx="104760" cy="48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30D36B8-5173-A105-81E6-871327D935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52260" y="1692920"/>
                  <a:ext cx="14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2F6738-03DE-18BB-3200-9D2CDCB67181}"/>
                    </a:ext>
                  </a:extLst>
                </p14:cNvPr>
                <p14:cNvContentPartPr/>
                <p14:nvPr/>
              </p14:nvContentPartPr>
              <p14:xfrm>
                <a:off x="10939820" y="1735400"/>
                <a:ext cx="40320" cy="104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2F6738-03DE-18BB-3200-9D2CDCB671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21820" y="1717400"/>
                  <a:ext cx="7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731EB0-F665-665D-7BAB-19DBDCEF98F0}"/>
                    </a:ext>
                  </a:extLst>
                </p14:cNvPr>
                <p14:cNvContentPartPr/>
                <p14:nvPr/>
              </p14:nvContentPartPr>
              <p14:xfrm>
                <a:off x="10929020" y="1625240"/>
                <a:ext cx="13320" cy="1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731EB0-F665-665D-7BAB-19DBDCEF98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11380" y="1607600"/>
                  <a:ext cx="4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A62443-81B9-0154-4560-8F06767B258E}"/>
                    </a:ext>
                  </a:extLst>
                </p14:cNvPr>
                <p14:cNvContentPartPr/>
                <p14:nvPr/>
              </p14:nvContentPartPr>
              <p14:xfrm>
                <a:off x="11026580" y="1629920"/>
                <a:ext cx="148680" cy="164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A62443-81B9-0154-4560-8F06767B258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08580" y="1611920"/>
                  <a:ext cx="184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0350457-1A6E-12C8-F30F-975797528960}"/>
                    </a:ext>
                  </a:extLst>
                </p14:cNvPr>
                <p14:cNvContentPartPr/>
                <p14:nvPr/>
              </p14:nvContentPartPr>
              <p14:xfrm>
                <a:off x="11260940" y="1605440"/>
                <a:ext cx="229680" cy="169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0350457-1A6E-12C8-F30F-9757975289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43300" y="1587440"/>
                  <a:ext cx="265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F478D9-61A0-96A7-4D18-183D16C2B0DF}"/>
                    </a:ext>
                  </a:extLst>
                </p14:cNvPr>
                <p14:cNvContentPartPr/>
                <p14:nvPr/>
              </p14:nvContentPartPr>
              <p14:xfrm>
                <a:off x="11568740" y="1392320"/>
                <a:ext cx="160560" cy="543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F478D9-61A0-96A7-4D18-183D16C2B0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51100" y="1374680"/>
                  <a:ext cx="196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D39EE7-4F61-94A1-830F-88889B1364E6}"/>
                    </a:ext>
                  </a:extLst>
                </p14:cNvPr>
                <p14:cNvContentPartPr/>
                <p14:nvPr/>
              </p14:nvContentPartPr>
              <p14:xfrm>
                <a:off x="10663340" y="2106200"/>
                <a:ext cx="73080" cy="250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D39EE7-4F61-94A1-830F-88889B1364E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45700" y="2088560"/>
                  <a:ext cx="1087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CDB5FE0-1F15-F8DA-C3C4-52CA3E6E211B}"/>
                    </a:ext>
                  </a:extLst>
                </p14:cNvPr>
                <p14:cNvContentPartPr/>
                <p14:nvPr/>
              </p14:nvContentPartPr>
              <p14:xfrm>
                <a:off x="10704020" y="2073440"/>
                <a:ext cx="182160" cy="181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CDB5FE0-1F15-F8DA-C3C4-52CA3E6E211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86380" y="2055440"/>
                  <a:ext cx="217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B9C6A49-A682-5F01-8303-B5DA1CA625D4}"/>
                    </a:ext>
                  </a:extLst>
                </p14:cNvPr>
                <p14:cNvContentPartPr/>
                <p14:nvPr/>
              </p14:nvContentPartPr>
              <p14:xfrm>
                <a:off x="10779980" y="2207360"/>
                <a:ext cx="57600" cy="27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B9C6A49-A682-5F01-8303-B5DA1CA625D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62340" y="2189360"/>
                  <a:ext cx="93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4FC7F9-7615-7C34-44B9-2B49176DF918}"/>
                    </a:ext>
                  </a:extLst>
                </p14:cNvPr>
                <p14:cNvContentPartPr/>
                <p14:nvPr/>
              </p14:nvContentPartPr>
              <p14:xfrm>
                <a:off x="10963580" y="2133560"/>
                <a:ext cx="123480" cy="13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4FC7F9-7615-7C34-44B9-2B49176DF9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45940" y="2115560"/>
                  <a:ext cx="159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E9229D9-ADDD-9820-D03C-E9093F6FD06B}"/>
                    </a:ext>
                  </a:extLst>
                </p14:cNvPr>
                <p14:cNvContentPartPr/>
                <p14:nvPr/>
              </p14:nvContentPartPr>
              <p14:xfrm>
                <a:off x="11143940" y="2061560"/>
                <a:ext cx="61200" cy="211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E9229D9-ADDD-9820-D03C-E9093F6FD06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26300" y="2043920"/>
                  <a:ext cx="96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74D99C-1FEA-88A9-55F3-1FDDDCB45775}"/>
                    </a:ext>
                  </a:extLst>
                </p14:cNvPr>
                <p14:cNvContentPartPr/>
                <p14:nvPr/>
              </p14:nvContentPartPr>
              <p14:xfrm>
                <a:off x="11133140" y="2148320"/>
                <a:ext cx="12852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74D99C-1FEA-88A9-55F3-1FDDDCB4577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15140" y="2130680"/>
                  <a:ext cx="164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D82FA2B-B203-A600-80F9-F6DF8AD052B4}"/>
                    </a:ext>
                  </a:extLst>
                </p14:cNvPr>
                <p14:cNvContentPartPr/>
                <p14:nvPr/>
              </p14:nvContentPartPr>
              <p14:xfrm>
                <a:off x="11290820" y="2150120"/>
                <a:ext cx="3636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D82FA2B-B203-A600-80F9-F6DF8AD052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72820" y="2132480"/>
                  <a:ext cx="72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506D9C5-FC9B-1E3E-2323-199C69D2EC6D}"/>
                    </a:ext>
                  </a:extLst>
                </p14:cNvPr>
                <p14:cNvContentPartPr/>
                <p14:nvPr/>
              </p14:nvContentPartPr>
              <p14:xfrm>
                <a:off x="11315300" y="2050040"/>
                <a:ext cx="6480" cy="10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506D9C5-FC9B-1E3E-2323-199C69D2EC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97660" y="2032400"/>
                  <a:ext cx="42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57FE6A9-F288-971A-8DDF-F4C2C9454919}"/>
                    </a:ext>
                  </a:extLst>
                </p14:cNvPr>
                <p14:cNvContentPartPr/>
                <p14:nvPr/>
              </p14:nvContentPartPr>
              <p14:xfrm>
                <a:off x="11400620" y="2063000"/>
                <a:ext cx="99000" cy="107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57FE6A9-F288-971A-8DDF-F4C2C945491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82980" y="2045000"/>
                  <a:ext cx="134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92012E-05DF-A86E-6DBB-4C93C12C5A70}"/>
                    </a:ext>
                  </a:extLst>
                </p14:cNvPr>
                <p14:cNvContentPartPr/>
                <p14:nvPr/>
              </p14:nvContentPartPr>
              <p14:xfrm>
                <a:off x="11587100" y="2059040"/>
                <a:ext cx="112320" cy="11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92012E-05DF-A86E-6DBB-4C93C12C5A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9460" y="2041400"/>
                  <a:ext cx="147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9B0A9F-3911-5834-3FD7-3565D3339F86}"/>
                    </a:ext>
                  </a:extLst>
                </p14:cNvPr>
                <p14:cNvContentPartPr/>
                <p14:nvPr/>
              </p14:nvContentPartPr>
              <p14:xfrm>
                <a:off x="11708420" y="1958960"/>
                <a:ext cx="73800" cy="207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9B0A9F-3911-5834-3FD7-3565D3339F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90780" y="1941320"/>
                  <a:ext cx="1094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F213786-7CFC-90F7-EE85-BDF2461ADA35}"/>
                    </a:ext>
                  </a:extLst>
                </p14:cNvPr>
                <p14:cNvContentPartPr/>
                <p14:nvPr/>
              </p14:nvContentPartPr>
              <p14:xfrm>
                <a:off x="11693660" y="2023040"/>
                <a:ext cx="103320" cy="58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F213786-7CFC-90F7-EE85-BDF2461ADA3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76020" y="2005400"/>
                  <a:ext cx="138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C63CCC-8471-C319-0CFD-96092F0C95B7}"/>
                    </a:ext>
                  </a:extLst>
                </p14:cNvPr>
                <p14:cNvContentPartPr/>
                <p14:nvPr/>
              </p14:nvContentPartPr>
              <p14:xfrm>
                <a:off x="11857820" y="1997840"/>
                <a:ext cx="132840" cy="122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C63CCC-8471-C319-0CFD-96092F0C95B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39820" y="1980200"/>
                  <a:ext cx="1684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A7E950D-9545-563E-0DB1-7B591BECAB1A}"/>
              </a:ext>
            </a:extLst>
          </p:cNvPr>
          <p:cNvGrpSpPr/>
          <p:nvPr/>
        </p:nvGrpSpPr>
        <p:grpSpPr>
          <a:xfrm>
            <a:off x="2498180" y="718040"/>
            <a:ext cx="2302920" cy="3405960"/>
            <a:chOff x="2498180" y="718040"/>
            <a:chExt cx="2302920" cy="34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9CEAF1A-69EC-CB5E-FE83-A7CD2D85CCE6}"/>
                    </a:ext>
                  </a:extLst>
                </p14:cNvPr>
                <p14:cNvContentPartPr/>
                <p14:nvPr/>
              </p14:nvContentPartPr>
              <p14:xfrm>
                <a:off x="2568740" y="729920"/>
                <a:ext cx="2232360" cy="310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9CEAF1A-69EC-CB5E-FE83-A7CD2D85CC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50740" y="711920"/>
                  <a:ext cx="2268000" cy="31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1AC36D-A69F-F35E-5A35-4EC91032610D}"/>
                    </a:ext>
                  </a:extLst>
                </p14:cNvPr>
                <p14:cNvContentPartPr/>
                <p14:nvPr/>
              </p14:nvContentPartPr>
              <p14:xfrm>
                <a:off x="2498180" y="718040"/>
                <a:ext cx="122760" cy="3405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1AC36D-A69F-F35E-5A35-4EC9103261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80540" y="700040"/>
                  <a:ext cx="158400" cy="344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4F7A5A6-5318-03F7-791B-4C7DA007D387}"/>
              </a:ext>
            </a:extLst>
          </p:cNvPr>
          <p:cNvGrpSpPr/>
          <p:nvPr/>
        </p:nvGrpSpPr>
        <p:grpSpPr>
          <a:xfrm>
            <a:off x="1080140" y="2001440"/>
            <a:ext cx="775080" cy="541080"/>
            <a:chOff x="1080140" y="2001440"/>
            <a:chExt cx="775080" cy="5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45A9FA-DBCC-7E89-2DB9-6A7710717788}"/>
                    </a:ext>
                  </a:extLst>
                </p14:cNvPr>
                <p14:cNvContentPartPr/>
                <p14:nvPr/>
              </p14:nvContentPartPr>
              <p14:xfrm>
                <a:off x="1120100" y="2411480"/>
                <a:ext cx="77760" cy="131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45A9FA-DBCC-7E89-2DB9-6A771071778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2100" y="2393480"/>
                  <a:ext cx="113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C1935-36FE-544F-1969-B1C1CEEA7E93}"/>
                    </a:ext>
                  </a:extLst>
                </p14:cNvPr>
                <p14:cNvContentPartPr/>
                <p14:nvPr/>
              </p14:nvContentPartPr>
              <p14:xfrm>
                <a:off x="1080140" y="2246960"/>
                <a:ext cx="15840" cy="18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C1935-36FE-544F-1969-B1C1CEEA7E9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2500" y="2229320"/>
                  <a:ext cx="51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81094B8-C403-C895-74D3-2AB1236F5D2E}"/>
                    </a:ext>
                  </a:extLst>
                </p14:cNvPr>
                <p14:cNvContentPartPr/>
                <p14:nvPr/>
              </p14:nvContentPartPr>
              <p14:xfrm>
                <a:off x="1283900" y="2295200"/>
                <a:ext cx="179280" cy="120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81094B8-C403-C895-74D3-2AB1236F5D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65900" y="2277200"/>
                  <a:ext cx="214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EBC5B28-385A-A2B1-6DAF-B6ABC70ACF96}"/>
                    </a:ext>
                  </a:extLst>
                </p14:cNvPr>
                <p14:cNvContentPartPr/>
                <p14:nvPr/>
              </p14:nvContentPartPr>
              <p14:xfrm>
                <a:off x="1466060" y="2298080"/>
                <a:ext cx="72720" cy="83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EBC5B28-385A-A2B1-6DAF-B6ABC70ACF9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48420" y="2280440"/>
                  <a:ext cx="108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1EBDAE8-6270-0531-23BB-55F19F041BAF}"/>
                    </a:ext>
                  </a:extLst>
                </p14:cNvPr>
                <p14:cNvContentPartPr/>
                <p14:nvPr/>
              </p14:nvContentPartPr>
              <p14:xfrm>
                <a:off x="1482260" y="2237960"/>
                <a:ext cx="64080" cy="9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1EBDAE8-6270-0531-23BB-55F19F041BA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64620" y="2219960"/>
                  <a:ext cx="99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9C58DA9-8D8C-9049-9585-863258D61F40}"/>
                    </a:ext>
                  </a:extLst>
                </p14:cNvPr>
                <p14:cNvContentPartPr/>
                <p14:nvPr/>
              </p14:nvContentPartPr>
              <p14:xfrm>
                <a:off x="1582700" y="2184320"/>
                <a:ext cx="163080" cy="94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9C58DA9-8D8C-9049-9585-863258D61F4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64700" y="2166320"/>
                  <a:ext cx="198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61E2E8-8072-08B8-163D-9F82F1E89113}"/>
                    </a:ext>
                  </a:extLst>
                </p14:cNvPr>
                <p14:cNvContentPartPr/>
                <p14:nvPr/>
              </p14:nvContentPartPr>
              <p14:xfrm>
                <a:off x="1749380" y="2001440"/>
                <a:ext cx="88200" cy="161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61E2E8-8072-08B8-163D-9F82F1E8911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31740" y="1983800"/>
                  <a:ext cx="123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6B4FE90-75B3-C541-4BB1-AA4AD9BB3962}"/>
                    </a:ext>
                  </a:extLst>
                </p14:cNvPr>
                <p14:cNvContentPartPr/>
                <p14:nvPr/>
              </p14:nvContentPartPr>
              <p14:xfrm>
                <a:off x="1743620" y="2035280"/>
                <a:ext cx="111600" cy="67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6B4FE90-75B3-C541-4BB1-AA4AD9BB396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25620" y="2017280"/>
                  <a:ext cx="1472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9352E43-ABF0-9D16-AB68-81D37B52A4EF}"/>
              </a:ext>
            </a:extLst>
          </p:cNvPr>
          <p:cNvGrpSpPr/>
          <p:nvPr/>
        </p:nvGrpSpPr>
        <p:grpSpPr>
          <a:xfrm>
            <a:off x="7628180" y="1372160"/>
            <a:ext cx="585360" cy="1110240"/>
            <a:chOff x="7628180" y="1372160"/>
            <a:chExt cx="585360" cy="11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89B38B-59C9-6963-F415-C5985FA5B5FA}"/>
                    </a:ext>
                  </a:extLst>
                </p14:cNvPr>
                <p14:cNvContentPartPr/>
                <p14:nvPr/>
              </p14:nvContentPartPr>
              <p14:xfrm>
                <a:off x="7628180" y="1821080"/>
                <a:ext cx="585360" cy="66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89B38B-59C9-6963-F415-C5985FA5B5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10180" y="1803080"/>
                  <a:ext cx="6210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1B0FB84-7FEB-EDA1-07CB-1713869676E0}"/>
                    </a:ext>
                  </a:extLst>
                </p14:cNvPr>
                <p14:cNvContentPartPr/>
                <p14:nvPr/>
              </p14:nvContentPartPr>
              <p14:xfrm>
                <a:off x="7963700" y="1373240"/>
                <a:ext cx="104040" cy="604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1B0FB84-7FEB-EDA1-07CB-1713869676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46060" y="1355600"/>
                  <a:ext cx="13968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14E4B5-7593-7D47-5CC8-A2BE24E77285}"/>
                    </a:ext>
                  </a:extLst>
                </p14:cNvPr>
                <p14:cNvContentPartPr/>
                <p14:nvPr/>
              </p14:nvContentPartPr>
              <p14:xfrm>
                <a:off x="7948220" y="1372160"/>
                <a:ext cx="168480" cy="69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14E4B5-7593-7D47-5CC8-A2BE24E772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30580" y="1354160"/>
                  <a:ext cx="2041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273F30E-93E5-BCB9-7AA0-5D1A203D0541}"/>
              </a:ext>
            </a:extLst>
          </p:cNvPr>
          <p:cNvGrpSpPr/>
          <p:nvPr/>
        </p:nvGrpSpPr>
        <p:grpSpPr>
          <a:xfrm>
            <a:off x="8045060" y="761600"/>
            <a:ext cx="975600" cy="428040"/>
            <a:chOff x="8045060" y="761600"/>
            <a:chExt cx="97560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68D3069-6E9F-9AF4-2133-AB2C140196A7}"/>
                    </a:ext>
                  </a:extLst>
                </p14:cNvPr>
                <p14:cNvContentPartPr/>
                <p14:nvPr/>
              </p14:nvContentPartPr>
              <p14:xfrm>
                <a:off x="8045060" y="1031240"/>
                <a:ext cx="92160" cy="158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68D3069-6E9F-9AF4-2133-AB2C140196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27420" y="1013240"/>
                  <a:ext cx="127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8609626-E2DE-2EB9-B500-D3C238EA6135}"/>
                    </a:ext>
                  </a:extLst>
                </p14:cNvPr>
                <p14:cNvContentPartPr/>
                <p14:nvPr/>
              </p14:nvContentPartPr>
              <p14:xfrm>
                <a:off x="8163500" y="1079480"/>
                <a:ext cx="130680" cy="55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8609626-E2DE-2EB9-B500-D3C238EA613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45860" y="1061840"/>
                  <a:ext cx="166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E1899A8-313B-E8F4-608B-A5EE5B2F5069}"/>
                    </a:ext>
                  </a:extLst>
                </p14:cNvPr>
                <p14:cNvContentPartPr/>
                <p14:nvPr/>
              </p14:nvContentPartPr>
              <p14:xfrm>
                <a:off x="8374100" y="912800"/>
                <a:ext cx="83880" cy="19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E1899A8-313B-E8F4-608B-A5EE5B2F506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56100" y="894800"/>
                  <a:ext cx="119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3630622-6877-D50E-55E1-313E5E17BD17}"/>
                    </a:ext>
                  </a:extLst>
                </p14:cNvPr>
                <p14:cNvContentPartPr/>
                <p14:nvPr/>
              </p14:nvContentPartPr>
              <p14:xfrm>
                <a:off x="8374100" y="1006760"/>
                <a:ext cx="85680" cy="48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3630622-6877-D50E-55E1-313E5E17BD1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56100" y="988760"/>
                  <a:ext cx="121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E2FB8E-9D9E-EE49-3AB9-3E74BE38D1F2}"/>
                    </a:ext>
                  </a:extLst>
                </p14:cNvPr>
                <p14:cNvContentPartPr/>
                <p14:nvPr/>
              </p14:nvContentPartPr>
              <p14:xfrm>
                <a:off x="8541140" y="989480"/>
                <a:ext cx="52560" cy="93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E2FB8E-9D9E-EE49-3AB9-3E74BE38D1F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23140" y="971840"/>
                  <a:ext cx="88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7EC45EB-B8A3-EA0A-5D98-34BD791F0A81}"/>
                    </a:ext>
                  </a:extLst>
                </p14:cNvPr>
                <p14:cNvContentPartPr/>
                <p14:nvPr/>
              </p14:nvContentPartPr>
              <p14:xfrm>
                <a:off x="8570300" y="906320"/>
                <a:ext cx="8424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7EC45EB-B8A3-EA0A-5D98-34BD791F0A8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52660" y="888680"/>
                  <a:ext cx="11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4BD72F5-1EE7-CA83-263A-3545616C7C5C}"/>
                    </a:ext>
                  </a:extLst>
                </p14:cNvPr>
                <p14:cNvContentPartPr/>
                <p14:nvPr/>
              </p14:nvContentPartPr>
              <p14:xfrm>
                <a:off x="8738060" y="902360"/>
                <a:ext cx="132840" cy="60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4BD72F5-1EE7-CA83-263A-3545616C7C5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20420" y="884720"/>
                  <a:ext cx="168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482E3B-5715-9B57-4E9D-279663A1CB15}"/>
                    </a:ext>
                  </a:extLst>
                </p14:cNvPr>
                <p14:cNvContentPartPr/>
                <p14:nvPr/>
              </p14:nvContentPartPr>
              <p14:xfrm>
                <a:off x="8926700" y="761600"/>
                <a:ext cx="59400" cy="14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482E3B-5715-9B57-4E9D-279663A1CB1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09060" y="743600"/>
                  <a:ext cx="95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F400134-42DB-24FC-DDC1-7BD2F4E807A5}"/>
                    </a:ext>
                  </a:extLst>
                </p14:cNvPr>
                <p14:cNvContentPartPr/>
                <p14:nvPr/>
              </p14:nvContentPartPr>
              <p14:xfrm>
                <a:off x="8877380" y="799400"/>
                <a:ext cx="143280" cy="79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F400134-42DB-24FC-DDC1-7BD2F4E807A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59740" y="781400"/>
                  <a:ext cx="178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2E84BEF-FA07-051D-2A14-1F3A929F72E6}"/>
              </a:ext>
            </a:extLst>
          </p:cNvPr>
          <p:cNvGrpSpPr/>
          <p:nvPr/>
        </p:nvGrpSpPr>
        <p:grpSpPr>
          <a:xfrm>
            <a:off x="5487980" y="2596520"/>
            <a:ext cx="1774440" cy="522720"/>
            <a:chOff x="5487980" y="2596520"/>
            <a:chExt cx="177444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0C58EF7-D3E4-ECBA-DD42-818EE2675F56}"/>
                    </a:ext>
                  </a:extLst>
                </p14:cNvPr>
                <p14:cNvContentPartPr/>
                <p14:nvPr/>
              </p14:nvContentPartPr>
              <p14:xfrm>
                <a:off x="5498060" y="2854640"/>
                <a:ext cx="11520" cy="26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0C58EF7-D3E4-ECBA-DD42-818EE2675F5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80420" y="2837000"/>
                  <a:ext cx="47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118DAC7-0AC3-77A5-40A6-1DD112A583D3}"/>
                    </a:ext>
                  </a:extLst>
                </p14:cNvPr>
                <p14:cNvContentPartPr/>
                <p14:nvPr/>
              </p14:nvContentPartPr>
              <p14:xfrm>
                <a:off x="5487980" y="2863640"/>
                <a:ext cx="214920" cy="19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118DAC7-0AC3-77A5-40A6-1DD112A583D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70340" y="2845640"/>
                  <a:ext cx="250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A404D48-2258-E831-CBC7-E55583E9E03D}"/>
                    </a:ext>
                  </a:extLst>
                </p14:cNvPr>
                <p14:cNvContentPartPr/>
                <p14:nvPr/>
              </p14:nvContentPartPr>
              <p14:xfrm>
                <a:off x="5523620" y="2952920"/>
                <a:ext cx="158400" cy="11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A404D48-2258-E831-CBC7-E55583E9E03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505980" y="2935280"/>
                  <a:ext cx="194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B2A1E44-98B5-900C-BB8B-0845DFD6E41C}"/>
                    </a:ext>
                  </a:extLst>
                </p14:cNvPr>
                <p14:cNvContentPartPr/>
                <p14:nvPr/>
              </p14:nvContentPartPr>
              <p14:xfrm>
                <a:off x="5820980" y="2899280"/>
                <a:ext cx="84240" cy="114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B2A1E44-98B5-900C-BB8B-0845DFD6E41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803340" y="2881640"/>
                  <a:ext cx="11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7D286EA-1835-4343-8973-3F4249D8B815}"/>
                    </a:ext>
                  </a:extLst>
                </p14:cNvPr>
                <p14:cNvContentPartPr/>
                <p14:nvPr/>
              </p14:nvContentPartPr>
              <p14:xfrm>
                <a:off x="5998820" y="2745920"/>
                <a:ext cx="92160" cy="219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7D286EA-1835-4343-8973-3F4249D8B81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81180" y="2727920"/>
                  <a:ext cx="127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AB50CBE-72AC-0F5B-F091-8DBBE5791007}"/>
                    </a:ext>
                  </a:extLst>
                </p14:cNvPr>
                <p14:cNvContentPartPr/>
                <p14:nvPr/>
              </p14:nvContentPartPr>
              <p14:xfrm>
                <a:off x="5984060" y="2843480"/>
                <a:ext cx="75960" cy="41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AB50CBE-72AC-0F5B-F091-8DBBE579100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66420" y="2825840"/>
                  <a:ext cx="111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FB7790A-0C45-4E68-2AEB-9A55922B2776}"/>
                    </a:ext>
                  </a:extLst>
                </p14:cNvPr>
                <p14:cNvContentPartPr/>
                <p14:nvPr/>
              </p14:nvContentPartPr>
              <p14:xfrm>
                <a:off x="6192140" y="2800280"/>
                <a:ext cx="33120" cy="98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FB7790A-0C45-4E68-2AEB-9A55922B277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74140" y="2782640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A65A53F-BE1D-8E08-A648-7D295B41AC2B}"/>
                    </a:ext>
                  </a:extLst>
                </p14:cNvPr>
                <p14:cNvContentPartPr/>
                <p14:nvPr/>
              </p14:nvContentPartPr>
              <p14:xfrm>
                <a:off x="6161900" y="2734400"/>
                <a:ext cx="27000" cy="2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A65A53F-BE1D-8E08-A648-7D295B41AC2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43900" y="2716400"/>
                  <a:ext cx="62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C6CFB25-ADAB-0AE7-E4BA-490644DA5DFF}"/>
                    </a:ext>
                  </a:extLst>
                </p14:cNvPr>
                <p14:cNvContentPartPr/>
                <p14:nvPr/>
              </p14:nvContentPartPr>
              <p14:xfrm>
                <a:off x="6310580" y="2762120"/>
                <a:ext cx="106200" cy="10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C6CFB25-ADAB-0AE7-E4BA-490644DA5D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92940" y="2744480"/>
                  <a:ext cx="141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56B24A-E04A-6F45-8296-6CA5AEE9806D}"/>
                    </a:ext>
                  </a:extLst>
                </p14:cNvPr>
                <p14:cNvContentPartPr/>
                <p14:nvPr/>
              </p14:nvContentPartPr>
              <p14:xfrm>
                <a:off x="6507140" y="2646200"/>
                <a:ext cx="274680" cy="215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56B24A-E04A-6F45-8296-6CA5AEE9806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89500" y="2628200"/>
                  <a:ext cx="310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CBFECFF-C5DF-A167-D331-6C9CFD8B66F8}"/>
                    </a:ext>
                  </a:extLst>
                </p14:cNvPr>
                <p14:cNvContentPartPr/>
                <p14:nvPr/>
              </p14:nvContentPartPr>
              <p14:xfrm>
                <a:off x="6723860" y="2703440"/>
                <a:ext cx="187920" cy="117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CBFECFF-C5DF-A167-D331-6C9CFD8B66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06220" y="2685440"/>
                  <a:ext cx="223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4F454E8-8829-F849-5E94-D6B4DE24DA8A}"/>
                    </a:ext>
                  </a:extLst>
                </p14:cNvPr>
                <p14:cNvContentPartPr/>
                <p14:nvPr/>
              </p14:nvContentPartPr>
              <p14:xfrm>
                <a:off x="6858140" y="2596520"/>
                <a:ext cx="24120" cy="27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4F454E8-8829-F849-5E94-D6B4DE24DA8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40140" y="2578880"/>
                  <a:ext cx="59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4A28D07-4DD6-A910-1320-B499A64052BC}"/>
                    </a:ext>
                  </a:extLst>
                </p14:cNvPr>
                <p14:cNvContentPartPr/>
                <p14:nvPr/>
              </p14:nvContentPartPr>
              <p14:xfrm>
                <a:off x="7053260" y="2644400"/>
                <a:ext cx="209160" cy="10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4A28D07-4DD6-A910-1320-B499A64052B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35620" y="2626400"/>
                  <a:ext cx="244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9D23B0D-7BBD-BF43-869D-0AA8F062862D}"/>
              </a:ext>
            </a:extLst>
          </p:cNvPr>
          <p:cNvGrpSpPr/>
          <p:nvPr/>
        </p:nvGrpSpPr>
        <p:grpSpPr>
          <a:xfrm>
            <a:off x="5600660" y="3234440"/>
            <a:ext cx="1355760" cy="434520"/>
            <a:chOff x="5600660" y="3234440"/>
            <a:chExt cx="135576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D1DAA5-B72C-7A25-22B5-A913B07AC320}"/>
                    </a:ext>
                  </a:extLst>
                </p14:cNvPr>
                <p14:cNvContentPartPr/>
                <p14:nvPr/>
              </p14:nvContentPartPr>
              <p14:xfrm>
                <a:off x="5658980" y="3346400"/>
                <a:ext cx="45000" cy="322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D1DAA5-B72C-7A25-22B5-A913B07AC32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40980" y="3328400"/>
                  <a:ext cx="80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7FEC257-50F4-EF1A-5A42-E2E0A1DB0390}"/>
                    </a:ext>
                  </a:extLst>
                </p14:cNvPr>
                <p14:cNvContentPartPr/>
                <p14:nvPr/>
              </p14:nvContentPartPr>
              <p14:xfrm>
                <a:off x="5600660" y="3552320"/>
                <a:ext cx="151920" cy="62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7FEC257-50F4-EF1A-5A42-E2E0A1DB039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82660" y="3534320"/>
                  <a:ext cx="187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D8F7611-61C4-54A8-64C8-139480B152C4}"/>
                    </a:ext>
                  </a:extLst>
                </p14:cNvPr>
                <p14:cNvContentPartPr/>
                <p14:nvPr/>
              </p14:nvContentPartPr>
              <p14:xfrm>
                <a:off x="5818460" y="3465560"/>
                <a:ext cx="342000" cy="120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D8F7611-61C4-54A8-64C8-139480B152C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00820" y="3447920"/>
                  <a:ext cx="377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F9B8F0D-F103-1980-D097-81929F0B99E4}"/>
                    </a:ext>
                  </a:extLst>
                </p14:cNvPr>
                <p14:cNvContentPartPr/>
                <p14:nvPr/>
              </p14:nvContentPartPr>
              <p14:xfrm>
                <a:off x="6236420" y="3310400"/>
                <a:ext cx="207360" cy="223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F9B8F0D-F103-1980-D097-81929F0B99E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18780" y="3292760"/>
                  <a:ext cx="243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AD7887-9FD1-0CEB-1CA7-ABC895FDF2BF}"/>
                    </a:ext>
                  </a:extLst>
                </p14:cNvPr>
                <p14:cNvContentPartPr/>
                <p14:nvPr/>
              </p14:nvContentPartPr>
              <p14:xfrm>
                <a:off x="6392660" y="3365480"/>
                <a:ext cx="175680" cy="104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AD7887-9FD1-0CEB-1CA7-ABC895FDF2B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75020" y="3347480"/>
                  <a:ext cx="211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08AEE91-3385-C07F-22B3-9DD163658F25}"/>
                    </a:ext>
                  </a:extLst>
                </p14:cNvPr>
                <p14:cNvContentPartPr/>
                <p14:nvPr/>
              </p14:nvContentPartPr>
              <p14:xfrm>
                <a:off x="6544220" y="3234440"/>
                <a:ext cx="16920" cy="70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08AEE91-3385-C07F-22B3-9DD163658F2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526220" y="3216440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DF098CF-DB2C-331E-835C-6BC0500FE6BA}"/>
                    </a:ext>
                  </a:extLst>
                </p14:cNvPr>
                <p14:cNvContentPartPr/>
                <p14:nvPr/>
              </p14:nvContentPartPr>
              <p14:xfrm>
                <a:off x="6650780" y="3301760"/>
                <a:ext cx="305640" cy="147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DF098CF-DB2C-331E-835C-6BC0500FE6B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32780" y="3283760"/>
                  <a:ext cx="341280" cy="18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279F-FBE6-346D-1A97-A0939ED2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644D54-AC9F-76C0-6CBB-F60FBF394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CAF3CE-7765-69DF-04D0-45B93E83E86E}"/>
              </a:ext>
            </a:extLst>
          </p:cNvPr>
          <p:cNvSpPr txBox="1"/>
          <p:nvPr/>
        </p:nvSpPr>
        <p:spPr>
          <a:xfrm>
            <a:off x="717905" y="4057378"/>
            <a:ext cx="8677275" cy="21304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3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78130" indent="-227329">
              <a:lnSpc>
                <a:spcPts val="2775"/>
              </a:lnSpc>
              <a:spcBef>
                <a:spcPts val="1600"/>
              </a:spcBef>
              <a:buFont typeface="Arial"/>
              <a:buChar char="•"/>
              <a:tabLst>
                <a:tab pos="2781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dirty="0">
                <a:latin typeface="Calibri"/>
                <a:cs typeface="Calibri"/>
              </a:rPr>
              <a:t>W</a:t>
            </a:r>
            <a:r>
              <a:rPr sz="1950" baseline="-21367" dirty="0">
                <a:latin typeface="Calibri"/>
                <a:cs typeface="Calibri"/>
              </a:rPr>
              <a:t>i</a:t>
            </a:r>
            <a:r>
              <a:rPr sz="1950" spc="5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weights,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called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synaptic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weights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0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mathematical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18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20" dirty="0">
                <a:latin typeface="Calibri"/>
                <a:cs typeface="Calibri"/>
              </a:rPr>
              <a:t>X</a:t>
            </a:r>
            <a:r>
              <a:rPr sz="1950" spc="179" baseline="-21367" dirty="0">
                <a:latin typeface="Calibri"/>
                <a:cs typeface="Calibri"/>
              </a:rPr>
              <a:t>i</a:t>
            </a:r>
            <a:r>
              <a:rPr sz="1950" spc="41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35965" lvl="1" indent="-227965">
              <a:lnSpc>
                <a:spcPts val="2295"/>
              </a:lnSpc>
              <a:buFont typeface="Arial"/>
              <a:buChar char="•"/>
              <a:tabLst>
                <a:tab pos="735965" algn="l"/>
              </a:tabLst>
            </a:pPr>
            <a:r>
              <a:rPr sz="2000" spc="135" dirty="0">
                <a:latin typeface="Calibri"/>
                <a:cs typeface="Calibri"/>
              </a:rPr>
              <a:t>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962C2B9-5EB8-3924-0D74-E88B5B82322D}"/>
              </a:ext>
            </a:extLst>
          </p:cNvPr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0E5200-90A4-BC33-3427-A9533AC0FECC}"/>
              </a:ext>
            </a:extLst>
          </p:cNvPr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83F8538-2A90-A800-D4FB-4E1AD1934253}"/>
              </a:ext>
            </a:extLst>
          </p:cNvPr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8F20D42-F936-4A51-540A-35D99C9F1B44}"/>
              </a:ext>
            </a:extLst>
          </p:cNvPr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E908BB-E1BB-1B25-16C3-A433E652A364}"/>
              </a:ext>
            </a:extLst>
          </p:cNvPr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AA234CA-A9DB-3C20-FCFF-928DAD647F3B}"/>
              </a:ext>
            </a:extLst>
          </p:cNvPr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C1281A2-AAB2-0735-58D0-59EF06561A8E}"/>
              </a:ext>
            </a:extLst>
          </p:cNvPr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67775C34-4A6D-DE39-3AEA-CB55781DFC62}"/>
              </a:ext>
            </a:extLst>
          </p:cNvPr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C86D909-11A2-792B-16F6-36EDB3A48A9B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804B995-3E91-21C1-3258-81C1BC63C4D7}"/>
                </a:ext>
              </a:extLst>
            </p:cNvPr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D980D7E8-AD2A-DA05-9960-360E829950E0}"/>
              </a:ext>
            </a:extLst>
          </p:cNvPr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5286F62E-C37B-C0A6-3919-BFC9BAE6216F}"/>
              </a:ext>
            </a:extLst>
          </p:cNvPr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A8D4373-2075-AD29-EC2E-DB6C4CDC53C4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3D99C49-5EA9-12E6-DA07-F75CA17ED439}"/>
                </a:ext>
              </a:extLst>
            </p:cNvPr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8169C9B8-1759-D3EA-EFA1-B4230D272104}"/>
              </a:ext>
            </a:extLst>
          </p:cNvPr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287F054C-1FB7-A0CA-DF23-D632127E1026}"/>
              </a:ext>
            </a:extLst>
          </p:cNvPr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B624C89A-278A-E19C-B648-C520C9014A0D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53B9C9A-86D6-29CF-8D09-878760C24256}"/>
                </a:ext>
              </a:extLst>
            </p:cNvPr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16F3EF87-ACA7-0714-27E6-529709628473}"/>
              </a:ext>
            </a:extLst>
          </p:cNvPr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0566528-F656-99BA-2A4F-D5B132F91DC0}"/>
              </a:ext>
            </a:extLst>
          </p:cNvPr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A77D28B-175D-D56D-DD9E-4BD11FB7C409}"/>
              </a:ext>
            </a:extLst>
          </p:cNvPr>
          <p:cNvGrpSpPr/>
          <p:nvPr/>
        </p:nvGrpSpPr>
        <p:grpSpPr>
          <a:xfrm>
            <a:off x="8446820" y="1472960"/>
            <a:ext cx="2986920" cy="3306240"/>
            <a:chOff x="8446820" y="1472960"/>
            <a:chExt cx="2986920" cy="33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1D83A6-8B13-63C4-8ACF-9393818B047A}"/>
                    </a:ext>
                  </a:extLst>
                </p14:cNvPr>
                <p14:cNvContentPartPr/>
                <p14:nvPr/>
              </p14:nvContentPartPr>
              <p14:xfrm>
                <a:off x="9205700" y="1472960"/>
                <a:ext cx="1250280" cy="93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1D83A6-8B13-63C4-8ACF-9393818B04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87700" y="1454960"/>
                  <a:ext cx="128592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DF1CD7-C156-79CE-D25E-6008A9E83FAD}"/>
                    </a:ext>
                  </a:extLst>
                </p14:cNvPr>
                <p14:cNvContentPartPr/>
                <p14:nvPr/>
              </p14:nvContentPartPr>
              <p14:xfrm>
                <a:off x="9555980" y="1712720"/>
                <a:ext cx="199800" cy="311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DF1CD7-C156-79CE-D25E-6008A9E83F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37948" y="1694720"/>
                  <a:ext cx="235504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CDAB2D-F5A8-79F0-5367-2ED7361E6DBB}"/>
                    </a:ext>
                  </a:extLst>
                </p14:cNvPr>
                <p14:cNvContentPartPr/>
                <p14:nvPr/>
              </p14:nvContentPartPr>
              <p14:xfrm>
                <a:off x="9654620" y="2402840"/>
                <a:ext cx="216720" cy="1869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CDAB2D-F5A8-79F0-5367-2ED7361E6D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36620" y="2384837"/>
                  <a:ext cx="252360" cy="1905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BA4595-619A-1133-E314-574EA819CB57}"/>
                    </a:ext>
                  </a:extLst>
                </p14:cNvPr>
                <p14:cNvContentPartPr/>
                <p14:nvPr/>
              </p14:nvContentPartPr>
              <p14:xfrm>
                <a:off x="9118220" y="2713160"/>
                <a:ext cx="422280" cy="39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BA4595-619A-1133-E314-574EA819CB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00205" y="2695176"/>
                  <a:ext cx="457950" cy="428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6AA4E4-6AD0-284C-343E-CF69AE2F5AA9}"/>
                    </a:ext>
                  </a:extLst>
                </p14:cNvPr>
                <p14:cNvContentPartPr/>
                <p14:nvPr/>
              </p14:nvContentPartPr>
              <p14:xfrm>
                <a:off x="9698900" y="2857160"/>
                <a:ext cx="870480" cy="200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6AA4E4-6AD0-284C-343E-CF69AE2F5A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80907" y="2839160"/>
                  <a:ext cx="906105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477242-4822-DCBE-B853-4B8E02E716AB}"/>
                    </a:ext>
                  </a:extLst>
                </p14:cNvPr>
                <p14:cNvContentPartPr/>
                <p14:nvPr/>
              </p14:nvContentPartPr>
              <p14:xfrm>
                <a:off x="9375260" y="3451880"/>
                <a:ext cx="420840" cy="49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477242-4822-DCBE-B853-4B8E02E716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57245" y="3433880"/>
                  <a:ext cx="456511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1FCFDD-D4A3-77D6-E195-F0FF5CA60D46}"/>
                    </a:ext>
                  </a:extLst>
                </p14:cNvPr>
                <p14:cNvContentPartPr/>
                <p14:nvPr/>
              </p14:nvContentPartPr>
              <p14:xfrm>
                <a:off x="9812660" y="3697400"/>
                <a:ext cx="466200" cy="159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1FCFDD-D4A3-77D6-E195-F0FF5CA60D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4660" y="3679400"/>
                  <a:ext cx="501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B65C3E-CF8B-EA1D-532D-BBC07687BC6A}"/>
                    </a:ext>
                  </a:extLst>
                </p14:cNvPr>
                <p14:cNvContentPartPr/>
                <p14:nvPr/>
              </p14:nvContentPartPr>
              <p14:xfrm>
                <a:off x="9507380" y="4076840"/>
                <a:ext cx="301680" cy="38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B65C3E-CF8B-EA1D-532D-BBC07687BC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9380" y="4058823"/>
                  <a:ext cx="337320" cy="4183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512432-192E-046D-81CB-2C8B72BF9F2B}"/>
                    </a:ext>
                  </a:extLst>
                </p14:cNvPr>
                <p14:cNvContentPartPr/>
                <p14:nvPr/>
              </p14:nvContentPartPr>
              <p14:xfrm>
                <a:off x="10125140" y="3804680"/>
                <a:ext cx="242280" cy="25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512432-192E-046D-81CB-2C8B72BF9F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07140" y="3786680"/>
                  <a:ext cx="277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0296D50-DBA8-B067-048C-29056FB622AA}"/>
                    </a:ext>
                  </a:extLst>
                </p14:cNvPr>
                <p14:cNvContentPartPr/>
                <p14:nvPr/>
              </p14:nvContentPartPr>
              <p14:xfrm>
                <a:off x="9537980" y="3743840"/>
                <a:ext cx="161280" cy="151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0296D50-DBA8-B067-048C-29056FB622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9940" y="3725840"/>
                  <a:ext cx="197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7901A2-3D4B-7E0C-2BEC-B6C44135CEC2}"/>
                    </a:ext>
                  </a:extLst>
                </p14:cNvPr>
                <p14:cNvContentPartPr/>
                <p14:nvPr/>
              </p14:nvContentPartPr>
              <p14:xfrm>
                <a:off x="9311540" y="2830160"/>
                <a:ext cx="168120" cy="24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7901A2-3D4B-7E0C-2BEC-B6C44135CE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93540" y="2812160"/>
                  <a:ext cx="203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991C2C-2CD0-9DAD-7D8B-13C8B2FA723F}"/>
                    </a:ext>
                  </a:extLst>
                </p14:cNvPr>
                <p14:cNvContentPartPr/>
                <p14:nvPr/>
              </p14:nvContentPartPr>
              <p14:xfrm>
                <a:off x="10192100" y="2864720"/>
                <a:ext cx="7560" cy="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991C2C-2CD0-9DAD-7D8B-13C8B2FA72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74100" y="2852720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9A9A63-7CCF-5C10-F8CE-57114530369E}"/>
                    </a:ext>
                  </a:extLst>
                </p14:cNvPr>
                <p14:cNvContentPartPr/>
                <p14:nvPr/>
              </p14:nvContentPartPr>
              <p14:xfrm>
                <a:off x="10142780" y="2862560"/>
                <a:ext cx="101160" cy="10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9A9A63-7CCF-5C10-F8CE-5711453036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24780" y="2844560"/>
                  <a:ext cx="136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376F943-8F9E-DE9C-9023-4C60A804AB8D}"/>
                    </a:ext>
                  </a:extLst>
                </p14:cNvPr>
                <p14:cNvContentPartPr/>
                <p14:nvPr/>
              </p14:nvContentPartPr>
              <p14:xfrm>
                <a:off x="10475060" y="2722880"/>
                <a:ext cx="39600" cy="131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376F943-8F9E-DE9C-9023-4C60A804AB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56895" y="2704880"/>
                  <a:ext cx="75567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21292E-6406-B84B-08EE-4175AF0DD113}"/>
                    </a:ext>
                  </a:extLst>
                </p14:cNvPr>
                <p14:cNvContentPartPr/>
                <p14:nvPr/>
              </p14:nvContentPartPr>
              <p14:xfrm>
                <a:off x="10417100" y="2585000"/>
                <a:ext cx="10080" cy="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21292E-6406-B84B-08EE-4175AF0DD1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99100" y="2567667"/>
                  <a:ext cx="45720" cy="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CAB51F-E4DA-5E08-73B4-936439A998E3}"/>
                    </a:ext>
                  </a:extLst>
                </p14:cNvPr>
                <p14:cNvContentPartPr/>
                <p14:nvPr/>
              </p14:nvContentPartPr>
              <p14:xfrm>
                <a:off x="10580540" y="2698400"/>
                <a:ext cx="165600" cy="88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CAB51F-E4DA-5E08-73B4-936439A998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62540" y="2680400"/>
                  <a:ext cx="201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4BDCC16-1773-F15D-E6B3-9DA6CF653001}"/>
                    </a:ext>
                  </a:extLst>
                </p14:cNvPr>
                <p14:cNvContentPartPr/>
                <p14:nvPr/>
              </p14:nvContentPartPr>
              <p14:xfrm>
                <a:off x="10840820" y="2721440"/>
                <a:ext cx="65880" cy="13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4BDCC16-1773-F15D-E6B3-9DA6CF6530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22918" y="2703440"/>
                  <a:ext cx="101326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E2D1F8-BB20-E637-9F07-84BBE07F1810}"/>
                    </a:ext>
                  </a:extLst>
                </p14:cNvPr>
                <p14:cNvContentPartPr/>
                <p14:nvPr/>
              </p14:nvContentPartPr>
              <p14:xfrm>
                <a:off x="10875020" y="2657000"/>
                <a:ext cx="110160" cy="10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E2D1F8-BB20-E637-9F07-84BBE07F181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7020" y="2639064"/>
                  <a:ext cx="145800" cy="1359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D0FB91-E5D7-9E61-F7C4-E02D9C490D22}"/>
                    </a:ext>
                  </a:extLst>
                </p14:cNvPr>
                <p14:cNvContentPartPr/>
                <p14:nvPr/>
              </p14:nvContentPartPr>
              <p14:xfrm>
                <a:off x="11043140" y="2678600"/>
                <a:ext cx="190800" cy="93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D0FB91-E5D7-9E61-F7C4-E02D9C490D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25140" y="2660531"/>
                  <a:ext cx="226440" cy="129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4FD8A4-19BA-1800-5418-745172F04334}"/>
                    </a:ext>
                  </a:extLst>
                </p14:cNvPr>
                <p14:cNvContentPartPr/>
                <p14:nvPr/>
              </p14:nvContentPartPr>
              <p14:xfrm>
                <a:off x="11321420" y="2489600"/>
                <a:ext cx="37080" cy="206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4FD8A4-19BA-1800-5418-745172F043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303420" y="2471600"/>
                  <a:ext cx="7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DF15AF-C5F4-0187-F391-91B8EFD7BA75}"/>
                    </a:ext>
                  </a:extLst>
                </p14:cNvPr>
                <p14:cNvContentPartPr/>
                <p14:nvPr/>
              </p14:nvContentPartPr>
              <p14:xfrm>
                <a:off x="11300180" y="2572040"/>
                <a:ext cx="1335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DF15AF-C5F4-0187-F391-91B8EFD7BA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2131" y="2554040"/>
                  <a:ext cx="169296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FAE034-5D1D-EC58-026A-21859EF3607B}"/>
                    </a:ext>
                  </a:extLst>
                </p14:cNvPr>
                <p14:cNvContentPartPr/>
                <p14:nvPr/>
              </p14:nvContentPartPr>
              <p14:xfrm>
                <a:off x="8618180" y="3245240"/>
                <a:ext cx="164160" cy="18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FAE034-5D1D-EC58-026A-21859EF360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00140" y="3227204"/>
                  <a:ext cx="199878" cy="216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7B69BE-5159-1698-6048-0D491E7F875F}"/>
                    </a:ext>
                  </a:extLst>
                </p14:cNvPr>
                <p14:cNvContentPartPr/>
                <p14:nvPr/>
              </p14:nvContentPartPr>
              <p14:xfrm>
                <a:off x="8853620" y="3346760"/>
                <a:ext cx="6480" cy="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7B69BE-5159-1698-6048-0D491E7F87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34561" y="3325760"/>
                  <a:ext cx="44216" cy="44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FAD42F-86F9-3CF5-C842-BBABAF773009}"/>
                    </a:ext>
                  </a:extLst>
                </p14:cNvPr>
                <p14:cNvContentPartPr/>
                <p14:nvPr/>
              </p14:nvContentPartPr>
              <p14:xfrm>
                <a:off x="8477060" y="3371240"/>
                <a:ext cx="1044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FAD42F-86F9-3CF5-C842-BBABAF7730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59060" y="3353178"/>
                  <a:ext cx="46080" cy="1412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7C9B8EC-6B52-46E8-7264-D15C3DD30775}"/>
                    </a:ext>
                  </a:extLst>
                </p14:cNvPr>
                <p14:cNvContentPartPr/>
                <p14:nvPr/>
              </p14:nvContentPartPr>
              <p14:xfrm>
                <a:off x="8446820" y="3144440"/>
                <a:ext cx="32760" cy="26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7C9B8EC-6B52-46E8-7264-D15C3DD307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28820" y="3126440"/>
                  <a:ext cx="68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2CDB8C-0C0E-09A6-B256-09FB50EBA6F0}"/>
                    </a:ext>
                  </a:extLst>
                </p14:cNvPr>
                <p14:cNvContentPartPr/>
                <p14:nvPr/>
              </p14:nvContentPartPr>
              <p14:xfrm>
                <a:off x="8802500" y="3326240"/>
                <a:ext cx="35640" cy="12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2CDB8C-0C0E-09A6-B256-09FB50EBA6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4500" y="3308240"/>
                  <a:ext cx="71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33360F-0BFE-7567-450A-41935FD750C0}"/>
                    </a:ext>
                  </a:extLst>
                </p14:cNvPr>
                <p14:cNvContentPartPr/>
                <p14:nvPr/>
              </p14:nvContentPartPr>
              <p14:xfrm>
                <a:off x="8817980" y="3290600"/>
                <a:ext cx="91080" cy="8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33360F-0BFE-7567-450A-41935FD750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99909" y="3272600"/>
                  <a:ext cx="126861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27C5C-01F8-D4A5-F81C-D9C5FAD9D772}"/>
                    </a:ext>
                  </a:extLst>
                </p14:cNvPr>
                <p14:cNvContentPartPr/>
                <p14:nvPr/>
              </p14:nvContentPartPr>
              <p14:xfrm>
                <a:off x="8951900" y="3287360"/>
                <a:ext cx="18108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27C5C-01F8-D4A5-F81C-D9C5FAD9D7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33900" y="3269360"/>
                  <a:ext cx="216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C8FE57-D67D-6EAE-0AAA-F00E032C3D6B}"/>
                    </a:ext>
                  </a:extLst>
                </p14:cNvPr>
                <p14:cNvContentPartPr/>
                <p14:nvPr/>
              </p14:nvContentPartPr>
              <p14:xfrm>
                <a:off x="9086180" y="3146600"/>
                <a:ext cx="76320" cy="15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C8FE57-D67D-6EAE-0AAA-F00E032C3D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68180" y="3128600"/>
                  <a:ext cx="111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9F8DE12-8CD3-92AE-41C9-FC82B9AD44B6}"/>
                    </a:ext>
                  </a:extLst>
                </p14:cNvPr>
                <p14:cNvContentPartPr/>
                <p14:nvPr/>
              </p14:nvContentPartPr>
              <p14:xfrm>
                <a:off x="9107780" y="3231920"/>
                <a:ext cx="10008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9F8DE12-8CD3-92AE-41C9-FC82B9AD44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9780" y="3213920"/>
                  <a:ext cx="135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746D816-C436-25E9-A4D3-82EF011EBB55}"/>
                    </a:ext>
                  </a:extLst>
                </p14:cNvPr>
                <p14:cNvContentPartPr/>
                <p14:nvPr/>
              </p14:nvContentPartPr>
              <p14:xfrm>
                <a:off x="9738500" y="4636280"/>
                <a:ext cx="24480" cy="142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746D816-C436-25E9-A4D3-82EF011EBB5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20761" y="4618280"/>
                  <a:ext cx="59603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093E8A-C104-DCE6-AA22-F3C382ACB2FE}"/>
                    </a:ext>
                  </a:extLst>
                </p14:cNvPr>
                <p14:cNvContentPartPr/>
                <p14:nvPr/>
              </p14:nvContentPartPr>
              <p14:xfrm>
                <a:off x="9719420" y="4497680"/>
                <a:ext cx="14760" cy="9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093E8A-C104-DCE6-AA22-F3C382ACB2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01849" y="4479680"/>
                  <a:ext cx="49551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DFD88B-D679-32C6-D040-1F5B15D8D3BC}"/>
                    </a:ext>
                  </a:extLst>
                </p14:cNvPr>
                <p14:cNvContentPartPr/>
                <p14:nvPr/>
              </p14:nvContentPartPr>
              <p14:xfrm>
                <a:off x="9893660" y="4601000"/>
                <a:ext cx="126000" cy="119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DFD88B-D679-32C6-D040-1F5B15D8D3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75660" y="4583000"/>
                  <a:ext cx="161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F6535C-CFF6-E92D-95DB-6973C8E01109}"/>
                    </a:ext>
                  </a:extLst>
                </p14:cNvPr>
                <p14:cNvContentPartPr/>
                <p14:nvPr/>
              </p14:nvContentPartPr>
              <p14:xfrm>
                <a:off x="10098140" y="4595600"/>
                <a:ext cx="69120" cy="148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F6535C-CFF6-E92D-95DB-6973C8E0110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80140" y="4577600"/>
                  <a:ext cx="104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F65207-2AA9-95A0-EBFF-C3E6A77BCA06}"/>
                    </a:ext>
                  </a:extLst>
                </p14:cNvPr>
                <p14:cNvContentPartPr/>
                <p14:nvPr/>
              </p14:nvContentPartPr>
              <p14:xfrm>
                <a:off x="10132340" y="4532960"/>
                <a:ext cx="97560" cy="87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F65207-2AA9-95A0-EBFF-C3E6A77BCA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14340" y="4514960"/>
                  <a:ext cx="133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A54C9-E552-4E3B-783E-5496AF707A7F}"/>
                    </a:ext>
                  </a:extLst>
                </p14:cNvPr>
                <p14:cNvContentPartPr/>
                <p14:nvPr/>
              </p14:nvContentPartPr>
              <p14:xfrm>
                <a:off x="10275260" y="4512080"/>
                <a:ext cx="135000" cy="10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EA54C9-E552-4E3B-783E-5496AF707A7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7212" y="4494020"/>
                  <a:ext cx="170735" cy="1448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90D8A0-6DE5-63A7-35D5-B3C05D2DE6E0}"/>
                    </a:ext>
                  </a:extLst>
                </p14:cNvPr>
                <p14:cNvContentPartPr/>
                <p14:nvPr/>
              </p14:nvContentPartPr>
              <p14:xfrm>
                <a:off x="10461020" y="4464200"/>
                <a:ext cx="43200" cy="11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90D8A0-6DE5-63A7-35D5-B3C05D2DE6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42869" y="4446200"/>
                  <a:ext cx="79139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ABC334-15DA-B085-9DE2-29AA0C93FB4C}"/>
                    </a:ext>
                  </a:extLst>
                </p14:cNvPr>
                <p14:cNvContentPartPr/>
                <p14:nvPr/>
              </p14:nvContentPartPr>
              <p14:xfrm>
                <a:off x="10413860" y="4374200"/>
                <a:ext cx="101880" cy="34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ABC334-15DA-B085-9DE2-29AA0C93FB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95796" y="4356011"/>
                  <a:ext cx="137646" cy="70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D02DD3-8F04-FEC9-CFB5-F1FB9A6DEDC6}"/>
                    </a:ext>
                  </a:extLst>
                </p14:cNvPr>
                <p14:cNvContentPartPr/>
                <p14:nvPr/>
              </p14:nvContentPartPr>
              <p14:xfrm>
                <a:off x="10465340" y="4323080"/>
                <a:ext cx="26640" cy="15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D02DD3-8F04-FEC9-CFB5-F1FB9A6DED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47580" y="4305080"/>
                  <a:ext cx="61805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5B575A-7C7F-6C30-BA58-6A586A1F30CE}"/>
                  </a:ext>
                </a:extLst>
              </p14:cNvPr>
              <p14:cNvContentPartPr/>
              <p14:nvPr/>
            </p14:nvContentPartPr>
            <p14:xfrm>
              <a:off x="9368780" y="1172000"/>
              <a:ext cx="106200" cy="336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5B575A-7C7F-6C30-BA58-6A586A1F30C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350841" y="1154000"/>
                <a:ext cx="1417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91910AC-9F83-A403-149F-BBFF6926C2AE}"/>
                  </a:ext>
                </a:extLst>
              </p14:cNvPr>
              <p14:cNvContentPartPr/>
              <p14:nvPr/>
            </p14:nvContentPartPr>
            <p14:xfrm>
              <a:off x="9346820" y="1070120"/>
              <a:ext cx="149040" cy="388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91910AC-9F83-A403-149F-BBFF6926C2A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28820" y="1052103"/>
                <a:ext cx="184680" cy="424113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74CAEB9B-BC76-33C4-4581-88C8219FEF2D}"/>
              </a:ext>
            </a:extLst>
          </p:cNvPr>
          <p:cNvGrpSpPr/>
          <p:nvPr/>
        </p:nvGrpSpPr>
        <p:grpSpPr>
          <a:xfrm>
            <a:off x="9759020" y="884720"/>
            <a:ext cx="1508400" cy="577800"/>
            <a:chOff x="9759020" y="884720"/>
            <a:chExt cx="150840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1A1E06-9811-ACCF-7FF0-35D20449A814}"/>
                    </a:ext>
                  </a:extLst>
                </p14:cNvPr>
                <p14:cNvContentPartPr/>
                <p14:nvPr/>
              </p14:nvContentPartPr>
              <p14:xfrm>
                <a:off x="9759020" y="884720"/>
                <a:ext cx="165600" cy="57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1A1E06-9811-ACCF-7FF0-35D20449A8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40981" y="866731"/>
                  <a:ext cx="201318" cy="6134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2DE3E8-5870-CE41-0042-54B758CE01EE}"/>
                    </a:ext>
                  </a:extLst>
                </p14:cNvPr>
                <p14:cNvContentPartPr/>
                <p14:nvPr/>
              </p14:nvContentPartPr>
              <p14:xfrm>
                <a:off x="9775580" y="1043840"/>
                <a:ext cx="137520" cy="138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2DE3E8-5870-CE41-0042-54B758CE01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57533" y="1025793"/>
                  <a:ext cx="173254" cy="174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83D51E-7A20-5457-3226-3C050B2AC553}"/>
                    </a:ext>
                  </a:extLst>
                </p14:cNvPr>
                <p14:cNvContentPartPr/>
                <p14:nvPr/>
              </p14:nvContentPartPr>
              <p14:xfrm>
                <a:off x="10081220" y="1093160"/>
                <a:ext cx="164880" cy="13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83D51E-7A20-5457-3226-3C050B2AC5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63220" y="1075160"/>
                  <a:ext cx="200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63CDDB-0F96-D026-EC2E-D0332C1199A2}"/>
                    </a:ext>
                  </a:extLst>
                </p14:cNvPr>
                <p14:cNvContentPartPr/>
                <p14:nvPr/>
              </p14:nvContentPartPr>
              <p14:xfrm>
                <a:off x="10290380" y="1092800"/>
                <a:ext cx="199080" cy="97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63CDDB-0F96-D026-EC2E-D0332C1199A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72412" y="1074800"/>
                  <a:ext cx="234656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52C2EE5-BB21-B17C-4FA4-C5201385295D}"/>
                    </a:ext>
                  </a:extLst>
                </p14:cNvPr>
                <p14:cNvContentPartPr/>
                <p14:nvPr/>
              </p14:nvContentPartPr>
              <p14:xfrm>
                <a:off x="10544180" y="976520"/>
                <a:ext cx="64800" cy="18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52C2EE5-BB21-B17C-4FA4-C520138529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26180" y="958520"/>
                  <a:ext cx="100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9351579-7919-E0C1-F557-4C51AB95439D}"/>
                    </a:ext>
                  </a:extLst>
                </p14:cNvPr>
                <p14:cNvContentPartPr/>
                <p14:nvPr/>
              </p14:nvContentPartPr>
              <p14:xfrm>
                <a:off x="10531580" y="1024400"/>
                <a:ext cx="104040" cy="68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9351579-7919-E0C1-F557-4C51AB95439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13580" y="1006400"/>
                  <a:ext cx="139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2B96A7-33F8-AC0E-7F21-26028C610C40}"/>
                    </a:ext>
                  </a:extLst>
                </p14:cNvPr>
                <p14:cNvContentPartPr/>
                <p14:nvPr/>
              </p14:nvContentPartPr>
              <p14:xfrm>
                <a:off x="10744700" y="1115120"/>
                <a:ext cx="16920" cy="221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2B96A7-33F8-AC0E-7F21-26028C610C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726700" y="1097120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0C688C0-BD92-F699-EFB6-0559D2D48068}"/>
                    </a:ext>
                  </a:extLst>
                </p14:cNvPr>
                <p14:cNvContentPartPr/>
                <p14:nvPr/>
              </p14:nvContentPartPr>
              <p14:xfrm>
                <a:off x="10768820" y="1082360"/>
                <a:ext cx="56880" cy="84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0C688C0-BD92-F699-EFB6-0559D2D4806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50820" y="1064360"/>
                  <a:ext cx="92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BCBD863-0945-F34C-F6EF-07E171C9E8D7}"/>
                    </a:ext>
                  </a:extLst>
                </p14:cNvPr>
                <p14:cNvContentPartPr/>
                <p14:nvPr/>
              </p14:nvContentPartPr>
              <p14:xfrm>
                <a:off x="10898060" y="1098560"/>
                <a:ext cx="138600" cy="83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BCBD863-0945-F34C-F6EF-07E171C9E8D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80060" y="1080560"/>
                  <a:ext cx="174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8D84EF-2901-4605-02DF-CC893DF7EFE3}"/>
                    </a:ext>
                  </a:extLst>
                </p14:cNvPr>
                <p14:cNvContentPartPr/>
                <p14:nvPr/>
              </p14:nvContentPartPr>
              <p14:xfrm>
                <a:off x="11100740" y="967520"/>
                <a:ext cx="87480" cy="15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8D84EF-2901-4605-02DF-CC893DF7EF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82740" y="949520"/>
                  <a:ext cx="123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C0DD344-E593-36A6-E0FC-81CD2BF419AE}"/>
                    </a:ext>
                  </a:extLst>
                </p14:cNvPr>
                <p14:cNvContentPartPr/>
                <p14:nvPr/>
              </p14:nvContentPartPr>
              <p14:xfrm>
                <a:off x="11077340" y="997760"/>
                <a:ext cx="190080" cy="97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C0DD344-E593-36A6-E0FC-81CD2BF419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59306" y="979760"/>
                  <a:ext cx="225788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01F5D7B-F387-9D96-5612-C8342E3D30A3}"/>
              </a:ext>
            </a:extLst>
          </p:cNvPr>
          <p:cNvGrpSpPr/>
          <p:nvPr/>
        </p:nvGrpSpPr>
        <p:grpSpPr>
          <a:xfrm>
            <a:off x="9308300" y="1449200"/>
            <a:ext cx="1033560" cy="803880"/>
            <a:chOff x="9308300" y="1449200"/>
            <a:chExt cx="10335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3052388-F284-F13C-8F5F-13A7983489EC}"/>
                    </a:ext>
                  </a:extLst>
                </p14:cNvPr>
                <p14:cNvContentPartPr/>
                <p14:nvPr/>
              </p14:nvContentPartPr>
              <p14:xfrm>
                <a:off x="9308300" y="1449200"/>
                <a:ext cx="1017360" cy="803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3052388-F284-F13C-8F5F-13A7983489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90300" y="1431200"/>
                  <a:ext cx="105300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148637-D9EF-1658-627F-B2B7DF0F6700}"/>
                    </a:ext>
                  </a:extLst>
                </p14:cNvPr>
                <p14:cNvContentPartPr/>
                <p14:nvPr/>
              </p14:nvContentPartPr>
              <p14:xfrm>
                <a:off x="10337900" y="1984520"/>
                <a:ext cx="3960" cy="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148637-D9EF-1658-627F-B2B7DF0F67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19900" y="1966520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5141B19-ACDD-4C4A-633F-D29F5CB12DE0}"/>
              </a:ext>
            </a:extLst>
          </p:cNvPr>
          <p:cNvGrpSpPr/>
          <p:nvPr/>
        </p:nvGrpSpPr>
        <p:grpSpPr>
          <a:xfrm>
            <a:off x="10663340" y="1392320"/>
            <a:ext cx="1327320" cy="964080"/>
            <a:chOff x="10663340" y="1392320"/>
            <a:chExt cx="1327320" cy="9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D66F46-0DF0-F02F-0B8A-BEEECE0408A5}"/>
                    </a:ext>
                  </a:extLst>
                </p14:cNvPr>
                <p14:cNvContentPartPr/>
                <p14:nvPr/>
              </p14:nvContentPartPr>
              <p14:xfrm>
                <a:off x="10708700" y="1622000"/>
                <a:ext cx="63720" cy="32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7D66F46-0DF0-F02F-0B8A-BEEECE0408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90700" y="1603980"/>
                  <a:ext cx="99360" cy="3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A5F0ABB-93A9-660F-F979-40BFDAB02D1B}"/>
                    </a:ext>
                  </a:extLst>
                </p14:cNvPr>
                <p14:cNvContentPartPr/>
                <p14:nvPr/>
              </p14:nvContentPartPr>
              <p14:xfrm>
                <a:off x="10674500" y="1562240"/>
                <a:ext cx="204120" cy="78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A5F0ABB-93A9-660F-F979-40BFDAB02D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56500" y="1544322"/>
                  <a:ext cx="239760" cy="113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739205A-A69F-9EED-CAAC-D887F988AFD2}"/>
                    </a:ext>
                  </a:extLst>
                </p14:cNvPr>
                <p14:cNvContentPartPr/>
                <p14:nvPr/>
              </p14:nvContentPartPr>
              <p14:xfrm>
                <a:off x="10769900" y="1710560"/>
                <a:ext cx="104760" cy="48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739205A-A69F-9EED-CAAC-D887F988AFD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51900" y="1692560"/>
                  <a:ext cx="14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169A8F-7B83-B782-A62C-BB3209E4ADF9}"/>
                    </a:ext>
                  </a:extLst>
                </p14:cNvPr>
                <p14:cNvContentPartPr/>
                <p14:nvPr/>
              </p14:nvContentPartPr>
              <p14:xfrm>
                <a:off x="10939820" y="1735400"/>
                <a:ext cx="40320" cy="104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169A8F-7B83-B782-A62C-BB3209E4AD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21820" y="1717400"/>
                  <a:ext cx="7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A4A90E-0132-DD20-B10C-6149DE3BAEE6}"/>
                    </a:ext>
                  </a:extLst>
                </p14:cNvPr>
                <p14:cNvContentPartPr/>
                <p14:nvPr/>
              </p14:nvContentPartPr>
              <p14:xfrm>
                <a:off x="10929020" y="1625240"/>
                <a:ext cx="13320" cy="1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A4A90E-0132-DD20-B10C-6149DE3BAE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11020" y="1607240"/>
                  <a:ext cx="4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4F3AAE4-9DDC-FBCF-1DFD-FAD21E6D10FC}"/>
                    </a:ext>
                  </a:extLst>
                </p14:cNvPr>
                <p14:cNvContentPartPr/>
                <p14:nvPr/>
              </p14:nvContentPartPr>
              <p14:xfrm>
                <a:off x="11026580" y="1629920"/>
                <a:ext cx="148680" cy="164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4F3AAE4-9DDC-FBCF-1DFD-FAD21E6D10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08580" y="1611959"/>
                  <a:ext cx="184320" cy="200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3DE6C5-EE7D-BF2F-B57E-78B8B9AE1B24}"/>
                    </a:ext>
                  </a:extLst>
                </p14:cNvPr>
                <p14:cNvContentPartPr/>
                <p14:nvPr/>
              </p14:nvContentPartPr>
              <p14:xfrm>
                <a:off x="11260940" y="1605440"/>
                <a:ext cx="229680" cy="169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3DE6C5-EE7D-BF2F-B57E-78B8B9AE1B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42940" y="1587440"/>
                  <a:ext cx="265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90612E0-B94A-21A0-C238-EA5D5BA3459F}"/>
                    </a:ext>
                  </a:extLst>
                </p14:cNvPr>
                <p14:cNvContentPartPr/>
                <p14:nvPr/>
              </p14:nvContentPartPr>
              <p14:xfrm>
                <a:off x="11568740" y="1392320"/>
                <a:ext cx="160560" cy="543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90612E0-B94A-21A0-C238-EA5D5BA3459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50740" y="1374320"/>
                  <a:ext cx="1962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4D3902-4B59-4259-BC68-DDD8C10A322B}"/>
                    </a:ext>
                  </a:extLst>
                </p14:cNvPr>
                <p14:cNvContentPartPr/>
                <p14:nvPr/>
              </p14:nvContentPartPr>
              <p14:xfrm>
                <a:off x="10663340" y="2106200"/>
                <a:ext cx="73080" cy="250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4D3902-4B59-4259-BC68-DDD8C10A32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45340" y="2088174"/>
                  <a:ext cx="108720" cy="285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04E0D96-1D4A-2227-6B87-290BD941754F}"/>
                    </a:ext>
                  </a:extLst>
                </p14:cNvPr>
                <p14:cNvContentPartPr/>
                <p14:nvPr/>
              </p14:nvContentPartPr>
              <p14:xfrm>
                <a:off x="10704020" y="2073440"/>
                <a:ext cx="182160" cy="181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04E0D96-1D4A-2227-6B87-290BD94175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85984" y="2055440"/>
                  <a:ext cx="217871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378CF6-3E8C-4916-E401-A26BBFD66C8A}"/>
                    </a:ext>
                  </a:extLst>
                </p14:cNvPr>
                <p14:cNvContentPartPr/>
                <p14:nvPr/>
              </p14:nvContentPartPr>
              <p14:xfrm>
                <a:off x="10779980" y="2207360"/>
                <a:ext cx="57600" cy="27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378CF6-3E8C-4916-E401-A26BBFD66C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61980" y="2189360"/>
                  <a:ext cx="93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7B16DEA-FFD3-5CE4-11E0-FEC9B6327A96}"/>
                    </a:ext>
                  </a:extLst>
                </p14:cNvPr>
                <p14:cNvContentPartPr/>
                <p14:nvPr/>
              </p14:nvContentPartPr>
              <p14:xfrm>
                <a:off x="10963580" y="2133560"/>
                <a:ext cx="123480" cy="134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7B16DEA-FFD3-5CE4-11E0-FEC9B6327A9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45580" y="2115608"/>
                  <a:ext cx="159120" cy="170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D019821-74EC-CE9A-63FB-6C4314F8B50E}"/>
                    </a:ext>
                  </a:extLst>
                </p14:cNvPr>
                <p14:cNvContentPartPr/>
                <p14:nvPr/>
              </p14:nvContentPartPr>
              <p14:xfrm>
                <a:off x="11143940" y="2061560"/>
                <a:ext cx="61200" cy="211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D019821-74EC-CE9A-63FB-6C4314F8B5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25940" y="2043560"/>
                  <a:ext cx="96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96B88F-78A7-ACC0-98C4-4612F5D84380}"/>
                    </a:ext>
                  </a:extLst>
                </p14:cNvPr>
                <p14:cNvContentPartPr/>
                <p14:nvPr/>
              </p14:nvContentPartPr>
              <p14:xfrm>
                <a:off x="11133140" y="2148320"/>
                <a:ext cx="12852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96B88F-78A7-ACC0-98C4-4612F5D843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15140" y="2130320"/>
                  <a:ext cx="164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C974A8-8E9B-C45F-F93C-39C3FE7A1B9B}"/>
                    </a:ext>
                  </a:extLst>
                </p14:cNvPr>
                <p14:cNvContentPartPr/>
                <p14:nvPr/>
              </p14:nvContentPartPr>
              <p14:xfrm>
                <a:off x="11290820" y="2150120"/>
                <a:ext cx="3636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C974A8-8E9B-C45F-F93C-39C3FE7A1B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72996" y="2132120"/>
                  <a:ext cx="71651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437B4DE-EBCA-93B2-AB1D-EC782A48A210}"/>
                    </a:ext>
                  </a:extLst>
                </p14:cNvPr>
                <p14:cNvContentPartPr/>
                <p14:nvPr/>
              </p14:nvContentPartPr>
              <p14:xfrm>
                <a:off x="11315300" y="2050040"/>
                <a:ext cx="6480" cy="10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437B4DE-EBCA-93B2-AB1D-EC782A48A2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96241" y="2032040"/>
                  <a:ext cx="44216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DE15896-DABE-4ED5-7365-367F5163ACDF}"/>
                    </a:ext>
                  </a:extLst>
                </p14:cNvPr>
                <p14:cNvContentPartPr/>
                <p14:nvPr/>
              </p14:nvContentPartPr>
              <p14:xfrm>
                <a:off x="11400620" y="2063000"/>
                <a:ext cx="99000" cy="107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DE15896-DABE-4ED5-7365-367F5163AC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82554" y="2045000"/>
                  <a:ext cx="13477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12EE6D0-8AC0-F63B-8563-59895C933A86}"/>
                    </a:ext>
                  </a:extLst>
                </p14:cNvPr>
                <p14:cNvContentPartPr/>
                <p14:nvPr/>
              </p14:nvContentPartPr>
              <p14:xfrm>
                <a:off x="11587100" y="2059040"/>
                <a:ext cx="112320" cy="11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12EE6D0-8AC0-F63B-8563-59895C933A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9042" y="2041040"/>
                  <a:ext cx="148075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CE25BB-E780-FF89-D097-C0A42B58D530}"/>
                    </a:ext>
                  </a:extLst>
                </p14:cNvPr>
                <p14:cNvContentPartPr/>
                <p14:nvPr/>
              </p14:nvContentPartPr>
              <p14:xfrm>
                <a:off x="11708420" y="1958960"/>
                <a:ext cx="73800" cy="207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CE25BB-E780-FF89-D097-C0A42B58D53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90332" y="1940960"/>
                  <a:ext cx="109615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A9A8415-BEAC-7D91-16F1-EF2A511FCA58}"/>
                    </a:ext>
                  </a:extLst>
                </p14:cNvPr>
                <p14:cNvContentPartPr/>
                <p14:nvPr/>
              </p14:nvContentPartPr>
              <p14:xfrm>
                <a:off x="11693660" y="2023040"/>
                <a:ext cx="103320" cy="58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A9A8415-BEAC-7D91-16F1-EF2A511FCA5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75660" y="2005040"/>
                  <a:ext cx="138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939E46-1E80-7309-0492-5E2188492087}"/>
                    </a:ext>
                  </a:extLst>
                </p14:cNvPr>
                <p14:cNvContentPartPr/>
                <p14:nvPr/>
              </p14:nvContentPartPr>
              <p14:xfrm>
                <a:off x="11857820" y="1997840"/>
                <a:ext cx="132840" cy="122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939E46-1E80-7309-0492-5E21884920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39820" y="1979840"/>
                  <a:ext cx="1684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43D85C2-3A9E-DC54-091A-FA823326FD34}"/>
              </a:ext>
            </a:extLst>
          </p:cNvPr>
          <p:cNvGrpSpPr/>
          <p:nvPr/>
        </p:nvGrpSpPr>
        <p:grpSpPr>
          <a:xfrm>
            <a:off x="2498180" y="718040"/>
            <a:ext cx="2302920" cy="3405960"/>
            <a:chOff x="2498180" y="718040"/>
            <a:chExt cx="2302920" cy="34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77E9E7-14AF-F801-1C1C-676F0A12AAB3}"/>
                    </a:ext>
                  </a:extLst>
                </p14:cNvPr>
                <p14:cNvContentPartPr/>
                <p14:nvPr/>
              </p14:nvContentPartPr>
              <p14:xfrm>
                <a:off x="2568740" y="729920"/>
                <a:ext cx="2232360" cy="310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77E9E7-14AF-F801-1C1C-676F0A12AA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50740" y="711920"/>
                  <a:ext cx="2268000" cy="31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653FD79-1250-4F40-6F67-7610E2108BE0}"/>
                    </a:ext>
                  </a:extLst>
                </p14:cNvPr>
                <p14:cNvContentPartPr/>
                <p14:nvPr/>
              </p14:nvContentPartPr>
              <p14:xfrm>
                <a:off x="2498180" y="718040"/>
                <a:ext cx="122760" cy="3405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653FD79-1250-4F40-6F67-7610E2108B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80127" y="700042"/>
                  <a:ext cx="158505" cy="344159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778F76D-FD76-5F94-C856-06359D5CB73A}"/>
              </a:ext>
            </a:extLst>
          </p:cNvPr>
          <p:cNvGrpSpPr/>
          <p:nvPr/>
        </p:nvGrpSpPr>
        <p:grpSpPr>
          <a:xfrm>
            <a:off x="7628180" y="1372160"/>
            <a:ext cx="585360" cy="1110240"/>
            <a:chOff x="7628180" y="1372160"/>
            <a:chExt cx="585360" cy="11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3756CD-13CE-2F11-8BDB-6B7396109025}"/>
                    </a:ext>
                  </a:extLst>
                </p14:cNvPr>
                <p14:cNvContentPartPr/>
                <p14:nvPr/>
              </p14:nvContentPartPr>
              <p14:xfrm>
                <a:off x="7628180" y="1821080"/>
                <a:ext cx="585360" cy="66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3756CD-13CE-2F11-8BDB-6B73961090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10180" y="1803080"/>
                  <a:ext cx="6210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DE37E7-7FA0-84A4-2613-DDC50AB02F71}"/>
                    </a:ext>
                  </a:extLst>
                </p14:cNvPr>
                <p14:cNvContentPartPr/>
                <p14:nvPr/>
              </p14:nvContentPartPr>
              <p14:xfrm>
                <a:off x="7963700" y="1373240"/>
                <a:ext cx="104040" cy="604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DE37E7-7FA0-84A4-2613-DDC50AB02F7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45637" y="1355240"/>
                  <a:ext cx="139804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4B7940-959A-AF4A-108C-28979B838F1B}"/>
                    </a:ext>
                  </a:extLst>
                </p14:cNvPr>
                <p14:cNvContentPartPr/>
                <p14:nvPr/>
              </p14:nvContentPartPr>
              <p14:xfrm>
                <a:off x="7948220" y="1372160"/>
                <a:ext cx="168480" cy="69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4B7940-959A-AF4A-108C-28979B838F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30220" y="1354160"/>
                  <a:ext cx="2041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57154C9-4666-0FEF-4DFE-2EACFEB31480}"/>
              </a:ext>
            </a:extLst>
          </p:cNvPr>
          <p:cNvGrpSpPr/>
          <p:nvPr/>
        </p:nvGrpSpPr>
        <p:grpSpPr>
          <a:xfrm>
            <a:off x="8045060" y="761600"/>
            <a:ext cx="975600" cy="428040"/>
            <a:chOff x="8045060" y="761600"/>
            <a:chExt cx="97560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7B48C4-43D4-B417-3D79-F4C52B13AFF4}"/>
                    </a:ext>
                  </a:extLst>
                </p14:cNvPr>
                <p14:cNvContentPartPr/>
                <p14:nvPr/>
              </p14:nvContentPartPr>
              <p14:xfrm>
                <a:off x="8045060" y="1031240"/>
                <a:ext cx="92160" cy="158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7B48C4-43D4-B417-3D79-F4C52B13AFF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27060" y="1013281"/>
                  <a:ext cx="127800" cy="1939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D69664-974C-B18C-B83C-2845A5E64412}"/>
                    </a:ext>
                  </a:extLst>
                </p14:cNvPr>
                <p14:cNvContentPartPr/>
                <p14:nvPr/>
              </p14:nvContentPartPr>
              <p14:xfrm>
                <a:off x="8163500" y="1079480"/>
                <a:ext cx="130680" cy="55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D69664-974C-B18C-B83C-2845A5E6441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45450" y="1061480"/>
                  <a:ext cx="166418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FDB033-3397-0794-4B6E-E3A5207110CD}"/>
                    </a:ext>
                  </a:extLst>
                </p14:cNvPr>
                <p14:cNvContentPartPr/>
                <p14:nvPr/>
              </p14:nvContentPartPr>
              <p14:xfrm>
                <a:off x="8374100" y="912800"/>
                <a:ext cx="83880" cy="19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FDB033-3397-0794-4B6E-E3A5207110C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56177" y="894834"/>
                  <a:ext cx="119368" cy="2263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6CA09CE-2A5C-78D5-2387-D290F7431E19}"/>
                    </a:ext>
                  </a:extLst>
                </p14:cNvPr>
                <p14:cNvContentPartPr/>
                <p14:nvPr/>
              </p14:nvContentPartPr>
              <p14:xfrm>
                <a:off x="8374100" y="1006760"/>
                <a:ext cx="85680" cy="48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6CA09CE-2A5C-78D5-2387-D290F7431E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56175" y="988891"/>
                  <a:ext cx="121171" cy="84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10D3C52-D094-3579-6FDF-42F540000ECF}"/>
                    </a:ext>
                  </a:extLst>
                </p14:cNvPr>
                <p14:cNvContentPartPr/>
                <p14:nvPr/>
              </p14:nvContentPartPr>
              <p14:xfrm>
                <a:off x="8541140" y="989480"/>
                <a:ext cx="52560" cy="93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10D3C52-D094-3579-6FDF-42F540000E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523140" y="971480"/>
                  <a:ext cx="88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C49817-8DD8-BFC8-CDE2-2B4EE30B2D7C}"/>
                    </a:ext>
                  </a:extLst>
                </p14:cNvPr>
                <p14:cNvContentPartPr/>
                <p14:nvPr/>
              </p14:nvContentPartPr>
              <p14:xfrm>
                <a:off x="8570300" y="906320"/>
                <a:ext cx="8424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C49817-8DD8-BFC8-CDE2-2B4EE30B2D7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52300" y="888320"/>
                  <a:ext cx="11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6A53828-6114-C550-BB6F-85785DEC76B0}"/>
                    </a:ext>
                  </a:extLst>
                </p14:cNvPr>
                <p14:cNvContentPartPr/>
                <p14:nvPr/>
              </p14:nvContentPartPr>
              <p14:xfrm>
                <a:off x="8738060" y="902360"/>
                <a:ext cx="132840" cy="60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6A53828-6114-C550-BB6F-85785DEC76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20060" y="884360"/>
                  <a:ext cx="168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79AA71-52EF-0FC0-2305-0A6DAC758720}"/>
                    </a:ext>
                  </a:extLst>
                </p14:cNvPr>
                <p14:cNvContentPartPr/>
                <p14:nvPr/>
              </p14:nvContentPartPr>
              <p14:xfrm>
                <a:off x="8926700" y="761600"/>
                <a:ext cx="59400" cy="14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79AA71-52EF-0FC0-2305-0A6DAC75872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08590" y="743600"/>
                  <a:ext cx="95257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E59F5D-F939-C65F-2904-DDB2D1ECFE2E}"/>
                    </a:ext>
                  </a:extLst>
                </p14:cNvPr>
                <p14:cNvContentPartPr/>
                <p14:nvPr/>
              </p14:nvContentPartPr>
              <p14:xfrm>
                <a:off x="8877380" y="799400"/>
                <a:ext cx="143280" cy="79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E59F5D-F939-C65F-2904-DDB2D1ECFE2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59380" y="781400"/>
                  <a:ext cx="178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13497B1-8964-7FED-66F8-2A8CFBB6F731}"/>
              </a:ext>
            </a:extLst>
          </p:cNvPr>
          <p:cNvGrpSpPr/>
          <p:nvPr/>
        </p:nvGrpSpPr>
        <p:grpSpPr>
          <a:xfrm>
            <a:off x="5487980" y="2596520"/>
            <a:ext cx="1774440" cy="522720"/>
            <a:chOff x="5487980" y="2596520"/>
            <a:chExt cx="177444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74A24B5-FF90-2816-3E1A-FBCF17CF41E2}"/>
                    </a:ext>
                  </a:extLst>
                </p14:cNvPr>
                <p14:cNvContentPartPr/>
                <p14:nvPr/>
              </p14:nvContentPartPr>
              <p14:xfrm>
                <a:off x="5498060" y="2854640"/>
                <a:ext cx="11520" cy="26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74A24B5-FF90-2816-3E1A-FBCF17CF41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79479" y="2836615"/>
                  <a:ext cx="48310" cy="3002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D34E940-35E8-1E53-4A9D-BA88A60F7895}"/>
                    </a:ext>
                  </a:extLst>
                </p14:cNvPr>
                <p14:cNvContentPartPr/>
                <p14:nvPr/>
              </p14:nvContentPartPr>
              <p14:xfrm>
                <a:off x="5487980" y="2863640"/>
                <a:ext cx="214920" cy="19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D34E940-35E8-1E53-4A9D-BA88A60F78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69980" y="2845640"/>
                  <a:ext cx="2505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53DA6A5-99D0-CFFC-F1B3-09226ED15F85}"/>
                    </a:ext>
                  </a:extLst>
                </p14:cNvPr>
                <p14:cNvContentPartPr/>
                <p14:nvPr/>
              </p14:nvContentPartPr>
              <p14:xfrm>
                <a:off x="5523620" y="2952920"/>
                <a:ext cx="158400" cy="11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53DA6A5-99D0-CFFC-F1B3-09226ED15F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05620" y="2934920"/>
                  <a:ext cx="194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52515D6-C0F6-8C51-3714-A003AB9ECCD9}"/>
                    </a:ext>
                  </a:extLst>
                </p14:cNvPr>
                <p14:cNvContentPartPr/>
                <p14:nvPr/>
              </p14:nvContentPartPr>
              <p14:xfrm>
                <a:off x="5820980" y="2899280"/>
                <a:ext cx="84240" cy="114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52515D6-C0F6-8C51-3714-A003AB9ECC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02980" y="2881280"/>
                  <a:ext cx="11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B21E4AF-2E40-24F8-91FD-BE2A2400A21D}"/>
                    </a:ext>
                  </a:extLst>
                </p14:cNvPr>
                <p14:cNvContentPartPr/>
                <p14:nvPr/>
              </p14:nvContentPartPr>
              <p14:xfrm>
                <a:off x="5998820" y="2745920"/>
                <a:ext cx="92160" cy="219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B21E4AF-2E40-24F8-91FD-BE2A2400A2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80820" y="2727920"/>
                  <a:ext cx="127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86A420A-5583-44D8-1653-D0E81E9BBB72}"/>
                    </a:ext>
                  </a:extLst>
                </p14:cNvPr>
                <p14:cNvContentPartPr/>
                <p14:nvPr/>
              </p14:nvContentPartPr>
              <p14:xfrm>
                <a:off x="5984060" y="2843480"/>
                <a:ext cx="75960" cy="41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86A420A-5583-44D8-1653-D0E81E9BBB7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65974" y="2825480"/>
                  <a:ext cx="11177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ADA3E7-DEC4-9F18-91DF-4A0DB84FFB01}"/>
                    </a:ext>
                  </a:extLst>
                </p14:cNvPr>
                <p14:cNvContentPartPr/>
                <p14:nvPr/>
              </p14:nvContentPartPr>
              <p14:xfrm>
                <a:off x="6192140" y="2800280"/>
                <a:ext cx="33120" cy="98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ADA3E7-DEC4-9F18-91DF-4A0DB84FFB0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74140" y="2782280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CA2D40-E8D2-A956-E1C9-23B58B0432D2}"/>
                    </a:ext>
                  </a:extLst>
                </p14:cNvPr>
                <p14:cNvContentPartPr/>
                <p14:nvPr/>
              </p14:nvContentPartPr>
              <p14:xfrm>
                <a:off x="6161900" y="2734400"/>
                <a:ext cx="27000" cy="27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CA2D40-E8D2-A956-E1C9-23B58B0432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4137" y="2716400"/>
                  <a:ext cx="62171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104F3C-87DE-24B3-41BA-8713D45E0803}"/>
                    </a:ext>
                  </a:extLst>
                </p14:cNvPr>
                <p14:cNvContentPartPr/>
                <p14:nvPr/>
              </p14:nvContentPartPr>
              <p14:xfrm>
                <a:off x="6310580" y="2762120"/>
                <a:ext cx="106200" cy="10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104F3C-87DE-24B3-41BA-8713D45E08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92580" y="2744120"/>
                  <a:ext cx="141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0D4B2DB-8CED-4DA5-5BBD-08A146B2C418}"/>
                    </a:ext>
                  </a:extLst>
                </p14:cNvPr>
                <p14:cNvContentPartPr/>
                <p14:nvPr/>
              </p14:nvContentPartPr>
              <p14:xfrm>
                <a:off x="6507140" y="2646200"/>
                <a:ext cx="274680" cy="215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0D4B2DB-8CED-4DA5-5BBD-08A146B2C41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89140" y="2628200"/>
                  <a:ext cx="310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2EA6533-7F06-3F1C-4B82-01902945E81F}"/>
                    </a:ext>
                  </a:extLst>
                </p14:cNvPr>
                <p14:cNvContentPartPr/>
                <p14:nvPr/>
              </p14:nvContentPartPr>
              <p14:xfrm>
                <a:off x="6723860" y="2703440"/>
                <a:ext cx="187920" cy="117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2EA6533-7F06-3F1C-4B82-01902945E81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05860" y="2685495"/>
                  <a:ext cx="223560" cy="153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0719E9F-1042-AEF1-9E6A-DA562A90AE11}"/>
                    </a:ext>
                  </a:extLst>
                </p14:cNvPr>
                <p14:cNvContentPartPr/>
                <p14:nvPr/>
              </p14:nvContentPartPr>
              <p14:xfrm>
                <a:off x="6858140" y="2596520"/>
                <a:ext cx="24120" cy="27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0719E9F-1042-AEF1-9E6A-DA562A90AE1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40140" y="2578520"/>
                  <a:ext cx="59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7E6555-FB4A-CF05-2CDD-44FA45DAE042}"/>
                    </a:ext>
                  </a:extLst>
                </p14:cNvPr>
                <p14:cNvContentPartPr/>
                <p14:nvPr/>
              </p14:nvContentPartPr>
              <p14:xfrm>
                <a:off x="7053260" y="2644400"/>
                <a:ext cx="209160" cy="10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7E6555-FB4A-CF05-2CDD-44FA45DAE04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35260" y="2626400"/>
                  <a:ext cx="244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92164C85-9D8C-3149-B5CB-CCF5F26EF26E}"/>
              </a:ext>
            </a:extLst>
          </p:cNvPr>
          <p:cNvGrpSpPr/>
          <p:nvPr/>
        </p:nvGrpSpPr>
        <p:grpSpPr>
          <a:xfrm>
            <a:off x="5600660" y="3234440"/>
            <a:ext cx="1355760" cy="434520"/>
            <a:chOff x="5600660" y="3234440"/>
            <a:chExt cx="135576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9E036AC-B398-68BA-D17C-EBC0720C5E78}"/>
                    </a:ext>
                  </a:extLst>
                </p14:cNvPr>
                <p14:cNvContentPartPr/>
                <p14:nvPr/>
              </p14:nvContentPartPr>
              <p14:xfrm>
                <a:off x="5658980" y="3346400"/>
                <a:ext cx="45000" cy="322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9E036AC-B398-68BA-D17C-EBC0720C5E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40980" y="3328400"/>
                  <a:ext cx="806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C016574-D9DD-A274-14FA-E2C06205A4B6}"/>
                    </a:ext>
                  </a:extLst>
                </p14:cNvPr>
                <p14:cNvContentPartPr/>
                <p14:nvPr/>
              </p14:nvContentPartPr>
              <p14:xfrm>
                <a:off x="5600660" y="3552320"/>
                <a:ext cx="151920" cy="62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C016574-D9DD-A274-14FA-E2C06205A4B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82660" y="3534320"/>
                  <a:ext cx="187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874035-1A0B-BBEA-2931-4095E48D14EB}"/>
                    </a:ext>
                  </a:extLst>
                </p14:cNvPr>
                <p14:cNvContentPartPr/>
                <p14:nvPr/>
              </p14:nvContentPartPr>
              <p14:xfrm>
                <a:off x="5818460" y="3465560"/>
                <a:ext cx="342000" cy="120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874035-1A0B-BBEA-2931-4095E48D14E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0441" y="3447560"/>
                  <a:ext cx="377678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3780CE1-1773-D051-6816-07A3B0860695}"/>
                    </a:ext>
                  </a:extLst>
                </p14:cNvPr>
                <p14:cNvContentPartPr/>
                <p14:nvPr/>
              </p14:nvContentPartPr>
              <p14:xfrm>
                <a:off x="6236420" y="3310400"/>
                <a:ext cx="207360" cy="223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3780CE1-1773-D051-6816-07A3B086069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18420" y="3292371"/>
                  <a:ext cx="243000" cy="2592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083671-1B22-016E-181B-8284A4EC6408}"/>
                    </a:ext>
                  </a:extLst>
                </p14:cNvPr>
                <p14:cNvContentPartPr/>
                <p14:nvPr/>
              </p14:nvContentPartPr>
              <p14:xfrm>
                <a:off x="6392660" y="3365480"/>
                <a:ext cx="175680" cy="104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083671-1B22-016E-181B-8284A4EC640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74660" y="3347480"/>
                  <a:ext cx="211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97E197E-1931-2464-0990-970C57DECE51}"/>
                    </a:ext>
                  </a:extLst>
                </p14:cNvPr>
                <p14:cNvContentPartPr/>
                <p14:nvPr/>
              </p14:nvContentPartPr>
              <p14:xfrm>
                <a:off x="6544220" y="3234440"/>
                <a:ext cx="16920" cy="70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97E197E-1931-2464-0990-970C57DECE5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26220" y="3216440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6E9D1D-52CE-2CC4-B04C-CBCCE8A26868}"/>
                    </a:ext>
                  </a:extLst>
                </p14:cNvPr>
                <p14:cNvContentPartPr/>
                <p14:nvPr/>
              </p14:nvContentPartPr>
              <p14:xfrm>
                <a:off x="6650780" y="3301760"/>
                <a:ext cx="305640" cy="147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6E9D1D-52CE-2CC4-B04C-CBCCE8A2686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32801" y="3283760"/>
                  <a:ext cx="341238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456B980-78AF-E50F-4522-A04723B347EA}"/>
              </a:ext>
            </a:extLst>
          </p:cNvPr>
          <p:cNvGrpSpPr/>
          <p:nvPr/>
        </p:nvGrpSpPr>
        <p:grpSpPr>
          <a:xfrm>
            <a:off x="130820" y="896600"/>
            <a:ext cx="2802960" cy="2680920"/>
            <a:chOff x="130820" y="896600"/>
            <a:chExt cx="2802960" cy="26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1DB05B-90AD-ACF5-3B33-6B7FF052736A}"/>
                    </a:ext>
                  </a:extLst>
                </p14:cNvPr>
                <p14:cNvContentPartPr/>
                <p14:nvPr/>
              </p14:nvContentPartPr>
              <p14:xfrm>
                <a:off x="381020" y="1252280"/>
                <a:ext cx="50400" cy="22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1DB05B-90AD-ACF5-3B33-6B7FF052736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3020" y="1234280"/>
                  <a:ext cx="86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F1940F-D0B5-18D6-ABF9-1B0ABA516FA1}"/>
                    </a:ext>
                  </a:extLst>
                </p14:cNvPr>
                <p14:cNvContentPartPr/>
                <p14:nvPr/>
              </p14:nvContentPartPr>
              <p14:xfrm>
                <a:off x="344660" y="1092080"/>
                <a:ext cx="4320" cy="47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F1940F-D0B5-18D6-ABF9-1B0ABA516F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7020" y="1074080"/>
                  <a:ext cx="39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B8DD4B9-EA9F-2EEE-4303-2CA13C140057}"/>
                    </a:ext>
                  </a:extLst>
                </p14:cNvPr>
                <p14:cNvContentPartPr/>
                <p14:nvPr/>
              </p14:nvContentPartPr>
              <p14:xfrm>
                <a:off x="490460" y="1265600"/>
                <a:ext cx="123840" cy="95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B8DD4B9-EA9F-2EEE-4303-2CA13C14005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72460" y="1247960"/>
                  <a:ext cx="15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1919F1-376C-D69C-42E1-CC5937702BFB}"/>
                    </a:ext>
                  </a:extLst>
                </p14:cNvPr>
                <p14:cNvContentPartPr/>
                <p14:nvPr/>
              </p14:nvContentPartPr>
              <p14:xfrm>
                <a:off x="714740" y="1265240"/>
                <a:ext cx="63720" cy="158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1919F1-376C-D69C-42E1-CC5937702BF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7100" y="1247600"/>
                  <a:ext cx="99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BDA35FD-D5ED-D531-D0F4-8138983B47CB}"/>
                    </a:ext>
                  </a:extLst>
                </p14:cNvPr>
                <p14:cNvContentPartPr/>
                <p14:nvPr/>
              </p14:nvContentPartPr>
              <p14:xfrm>
                <a:off x="759020" y="1232840"/>
                <a:ext cx="67680" cy="110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BDA35FD-D5ED-D531-D0F4-8138983B47C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1380" y="1215200"/>
                  <a:ext cx="103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B774F3A-D772-37C7-A3C7-003F504407B5}"/>
                    </a:ext>
                  </a:extLst>
                </p14:cNvPr>
                <p14:cNvContentPartPr/>
                <p14:nvPr/>
              </p14:nvContentPartPr>
              <p14:xfrm>
                <a:off x="908780" y="1234280"/>
                <a:ext cx="141120" cy="10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B774F3A-D772-37C7-A3C7-003F504407B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0780" y="1216640"/>
                  <a:ext cx="176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26AE8EC-0EF5-B8CC-104D-D072EB66FC24}"/>
                    </a:ext>
                  </a:extLst>
                </p14:cNvPr>
                <p14:cNvContentPartPr/>
                <p14:nvPr/>
              </p14:nvContentPartPr>
              <p14:xfrm>
                <a:off x="1133420" y="1060760"/>
                <a:ext cx="69480" cy="22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26AE8EC-0EF5-B8CC-104D-D072EB66FC2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5420" y="1043120"/>
                  <a:ext cx="105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1F8FE13-234F-F9FD-4318-F57F803BB674}"/>
                    </a:ext>
                  </a:extLst>
                </p14:cNvPr>
                <p14:cNvContentPartPr/>
                <p14:nvPr/>
              </p14:nvContentPartPr>
              <p14:xfrm>
                <a:off x="1144940" y="1129520"/>
                <a:ext cx="136800" cy="67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1F8FE13-234F-F9FD-4318-F57F803BB67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6940" y="1111880"/>
                  <a:ext cx="172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D816E0E-4536-88F6-133B-C09774E8B5E4}"/>
                    </a:ext>
                  </a:extLst>
                </p14:cNvPr>
                <p14:cNvContentPartPr/>
                <p14:nvPr/>
              </p14:nvContentPartPr>
              <p14:xfrm>
                <a:off x="181220" y="1632440"/>
                <a:ext cx="127080" cy="1945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D816E0E-4536-88F6-133B-C09774E8B5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63220" y="1614800"/>
                  <a:ext cx="162720" cy="19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0FD3706-8AF5-A118-9D9F-4DACE5AF379B}"/>
                    </a:ext>
                  </a:extLst>
                </p14:cNvPr>
                <p14:cNvContentPartPr/>
                <p14:nvPr/>
              </p14:nvContentPartPr>
              <p14:xfrm>
                <a:off x="804740" y="1764920"/>
                <a:ext cx="209880" cy="216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0FD3706-8AF5-A118-9D9F-4DACE5AF379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6740" y="1747280"/>
                  <a:ext cx="2455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EB9F30-828F-4801-24CF-0E654470342C}"/>
                    </a:ext>
                  </a:extLst>
                </p14:cNvPr>
                <p14:cNvContentPartPr/>
                <p14:nvPr/>
              </p14:nvContentPartPr>
              <p14:xfrm>
                <a:off x="1125860" y="1856360"/>
                <a:ext cx="40680" cy="109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EB9F30-828F-4801-24CF-0E654470342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07860" y="1838360"/>
                  <a:ext cx="76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5AA62B5-CB2E-B01B-AE1C-36BFD13AB479}"/>
                    </a:ext>
                  </a:extLst>
                </p14:cNvPr>
                <p14:cNvContentPartPr/>
                <p14:nvPr/>
              </p14:nvContentPartPr>
              <p14:xfrm>
                <a:off x="931100" y="2982440"/>
                <a:ext cx="234720" cy="168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5AA62B5-CB2E-B01B-AE1C-36BFD13AB47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3100" y="2964440"/>
                  <a:ext cx="27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E2FCC3A-1F19-E53A-C57C-63870AD90BB5}"/>
                    </a:ext>
                  </a:extLst>
                </p14:cNvPr>
                <p14:cNvContentPartPr/>
                <p14:nvPr/>
              </p14:nvContentPartPr>
              <p14:xfrm>
                <a:off x="1249340" y="3032480"/>
                <a:ext cx="156600" cy="228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E2FCC3A-1F19-E53A-C57C-63870AD90B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31340" y="3014480"/>
                  <a:ext cx="192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6610FA5-527D-54CB-8991-4F122976B400}"/>
                    </a:ext>
                  </a:extLst>
                </p14:cNvPr>
                <p14:cNvContentPartPr/>
                <p14:nvPr/>
              </p14:nvContentPartPr>
              <p14:xfrm>
                <a:off x="130820" y="1521200"/>
                <a:ext cx="1771920" cy="117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6610FA5-527D-54CB-8991-4F122976B40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180" y="1503560"/>
                  <a:ext cx="1807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4E26FA4-56AD-D5EA-5A33-835111E72807}"/>
                    </a:ext>
                  </a:extLst>
                </p14:cNvPr>
                <p14:cNvContentPartPr/>
                <p14:nvPr/>
              </p14:nvContentPartPr>
              <p14:xfrm>
                <a:off x="266540" y="2082440"/>
                <a:ext cx="1768320" cy="87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4E26FA4-56AD-D5EA-5A33-835111E728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8900" y="2064440"/>
                  <a:ext cx="1803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79C565D-6501-4303-9FFC-9791B156A098}"/>
                    </a:ext>
                  </a:extLst>
                </p14:cNvPr>
                <p14:cNvContentPartPr/>
                <p14:nvPr/>
              </p14:nvContentPartPr>
              <p14:xfrm>
                <a:off x="913820" y="2322560"/>
                <a:ext cx="203400" cy="194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79C565D-6501-4303-9FFC-9791B156A09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5820" y="2304560"/>
                  <a:ext cx="239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8B0FFED-6E52-8604-6D7D-0448D709CF59}"/>
                    </a:ext>
                  </a:extLst>
                </p14:cNvPr>
                <p14:cNvContentPartPr/>
                <p14:nvPr/>
              </p14:nvContentPartPr>
              <p14:xfrm>
                <a:off x="1183100" y="2412920"/>
                <a:ext cx="172080" cy="115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8B0FFED-6E52-8604-6D7D-0448D709CF5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65100" y="2395280"/>
                  <a:ext cx="207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56D1A0-1764-549A-FE4B-23C21C9F83DD}"/>
                    </a:ext>
                  </a:extLst>
                </p14:cNvPr>
                <p14:cNvContentPartPr/>
                <p14:nvPr/>
              </p14:nvContentPartPr>
              <p14:xfrm>
                <a:off x="306140" y="2572760"/>
                <a:ext cx="1962360" cy="232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56D1A0-1764-549A-FE4B-23C21C9F83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88140" y="2555120"/>
                  <a:ext cx="1998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E087C21-DC10-56BB-88EB-680B90EF6817}"/>
                    </a:ext>
                  </a:extLst>
                </p14:cNvPr>
                <p14:cNvContentPartPr/>
                <p14:nvPr/>
              </p14:nvContentPartPr>
              <p14:xfrm>
                <a:off x="281300" y="3301760"/>
                <a:ext cx="1986840" cy="218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E087C21-DC10-56BB-88EB-680B90EF68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3660" y="3283760"/>
                  <a:ext cx="20224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E66506C-C54A-69AF-5E23-A46CACEE9348}"/>
                    </a:ext>
                  </a:extLst>
                </p14:cNvPr>
                <p14:cNvContentPartPr/>
                <p14:nvPr/>
              </p14:nvContentPartPr>
              <p14:xfrm>
                <a:off x="1427540" y="1476200"/>
                <a:ext cx="167760" cy="2097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E66506C-C54A-69AF-5E23-A46CACEE934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09900" y="1458560"/>
                  <a:ext cx="203400" cy="21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F51C471-E3B9-1F1D-9950-202A67E878C4}"/>
                    </a:ext>
                  </a:extLst>
                </p14:cNvPr>
                <p14:cNvContentPartPr/>
                <p14:nvPr/>
              </p14:nvContentPartPr>
              <p14:xfrm>
                <a:off x="1585580" y="1134560"/>
                <a:ext cx="216360" cy="130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F51C471-E3B9-1F1D-9950-202A67E878C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567940" y="1116920"/>
                  <a:ext cx="252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15528ED-A9EC-9B80-FF28-3D4A9E96E746}"/>
                    </a:ext>
                  </a:extLst>
                </p14:cNvPr>
                <p14:cNvContentPartPr/>
                <p14:nvPr/>
              </p14:nvContentPartPr>
              <p14:xfrm>
                <a:off x="1863140" y="1092440"/>
                <a:ext cx="136080" cy="88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15528ED-A9EC-9B80-FF28-3D4A9E96E74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45140" y="1074800"/>
                  <a:ext cx="171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4501FA5-7BAF-D33B-F363-5222C5AA367D}"/>
                    </a:ext>
                  </a:extLst>
                </p14:cNvPr>
                <p14:cNvContentPartPr/>
                <p14:nvPr/>
              </p14:nvContentPartPr>
              <p14:xfrm>
                <a:off x="2013980" y="1095680"/>
                <a:ext cx="38880" cy="6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4501FA5-7BAF-D33B-F363-5222C5AA36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996340" y="1078040"/>
                  <a:ext cx="7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5A6CE4-9E04-016D-9924-9071150369F7}"/>
                    </a:ext>
                  </a:extLst>
                </p14:cNvPr>
                <p14:cNvContentPartPr/>
                <p14:nvPr/>
              </p14:nvContentPartPr>
              <p14:xfrm>
                <a:off x="2033420" y="968600"/>
                <a:ext cx="16200" cy="32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5A6CE4-9E04-016D-9924-9071150369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15420" y="950600"/>
                  <a:ext cx="51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30E2AF7-535E-D038-D183-F98BBD192689}"/>
                    </a:ext>
                  </a:extLst>
                </p14:cNvPr>
                <p14:cNvContentPartPr/>
                <p14:nvPr/>
              </p14:nvContentPartPr>
              <p14:xfrm>
                <a:off x="2126660" y="938720"/>
                <a:ext cx="332640" cy="289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30E2AF7-535E-D038-D183-F98BBD1926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109020" y="920720"/>
                  <a:ext cx="368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7C35AF0-78A5-206D-1C62-90DC6F477656}"/>
                    </a:ext>
                  </a:extLst>
                </p14:cNvPr>
                <p14:cNvContentPartPr/>
                <p14:nvPr/>
              </p14:nvContentPartPr>
              <p14:xfrm>
                <a:off x="2534180" y="896600"/>
                <a:ext cx="49680" cy="139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7C35AF0-78A5-206D-1C62-90DC6F47765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516540" y="878600"/>
                  <a:ext cx="85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5B10F5B-9C4B-3956-8186-E9FD9BF4F640}"/>
                    </a:ext>
                  </a:extLst>
                </p14:cNvPr>
                <p14:cNvContentPartPr/>
                <p14:nvPr/>
              </p14:nvContentPartPr>
              <p14:xfrm>
                <a:off x="2534900" y="927920"/>
                <a:ext cx="116280" cy="79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5B10F5B-9C4B-3956-8186-E9FD9BF4F64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516900" y="909920"/>
                  <a:ext cx="151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94C965-68AF-204A-2BE4-F29A6FE49B1E}"/>
                    </a:ext>
                  </a:extLst>
                </p14:cNvPr>
                <p14:cNvContentPartPr/>
                <p14:nvPr/>
              </p14:nvContentPartPr>
              <p14:xfrm>
                <a:off x="1934420" y="1451360"/>
                <a:ext cx="985680" cy="92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94C965-68AF-204A-2BE4-F29A6FE49B1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916420" y="1433360"/>
                  <a:ext cx="1021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AA0FF76-AD30-885F-5C5B-90094B8BB114}"/>
                    </a:ext>
                  </a:extLst>
                </p14:cNvPr>
                <p14:cNvContentPartPr/>
                <p14:nvPr/>
              </p14:nvContentPartPr>
              <p14:xfrm>
                <a:off x="2289740" y="1465040"/>
                <a:ext cx="644040" cy="1962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AA0FF76-AD30-885F-5C5B-90094B8BB11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271740" y="1447400"/>
                  <a:ext cx="679680" cy="19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B2FAB36-2905-D505-7F73-0BCD35AB43B1}"/>
                    </a:ext>
                  </a:extLst>
                </p14:cNvPr>
                <p14:cNvContentPartPr/>
                <p14:nvPr/>
              </p14:nvContentPartPr>
              <p14:xfrm>
                <a:off x="1876820" y="1690400"/>
                <a:ext cx="281880" cy="173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B2FAB36-2905-D505-7F73-0BCD35AB43B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58820" y="1672400"/>
                  <a:ext cx="317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FB07069-7993-7AA8-0269-C9A8C5F2C53D}"/>
                    </a:ext>
                  </a:extLst>
                </p14:cNvPr>
                <p14:cNvContentPartPr/>
                <p14:nvPr/>
              </p14:nvContentPartPr>
              <p14:xfrm>
                <a:off x="2301260" y="1769960"/>
                <a:ext cx="25560" cy="127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FB07069-7993-7AA8-0269-C9A8C5F2C5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83620" y="1752320"/>
                  <a:ext cx="61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59F17CA-60E6-B4D6-38A0-63E8E16958C8}"/>
                    </a:ext>
                  </a:extLst>
                </p14:cNvPr>
                <p14:cNvContentPartPr/>
                <p14:nvPr/>
              </p14:nvContentPartPr>
              <p14:xfrm>
                <a:off x="1947740" y="2324360"/>
                <a:ext cx="218880" cy="13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59F17CA-60E6-B4D6-38A0-63E8E16958C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930100" y="2306720"/>
                  <a:ext cx="254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90A4419-635C-D98E-18D7-810C648D3BE2}"/>
                    </a:ext>
                  </a:extLst>
                </p14:cNvPr>
                <p14:cNvContentPartPr/>
                <p14:nvPr/>
              </p14:nvContentPartPr>
              <p14:xfrm>
                <a:off x="2275340" y="2375120"/>
                <a:ext cx="120600" cy="110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90A4419-635C-D98E-18D7-810C648D3BE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257340" y="2357120"/>
                  <a:ext cx="156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E4BC475-5FEA-F4AA-DB2F-5F0CFA15A6A5}"/>
                    </a:ext>
                  </a:extLst>
                </p14:cNvPr>
                <p14:cNvContentPartPr/>
                <p14:nvPr/>
              </p14:nvContentPartPr>
              <p14:xfrm>
                <a:off x="2009660" y="2916560"/>
                <a:ext cx="183960" cy="153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E4BC475-5FEA-F4AA-DB2F-5F0CFA15A6A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91660" y="2898560"/>
                  <a:ext cx="219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7338170-72C9-C526-0D70-D572AB13B3E9}"/>
                    </a:ext>
                  </a:extLst>
                </p14:cNvPr>
                <p14:cNvContentPartPr/>
                <p14:nvPr/>
              </p14:nvContentPartPr>
              <p14:xfrm>
                <a:off x="2294780" y="2973800"/>
                <a:ext cx="131760" cy="197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7338170-72C9-C526-0D70-D572AB13B3E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76780" y="2955800"/>
                  <a:ext cx="16740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3535C95-0B27-2479-BE70-97850FD3254D}"/>
              </a:ext>
            </a:extLst>
          </p:cNvPr>
          <p:cNvGrpSpPr/>
          <p:nvPr/>
        </p:nvGrpSpPr>
        <p:grpSpPr>
          <a:xfrm>
            <a:off x="1296500" y="3793160"/>
            <a:ext cx="889920" cy="358920"/>
            <a:chOff x="1296500" y="3793160"/>
            <a:chExt cx="88992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F203620-5BAE-FBCD-D53C-773FCB4AD237}"/>
                    </a:ext>
                  </a:extLst>
                </p14:cNvPr>
                <p14:cNvContentPartPr/>
                <p14:nvPr/>
              </p14:nvContentPartPr>
              <p14:xfrm>
                <a:off x="1296500" y="3939680"/>
                <a:ext cx="218880" cy="212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F203620-5BAE-FBCD-D53C-773FCB4AD23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278500" y="3921680"/>
                  <a:ext cx="254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DBD71F-6D5A-153A-F893-7B0728657107}"/>
                    </a:ext>
                  </a:extLst>
                </p14:cNvPr>
                <p14:cNvContentPartPr/>
                <p14:nvPr/>
              </p14:nvContentPartPr>
              <p14:xfrm>
                <a:off x="1613300" y="4039400"/>
                <a:ext cx="56160" cy="101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DBD71F-6D5A-153A-F893-7B072865710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95300" y="4021400"/>
                  <a:ext cx="9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3DD2E13-FBCD-B983-36A4-438AA6BBFCC1}"/>
                    </a:ext>
                  </a:extLst>
                </p14:cNvPr>
                <p14:cNvContentPartPr/>
                <p14:nvPr/>
              </p14:nvContentPartPr>
              <p14:xfrm>
                <a:off x="1635260" y="3927800"/>
                <a:ext cx="8280" cy="8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3DD2E13-FBCD-B983-36A4-438AA6BBFCC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17620" y="3910160"/>
                  <a:ext cx="43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0010C93-45F1-A72D-20BE-EBAD91FE5C13}"/>
                    </a:ext>
                  </a:extLst>
                </p14:cNvPr>
                <p14:cNvContentPartPr/>
                <p14:nvPr/>
              </p14:nvContentPartPr>
              <p14:xfrm>
                <a:off x="1813100" y="3875240"/>
                <a:ext cx="199440" cy="177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0010C93-45F1-A72D-20BE-EBAD91FE5C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95460" y="3857600"/>
                  <a:ext cx="235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27288FD-CEA2-9321-51AE-971BFF76CF47}"/>
                    </a:ext>
                  </a:extLst>
                </p14:cNvPr>
                <p14:cNvContentPartPr/>
                <p14:nvPr/>
              </p14:nvContentPartPr>
              <p14:xfrm>
                <a:off x="2163740" y="3963440"/>
                <a:ext cx="22680" cy="101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27288FD-CEA2-9321-51AE-971BFF76CF4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46100" y="3945800"/>
                  <a:ext cx="58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8D6C134-4000-C02F-1E7F-9BEBE8E66CB9}"/>
                    </a:ext>
                  </a:extLst>
                </p14:cNvPr>
                <p14:cNvContentPartPr/>
                <p14:nvPr/>
              </p14:nvContentPartPr>
              <p14:xfrm>
                <a:off x="2153660" y="3793160"/>
                <a:ext cx="10800" cy="43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8D6C134-4000-C02F-1E7F-9BEBE8E66CB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135660" y="3775520"/>
                  <a:ext cx="464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BC144F7-9F80-6988-8E40-46CA4D7A48FF}"/>
                  </a:ext>
                </a:extLst>
              </p14:cNvPr>
              <p14:cNvContentPartPr/>
              <p14:nvPr/>
            </p14:nvContentPartPr>
            <p14:xfrm>
              <a:off x="4908740" y="194960"/>
              <a:ext cx="2772360" cy="14101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BC144F7-9F80-6988-8E40-46CA4D7A48FF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845740" y="132320"/>
                <a:ext cx="2898000" cy="153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3ACA03D-E102-A6D0-D8CB-5BA93A926EA8}"/>
              </a:ext>
            </a:extLst>
          </p:cNvPr>
          <p:cNvGrpSpPr/>
          <p:nvPr/>
        </p:nvGrpSpPr>
        <p:grpSpPr>
          <a:xfrm>
            <a:off x="5109980" y="423200"/>
            <a:ext cx="2563200" cy="1805040"/>
            <a:chOff x="5109980" y="423200"/>
            <a:chExt cx="2563200" cy="18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5BA8220-0135-0B23-0EC4-07593E8D53AB}"/>
                    </a:ext>
                  </a:extLst>
                </p14:cNvPr>
                <p14:cNvContentPartPr/>
                <p14:nvPr/>
              </p14:nvContentPartPr>
              <p14:xfrm>
                <a:off x="5109980" y="833600"/>
                <a:ext cx="214200" cy="426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5BA8220-0135-0B23-0EC4-07593E8D53A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91980" y="815960"/>
                  <a:ext cx="2498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77ACB59-9C42-4A28-5611-048C115040F8}"/>
                    </a:ext>
                  </a:extLst>
                </p14:cNvPr>
                <p14:cNvContentPartPr/>
                <p14:nvPr/>
              </p14:nvContentPartPr>
              <p14:xfrm>
                <a:off x="5486540" y="979040"/>
                <a:ext cx="72000" cy="24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77ACB59-9C42-4A28-5611-048C115040F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468900" y="961400"/>
                  <a:ext cx="107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8085926-F466-B0FD-5967-3464ED682F25}"/>
                    </a:ext>
                  </a:extLst>
                </p14:cNvPr>
                <p14:cNvContentPartPr/>
                <p14:nvPr/>
              </p14:nvContentPartPr>
              <p14:xfrm>
                <a:off x="5500220" y="1031240"/>
                <a:ext cx="96120" cy="42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8085926-F466-B0FD-5967-3464ED682F2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482220" y="1013600"/>
                  <a:ext cx="131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25F2B3C-DB27-364C-C514-5CCB29DF727F}"/>
                    </a:ext>
                  </a:extLst>
                </p14:cNvPr>
                <p14:cNvContentPartPr/>
                <p14:nvPr/>
              </p14:nvContentPartPr>
              <p14:xfrm>
                <a:off x="5833580" y="660080"/>
                <a:ext cx="92160" cy="605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25F2B3C-DB27-364C-C514-5CCB29DF727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15940" y="642080"/>
                  <a:ext cx="12780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F8B469-06FB-BAB8-723B-1CE6AC73AA08}"/>
                    </a:ext>
                  </a:extLst>
                </p14:cNvPr>
                <p14:cNvContentPartPr/>
                <p14:nvPr/>
              </p14:nvContentPartPr>
              <p14:xfrm>
                <a:off x="5833220" y="912800"/>
                <a:ext cx="121320" cy="51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F8B469-06FB-BAB8-723B-1CE6AC73AA0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15220" y="894800"/>
                  <a:ext cx="156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29C790D-CB62-5DEC-4B11-E08B45C43373}"/>
                    </a:ext>
                  </a:extLst>
                </p14:cNvPr>
                <p14:cNvContentPartPr/>
                <p14:nvPr/>
              </p14:nvContentPartPr>
              <p14:xfrm>
                <a:off x="6122300" y="652520"/>
                <a:ext cx="168120" cy="372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29C790D-CB62-5DEC-4B11-E08B45C4337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04660" y="634880"/>
                  <a:ext cx="203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47F7E5D-BA4F-FAB1-10A5-D323BFD165D2}"/>
                    </a:ext>
                  </a:extLst>
                </p14:cNvPr>
                <p14:cNvContentPartPr/>
                <p14:nvPr/>
              </p14:nvContentPartPr>
              <p14:xfrm>
                <a:off x="6402740" y="707960"/>
                <a:ext cx="179640" cy="156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47F7E5D-BA4F-FAB1-10A5-D323BFD165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85100" y="689960"/>
                  <a:ext cx="215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54BEF1-75AE-32E3-A1C2-32159E3E6769}"/>
                    </a:ext>
                  </a:extLst>
                </p14:cNvPr>
                <p14:cNvContentPartPr/>
                <p14:nvPr/>
              </p14:nvContentPartPr>
              <p14:xfrm>
                <a:off x="6652220" y="805160"/>
                <a:ext cx="53640" cy="108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54BEF1-75AE-32E3-A1C2-32159E3E676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634220" y="787520"/>
                  <a:ext cx="89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9986C45-E18B-F9C2-4CC3-F74F313B34CB}"/>
                    </a:ext>
                  </a:extLst>
                </p14:cNvPr>
                <p14:cNvContentPartPr/>
                <p14:nvPr/>
              </p14:nvContentPartPr>
              <p14:xfrm>
                <a:off x="6661580" y="647120"/>
                <a:ext cx="19440" cy="10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9986C45-E18B-F9C2-4CC3-F74F313B34C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43940" y="629120"/>
                  <a:ext cx="55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E468D1F-BFE9-4ED9-CEB8-A50C986E32FF}"/>
                    </a:ext>
                  </a:extLst>
                </p14:cNvPr>
                <p14:cNvContentPartPr/>
                <p14:nvPr/>
              </p14:nvContentPartPr>
              <p14:xfrm>
                <a:off x="6832220" y="611120"/>
                <a:ext cx="146160" cy="17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E468D1F-BFE9-4ED9-CEB8-A50C986E32F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14220" y="593120"/>
                  <a:ext cx="181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7407B0A-67E1-90DF-84D3-EB631F5BB6E0}"/>
                    </a:ext>
                  </a:extLst>
                </p14:cNvPr>
                <p14:cNvContentPartPr/>
                <p14:nvPr/>
              </p14:nvContentPartPr>
              <p14:xfrm>
                <a:off x="7081340" y="733520"/>
                <a:ext cx="35640" cy="86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7407B0A-67E1-90DF-84D3-EB631F5BB6E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63700" y="715520"/>
                  <a:ext cx="71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3F5A354-FED6-EE08-C624-5FA60339CFF0}"/>
                    </a:ext>
                  </a:extLst>
                </p14:cNvPr>
                <p14:cNvContentPartPr/>
                <p14:nvPr/>
              </p14:nvContentPartPr>
              <p14:xfrm>
                <a:off x="7087100" y="596000"/>
                <a:ext cx="26280" cy="18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3F5A354-FED6-EE08-C624-5FA60339CFF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69460" y="578360"/>
                  <a:ext cx="61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B3710AA-7953-7163-83CB-DAAE5B220C83}"/>
                    </a:ext>
                  </a:extLst>
                </p14:cNvPr>
                <p14:cNvContentPartPr/>
                <p14:nvPr/>
              </p14:nvContentPartPr>
              <p14:xfrm>
                <a:off x="7087460" y="1007120"/>
                <a:ext cx="122760" cy="325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B3710AA-7953-7163-83CB-DAAE5B220C8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069820" y="989480"/>
                  <a:ext cx="1584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F47154D-FA6D-BC03-DD0E-17F6ED8B60B9}"/>
                    </a:ext>
                  </a:extLst>
                </p14:cNvPr>
                <p14:cNvContentPartPr/>
                <p14:nvPr/>
              </p14:nvContentPartPr>
              <p14:xfrm>
                <a:off x="7042100" y="976160"/>
                <a:ext cx="140400" cy="109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F47154D-FA6D-BC03-DD0E-17F6ED8B60B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024100" y="958520"/>
                  <a:ext cx="176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57F5F27-BD15-43AC-6361-46B5693FE4B1}"/>
                    </a:ext>
                  </a:extLst>
                </p14:cNvPr>
                <p14:cNvContentPartPr/>
                <p14:nvPr/>
              </p14:nvContentPartPr>
              <p14:xfrm>
                <a:off x="7043900" y="1587800"/>
                <a:ext cx="52560" cy="112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57F5F27-BD15-43AC-6361-46B5693FE4B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025900" y="1569800"/>
                  <a:ext cx="88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2DC3969-B331-8015-2F0C-C09F8A00ECA1}"/>
                    </a:ext>
                  </a:extLst>
                </p14:cNvPr>
                <p14:cNvContentPartPr/>
                <p14:nvPr/>
              </p14:nvContentPartPr>
              <p14:xfrm>
                <a:off x="6995300" y="1477280"/>
                <a:ext cx="10800" cy="32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2DC3969-B331-8015-2F0C-C09F8A00ECA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977300" y="1459280"/>
                  <a:ext cx="46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97F8FED-D45B-FBEC-A863-B04EAD9CE0C3}"/>
                    </a:ext>
                  </a:extLst>
                </p14:cNvPr>
                <p14:cNvContentPartPr/>
                <p14:nvPr/>
              </p14:nvContentPartPr>
              <p14:xfrm>
                <a:off x="7124540" y="1556120"/>
                <a:ext cx="130680" cy="97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97F8FED-D45B-FBEC-A863-B04EAD9CE0C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106900" y="1538120"/>
                  <a:ext cx="166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DE944F5-0E21-E823-B1B6-FE40CFA94532}"/>
                    </a:ext>
                  </a:extLst>
                </p14:cNvPr>
                <p14:cNvContentPartPr/>
                <p14:nvPr/>
              </p14:nvContentPartPr>
              <p14:xfrm>
                <a:off x="7295900" y="1493840"/>
                <a:ext cx="61560" cy="112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DE944F5-0E21-E823-B1B6-FE40CFA9453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278260" y="1475840"/>
                  <a:ext cx="97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5B67FE1-3EAF-9EA6-A050-000A94D4087A}"/>
                    </a:ext>
                  </a:extLst>
                </p14:cNvPr>
                <p14:cNvContentPartPr/>
                <p14:nvPr/>
              </p14:nvContentPartPr>
              <p14:xfrm>
                <a:off x="7296980" y="1439840"/>
                <a:ext cx="79920" cy="612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5B67FE1-3EAF-9EA6-A050-000A94D40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78980" y="1421840"/>
                  <a:ext cx="115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0B96EEB-F07B-C7A1-2B93-CD5D6B85CFD4}"/>
                    </a:ext>
                  </a:extLst>
                </p14:cNvPr>
                <p14:cNvContentPartPr/>
                <p14:nvPr/>
              </p14:nvContentPartPr>
              <p14:xfrm>
                <a:off x="7400300" y="1412840"/>
                <a:ext cx="103320" cy="59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0B96EEB-F07B-C7A1-2B93-CD5D6B85CFD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382660" y="1394840"/>
                  <a:ext cx="13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61CD76F-43B7-A0B1-5F2B-149DC21B9162}"/>
                    </a:ext>
                  </a:extLst>
                </p14:cNvPr>
                <p14:cNvContentPartPr/>
                <p14:nvPr/>
              </p14:nvContentPartPr>
              <p14:xfrm>
                <a:off x="7530260" y="1228160"/>
                <a:ext cx="96480" cy="135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61CD76F-43B7-A0B1-5F2B-149DC21B916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512260" y="1210520"/>
                  <a:ext cx="132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C3D3F51-BAB2-5B49-005B-71C0418B4E90}"/>
                    </a:ext>
                  </a:extLst>
                </p14:cNvPr>
                <p14:cNvContentPartPr/>
                <p14:nvPr/>
              </p14:nvContentPartPr>
              <p14:xfrm>
                <a:off x="7527020" y="1229600"/>
                <a:ext cx="146160" cy="96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C3D3F51-BAB2-5B49-005B-71C0418B4E9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509020" y="1211960"/>
                  <a:ext cx="181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863BB1F-D69D-4EC2-75F7-6E0B2CC770F2}"/>
                    </a:ext>
                  </a:extLst>
                </p14:cNvPr>
                <p14:cNvContentPartPr/>
                <p14:nvPr/>
              </p14:nvContentPartPr>
              <p14:xfrm>
                <a:off x="6511100" y="1188200"/>
                <a:ext cx="51840" cy="636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863BB1F-D69D-4EC2-75F7-6E0B2CC770F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493100" y="1170560"/>
                  <a:ext cx="874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4DC957-A315-C983-9288-E2B8EC6B3C29}"/>
                    </a:ext>
                  </a:extLst>
                </p14:cNvPr>
                <p14:cNvContentPartPr/>
                <p14:nvPr/>
              </p14:nvContentPartPr>
              <p14:xfrm>
                <a:off x="6423620" y="1177400"/>
                <a:ext cx="210240" cy="112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4DC957-A315-C983-9288-E2B8EC6B3C2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05620" y="1159400"/>
                  <a:ext cx="245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BB1D5C7-4272-7FE1-F5D7-B5EC2A9EE768}"/>
                    </a:ext>
                  </a:extLst>
                </p14:cNvPr>
                <p14:cNvContentPartPr/>
                <p14:nvPr/>
              </p14:nvContentPartPr>
              <p14:xfrm>
                <a:off x="6605780" y="2014040"/>
                <a:ext cx="162720" cy="1612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BB1D5C7-4272-7FE1-F5D7-B5EC2A9EE7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88140" y="1996400"/>
                  <a:ext cx="198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7E956D0-75D0-B098-FD27-AEFC16D8F9C7}"/>
                    </a:ext>
                  </a:extLst>
                </p14:cNvPr>
                <p14:cNvContentPartPr/>
                <p14:nvPr/>
              </p14:nvContentPartPr>
              <p14:xfrm>
                <a:off x="6861380" y="2008640"/>
                <a:ext cx="156240" cy="61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7E956D0-75D0-B098-FD27-AEFC16D8F9C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43740" y="1991000"/>
                  <a:ext cx="191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8CE7F7-8290-E67B-1A4F-50D07528C8A0}"/>
                    </a:ext>
                  </a:extLst>
                </p14:cNvPr>
                <p14:cNvContentPartPr/>
                <p14:nvPr/>
              </p14:nvContentPartPr>
              <p14:xfrm>
                <a:off x="6953900" y="1875800"/>
                <a:ext cx="18360" cy="19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8CE7F7-8290-E67B-1A4F-50D07528C8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936260" y="1858160"/>
                  <a:ext cx="54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C828957-4348-EF8A-1991-431D834A3F70}"/>
                    </a:ext>
                  </a:extLst>
                </p14:cNvPr>
                <p14:cNvContentPartPr/>
                <p14:nvPr/>
              </p14:nvContentPartPr>
              <p14:xfrm>
                <a:off x="7101860" y="1915400"/>
                <a:ext cx="252360" cy="183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C828957-4348-EF8A-1991-431D834A3F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083860" y="1897400"/>
                  <a:ext cx="288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3CD5AA3-2DBB-316E-D9F3-9F93EA8DB46C}"/>
                    </a:ext>
                  </a:extLst>
                </p14:cNvPr>
                <p14:cNvContentPartPr/>
                <p14:nvPr/>
              </p14:nvContentPartPr>
              <p14:xfrm>
                <a:off x="7414700" y="1764560"/>
                <a:ext cx="63360" cy="161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3CD5AA3-2DBB-316E-D9F3-9F93EA8DB46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396700" y="1746560"/>
                  <a:ext cx="99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4330CAD-D3C9-54B1-81A0-14505C179AD1}"/>
                    </a:ext>
                  </a:extLst>
                </p14:cNvPr>
                <p14:cNvContentPartPr/>
                <p14:nvPr/>
              </p14:nvContentPartPr>
              <p14:xfrm>
                <a:off x="7397420" y="1788680"/>
                <a:ext cx="91800" cy="75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4330CAD-D3C9-54B1-81A0-14505C179AD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379420" y="1770680"/>
                  <a:ext cx="127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D453CC3-8F56-4423-1210-977011065789}"/>
                    </a:ext>
                  </a:extLst>
                </p14:cNvPr>
                <p14:cNvContentPartPr/>
                <p14:nvPr/>
              </p14:nvContentPartPr>
              <p14:xfrm>
                <a:off x="5475380" y="1192160"/>
                <a:ext cx="339120" cy="501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D453CC3-8F56-4423-1210-97701106578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57740" y="1174160"/>
                  <a:ext cx="3747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C0DA23-D147-23C4-96DD-BF92A7D0C9DB}"/>
                    </a:ext>
                  </a:extLst>
                </p14:cNvPr>
                <p14:cNvContentPartPr/>
                <p14:nvPr/>
              </p14:nvContentPartPr>
              <p14:xfrm>
                <a:off x="5667620" y="1213760"/>
                <a:ext cx="106560" cy="110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C0DA23-D147-23C4-96DD-BF92A7D0C9D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649620" y="1196120"/>
                  <a:ext cx="142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1A4481A-C74A-8331-D5D2-857474A34D15}"/>
                    </a:ext>
                  </a:extLst>
                </p14:cNvPr>
                <p14:cNvContentPartPr/>
                <p14:nvPr/>
              </p14:nvContentPartPr>
              <p14:xfrm>
                <a:off x="5210780" y="1866440"/>
                <a:ext cx="102240" cy="109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1A4481A-C74A-8331-D5D2-857474A34D1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192780" y="1848440"/>
                  <a:ext cx="137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F86C9CC-D396-F732-513C-79D1F988F18C}"/>
                    </a:ext>
                  </a:extLst>
                </p14:cNvPr>
                <p14:cNvContentPartPr/>
                <p14:nvPr/>
              </p14:nvContentPartPr>
              <p14:xfrm>
                <a:off x="5387540" y="1860680"/>
                <a:ext cx="33480" cy="57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F86C9CC-D396-F732-513C-79D1F988F18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69540" y="1842680"/>
                  <a:ext cx="69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3B23F54-87AF-1B5D-1486-15C8AA946390}"/>
                    </a:ext>
                  </a:extLst>
                </p14:cNvPr>
                <p14:cNvContentPartPr/>
                <p14:nvPr/>
              </p14:nvContentPartPr>
              <p14:xfrm>
                <a:off x="5496980" y="1768880"/>
                <a:ext cx="55440" cy="154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3B23F54-87AF-1B5D-1486-15C8AA94639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79340" y="1751240"/>
                  <a:ext cx="91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93E6771-D852-C2D8-DD2F-7F03C3EDB6ED}"/>
                    </a:ext>
                  </a:extLst>
                </p14:cNvPr>
                <p14:cNvContentPartPr/>
                <p14:nvPr/>
              </p14:nvContentPartPr>
              <p14:xfrm>
                <a:off x="5486540" y="1820000"/>
                <a:ext cx="78480" cy="637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93E6771-D852-C2D8-DD2F-7F03C3EDB6E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468540" y="1802360"/>
                  <a:ext cx="114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DE17B97-C181-75ED-982C-FECEFB551F48}"/>
                    </a:ext>
                  </a:extLst>
                </p14:cNvPr>
                <p14:cNvContentPartPr/>
                <p14:nvPr/>
              </p14:nvContentPartPr>
              <p14:xfrm>
                <a:off x="5617580" y="1807760"/>
                <a:ext cx="37080" cy="71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DE17B97-C181-75ED-982C-FECEFB551F4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599940" y="1789760"/>
                  <a:ext cx="72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ABD005-10FF-29DC-EAC3-CE67ADCC10AC}"/>
                    </a:ext>
                  </a:extLst>
                </p14:cNvPr>
                <p14:cNvContentPartPr/>
                <p14:nvPr/>
              </p14:nvContentPartPr>
              <p14:xfrm>
                <a:off x="5590940" y="1722800"/>
                <a:ext cx="22320" cy="30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ABD005-10FF-29DC-EAC3-CE67ADCC10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73300" y="1704800"/>
                  <a:ext cx="57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48E5748-E2B0-00DD-9296-D3C4C6164C11}"/>
                    </a:ext>
                  </a:extLst>
                </p14:cNvPr>
                <p14:cNvContentPartPr/>
                <p14:nvPr/>
              </p14:nvContentPartPr>
              <p14:xfrm>
                <a:off x="5699660" y="1771040"/>
                <a:ext cx="69120" cy="795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48E5748-E2B0-00DD-9296-D3C4C6164C1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681660" y="1753400"/>
                  <a:ext cx="104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B4B85B-151E-50C7-5633-C0B311FC3135}"/>
                    </a:ext>
                  </a:extLst>
                </p14:cNvPr>
                <p14:cNvContentPartPr/>
                <p14:nvPr/>
              </p14:nvContentPartPr>
              <p14:xfrm>
                <a:off x="5836820" y="1765280"/>
                <a:ext cx="99360" cy="71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B4B85B-151E-50C7-5633-C0B311FC31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19180" y="1747640"/>
                  <a:ext cx="135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FAFBD94-ECA7-5671-7FF7-8D0C7343448E}"/>
                    </a:ext>
                  </a:extLst>
                </p14:cNvPr>
                <p14:cNvContentPartPr/>
                <p14:nvPr/>
              </p14:nvContentPartPr>
              <p14:xfrm>
                <a:off x="5974340" y="1651520"/>
                <a:ext cx="53640" cy="151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FAFBD94-ECA7-5671-7FF7-8D0C7343448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56340" y="1633880"/>
                  <a:ext cx="89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5ACC7A5-0270-D34C-C467-BC77D49D0110}"/>
                    </a:ext>
                  </a:extLst>
                </p14:cNvPr>
                <p14:cNvContentPartPr/>
                <p14:nvPr/>
              </p14:nvContentPartPr>
              <p14:xfrm>
                <a:off x="5986580" y="1686800"/>
                <a:ext cx="157680" cy="89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5ACC7A5-0270-D34C-C467-BC77D49D011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968940" y="1669160"/>
                  <a:ext cx="19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350F147-6B34-40C9-BC6C-15B481B5A8EE}"/>
                    </a:ext>
                  </a:extLst>
                </p14:cNvPr>
                <p14:cNvContentPartPr/>
                <p14:nvPr/>
              </p14:nvContentPartPr>
              <p14:xfrm>
                <a:off x="6117980" y="1586000"/>
                <a:ext cx="17280" cy="18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350F147-6B34-40C9-BC6C-15B481B5A8E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99980" y="1568360"/>
                  <a:ext cx="52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42F5905-F80C-0ABF-A2C3-FA726302A11A}"/>
                    </a:ext>
                  </a:extLst>
                </p14:cNvPr>
                <p14:cNvContentPartPr/>
                <p14:nvPr/>
              </p14:nvContentPartPr>
              <p14:xfrm>
                <a:off x="6246860" y="1638920"/>
                <a:ext cx="131040" cy="100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42F5905-F80C-0ABF-A2C3-FA726302A11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228860" y="1621280"/>
                  <a:ext cx="166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4FBC113-FEB7-94D1-732E-24D4C38F8179}"/>
                    </a:ext>
                  </a:extLst>
                </p14:cNvPr>
                <p14:cNvContentPartPr/>
                <p14:nvPr/>
              </p14:nvContentPartPr>
              <p14:xfrm>
                <a:off x="5571860" y="2039960"/>
                <a:ext cx="115920" cy="1882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4FBC113-FEB7-94D1-732E-24D4C38F817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553860" y="2022320"/>
                  <a:ext cx="151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F41E82A-E842-1D74-C807-CCF87302D120}"/>
                    </a:ext>
                  </a:extLst>
                </p14:cNvPr>
                <p14:cNvContentPartPr/>
                <p14:nvPr/>
              </p14:nvContentPartPr>
              <p14:xfrm>
                <a:off x="5662940" y="2005040"/>
                <a:ext cx="21600" cy="9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F41E82A-E842-1D74-C807-CCF87302D12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45300" y="1987400"/>
                  <a:ext cx="57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6CBC084-9E89-6283-28F9-FACA63CA9AC6}"/>
                    </a:ext>
                  </a:extLst>
                </p14:cNvPr>
                <p14:cNvContentPartPr/>
                <p14:nvPr/>
              </p14:nvContentPartPr>
              <p14:xfrm>
                <a:off x="5675540" y="2062640"/>
                <a:ext cx="256320" cy="112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6CBC084-9E89-6283-28F9-FACA63CA9AC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57900" y="2045000"/>
                  <a:ext cx="291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14B1D2B-6594-89C7-009E-5666EEAAA6A3}"/>
                    </a:ext>
                  </a:extLst>
                </p14:cNvPr>
                <p14:cNvContentPartPr/>
                <p14:nvPr/>
              </p14:nvContentPartPr>
              <p14:xfrm>
                <a:off x="6007460" y="1914320"/>
                <a:ext cx="177840" cy="171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14B1D2B-6594-89C7-009E-5666EEAAA6A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89460" y="1896680"/>
                  <a:ext cx="2134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09A75AA-931D-9DE2-376F-5DC60C64C2F5}"/>
                    </a:ext>
                  </a:extLst>
                </p14:cNvPr>
                <p14:cNvContentPartPr/>
                <p14:nvPr/>
              </p14:nvContentPartPr>
              <p14:xfrm>
                <a:off x="6138140" y="1955720"/>
                <a:ext cx="109800" cy="71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09A75AA-931D-9DE2-376F-5DC60C64C2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20140" y="1938080"/>
                  <a:ext cx="145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83A1F8-1723-7845-817E-8AAB6A5A2039}"/>
                    </a:ext>
                  </a:extLst>
                </p14:cNvPr>
                <p14:cNvContentPartPr/>
                <p14:nvPr/>
              </p14:nvContentPartPr>
              <p14:xfrm>
                <a:off x="6222020" y="1846280"/>
                <a:ext cx="43920" cy="41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83A1F8-1723-7845-817E-8AAB6A5A203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04020" y="1828280"/>
                  <a:ext cx="79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C8DF2F0-125D-60D9-F28D-DA9CB3375F9D}"/>
                    </a:ext>
                  </a:extLst>
                </p14:cNvPr>
                <p14:cNvContentPartPr/>
                <p14:nvPr/>
              </p14:nvContentPartPr>
              <p14:xfrm>
                <a:off x="6297260" y="1874720"/>
                <a:ext cx="139320" cy="60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C8DF2F0-125D-60D9-F28D-DA9CB3375F9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279620" y="1856720"/>
                  <a:ext cx="174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6755C88-BB00-BD00-7EAD-9022089FC4AA}"/>
                    </a:ext>
                  </a:extLst>
                </p14:cNvPr>
                <p14:cNvContentPartPr/>
                <p14:nvPr/>
              </p14:nvContentPartPr>
              <p14:xfrm>
                <a:off x="6521900" y="1890560"/>
                <a:ext cx="6840" cy="39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6755C88-BB00-BD00-7EAD-9022089FC4A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04260" y="1872560"/>
                  <a:ext cx="4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8AA56BB-73AF-9065-852F-30D159D1A42C}"/>
                    </a:ext>
                  </a:extLst>
                </p14:cNvPr>
                <p14:cNvContentPartPr/>
                <p14:nvPr/>
              </p14:nvContentPartPr>
              <p14:xfrm>
                <a:off x="7151900" y="636680"/>
                <a:ext cx="94320" cy="38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8AA56BB-73AF-9065-852F-30D159D1A42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33900" y="618680"/>
                  <a:ext cx="129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96D9AC9-914A-5A16-5E88-DBEB0D049DDD}"/>
                    </a:ext>
                  </a:extLst>
                </p14:cNvPr>
                <p14:cNvContentPartPr/>
                <p14:nvPr/>
              </p14:nvContentPartPr>
              <p14:xfrm>
                <a:off x="7173860" y="567560"/>
                <a:ext cx="76320" cy="150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96D9AC9-914A-5A16-5E88-DBEB0D049DD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156220" y="549920"/>
                  <a:ext cx="111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73A7C81-DE44-0F2A-C426-1DEF71C55B98}"/>
                    </a:ext>
                  </a:extLst>
                </p14:cNvPr>
                <p14:cNvContentPartPr/>
                <p14:nvPr/>
              </p14:nvContentPartPr>
              <p14:xfrm>
                <a:off x="7288700" y="555680"/>
                <a:ext cx="76680" cy="1141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73A7C81-DE44-0F2A-C426-1DEF71C55B9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271060" y="537680"/>
                  <a:ext cx="112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71F92FF-42B5-295D-D5D3-DE3F5BA45D4B}"/>
                    </a:ext>
                  </a:extLst>
                </p14:cNvPr>
                <p14:cNvContentPartPr/>
                <p14:nvPr/>
              </p14:nvContentPartPr>
              <p14:xfrm>
                <a:off x="7330100" y="423200"/>
                <a:ext cx="144360" cy="3970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71F92FF-42B5-295D-D5D3-DE3F5BA45D4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312100" y="405200"/>
                  <a:ext cx="18000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CBDD464-4924-2E90-79F1-2E7BD2EAD2E7}"/>
              </a:ext>
            </a:extLst>
          </p:cNvPr>
          <p:cNvGrpSpPr/>
          <p:nvPr/>
        </p:nvGrpSpPr>
        <p:grpSpPr>
          <a:xfrm>
            <a:off x="5196380" y="5386880"/>
            <a:ext cx="5783040" cy="1215720"/>
            <a:chOff x="5196380" y="5386880"/>
            <a:chExt cx="5783040" cy="12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915C1B4-D4E9-A244-428B-A24A58D7DE67}"/>
                    </a:ext>
                  </a:extLst>
                </p14:cNvPr>
                <p14:cNvContentPartPr/>
                <p14:nvPr/>
              </p14:nvContentPartPr>
              <p14:xfrm>
                <a:off x="5196380" y="5996360"/>
                <a:ext cx="263520" cy="442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915C1B4-D4E9-A244-428B-A24A58D7DE6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178740" y="5978720"/>
                  <a:ext cx="2991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8CC2AC-AEF2-73B4-8EE1-DA8797AC7957}"/>
                    </a:ext>
                  </a:extLst>
                </p14:cNvPr>
                <p14:cNvContentPartPr/>
                <p14:nvPr/>
              </p14:nvContentPartPr>
              <p14:xfrm>
                <a:off x="5650340" y="6176720"/>
                <a:ext cx="50400" cy="7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8CC2AC-AEF2-73B4-8EE1-DA8797AC795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632700" y="6158720"/>
                  <a:ext cx="86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3E79123-AAE6-8CC8-4E8C-23DB89BB928E}"/>
                    </a:ext>
                  </a:extLst>
                </p14:cNvPr>
                <p14:cNvContentPartPr/>
                <p14:nvPr/>
              </p14:nvContentPartPr>
              <p14:xfrm>
                <a:off x="5660780" y="6241880"/>
                <a:ext cx="14760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3E79123-AAE6-8CC8-4E8C-23DB89BB928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643140" y="6223880"/>
                  <a:ext cx="183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916340-2BA4-F880-E023-7BA717D2D633}"/>
                    </a:ext>
                  </a:extLst>
                </p14:cNvPr>
                <p14:cNvContentPartPr/>
                <p14:nvPr/>
              </p14:nvContentPartPr>
              <p14:xfrm>
                <a:off x="6064340" y="5942360"/>
                <a:ext cx="138240" cy="443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916340-2BA4-F880-E023-7BA717D2D63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46340" y="5924360"/>
                  <a:ext cx="173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5C16C05-C00D-E80F-3B64-E54BCD10FA02}"/>
                    </a:ext>
                  </a:extLst>
                </p14:cNvPr>
                <p14:cNvContentPartPr/>
                <p14:nvPr/>
              </p14:nvContentPartPr>
              <p14:xfrm>
                <a:off x="6013940" y="6156560"/>
                <a:ext cx="158400" cy="1094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5C16C05-C00D-E80F-3B64-E54BCD10FA0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995940" y="6138560"/>
                  <a:ext cx="194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B2C78AB-C73D-9626-59DE-F631CD1C752C}"/>
                    </a:ext>
                  </a:extLst>
                </p14:cNvPr>
                <p14:cNvContentPartPr/>
                <p14:nvPr/>
              </p14:nvContentPartPr>
              <p14:xfrm>
                <a:off x="6422900" y="5888000"/>
                <a:ext cx="217440" cy="413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B2C78AB-C73D-9626-59DE-F631CD1C752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04900" y="5870000"/>
                  <a:ext cx="2530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69E631DF-39B9-5440-1A31-A960842EB942}"/>
                    </a:ext>
                  </a:extLst>
                </p14:cNvPr>
                <p14:cNvContentPartPr/>
                <p14:nvPr/>
              </p14:nvContentPartPr>
              <p14:xfrm>
                <a:off x="6712340" y="6029480"/>
                <a:ext cx="222120" cy="144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69E631DF-39B9-5440-1A31-A960842EB94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694340" y="6011480"/>
                  <a:ext cx="257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2A559B1-5457-7224-4572-A4D6DCEE7D63}"/>
                    </a:ext>
                  </a:extLst>
                </p14:cNvPr>
                <p14:cNvContentPartPr/>
                <p14:nvPr/>
              </p14:nvContentPartPr>
              <p14:xfrm>
                <a:off x="7014020" y="6083120"/>
                <a:ext cx="51840" cy="80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2A559B1-5457-7224-4572-A4D6DCEE7D6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96380" y="6065480"/>
                  <a:ext cx="87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F215CC2-6437-A2E7-96FC-1D18B01006C4}"/>
                    </a:ext>
                  </a:extLst>
                </p14:cNvPr>
                <p14:cNvContentPartPr/>
                <p14:nvPr/>
              </p14:nvContentPartPr>
              <p14:xfrm>
                <a:off x="7026260" y="5954240"/>
                <a:ext cx="22680" cy="34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F215CC2-6437-A2E7-96FC-1D18B01006C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008620" y="5936240"/>
                  <a:ext cx="58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7DEB9C5-D755-0DA4-4E22-F0534E6D4C95}"/>
                    </a:ext>
                  </a:extLst>
                </p14:cNvPr>
                <p14:cNvContentPartPr/>
                <p14:nvPr/>
              </p14:nvContentPartPr>
              <p14:xfrm>
                <a:off x="7178540" y="5977280"/>
                <a:ext cx="142920" cy="1468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7DEB9C5-D755-0DA4-4E22-F0534E6D4C9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160900" y="5959280"/>
                  <a:ext cx="178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2C4F4CF-4450-7772-4F98-9802776EC450}"/>
                    </a:ext>
                  </a:extLst>
                </p14:cNvPr>
                <p14:cNvContentPartPr/>
                <p14:nvPr/>
              </p14:nvContentPartPr>
              <p14:xfrm>
                <a:off x="7497860" y="6068000"/>
                <a:ext cx="37440" cy="982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2C4F4CF-4450-7772-4F98-9802776EC45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479860" y="6050360"/>
                  <a:ext cx="73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BF8F876-F528-ED70-DFD8-3B3898D3E780}"/>
                    </a:ext>
                  </a:extLst>
                </p14:cNvPr>
                <p14:cNvContentPartPr/>
                <p14:nvPr/>
              </p14:nvContentPartPr>
              <p14:xfrm>
                <a:off x="7488140" y="5923280"/>
                <a:ext cx="38160" cy="309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BF8F876-F528-ED70-DFD8-3B3898D3E78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470500" y="5905640"/>
                  <a:ext cx="73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E753B43-5327-E6C8-CA34-5E8EA4F42930}"/>
                    </a:ext>
                  </a:extLst>
                </p14:cNvPr>
                <p14:cNvContentPartPr/>
                <p14:nvPr/>
              </p14:nvContentPartPr>
              <p14:xfrm>
                <a:off x="7703420" y="6005720"/>
                <a:ext cx="228960" cy="24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E753B43-5327-E6C8-CA34-5E8EA4F4293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685420" y="5988080"/>
                  <a:ext cx="264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48DC208-FB59-7D73-F96D-18A7968B1F0C}"/>
                    </a:ext>
                  </a:extLst>
                </p14:cNvPr>
                <p14:cNvContentPartPr/>
                <p14:nvPr/>
              </p14:nvContentPartPr>
              <p14:xfrm>
                <a:off x="7799180" y="5905640"/>
                <a:ext cx="86400" cy="2595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48DC208-FB59-7D73-F96D-18A7968B1F0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781180" y="5887640"/>
                  <a:ext cx="122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9795688-B7D0-5DCB-2A5E-22B249F853D5}"/>
                    </a:ext>
                  </a:extLst>
                </p14:cNvPr>
                <p14:cNvContentPartPr/>
                <p14:nvPr/>
              </p14:nvContentPartPr>
              <p14:xfrm>
                <a:off x="8155220" y="5861000"/>
                <a:ext cx="163080" cy="3027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9795688-B7D0-5DCB-2A5E-22B249F853D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137220" y="5843360"/>
                  <a:ext cx="198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3F81BC3-A197-C82C-6B0A-9E74ABD8A9A0}"/>
                    </a:ext>
                  </a:extLst>
                </p14:cNvPr>
                <p14:cNvContentPartPr/>
                <p14:nvPr/>
              </p14:nvContentPartPr>
              <p14:xfrm>
                <a:off x="8212100" y="5999600"/>
                <a:ext cx="132480" cy="1609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3F81BC3-A197-C82C-6B0A-9E74ABD8A9A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194460" y="5981600"/>
                  <a:ext cx="168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6C7775C-7F6C-E295-37E0-5C2C47FC5310}"/>
                    </a:ext>
                  </a:extLst>
                </p14:cNvPr>
                <p14:cNvContentPartPr/>
                <p14:nvPr/>
              </p14:nvContentPartPr>
              <p14:xfrm>
                <a:off x="8378060" y="5775320"/>
                <a:ext cx="172440" cy="476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6C7775C-7F6C-E295-37E0-5C2C47FC531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360420" y="5757680"/>
                  <a:ext cx="2080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B3CE2F2-FCD8-F2A0-3FBD-7A49AA3D737B}"/>
                    </a:ext>
                  </a:extLst>
                </p14:cNvPr>
                <p14:cNvContentPartPr/>
                <p14:nvPr/>
              </p14:nvContentPartPr>
              <p14:xfrm>
                <a:off x="8245220" y="6231080"/>
                <a:ext cx="1181520" cy="371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B3CE2F2-FCD8-F2A0-3FBD-7A49AA3D737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227220" y="6213440"/>
                  <a:ext cx="12171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81751F4-D1B0-38F6-B3CA-566A48150A97}"/>
                    </a:ext>
                  </a:extLst>
                </p14:cNvPr>
                <p14:cNvContentPartPr/>
                <p14:nvPr/>
              </p14:nvContentPartPr>
              <p14:xfrm>
                <a:off x="9266540" y="6174560"/>
                <a:ext cx="209520" cy="2127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81751F4-D1B0-38F6-B3CA-566A48150A9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248900" y="6156560"/>
                  <a:ext cx="245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EEE7390-256B-E7CD-4EEA-5D1A950EE8D4}"/>
                    </a:ext>
                  </a:extLst>
                </p14:cNvPr>
                <p14:cNvContentPartPr/>
                <p14:nvPr/>
              </p14:nvContentPartPr>
              <p14:xfrm>
                <a:off x="9724820" y="5737520"/>
                <a:ext cx="202320" cy="241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EEE7390-256B-E7CD-4EEA-5D1A950EE8D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707180" y="5719520"/>
                  <a:ext cx="237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931F567-9D92-86EE-18F0-3BD4CF25E9A0}"/>
                    </a:ext>
                  </a:extLst>
                </p14:cNvPr>
                <p14:cNvContentPartPr/>
                <p14:nvPr/>
              </p14:nvContentPartPr>
              <p14:xfrm>
                <a:off x="10070060" y="5879000"/>
                <a:ext cx="25560" cy="1065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931F567-9D92-86EE-18F0-3BD4CF25E9A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052060" y="5861000"/>
                  <a:ext cx="61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6E5D8D3-7DE9-7CE2-3795-7D85FD9EB383}"/>
                    </a:ext>
                  </a:extLst>
                </p14:cNvPr>
                <p14:cNvContentPartPr/>
                <p14:nvPr/>
              </p14:nvContentPartPr>
              <p14:xfrm>
                <a:off x="10048460" y="5728160"/>
                <a:ext cx="28080" cy="47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6E5D8D3-7DE9-7CE2-3795-7D85FD9EB38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030460" y="5710160"/>
                  <a:ext cx="63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583F604-C863-0414-0747-7307EC9B254F}"/>
                    </a:ext>
                  </a:extLst>
                </p14:cNvPr>
                <p14:cNvContentPartPr/>
                <p14:nvPr/>
              </p14:nvContentPartPr>
              <p14:xfrm>
                <a:off x="10205780" y="5807360"/>
                <a:ext cx="131400" cy="1227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583F604-C863-0414-0747-7307EC9B25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188140" y="5789720"/>
                  <a:ext cx="167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215BE8A-9669-19AF-13FF-EBDDF02B3B73}"/>
                    </a:ext>
                  </a:extLst>
                </p14:cNvPr>
                <p14:cNvContentPartPr/>
                <p14:nvPr/>
              </p14:nvContentPartPr>
              <p14:xfrm>
                <a:off x="10458140" y="5759840"/>
                <a:ext cx="110880" cy="217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215BE8A-9669-19AF-13FF-EBDDF02B3B7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440140" y="5742200"/>
                  <a:ext cx="146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BA70C1B-2215-C8E7-32C0-4C1E985B5DC0}"/>
                    </a:ext>
                  </a:extLst>
                </p14:cNvPr>
                <p14:cNvContentPartPr/>
                <p14:nvPr/>
              </p14:nvContentPartPr>
              <p14:xfrm>
                <a:off x="9582980" y="5386880"/>
                <a:ext cx="1396440" cy="857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BA70C1B-2215-C8E7-32C0-4C1E985B5DC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564980" y="5368880"/>
                  <a:ext cx="143208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DC4F7E6-88FF-C520-1B0F-42CB52DB3CE4}"/>
                    </a:ext>
                  </a:extLst>
                </p14:cNvPr>
                <p14:cNvContentPartPr/>
                <p14:nvPr/>
              </p14:nvContentPartPr>
              <p14:xfrm>
                <a:off x="9415220" y="5643200"/>
                <a:ext cx="223920" cy="633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DC4F7E6-88FF-C520-1B0F-42CB52DB3CE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397220" y="5625560"/>
                  <a:ext cx="259560" cy="66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585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Fundamental</a:t>
            </a:r>
            <a:r>
              <a:rPr spc="114" dirty="0"/>
              <a:t> </a:t>
            </a:r>
            <a:r>
              <a:rPr spc="55" dirty="0"/>
              <a:t>Unit</a:t>
            </a:r>
            <a:r>
              <a:rPr spc="15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4678171"/>
            <a:ext cx="98767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Many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different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functions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1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neuron,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three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most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4605" y="4955540"/>
            <a:ext cx="5621655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7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popular</a:t>
            </a:r>
            <a:r>
              <a:rPr sz="2600" spc="3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</a:t>
            </a:r>
            <a:endParaRPr sz="2600">
              <a:latin typeface="Calibri"/>
              <a:cs typeface="Calibri"/>
            </a:endParaRPr>
          </a:p>
          <a:p>
            <a:pPr marL="469265" indent="-227965">
              <a:lnSpc>
                <a:spcPts val="2350"/>
              </a:lnSpc>
              <a:buFont typeface="Arial"/>
              <a:buChar char="•"/>
              <a:tabLst>
                <a:tab pos="469265" algn="l"/>
              </a:tabLst>
            </a:pPr>
            <a:r>
              <a:rPr sz="2200" spc="45" dirty="0">
                <a:latin typeface="Calibri"/>
                <a:cs typeface="Calibri"/>
              </a:rPr>
              <a:t>Sigmoid: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(x)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1/(1+exp(-</a:t>
            </a:r>
            <a:r>
              <a:rPr sz="2200" spc="-25" dirty="0">
                <a:latin typeface="Calibri"/>
                <a:cs typeface="Calibri"/>
              </a:rPr>
              <a:t>x))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35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Rectified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Linear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(ReLU):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f(x)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max(0,x)</a:t>
            </a:r>
            <a:endParaRPr sz="2200">
              <a:latin typeface="Calibri"/>
              <a:cs typeface="Calibri"/>
            </a:endParaRPr>
          </a:p>
          <a:p>
            <a:pPr marL="469265" indent="-227965">
              <a:lnSpc>
                <a:spcPts val="2495"/>
              </a:lnSpc>
              <a:buFont typeface="Arial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tanh: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tanh(x)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dirty="0">
                <a:latin typeface="Symbol"/>
                <a:cs typeface="Symbol"/>
              </a:rPr>
              <a:t></a:t>
            </a:r>
            <a:r>
              <a:rPr sz="2200" dirty="0">
                <a:latin typeface="Calibri"/>
                <a:cs typeface="Calibri"/>
              </a:rPr>
              <a:t>(2x)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110" dirty="0">
                <a:latin typeface="Calibri"/>
                <a:cs typeface="Calibri"/>
              </a:rPr>
              <a:t>-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60039" y="4209745"/>
            <a:ext cx="5603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4" name="object 14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2010" y="4584827"/>
            <a:ext cx="11008360" cy="0"/>
          </a:xfrm>
          <a:custGeom>
            <a:avLst/>
            <a:gdLst/>
            <a:ahLst/>
            <a:cxnLst/>
            <a:rect l="l" t="t" r="r" b="b"/>
            <a:pathLst>
              <a:path w="11008360">
                <a:moveTo>
                  <a:pt x="0" y="0"/>
                </a:moveTo>
                <a:lnTo>
                  <a:pt x="11007915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C2D5A15-B379-DCBC-B025-FB408B90F2D7}"/>
              </a:ext>
            </a:extLst>
          </p:cNvPr>
          <p:cNvGrpSpPr/>
          <p:nvPr/>
        </p:nvGrpSpPr>
        <p:grpSpPr>
          <a:xfrm>
            <a:off x="6631340" y="690680"/>
            <a:ext cx="3895920" cy="1383120"/>
            <a:chOff x="6631340" y="690680"/>
            <a:chExt cx="3895920" cy="13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83C7291-A554-E225-AED4-4970F7272728}"/>
                    </a:ext>
                  </a:extLst>
                </p14:cNvPr>
                <p14:cNvContentPartPr/>
                <p14:nvPr/>
              </p14:nvContentPartPr>
              <p14:xfrm>
                <a:off x="7038860" y="1151120"/>
                <a:ext cx="258480" cy="426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83C7291-A554-E225-AED4-4970F72727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20860" y="1133120"/>
                  <a:ext cx="2941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32EAA9-1E9E-2639-B763-E5A4FCB59234}"/>
                    </a:ext>
                  </a:extLst>
                </p14:cNvPr>
                <p14:cNvContentPartPr/>
                <p14:nvPr/>
              </p14:nvContentPartPr>
              <p14:xfrm>
                <a:off x="7464740" y="1265600"/>
                <a:ext cx="100440" cy="27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32EAA9-1E9E-2639-B763-E5A4FCB592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46740" y="1247960"/>
                  <a:ext cx="136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94928BA-749E-AAA3-2FDD-B1D1D1B8D8E2}"/>
                    </a:ext>
                  </a:extLst>
                </p14:cNvPr>
                <p14:cNvContentPartPr/>
                <p14:nvPr/>
              </p14:nvContentPartPr>
              <p14:xfrm>
                <a:off x="7507220" y="1378280"/>
                <a:ext cx="76680" cy="2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94928BA-749E-AAA3-2FDD-B1D1D1B8D8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89580" y="1360280"/>
                  <a:ext cx="112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321086-592D-CC80-ADC0-C42BE4C158B2}"/>
                    </a:ext>
                  </a:extLst>
                </p14:cNvPr>
                <p14:cNvContentPartPr/>
                <p14:nvPr/>
              </p14:nvContentPartPr>
              <p14:xfrm>
                <a:off x="7841300" y="1056800"/>
                <a:ext cx="94680" cy="447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321086-592D-CC80-ADC0-C42BE4C158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23300" y="1039160"/>
                  <a:ext cx="1303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267047-8CE2-5017-6D46-9FBBECB3D817}"/>
                    </a:ext>
                  </a:extLst>
                </p14:cNvPr>
                <p14:cNvContentPartPr/>
                <p14:nvPr/>
              </p14:nvContentPartPr>
              <p14:xfrm>
                <a:off x="7758860" y="1265600"/>
                <a:ext cx="24552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267047-8CE2-5017-6D46-9FBBECB3D8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41220" y="1247960"/>
                  <a:ext cx="281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1B07D0-7943-7156-1A76-F617B6545D4C}"/>
                    </a:ext>
                  </a:extLst>
                </p14:cNvPr>
                <p14:cNvContentPartPr/>
                <p14:nvPr/>
              </p14:nvContentPartPr>
              <p14:xfrm>
                <a:off x="8150900" y="1087040"/>
                <a:ext cx="126720" cy="332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1B07D0-7943-7156-1A76-F617B6545D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32900" y="1069400"/>
                  <a:ext cx="1623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247350E-33E1-6A61-28E2-F3F52642748E}"/>
                    </a:ext>
                  </a:extLst>
                </p14:cNvPr>
                <p14:cNvContentPartPr/>
                <p14:nvPr/>
              </p14:nvContentPartPr>
              <p14:xfrm>
                <a:off x="8419100" y="1173440"/>
                <a:ext cx="245520" cy="183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247350E-33E1-6A61-28E2-F3F5264274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01460" y="1155800"/>
                  <a:ext cx="281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6D945B-A651-4E43-1471-4CB684EDC805}"/>
                    </a:ext>
                  </a:extLst>
                </p14:cNvPr>
                <p14:cNvContentPartPr/>
                <p14:nvPr/>
              </p14:nvContentPartPr>
              <p14:xfrm>
                <a:off x="8768300" y="1253360"/>
                <a:ext cx="28440" cy="139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6D945B-A651-4E43-1471-4CB684EDC8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50300" y="1235360"/>
                  <a:ext cx="64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4F89A3-136B-CFCB-CA94-4E3C07A46AB0}"/>
                    </a:ext>
                  </a:extLst>
                </p14:cNvPr>
                <p14:cNvContentPartPr/>
                <p14:nvPr/>
              </p14:nvContentPartPr>
              <p14:xfrm>
                <a:off x="8752820" y="1125200"/>
                <a:ext cx="4320" cy="2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4F89A3-136B-CFCB-CA94-4E3C07A46A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34820" y="1107200"/>
                  <a:ext cx="39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93A933-B1B7-32BC-1A74-432446620743}"/>
                    </a:ext>
                  </a:extLst>
                </p14:cNvPr>
                <p14:cNvContentPartPr/>
                <p14:nvPr/>
              </p14:nvContentPartPr>
              <p14:xfrm>
                <a:off x="8958020" y="1164800"/>
                <a:ext cx="183600" cy="173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93A933-B1B7-32BC-1A74-4324466207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0380" y="1147160"/>
                  <a:ext cx="219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369FC0-44AD-91DB-5CA2-40CEB116B96E}"/>
                    </a:ext>
                  </a:extLst>
                </p14:cNvPr>
                <p14:cNvContentPartPr/>
                <p14:nvPr/>
              </p14:nvContentPartPr>
              <p14:xfrm>
                <a:off x="9244940" y="1285400"/>
                <a:ext cx="17280" cy="144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369FC0-44AD-91DB-5CA2-40CEB116B9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6940" y="1267400"/>
                  <a:ext cx="52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B9228B-09C3-4DEB-5B2F-A5D423C5CF43}"/>
                    </a:ext>
                  </a:extLst>
                </p14:cNvPr>
                <p14:cNvContentPartPr/>
                <p14:nvPr/>
              </p14:nvContentPartPr>
              <p14:xfrm>
                <a:off x="9260420" y="1151120"/>
                <a:ext cx="13320" cy="32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B9228B-09C3-4DEB-5B2F-A5D423C5CF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42420" y="1133480"/>
                  <a:ext cx="48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E9729A-BE64-79A5-C1B4-A3FF0BD1CA0C}"/>
                    </a:ext>
                  </a:extLst>
                </p14:cNvPr>
                <p14:cNvContentPartPr/>
                <p14:nvPr/>
              </p14:nvContentPartPr>
              <p14:xfrm>
                <a:off x="9442220" y="1237160"/>
                <a:ext cx="214200" cy="13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E9729A-BE64-79A5-C1B4-A3FF0BD1CA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24220" y="1219160"/>
                  <a:ext cx="249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A78FB8C-0A8E-345E-CE52-38D521AB3115}"/>
                    </a:ext>
                  </a:extLst>
                </p14:cNvPr>
                <p14:cNvContentPartPr/>
                <p14:nvPr/>
              </p14:nvContentPartPr>
              <p14:xfrm>
                <a:off x="9562100" y="1138880"/>
                <a:ext cx="64800" cy="281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A78FB8C-0A8E-345E-CE52-38D521AB31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4460" y="1120880"/>
                  <a:ext cx="100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0D65BD-F51F-400C-1F99-2C2CDBA75939}"/>
                    </a:ext>
                  </a:extLst>
                </p14:cNvPr>
                <p14:cNvContentPartPr/>
                <p14:nvPr/>
              </p14:nvContentPartPr>
              <p14:xfrm>
                <a:off x="9876020" y="1154720"/>
                <a:ext cx="104760" cy="28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0D65BD-F51F-400C-1F99-2C2CDBA759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58020" y="1137080"/>
                  <a:ext cx="140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C6FAC0D-A229-5FF2-A384-00BDA1BF6FE6}"/>
                    </a:ext>
                  </a:extLst>
                </p14:cNvPr>
                <p14:cNvContentPartPr/>
                <p14:nvPr/>
              </p14:nvContentPartPr>
              <p14:xfrm>
                <a:off x="9867380" y="1292960"/>
                <a:ext cx="166320" cy="16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C6FAC0D-A229-5FF2-A384-00BDA1BF6F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49380" y="1274960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38C486-7B3F-0AAA-68FD-C8615D225067}"/>
                    </a:ext>
                  </a:extLst>
                </p14:cNvPr>
                <p14:cNvContentPartPr/>
                <p14:nvPr/>
              </p14:nvContentPartPr>
              <p14:xfrm>
                <a:off x="10121900" y="1059680"/>
                <a:ext cx="177480" cy="608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B38C486-7B3F-0AAA-68FD-C8615D2250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03900" y="1041680"/>
                  <a:ext cx="21312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5D1D6F-7814-30AA-0B28-002842F65941}"/>
                    </a:ext>
                  </a:extLst>
                </p14:cNvPr>
                <p14:cNvContentPartPr/>
                <p14:nvPr/>
              </p14:nvContentPartPr>
              <p14:xfrm>
                <a:off x="6710900" y="778160"/>
                <a:ext cx="83160" cy="104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5D1D6F-7814-30AA-0B28-002842F659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92900" y="760160"/>
                  <a:ext cx="11880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F04D4D-84F0-7A0A-0BEA-D55DD2488961}"/>
                    </a:ext>
                  </a:extLst>
                </p14:cNvPr>
                <p14:cNvContentPartPr/>
                <p14:nvPr/>
              </p14:nvContentPartPr>
              <p14:xfrm>
                <a:off x="6631340" y="710480"/>
                <a:ext cx="3356280" cy="222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F04D4D-84F0-7A0A-0BEA-D55DD24889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13700" y="692480"/>
                  <a:ext cx="3391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341E87-98C3-1797-7D79-867F95CD76FD}"/>
                    </a:ext>
                  </a:extLst>
                </p14:cNvPr>
                <p14:cNvContentPartPr/>
                <p14:nvPr/>
              </p14:nvContentPartPr>
              <p14:xfrm>
                <a:off x="6893780" y="690680"/>
                <a:ext cx="3633480" cy="1383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341E87-98C3-1797-7D79-867F95CD76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75780" y="673040"/>
                  <a:ext cx="3669120" cy="141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4A1CFD-E28F-BC67-81E9-CA41C848B1D5}"/>
              </a:ext>
            </a:extLst>
          </p:cNvPr>
          <p:cNvGrpSpPr/>
          <p:nvPr/>
        </p:nvGrpSpPr>
        <p:grpSpPr>
          <a:xfrm>
            <a:off x="8235500" y="2572760"/>
            <a:ext cx="2240280" cy="577800"/>
            <a:chOff x="8235500" y="2572760"/>
            <a:chExt cx="224028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E1C212-7BD1-E77B-432E-CAF0D6000316}"/>
                    </a:ext>
                  </a:extLst>
                </p14:cNvPr>
                <p14:cNvContentPartPr/>
                <p14:nvPr/>
              </p14:nvContentPartPr>
              <p14:xfrm>
                <a:off x="8365820" y="2590400"/>
                <a:ext cx="159480" cy="560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E1C212-7BD1-E77B-432E-CAF0D60003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47820" y="2572400"/>
                  <a:ext cx="1951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F2733C-12E2-8F18-07FC-09BCFDC1A30C}"/>
                    </a:ext>
                  </a:extLst>
                </p14:cNvPr>
                <p14:cNvContentPartPr/>
                <p14:nvPr/>
              </p14:nvContentPartPr>
              <p14:xfrm>
                <a:off x="8235500" y="2871200"/>
                <a:ext cx="229320" cy="77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F2733C-12E2-8F18-07FC-09BCFDC1A3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17860" y="2853560"/>
                  <a:ext cx="264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83E048-23FA-BE6E-244E-5F86A6AA27ED}"/>
                    </a:ext>
                  </a:extLst>
                </p14:cNvPr>
                <p14:cNvContentPartPr/>
                <p14:nvPr/>
              </p14:nvContentPartPr>
              <p14:xfrm>
                <a:off x="8721140" y="2742680"/>
                <a:ext cx="270000" cy="36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83E048-23FA-BE6E-244E-5F86A6AA27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03140" y="2724680"/>
                  <a:ext cx="3056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DC18B7-CAC2-4453-6153-0EA823D9D1E0}"/>
                    </a:ext>
                  </a:extLst>
                </p14:cNvPr>
                <p14:cNvContentPartPr/>
                <p14:nvPr/>
              </p14:nvContentPartPr>
              <p14:xfrm>
                <a:off x="9144860" y="2860040"/>
                <a:ext cx="13320" cy="166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DC18B7-CAC2-4453-6153-0EA823D9D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7220" y="2842400"/>
                  <a:ext cx="48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4BB3F0-C4C3-0338-EE1F-4678F937CB3D}"/>
                    </a:ext>
                  </a:extLst>
                </p14:cNvPr>
                <p14:cNvContentPartPr/>
                <p14:nvPr/>
              </p14:nvContentPartPr>
              <p14:xfrm>
                <a:off x="9076460" y="2737280"/>
                <a:ext cx="2448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4BB3F0-C4C3-0338-EE1F-4678F937CB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8820" y="2719280"/>
                  <a:ext cx="60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6F76F4-B94B-B986-9006-B063BFCCBA42}"/>
                    </a:ext>
                  </a:extLst>
                </p14:cNvPr>
                <p14:cNvContentPartPr/>
                <p14:nvPr/>
              </p14:nvContentPartPr>
              <p14:xfrm>
                <a:off x="9270860" y="2847440"/>
                <a:ext cx="146880" cy="10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6F76F4-B94B-B986-9006-B063BFCCBA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53220" y="2829800"/>
                  <a:ext cx="182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FD53B8-C99C-72AB-4E20-4F6D6872F12D}"/>
                    </a:ext>
                  </a:extLst>
                </p14:cNvPr>
                <p14:cNvContentPartPr/>
                <p14:nvPr/>
              </p14:nvContentPartPr>
              <p14:xfrm>
                <a:off x="9555620" y="2854280"/>
                <a:ext cx="53640" cy="168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FD53B8-C99C-72AB-4E20-4F6D6872F1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37980" y="2836280"/>
                  <a:ext cx="89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71210B-933D-1F1D-D658-7BB3EC845A3B}"/>
                    </a:ext>
                  </a:extLst>
                </p14:cNvPr>
                <p14:cNvContentPartPr/>
                <p14:nvPr/>
              </p14:nvContentPartPr>
              <p14:xfrm>
                <a:off x="9557060" y="2815040"/>
                <a:ext cx="123840" cy="89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71210B-933D-1F1D-D658-7BB3EC845A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39420" y="2797040"/>
                  <a:ext cx="159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41034B8-AD55-D55D-F6BE-268558D21A0B}"/>
                    </a:ext>
                  </a:extLst>
                </p14:cNvPr>
                <p14:cNvContentPartPr/>
                <p14:nvPr/>
              </p14:nvContentPartPr>
              <p14:xfrm>
                <a:off x="9805460" y="2822600"/>
                <a:ext cx="135720" cy="7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41034B8-AD55-D55D-F6BE-268558D21A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87820" y="2804960"/>
                  <a:ext cx="171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D229861-37BF-36FE-0B7C-852DEC12B961}"/>
                    </a:ext>
                  </a:extLst>
                </p14:cNvPr>
                <p14:cNvContentPartPr/>
                <p14:nvPr/>
              </p14:nvContentPartPr>
              <p14:xfrm>
                <a:off x="10091660" y="2650520"/>
                <a:ext cx="124920" cy="264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D229861-37BF-36FE-0B7C-852DEC12B9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73660" y="2632880"/>
                  <a:ext cx="160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A805A24-2494-3AC6-408F-69B01318C792}"/>
                    </a:ext>
                  </a:extLst>
                </p14:cNvPr>
                <p14:cNvContentPartPr/>
                <p14:nvPr/>
              </p14:nvContentPartPr>
              <p14:xfrm>
                <a:off x="10054580" y="2727560"/>
                <a:ext cx="85320" cy="58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A805A24-2494-3AC6-408F-69B01318C7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36940" y="2709920"/>
                  <a:ext cx="120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0403CD-8F97-25E1-45E4-7360DCDA732F}"/>
                    </a:ext>
                  </a:extLst>
                </p14:cNvPr>
                <p14:cNvContentPartPr/>
                <p14:nvPr/>
              </p14:nvContentPartPr>
              <p14:xfrm>
                <a:off x="10327460" y="2572760"/>
                <a:ext cx="148320" cy="470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0403CD-8F97-25E1-45E4-7360DCDA73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09820" y="2555120"/>
                  <a:ext cx="183960" cy="50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10FBEB4-EA02-E297-553B-8CBD7A7EB247}"/>
              </a:ext>
            </a:extLst>
          </p:cNvPr>
          <p:cNvGrpSpPr/>
          <p:nvPr/>
        </p:nvGrpSpPr>
        <p:grpSpPr>
          <a:xfrm>
            <a:off x="8439620" y="3341720"/>
            <a:ext cx="1890720" cy="1444680"/>
            <a:chOff x="8439620" y="3341720"/>
            <a:chExt cx="1890720" cy="144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F469685-9638-9AA0-4ABB-0D75823C9F4B}"/>
                    </a:ext>
                  </a:extLst>
                </p14:cNvPr>
                <p14:cNvContentPartPr/>
                <p14:nvPr/>
              </p14:nvContentPartPr>
              <p14:xfrm>
                <a:off x="8514860" y="3341720"/>
                <a:ext cx="32400" cy="286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F469685-9638-9AA0-4ABB-0D75823C9F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96860" y="3324080"/>
                  <a:ext cx="68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DCE8620-9ECE-18EC-54BB-BB737C0D084F}"/>
                    </a:ext>
                  </a:extLst>
                </p14:cNvPr>
                <p14:cNvContentPartPr/>
                <p14:nvPr/>
              </p14:nvContentPartPr>
              <p14:xfrm>
                <a:off x="8439620" y="3519560"/>
                <a:ext cx="214200" cy="133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DCE8620-9ECE-18EC-54BB-BB737C0D08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21980" y="3501560"/>
                  <a:ext cx="249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227675-CCBE-31C1-4F4C-30831FA75556}"/>
                    </a:ext>
                  </a:extLst>
                </p14:cNvPr>
                <p14:cNvContentPartPr/>
                <p14:nvPr/>
              </p14:nvContentPartPr>
              <p14:xfrm>
                <a:off x="8988260" y="3612440"/>
                <a:ext cx="87840" cy="19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227675-CCBE-31C1-4F4C-30831FA755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70620" y="3594440"/>
                  <a:ext cx="123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8F90AF-ECBF-4962-11BC-EBE6F3F30995}"/>
                    </a:ext>
                  </a:extLst>
                </p14:cNvPr>
                <p14:cNvContentPartPr/>
                <p14:nvPr/>
              </p14:nvContentPartPr>
              <p14:xfrm>
                <a:off x="9174020" y="3724760"/>
                <a:ext cx="4320" cy="6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8F90AF-ECBF-4962-11BC-EBE6F3F309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56380" y="3707120"/>
                  <a:ext cx="39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58D468-727D-7D23-D68A-68F484A0E8A6}"/>
                    </a:ext>
                  </a:extLst>
                </p14:cNvPr>
                <p14:cNvContentPartPr/>
                <p14:nvPr/>
              </p14:nvContentPartPr>
              <p14:xfrm>
                <a:off x="9181940" y="3584720"/>
                <a:ext cx="2520" cy="1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58D468-727D-7D23-D68A-68F484A0E8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64300" y="3567080"/>
                  <a:ext cx="3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59A92EA-AC91-4FA9-6650-863D61E148FB}"/>
                    </a:ext>
                  </a:extLst>
                </p14:cNvPr>
                <p14:cNvContentPartPr/>
                <p14:nvPr/>
              </p14:nvContentPartPr>
              <p14:xfrm>
                <a:off x="9305780" y="3728000"/>
                <a:ext cx="157320" cy="128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59A92EA-AC91-4FA9-6650-863D61E148F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88140" y="3710000"/>
                  <a:ext cx="19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862EAA-25B7-6A02-3435-E4C6FF60564C}"/>
                    </a:ext>
                  </a:extLst>
                </p14:cNvPr>
                <p14:cNvContentPartPr/>
                <p14:nvPr/>
              </p14:nvContentPartPr>
              <p14:xfrm>
                <a:off x="9557780" y="3670400"/>
                <a:ext cx="224280" cy="106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862EAA-25B7-6A02-3435-E4C6FF60564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39780" y="3652400"/>
                  <a:ext cx="259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C814FB-9185-02ED-FBFE-9905E31006F5}"/>
                    </a:ext>
                  </a:extLst>
                </p14:cNvPr>
                <p14:cNvContentPartPr/>
                <p14:nvPr/>
              </p14:nvContentPartPr>
              <p14:xfrm>
                <a:off x="9906620" y="3655280"/>
                <a:ext cx="70200" cy="95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C814FB-9185-02ED-FBFE-9905E31006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88980" y="3637640"/>
                  <a:ext cx="105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B02B26-89CE-EBA0-6277-FBEA1883EAF7}"/>
                    </a:ext>
                  </a:extLst>
                </p14:cNvPr>
                <p14:cNvContentPartPr/>
                <p14:nvPr/>
              </p14:nvContentPartPr>
              <p14:xfrm>
                <a:off x="10075460" y="3669320"/>
                <a:ext cx="25560" cy="81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1B02B26-89CE-EBA0-6277-FBEA1883EA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57460" y="3651320"/>
                  <a:ext cx="61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AC101D-D75C-D3AB-EBD4-7ECA3B3A5E9C}"/>
                    </a:ext>
                  </a:extLst>
                </p14:cNvPr>
                <p14:cNvContentPartPr/>
                <p14:nvPr/>
              </p14:nvContentPartPr>
              <p14:xfrm>
                <a:off x="10076540" y="3530720"/>
                <a:ext cx="25560" cy="35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AC101D-D75C-D3AB-EBD4-7ECA3B3A5E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58540" y="3512720"/>
                  <a:ext cx="61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9182156-3CD1-4EC4-E723-08974F6BCE80}"/>
                    </a:ext>
                  </a:extLst>
                </p14:cNvPr>
                <p14:cNvContentPartPr/>
                <p14:nvPr/>
              </p14:nvContentPartPr>
              <p14:xfrm>
                <a:off x="10212260" y="3643400"/>
                <a:ext cx="79200" cy="89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9182156-3CD1-4EC4-E723-08974F6BCE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94620" y="3625400"/>
                  <a:ext cx="114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1DF2B8-011D-25D7-C6A7-448D3FD977EB}"/>
                    </a:ext>
                  </a:extLst>
                </p14:cNvPr>
                <p14:cNvContentPartPr/>
                <p14:nvPr/>
              </p14:nvContentPartPr>
              <p14:xfrm>
                <a:off x="10271660" y="3519200"/>
                <a:ext cx="58680" cy="19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1DF2B8-011D-25D7-C6A7-448D3FD977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54020" y="3501560"/>
                  <a:ext cx="94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E7D2D51-77BE-098A-0688-CFF6BCE1AE7E}"/>
                    </a:ext>
                  </a:extLst>
                </p14:cNvPr>
                <p14:cNvContentPartPr/>
                <p14:nvPr/>
              </p14:nvContentPartPr>
              <p14:xfrm>
                <a:off x="8762900" y="3722960"/>
                <a:ext cx="5400" cy="139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7D2D51-77BE-098A-0688-CFF6BCE1AE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44900" y="3704960"/>
                  <a:ext cx="41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1C53AD-99E4-314D-25F3-1930A31CC359}"/>
                    </a:ext>
                  </a:extLst>
                </p14:cNvPr>
                <p14:cNvContentPartPr/>
                <p14:nvPr/>
              </p14:nvContentPartPr>
              <p14:xfrm>
                <a:off x="8662820" y="3550520"/>
                <a:ext cx="243720" cy="407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1C53AD-99E4-314D-25F3-1930A31CC35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45180" y="3532520"/>
                  <a:ext cx="2793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E746FB-613B-D1F9-FA0F-52EDCBBA5C29}"/>
                    </a:ext>
                  </a:extLst>
                </p14:cNvPr>
                <p14:cNvContentPartPr/>
                <p14:nvPr/>
              </p14:nvContentPartPr>
              <p14:xfrm>
                <a:off x="8772980" y="4069640"/>
                <a:ext cx="111240" cy="128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E746FB-613B-D1F9-FA0F-52EDCBBA5C2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54980" y="4051640"/>
                  <a:ext cx="146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AAB921-4E21-CDE1-3956-BADEB6BF432C}"/>
                    </a:ext>
                  </a:extLst>
                </p14:cNvPr>
                <p14:cNvContentPartPr/>
                <p14:nvPr/>
              </p14:nvContentPartPr>
              <p14:xfrm>
                <a:off x="8724020" y="3992600"/>
                <a:ext cx="313200" cy="348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AAB921-4E21-CDE1-3956-BADEB6BF43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06380" y="3974600"/>
                  <a:ext cx="3488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6023D6-B035-B643-BF33-852F63FF35DE}"/>
                    </a:ext>
                  </a:extLst>
                </p14:cNvPr>
                <p14:cNvContentPartPr/>
                <p14:nvPr/>
              </p14:nvContentPartPr>
              <p14:xfrm>
                <a:off x="9302540" y="4077920"/>
                <a:ext cx="55440" cy="167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6023D6-B035-B643-BF33-852F63FF35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84900" y="4059920"/>
                  <a:ext cx="91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F749F3F-BE20-A9EB-FCA5-2D6BC43EA2D0}"/>
                    </a:ext>
                  </a:extLst>
                </p14:cNvPr>
                <p14:cNvContentPartPr/>
                <p14:nvPr/>
              </p14:nvContentPartPr>
              <p14:xfrm>
                <a:off x="9339620" y="3988640"/>
                <a:ext cx="117360" cy="165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F749F3F-BE20-A9EB-FCA5-2D6BC43EA2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21980" y="3970640"/>
                  <a:ext cx="153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AB5048-66FA-5BC0-5BA7-9488E335C737}"/>
                    </a:ext>
                  </a:extLst>
                </p14:cNvPr>
                <p14:cNvContentPartPr/>
                <p14:nvPr/>
              </p14:nvContentPartPr>
              <p14:xfrm>
                <a:off x="9545540" y="4054160"/>
                <a:ext cx="65160" cy="10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AB5048-66FA-5BC0-5BA7-9488E335C7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27900" y="4036520"/>
                  <a:ext cx="100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E4BFE35-E6F9-EF37-5BF2-B7F8853EFC52}"/>
                    </a:ext>
                  </a:extLst>
                </p14:cNvPr>
                <p14:cNvContentPartPr/>
                <p14:nvPr/>
              </p14:nvContentPartPr>
              <p14:xfrm>
                <a:off x="9720860" y="3968840"/>
                <a:ext cx="102960" cy="201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E4BFE35-E6F9-EF37-5BF2-B7F8853EFC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03220" y="3951200"/>
                  <a:ext cx="138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BBEDD7-3589-4C8B-0A59-16FF55E7CECE}"/>
                    </a:ext>
                  </a:extLst>
                </p14:cNvPr>
                <p14:cNvContentPartPr/>
                <p14:nvPr/>
              </p14:nvContentPartPr>
              <p14:xfrm>
                <a:off x="9923180" y="3986120"/>
                <a:ext cx="180360" cy="119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BBEDD7-3589-4C8B-0A59-16FF55E7CEC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05180" y="3968480"/>
                  <a:ext cx="216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1732AF0-1B55-6E25-08A4-F1B861C8758B}"/>
                    </a:ext>
                  </a:extLst>
                </p14:cNvPr>
                <p14:cNvContentPartPr/>
                <p14:nvPr/>
              </p14:nvContentPartPr>
              <p14:xfrm>
                <a:off x="9225860" y="4437200"/>
                <a:ext cx="119160" cy="165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1732AF0-1B55-6E25-08A4-F1B861C875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07860" y="4419200"/>
                  <a:ext cx="154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0F4DE2-13D0-B628-C46E-E94BACF415EA}"/>
                    </a:ext>
                  </a:extLst>
                </p14:cNvPr>
                <p14:cNvContentPartPr/>
                <p14:nvPr/>
              </p14:nvContentPartPr>
              <p14:xfrm>
                <a:off x="9144140" y="4328840"/>
                <a:ext cx="370800" cy="45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0F4DE2-13D0-B628-C46E-E94BACF415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26140" y="4310840"/>
                  <a:ext cx="40644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8A64348-659B-B9B5-0C47-8205FCA585E1}"/>
              </a:ext>
            </a:extLst>
          </p:cNvPr>
          <p:cNvGrpSpPr/>
          <p:nvPr/>
        </p:nvGrpSpPr>
        <p:grpSpPr>
          <a:xfrm>
            <a:off x="9791780" y="4225520"/>
            <a:ext cx="861120" cy="362160"/>
            <a:chOff x="9791780" y="4225520"/>
            <a:chExt cx="86112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5986EC7-3C01-ED86-F33C-67B29247C212}"/>
                    </a:ext>
                  </a:extLst>
                </p14:cNvPr>
                <p14:cNvContentPartPr/>
                <p14:nvPr/>
              </p14:nvContentPartPr>
              <p14:xfrm>
                <a:off x="9791780" y="4343240"/>
                <a:ext cx="120600" cy="244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5986EC7-3C01-ED86-F33C-67B29247C21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73780" y="4325240"/>
                  <a:ext cx="156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3924E8B-E469-D6ED-28A0-C2F343DCB15B}"/>
                    </a:ext>
                  </a:extLst>
                </p14:cNvPr>
                <p14:cNvContentPartPr/>
                <p14:nvPr/>
              </p14:nvContentPartPr>
              <p14:xfrm>
                <a:off x="9794660" y="4457000"/>
                <a:ext cx="85320" cy="26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3924E8B-E469-D6ED-28A0-C2F343DCB1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77020" y="4439360"/>
                  <a:ext cx="1209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992534-75F6-D701-0732-EA234FDE7BB8}"/>
                    </a:ext>
                  </a:extLst>
                </p14:cNvPr>
                <p14:cNvContentPartPr/>
                <p14:nvPr/>
              </p14:nvContentPartPr>
              <p14:xfrm>
                <a:off x="10008860" y="4415960"/>
                <a:ext cx="149760" cy="11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992534-75F6-D701-0732-EA234FDE7B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90860" y="4397960"/>
                  <a:ext cx="185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117EF5-E281-7B3D-15B4-2B19F953E70A}"/>
                    </a:ext>
                  </a:extLst>
                </p14:cNvPr>
                <p14:cNvContentPartPr/>
                <p14:nvPr/>
              </p14:nvContentPartPr>
              <p14:xfrm>
                <a:off x="10220540" y="4399400"/>
                <a:ext cx="98280" cy="90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117EF5-E281-7B3D-15B4-2B19F953E70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02900" y="4381400"/>
                  <a:ext cx="133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D43FBEE-E7C8-05C9-764B-A7814048C129}"/>
                    </a:ext>
                  </a:extLst>
                </p14:cNvPr>
                <p14:cNvContentPartPr/>
                <p14:nvPr/>
              </p14:nvContentPartPr>
              <p14:xfrm>
                <a:off x="10389380" y="4225520"/>
                <a:ext cx="263520" cy="288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D43FBEE-E7C8-05C9-764B-A7814048C12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71380" y="4207880"/>
                  <a:ext cx="299160" cy="32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911DDD6-9E77-F51B-93B3-CA4A1F94BE45}"/>
                  </a:ext>
                </a:extLst>
              </p14:cNvPr>
              <p14:cNvContentPartPr/>
              <p14:nvPr/>
            </p14:nvContentPartPr>
            <p14:xfrm>
              <a:off x="8667140" y="3393560"/>
              <a:ext cx="1839600" cy="5248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911DDD6-9E77-F51B-93B3-CA4A1F94BE4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13140" y="3285560"/>
                <a:ext cx="1947240" cy="74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9740-9DFA-93FA-40D7-334D5916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C982A-B1D4-D67C-550D-C8E674D98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4986"/>
            <a:ext cx="103282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60" dirty="0"/>
              <a:t>Activation functions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55" dirty="0"/>
              <a:t>Neural</a:t>
            </a:r>
            <a:r>
              <a:rPr spc="12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27" name="Picture 26" descr="A graph of a function&#10;&#10;AI-generated content may be incorrect.">
            <a:extLst>
              <a:ext uri="{FF2B5EF4-FFF2-40B4-BE49-F238E27FC236}">
                <a16:creationId xmlns:a16="http://schemas.microsoft.com/office/drawing/2014/main" id="{B03C7CE8-52F0-3BD1-00D8-65FC3134CB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3614936" cy="2743200"/>
          </a:xfrm>
          <a:prstGeom prst="rect">
            <a:avLst/>
          </a:prstGeom>
        </p:spPr>
      </p:pic>
      <p:pic>
        <p:nvPicPr>
          <p:cNvPr id="29" name="Picture 28" descr="A graph with a line&#10;&#10;AI-generated content may be incorrect.">
            <a:extLst>
              <a:ext uri="{FF2B5EF4-FFF2-40B4-BE49-F238E27FC236}">
                <a16:creationId xmlns:a16="http://schemas.microsoft.com/office/drawing/2014/main" id="{57DB25D7-BAE3-E3FE-847C-429BA2E867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1066800"/>
            <a:ext cx="3725633" cy="27432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7456E9DE-BBFE-6571-975C-16F7608D13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066800"/>
            <a:ext cx="3895137" cy="2743200"/>
          </a:xfrm>
          <a:prstGeom prst="rect">
            <a:avLst/>
          </a:prstGeom>
        </p:spPr>
      </p:pic>
      <p:pic>
        <p:nvPicPr>
          <p:cNvPr id="33" name="Picture 3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ED5E9EA-A69C-6AF5-D6D8-DB0D205A78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51" y="3996739"/>
            <a:ext cx="4275190" cy="1303133"/>
          </a:xfrm>
          <a:prstGeom prst="rect">
            <a:avLst/>
          </a:prstGeom>
        </p:spPr>
      </p:pic>
      <p:pic>
        <p:nvPicPr>
          <p:cNvPr id="35" name="Picture 3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46599FD-E2EA-6E3D-9A4C-0B6206306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76" y="4080566"/>
            <a:ext cx="3482642" cy="1181202"/>
          </a:xfrm>
          <a:prstGeom prst="rect">
            <a:avLst/>
          </a:prstGeom>
        </p:spPr>
      </p:pic>
      <p:pic>
        <p:nvPicPr>
          <p:cNvPr id="37" name="Picture 36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3849239B-7D71-1838-C5DE-4CD053CE83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941" y="4103428"/>
            <a:ext cx="4092295" cy="115834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AC90DD7-030E-3616-014B-41943DC91CF8}"/>
              </a:ext>
            </a:extLst>
          </p:cNvPr>
          <p:cNvGrpSpPr/>
          <p:nvPr/>
        </p:nvGrpSpPr>
        <p:grpSpPr>
          <a:xfrm>
            <a:off x="7208060" y="270560"/>
            <a:ext cx="2410920" cy="1039320"/>
            <a:chOff x="7208060" y="270560"/>
            <a:chExt cx="2410920" cy="10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B8452F-E743-99BD-EE81-105AEC766637}"/>
                    </a:ext>
                  </a:extLst>
                </p14:cNvPr>
                <p14:cNvContentPartPr/>
                <p14:nvPr/>
              </p14:nvContentPartPr>
              <p14:xfrm>
                <a:off x="8466620" y="270560"/>
                <a:ext cx="546840" cy="44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B8452F-E743-99BD-EE81-105AEC7666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48980" y="252920"/>
                  <a:ext cx="58248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B35782-5375-95B3-EA43-76437A50B7E6}"/>
                    </a:ext>
                  </a:extLst>
                </p14:cNvPr>
                <p14:cNvContentPartPr/>
                <p14:nvPr/>
              </p14:nvContentPartPr>
              <p14:xfrm>
                <a:off x="8658860" y="389360"/>
                <a:ext cx="184320" cy="169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B35782-5375-95B3-EA43-76437A50B7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40860" y="371720"/>
                  <a:ext cx="219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B42D0D-AA1A-2373-6B7C-A212117ADDCC}"/>
                    </a:ext>
                  </a:extLst>
                </p14:cNvPr>
                <p14:cNvContentPartPr/>
                <p14:nvPr/>
              </p14:nvContentPartPr>
              <p14:xfrm>
                <a:off x="7208060" y="498440"/>
                <a:ext cx="1211760" cy="22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B42D0D-AA1A-2373-6B7C-A212117ADD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90060" y="480800"/>
                  <a:ext cx="12474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8653BE-157D-6AA8-5783-E0DA50C07CA3}"/>
                    </a:ext>
                  </a:extLst>
                </p14:cNvPr>
                <p14:cNvContentPartPr/>
                <p14:nvPr/>
              </p14:nvContentPartPr>
              <p14:xfrm>
                <a:off x="7622420" y="638840"/>
                <a:ext cx="212760" cy="36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8653BE-157D-6AA8-5783-E0DA50C07C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04420" y="620840"/>
                  <a:ext cx="248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A1B5E4-E524-EB92-EE21-64388C47D06B}"/>
                    </a:ext>
                  </a:extLst>
                </p14:cNvPr>
                <p14:cNvContentPartPr/>
                <p14:nvPr/>
              </p14:nvContentPartPr>
              <p14:xfrm>
                <a:off x="7679660" y="636680"/>
                <a:ext cx="203040" cy="14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A1B5E4-E524-EB92-EE21-64388C47D0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62020" y="618680"/>
                  <a:ext cx="238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D44050-55DF-ECBA-1E79-A1D7DD9EFCC7}"/>
                    </a:ext>
                  </a:extLst>
                </p14:cNvPr>
                <p14:cNvContentPartPr/>
                <p14:nvPr/>
              </p14:nvContentPartPr>
              <p14:xfrm>
                <a:off x="8064860" y="584840"/>
                <a:ext cx="108720" cy="22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D44050-55DF-ECBA-1E79-A1D7DD9EFC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46860" y="566840"/>
                  <a:ext cx="144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26630E-A1DC-D8AE-0A89-EA0D5785F7AF}"/>
                    </a:ext>
                  </a:extLst>
                </p14:cNvPr>
                <p14:cNvContentPartPr/>
                <p14:nvPr/>
              </p14:nvContentPartPr>
              <p14:xfrm>
                <a:off x="8081420" y="578360"/>
                <a:ext cx="91440" cy="151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26630E-A1DC-D8AE-0A89-EA0D5785F7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63420" y="560360"/>
                  <a:ext cx="127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C84F2F-CCF7-89CB-D160-969052071DAF}"/>
                    </a:ext>
                  </a:extLst>
                </p14:cNvPr>
                <p14:cNvContentPartPr/>
                <p14:nvPr/>
              </p14:nvContentPartPr>
              <p14:xfrm>
                <a:off x="7655900" y="1152920"/>
                <a:ext cx="17640" cy="15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C84F2F-CCF7-89CB-D160-969052071D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8260" y="1134920"/>
                  <a:ext cx="5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827106-6115-1E90-6B43-8FDBC680631F}"/>
                    </a:ext>
                  </a:extLst>
                </p14:cNvPr>
                <p14:cNvContentPartPr/>
                <p14:nvPr/>
              </p14:nvContentPartPr>
              <p14:xfrm>
                <a:off x="7663460" y="1059320"/>
                <a:ext cx="6120" cy="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827106-6115-1E90-6B43-8FDBC68063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5460" y="1041680"/>
                  <a:ext cx="4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965CA5-AE06-CBF6-93EB-D1017FF22747}"/>
                    </a:ext>
                  </a:extLst>
                </p14:cNvPr>
                <p14:cNvContentPartPr/>
                <p14:nvPr/>
              </p14:nvContentPartPr>
              <p14:xfrm>
                <a:off x="7762820" y="1107920"/>
                <a:ext cx="145080" cy="91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965CA5-AE06-CBF6-93EB-D1017FF227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45180" y="1090280"/>
                  <a:ext cx="180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F5F0271-9F45-BADE-2B41-DDAE9BD59B4A}"/>
                    </a:ext>
                  </a:extLst>
                </p14:cNvPr>
                <p14:cNvContentPartPr/>
                <p14:nvPr/>
              </p14:nvContentPartPr>
              <p14:xfrm>
                <a:off x="7966220" y="1124480"/>
                <a:ext cx="29880" cy="11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F5F0271-9F45-BADE-2B41-DDAE9BD59B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8580" y="1106840"/>
                  <a:ext cx="6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6DD851-B4E1-E1D2-1907-46C4B2DF9F28}"/>
                    </a:ext>
                  </a:extLst>
                </p14:cNvPr>
                <p14:cNvContentPartPr/>
                <p14:nvPr/>
              </p14:nvContentPartPr>
              <p14:xfrm>
                <a:off x="7957940" y="1085600"/>
                <a:ext cx="81000" cy="7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6DD851-B4E1-E1D2-1907-46C4B2DF9F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40300" y="1067960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4E0EDD-092C-CA96-192D-9443AD1138A5}"/>
                    </a:ext>
                  </a:extLst>
                </p14:cNvPr>
                <p14:cNvContentPartPr/>
                <p14:nvPr/>
              </p14:nvContentPartPr>
              <p14:xfrm>
                <a:off x="8090780" y="1069760"/>
                <a:ext cx="123840" cy="11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4E0EDD-092C-CA96-192D-9443AD1138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73140" y="1052120"/>
                  <a:ext cx="159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74BF20C-6868-B094-E45B-9229E8CF7145}"/>
                    </a:ext>
                  </a:extLst>
                </p14:cNvPr>
                <p14:cNvContentPartPr/>
                <p14:nvPr/>
              </p14:nvContentPartPr>
              <p14:xfrm>
                <a:off x="8274020" y="976520"/>
                <a:ext cx="38880" cy="136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74BF20C-6868-B094-E45B-9229E8CF71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56380" y="958880"/>
                  <a:ext cx="74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28F2DA-585D-7629-4777-B33FC5F3AA29}"/>
                    </a:ext>
                  </a:extLst>
                </p14:cNvPr>
                <p14:cNvContentPartPr/>
                <p14:nvPr/>
              </p14:nvContentPartPr>
              <p14:xfrm>
                <a:off x="8273660" y="1022600"/>
                <a:ext cx="105480" cy="40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28F2DA-585D-7629-4777-B33FC5F3AA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55660" y="1004960"/>
                  <a:ext cx="141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B76A8F-814C-0E51-0483-DAD485BA9473}"/>
                    </a:ext>
                  </a:extLst>
                </p14:cNvPr>
                <p14:cNvContentPartPr/>
                <p14:nvPr/>
              </p14:nvContentPartPr>
              <p14:xfrm>
                <a:off x="7584980" y="399080"/>
                <a:ext cx="274320" cy="12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B76A8F-814C-0E51-0483-DAD485BA94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67340" y="381080"/>
                  <a:ext cx="309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26B740-06CD-FE55-D65F-856F4DF89532}"/>
                    </a:ext>
                  </a:extLst>
                </p14:cNvPr>
                <p14:cNvContentPartPr/>
                <p14:nvPr/>
              </p14:nvContentPartPr>
              <p14:xfrm>
                <a:off x="7741940" y="422120"/>
                <a:ext cx="144360" cy="15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26B740-06CD-FE55-D65F-856F4DF895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23940" y="404120"/>
                  <a:ext cx="180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99CF3F-45FF-5EF7-46AF-58B1A3B11DFF}"/>
                    </a:ext>
                  </a:extLst>
                </p14:cNvPr>
                <p14:cNvContentPartPr/>
                <p14:nvPr/>
              </p14:nvContentPartPr>
              <p14:xfrm>
                <a:off x="8006900" y="359120"/>
                <a:ext cx="157680" cy="155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99CF3F-45FF-5EF7-46AF-58B1A3B11DF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89260" y="341480"/>
                  <a:ext cx="193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5E5A61-F383-8987-7ED4-BC1339833E79}"/>
                    </a:ext>
                  </a:extLst>
                </p14:cNvPr>
                <p14:cNvContentPartPr/>
                <p14:nvPr/>
              </p14:nvContentPartPr>
              <p14:xfrm>
                <a:off x="8149100" y="435800"/>
                <a:ext cx="89280" cy="70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5E5A61-F383-8987-7ED4-BC1339833E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31100" y="417800"/>
                  <a:ext cx="124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316AAC-A0B6-17EF-B793-560CAC80F527}"/>
                    </a:ext>
                  </a:extLst>
                </p14:cNvPr>
                <p14:cNvContentPartPr/>
                <p14:nvPr/>
              </p14:nvContentPartPr>
              <p14:xfrm>
                <a:off x="9026420" y="457760"/>
                <a:ext cx="584280" cy="1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316AAC-A0B6-17EF-B793-560CAC80F5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08780" y="440120"/>
                  <a:ext cx="619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206828-B604-7309-8164-C7673492DD30}"/>
                    </a:ext>
                  </a:extLst>
                </p14:cNvPr>
                <p14:cNvContentPartPr/>
                <p14:nvPr/>
              </p14:nvContentPartPr>
              <p14:xfrm>
                <a:off x="9508100" y="372800"/>
                <a:ext cx="110880" cy="151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206828-B604-7309-8164-C7673492DD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90460" y="355160"/>
                  <a:ext cx="1465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F9E6B9-8E12-5E72-5DE7-A8A1A4CA3D95}"/>
              </a:ext>
            </a:extLst>
          </p:cNvPr>
          <p:cNvGrpSpPr/>
          <p:nvPr/>
        </p:nvGrpSpPr>
        <p:grpSpPr>
          <a:xfrm>
            <a:off x="9850460" y="233480"/>
            <a:ext cx="942840" cy="374040"/>
            <a:chOff x="9850460" y="233480"/>
            <a:chExt cx="9428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B7AA45-0C55-BA8C-AD84-E4D95C8EC90B}"/>
                    </a:ext>
                  </a:extLst>
                </p14:cNvPr>
                <p14:cNvContentPartPr/>
                <p14:nvPr/>
              </p14:nvContentPartPr>
              <p14:xfrm>
                <a:off x="9850460" y="454520"/>
                <a:ext cx="98640" cy="15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B7AA45-0C55-BA8C-AD84-E4D95C8EC90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32820" y="436880"/>
                  <a:ext cx="13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9F7A7B-8346-7810-D10D-5CAD31EF06A2}"/>
                    </a:ext>
                  </a:extLst>
                </p14:cNvPr>
                <p14:cNvContentPartPr/>
                <p14:nvPr/>
              </p14:nvContentPartPr>
              <p14:xfrm>
                <a:off x="10031180" y="464600"/>
                <a:ext cx="99720" cy="74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9F7A7B-8346-7810-D10D-5CAD31EF06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13540" y="446600"/>
                  <a:ext cx="135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A64700-78A9-888A-16C4-809B315B4208}"/>
                    </a:ext>
                  </a:extLst>
                </p14:cNvPr>
                <p14:cNvContentPartPr/>
                <p14:nvPr/>
              </p14:nvContentPartPr>
              <p14:xfrm>
                <a:off x="10222700" y="331040"/>
                <a:ext cx="52200" cy="22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A64700-78A9-888A-16C4-809B315B42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04700" y="313400"/>
                  <a:ext cx="87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857F5A-C583-C048-37BD-68A0517BE25E}"/>
                    </a:ext>
                  </a:extLst>
                </p14:cNvPr>
                <p14:cNvContentPartPr/>
                <p14:nvPr/>
              </p14:nvContentPartPr>
              <p14:xfrm>
                <a:off x="10181660" y="468200"/>
                <a:ext cx="10656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857F5A-C583-C048-37BD-68A0517BE2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63660" y="450560"/>
                  <a:ext cx="142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62F702-5A74-2C72-5D17-A9AEEBEE5FD6}"/>
                    </a:ext>
                  </a:extLst>
                </p14:cNvPr>
                <p14:cNvContentPartPr/>
                <p14:nvPr/>
              </p14:nvContentPartPr>
              <p14:xfrm>
                <a:off x="10374620" y="454880"/>
                <a:ext cx="30240" cy="128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62F702-5A74-2C72-5D17-A9AEEBEE5F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56980" y="437240"/>
                  <a:ext cx="65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87A9F2-258E-45AD-7516-51D9CF759427}"/>
                    </a:ext>
                  </a:extLst>
                </p14:cNvPr>
                <p14:cNvContentPartPr/>
                <p14:nvPr/>
              </p14:nvContentPartPr>
              <p14:xfrm>
                <a:off x="10354100" y="407000"/>
                <a:ext cx="76680" cy="80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87A9F2-258E-45AD-7516-51D9CF7594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36460" y="389360"/>
                  <a:ext cx="112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65AE57-D0C7-DFB0-315B-000763889846}"/>
                    </a:ext>
                  </a:extLst>
                </p14:cNvPr>
                <p14:cNvContentPartPr/>
                <p14:nvPr/>
              </p14:nvContentPartPr>
              <p14:xfrm>
                <a:off x="10526900" y="417080"/>
                <a:ext cx="10188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65AE57-D0C7-DFB0-315B-0007638898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08900" y="399440"/>
                  <a:ext cx="137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E9AC49-7FB4-C572-F68C-6EF2114D5E95}"/>
                    </a:ext>
                  </a:extLst>
                </p14:cNvPr>
                <p14:cNvContentPartPr/>
                <p14:nvPr/>
              </p14:nvContentPartPr>
              <p14:xfrm>
                <a:off x="10703660" y="233480"/>
                <a:ext cx="89640" cy="234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E9AC49-7FB4-C572-F68C-6EF2114D5E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5660" y="215840"/>
                  <a:ext cx="125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ACE762-9155-BAA5-E866-A914468E36EE}"/>
                    </a:ext>
                  </a:extLst>
                </p14:cNvPr>
                <p14:cNvContentPartPr/>
                <p14:nvPr/>
              </p14:nvContentPartPr>
              <p14:xfrm>
                <a:off x="10669460" y="350840"/>
                <a:ext cx="104760" cy="52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ACE762-9155-BAA5-E866-A914468E3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651820" y="332840"/>
                  <a:ext cx="1404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F303F0-5065-D903-8A1B-487E4F7FC0DC}"/>
              </a:ext>
            </a:extLst>
          </p:cNvPr>
          <p:cNvGrpSpPr/>
          <p:nvPr/>
        </p:nvGrpSpPr>
        <p:grpSpPr>
          <a:xfrm>
            <a:off x="1558940" y="519680"/>
            <a:ext cx="675000" cy="424440"/>
            <a:chOff x="1558940" y="519680"/>
            <a:chExt cx="67500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20F73C-8CB5-ADF5-7395-8D3512B808D3}"/>
                    </a:ext>
                  </a:extLst>
                </p14:cNvPr>
                <p14:cNvContentPartPr/>
                <p14:nvPr/>
              </p14:nvContentPartPr>
              <p14:xfrm>
                <a:off x="1558940" y="696440"/>
                <a:ext cx="42120" cy="24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20F73C-8CB5-ADF5-7395-8D3512B808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41300" y="678440"/>
                  <a:ext cx="77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886E77-5528-5AB3-AD65-A96790B92D0E}"/>
                    </a:ext>
                  </a:extLst>
                </p14:cNvPr>
                <p14:cNvContentPartPr/>
                <p14:nvPr/>
              </p14:nvContentPartPr>
              <p14:xfrm>
                <a:off x="1569380" y="621920"/>
                <a:ext cx="100080" cy="129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886E77-5528-5AB3-AD65-A96790B92D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51380" y="604280"/>
                  <a:ext cx="135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2BD701-5689-9E1C-2AD0-D98BA7F0CDB9}"/>
                    </a:ext>
                  </a:extLst>
                </p14:cNvPr>
                <p14:cNvContentPartPr/>
                <p14:nvPr/>
              </p14:nvContentPartPr>
              <p14:xfrm>
                <a:off x="1667660" y="852320"/>
                <a:ext cx="78840" cy="2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2BD701-5689-9E1C-2AD0-D98BA7F0CD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49660" y="834680"/>
                  <a:ext cx="114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9BDB17-9EE4-744E-B0A0-903AD18B4944}"/>
                    </a:ext>
                  </a:extLst>
                </p14:cNvPr>
                <p14:cNvContentPartPr/>
                <p14:nvPr/>
              </p14:nvContentPartPr>
              <p14:xfrm>
                <a:off x="1636340" y="763400"/>
                <a:ext cx="117000" cy="116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9BDB17-9EE4-744E-B0A0-903AD18B49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8340" y="745400"/>
                  <a:ext cx="152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93E3FD-5F75-5133-65AA-3AF765CB1012}"/>
                    </a:ext>
                  </a:extLst>
                </p14:cNvPr>
                <p14:cNvContentPartPr/>
                <p14:nvPr/>
              </p14:nvContentPartPr>
              <p14:xfrm>
                <a:off x="1778540" y="751160"/>
                <a:ext cx="69120" cy="97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93E3FD-5F75-5133-65AA-3AF765CB10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60540" y="733520"/>
                  <a:ext cx="104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87E2159-36CB-C217-0494-853DD2C36791}"/>
                    </a:ext>
                  </a:extLst>
                </p14:cNvPr>
                <p14:cNvContentPartPr/>
                <p14:nvPr/>
              </p14:nvContentPartPr>
              <p14:xfrm>
                <a:off x="1946300" y="603200"/>
                <a:ext cx="113400" cy="234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87E2159-36CB-C217-0494-853DD2C367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8300" y="585200"/>
                  <a:ext cx="149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4B70EF5-5BD1-2EE3-24CC-1C447E0B095F}"/>
                    </a:ext>
                  </a:extLst>
                </p14:cNvPr>
                <p14:cNvContentPartPr/>
                <p14:nvPr/>
              </p14:nvContentPartPr>
              <p14:xfrm>
                <a:off x="2102900" y="519680"/>
                <a:ext cx="131040" cy="247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4B70EF5-5BD1-2EE3-24CC-1C447E0B09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85260" y="501680"/>
                  <a:ext cx="16668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1F80D7D-10E3-33F1-25CE-97CD03E226C1}"/>
                  </a:ext>
                </a:extLst>
              </p14:cNvPr>
              <p14:cNvContentPartPr/>
              <p14:nvPr/>
            </p14:nvContentPartPr>
            <p14:xfrm>
              <a:off x="1965380" y="1257680"/>
              <a:ext cx="53280" cy="2753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1F80D7D-10E3-33F1-25CE-97CD03E226C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47740" y="1240040"/>
                <a:ext cx="88920" cy="27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8076B0E9-3902-7799-405C-20629FEE3DD3}"/>
              </a:ext>
            </a:extLst>
          </p:cNvPr>
          <p:cNvGrpSpPr/>
          <p:nvPr/>
        </p:nvGrpSpPr>
        <p:grpSpPr>
          <a:xfrm>
            <a:off x="616100" y="1847720"/>
            <a:ext cx="797040" cy="752040"/>
            <a:chOff x="616100" y="1847720"/>
            <a:chExt cx="79704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9A40B6-7725-E826-7047-A2EF3F2C4D88}"/>
                    </a:ext>
                  </a:extLst>
                </p14:cNvPr>
                <p14:cNvContentPartPr/>
                <p14:nvPr/>
              </p14:nvContentPartPr>
              <p14:xfrm>
                <a:off x="616100" y="2421920"/>
                <a:ext cx="86760" cy="177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9A40B6-7725-E826-7047-A2EF3F2C4D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460" y="2404280"/>
                  <a:ext cx="122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CB064C9-A322-12DC-D3FE-AC971E582C63}"/>
                    </a:ext>
                  </a:extLst>
                </p14:cNvPr>
                <p14:cNvContentPartPr/>
                <p14:nvPr/>
              </p14:nvContentPartPr>
              <p14:xfrm>
                <a:off x="616820" y="2282600"/>
                <a:ext cx="178200" cy="17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CB064C9-A322-12DC-D3FE-AC971E582C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9180" y="2264960"/>
                  <a:ext cx="213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0D2646C-BDB0-646A-103D-1F4722407D63}"/>
                    </a:ext>
                  </a:extLst>
                </p14:cNvPr>
                <p14:cNvContentPartPr/>
                <p14:nvPr/>
              </p14:nvContentPartPr>
              <p14:xfrm>
                <a:off x="838220" y="2239400"/>
                <a:ext cx="88920" cy="16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0D2646C-BDB0-646A-103D-1F4722407D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0580" y="2221760"/>
                  <a:ext cx="124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E3DBB1-A9CC-3CBF-C397-172EE364955E}"/>
                    </a:ext>
                  </a:extLst>
                </p14:cNvPr>
                <p14:cNvContentPartPr/>
                <p14:nvPr/>
              </p14:nvContentPartPr>
              <p14:xfrm>
                <a:off x="974300" y="2168120"/>
                <a:ext cx="137520" cy="25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E3DBB1-A9CC-3CBF-C397-172EE36495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6300" y="2150120"/>
                  <a:ext cx="173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C41812-9C91-5B9E-690C-4554D26A4101}"/>
                    </a:ext>
                  </a:extLst>
                </p14:cNvPr>
                <p14:cNvContentPartPr/>
                <p14:nvPr/>
              </p14:nvContentPartPr>
              <p14:xfrm>
                <a:off x="1153940" y="2063720"/>
                <a:ext cx="38880" cy="72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C41812-9C91-5B9E-690C-4554D26A41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5940" y="2046080"/>
                  <a:ext cx="74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D95E0B-2084-3138-B7B5-59FEA3ADC267}"/>
                    </a:ext>
                  </a:extLst>
                </p14:cNvPr>
                <p14:cNvContentPartPr/>
                <p14:nvPr/>
              </p14:nvContentPartPr>
              <p14:xfrm>
                <a:off x="1199660" y="2087840"/>
                <a:ext cx="61200" cy="68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D95E0B-2084-3138-B7B5-59FEA3ADC2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81660" y="2069840"/>
                  <a:ext cx="9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92C1F8-1319-491B-F3EB-9897960B4560}"/>
                    </a:ext>
                  </a:extLst>
                </p14:cNvPr>
                <p14:cNvContentPartPr/>
                <p14:nvPr/>
              </p14:nvContentPartPr>
              <p14:xfrm>
                <a:off x="1275980" y="1847720"/>
                <a:ext cx="137160" cy="166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92C1F8-1319-491B-F3EB-9897960B45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58340" y="1830080"/>
                  <a:ext cx="1728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DE9817E-59FB-E1E6-B812-76578A105CC3}"/>
              </a:ext>
            </a:extLst>
          </p:cNvPr>
          <p:cNvGrpSpPr/>
          <p:nvPr/>
        </p:nvGrpSpPr>
        <p:grpSpPr>
          <a:xfrm>
            <a:off x="2154380" y="1458200"/>
            <a:ext cx="935640" cy="865800"/>
            <a:chOff x="2154380" y="1458200"/>
            <a:chExt cx="935640" cy="86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1A9990-9175-7991-B7D7-6B2725F57C06}"/>
                    </a:ext>
                  </a:extLst>
                </p14:cNvPr>
                <p14:cNvContentPartPr/>
                <p14:nvPr/>
              </p14:nvContentPartPr>
              <p14:xfrm>
                <a:off x="2154380" y="2144000"/>
                <a:ext cx="161280" cy="180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1A9990-9175-7991-B7D7-6B2725F57C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36740" y="2126360"/>
                  <a:ext cx="196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DEFCB8-634D-5240-5E1C-81F49057078F}"/>
                    </a:ext>
                  </a:extLst>
                </p14:cNvPr>
                <p14:cNvContentPartPr/>
                <p14:nvPr/>
              </p14:nvContentPartPr>
              <p14:xfrm>
                <a:off x="2190380" y="2052560"/>
                <a:ext cx="79560" cy="15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DEFCB8-634D-5240-5E1C-81F4905707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72740" y="2034920"/>
                  <a:ext cx="115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777C43-23AC-E8E4-560A-F6B3F8786D61}"/>
                    </a:ext>
                  </a:extLst>
                </p14:cNvPr>
                <p14:cNvContentPartPr/>
                <p14:nvPr/>
              </p14:nvContentPartPr>
              <p14:xfrm>
                <a:off x="2364260" y="1977680"/>
                <a:ext cx="98640" cy="141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777C43-23AC-E8E4-560A-F6B3F8786D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46620" y="1959680"/>
                  <a:ext cx="134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A93BB4-099A-F457-D755-A92D8E14CE59}"/>
                    </a:ext>
                  </a:extLst>
                </p14:cNvPr>
                <p14:cNvContentPartPr/>
                <p14:nvPr/>
              </p14:nvContentPartPr>
              <p14:xfrm>
                <a:off x="2545340" y="1820720"/>
                <a:ext cx="101520" cy="167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A93BB4-099A-F457-D755-A92D8E14CE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27700" y="1802720"/>
                  <a:ext cx="137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80F7DA-44DA-7DD3-8FE3-2B1C6C8B7234}"/>
                    </a:ext>
                  </a:extLst>
                </p14:cNvPr>
                <p14:cNvContentPartPr/>
                <p14:nvPr/>
              </p14:nvContentPartPr>
              <p14:xfrm>
                <a:off x="2723540" y="1765280"/>
                <a:ext cx="3996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80F7DA-44DA-7DD3-8FE3-2B1C6C8B72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05900" y="1747640"/>
                  <a:ext cx="7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5CE9A9-9DA8-1F40-9725-CFD346A94C5D}"/>
                    </a:ext>
                  </a:extLst>
                </p14:cNvPr>
                <p14:cNvContentPartPr/>
                <p14:nvPr/>
              </p14:nvContentPartPr>
              <p14:xfrm>
                <a:off x="2745860" y="1782920"/>
                <a:ext cx="75240" cy="79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5CE9A9-9DA8-1F40-9725-CFD346A94C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28220" y="1765280"/>
                  <a:ext cx="110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51D4D4-1E18-4B5D-9519-ADD2BCEB243A}"/>
                    </a:ext>
                  </a:extLst>
                </p14:cNvPr>
                <p14:cNvContentPartPr/>
                <p14:nvPr/>
              </p14:nvContentPartPr>
              <p14:xfrm>
                <a:off x="2828300" y="1577720"/>
                <a:ext cx="261720" cy="45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51D4D4-1E18-4B5D-9519-ADD2BCEB24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10300" y="1559720"/>
                  <a:ext cx="297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115DF0-51F6-609F-AD22-EC068D3C7B19}"/>
                    </a:ext>
                  </a:extLst>
                </p14:cNvPr>
                <p14:cNvContentPartPr/>
                <p14:nvPr/>
              </p14:nvContentPartPr>
              <p14:xfrm>
                <a:off x="2927660" y="1458200"/>
                <a:ext cx="108000" cy="348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115DF0-51F6-609F-AD22-EC068D3C7B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10020" y="1440200"/>
                  <a:ext cx="14364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5C0B5F2-5204-25BE-477F-CF35167EF747}"/>
              </a:ext>
            </a:extLst>
          </p:cNvPr>
          <p:cNvGrpSpPr/>
          <p:nvPr/>
        </p:nvGrpSpPr>
        <p:grpSpPr>
          <a:xfrm>
            <a:off x="716540" y="2438480"/>
            <a:ext cx="985320" cy="782640"/>
            <a:chOff x="716540" y="2438480"/>
            <a:chExt cx="985320" cy="7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A1B08AD-8EEB-1D32-D9D3-CEC029823B9C}"/>
                    </a:ext>
                  </a:extLst>
                </p14:cNvPr>
                <p14:cNvContentPartPr/>
                <p14:nvPr/>
              </p14:nvContentPartPr>
              <p14:xfrm>
                <a:off x="716540" y="2761760"/>
                <a:ext cx="241560" cy="263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A1B08AD-8EEB-1D32-D9D3-CEC029823B9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8900" y="2744120"/>
                  <a:ext cx="277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9072E6-E382-34E3-C226-D870E7C6EA55}"/>
                    </a:ext>
                  </a:extLst>
                </p14:cNvPr>
                <p14:cNvContentPartPr/>
                <p14:nvPr/>
              </p14:nvContentPartPr>
              <p14:xfrm>
                <a:off x="1025060" y="2692640"/>
                <a:ext cx="90000" cy="147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9072E6-E382-34E3-C226-D870E7C6EA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7420" y="2674640"/>
                  <a:ext cx="125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A3B56E9-240E-F3F6-6937-8D0A6F76E2DE}"/>
                    </a:ext>
                  </a:extLst>
                </p14:cNvPr>
                <p14:cNvContentPartPr/>
                <p14:nvPr/>
              </p14:nvContentPartPr>
              <p14:xfrm>
                <a:off x="1165460" y="2658800"/>
                <a:ext cx="158040" cy="102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A3B56E9-240E-F3F6-6937-8D0A6F76E2D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7460" y="2640800"/>
                  <a:ext cx="193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FBB88BE-A615-3DD5-80A5-565E34DE4FAA}"/>
                    </a:ext>
                  </a:extLst>
                </p14:cNvPr>
                <p14:cNvContentPartPr/>
                <p14:nvPr/>
              </p14:nvContentPartPr>
              <p14:xfrm>
                <a:off x="1320620" y="2438480"/>
                <a:ext cx="132120" cy="278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FBB88BE-A615-3DD5-80A5-565E34DE4F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02980" y="2420840"/>
                  <a:ext cx="1677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3B55BE-2891-A834-8FB7-D0D2A2A333C8}"/>
                    </a:ext>
                  </a:extLst>
                </p14:cNvPr>
                <p14:cNvContentPartPr/>
                <p14:nvPr/>
              </p14:nvContentPartPr>
              <p14:xfrm>
                <a:off x="1358420" y="2445320"/>
                <a:ext cx="98640" cy="149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3B55BE-2891-A834-8FB7-D0D2A2A333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40420" y="2427680"/>
                  <a:ext cx="13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00FA795-487A-2E68-8D7E-5E8DB5DDBC11}"/>
                    </a:ext>
                  </a:extLst>
                </p14:cNvPr>
                <p14:cNvContentPartPr/>
                <p14:nvPr/>
              </p14:nvContentPartPr>
              <p14:xfrm>
                <a:off x="1162940" y="3012680"/>
                <a:ext cx="67320" cy="187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00FA795-487A-2E68-8D7E-5E8DB5DDBC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44940" y="2995040"/>
                  <a:ext cx="102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85005D6-E1FD-9D4E-DC5B-A0E45BAF9D43}"/>
                    </a:ext>
                  </a:extLst>
                </p14:cNvPr>
                <p14:cNvContentPartPr/>
                <p14:nvPr/>
              </p14:nvContentPartPr>
              <p14:xfrm>
                <a:off x="1170140" y="3093320"/>
                <a:ext cx="83520" cy="127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85005D6-E1FD-9D4E-DC5B-A0E45BAF9D4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52140" y="3075320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DCC6E8-8C62-8811-D053-EA8F1E11B86C}"/>
                    </a:ext>
                  </a:extLst>
                </p14:cNvPr>
                <p14:cNvContentPartPr/>
                <p14:nvPr/>
              </p14:nvContentPartPr>
              <p14:xfrm>
                <a:off x="1324220" y="3055520"/>
                <a:ext cx="59040" cy="154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DCC6E8-8C62-8811-D053-EA8F1E11B86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06220" y="3037880"/>
                  <a:ext cx="94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26EF03B-163E-38E7-725D-0393A5BD9483}"/>
                    </a:ext>
                  </a:extLst>
                </p14:cNvPr>
                <p14:cNvContentPartPr/>
                <p14:nvPr/>
              </p14:nvContentPartPr>
              <p14:xfrm>
                <a:off x="1259780" y="2970560"/>
                <a:ext cx="36000" cy="60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26EF03B-163E-38E7-725D-0393A5BD94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41780" y="2952920"/>
                  <a:ext cx="7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BDEC999-91E7-3173-9603-9F656D2B0545}"/>
                    </a:ext>
                  </a:extLst>
                </p14:cNvPr>
                <p14:cNvContentPartPr/>
                <p14:nvPr/>
              </p14:nvContentPartPr>
              <p14:xfrm>
                <a:off x="1414580" y="3037880"/>
                <a:ext cx="106200" cy="6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BDEC999-91E7-3173-9603-9F656D2B05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96580" y="3020240"/>
                  <a:ext cx="141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07800F-B242-A50D-E307-C6939F9A372F}"/>
                    </a:ext>
                  </a:extLst>
                </p14:cNvPr>
                <p14:cNvContentPartPr/>
                <p14:nvPr/>
              </p14:nvContentPartPr>
              <p14:xfrm>
                <a:off x="1575140" y="2872640"/>
                <a:ext cx="126720" cy="151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07800F-B242-A50D-E307-C6939F9A37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57500" y="2855000"/>
                  <a:ext cx="162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9FEBE3F-EBF5-7186-F0DA-F905C4F72066}"/>
              </a:ext>
            </a:extLst>
          </p:cNvPr>
          <p:cNvGrpSpPr/>
          <p:nvPr/>
        </p:nvGrpSpPr>
        <p:grpSpPr>
          <a:xfrm>
            <a:off x="2535980" y="2427680"/>
            <a:ext cx="932760" cy="689400"/>
            <a:chOff x="2535980" y="2427680"/>
            <a:chExt cx="93276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E70613-4440-9B03-1E5B-E225830A7904}"/>
                    </a:ext>
                  </a:extLst>
                </p14:cNvPr>
                <p14:cNvContentPartPr/>
                <p14:nvPr/>
              </p14:nvContentPartPr>
              <p14:xfrm>
                <a:off x="2566580" y="2707400"/>
                <a:ext cx="96120" cy="243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E70613-4440-9B03-1E5B-E225830A790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48580" y="2689400"/>
                  <a:ext cx="131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1BB8F6-2536-FD85-3D85-F07A451F8FF4}"/>
                    </a:ext>
                  </a:extLst>
                </p14:cNvPr>
                <p14:cNvContentPartPr/>
                <p14:nvPr/>
              </p14:nvContentPartPr>
              <p14:xfrm>
                <a:off x="2535980" y="2810720"/>
                <a:ext cx="215640" cy="14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1BB8F6-2536-FD85-3D85-F07A451F8FF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8340" y="2792720"/>
                  <a:ext cx="251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382A6F-D03B-A8F6-46AC-3D767A2C4027}"/>
                    </a:ext>
                  </a:extLst>
                </p14:cNvPr>
                <p14:cNvContentPartPr/>
                <p14:nvPr/>
              </p14:nvContentPartPr>
              <p14:xfrm>
                <a:off x="2639300" y="2683280"/>
                <a:ext cx="16560" cy="19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382A6F-D03B-A8F6-46AC-3D767A2C40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21300" y="2665640"/>
                  <a:ext cx="52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6403272-6ECD-DE66-CB31-1D64586F583D}"/>
                    </a:ext>
                  </a:extLst>
                </p14:cNvPr>
                <p14:cNvContentPartPr/>
                <p14:nvPr/>
              </p14:nvContentPartPr>
              <p14:xfrm>
                <a:off x="2802020" y="2633600"/>
                <a:ext cx="90000" cy="14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6403272-6ECD-DE66-CB31-1D64586F58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84020" y="2615960"/>
                  <a:ext cx="125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8CC275-CDC5-9E79-2A77-4DF7C303ECC7}"/>
                    </a:ext>
                  </a:extLst>
                </p14:cNvPr>
                <p14:cNvContentPartPr/>
                <p14:nvPr/>
              </p14:nvContentPartPr>
              <p14:xfrm>
                <a:off x="2940620" y="2572040"/>
                <a:ext cx="65160" cy="9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8CC275-CDC5-9E79-2A77-4DF7C303ECC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22620" y="2554400"/>
                  <a:ext cx="100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76AC87-75CF-1621-A848-2BA955E56F5A}"/>
                    </a:ext>
                  </a:extLst>
                </p14:cNvPr>
                <p14:cNvContentPartPr/>
                <p14:nvPr/>
              </p14:nvContentPartPr>
              <p14:xfrm>
                <a:off x="3136100" y="2427680"/>
                <a:ext cx="91080" cy="21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76AC87-75CF-1621-A848-2BA955E56F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18100" y="2410040"/>
                  <a:ext cx="126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5D8FC9-C07C-7C5F-1DC2-837C0E845481}"/>
                    </a:ext>
                  </a:extLst>
                </p14:cNvPr>
                <p14:cNvContentPartPr/>
                <p14:nvPr/>
              </p14:nvContentPartPr>
              <p14:xfrm>
                <a:off x="2731460" y="2657720"/>
                <a:ext cx="737280" cy="459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5D8FC9-C07C-7C5F-1DC2-837C0E8454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13820" y="2640080"/>
                  <a:ext cx="772920" cy="49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BD95074-9925-EE30-89D9-1097B95866BC}"/>
                  </a:ext>
                </a:extLst>
              </p14:cNvPr>
              <p14:cNvContentPartPr/>
              <p14:nvPr/>
            </p14:nvContentPartPr>
            <p14:xfrm>
              <a:off x="5312300" y="1633520"/>
              <a:ext cx="1025280" cy="16416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BD95074-9925-EE30-89D9-1097B95866B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294660" y="1615520"/>
                <a:ext cx="1060920" cy="16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165FB4-ECF0-70FB-A9FE-969DE83F1835}"/>
                  </a:ext>
                </a:extLst>
              </p14:cNvPr>
              <p14:cNvContentPartPr/>
              <p14:nvPr/>
            </p14:nvContentPartPr>
            <p14:xfrm>
              <a:off x="5814860" y="1485200"/>
              <a:ext cx="52920" cy="1532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165FB4-ECF0-70FB-A9FE-969DE83F183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96860" y="1467560"/>
                <a:ext cx="88560" cy="156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D4C27CB-E900-1399-24F8-EE8EE01B1BEC}"/>
              </a:ext>
            </a:extLst>
          </p:cNvPr>
          <p:cNvGrpSpPr/>
          <p:nvPr/>
        </p:nvGrpSpPr>
        <p:grpSpPr>
          <a:xfrm>
            <a:off x="6209780" y="2197280"/>
            <a:ext cx="1477440" cy="1150560"/>
            <a:chOff x="6209780" y="2197280"/>
            <a:chExt cx="147744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878D414-9D6C-F229-4BE6-029A5FFF190F}"/>
                    </a:ext>
                  </a:extLst>
                </p14:cNvPr>
                <p14:cNvContentPartPr/>
                <p14:nvPr/>
              </p14:nvContentPartPr>
              <p14:xfrm>
                <a:off x="6209780" y="2617040"/>
                <a:ext cx="163800" cy="143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878D414-9D6C-F229-4BE6-029A5FFF19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1780" y="2599400"/>
                  <a:ext cx="199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69656C7-8F16-967F-FEEA-7ADF52A329FB}"/>
                    </a:ext>
                  </a:extLst>
                </p14:cNvPr>
                <p14:cNvContentPartPr/>
                <p14:nvPr/>
              </p14:nvContentPartPr>
              <p14:xfrm>
                <a:off x="6449540" y="2568080"/>
                <a:ext cx="43200" cy="63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69656C7-8F16-967F-FEEA-7ADF52A329F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1900" y="2550080"/>
                  <a:ext cx="78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1C6686-BED6-CE9B-1B74-38AA5DE17A24}"/>
                    </a:ext>
                  </a:extLst>
                </p14:cNvPr>
                <p14:cNvContentPartPr/>
                <p14:nvPr/>
              </p14:nvContentPartPr>
              <p14:xfrm>
                <a:off x="6564380" y="2477360"/>
                <a:ext cx="35640" cy="68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1C6686-BED6-CE9B-1B74-38AA5DE17A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46380" y="2459720"/>
                  <a:ext cx="7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1C6C66-E021-D8EA-AF7C-2CAA92AE5BB9}"/>
                    </a:ext>
                  </a:extLst>
                </p14:cNvPr>
                <p14:cNvContentPartPr/>
                <p14:nvPr/>
              </p14:nvContentPartPr>
              <p14:xfrm>
                <a:off x="6615500" y="2312480"/>
                <a:ext cx="101160" cy="152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1C6C66-E021-D8EA-AF7C-2CAA92AE5B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97500" y="2294480"/>
                  <a:ext cx="136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46E7A3-E377-2CBC-82AA-BD983096B841}"/>
                    </a:ext>
                  </a:extLst>
                </p14:cNvPr>
                <p14:cNvContentPartPr/>
                <p14:nvPr/>
              </p14:nvContentPartPr>
              <p14:xfrm>
                <a:off x="6691460" y="2321480"/>
                <a:ext cx="73800" cy="106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46E7A3-E377-2CBC-82AA-BD983096B84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73460" y="2303840"/>
                  <a:ext cx="109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DC8D28-03E8-A2AF-1DB5-AE3873EC9F8E}"/>
                    </a:ext>
                  </a:extLst>
                </p14:cNvPr>
                <p14:cNvContentPartPr/>
                <p14:nvPr/>
              </p14:nvContentPartPr>
              <p14:xfrm>
                <a:off x="6876500" y="2197280"/>
                <a:ext cx="78120" cy="173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DC8D28-03E8-A2AF-1DB5-AE3873EC9F8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500" y="2179640"/>
                  <a:ext cx="113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8F6846F-8615-5725-2DC5-79C35DE67EF2}"/>
                    </a:ext>
                  </a:extLst>
                </p14:cNvPr>
                <p14:cNvContentPartPr/>
                <p14:nvPr/>
              </p14:nvContentPartPr>
              <p14:xfrm>
                <a:off x="6406340" y="2942120"/>
                <a:ext cx="1573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8F6846F-8615-5725-2DC5-79C35DE67EF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88340" y="2924120"/>
                  <a:ext cx="192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FC5461C-B45E-E014-79B3-7C4A791CD4BD}"/>
                    </a:ext>
                  </a:extLst>
                </p14:cNvPr>
                <p14:cNvContentPartPr/>
                <p14:nvPr/>
              </p14:nvContentPartPr>
              <p14:xfrm>
                <a:off x="6612620" y="2876240"/>
                <a:ext cx="48240" cy="97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FC5461C-B45E-E014-79B3-7C4A791CD4B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94620" y="2858600"/>
                  <a:ext cx="83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F485A6B-0CA6-081F-BEF6-E1A9F2EBE0C0}"/>
                    </a:ext>
                  </a:extLst>
                </p14:cNvPr>
                <p14:cNvContentPartPr/>
                <p14:nvPr/>
              </p14:nvContentPartPr>
              <p14:xfrm>
                <a:off x="6569060" y="2777240"/>
                <a:ext cx="1368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F485A6B-0CA6-081F-BEF6-E1A9F2EBE0C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51420" y="2759600"/>
                  <a:ext cx="49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51DB414-70F2-213F-C917-3C7687596D7F}"/>
                    </a:ext>
                  </a:extLst>
                </p14:cNvPr>
                <p14:cNvContentPartPr/>
                <p14:nvPr/>
              </p14:nvContentPartPr>
              <p14:xfrm>
                <a:off x="6677780" y="2737280"/>
                <a:ext cx="80640" cy="171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51DB414-70F2-213F-C917-3C7687596D7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59780" y="2719280"/>
                  <a:ext cx="11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0F2D1F2-C4DB-E136-7CB5-2049F17D1E48}"/>
                    </a:ext>
                  </a:extLst>
                </p14:cNvPr>
                <p14:cNvContentPartPr/>
                <p14:nvPr/>
              </p14:nvContentPartPr>
              <p14:xfrm>
                <a:off x="6684260" y="2713160"/>
                <a:ext cx="210240" cy="10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F2D1F2-C4DB-E136-7CB5-2049F17D1E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66260" y="2695160"/>
                  <a:ext cx="245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6B866A-87D3-EB8F-57BB-77E5CCFB4779}"/>
                    </a:ext>
                  </a:extLst>
                </p14:cNvPr>
                <p14:cNvContentPartPr/>
                <p14:nvPr/>
              </p14:nvContentPartPr>
              <p14:xfrm>
                <a:off x="7066580" y="2470520"/>
                <a:ext cx="108720" cy="11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6B866A-87D3-EB8F-57BB-77E5CCFB477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48580" y="2452520"/>
                  <a:ext cx="144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477866B-157B-E4F6-5A0F-821E44026619}"/>
                    </a:ext>
                  </a:extLst>
                </p14:cNvPr>
                <p14:cNvContentPartPr/>
                <p14:nvPr/>
              </p14:nvContentPartPr>
              <p14:xfrm>
                <a:off x="7235420" y="2443160"/>
                <a:ext cx="68040" cy="50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477866B-157B-E4F6-5A0F-821E440266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17780" y="2425160"/>
                  <a:ext cx="103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06F240-D923-706B-2AF3-DB09581A10CB}"/>
                    </a:ext>
                  </a:extLst>
                </p14:cNvPr>
                <p14:cNvContentPartPr/>
                <p14:nvPr/>
              </p14:nvContentPartPr>
              <p14:xfrm>
                <a:off x="7299500" y="2289440"/>
                <a:ext cx="108360" cy="120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06F240-D923-706B-2AF3-DB09581A10C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81500" y="2271800"/>
                  <a:ext cx="1440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F95AADF-E8DB-FC26-C0D1-D75E0D84EA09}"/>
                    </a:ext>
                  </a:extLst>
                </p14:cNvPr>
                <p14:cNvContentPartPr/>
                <p14:nvPr/>
              </p14:nvContentPartPr>
              <p14:xfrm>
                <a:off x="7322540" y="2226800"/>
                <a:ext cx="255240" cy="150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F95AADF-E8DB-FC26-C0D1-D75E0D84EA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04540" y="2209160"/>
                  <a:ext cx="290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49796E-E203-44B1-5532-0EF071591AB5}"/>
                    </a:ext>
                  </a:extLst>
                </p14:cNvPr>
                <p14:cNvContentPartPr/>
                <p14:nvPr/>
              </p14:nvContentPartPr>
              <p14:xfrm>
                <a:off x="6683180" y="3213560"/>
                <a:ext cx="90000" cy="134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49796E-E203-44B1-5532-0EF071591AB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65540" y="3195920"/>
                  <a:ext cx="125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4BC762D-01AA-A58C-2D6F-B3BF51E2FA30}"/>
                    </a:ext>
                  </a:extLst>
                </p14:cNvPr>
                <p14:cNvContentPartPr/>
                <p14:nvPr/>
              </p14:nvContentPartPr>
              <p14:xfrm>
                <a:off x="6698300" y="3153800"/>
                <a:ext cx="80280" cy="83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4BC762D-01AA-A58C-2D6F-B3BF51E2F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80660" y="3135800"/>
                  <a:ext cx="115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4F0F5C-E1F5-7E3C-F81A-1D08FFB3A6C9}"/>
                    </a:ext>
                  </a:extLst>
                </p14:cNvPr>
                <p14:cNvContentPartPr/>
                <p14:nvPr/>
              </p14:nvContentPartPr>
              <p14:xfrm>
                <a:off x="6817820" y="3112760"/>
                <a:ext cx="83880" cy="102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4F0F5C-E1F5-7E3C-F81A-1D08FFB3A6C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800180" y="3094760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E7D34F-704F-6042-3C77-5C29781A27B8}"/>
                    </a:ext>
                  </a:extLst>
                </p14:cNvPr>
                <p14:cNvContentPartPr/>
                <p14:nvPr/>
              </p14:nvContentPartPr>
              <p14:xfrm>
                <a:off x="6952460" y="3043280"/>
                <a:ext cx="64800" cy="132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E7D34F-704F-6042-3C77-5C29781A27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34820" y="3025280"/>
                  <a:ext cx="100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B5AD2A-27E0-CFD9-465C-6BEDF51B0FE0}"/>
                    </a:ext>
                  </a:extLst>
                </p14:cNvPr>
                <p14:cNvContentPartPr/>
                <p14:nvPr/>
              </p14:nvContentPartPr>
              <p14:xfrm>
                <a:off x="7132820" y="2841680"/>
                <a:ext cx="239400" cy="180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B5AD2A-27E0-CFD9-465C-6BEDF51B0FE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15180" y="2823680"/>
                  <a:ext cx="275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4A0100-792F-C021-DE4E-A110DB69ABDF}"/>
                    </a:ext>
                  </a:extLst>
                </p14:cNvPr>
                <p14:cNvContentPartPr/>
                <p14:nvPr/>
              </p14:nvContentPartPr>
              <p14:xfrm>
                <a:off x="7420460" y="2582120"/>
                <a:ext cx="163800" cy="245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4A0100-792F-C021-DE4E-A110DB69ABD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02820" y="2564120"/>
                  <a:ext cx="199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C4B0EC-E44F-7F00-7DAA-D879D4E16E83}"/>
                    </a:ext>
                  </a:extLst>
                </p14:cNvPr>
                <p14:cNvContentPartPr/>
                <p14:nvPr/>
              </p14:nvContentPartPr>
              <p14:xfrm>
                <a:off x="7240100" y="3186200"/>
                <a:ext cx="171000" cy="108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C4B0EC-E44F-7F00-7DAA-D879D4E16E8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222460" y="3168560"/>
                  <a:ext cx="206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C29C730-01F5-FB42-8317-04E075595A89}"/>
                    </a:ext>
                  </a:extLst>
                </p14:cNvPr>
                <p14:cNvContentPartPr/>
                <p14:nvPr/>
              </p14:nvContentPartPr>
              <p14:xfrm>
                <a:off x="7440260" y="3102680"/>
                <a:ext cx="64800" cy="102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C29C730-01F5-FB42-8317-04E075595A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22620" y="3084680"/>
                  <a:ext cx="100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2F4D67-B63E-EB8C-1D1B-C8D7BA4AE411}"/>
                    </a:ext>
                  </a:extLst>
                </p14:cNvPr>
                <p14:cNvContentPartPr/>
                <p14:nvPr/>
              </p14:nvContentPartPr>
              <p14:xfrm>
                <a:off x="7564100" y="3054800"/>
                <a:ext cx="123120" cy="266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2F4D67-B63E-EB8C-1D1B-C8D7BA4AE41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46460" y="3037160"/>
                  <a:ext cx="15876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4B0CB02-6D0D-C1F8-22D4-9E31940F0E55}"/>
              </a:ext>
            </a:extLst>
          </p:cNvPr>
          <p:cNvGrpSpPr/>
          <p:nvPr/>
        </p:nvGrpSpPr>
        <p:grpSpPr>
          <a:xfrm>
            <a:off x="4819100" y="5573000"/>
            <a:ext cx="871920" cy="678960"/>
            <a:chOff x="4819100" y="5573000"/>
            <a:chExt cx="87192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14:cNvPr>
                <p14:cNvContentPartPr/>
                <p14:nvPr/>
              </p14:nvContentPartPr>
              <p14:xfrm>
                <a:off x="4974620" y="5573000"/>
                <a:ext cx="191160" cy="678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56620" y="5555000"/>
                  <a:ext cx="2268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14:cNvPr>
                <p14:cNvContentPartPr/>
                <p14:nvPr/>
              </p14:nvContentPartPr>
              <p14:xfrm>
                <a:off x="4819100" y="5866760"/>
                <a:ext cx="261000" cy="16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01460" y="5848760"/>
                  <a:ext cx="296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14:cNvPr>
                <p14:cNvContentPartPr/>
                <p14:nvPr/>
              </p14:nvContentPartPr>
              <p14:xfrm>
                <a:off x="5239940" y="5750480"/>
                <a:ext cx="61920" cy="250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22300" y="5732480"/>
                  <a:ext cx="9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14:cNvPr>
                <p14:cNvContentPartPr/>
                <p14:nvPr/>
              </p14:nvContentPartPr>
              <p14:xfrm>
                <a:off x="5376740" y="5827520"/>
                <a:ext cx="56160" cy="15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8740" y="5809880"/>
                  <a:ext cx="91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14:cNvPr>
                <p14:cNvContentPartPr/>
                <p14:nvPr/>
              </p14:nvContentPartPr>
              <p14:xfrm>
                <a:off x="5466380" y="5790440"/>
                <a:ext cx="58320" cy="136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48740" y="5772440"/>
                  <a:ext cx="93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14:cNvPr>
                <p14:cNvContentPartPr/>
                <p14:nvPr/>
              </p14:nvContentPartPr>
              <p14:xfrm>
                <a:off x="5612540" y="5766320"/>
                <a:ext cx="78480" cy="259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94900" y="5748320"/>
                  <a:ext cx="11412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99239B6-A31D-2064-5995-FCEE71723704}"/>
              </a:ext>
            </a:extLst>
          </p:cNvPr>
          <p:cNvGrpSpPr/>
          <p:nvPr/>
        </p:nvGrpSpPr>
        <p:grpSpPr>
          <a:xfrm>
            <a:off x="5902700" y="5413880"/>
            <a:ext cx="1856520" cy="981000"/>
            <a:chOff x="5902700" y="5413880"/>
            <a:chExt cx="18565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14:cNvPr>
                <p14:cNvContentPartPr/>
                <p14:nvPr/>
              </p14:nvContentPartPr>
              <p14:xfrm>
                <a:off x="5902700" y="5903840"/>
                <a:ext cx="57240" cy="5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85060" y="5886200"/>
                  <a:ext cx="92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14:cNvPr>
                <p14:cNvContentPartPr/>
                <p14:nvPr/>
              </p14:nvContentPartPr>
              <p14:xfrm>
                <a:off x="5963180" y="5952080"/>
                <a:ext cx="30240" cy="3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45180" y="5934080"/>
                  <a:ext cx="65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14:cNvPr>
                <p14:cNvContentPartPr/>
                <p14:nvPr/>
              </p14:nvContentPartPr>
              <p14:xfrm>
                <a:off x="6458900" y="5421440"/>
                <a:ext cx="92520" cy="37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40900" y="5403440"/>
                  <a:ext cx="128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14:cNvPr>
                <p14:cNvContentPartPr/>
                <p14:nvPr/>
              </p14:nvContentPartPr>
              <p14:xfrm>
                <a:off x="6158660" y="5777840"/>
                <a:ext cx="947880" cy="80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40660" y="5759840"/>
                  <a:ext cx="983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14:cNvPr>
                <p14:cNvContentPartPr/>
                <p14:nvPr/>
              </p14:nvContentPartPr>
              <p14:xfrm>
                <a:off x="6391580" y="6042800"/>
                <a:ext cx="19440" cy="35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73580" y="6024800"/>
                  <a:ext cx="55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14:cNvPr>
                <p14:cNvContentPartPr/>
                <p14:nvPr/>
              </p14:nvContentPartPr>
              <p14:xfrm>
                <a:off x="6551420" y="6179960"/>
                <a:ext cx="1893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33780" y="6162320"/>
                  <a:ext cx="225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14:cNvPr>
                <p14:cNvContentPartPr/>
                <p14:nvPr/>
              </p14:nvContentPartPr>
              <p14:xfrm>
                <a:off x="6670940" y="6103280"/>
                <a:ext cx="26280" cy="176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3300" y="6085280"/>
                  <a:ext cx="6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14:cNvPr>
                <p14:cNvContentPartPr/>
                <p14:nvPr/>
              </p14:nvContentPartPr>
              <p14:xfrm>
                <a:off x="6912500" y="6024080"/>
                <a:ext cx="231840" cy="228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94500" y="6006080"/>
                  <a:ext cx="267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14:cNvPr>
                <p14:cNvContentPartPr/>
                <p14:nvPr/>
              </p14:nvContentPartPr>
              <p14:xfrm>
                <a:off x="7294460" y="5890160"/>
                <a:ext cx="103680" cy="20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76820" y="5872520"/>
                  <a:ext cx="139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14:cNvPr>
                <p14:cNvContentPartPr/>
                <p14:nvPr/>
              </p14:nvContentPartPr>
              <p14:xfrm>
                <a:off x="7453580" y="5771720"/>
                <a:ext cx="118080" cy="151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35580" y="5754080"/>
                  <a:ext cx="153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14:cNvPr>
                <p14:cNvContentPartPr/>
                <p14:nvPr/>
              </p14:nvContentPartPr>
              <p14:xfrm>
                <a:off x="7092860" y="5653280"/>
                <a:ext cx="666360" cy="102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4860" y="5635280"/>
                  <a:ext cx="70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14:cNvPr>
                <p14:cNvContentPartPr/>
                <p14:nvPr/>
              </p14:nvContentPartPr>
              <p14:xfrm>
                <a:off x="6398780" y="5417480"/>
                <a:ext cx="148320" cy="8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80780" y="5399480"/>
                  <a:ext cx="18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14:cNvPr>
                <p14:cNvContentPartPr/>
                <p14:nvPr/>
              </p14:nvContentPartPr>
              <p14:xfrm>
                <a:off x="6369980" y="5739680"/>
                <a:ext cx="3240" cy="3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1980" y="572168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14:cNvPr>
                <p14:cNvContentPartPr/>
                <p14:nvPr/>
              </p14:nvContentPartPr>
              <p14:xfrm>
                <a:off x="6384380" y="5413880"/>
                <a:ext cx="118800" cy="288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66740" y="5395880"/>
                  <a:ext cx="154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14:cNvPr>
                <p14:cNvContentPartPr/>
                <p14:nvPr/>
              </p14:nvContentPartPr>
              <p14:xfrm>
                <a:off x="6371780" y="5705480"/>
                <a:ext cx="200520" cy="5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53780" y="5687840"/>
                  <a:ext cx="2361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CC9AB5C-7A58-1BF8-FB6F-0C301D6AB579}"/>
              </a:ext>
            </a:extLst>
          </p:cNvPr>
          <p:cNvGrpSpPr/>
          <p:nvPr/>
        </p:nvGrpSpPr>
        <p:grpSpPr>
          <a:xfrm>
            <a:off x="9701060" y="1501400"/>
            <a:ext cx="2343600" cy="1767600"/>
            <a:chOff x="9701060" y="1501400"/>
            <a:chExt cx="2343600" cy="176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F29B47-A938-94FD-9275-AFF8BC690C56}"/>
                    </a:ext>
                  </a:extLst>
                </p14:cNvPr>
                <p14:cNvContentPartPr/>
                <p14:nvPr/>
              </p14:nvContentPartPr>
              <p14:xfrm>
                <a:off x="9701060" y="1501400"/>
                <a:ext cx="505440" cy="1767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F29B47-A938-94FD-9275-AFF8BC690C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683060" y="1483400"/>
                  <a:ext cx="541080" cy="18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F54E85A-3351-9303-6C57-D204CFF8BE2D}"/>
                    </a:ext>
                  </a:extLst>
                </p14:cNvPr>
                <p14:cNvContentPartPr/>
                <p14:nvPr/>
              </p14:nvContentPartPr>
              <p14:xfrm>
                <a:off x="10066100" y="2465480"/>
                <a:ext cx="334080" cy="131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F54E85A-3351-9303-6C57-D204CFF8BE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48100" y="2447480"/>
                  <a:ext cx="36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289CB33-A65D-DB56-CC58-577A0C584ECE}"/>
                    </a:ext>
                  </a:extLst>
                </p14:cNvPr>
                <p14:cNvContentPartPr/>
                <p14:nvPr/>
              </p14:nvContentPartPr>
              <p14:xfrm>
                <a:off x="10350140" y="2482760"/>
                <a:ext cx="125640" cy="180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289CB33-A65D-DB56-CC58-577A0C584EC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32500" y="2464760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B84C975-A41F-2011-C155-2EBC25176E2D}"/>
                    </a:ext>
                  </a:extLst>
                </p14:cNvPr>
                <p14:cNvContentPartPr/>
                <p14:nvPr/>
              </p14:nvContentPartPr>
              <p14:xfrm>
                <a:off x="10643540" y="2107280"/>
                <a:ext cx="282600" cy="13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B84C975-A41F-2011-C155-2EBC25176E2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625540" y="2089640"/>
                  <a:ext cx="318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825DB4A-97E7-AA58-7000-0BB4BC72F500}"/>
                    </a:ext>
                  </a:extLst>
                </p14:cNvPr>
                <p14:cNvContentPartPr/>
                <p14:nvPr/>
              </p14:nvContentPartPr>
              <p14:xfrm>
                <a:off x="11026580" y="2051840"/>
                <a:ext cx="46440" cy="63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825DB4A-97E7-AA58-7000-0BB4BC72F5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08580" y="2033840"/>
                  <a:ext cx="82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48E59DB-19AA-1C26-3C1A-EC9EAE5B0DA3}"/>
                    </a:ext>
                  </a:extLst>
                </p14:cNvPr>
                <p14:cNvContentPartPr/>
                <p14:nvPr/>
              </p14:nvContentPartPr>
              <p14:xfrm>
                <a:off x="11132420" y="1943120"/>
                <a:ext cx="88200" cy="117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48E59DB-19AA-1C26-3C1A-EC9EAE5B0DA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14780" y="1925480"/>
                  <a:ext cx="123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0C120F-02BE-0563-DD5D-F86011C8930E}"/>
                    </a:ext>
                  </a:extLst>
                </p14:cNvPr>
                <p14:cNvContentPartPr/>
                <p14:nvPr/>
              </p14:nvContentPartPr>
              <p14:xfrm>
                <a:off x="11280740" y="1928000"/>
                <a:ext cx="64800" cy="101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0C120F-02BE-0563-DD5D-F86011C8930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62740" y="1910000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01C3DEA-2768-9C36-3FCE-8D01BFD8FA95}"/>
                    </a:ext>
                  </a:extLst>
                </p14:cNvPr>
                <p14:cNvContentPartPr/>
                <p14:nvPr/>
              </p14:nvContentPartPr>
              <p14:xfrm>
                <a:off x="10852340" y="2423360"/>
                <a:ext cx="74520" cy="141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01C3DEA-2768-9C36-3FCE-8D01BFD8FA9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34340" y="2405360"/>
                  <a:ext cx="110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F782B18-A5BE-F16B-D61A-5FC245B13898}"/>
                    </a:ext>
                  </a:extLst>
                </p14:cNvPr>
                <p14:cNvContentPartPr/>
                <p14:nvPr/>
              </p14:nvContentPartPr>
              <p14:xfrm>
                <a:off x="10928660" y="2424440"/>
                <a:ext cx="204480" cy="109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F782B18-A5BE-F16B-D61A-5FC245B1389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10660" y="2406800"/>
                  <a:ext cx="24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207F9D-D447-33D7-AF70-D4077B7C0939}"/>
                    </a:ext>
                  </a:extLst>
                </p14:cNvPr>
                <p14:cNvContentPartPr/>
                <p14:nvPr/>
              </p14:nvContentPartPr>
              <p14:xfrm>
                <a:off x="11229980" y="2373680"/>
                <a:ext cx="15840" cy="8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207F9D-D447-33D7-AF70-D4077B7C093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211980" y="2355680"/>
                  <a:ext cx="51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47E808D-5F90-59ED-6700-C6522D1E7ED6}"/>
                    </a:ext>
                  </a:extLst>
                </p14:cNvPr>
                <p14:cNvContentPartPr/>
                <p14:nvPr/>
              </p14:nvContentPartPr>
              <p14:xfrm>
                <a:off x="11134580" y="2382680"/>
                <a:ext cx="105480" cy="68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47E808D-5F90-59ED-6700-C6522D1E7ED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16580" y="2365040"/>
                  <a:ext cx="141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3B41F15-0F4E-774F-A9A3-9D06F261636B}"/>
                    </a:ext>
                  </a:extLst>
                </p14:cNvPr>
                <p14:cNvContentPartPr/>
                <p14:nvPr/>
              </p14:nvContentPartPr>
              <p14:xfrm>
                <a:off x="11303420" y="2331560"/>
                <a:ext cx="105480" cy="111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3B41F15-0F4E-774F-A9A3-9D06F26163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285780" y="2313920"/>
                  <a:ext cx="141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D81BCB1-99EA-1046-C4F4-DF6F057642A8}"/>
                    </a:ext>
                  </a:extLst>
                </p14:cNvPr>
                <p14:cNvContentPartPr/>
                <p14:nvPr/>
              </p14:nvContentPartPr>
              <p14:xfrm>
                <a:off x="11482700" y="2335520"/>
                <a:ext cx="14040" cy="69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D81BCB1-99EA-1046-C4F4-DF6F057642A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64700" y="2317880"/>
                  <a:ext cx="4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44EC2D-913B-7D47-1A84-72C7890BCD50}"/>
                    </a:ext>
                  </a:extLst>
                </p14:cNvPr>
                <p14:cNvContentPartPr/>
                <p14:nvPr/>
              </p14:nvContentPartPr>
              <p14:xfrm>
                <a:off x="11440220" y="2210960"/>
                <a:ext cx="20880" cy="15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44EC2D-913B-7D47-1A84-72C7890BCD5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422580" y="2192960"/>
                  <a:ext cx="56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FE76D3-966E-7148-9C46-2E24EBA4FD70}"/>
                    </a:ext>
                  </a:extLst>
                </p14:cNvPr>
                <p14:cNvContentPartPr/>
                <p14:nvPr/>
              </p14:nvContentPartPr>
              <p14:xfrm>
                <a:off x="11583860" y="2195840"/>
                <a:ext cx="34560" cy="216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FE76D3-966E-7148-9C46-2E24EBA4FD7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566220" y="2177840"/>
                  <a:ext cx="70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28A557D-696E-8A0F-E932-A9CA594AD0AB}"/>
                    </a:ext>
                  </a:extLst>
                </p14:cNvPr>
                <p14:cNvContentPartPr/>
                <p14:nvPr/>
              </p14:nvContentPartPr>
              <p14:xfrm>
                <a:off x="11525900" y="2244800"/>
                <a:ext cx="159120" cy="81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28A557D-696E-8A0F-E932-A9CA594AD0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507900" y="2226800"/>
                  <a:ext cx="194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2C145D-3D39-FB6C-4C55-F084841DF13F}"/>
                    </a:ext>
                  </a:extLst>
                </p14:cNvPr>
                <p14:cNvContentPartPr/>
                <p14:nvPr/>
              </p14:nvContentPartPr>
              <p14:xfrm>
                <a:off x="11665220" y="2118800"/>
                <a:ext cx="11520" cy="10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2C145D-3D39-FB6C-4C55-F084841DF13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647580" y="2101160"/>
                  <a:ext cx="47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032C34-8AE0-5D3D-FF1B-70E0B08AF8EE}"/>
                    </a:ext>
                  </a:extLst>
                </p14:cNvPr>
                <p14:cNvContentPartPr/>
                <p14:nvPr/>
              </p14:nvContentPartPr>
              <p14:xfrm>
                <a:off x="11798060" y="2186120"/>
                <a:ext cx="66600" cy="83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032C34-8AE0-5D3D-FF1B-70E0B08AF8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780060" y="2168480"/>
                  <a:ext cx="102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FF7C379-9BCA-20D8-5CD1-150F822B2363}"/>
                    </a:ext>
                  </a:extLst>
                </p14:cNvPr>
                <p14:cNvContentPartPr/>
                <p14:nvPr/>
              </p14:nvContentPartPr>
              <p14:xfrm>
                <a:off x="11893460" y="2146160"/>
                <a:ext cx="151200" cy="119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FF7C379-9BCA-20D8-5CD1-150F822B236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875820" y="2128520"/>
                  <a:ext cx="186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643669-4424-D859-E35C-5BC50BE7ABE4}"/>
                    </a:ext>
                  </a:extLst>
                </p14:cNvPr>
                <p14:cNvContentPartPr/>
                <p14:nvPr/>
              </p14:nvContentPartPr>
              <p14:xfrm>
                <a:off x="10464980" y="2512640"/>
                <a:ext cx="1537200" cy="415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643669-4424-D859-E35C-5BC50BE7ABE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47340" y="2495000"/>
                  <a:ext cx="15728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84470EC-0BD1-A67B-19E6-C727EA0E5EF6}"/>
                    </a:ext>
                  </a:extLst>
                </p14:cNvPr>
                <p14:cNvContentPartPr/>
                <p14:nvPr/>
              </p14:nvContentPartPr>
              <p14:xfrm>
                <a:off x="11035220" y="2957960"/>
                <a:ext cx="52920" cy="208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84470EC-0BD1-A67B-19E6-C727EA0E5EF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17220" y="2940320"/>
                  <a:ext cx="88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6357875-BAE3-B4B1-BFB4-ABBF3A928A5A}"/>
                    </a:ext>
                  </a:extLst>
                </p14:cNvPr>
                <p14:cNvContentPartPr/>
                <p14:nvPr/>
              </p14:nvContentPartPr>
              <p14:xfrm>
                <a:off x="11006060" y="3068480"/>
                <a:ext cx="182160" cy="89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6357875-BAE3-B4B1-BFB4-ABBF3A928A5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988060" y="3050480"/>
                  <a:ext cx="2178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7396D5A-15EE-DFD2-6DC1-142118D18125}"/>
              </a:ext>
            </a:extLst>
          </p:cNvPr>
          <p:cNvGrpSpPr/>
          <p:nvPr/>
        </p:nvGrpSpPr>
        <p:grpSpPr>
          <a:xfrm>
            <a:off x="10436900" y="3581480"/>
            <a:ext cx="1547640" cy="763200"/>
            <a:chOff x="10436900" y="3581480"/>
            <a:chExt cx="1547640" cy="76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1CFCAF-03A0-BE5D-440B-0945B419D893}"/>
                    </a:ext>
                  </a:extLst>
                </p14:cNvPr>
                <p14:cNvContentPartPr/>
                <p14:nvPr/>
              </p14:nvContentPartPr>
              <p14:xfrm>
                <a:off x="10466780" y="3641960"/>
                <a:ext cx="42480" cy="21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1CFCAF-03A0-BE5D-440B-0945B419D89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48780" y="3624320"/>
                  <a:ext cx="78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FBED946-0DDF-E473-D83B-3EB708E8F3C8}"/>
                    </a:ext>
                  </a:extLst>
                </p14:cNvPr>
                <p14:cNvContentPartPr/>
                <p14:nvPr/>
              </p14:nvContentPartPr>
              <p14:xfrm>
                <a:off x="10436900" y="3700640"/>
                <a:ext cx="300960" cy="95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FBED946-0DDF-E473-D83B-3EB708E8F3C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18900" y="3682640"/>
                  <a:ext cx="336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C5EF20F-B8EB-8B4D-ED9C-5976582F7B00}"/>
                    </a:ext>
                  </a:extLst>
                </p14:cNvPr>
                <p14:cNvContentPartPr/>
                <p14:nvPr/>
              </p14:nvContentPartPr>
              <p14:xfrm>
                <a:off x="10764860" y="3581480"/>
                <a:ext cx="50760" cy="175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C5EF20F-B8EB-8B4D-ED9C-5976582F7B0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746860" y="3563840"/>
                  <a:ext cx="86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4426E2C-7C14-3516-2948-55A81A53C748}"/>
                    </a:ext>
                  </a:extLst>
                </p14:cNvPr>
                <p14:cNvContentPartPr/>
                <p14:nvPr/>
              </p14:nvContentPartPr>
              <p14:xfrm>
                <a:off x="10842620" y="3649520"/>
                <a:ext cx="56520" cy="50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4426E2C-7C14-3516-2948-55A81A53C74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824620" y="3631520"/>
                  <a:ext cx="92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FE96854-7F0A-DB93-064B-00D2C05F6334}"/>
                    </a:ext>
                  </a:extLst>
                </p14:cNvPr>
                <p14:cNvContentPartPr/>
                <p14:nvPr/>
              </p14:nvContentPartPr>
              <p14:xfrm>
                <a:off x="10962140" y="3642680"/>
                <a:ext cx="83160" cy="66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FE96854-7F0A-DB93-064B-00D2C05F63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44500" y="3624680"/>
                  <a:ext cx="118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52F066B-4ADA-F824-F87F-5DD55EB5AC43}"/>
                    </a:ext>
                  </a:extLst>
                </p14:cNvPr>
                <p14:cNvContentPartPr/>
                <p14:nvPr/>
              </p14:nvContentPartPr>
              <p14:xfrm>
                <a:off x="11118020" y="3590120"/>
                <a:ext cx="93960" cy="159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52F066B-4ADA-F824-F87F-5DD55EB5AC4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100020" y="3572120"/>
                  <a:ext cx="129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72D99F-D5ED-71F6-F953-DD12CB322900}"/>
                    </a:ext>
                  </a:extLst>
                </p14:cNvPr>
                <p14:cNvContentPartPr/>
                <p14:nvPr/>
              </p14:nvContentPartPr>
              <p14:xfrm>
                <a:off x="10657940" y="4014920"/>
                <a:ext cx="252000" cy="81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72D99F-D5ED-71F6-F953-DD12CB3229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640300" y="3996920"/>
                  <a:ext cx="287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9784982-5373-A5DD-ECDD-C0746319571B}"/>
                    </a:ext>
                  </a:extLst>
                </p14:cNvPr>
                <p14:cNvContentPartPr/>
                <p14:nvPr/>
              </p14:nvContentPartPr>
              <p14:xfrm>
                <a:off x="11001380" y="3967040"/>
                <a:ext cx="79200" cy="75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9784982-5373-A5DD-ECDD-C074631957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983380" y="3949040"/>
                  <a:ext cx="114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A3CE144-18D5-20B3-FBFD-97A0A51016E2}"/>
                    </a:ext>
                  </a:extLst>
                </p14:cNvPr>
                <p14:cNvContentPartPr/>
                <p14:nvPr/>
              </p14:nvContentPartPr>
              <p14:xfrm>
                <a:off x="11125580" y="3879920"/>
                <a:ext cx="93600" cy="73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A3CE144-18D5-20B3-FBFD-97A0A51016E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07580" y="3862280"/>
                  <a:ext cx="12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5AC7302-EB87-9F67-83CD-36E29776A9E0}"/>
                    </a:ext>
                  </a:extLst>
                </p14:cNvPr>
                <p14:cNvContentPartPr/>
                <p14:nvPr/>
              </p14:nvContentPartPr>
              <p14:xfrm>
                <a:off x="11310260" y="3851480"/>
                <a:ext cx="105120" cy="25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5AC7302-EB87-9F67-83CD-36E29776A9E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292260" y="3833840"/>
                  <a:ext cx="140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B0A443-62E2-34E3-2844-D28B1FF93071}"/>
                    </a:ext>
                  </a:extLst>
                </p14:cNvPr>
                <p14:cNvContentPartPr/>
                <p14:nvPr/>
              </p14:nvContentPartPr>
              <p14:xfrm>
                <a:off x="10930820" y="4241360"/>
                <a:ext cx="70200" cy="103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B0A443-62E2-34E3-2844-D28B1FF9307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912820" y="4223360"/>
                  <a:ext cx="105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5B1EDE7-CD54-7164-0C55-2E5544BF0866}"/>
                    </a:ext>
                  </a:extLst>
                </p14:cNvPr>
                <p14:cNvContentPartPr/>
                <p14:nvPr/>
              </p14:nvContentPartPr>
              <p14:xfrm>
                <a:off x="11071580" y="4230560"/>
                <a:ext cx="57960" cy="96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5B1EDE7-CD54-7164-0C55-2E5544BF086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53940" y="4212920"/>
                  <a:ext cx="93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7145B8A-9605-6B6C-2449-371F40BDEC5C}"/>
                    </a:ext>
                  </a:extLst>
                </p14:cNvPr>
                <p14:cNvContentPartPr/>
                <p14:nvPr/>
              </p14:nvContentPartPr>
              <p14:xfrm>
                <a:off x="11233580" y="4154960"/>
                <a:ext cx="51120" cy="132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7145B8A-9605-6B6C-2449-371F40BDEC5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15940" y="4137320"/>
                  <a:ext cx="86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B951192-0F06-B469-45C5-0394B2338064}"/>
                    </a:ext>
                  </a:extLst>
                </p14:cNvPr>
                <p14:cNvContentPartPr/>
                <p14:nvPr/>
              </p14:nvContentPartPr>
              <p14:xfrm>
                <a:off x="11342660" y="4136960"/>
                <a:ext cx="76320" cy="82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B951192-0F06-B469-45C5-0394B233806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25020" y="4118960"/>
                  <a:ext cx="111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02CDEAA-0647-050B-348C-D04529A4C74F}"/>
                    </a:ext>
                  </a:extLst>
                </p14:cNvPr>
                <p14:cNvContentPartPr/>
                <p14:nvPr/>
              </p14:nvContentPartPr>
              <p14:xfrm>
                <a:off x="11466860" y="4069640"/>
                <a:ext cx="111240" cy="93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02CDEAA-0647-050B-348C-D04529A4C74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48860" y="4051640"/>
                  <a:ext cx="146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C44A47-7631-856C-A46B-6F66C5D6644D}"/>
                    </a:ext>
                  </a:extLst>
                </p14:cNvPr>
                <p14:cNvContentPartPr/>
                <p14:nvPr/>
              </p14:nvContentPartPr>
              <p14:xfrm>
                <a:off x="11609420" y="4052000"/>
                <a:ext cx="73080" cy="82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C44A47-7631-856C-A46B-6F66C5D6644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591780" y="4034000"/>
                  <a:ext cx="108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9B91D7D-F042-CF54-715E-B99A2BDE8E59}"/>
                    </a:ext>
                  </a:extLst>
                </p14:cNvPr>
                <p14:cNvContentPartPr/>
                <p14:nvPr/>
              </p14:nvContentPartPr>
              <p14:xfrm>
                <a:off x="11758820" y="3986120"/>
                <a:ext cx="3960" cy="4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9B91D7D-F042-CF54-715E-B99A2BDE8E5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740820" y="3968120"/>
                  <a:ext cx="39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12D1FC-8F99-8011-46D9-80A02AAD17A0}"/>
                    </a:ext>
                  </a:extLst>
                </p14:cNvPr>
                <p14:cNvContentPartPr/>
                <p14:nvPr/>
              </p14:nvContentPartPr>
              <p14:xfrm>
                <a:off x="11752700" y="3874160"/>
                <a:ext cx="231840" cy="204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12D1FC-8F99-8011-46D9-80A02AAD17A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735060" y="3856160"/>
                  <a:ext cx="26748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2AE9B6C-974C-F084-BDB5-AA9A0288374B}"/>
              </a:ext>
            </a:extLst>
          </p:cNvPr>
          <p:cNvGrpSpPr/>
          <p:nvPr/>
        </p:nvGrpSpPr>
        <p:grpSpPr>
          <a:xfrm>
            <a:off x="11535260" y="5118320"/>
            <a:ext cx="256680" cy="158760"/>
            <a:chOff x="11535260" y="5118320"/>
            <a:chExt cx="25668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5418858-498D-7DC5-DE83-3EA2A9B7C40C}"/>
                    </a:ext>
                  </a:extLst>
                </p14:cNvPr>
                <p14:cNvContentPartPr/>
                <p14:nvPr/>
              </p14:nvContentPartPr>
              <p14:xfrm>
                <a:off x="11535260" y="5240000"/>
                <a:ext cx="62640" cy="37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5418858-498D-7DC5-DE83-3EA2A9B7C40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517620" y="5222000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E62C8A-CD61-198D-57F0-FC3C74392482}"/>
                    </a:ext>
                  </a:extLst>
                </p14:cNvPr>
                <p14:cNvContentPartPr/>
                <p14:nvPr/>
              </p14:nvContentPartPr>
              <p14:xfrm>
                <a:off x="11669900" y="5166560"/>
                <a:ext cx="15480" cy="586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E62C8A-CD61-198D-57F0-FC3C7439248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651900" y="5148920"/>
                  <a:ext cx="51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7151F73-E73F-55E5-B821-FD3A3CE49469}"/>
                    </a:ext>
                  </a:extLst>
                </p14:cNvPr>
                <p14:cNvContentPartPr/>
                <p14:nvPr/>
              </p14:nvContentPartPr>
              <p14:xfrm>
                <a:off x="11683580" y="5118320"/>
                <a:ext cx="108360" cy="122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7151F73-E73F-55E5-B821-FD3A3CE4946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665580" y="5100680"/>
                  <a:ext cx="14400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C188EB1-03DB-5EE9-AAFA-37EB89158AD8}"/>
              </a:ext>
            </a:extLst>
          </p:cNvPr>
          <p:cNvGrpSpPr/>
          <p:nvPr/>
        </p:nvGrpSpPr>
        <p:grpSpPr>
          <a:xfrm>
            <a:off x="8893220" y="5409560"/>
            <a:ext cx="3084120" cy="1028160"/>
            <a:chOff x="8893220" y="5409560"/>
            <a:chExt cx="3084120" cy="10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0B6A7E0-D86B-6D87-CCC0-06207F3BE63F}"/>
                    </a:ext>
                  </a:extLst>
                </p14:cNvPr>
                <p14:cNvContentPartPr/>
                <p14:nvPr/>
              </p14:nvContentPartPr>
              <p14:xfrm>
                <a:off x="8970620" y="5795120"/>
                <a:ext cx="114480" cy="395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0B6A7E0-D86B-6D87-CCC0-06207F3BE63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952620" y="5777120"/>
                  <a:ext cx="1501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F5AAB60-CEAE-73B1-33F4-589979EF40A6}"/>
                    </a:ext>
                  </a:extLst>
                </p14:cNvPr>
                <p14:cNvContentPartPr/>
                <p14:nvPr/>
              </p14:nvContentPartPr>
              <p14:xfrm>
                <a:off x="8893220" y="6021920"/>
                <a:ext cx="185040" cy="57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F5AAB60-CEAE-73B1-33F4-589979EF40A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75580" y="6003920"/>
                  <a:ext cx="220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5B27AA4-5652-2B73-47AE-60DAC66BC2EB}"/>
                    </a:ext>
                  </a:extLst>
                </p14:cNvPr>
                <p14:cNvContentPartPr/>
                <p14:nvPr/>
              </p14:nvContentPartPr>
              <p14:xfrm>
                <a:off x="9168260" y="5969720"/>
                <a:ext cx="336960" cy="137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5B27AA4-5652-2B73-47AE-60DAC66BC2E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150620" y="5952080"/>
                  <a:ext cx="37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ED0CF96-FDD2-804F-6318-573E6D1DCDD4}"/>
                    </a:ext>
                  </a:extLst>
                </p14:cNvPr>
                <p14:cNvContentPartPr/>
                <p14:nvPr/>
              </p14:nvContentPartPr>
              <p14:xfrm>
                <a:off x="9551660" y="5817080"/>
                <a:ext cx="127800" cy="223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ED0CF96-FDD2-804F-6318-573E6D1DCDD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534020" y="5799080"/>
                  <a:ext cx="163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E60EE0C-3737-0E29-EE01-93F81596FA2E}"/>
                    </a:ext>
                  </a:extLst>
                </p14:cNvPr>
                <p14:cNvContentPartPr/>
                <p14:nvPr/>
              </p14:nvContentPartPr>
              <p14:xfrm>
                <a:off x="9773420" y="5769200"/>
                <a:ext cx="122760" cy="343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E60EE0C-3737-0E29-EE01-93F81596FA2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755420" y="5751560"/>
                  <a:ext cx="1584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6005390-A64A-099F-7324-8D7ECE15D85E}"/>
                    </a:ext>
                  </a:extLst>
                </p14:cNvPr>
                <p14:cNvContentPartPr/>
                <p14:nvPr/>
              </p14:nvContentPartPr>
              <p14:xfrm>
                <a:off x="9890780" y="5868560"/>
                <a:ext cx="130680" cy="140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6005390-A64A-099F-7324-8D7ECE15D8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72780" y="5850560"/>
                  <a:ext cx="166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799FF6F-6974-0164-2B25-15F5747843B3}"/>
                    </a:ext>
                  </a:extLst>
                </p14:cNvPr>
                <p14:cNvContentPartPr/>
                <p14:nvPr/>
              </p14:nvContentPartPr>
              <p14:xfrm>
                <a:off x="10132700" y="5804480"/>
                <a:ext cx="70200" cy="270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799FF6F-6974-0164-2B25-15F5747843B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114700" y="5786840"/>
                  <a:ext cx="1058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8092B92-A7F6-81C6-411B-F34A2439F5A5}"/>
                    </a:ext>
                  </a:extLst>
                </p14:cNvPr>
                <p14:cNvContentPartPr/>
                <p14:nvPr/>
              </p14:nvContentPartPr>
              <p14:xfrm>
                <a:off x="10343660" y="5901320"/>
                <a:ext cx="65520" cy="25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8092B92-A7F6-81C6-411B-F34A2439F5A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25660" y="5883680"/>
                  <a:ext cx="101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54A0C3B-040A-1A7B-4743-0489C83CEB42}"/>
                    </a:ext>
                  </a:extLst>
                </p14:cNvPr>
                <p14:cNvContentPartPr/>
                <p14:nvPr/>
              </p14:nvContentPartPr>
              <p14:xfrm>
                <a:off x="10383260" y="5971520"/>
                <a:ext cx="70200" cy="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54A0C3B-040A-1A7B-4743-0489C83CEB4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65620" y="5953880"/>
                  <a:ext cx="105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054C4C6-F0BC-866A-7990-AEC9193BD1BC}"/>
                    </a:ext>
                  </a:extLst>
                </p14:cNvPr>
                <p14:cNvContentPartPr/>
                <p14:nvPr/>
              </p14:nvContentPartPr>
              <p14:xfrm>
                <a:off x="10561820" y="5565800"/>
                <a:ext cx="188280" cy="208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054C4C6-F0BC-866A-7990-AEC9193BD1B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543820" y="5547800"/>
                  <a:ext cx="223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495EAD2-54A7-A671-DC9C-B49FDF87B584}"/>
                    </a:ext>
                  </a:extLst>
                </p14:cNvPr>
                <p14:cNvContentPartPr/>
                <p14:nvPr/>
              </p14:nvContentPartPr>
              <p14:xfrm>
                <a:off x="10788980" y="5409560"/>
                <a:ext cx="106200" cy="156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495EAD2-54A7-A671-DC9C-B49FDF87B58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771340" y="5391920"/>
                  <a:ext cx="141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FB583CF-FFA4-7E35-A7D7-EA41AE9CEBE5}"/>
                    </a:ext>
                  </a:extLst>
                </p14:cNvPr>
                <p14:cNvContentPartPr/>
                <p14:nvPr/>
              </p14:nvContentPartPr>
              <p14:xfrm>
                <a:off x="11042060" y="5619800"/>
                <a:ext cx="72360" cy="9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FB583CF-FFA4-7E35-A7D7-EA41AE9CEBE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024420" y="5601800"/>
                  <a:ext cx="108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2210611-302B-8DAB-2DE0-1F6EE07D8316}"/>
                    </a:ext>
                  </a:extLst>
                </p14:cNvPr>
                <p14:cNvContentPartPr/>
                <p14:nvPr/>
              </p14:nvContentPartPr>
              <p14:xfrm>
                <a:off x="11237900" y="5433680"/>
                <a:ext cx="237960" cy="176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2210611-302B-8DAB-2DE0-1F6EE07D831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220260" y="5416040"/>
                  <a:ext cx="273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7B502CA-57E4-2F54-F6BB-5BAD7739504D}"/>
                    </a:ext>
                  </a:extLst>
                </p14:cNvPr>
                <p14:cNvContentPartPr/>
                <p14:nvPr/>
              </p14:nvContentPartPr>
              <p14:xfrm>
                <a:off x="10746140" y="5629160"/>
                <a:ext cx="1143360" cy="335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7B502CA-57E4-2F54-F6BB-5BAD7739504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728140" y="5611520"/>
                  <a:ext cx="11790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B09E2E5-1DB9-8D47-0FBB-63CFA21D83D1}"/>
                    </a:ext>
                  </a:extLst>
                </p14:cNvPr>
                <p14:cNvContentPartPr/>
                <p14:nvPr/>
              </p14:nvContentPartPr>
              <p14:xfrm>
                <a:off x="10728500" y="6194000"/>
                <a:ext cx="240840" cy="243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B09E2E5-1DB9-8D47-0FBB-63CFA21D83D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710500" y="6176360"/>
                  <a:ext cx="276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03D09DE-FDAB-A877-4925-B7275356394F}"/>
                    </a:ext>
                  </a:extLst>
                </p14:cNvPr>
                <p14:cNvContentPartPr/>
                <p14:nvPr/>
              </p14:nvContentPartPr>
              <p14:xfrm>
                <a:off x="10956740" y="6047840"/>
                <a:ext cx="196200" cy="165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03D09DE-FDAB-A877-4925-B7275356394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39100" y="6030200"/>
                  <a:ext cx="231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8029A55-DDD8-6376-13F7-ED96C8E218AA}"/>
                    </a:ext>
                  </a:extLst>
                </p14:cNvPr>
                <p14:cNvContentPartPr/>
                <p14:nvPr/>
              </p14:nvContentPartPr>
              <p14:xfrm>
                <a:off x="11264180" y="6235760"/>
                <a:ext cx="104760" cy="23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8029A55-DDD8-6376-13F7-ED96C8E218A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246180" y="6218120"/>
                  <a:ext cx="14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83DF943-BDA5-E67D-9B74-33FC5443CF6B}"/>
                    </a:ext>
                  </a:extLst>
                </p14:cNvPr>
                <p14:cNvContentPartPr/>
                <p14:nvPr/>
              </p14:nvContentPartPr>
              <p14:xfrm>
                <a:off x="11320340" y="6159440"/>
                <a:ext cx="66600" cy="197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83DF943-BDA5-E67D-9B74-33FC5443CF6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302340" y="6141800"/>
                  <a:ext cx="102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58FC7F-F455-19F9-C72A-05C40F9E670F}"/>
                    </a:ext>
                  </a:extLst>
                </p14:cNvPr>
                <p14:cNvContentPartPr/>
                <p14:nvPr/>
              </p14:nvContentPartPr>
              <p14:xfrm>
                <a:off x="11523380" y="6142160"/>
                <a:ext cx="179280" cy="1638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58FC7F-F455-19F9-C72A-05C40F9E670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505740" y="6124160"/>
                  <a:ext cx="214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C83E6E8-51A2-D51E-3853-C92C202AFF67}"/>
                    </a:ext>
                  </a:extLst>
                </p14:cNvPr>
                <p14:cNvContentPartPr/>
                <p14:nvPr/>
              </p14:nvContentPartPr>
              <p14:xfrm>
                <a:off x="11696540" y="5916080"/>
                <a:ext cx="133560" cy="56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C83E6E8-51A2-D51E-3853-C92C202AFF6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678540" y="5898080"/>
                  <a:ext cx="169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737F235-8B08-5953-0F53-BC4BCA2B4CD3}"/>
                    </a:ext>
                  </a:extLst>
                </p14:cNvPr>
                <p14:cNvContentPartPr/>
                <p14:nvPr/>
              </p14:nvContentPartPr>
              <p14:xfrm>
                <a:off x="11885180" y="5758760"/>
                <a:ext cx="92160" cy="788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737F235-8B08-5953-0F53-BC4BCA2B4CD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867540" y="5740760"/>
                  <a:ext cx="127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D911C25-FE48-904D-21F1-140E17FC3C6A}"/>
                    </a:ext>
                  </a:extLst>
                </p14:cNvPr>
                <p14:cNvContentPartPr/>
                <p14:nvPr/>
              </p14:nvContentPartPr>
              <p14:xfrm>
                <a:off x="11881940" y="5752640"/>
                <a:ext cx="78840" cy="18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D911C25-FE48-904D-21F1-140E17FC3C6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863940" y="5735000"/>
                  <a:ext cx="114480" cy="22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5043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</a:t>
            </a:r>
            <a:r>
              <a:rPr spc="195" dirty="0"/>
              <a:t> </a:t>
            </a:r>
            <a:r>
              <a:rPr dirty="0"/>
              <a:t>of</a:t>
            </a:r>
            <a:r>
              <a:rPr spc="240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spc="55" dirty="0"/>
              <a:t>neural</a:t>
            </a:r>
            <a:r>
              <a:rPr spc="22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7250" y="4915915"/>
            <a:ext cx="11515725" cy="1663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50" dirty="0">
                <a:latin typeface="Calibri"/>
                <a:cs typeface="Calibri"/>
              </a:rPr>
              <a:t>Image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pixels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ts val="193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becomes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input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spc="50" dirty="0">
                <a:latin typeface="Calibri"/>
                <a:cs typeface="Calibri"/>
              </a:rPr>
              <a:t>Example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here: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pixel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0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256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in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greyscale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2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is</a:t>
            </a:r>
            <a:r>
              <a:rPr sz="1700" spc="1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connected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neurons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hidden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layer</a:t>
            </a:r>
            <a:endParaRPr sz="1700">
              <a:latin typeface="Calibri"/>
              <a:cs typeface="Calibri"/>
            </a:endParaRPr>
          </a:p>
          <a:p>
            <a:pPr marL="698500" lvl="1" indent="-228600">
              <a:lnSpc>
                <a:spcPts val="1985"/>
              </a:lnSpc>
              <a:buFont typeface="Arial"/>
              <a:buChar char="•"/>
              <a:tabLst>
                <a:tab pos="698500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will</a:t>
            </a:r>
            <a:r>
              <a:rPr sz="1700" spc="2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2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eventually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</a:t>
            </a:r>
            <a:r>
              <a:rPr sz="1700" spc="2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recognition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229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digits</a:t>
            </a:r>
            <a:endParaRPr sz="1700">
              <a:latin typeface="Calibri"/>
              <a:cs typeface="Calibri"/>
            </a:endParaRPr>
          </a:p>
          <a:p>
            <a:pPr marL="6409055">
              <a:lnSpc>
                <a:spcPct val="100000"/>
              </a:lnSpc>
              <a:spcBef>
                <a:spcPts val="1450"/>
              </a:spcBef>
            </a:pPr>
            <a:r>
              <a:rPr sz="1100" spc="-10" dirty="0">
                <a:latin typeface="Calibri"/>
                <a:cs typeface="Calibri"/>
              </a:rPr>
              <a:t>https://becominghuman.ai/deep-learning-made-easy-with-deep-cognition-403fbe445351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657" y="656880"/>
            <a:ext cx="8055483" cy="412840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EB20805-BEF7-919E-29DA-9DF04B2673F5}"/>
              </a:ext>
            </a:extLst>
          </p:cNvPr>
          <p:cNvGrpSpPr/>
          <p:nvPr/>
        </p:nvGrpSpPr>
        <p:grpSpPr>
          <a:xfrm>
            <a:off x="2135660" y="723080"/>
            <a:ext cx="412560" cy="136440"/>
            <a:chOff x="2135660" y="723080"/>
            <a:chExt cx="41256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33E4CF-922B-40A5-A6BE-1DCA00648C97}"/>
                    </a:ext>
                  </a:extLst>
                </p14:cNvPr>
                <p14:cNvContentPartPr/>
                <p14:nvPr/>
              </p14:nvContentPartPr>
              <p14:xfrm>
                <a:off x="2135660" y="774200"/>
                <a:ext cx="412560" cy="8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33E4CF-922B-40A5-A6BE-1DCA00648C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17660" y="756200"/>
                  <a:ext cx="44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935B41-2086-452B-F54B-0B03FF9A1A7B}"/>
                    </a:ext>
                  </a:extLst>
                </p14:cNvPr>
                <p14:cNvContentPartPr/>
                <p14:nvPr/>
              </p14:nvContentPartPr>
              <p14:xfrm>
                <a:off x="2483420" y="723080"/>
                <a:ext cx="55440" cy="10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935B41-2086-452B-F54B-0B03FF9A1A7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5780" y="705080"/>
                  <a:ext cx="91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745FC9-026A-ACCF-BC9E-807128C3C6E4}"/>
              </a:ext>
            </a:extLst>
          </p:cNvPr>
          <p:cNvGrpSpPr/>
          <p:nvPr/>
        </p:nvGrpSpPr>
        <p:grpSpPr>
          <a:xfrm>
            <a:off x="1257260" y="599240"/>
            <a:ext cx="520560" cy="423720"/>
            <a:chOff x="1257260" y="599240"/>
            <a:chExt cx="52056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57DCEC-99C1-5624-5B58-05B93C8624C6}"/>
                    </a:ext>
                  </a:extLst>
                </p14:cNvPr>
                <p14:cNvContentPartPr/>
                <p14:nvPr/>
              </p14:nvContentPartPr>
              <p14:xfrm>
                <a:off x="1296500" y="855560"/>
                <a:ext cx="36360" cy="16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57DCEC-99C1-5624-5B58-05B93C8624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8500" y="837560"/>
                  <a:ext cx="72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5DA134-4697-77C2-070F-15C2AD990902}"/>
                    </a:ext>
                  </a:extLst>
                </p14:cNvPr>
                <p14:cNvContentPartPr/>
                <p14:nvPr/>
              </p14:nvContentPartPr>
              <p14:xfrm>
                <a:off x="1257260" y="795800"/>
                <a:ext cx="90000" cy="89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5DA134-4697-77C2-070F-15C2AD9909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9260" y="778160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6EEB40-CE55-F6C9-503C-21164B4FAF97}"/>
                    </a:ext>
                  </a:extLst>
                </p14:cNvPr>
                <p14:cNvContentPartPr/>
                <p14:nvPr/>
              </p14:nvContentPartPr>
              <p14:xfrm>
                <a:off x="1407020" y="857360"/>
                <a:ext cx="17640" cy="6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6EEB40-CE55-F6C9-503C-21164B4FAF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9020" y="839720"/>
                  <a:ext cx="53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DE8B58-4494-8598-625A-C9F5752A0C1C}"/>
                    </a:ext>
                  </a:extLst>
                </p14:cNvPr>
                <p14:cNvContentPartPr/>
                <p14:nvPr/>
              </p14:nvContentPartPr>
              <p14:xfrm>
                <a:off x="1383980" y="777080"/>
                <a:ext cx="19440" cy="4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DE8B58-4494-8598-625A-C9F5752A0C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5980" y="759440"/>
                  <a:ext cx="55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A658A3-8365-3E77-15F2-230259D80D83}"/>
                    </a:ext>
                  </a:extLst>
                </p14:cNvPr>
                <p14:cNvContentPartPr/>
                <p14:nvPr/>
              </p14:nvContentPartPr>
              <p14:xfrm>
                <a:off x="1477220" y="826400"/>
                <a:ext cx="82800" cy="88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A658A3-8365-3E77-15F2-230259D80D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59220" y="808400"/>
                  <a:ext cx="118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5E1882-3740-BB2B-F4F7-EFF6FC3BB7AC}"/>
                    </a:ext>
                  </a:extLst>
                </p14:cNvPr>
                <p14:cNvContentPartPr/>
                <p14:nvPr/>
              </p14:nvContentPartPr>
              <p14:xfrm>
                <a:off x="1507460" y="825680"/>
                <a:ext cx="61200" cy="13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5E1882-3740-BB2B-F4F7-EFF6FC3BB7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89460" y="808040"/>
                  <a:ext cx="96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DE04F0-0E1C-6FC0-CD90-8FE0C725493C}"/>
                    </a:ext>
                  </a:extLst>
                </p14:cNvPr>
                <p14:cNvContentPartPr/>
                <p14:nvPr/>
              </p14:nvContentPartPr>
              <p14:xfrm>
                <a:off x="1617620" y="792920"/>
                <a:ext cx="66240" cy="87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DE04F0-0E1C-6FC0-CD90-8FE0C72549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9980" y="774920"/>
                  <a:ext cx="101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E56835-5624-20D5-512F-28BD25BC3178}"/>
                    </a:ext>
                  </a:extLst>
                </p14:cNvPr>
                <p14:cNvContentPartPr/>
                <p14:nvPr/>
              </p14:nvContentPartPr>
              <p14:xfrm>
                <a:off x="1756580" y="599240"/>
                <a:ext cx="21240" cy="23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E56835-5624-20D5-512F-28BD25BC317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38940" y="58160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BAE263-C217-C731-61F9-D09D83353D6E}"/>
                  </a:ext>
                </a:extLst>
              </p14:cNvPr>
              <p14:cNvContentPartPr/>
              <p14:nvPr/>
            </p14:nvContentPartPr>
            <p14:xfrm>
              <a:off x="1421420" y="3422000"/>
              <a:ext cx="653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BAE263-C217-C731-61F9-D09D83353D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03420" y="3404360"/>
                <a:ext cx="689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2420C9-0B32-4037-B683-01D714A34A23}"/>
                  </a:ext>
                </a:extLst>
              </p14:cNvPr>
              <p14:cNvContentPartPr/>
              <p14:nvPr/>
            </p14:nvContentPartPr>
            <p14:xfrm>
              <a:off x="1306220" y="3739160"/>
              <a:ext cx="798480" cy="36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2420C9-0B32-4037-B683-01D714A34A2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8220" y="3721520"/>
                <a:ext cx="8341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308ACC-1F96-31EC-C7C7-79C9ADE6DDB2}"/>
                  </a:ext>
                </a:extLst>
              </p14:cNvPr>
              <p14:cNvContentPartPr/>
              <p14:nvPr/>
            </p14:nvContentPartPr>
            <p14:xfrm>
              <a:off x="9565700" y="1004960"/>
              <a:ext cx="166680" cy="236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308ACC-1F96-31EC-C7C7-79C9ADE6DDB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548060" y="987320"/>
                <a:ext cx="202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8FA79B-B5B9-9FCB-6972-44EF04A09E57}"/>
                  </a:ext>
                </a:extLst>
              </p14:cNvPr>
              <p14:cNvContentPartPr/>
              <p14:nvPr/>
            </p14:nvContentPartPr>
            <p14:xfrm>
              <a:off x="9544100" y="1842320"/>
              <a:ext cx="165600" cy="177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8FA79B-B5B9-9FCB-6972-44EF04A09E5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26460" y="1824680"/>
                <a:ext cx="20124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916B714-319B-9EC3-CC3B-321927BD4672}"/>
              </a:ext>
            </a:extLst>
          </p:cNvPr>
          <p:cNvGrpSpPr/>
          <p:nvPr/>
        </p:nvGrpSpPr>
        <p:grpSpPr>
          <a:xfrm>
            <a:off x="9521060" y="2671400"/>
            <a:ext cx="208800" cy="290160"/>
            <a:chOff x="9521060" y="2671400"/>
            <a:chExt cx="2088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56F01F-5E1E-6F71-5524-55FB09B9952C}"/>
                    </a:ext>
                  </a:extLst>
                </p14:cNvPr>
                <p14:cNvContentPartPr/>
                <p14:nvPr/>
              </p14:nvContentPartPr>
              <p14:xfrm>
                <a:off x="9521060" y="2712080"/>
                <a:ext cx="208800" cy="129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56F01F-5E1E-6F71-5524-55FB09B995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03060" y="2694080"/>
                  <a:ext cx="24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453395-4882-3A45-6C59-84394D2B16CF}"/>
                    </a:ext>
                  </a:extLst>
                </p14:cNvPr>
                <p14:cNvContentPartPr/>
                <p14:nvPr/>
              </p14:nvContentPartPr>
              <p14:xfrm>
                <a:off x="9695660" y="2671400"/>
                <a:ext cx="33120" cy="290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453395-4882-3A45-6C59-84394D2B16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677660" y="2653400"/>
                  <a:ext cx="6876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4FA1C70-F690-DE55-628F-4D43C0F5E1BA}"/>
                  </a:ext>
                </a:extLst>
              </p14:cNvPr>
              <p14:cNvContentPartPr/>
              <p14:nvPr/>
            </p14:nvContentPartPr>
            <p14:xfrm>
              <a:off x="9587300" y="3356120"/>
              <a:ext cx="133560" cy="238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4FA1C70-F690-DE55-628F-4D43C0F5E1B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69660" y="3338120"/>
                <a:ext cx="1692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6954554-DAFA-FA5B-6491-1F24527D7E6C}"/>
                  </a:ext>
                </a:extLst>
              </p14:cNvPr>
              <p14:cNvContentPartPr/>
              <p14:nvPr/>
            </p14:nvContentPartPr>
            <p14:xfrm>
              <a:off x="9452660" y="4109240"/>
              <a:ext cx="244080" cy="288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6954554-DAFA-FA5B-6491-1F24527D7E6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435020" y="4091240"/>
                <a:ext cx="279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F14E2B-2BBF-F4E5-685C-A55823F924B6}"/>
                  </a:ext>
                </a:extLst>
              </p14:cNvPr>
              <p14:cNvContentPartPr/>
              <p14:nvPr/>
            </p14:nvContentPartPr>
            <p14:xfrm>
              <a:off x="9178340" y="4517840"/>
              <a:ext cx="960120" cy="115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F14E2B-2BBF-F4E5-685C-A55823F924B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60340" y="4500200"/>
                <a:ext cx="99576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F2E1FC4-E39B-76FA-95F7-7720E2B131F9}"/>
              </a:ext>
            </a:extLst>
          </p:cNvPr>
          <p:cNvGrpSpPr/>
          <p:nvPr/>
        </p:nvGrpSpPr>
        <p:grpSpPr>
          <a:xfrm>
            <a:off x="9624380" y="4753280"/>
            <a:ext cx="1255680" cy="848880"/>
            <a:chOff x="9624380" y="4753280"/>
            <a:chExt cx="1255680" cy="84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2A08CAE-BA2A-1F6B-6870-182DD718F739}"/>
                    </a:ext>
                  </a:extLst>
                </p14:cNvPr>
                <p14:cNvContentPartPr/>
                <p14:nvPr/>
              </p14:nvContentPartPr>
              <p14:xfrm>
                <a:off x="9675140" y="4759040"/>
                <a:ext cx="65880" cy="38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2A08CAE-BA2A-1F6B-6870-182DD718F73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57500" y="4741400"/>
                  <a:ext cx="1015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677872-4C65-56CA-B6C8-52AD8CBB7599}"/>
                    </a:ext>
                  </a:extLst>
                </p14:cNvPr>
                <p14:cNvContentPartPr/>
                <p14:nvPr/>
              </p14:nvContentPartPr>
              <p14:xfrm>
                <a:off x="9624380" y="4753280"/>
                <a:ext cx="230040" cy="19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677872-4C65-56CA-B6C8-52AD8CBB75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06380" y="4735640"/>
                  <a:ext cx="265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679BCC-74A1-9588-5C93-6E3920C20680}"/>
                    </a:ext>
                  </a:extLst>
                </p14:cNvPr>
                <p14:cNvContentPartPr/>
                <p14:nvPr/>
              </p14:nvContentPartPr>
              <p14:xfrm>
                <a:off x="9701420" y="5420360"/>
                <a:ext cx="110520" cy="18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679BCC-74A1-9588-5C93-6E3920C206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83420" y="5402360"/>
                  <a:ext cx="146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AD7FBD-02FC-CF8B-6D1D-D644D8918B1D}"/>
                    </a:ext>
                  </a:extLst>
                </p14:cNvPr>
                <p14:cNvContentPartPr/>
                <p14:nvPr/>
              </p14:nvContentPartPr>
              <p14:xfrm>
                <a:off x="9924260" y="5438000"/>
                <a:ext cx="1389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AD7FBD-02FC-CF8B-6D1D-D644D8918B1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06620" y="5420000"/>
                  <a:ext cx="174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0FC601A-0822-384C-20FA-6C53E25220BE}"/>
                    </a:ext>
                  </a:extLst>
                </p14:cNvPr>
                <p14:cNvContentPartPr/>
                <p14:nvPr/>
              </p14:nvContentPartPr>
              <p14:xfrm>
                <a:off x="10131260" y="5291840"/>
                <a:ext cx="7380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0FC601A-0822-384C-20FA-6C53E25220B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13260" y="5274200"/>
                  <a:ext cx="109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F47F71-2A70-1459-899E-040CD2918DAF}"/>
                    </a:ext>
                  </a:extLst>
                </p14:cNvPr>
                <p14:cNvContentPartPr/>
                <p14:nvPr/>
              </p14:nvContentPartPr>
              <p14:xfrm>
                <a:off x="10127300" y="5385080"/>
                <a:ext cx="102600" cy="75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F47F71-2A70-1459-899E-040CD2918DA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109300" y="5367440"/>
                  <a:ext cx="138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6AF143-7C70-77E4-51B1-30CF1EB7CD3F}"/>
                    </a:ext>
                  </a:extLst>
                </p14:cNvPr>
                <p14:cNvContentPartPr/>
                <p14:nvPr/>
              </p14:nvContentPartPr>
              <p14:xfrm>
                <a:off x="10308020" y="5424680"/>
                <a:ext cx="32400" cy="177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6AF143-7C70-77E4-51B1-30CF1EB7CD3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90020" y="5407040"/>
                  <a:ext cx="68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20EF44-2A42-F98B-3CAB-8A2B117DA9BB}"/>
                    </a:ext>
                  </a:extLst>
                </p14:cNvPr>
                <p14:cNvContentPartPr/>
                <p14:nvPr/>
              </p14:nvContentPartPr>
              <p14:xfrm>
                <a:off x="10316300" y="5387240"/>
                <a:ext cx="79920" cy="9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20EF44-2A42-F98B-3CAB-8A2B117DA9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98300" y="5369600"/>
                  <a:ext cx="115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A0A249-9AB6-2E46-1591-5827BB83D09D}"/>
                    </a:ext>
                  </a:extLst>
                </p14:cNvPr>
                <p14:cNvContentPartPr/>
                <p14:nvPr/>
              </p14:nvContentPartPr>
              <p14:xfrm>
                <a:off x="10516100" y="5353040"/>
                <a:ext cx="131040" cy="10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A0A249-9AB6-2E46-1591-5827BB83D0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98460" y="5335400"/>
                  <a:ext cx="166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71F669-30F2-E949-DB9D-49DCCBF21946}"/>
                    </a:ext>
                  </a:extLst>
                </p14:cNvPr>
                <p14:cNvContentPartPr/>
                <p14:nvPr/>
              </p14:nvContentPartPr>
              <p14:xfrm>
                <a:off x="10745780" y="5175200"/>
                <a:ext cx="80280" cy="248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71F669-30F2-E949-DB9D-49DCCBF2194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28140" y="5157560"/>
                  <a:ext cx="115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400E37-D8D2-26F6-B457-7EC63264C423}"/>
                    </a:ext>
                  </a:extLst>
                </p14:cNvPr>
                <p14:cNvContentPartPr/>
                <p14:nvPr/>
              </p14:nvContentPartPr>
              <p14:xfrm>
                <a:off x="10693580" y="5249360"/>
                <a:ext cx="186480" cy="8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400E37-D8D2-26F6-B457-7EC63264C4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675580" y="5231720"/>
                  <a:ext cx="2221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F8B86B-1B43-D353-8FF6-6528A0AFDBFE}"/>
              </a:ext>
            </a:extLst>
          </p:cNvPr>
          <p:cNvGrpSpPr/>
          <p:nvPr/>
        </p:nvGrpSpPr>
        <p:grpSpPr>
          <a:xfrm>
            <a:off x="7948940" y="4847600"/>
            <a:ext cx="190440" cy="350280"/>
            <a:chOff x="7948940" y="4847600"/>
            <a:chExt cx="1904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D1B2E1-7B44-8C99-B7FD-783A6498BADC}"/>
                    </a:ext>
                  </a:extLst>
                </p14:cNvPr>
                <p14:cNvContentPartPr/>
                <p14:nvPr/>
              </p14:nvContentPartPr>
              <p14:xfrm>
                <a:off x="8024180" y="4863080"/>
                <a:ext cx="13680" cy="33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D1B2E1-7B44-8C99-B7FD-783A6498BA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06540" y="4845440"/>
                  <a:ext cx="493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07B417-8230-10BD-B0CC-68D1BF7B1282}"/>
                    </a:ext>
                  </a:extLst>
                </p14:cNvPr>
                <p14:cNvContentPartPr/>
                <p14:nvPr/>
              </p14:nvContentPartPr>
              <p14:xfrm>
                <a:off x="7948940" y="4847600"/>
                <a:ext cx="190440" cy="121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07B417-8230-10BD-B0CC-68D1BF7B12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30940" y="4829600"/>
                  <a:ext cx="226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5676C7C-7710-C495-B4F3-8A13300AD8A5}"/>
              </a:ext>
            </a:extLst>
          </p:cNvPr>
          <p:cNvGrpSpPr/>
          <p:nvPr/>
        </p:nvGrpSpPr>
        <p:grpSpPr>
          <a:xfrm>
            <a:off x="7914020" y="5238200"/>
            <a:ext cx="786960" cy="407520"/>
            <a:chOff x="7914020" y="5238200"/>
            <a:chExt cx="78696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FFA53F-CA6D-84BD-5BD1-6581FE6D2B2F}"/>
                    </a:ext>
                  </a:extLst>
                </p14:cNvPr>
                <p14:cNvContentPartPr/>
                <p14:nvPr/>
              </p14:nvContentPartPr>
              <p14:xfrm>
                <a:off x="7927700" y="5507480"/>
                <a:ext cx="6840" cy="11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FFA53F-CA6D-84BD-5BD1-6581FE6D2B2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9700" y="5489840"/>
                  <a:ext cx="42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E4606B-91B2-E38D-EFA2-F048CD7C880B}"/>
                    </a:ext>
                  </a:extLst>
                </p14:cNvPr>
                <p14:cNvContentPartPr/>
                <p14:nvPr/>
              </p14:nvContentPartPr>
              <p14:xfrm>
                <a:off x="7914020" y="5351600"/>
                <a:ext cx="1008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E4606B-91B2-E38D-EFA2-F048CD7C880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96020" y="5333600"/>
                  <a:ext cx="45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D27FB0-7760-B1A5-49AA-17127497E46D}"/>
                    </a:ext>
                  </a:extLst>
                </p14:cNvPr>
                <p14:cNvContentPartPr/>
                <p14:nvPr/>
              </p14:nvContentPartPr>
              <p14:xfrm>
                <a:off x="8034620" y="5452400"/>
                <a:ext cx="119520" cy="119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D27FB0-7760-B1A5-49AA-17127497E4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16620" y="5434760"/>
                  <a:ext cx="155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053D45-3E6D-CAAA-02BD-6CB71AA8034D}"/>
                    </a:ext>
                  </a:extLst>
                </p14:cNvPr>
                <p14:cNvContentPartPr/>
                <p14:nvPr/>
              </p14:nvContentPartPr>
              <p14:xfrm>
                <a:off x="8250980" y="5479400"/>
                <a:ext cx="50400" cy="16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053D45-3E6D-CAAA-02BD-6CB71AA8034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233340" y="5461760"/>
                  <a:ext cx="86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FA252B-7ED1-6EED-645C-D8E2B06281C8}"/>
                    </a:ext>
                  </a:extLst>
                </p14:cNvPr>
                <p14:cNvContentPartPr/>
                <p14:nvPr/>
              </p14:nvContentPartPr>
              <p14:xfrm>
                <a:off x="8290580" y="5404880"/>
                <a:ext cx="75960" cy="11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FA252B-7ED1-6EED-645C-D8E2B06281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72940" y="5386880"/>
                  <a:ext cx="111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04EA55-E5E9-5C2E-C57E-4EC6023DBAC9}"/>
                    </a:ext>
                  </a:extLst>
                </p14:cNvPr>
                <p14:cNvContentPartPr/>
                <p14:nvPr/>
              </p14:nvContentPartPr>
              <p14:xfrm>
                <a:off x="8462300" y="5386520"/>
                <a:ext cx="91800" cy="7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04EA55-E5E9-5C2E-C57E-4EC6023DBAC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44660" y="5368880"/>
                  <a:ext cx="127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F3B9B6-E213-7234-E87B-CDA88A316D47}"/>
                    </a:ext>
                  </a:extLst>
                </p14:cNvPr>
                <p14:cNvContentPartPr/>
                <p14:nvPr/>
              </p14:nvContentPartPr>
              <p14:xfrm>
                <a:off x="8640140" y="5238200"/>
                <a:ext cx="55440" cy="19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F3B9B6-E213-7234-E87B-CDA88A316D4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22140" y="5220200"/>
                  <a:ext cx="91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81CD79-8AC7-B4ED-35E2-6D4CB0D1A857}"/>
                    </a:ext>
                  </a:extLst>
                </p14:cNvPr>
                <p14:cNvContentPartPr/>
                <p14:nvPr/>
              </p14:nvContentPartPr>
              <p14:xfrm>
                <a:off x="8601260" y="5294360"/>
                <a:ext cx="99720" cy="6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81CD79-8AC7-B4ED-35E2-6D4CB0D1A85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83260" y="5276360"/>
                  <a:ext cx="13536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341B085-56A2-2982-4964-853D026CE61B}"/>
                  </a:ext>
                </a:extLst>
              </p14:cNvPr>
              <p14:cNvContentPartPr/>
              <p14:nvPr/>
            </p14:nvContentPartPr>
            <p14:xfrm>
              <a:off x="8320460" y="1042400"/>
              <a:ext cx="254520" cy="372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341B085-56A2-2982-4964-853D026CE61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02820" y="1024400"/>
                <a:ext cx="2901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31074D-91D5-962E-B005-D13D440C1D5B}"/>
                  </a:ext>
                </a:extLst>
              </p14:cNvPr>
              <p14:cNvContentPartPr/>
              <p14:nvPr/>
            </p14:nvContentPartPr>
            <p14:xfrm>
              <a:off x="8263580" y="1646840"/>
              <a:ext cx="268200" cy="289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31074D-91D5-962E-B005-D13D440C1D5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245580" y="1629200"/>
                <a:ext cx="30384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C660C37-FA11-6B74-7F8D-6B02E6477FE3}"/>
              </a:ext>
            </a:extLst>
          </p:cNvPr>
          <p:cNvGrpSpPr/>
          <p:nvPr/>
        </p:nvGrpSpPr>
        <p:grpSpPr>
          <a:xfrm>
            <a:off x="8267180" y="2106560"/>
            <a:ext cx="303480" cy="1562040"/>
            <a:chOff x="8267180" y="2106560"/>
            <a:chExt cx="303480" cy="15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DE1C350-0F47-D219-711C-697DE1C65AF8}"/>
                    </a:ext>
                  </a:extLst>
                </p14:cNvPr>
                <p14:cNvContentPartPr/>
                <p14:nvPr/>
              </p14:nvContentPartPr>
              <p14:xfrm>
                <a:off x="8290220" y="2106560"/>
                <a:ext cx="280440" cy="338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DE1C350-0F47-D219-711C-697DE1C65AF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72220" y="2088920"/>
                  <a:ext cx="31608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25AC19-11E2-09B8-2540-E67C63B27919}"/>
                    </a:ext>
                  </a:extLst>
                </p14:cNvPr>
                <p14:cNvContentPartPr/>
                <p14:nvPr/>
              </p14:nvContentPartPr>
              <p14:xfrm>
                <a:off x="8280860" y="2528840"/>
                <a:ext cx="191520" cy="33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25AC19-11E2-09B8-2540-E67C63B279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63220" y="2510840"/>
                  <a:ext cx="227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A2D6F0E-D094-5C72-68DB-C45256EE24F0}"/>
                    </a:ext>
                  </a:extLst>
                </p14:cNvPr>
                <p14:cNvContentPartPr/>
                <p14:nvPr/>
              </p14:nvContentPartPr>
              <p14:xfrm>
                <a:off x="8267180" y="2979560"/>
                <a:ext cx="246240" cy="31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A2D6F0E-D094-5C72-68DB-C45256EE24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49540" y="2961560"/>
                  <a:ext cx="281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345495-B1A2-46B2-321C-EEA3AA57077D}"/>
                    </a:ext>
                  </a:extLst>
                </p14:cNvPr>
                <p14:cNvContentPartPr/>
                <p14:nvPr/>
              </p14:nvContentPartPr>
              <p14:xfrm>
                <a:off x="8312540" y="3402920"/>
                <a:ext cx="210960" cy="265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345495-B1A2-46B2-321C-EEA3AA57077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4900" y="3385280"/>
                  <a:ext cx="24660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5405B42-81EB-615E-A7A9-E31FCD8C11B5}"/>
                  </a:ext>
                </a:extLst>
              </p14:cNvPr>
              <p14:cNvContentPartPr/>
              <p14:nvPr/>
            </p14:nvContentPartPr>
            <p14:xfrm>
              <a:off x="8329820" y="3810080"/>
              <a:ext cx="245520" cy="308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5405B42-81EB-615E-A7A9-E31FCD8C11B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312180" y="3792440"/>
                <a:ext cx="2811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4691797-BAA0-8616-3AED-3B2D8341535C}"/>
                  </a:ext>
                </a:extLst>
              </p14:cNvPr>
              <p14:cNvContentPartPr/>
              <p14:nvPr/>
            </p14:nvContentPartPr>
            <p14:xfrm>
              <a:off x="8343860" y="4319480"/>
              <a:ext cx="178560" cy="222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4691797-BAA0-8616-3AED-3B2D8341535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326220" y="4301480"/>
                <a:ext cx="21420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8B07B194-EA49-BE4A-2E32-6EC0DB7D8BE4}"/>
              </a:ext>
            </a:extLst>
          </p:cNvPr>
          <p:cNvGrpSpPr/>
          <p:nvPr/>
        </p:nvGrpSpPr>
        <p:grpSpPr>
          <a:xfrm>
            <a:off x="8504060" y="217280"/>
            <a:ext cx="3245760" cy="1317240"/>
            <a:chOff x="8504060" y="217280"/>
            <a:chExt cx="3245760" cy="13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A52BBF-BF21-BE6F-B62D-7256075983FC}"/>
                    </a:ext>
                  </a:extLst>
                </p14:cNvPr>
                <p14:cNvContentPartPr/>
                <p14:nvPr/>
              </p14:nvContentPartPr>
              <p14:xfrm>
                <a:off x="8528900" y="299360"/>
                <a:ext cx="212040" cy="46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A52BBF-BF21-BE6F-B62D-7256075983F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510900" y="281720"/>
                  <a:ext cx="2476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0FD7A9-97C2-DCB5-2A9E-20431659BF2E}"/>
                    </a:ext>
                  </a:extLst>
                </p14:cNvPr>
                <p14:cNvContentPartPr/>
                <p14:nvPr/>
              </p14:nvContentPartPr>
              <p14:xfrm>
                <a:off x="8504060" y="635600"/>
                <a:ext cx="95760" cy="114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0FD7A9-97C2-DCB5-2A9E-20431659BF2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486060" y="617960"/>
                  <a:ext cx="131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E6A1122-B0AB-12D9-CDE5-723A29EB7040}"/>
                    </a:ext>
                  </a:extLst>
                </p14:cNvPr>
                <p14:cNvContentPartPr/>
                <p14:nvPr/>
              </p14:nvContentPartPr>
              <p14:xfrm>
                <a:off x="8831660" y="342200"/>
                <a:ext cx="113760" cy="172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E6A1122-B0AB-12D9-CDE5-723A29EB704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13660" y="324560"/>
                  <a:ext cx="149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0A6200-81CC-E043-F881-A8760DF87160}"/>
                    </a:ext>
                  </a:extLst>
                </p14:cNvPr>
                <p14:cNvContentPartPr/>
                <p14:nvPr/>
              </p14:nvContentPartPr>
              <p14:xfrm>
                <a:off x="9049100" y="378560"/>
                <a:ext cx="25920" cy="9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0A6200-81CC-E043-F881-A8760DF8716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31100" y="360560"/>
                  <a:ext cx="61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AAC2AB1-AC74-EB92-8BE0-C164242AEE52}"/>
                    </a:ext>
                  </a:extLst>
                </p14:cNvPr>
                <p14:cNvContentPartPr/>
                <p14:nvPr/>
              </p14:nvContentPartPr>
              <p14:xfrm>
                <a:off x="9036860" y="303680"/>
                <a:ext cx="24120" cy="12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AAC2AB1-AC74-EB92-8BE0-C164242AEE5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19220" y="285680"/>
                  <a:ext cx="5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2377A56-DD1E-BF71-64D4-6CF306EDB25C}"/>
                    </a:ext>
                  </a:extLst>
                </p14:cNvPr>
                <p14:cNvContentPartPr/>
                <p14:nvPr/>
              </p14:nvContentPartPr>
              <p14:xfrm>
                <a:off x="9117140" y="367760"/>
                <a:ext cx="77400" cy="107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2377A56-DD1E-BF71-64D4-6CF306EDB25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099140" y="349760"/>
                  <a:ext cx="113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3DCFFE-7CFA-6ADE-A769-66BFE8C24373}"/>
                    </a:ext>
                  </a:extLst>
                </p14:cNvPr>
                <p14:cNvContentPartPr/>
                <p14:nvPr/>
              </p14:nvContentPartPr>
              <p14:xfrm>
                <a:off x="9156380" y="261200"/>
                <a:ext cx="33480" cy="97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3DCFFE-7CFA-6ADE-A769-66BFE8C2437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38740" y="243200"/>
                  <a:ext cx="69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4ABD0A-8DD8-2CD3-DDEA-3497F872723E}"/>
                    </a:ext>
                  </a:extLst>
                </p14:cNvPr>
                <p14:cNvContentPartPr/>
                <p14:nvPr/>
              </p14:nvContentPartPr>
              <p14:xfrm>
                <a:off x="9278060" y="337520"/>
                <a:ext cx="59760" cy="9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4ABD0A-8DD8-2CD3-DDEA-3497F87272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60060" y="319520"/>
                  <a:ext cx="95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2AE71C-AE4C-C5CF-0A40-26B57C2E175E}"/>
                    </a:ext>
                  </a:extLst>
                </p14:cNvPr>
                <p14:cNvContentPartPr/>
                <p14:nvPr/>
              </p14:nvContentPartPr>
              <p14:xfrm>
                <a:off x="9259700" y="326000"/>
                <a:ext cx="93240" cy="117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2AE71C-AE4C-C5CF-0A40-26B57C2E175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41700" y="308360"/>
                  <a:ext cx="128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E8FD5C-67D5-AE45-6B46-69F73CA306ED}"/>
                    </a:ext>
                  </a:extLst>
                </p14:cNvPr>
                <p14:cNvContentPartPr/>
                <p14:nvPr/>
              </p14:nvContentPartPr>
              <p14:xfrm>
                <a:off x="9287780" y="217280"/>
                <a:ext cx="53640" cy="160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E8FD5C-67D5-AE45-6B46-69F73CA306E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0140" y="199640"/>
                  <a:ext cx="89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EC2FA4-BC05-10AD-D033-CB5AAC83F24A}"/>
                    </a:ext>
                  </a:extLst>
                </p14:cNvPr>
                <p14:cNvContentPartPr/>
                <p14:nvPr/>
              </p14:nvContentPartPr>
              <p14:xfrm>
                <a:off x="9448340" y="338240"/>
                <a:ext cx="163080" cy="4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EC2FA4-BC05-10AD-D033-CB5AAC83F2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0340" y="320240"/>
                  <a:ext cx="198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8B153D-78E1-1011-D691-D3875B87DE87}"/>
                    </a:ext>
                  </a:extLst>
                </p14:cNvPr>
                <p14:cNvContentPartPr/>
                <p14:nvPr/>
              </p14:nvContentPartPr>
              <p14:xfrm>
                <a:off x="9192020" y="598880"/>
                <a:ext cx="57240" cy="172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8B153D-78E1-1011-D691-D3875B87DE8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74020" y="581240"/>
                  <a:ext cx="92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890642-DD0F-5008-4DB8-B4D12BDB66C7}"/>
                    </a:ext>
                  </a:extLst>
                </p14:cNvPr>
                <p14:cNvContentPartPr/>
                <p14:nvPr/>
              </p14:nvContentPartPr>
              <p14:xfrm>
                <a:off x="9301100" y="633080"/>
                <a:ext cx="114840" cy="115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890642-DD0F-5008-4DB8-B4D12BDB66C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83460" y="615080"/>
                  <a:ext cx="150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D2A82BE-95D8-AFA8-5D39-8F95ED8D46C0}"/>
                    </a:ext>
                  </a:extLst>
                </p14:cNvPr>
                <p14:cNvContentPartPr/>
                <p14:nvPr/>
              </p14:nvContentPartPr>
              <p14:xfrm>
                <a:off x="9484340" y="578360"/>
                <a:ext cx="186120" cy="16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D2A82BE-95D8-AFA8-5D39-8F95ED8D46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66700" y="560720"/>
                  <a:ext cx="22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202D25-6366-E08D-C0A4-8420118D98B0}"/>
                    </a:ext>
                  </a:extLst>
                </p14:cNvPr>
                <p14:cNvContentPartPr/>
                <p14:nvPr/>
              </p14:nvContentPartPr>
              <p14:xfrm>
                <a:off x="9711500" y="543800"/>
                <a:ext cx="155520" cy="77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202D25-6366-E08D-C0A4-8420118D98B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93500" y="526160"/>
                  <a:ext cx="191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50E33BD-9B62-B05D-D6B8-F3D8A2FE1168}"/>
                    </a:ext>
                  </a:extLst>
                </p14:cNvPr>
                <p14:cNvContentPartPr/>
                <p14:nvPr/>
              </p14:nvContentPartPr>
              <p14:xfrm>
                <a:off x="9908060" y="471440"/>
                <a:ext cx="46440" cy="83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0E33BD-9B62-B05D-D6B8-F3D8A2FE116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90420" y="453440"/>
                  <a:ext cx="82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AE997C-F2A1-1B15-5476-4BBC1FFC3E7E}"/>
                    </a:ext>
                  </a:extLst>
                </p14:cNvPr>
                <p14:cNvContentPartPr/>
                <p14:nvPr/>
              </p14:nvContentPartPr>
              <p14:xfrm>
                <a:off x="10112180" y="439040"/>
                <a:ext cx="306360" cy="442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AE997C-F2A1-1B15-5476-4BBC1FFC3E7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94180" y="421400"/>
                  <a:ext cx="34200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51AAFD-BCBD-F324-8AD7-2B73F98C27AC}"/>
                    </a:ext>
                  </a:extLst>
                </p14:cNvPr>
                <p14:cNvContentPartPr/>
                <p14:nvPr/>
              </p14:nvContentPartPr>
              <p14:xfrm>
                <a:off x="10308740" y="766640"/>
                <a:ext cx="169200" cy="5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51AAFD-BCBD-F324-8AD7-2B73F98C27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90740" y="748640"/>
                  <a:ext cx="204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2EEF53-4D30-29C1-BA0F-19B3529B9373}"/>
                    </a:ext>
                  </a:extLst>
                </p14:cNvPr>
                <p14:cNvContentPartPr/>
                <p14:nvPr/>
              </p14:nvContentPartPr>
              <p14:xfrm>
                <a:off x="10303340" y="819920"/>
                <a:ext cx="111240" cy="57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2EEF53-4D30-29C1-BA0F-19B3529B93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285700" y="801920"/>
                  <a:ext cx="146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EEA7B8F-745B-2447-08FF-C3DBF6C58645}"/>
                    </a:ext>
                  </a:extLst>
                </p14:cNvPr>
                <p14:cNvContentPartPr/>
                <p14:nvPr/>
              </p14:nvContentPartPr>
              <p14:xfrm>
                <a:off x="10447700" y="769520"/>
                <a:ext cx="74160" cy="137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EEA7B8F-745B-2447-08FF-C3DBF6C5864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429700" y="751880"/>
                  <a:ext cx="109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B88593-EB08-572E-AF64-1E4408245EFF}"/>
                    </a:ext>
                  </a:extLst>
                </p14:cNvPr>
                <p14:cNvContentPartPr/>
                <p14:nvPr/>
              </p14:nvContentPartPr>
              <p14:xfrm>
                <a:off x="10413860" y="1043840"/>
                <a:ext cx="132840" cy="109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B88593-EB08-572E-AF64-1E4408245EF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96220" y="1026200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7F272F7-E247-67F6-96EB-3F52F6194118}"/>
                    </a:ext>
                  </a:extLst>
                </p14:cNvPr>
                <p14:cNvContentPartPr/>
                <p14:nvPr/>
              </p14:nvContentPartPr>
              <p14:xfrm>
                <a:off x="10658300" y="1027640"/>
                <a:ext cx="12960" cy="67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7F272F7-E247-67F6-96EB-3F52F619411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40660" y="1010000"/>
                  <a:ext cx="48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41EC5B-E2E7-43C1-ED8F-B0E436A8709A}"/>
                    </a:ext>
                  </a:extLst>
                </p14:cNvPr>
                <p14:cNvContentPartPr/>
                <p14:nvPr/>
              </p14:nvContentPartPr>
              <p14:xfrm>
                <a:off x="10661540" y="894080"/>
                <a:ext cx="792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41EC5B-E2E7-43C1-ED8F-B0E436A870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643540" y="876440"/>
                  <a:ext cx="4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2D4701D-3EF1-6B09-9C66-39C16961A98E}"/>
                    </a:ext>
                  </a:extLst>
                </p14:cNvPr>
                <p14:cNvContentPartPr/>
                <p14:nvPr/>
              </p14:nvContentPartPr>
              <p14:xfrm>
                <a:off x="10786100" y="891920"/>
                <a:ext cx="38160" cy="187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2D4701D-3EF1-6B09-9C66-39C16961A9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68100" y="874280"/>
                  <a:ext cx="73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78F9BD-20C0-7848-78F4-7968DC4257EA}"/>
                    </a:ext>
                  </a:extLst>
                </p14:cNvPr>
                <p14:cNvContentPartPr/>
                <p14:nvPr/>
              </p14:nvContentPartPr>
              <p14:xfrm>
                <a:off x="10747220" y="922880"/>
                <a:ext cx="254520" cy="157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78F9BD-20C0-7848-78F4-7968DC4257E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729220" y="904880"/>
                  <a:ext cx="290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0DC1A5-F20E-4F3B-5365-5F56453D237A}"/>
                    </a:ext>
                  </a:extLst>
                </p14:cNvPr>
                <p14:cNvContentPartPr/>
                <p14:nvPr/>
              </p14:nvContentPartPr>
              <p14:xfrm>
                <a:off x="10534100" y="1274240"/>
                <a:ext cx="91080" cy="260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0DC1A5-F20E-4F3B-5365-5F56453D237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516460" y="1256600"/>
                  <a:ext cx="126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0E8BA1-CC76-CE3E-FD7F-5DD86D00AA74}"/>
                    </a:ext>
                  </a:extLst>
                </p14:cNvPr>
                <p14:cNvContentPartPr/>
                <p14:nvPr/>
              </p14:nvContentPartPr>
              <p14:xfrm>
                <a:off x="10513940" y="1377920"/>
                <a:ext cx="128880" cy="78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0E8BA1-CC76-CE3E-FD7F-5DD86D00AA7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96300" y="1359920"/>
                  <a:ext cx="164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B27602-EF50-ABE1-FDBE-570948053C73}"/>
                    </a:ext>
                  </a:extLst>
                </p14:cNvPr>
                <p14:cNvContentPartPr/>
                <p14:nvPr/>
              </p14:nvContentPartPr>
              <p14:xfrm>
                <a:off x="10711220" y="1375400"/>
                <a:ext cx="91080" cy="85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B27602-EF50-ABE1-FDBE-570948053C7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693220" y="1357400"/>
                  <a:ext cx="126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0A99D6E-791D-F697-C91E-83A8F1A43E1F}"/>
                    </a:ext>
                  </a:extLst>
                </p14:cNvPr>
                <p14:cNvContentPartPr/>
                <p14:nvPr/>
              </p14:nvContentPartPr>
              <p14:xfrm>
                <a:off x="10855940" y="1388720"/>
                <a:ext cx="138240" cy="87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0A99D6E-791D-F697-C91E-83A8F1A43E1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38300" y="1370720"/>
                  <a:ext cx="17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1696EE6-7BDB-8DF0-704D-0F0325F65CCE}"/>
                    </a:ext>
                  </a:extLst>
                </p14:cNvPr>
                <p14:cNvContentPartPr/>
                <p14:nvPr/>
              </p14:nvContentPartPr>
              <p14:xfrm>
                <a:off x="11048540" y="1259120"/>
                <a:ext cx="37800" cy="20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1696EE6-7BDB-8DF0-704D-0F0325F65C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30900" y="1241120"/>
                  <a:ext cx="73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E0F93C-3B1A-EE9E-65BA-C7A83B1F659A}"/>
                    </a:ext>
                  </a:extLst>
                </p14:cNvPr>
                <p14:cNvContentPartPr/>
                <p14:nvPr/>
              </p14:nvContentPartPr>
              <p14:xfrm>
                <a:off x="11006060" y="1344800"/>
                <a:ext cx="294480" cy="88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E0F93C-3B1A-EE9E-65BA-C7A83B1F659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988420" y="1327160"/>
                  <a:ext cx="330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56F194A-8226-5A7A-FDEF-C63EF45987BB}"/>
                    </a:ext>
                  </a:extLst>
                </p14:cNvPr>
                <p14:cNvContentPartPr/>
                <p14:nvPr/>
              </p14:nvContentPartPr>
              <p14:xfrm>
                <a:off x="11352020" y="1314560"/>
                <a:ext cx="110880" cy="11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56F194A-8226-5A7A-FDEF-C63EF45987B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34020" y="1296560"/>
                  <a:ext cx="146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552E79-4DCE-E223-90B2-F522152B1FBF}"/>
                    </a:ext>
                  </a:extLst>
                </p14:cNvPr>
                <p14:cNvContentPartPr/>
                <p14:nvPr/>
              </p14:nvContentPartPr>
              <p14:xfrm>
                <a:off x="11519780" y="1263440"/>
                <a:ext cx="50760" cy="108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552E79-4DCE-E223-90B2-F522152B1FB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501780" y="1245800"/>
                  <a:ext cx="86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9E915D9-1739-2E3C-D7AE-7D11570370F8}"/>
                    </a:ext>
                  </a:extLst>
                </p14:cNvPr>
                <p14:cNvContentPartPr/>
                <p14:nvPr/>
              </p14:nvContentPartPr>
              <p14:xfrm>
                <a:off x="11639300" y="1217360"/>
                <a:ext cx="110520" cy="123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9E915D9-1739-2E3C-D7AE-7D11570370F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621660" y="1199720"/>
                  <a:ext cx="14616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9C26867-6DC1-0790-BAB5-448EC991FF59}"/>
                  </a:ext>
                </a:extLst>
              </p14:cNvPr>
              <p14:cNvContentPartPr/>
              <p14:nvPr/>
            </p14:nvContentPartPr>
            <p14:xfrm>
              <a:off x="10395860" y="1838000"/>
              <a:ext cx="1144440" cy="1594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9C26867-6DC1-0790-BAB5-448EC991FF5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332860" y="1775000"/>
                <a:ext cx="1270080" cy="17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8F37E4D-4B56-9B9B-DCCF-A16C7DB3B4F4}"/>
                  </a:ext>
                </a:extLst>
              </p14:cNvPr>
              <p14:cNvContentPartPr/>
              <p14:nvPr/>
            </p14:nvContentPartPr>
            <p14:xfrm>
              <a:off x="10211180" y="1772120"/>
              <a:ext cx="506520" cy="7412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8F37E4D-4B56-9B9B-DCCF-A16C7DB3B4F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148180" y="1709480"/>
                <a:ext cx="632160" cy="86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0AB4B85-8917-F4F5-C60B-C6FA7CE306D0}"/>
                  </a:ext>
                </a:extLst>
              </p14:cNvPr>
              <p14:cNvContentPartPr/>
              <p14:nvPr/>
            </p14:nvContentPartPr>
            <p14:xfrm>
              <a:off x="10286420" y="3085040"/>
              <a:ext cx="763560" cy="5518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0AB4B85-8917-F4F5-C60B-C6FA7CE306D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0223420" y="3022040"/>
                <a:ext cx="889200" cy="67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A193D83-BEC2-C2BC-6351-270663C7A9EE}"/>
                  </a:ext>
                </a:extLst>
              </p14:cNvPr>
              <p14:cNvContentPartPr/>
              <p14:nvPr/>
            </p14:nvContentPartPr>
            <p14:xfrm>
              <a:off x="11037020" y="1649000"/>
              <a:ext cx="657360" cy="9730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A193D83-BEC2-C2BC-6351-270663C7A9EE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974380" y="1586000"/>
                <a:ext cx="783000" cy="10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150D594-3A91-521B-ACAD-F2D04650C12A}"/>
                  </a:ext>
                </a:extLst>
              </p14:cNvPr>
              <p14:cNvContentPartPr/>
              <p14:nvPr/>
            </p14:nvContentPartPr>
            <p14:xfrm>
              <a:off x="11322140" y="2855000"/>
              <a:ext cx="470880" cy="743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150D594-3A91-521B-ACAD-F2D04650C12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1259140" y="2792000"/>
                <a:ext cx="596520" cy="86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B396BBF-1C76-2D53-E806-5FCAE5E7D269}"/>
              </a:ext>
            </a:extLst>
          </p:cNvPr>
          <p:cNvGrpSpPr/>
          <p:nvPr/>
        </p:nvGrpSpPr>
        <p:grpSpPr>
          <a:xfrm>
            <a:off x="8512340" y="1313480"/>
            <a:ext cx="3452760" cy="2939760"/>
            <a:chOff x="8512340" y="1313480"/>
            <a:chExt cx="3452760" cy="29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6253183-D408-7F39-EB61-E316723086AD}"/>
                    </a:ext>
                  </a:extLst>
                </p14:cNvPr>
                <p14:cNvContentPartPr/>
                <p14:nvPr/>
              </p14:nvContentPartPr>
              <p14:xfrm>
                <a:off x="9953060" y="1546400"/>
                <a:ext cx="1047960" cy="134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6253183-D408-7F39-EB61-E316723086A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935060" y="1528400"/>
                  <a:ext cx="1083600" cy="13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E4FAD7D-3BC6-F3DB-EFA8-859F06D2CD0D}"/>
                    </a:ext>
                  </a:extLst>
                </p14:cNvPr>
                <p14:cNvContentPartPr/>
                <p14:nvPr/>
              </p14:nvContentPartPr>
              <p14:xfrm>
                <a:off x="10698620" y="1594280"/>
                <a:ext cx="25920" cy="35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E4FAD7D-3BC6-F3DB-EFA8-859F06D2CD0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680980" y="1576640"/>
                  <a:ext cx="61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ED69CBB-CD7C-DB85-42B3-1A8144ECEF07}"/>
                    </a:ext>
                  </a:extLst>
                </p14:cNvPr>
                <p14:cNvContentPartPr/>
                <p14:nvPr/>
              </p14:nvContentPartPr>
              <p14:xfrm>
                <a:off x="10278500" y="1833320"/>
                <a:ext cx="24120" cy="2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ED69CBB-CD7C-DB85-42B3-1A8144ECEF0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60500" y="1815320"/>
                  <a:ext cx="59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808F44F-B300-8657-6F31-A80BC787069A}"/>
                    </a:ext>
                  </a:extLst>
                </p14:cNvPr>
                <p14:cNvContentPartPr/>
                <p14:nvPr/>
              </p14:nvContentPartPr>
              <p14:xfrm>
                <a:off x="8648420" y="1371800"/>
                <a:ext cx="1708560" cy="533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808F44F-B300-8657-6F31-A80BC787069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30420" y="1354160"/>
                  <a:ext cx="17442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3BA748-C9F7-2B45-5F88-408468097303}"/>
                    </a:ext>
                  </a:extLst>
                </p14:cNvPr>
                <p14:cNvContentPartPr/>
                <p14:nvPr/>
              </p14:nvContentPartPr>
              <p14:xfrm>
                <a:off x="8554100" y="1313480"/>
                <a:ext cx="155880" cy="13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3BA748-C9F7-2B45-5F88-40846809730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536100" y="1295840"/>
                  <a:ext cx="191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47CC386-5967-9072-AE01-0FA1A2FC008E}"/>
                    </a:ext>
                  </a:extLst>
                </p14:cNvPr>
                <p14:cNvContentPartPr/>
                <p14:nvPr/>
              </p14:nvContentPartPr>
              <p14:xfrm>
                <a:off x="11033060" y="1432280"/>
                <a:ext cx="932040" cy="1269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47CC386-5967-9072-AE01-0FA1A2FC008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015060" y="1414280"/>
                  <a:ext cx="96768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DB3D55-563C-BCA4-3F0D-DEB40921A71C}"/>
                    </a:ext>
                  </a:extLst>
                </p14:cNvPr>
                <p14:cNvContentPartPr/>
                <p14:nvPr/>
              </p14:nvContentPartPr>
              <p14:xfrm>
                <a:off x="8547980" y="1953560"/>
                <a:ext cx="2854800" cy="720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DB3D55-563C-BCA4-3F0D-DEB40921A71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30340" y="1935920"/>
                  <a:ext cx="28904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B8799D-7CB6-33C5-6101-5EAFB8CD765A}"/>
                    </a:ext>
                  </a:extLst>
                </p14:cNvPr>
                <p14:cNvContentPartPr/>
                <p14:nvPr/>
              </p14:nvContentPartPr>
              <p14:xfrm>
                <a:off x="8512340" y="1884440"/>
                <a:ext cx="72000" cy="83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B8799D-7CB6-33C5-6101-5EAFB8CD765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94340" y="1866800"/>
                  <a:ext cx="107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28220A-2F98-4AB4-A640-4F31DF5F03E5}"/>
                    </a:ext>
                  </a:extLst>
                </p14:cNvPr>
                <p14:cNvContentPartPr/>
                <p14:nvPr/>
              </p14:nvContentPartPr>
              <p14:xfrm>
                <a:off x="11216300" y="2736200"/>
                <a:ext cx="741960" cy="1136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28220A-2F98-4AB4-A640-4F31DF5F03E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198300" y="2718200"/>
                  <a:ext cx="777600" cy="11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DEAE87D-FB76-0D54-5805-DF94D70AB738}"/>
                    </a:ext>
                  </a:extLst>
                </p14:cNvPr>
                <p14:cNvContentPartPr/>
                <p14:nvPr/>
              </p14:nvContentPartPr>
              <p14:xfrm>
                <a:off x="8677220" y="2273240"/>
                <a:ext cx="2871720" cy="1980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DEAE87D-FB76-0D54-5805-DF94D70AB73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59580" y="2255600"/>
                  <a:ext cx="2907360" cy="20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C0446-5F8C-139D-B136-090F044F9647}"/>
                    </a:ext>
                  </a:extLst>
                </p14:cNvPr>
                <p14:cNvContentPartPr/>
                <p14:nvPr/>
              </p14:nvContentPartPr>
              <p14:xfrm>
                <a:off x="8636900" y="2089640"/>
                <a:ext cx="201600" cy="250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C0446-5F8C-139D-B136-090F044F964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619260" y="2071640"/>
                  <a:ext cx="237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03441AC-DB91-A038-990B-F398BD5E01D9}"/>
                    </a:ext>
                  </a:extLst>
                </p14:cNvPr>
                <p14:cNvContentPartPr/>
                <p14:nvPr/>
              </p14:nvContentPartPr>
              <p14:xfrm>
                <a:off x="10152860" y="2965880"/>
                <a:ext cx="1107000" cy="959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3441AC-DB91-A038-990B-F398BD5E01D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35220" y="2948240"/>
                  <a:ext cx="114264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5B71F84-7C83-D9DD-57C5-AB7F21A740DB}"/>
                    </a:ext>
                  </a:extLst>
                </p14:cNvPr>
                <p14:cNvContentPartPr/>
                <p14:nvPr/>
              </p14:nvContentPartPr>
              <p14:xfrm>
                <a:off x="8572100" y="2613440"/>
                <a:ext cx="1886760" cy="937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5B71F84-7C83-D9DD-57C5-AB7F21A740D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54460" y="2595800"/>
                  <a:ext cx="1922400" cy="9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EFA2A9E-0EF8-54B1-CEB2-5E1AFED272EB}"/>
              </a:ext>
            </a:extLst>
          </p:cNvPr>
          <p:cNvGrpSpPr/>
          <p:nvPr/>
        </p:nvGrpSpPr>
        <p:grpSpPr>
          <a:xfrm>
            <a:off x="8278700" y="938720"/>
            <a:ext cx="900360" cy="1886040"/>
            <a:chOff x="8278700" y="938720"/>
            <a:chExt cx="900360" cy="18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5A902B4-1D95-92DA-8051-8CB7FB580730}"/>
                    </a:ext>
                  </a:extLst>
                </p14:cNvPr>
                <p14:cNvContentPartPr/>
                <p14:nvPr/>
              </p14:nvContentPartPr>
              <p14:xfrm>
                <a:off x="8307140" y="1040960"/>
                <a:ext cx="250200" cy="371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5A902B4-1D95-92DA-8051-8CB7FB58073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289140" y="1023320"/>
                  <a:ext cx="285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3C8D959-804C-9F8C-C60B-9319AB1AB383}"/>
                    </a:ext>
                  </a:extLst>
                </p14:cNvPr>
                <p14:cNvContentPartPr/>
                <p14:nvPr/>
              </p14:nvContentPartPr>
              <p14:xfrm>
                <a:off x="8278700" y="1642160"/>
                <a:ext cx="244080" cy="2635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3C8D959-804C-9F8C-C60B-9319AB1AB38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60700" y="1624160"/>
                  <a:ext cx="279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85D0F2-E584-8895-6F08-E1F89EE002F2}"/>
                    </a:ext>
                  </a:extLst>
                </p14:cNvPr>
                <p14:cNvContentPartPr/>
                <p14:nvPr/>
              </p14:nvContentPartPr>
              <p14:xfrm>
                <a:off x="8309300" y="2108360"/>
                <a:ext cx="252720" cy="307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85D0F2-E584-8895-6F08-E1F89EE002F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91300" y="2090720"/>
                  <a:ext cx="288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EAA4260-33DD-A6D3-CE31-5DE907B8532A}"/>
                    </a:ext>
                  </a:extLst>
                </p14:cNvPr>
                <p14:cNvContentPartPr/>
                <p14:nvPr/>
              </p14:nvContentPartPr>
              <p14:xfrm>
                <a:off x="8282300" y="2593280"/>
                <a:ext cx="189000" cy="23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EAA4260-33DD-A6D3-CE31-5DE907B8532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264660" y="2575640"/>
                  <a:ext cx="224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4051B7B-BF1E-C208-532B-CBD7193D1EDD}"/>
                    </a:ext>
                  </a:extLst>
                </p14:cNvPr>
                <p14:cNvContentPartPr/>
                <p14:nvPr/>
              </p14:nvContentPartPr>
              <p14:xfrm>
                <a:off x="8547260" y="1178120"/>
                <a:ext cx="259920" cy="100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4051B7B-BF1E-C208-532B-CBD7193D1E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29620" y="1160120"/>
                  <a:ext cx="295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3353D23-D936-AE84-A044-9FEE89D9C160}"/>
                    </a:ext>
                  </a:extLst>
                </p14:cNvPr>
                <p14:cNvContentPartPr/>
                <p14:nvPr/>
              </p14:nvContentPartPr>
              <p14:xfrm>
                <a:off x="8494700" y="1194680"/>
                <a:ext cx="289440" cy="578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3353D23-D936-AE84-A044-9FEE89D9C1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76700" y="1176680"/>
                  <a:ext cx="3250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4538B9-75D8-CCAE-8AB8-B5686314AD2B}"/>
                    </a:ext>
                  </a:extLst>
                </p14:cNvPr>
                <p14:cNvContentPartPr/>
                <p14:nvPr/>
              </p14:nvContentPartPr>
              <p14:xfrm>
                <a:off x="8567420" y="1293320"/>
                <a:ext cx="304560" cy="951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4538B9-75D8-CCAE-8AB8-B5686314AD2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49420" y="1275680"/>
                  <a:ext cx="34020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7810BCD-8DFE-A8DC-C6A4-F20000C78907}"/>
                    </a:ext>
                  </a:extLst>
                </p14:cNvPr>
                <p14:cNvContentPartPr/>
                <p14:nvPr/>
              </p14:nvContentPartPr>
              <p14:xfrm>
                <a:off x="8472380" y="1381880"/>
                <a:ext cx="452880" cy="132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7810BCD-8DFE-A8DC-C6A4-F20000C7890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54740" y="1364240"/>
                  <a:ext cx="48852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D61A4B-129E-4260-8C8E-87D334E270EF}"/>
                    </a:ext>
                  </a:extLst>
                </p14:cNvPr>
                <p14:cNvContentPartPr/>
                <p14:nvPr/>
              </p14:nvContentPartPr>
              <p14:xfrm>
                <a:off x="8783060" y="938720"/>
                <a:ext cx="396000" cy="415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D61A4B-129E-4260-8C8E-87D334E270E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765420" y="921080"/>
                  <a:ext cx="431640" cy="45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CA88816-0807-EE01-3588-74C027555172}"/>
              </a:ext>
            </a:extLst>
          </p:cNvPr>
          <p:cNvGrpSpPr/>
          <p:nvPr/>
        </p:nvGrpSpPr>
        <p:grpSpPr>
          <a:xfrm>
            <a:off x="2967980" y="799400"/>
            <a:ext cx="4514760" cy="3988800"/>
            <a:chOff x="2967980" y="799400"/>
            <a:chExt cx="4514760" cy="39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2D70EC-BA2C-C3A0-8BC5-4BD2987FF68A}"/>
                    </a:ext>
                  </a:extLst>
                </p14:cNvPr>
                <p14:cNvContentPartPr/>
                <p14:nvPr/>
              </p14:nvContentPartPr>
              <p14:xfrm>
                <a:off x="2967980" y="998120"/>
                <a:ext cx="1937520" cy="2192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2D70EC-BA2C-C3A0-8BC5-4BD2987FF6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05340" y="935120"/>
                  <a:ext cx="2063160" cy="23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46D81B-26EF-8E8C-6541-9EC843E4E369}"/>
                    </a:ext>
                  </a:extLst>
                </p14:cNvPr>
                <p14:cNvContentPartPr/>
                <p14:nvPr/>
              </p14:nvContentPartPr>
              <p14:xfrm>
                <a:off x="4597340" y="2738720"/>
                <a:ext cx="2327760" cy="2049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46D81B-26EF-8E8C-6541-9EC843E4E36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534340" y="2675720"/>
                  <a:ext cx="2453400" cy="21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D99BF1-66FF-3826-0E81-2F5C8ABB8563}"/>
                    </a:ext>
                  </a:extLst>
                </p14:cNvPr>
                <p14:cNvContentPartPr/>
                <p14:nvPr/>
              </p14:nvContentPartPr>
              <p14:xfrm>
                <a:off x="5417420" y="799400"/>
                <a:ext cx="2065320" cy="1679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D99BF1-66FF-3826-0E81-2F5C8ABB856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354780" y="736400"/>
                  <a:ext cx="2190960" cy="18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4B6779-B7C6-F2B6-1BB8-6DA3C3513184}"/>
                    </a:ext>
                  </a:extLst>
                </p14:cNvPr>
                <p14:cNvContentPartPr/>
                <p14:nvPr/>
              </p14:nvContentPartPr>
              <p14:xfrm>
                <a:off x="3140780" y="1985240"/>
                <a:ext cx="2393280" cy="2332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4B6779-B7C6-F2B6-1BB8-6DA3C351318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077780" y="1922600"/>
                  <a:ext cx="2518920" cy="245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B67357F-B84F-0168-CDE1-8F1081AB1A86}"/>
                  </a:ext>
                </a:extLst>
              </p14:cNvPr>
              <p14:cNvContentPartPr/>
              <p14:nvPr/>
            </p14:nvContentPartPr>
            <p14:xfrm>
              <a:off x="3109100" y="1936640"/>
              <a:ext cx="828720" cy="1293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DB67357F-B84F-0168-CDE1-8F1081AB1A86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055100" y="1828640"/>
                <a:ext cx="936360" cy="15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25DF282-B201-910C-D4C9-98D6F8EDE257}"/>
                  </a:ext>
                </a:extLst>
              </p14:cNvPr>
              <p14:cNvContentPartPr/>
              <p14:nvPr/>
            </p14:nvContentPartPr>
            <p14:xfrm>
              <a:off x="2853500" y="976880"/>
              <a:ext cx="771840" cy="966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25DF282-B201-910C-D4C9-98D6F8EDE257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2799860" y="868880"/>
                <a:ext cx="879480" cy="11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566173D-95BB-3400-ABDC-A98592B0FA20}"/>
                  </a:ext>
                </a:extLst>
              </p14:cNvPr>
              <p14:cNvContentPartPr/>
              <p14:nvPr/>
            </p14:nvContentPartPr>
            <p14:xfrm>
              <a:off x="5315540" y="808400"/>
              <a:ext cx="478080" cy="1248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566173D-95BB-3400-ABDC-A98592B0FA2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261900" y="700760"/>
                <a:ext cx="585720" cy="14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AD3078F-F4B0-ACC4-3756-87EBC0C874D2}"/>
                  </a:ext>
                </a:extLst>
              </p14:cNvPr>
              <p14:cNvContentPartPr/>
              <p14:nvPr/>
            </p14:nvContentPartPr>
            <p14:xfrm>
              <a:off x="4462700" y="2661320"/>
              <a:ext cx="801000" cy="11818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AD3078F-F4B0-ACC4-3756-87EBC0C874D2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408700" y="2553320"/>
                <a:ext cx="908640" cy="13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50585AC-5B27-C786-B8EF-64B741C87C20}"/>
                  </a:ext>
                </a:extLst>
              </p14:cNvPr>
              <p14:cNvContentPartPr/>
              <p14:nvPr/>
            </p14:nvContentPartPr>
            <p14:xfrm>
              <a:off x="2929820" y="2247320"/>
              <a:ext cx="601200" cy="1168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50585AC-5B27-C786-B8EF-64B741C87C20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2876180" y="2139320"/>
                <a:ext cx="708840" cy="13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EFC9246-497D-FFE9-FDF5-A958A4E8CF68}"/>
                  </a:ext>
                </a:extLst>
              </p14:cNvPr>
              <p14:cNvContentPartPr/>
              <p14:nvPr/>
            </p14:nvContentPartPr>
            <p14:xfrm>
              <a:off x="2942780" y="2596520"/>
              <a:ext cx="962280" cy="661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EFC9246-497D-FFE9-FDF5-A958A4E8CF68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889140" y="2488520"/>
                <a:ext cx="1069920" cy="8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E30FDC0-E6E8-9246-7D5A-421C2E6E6875}"/>
                  </a:ext>
                </a:extLst>
              </p14:cNvPr>
              <p14:cNvContentPartPr/>
              <p14:nvPr/>
            </p14:nvContentPartPr>
            <p14:xfrm>
              <a:off x="4595900" y="4158560"/>
              <a:ext cx="1107360" cy="9626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E30FDC0-E6E8-9246-7D5A-421C2E6E6875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541900" y="4050560"/>
                <a:ext cx="1215000" cy="11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059ECEE-E09E-2B9B-A370-C851CE0E8351}"/>
                  </a:ext>
                </a:extLst>
              </p14:cNvPr>
              <p14:cNvContentPartPr/>
              <p14:nvPr/>
            </p14:nvContentPartPr>
            <p14:xfrm>
              <a:off x="5577620" y="2084600"/>
              <a:ext cx="1268640" cy="579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059ECEE-E09E-2B9B-A370-C851CE0E8351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523980" y="1976960"/>
                <a:ext cx="1376280" cy="79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C32C50-BC7B-C0AF-31FD-23B4E8674293}"/>
                  </a:ext>
                </a:extLst>
              </p14:cNvPr>
              <p14:cNvContentPartPr/>
              <p14:nvPr/>
            </p14:nvContentPartPr>
            <p14:xfrm>
              <a:off x="3023420" y="3670760"/>
              <a:ext cx="980640" cy="7639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C32C50-BC7B-C0AF-31FD-23B4E8674293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969420" y="3562760"/>
                <a:ext cx="1088280" cy="9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63DD7A6F-743F-ABBE-D72D-DFBC151631C1}"/>
                  </a:ext>
                </a:extLst>
              </p14:cNvPr>
              <p14:cNvContentPartPr/>
              <p14:nvPr/>
            </p14:nvContentPartPr>
            <p14:xfrm>
              <a:off x="3902540" y="916400"/>
              <a:ext cx="1044720" cy="5932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63DD7A6F-743F-ABBE-D72D-DFBC151631C1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848900" y="808760"/>
                <a:ext cx="1152360" cy="80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E97FEBF-3E0D-F07F-AEF4-3796CC114B74}"/>
                  </a:ext>
                </a:extLst>
              </p14:cNvPr>
              <p14:cNvContentPartPr/>
              <p14:nvPr/>
            </p14:nvContentPartPr>
            <p14:xfrm>
              <a:off x="6216980" y="802640"/>
              <a:ext cx="1223640" cy="270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E97FEBF-3E0D-F07F-AEF4-3796CC114B74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163340" y="694640"/>
                <a:ext cx="13312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A3A4F96-8308-2C22-1CC8-B653B3EBB96E}"/>
                  </a:ext>
                </a:extLst>
              </p14:cNvPr>
              <p14:cNvContentPartPr/>
              <p14:nvPr/>
            </p14:nvContentPartPr>
            <p14:xfrm>
              <a:off x="5860940" y="2884880"/>
              <a:ext cx="1317240" cy="537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A3A4F96-8308-2C22-1CC8-B653B3EBB96E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5807300" y="2776880"/>
                <a:ext cx="142488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FC58CE5-E116-A5AD-7F55-649600E52961}"/>
                  </a:ext>
                </a:extLst>
              </p14:cNvPr>
              <p14:cNvContentPartPr/>
              <p14:nvPr/>
            </p14:nvContentPartPr>
            <p14:xfrm>
              <a:off x="4276940" y="2144720"/>
              <a:ext cx="1116360" cy="5130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FC58CE5-E116-A5AD-7F55-649600E52961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4222940" y="2036720"/>
                <a:ext cx="122400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30D18B4-A288-7DA8-0EAE-1107958837B8}"/>
                  </a:ext>
                </a:extLst>
              </p14:cNvPr>
              <p14:cNvContentPartPr/>
              <p14:nvPr/>
            </p14:nvContentPartPr>
            <p14:xfrm>
              <a:off x="4379180" y="3405080"/>
              <a:ext cx="1094040" cy="10238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30D18B4-A288-7DA8-0EAE-1107958837B8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4325540" y="3297080"/>
                <a:ext cx="1201680" cy="12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ACAA877-1A33-62FB-C4D1-10B4D9F8B8F4}"/>
                  </a:ext>
                </a:extLst>
              </p14:cNvPr>
              <p14:cNvContentPartPr/>
              <p14:nvPr/>
            </p14:nvContentPartPr>
            <p14:xfrm>
              <a:off x="4150220" y="2196560"/>
              <a:ext cx="789840" cy="1099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ACAA877-1A33-62FB-C4D1-10B4D9F8B8F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096580" y="2088560"/>
                <a:ext cx="897480" cy="13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DD5CAF6-CB6C-7C50-4578-B93D81FDABFD}"/>
                  </a:ext>
                </a:extLst>
              </p14:cNvPr>
              <p14:cNvContentPartPr/>
              <p14:nvPr/>
            </p14:nvContentPartPr>
            <p14:xfrm>
              <a:off x="4020260" y="2125280"/>
              <a:ext cx="964800" cy="10911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DD5CAF6-CB6C-7C50-4578-B93D81FDABFD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966260" y="2017640"/>
                <a:ext cx="1072440" cy="13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355D9FB-ECF7-3225-CEA2-C92393D1F85B}"/>
                  </a:ext>
                </a:extLst>
              </p14:cNvPr>
              <p14:cNvContentPartPr/>
              <p14:nvPr/>
            </p14:nvContentPartPr>
            <p14:xfrm>
              <a:off x="6741860" y="1530920"/>
              <a:ext cx="805320" cy="831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355D9FB-ECF7-3225-CEA2-C92393D1F85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688220" y="1422920"/>
                <a:ext cx="912960" cy="10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08FD3B0-B4AE-C9D4-5FAB-EC40D931C0DD}"/>
                  </a:ext>
                </a:extLst>
              </p14:cNvPr>
              <p14:cNvContentPartPr/>
              <p14:nvPr/>
            </p14:nvContentPartPr>
            <p14:xfrm>
              <a:off x="6121940" y="3735920"/>
              <a:ext cx="962640" cy="10040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08FD3B0-B4AE-C9D4-5FAB-EC40D931C0DD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6067940" y="3628280"/>
                <a:ext cx="1070280" cy="12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A3D6FFA-DDB3-02CF-17C9-E0B94050B384}"/>
                  </a:ext>
                </a:extLst>
              </p14:cNvPr>
              <p14:cNvContentPartPr/>
              <p14:nvPr/>
            </p14:nvContentPartPr>
            <p14:xfrm>
              <a:off x="6152900" y="3733040"/>
              <a:ext cx="840960" cy="899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A3D6FFA-DDB3-02CF-17C9-E0B94050B384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6099260" y="3625040"/>
                <a:ext cx="948600" cy="111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1838-E260-282F-B762-B7F144013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E9A71F-F2F1-833A-AE5F-DE332E536EEB}"/>
              </a:ext>
            </a:extLst>
          </p:cNvPr>
          <p:cNvGrpSpPr/>
          <p:nvPr/>
        </p:nvGrpSpPr>
        <p:grpSpPr>
          <a:xfrm>
            <a:off x="1768460" y="1155440"/>
            <a:ext cx="4010040" cy="4303800"/>
            <a:chOff x="1768460" y="1155440"/>
            <a:chExt cx="4010040" cy="43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B5E61B2-781B-DBD3-6B66-B1849BC9A96A}"/>
                    </a:ext>
                  </a:extLst>
                </p14:cNvPr>
                <p14:cNvContentPartPr/>
                <p14:nvPr/>
              </p14:nvContentPartPr>
              <p14:xfrm>
                <a:off x="2589620" y="1155440"/>
                <a:ext cx="80640" cy="2493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B5E61B2-781B-DBD3-6B66-B1849BC9A96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71620" y="1137440"/>
                  <a:ext cx="116280" cy="25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E14809-869F-FD0D-9441-BDA84D65EA54}"/>
                    </a:ext>
                  </a:extLst>
                </p14:cNvPr>
                <p14:cNvContentPartPr/>
                <p14:nvPr/>
              </p14:nvContentPartPr>
              <p14:xfrm>
                <a:off x="2608340" y="3456200"/>
                <a:ext cx="3170160" cy="7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E14809-869F-FD0D-9441-BDA84D65EA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90700" y="3438560"/>
                  <a:ext cx="3205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55BFFA-223A-9F0B-E7BE-877E45019561}"/>
                    </a:ext>
                  </a:extLst>
                </p14:cNvPr>
                <p14:cNvContentPartPr/>
                <p14:nvPr/>
              </p14:nvContentPartPr>
              <p14:xfrm>
                <a:off x="1768460" y="3575720"/>
                <a:ext cx="856080" cy="1883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55BFFA-223A-9F0B-E7BE-877E450195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0820" y="3558080"/>
                  <a:ext cx="891720" cy="19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818490-789A-E258-72B3-883104E27984}"/>
                    </a:ext>
                  </a:extLst>
                </p14:cNvPr>
                <p14:cNvContentPartPr/>
                <p14:nvPr/>
              </p14:nvContentPartPr>
              <p14:xfrm>
                <a:off x="2398100" y="4803320"/>
                <a:ext cx="145080" cy="35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818490-789A-E258-72B3-883104E279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80460" y="4785680"/>
                  <a:ext cx="1807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A63374D-0DFA-BD9E-4E06-A677625C8249}"/>
                    </a:ext>
                  </a:extLst>
                </p14:cNvPr>
                <p14:cNvContentPartPr/>
                <p14:nvPr/>
              </p14:nvContentPartPr>
              <p14:xfrm>
                <a:off x="2392340" y="4976840"/>
                <a:ext cx="146520" cy="133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A63374D-0DFA-BD9E-4E06-A677625C82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74340" y="4959200"/>
                  <a:ext cx="182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DB4E3A-4249-0364-F3C6-4B6B274787BF}"/>
                    </a:ext>
                  </a:extLst>
                </p14:cNvPr>
                <p14:cNvContentPartPr/>
                <p14:nvPr/>
              </p14:nvContentPartPr>
              <p14:xfrm>
                <a:off x="2639300" y="4991960"/>
                <a:ext cx="113760" cy="129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DB4E3A-4249-0364-F3C6-4B6B274787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1300" y="4973960"/>
                  <a:ext cx="149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9B955F-8030-441B-FE02-A15E4236CB25}"/>
                    </a:ext>
                  </a:extLst>
                </p14:cNvPr>
                <p14:cNvContentPartPr/>
                <p14:nvPr/>
              </p14:nvContentPartPr>
              <p14:xfrm>
                <a:off x="4765100" y="2851040"/>
                <a:ext cx="50760" cy="33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9B955F-8030-441B-FE02-A15E4236CB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47460" y="2833400"/>
                  <a:ext cx="864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9B32A0-1B59-71A3-BDCF-98D88D2E274A}"/>
                    </a:ext>
                  </a:extLst>
                </p14:cNvPr>
                <p14:cNvContentPartPr/>
                <p14:nvPr/>
              </p14:nvContentPartPr>
              <p14:xfrm>
                <a:off x="4739180" y="2989640"/>
                <a:ext cx="157680" cy="108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9B32A0-1B59-71A3-BDCF-98D88D2E27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21540" y="2972000"/>
                  <a:ext cx="193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A75F4C-64B0-8358-0642-328D1A0B3982}"/>
                    </a:ext>
                  </a:extLst>
                </p14:cNvPr>
                <p14:cNvContentPartPr/>
                <p14:nvPr/>
              </p14:nvContentPartPr>
              <p14:xfrm>
                <a:off x="4990820" y="3000440"/>
                <a:ext cx="160920" cy="69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A75F4C-64B0-8358-0642-328D1A0B39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73180" y="2982440"/>
                  <a:ext cx="196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0715320-3CA1-DEFD-41CA-D753D60D9C46}"/>
                    </a:ext>
                  </a:extLst>
                </p14:cNvPr>
                <p14:cNvContentPartPr/>
                <p14:nvPr/>
              </p14:nvContentPartPr>
              <p14:xfrm>
                <a:off x="1811300" y="1569080"/>
                <a:ext cx="155880" cy="326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0715320-3CA1-DEFD-41CA-D753D60D9C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3300" y="1551440"/>
                  <a:ext cx="1915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9F02D2E-B27E-5BD8-EED5-B4D0ED28ACB6}"/>
                    </a:ext>
                  </a:extLst>
                </p14:cNvPr>
                <p14:cNvContentPartPr/>
                <p14:nvPr/>
              </p14:nvContentPartPr>
              <p14:xfrm>
                <a:off x="1811660" y="1686440"/>
                <a:ext cx="158040" cy="10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9F02D2E-B27E-5BD8-EED5-B4D0ED28AC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93660" y="1668800"/>
                  <a:ext cx="193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E793365-2BD1-3703-BE66-A9E05B3A8129}"/>
                    </a:ext>
                  </a:extLst>
                </p14:cNvPr>
                <p14:cNvContentPartPr/>
                <p14:nvPr/>
              </p14:nvContentPartPr>
              <p14:xfrm>
                <a:off x="2111540" y="1724600"/>
                <a:ext cx="146160" cy="212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E793365-2BD1-3703-BE66-A9E05B3A81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93540" y="1706960"/>
                  <a:ext cx="18180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F69D40-DDEF-64CE-A30C-04A2792B3923}"/>
              </a:ext>
            </a:extLst>
          </p:cNvPr>
          <p:cNvGrpSpPr/>
          <p:nvPr/>
        </p:nvGrpSpPr>
        <p:grpSpPr>
          <a:xfrm>
            <a:off x="3322580" y="1391240"/>
            <a:ext cx="681480" cy="990000"/>
            <a:chOff x="3322580" y="1391240"/>
            <a:chExt cx="681480" cy="9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E353A2-D255-D543-2C47-04C960FE2571}"/>
                    </a:ext>
                  </a:extLst>
                </p14:cNvPr>
                <p14:cNvContentPartPr/>
                <p14:nvPr/>
              </p14:nvContentPartPr>
              <p14:xfrm>
                <a:off x="3658820" y="1391240"/>
                <a:ext cx="131760" cy="169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E353A2-D255-D543-2C47-04C960FE25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40820" y="1373240"/>
                  <a:ext cx="167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993FA1-BF16-0035-EC1F-F98A8CAE62A5}"/>
                    </a:ext>
                  </a:extLst>
                </p14:cNvPr>
                <p14:cNvContentPartPr/>
                <p14:nvPr/>
              </p14:nvContentPartPr>
              <p14:xfrm>
                <a:off x="3672860" y="1686440"/>
                <a:ext cx="89280" cy="9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993FA1-BF16-0035-EC1F-F98A8CAE62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54860" y="1668440"/>
                  <a:ext cx="124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0E3B37-DAF5-2F9C-86C7-F91265C9A81E}"/>
                    </a:ext>
                  </a:extLst>
                </p14:cNvPr>
                <p14:cNvContentPartPr/>
                <p14:nvPr/>
              </p14:nvContentPartPr>
              <p14:xfrm>
                <a:off x="3322580" y="1614440"/>
                <a:ext cx="58320" cy="169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0E3B37-DAF5-2F9C-86C7-F91265C9A81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04940" y="1596440"/>
                  <a:ext cx="93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D9BAE3-260E-182F-0F5B-15528743F9EC}"/>
                    </a:ext>
                  </a:extLst>
                </p14:cNvPr>
                <p14:cNvContentPartPr/>
                <p14:nvPr/>
              </p14:nvContentPartPr>
              <p14:xfrm>
                <a:off x="3989660" y="1578080"/>
                <a:ext cx="14040" cy="57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D9BAE3-260E-182F-0F5B-15528743F9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2020" y="1560440"/>
                  <a:ext cx="49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E15869-DD13-6DA2-5BC4-35709EDF080F}"/>
                    </a:ext>
                  </a:extLst>
                </p14:cNvPr>
                <p14:cNvContentPartPr/>
                <p14:nvPr/>
              </p14:nvContentPartPr>
              <p14:xfrm>
                <a:off x="3456140" y="2023760"/>
                <a:ext cx="143640" cy="7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E15869-DD13-6DA2-5BC4-35709EDF080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38500" y="2005760"/>
                  <a:ext cx="179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0175EB-48B7-B588-74C8-1AC5DDC2E463}"/>
                    </a:ext>
                  </a:extLst>
                </p14:cNvPr>
                <p14:cNvContentPartPr/>
                <p14:nvPr/>
              </p14:nvContentPartPr>
              <p14:xfrm>
                <a:off x="3925940" y="1863560"/>
                <a:ext cx="78120" cy="58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0175EB-48B7-B588-74C8-1AC5DDC2E4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07940" y="1845560"/>
                  <a:ext cx="113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83A8EC-6EE0-C6F2-A282-5EFDC3602A40}"/>
                    </a:ext>
                  </a:extLst>
                </p14:cNvPr>
                <p14:cNvContentPartPr/>
                <p14:nvPr/>
              </p14:nvContentPartPr>
              <p14:xfrm>
                <a:off x="3574220" y="2272520"/>
                <a:ext cx="244440" cy="10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83A8EC-6EE0-C6F2-A282-5EFDC3602A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56580" y="2254880"/>
                  <a:ext cx="280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792191-77E3-0C3A-CB15-2E5D653B4C07}"/>
                    </a:ext>
                  </a:extLst>
                </p14:cNvPr>
                <p14:cNvContentPartPr/>
                <p14:nvPr/>
              </p14:nvContentPartPr>
              <p14:xfrm>
                <a:off x="3817220" y="1850960"/>
                <a:ext cx="173520" cy="8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792191-77E3-0C3A-CB15-2E5D653B4C0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99580" y="1832960"/>
                  <a:ext cx="209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59B8750-B7C7-AE00-674C-0082229C6DED}"/>
                    </a:ext>
                  </a:extLst>
                </p14:cNvPr>
                <p14:cNvContentPartPr/>
                <p14:nvPr/>
              </p14:nvContentPartPr>
              <p14:xfrm>
                <a:off x="3808220" y="1968680"/>
                <a:ext cx="46800" cy="3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59B8750-B7C7-AE00-674C-0082229C6D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90580" y="1951040"/>
                  <a:ext cx="82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9D45B3-51F9-8BCB-2FDC-475C6FC88E4A}"/>
                    </a:ext>
                  </a:extLst>
                </p14:cNvPr>
                <p14:cNvContentPartPr/>
                <p14:nvPr/>
              </p14:nvContentPartPr>
              <p14:xfrm>
                <a:off x="3870140" y="1942040"/>
                <a:ext cx="113760" cy="13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9D45B3-51F9-8BCB-2FDC-475C6FC88E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2140" y="1924400"/>
                  <a:ext cx="1494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126AA6B-B9B6-CAEC-02D7-7E29B1E227F6}"/>
              </a:ext>
            </a:extLst>
          </p:cNvPr>
          <p:cNvGrpSpPr/>
          <p:nvPr/>
        </p:nvGrpSpPr>
        <p:grpSpPr>
          <a:xfrm>
            <a:off x="3017300" y="2566640"/>
            <a:ext cx="669600" cy="691560"/>
            <a:chOff x="3017300" y="2566640"/>
            <a:chExt cx="669600" cy="69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F2C860-5492-61F5-1E1E-18023DDF101E}"/>
                    </a:ext>
                  </a:extLst>
                </p14:cNvPr>
                <p14:cNvContentPartPr/>
                <p14:nvPr/>
              </p14:nvContentPartPr>
              <p14:xfrm>
                <a:off x="3017300" y="2732960"/>
                <a:ext cx="135360" cy="24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F2C860-5492-61F5-1E1E-18023DDF10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99300" y="2715320"/>
                  <a:ext cx="171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0DD4BB4-CC6A-A2E7-9E3B-3B369D3A3706}"/>
                    </a:ext>
                  </a:extLst>
                </p14:cNvPr>
                <p14:cNvContentPartPr/>
                <p14:nvPr/>
              </p14:nvContentPartPr>
              <p14:xfrm>
                <a:off x="3115580" y="2804600"/>
                <a:ext cx="168120" cy="118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0DD4BB4-CC6A-A2E7-9E3B-3B369D3A37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97940" y="2786600"/>
                  <a:ext cx="203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BEE0320-4E8C-DEE6-BECC-7E22EECCAA91}"/>
                    </a:ext>
                  </a:extLst>
                </p14:cNvPr>
                <p14:cNvContentPartPr/>
                <p14:nvPr/>
              </p14:nvContentPartPr>
              <p14:xfrm>
                <a:off x="3334460" y="2699480"/>
                <a:ext cx="162360" cy="176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BEE0320-4E8C-DEE6-BECC-7E22EECCAA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16820" y="2681840"/>
                  <a:ext cx="198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1ED9FDD-A491-3FF8-FE89-8DF49FED9CC1}"/>
                    </a:ext>
                  </a:extLst>
                </p14:cNvPr>
                <p14:cNvContentPartPr/>
                <p14:nvPr/>
              </p14:nvContentPartPr>
              <p14:xfrm>
                <a:off x="3345620" y="2566640"/>
                <a:ext cx="81000" cy="246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1ED9FDD-A491-3FF8-FE89-8DF49FED9C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27620" y="2549000"/>
                  <a:ext cx="116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2C6672-57CD-CEE0-1E09-A81C565987CA}"/>
                    </a:ext>
                  </a:extLst>
                </p14:cNvPr>
                <p14:cNvContentPartPr/>
                <p14:nvPr/>
              </p14:nvContentPartPr>
              <p14:xfrm>
                <a:off x="3205580" y="3086840"/>
                <a:ext cx="138240" cy="169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2C6672-57CD-CEE0-1E09-A81C565987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87940" y="3069200"/>
                  <a:ext cx="173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AE53620-8EDB-7B9D-C216-58371AEC1AFE}"/>
                    </a:ext>
                  </a:extLst>
                </p14:cNvPr>
                <p14:cNvContentPartPr/>
                <p14:nvPr/>
              </p14:nvContentPartPr>
              <p14:xfrm>
                <a:off x="3387740" y="3133640"/>
                <a:ext cx="143640" cy="123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AE53620-8EDB-7B9D-C216-58371AEC1A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69740" y="3115640"/>
                  <a:ext cx="179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26553AF-31E4-3C2A-67F4-78E0AD5FBF86}"/>
                    </a:ext>
                  </a:extLst>
                </p14:cNvPr>
                <p14:cNvContentPartPr/>
                <p14:nvPr/>
              </p14:nvContentPartPr>
              <p14:xfrm>
                <a:off x="3427340" y="3182240"/>
                <a:ext cx="116280" cy="75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26553AF-31E4-3C2A-67F4-78E0AD5FBF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09340" y="3164240"/>
                  <a:ext cx="151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7E0A0D-83E0-45D9-E9B4-DD66B8FADFA8}"/>
                    </a:ext>
                  </a:extLst>
                </p14:cNvPr>
                <p14:cNvContentPartPr/>
                <p14:nvPr/>
              </p14:nvContentPartPr>
              <p14:xfrm>
                <a:off x="3576740" y="3013040"/>
                <a:ext cx="110160" cy="186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7E0A0D-83E0-45D9-E9B4-DD66B8FADF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59100" y="2995400"/>
                  <a:ext cx="14580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5AFFACC-C7F3-BE49-ACF2-C6AD07BB915F}"/>
              </a:ext>
            </a:extLst>
          </p:cNvPr>
          <p:cNvGrpSpPr/>
          <p:nvPr/>
        </p:nvGrpSpPr>
        <p:grpSpPr>
          <a:xfrm>
            <a:off x="2903180" y="998840"/>
            <a:ext cx="3238920" cy="3779280"/>
            <a:chOff x="2903180" y="998840"/>
            <a:chExt cx="3238920" cy="37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0E8B888-3EB7-CE4E-9D9B-09FD7503865C}"/>
                    </a:ext>
                  </a:extLst>
                </p14:cNvPr>
                <p14:cNvContentPartPr/>
                <p14:nvPr/>
              </p14:nvContentPartPr>
              <p14:xfrm>
                <a:off x="3199100" y="998840"/>
                <a:ext cx="1146240" cy="1514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0E8B888-3EB7-CE4E-9D9B-09FD750386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81460" y="981200"/>
                  <a:ext cx="1181880" cy="15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666149-396C-855B-C50E-06AD81BBA74F}"/>
                    </a:ext>
                  </a:extLst>
                </p14:cNvPr>
                <p14:cNvContentPartPr/>
                <p14:nvPr/>
              </p14:nvContentPartPr>
              <p14:xfrm>
                <a:off x="2903180" y="2380520"/>
                <a:ext cx="1098000" cy="114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666149-396C-855B-C50E-06AD81BBA7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5540" y="2362880"/>
                  <a:ext cx="1133640" cy="11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A90D66A-E550-100B-4E9C-2822AA60C3AB}"/>
                    </a:ext>
                  </a:extLst>
                </p14:cNvPr>
                <p14:cNvContentPartPr/>
                <p14:nvPr/>
              </p14:nvContentPartPr>
              <p14:xfrm>
                <a:off x="4722620" y="1208360"/>
                <a:ext cx="1419480" cy="1595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A90D66A-E550-100B-4E9C-2822AA60C3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04980" y="1190720"/>
                  <a:ext cx="1455120" cy="16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02D8E0-3988-A3FC-46E6-6697A925B9E3}"/>
                    </a:ext>
                  </a:extLst>
                </p14:cNvPr>
                <p14:cNvContentPartPr/>
                <p14:nvPr/>
              </p14:nvContentPartPr>
              <p14:xfrm>
                <a:off x="3112340" y="3503000"/>
                <a:ext cx="1456920" cy="127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02D8E0-3988-A3FC-46E6-6697A925B9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94700" y="3485000"/>
                  <a:ext cx="1492560" cy="13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21AD22C-7F43-F51D-D660-33A76D6A53ED}"/>
                    </a:ext>
                  </a:extLst>
                </p14:cNvPr>
                <p14:cNvContentPartPr/>
                <p14:nvPr/>
              </p14:nvContentPartPr>
              <p14:xfrm>
                <a:off x="4416620" y="2596880"/>
                <a:ext cx="990360" cy="808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21AD22C-7F43-F51D-D660-33A76D6A53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98620" y="2579240"/>
                  <a:ext cx="1026000" cy="84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AD4C0CE-7689-5152-0931-7246938AB70B}"/>
                  </a:ext>
                </a:extLst>
              </p14:cNvPr>
              <p14:cNvContentPartPr/>
              <p14:nvPr/>
            </p14:nvContentPartPr>
            <p14:xfrm>
              <a:off x="7155860" y="1118720"/>
              <a:ext cx="2717280" cy="2837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AD4C0CE-7689-5152-0931-7246938AB70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93220" y="1055720"/>
                <a:ext cx="2842920" cy="29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16AFDB8-1FDA-4AF3-B705-ADAE3CA79E1D}"/>
              </a:ext>
            </a:extLst>
          </p:cNvPr>
          <p:cNvGrpSpPr/>
          <p:nvPr/>
        </p:nvGrpSpPr>
        <p:grpSpPr>
          <a:xfrm>
            <a:off x="3375140" y="774200"/>
            <a:ext cx="6734520" cy="3718800"/>
            <a:chOff x="3375140" y="774200"/>
            <a:chExt cx="6734520" cy="37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49E76A-EA85-3AAD-54AF-ED970E9DD0FE}"/>
                    </a:ext>
                  </a:extLst>
                </p14:cNvPr>
                <p14:cNvContentPartPr/>
                <p14:nvPr/>
              </p14:nvContentPartPr>
              <p14:xfrm>
                <a:off x="5049140" y="2164160"/>
                <a:ext cx="280800" cy="21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49E76A-EA85-3AAD-54AF-ED970E9DD0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31500" y="2146520"/>
                  <a:ext cx="316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64C6CF-962E-8447-F790-3F226A53C222}"/>
                    </a:ext>
                  </a:extLst>
                </p14:cNvPr>
                <p14:cNvContentPartPr/>
                <p14:nvPr/>
              </p14:nvContentPartPr>
              <p14:xfrm>
                <a:off x="5450900" y="2150120"/>
                <a:ext cx="225720" cy="72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64C6CF-962E-8447-F790-3F226A53C2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33260" y="2132480"/>
                  <a:ext cx="261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30DE33-DA81-4622-E56D-D017E5112D9F}"/>
                    </a:ext>
                  </a:extLst>
                </p14:cNvPr>
                <p14:cNvContentPartPr/>
                <p14:nvPr/>
              </p14:nvContentPartPr>
              <p14:xfrm>
                <a:off x="5617580" y="1852760"/>
                <a:ext cx="150120" cy="13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30DE33-DA81-4622-E56D-D017E5112D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99580" y="1834760"/>
                  <a:ext cx="185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567B86-391B-2950-BE5A-A98FDF4505FF}"/>
                    </a:ext>
                  </a:extLst>
                </p14:cNvPr>
                <p14:cNvContentPartPr/>
                <p14:nvPr/>
              </p14:nvContentPartPr>
              <p14:xfrm>
                <a:off x="5193140" y="1586720"/>
                <a:ext cx="190080" cy="185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567B86-391B-2950-BE5A-A98FDF4505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5500" y="1569080"/>
                  <a:ext cx="225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F52228-7514-533C-81C1-3DA0CE40B3CF}"/>
                    </a:ext>
                  </a:extLst>
                </p14:cNvPr>
                <p14:cNvContentPartPr/>
                <p14:nvPr/>
              </p14:nvContentPartPr>
              <p14:xfrm>
                <a:off x="5046620" y="1796960"/>
                <a:ext cx="273600" cy="10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F52228-7514-533C-81C1-3DA0CE40B3C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8980" y="1778960"/>
                  <a:ext cx="309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62D28B-B3C1-AFC1-4615-0820DCDB4C50}"/>
                    </a:ext>
                  </a:extLst>
                </p14:cNvPr>
                <p14:cNvContentPartPr/>
                <p14:nvPr/>
              </p14:nvContentPartPr>
              <p14:xfrm>
                <a:off x="5312660" y="1954280"/>
                <a:ext cx="161640" cy="72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62D28B-B3C1-AFC1-4615-0820DCDB4C5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94660" y="1936280"/>
                  <a:ext cx="197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FCA268-7B9E-64F9-1E08-95139333EB98}"/>
                    </a:ext>
                  </a:extLst>
                </p14:cNvPr>
                <p14:cNvContentPartPr/>
                <p14:nvPr/>
              </p14:nvContentPartPr>
              <p14:xfrm>
                <a:off x="4803260" y="2435600"/>
                <a:ext cx="133920" cy="137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FCA268-7B9E-64F9-1E08-95139333EB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85260" y="2417960"/>
                  <a:ext cx="169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BD93CF-50CB-BC48-71C2-2568EBEF8390}"/>
                    </a:ext>
                  </a:extLst>
                </p14:cNvPr>
                <p14:cNvContentPartPr/>
                <p14:nvPr/>
              </p14:nvContentPartPr>
              <p14:xfrm>
                <a:off x="5257940" y="2550800"/>
                <a:ext cx="175680" cy="120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BD93CF-50CB-BC48-71C2-2568EBEF83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40300" y="2533160"/>
                  <a:ext cx="211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1E1B6B-E03D-95BC-0C2D-2D0E38C9296D}"/>
                    </a:ext>
                  </a:extLst>
                </p14:cNvPr>
                <p14:cNvContentPartPr/>
                <p14:nvPr/>
              </p14:nvContentPartPr>
              <p14:xfrm>
                <a:off x="5581940" y="2526320"/>
                <a:ext cx="226440" cy="185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1E1B6B-E03D-95BC-0C2D-2D0E38C929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63940" y="2508320"/>
                  <a:ext cx="262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03BFB6B-71C7-1655-1E3C-FCE0FFDAE2CE}"/>
                    </a:ext>
                  </a:extLst>
                </p14:cNvPr>
                <p14:cNvContentPartPr/>
                <p14:nvPr/>
              </p14:nvContentPartPr>
              <p14:xfrm>
                <a:off x="3375140" y="4244240"/>
                <a:ext cx="190080" cy="196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03BFB6B-71C7-1655-1E3C-FCE0FFDAE2C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57500" y="4226240"/>
                  <a:ext cx="225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D028F5-7D73-B480-EDBA-567C758AF340}"/>
                    </a:ext>
                  </a:extLst>
                </p14:cNvPr>
                <p14:cNvContentPartPr/>
                <p14:nvPr/>
              </p14:nvContentPartPr>
              <p14:xfrm>
                <a:off x="3464060" y="4332440"/>
                <a:ext cx="76680" cy="16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D028F5-7D73-B480-EDBA-567C758AF3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46420" y="4314800"/>
                  <a:ext cx="112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33EF06D-CD70-43CE-9AEA-B3B0771D4B3E}"/>
                    </a:ext>
                  </a:extLst>
                </p14:cNvPr>
                <p14:cNvContentPartPr/>
                <p14:nvPr/>
              </p14:nvContentPartPr>
              <p14:xfrm>
                <a:off x="3606980" y="4232000"/>
                <a:ext cx="158400" cy="123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33EF06D-CD70-43CE-9AEA-B3B0771D4B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88980" y="4214360"/>
                  <a:ext cx="194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02E746E-C239-46D6-B289-DAF4C208582F}"/>
                    </a:ext>
                  </a:extLst>
                </p14:cNvPr>
                <p14:cNvContentPartPr/>
                <p14:nvPr/>
              </p14:nvContentPartPr>
              <p14:xfrm>
                <a:off x="3721100" y="4181240"/>
                <a:ext cx="85680" cy="292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02E746E-C239-46D6-B289-DAF4C20858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03100" y="4163240"/>
                  <a:ext cx="121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EB899E-AEE8-8E51-3D74-D96145CBC19A}"/>
                    </a:ext>
                  </a:extLst>
                </p14:cNvPr>
                <p14:cNvContentPartPr/>
                <p14:nvPr/>
              </p14:nvContentPartPr>
              <p14:xfrm>
                <a:off x="3895700" y="4197080"/>
                <a:ext cx="138600" cy="14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EB899E-AEE8-8E51-3D74-D96145CBC19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77700" y="4179080"/>
                  <a:ext cx="174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45D1B2-CDDE-3CD1-0EAF-63CEE3881942}"/>
                    </a:ext>
                  </a:extLst>
                </p14:cNvPr>
                <p14:cNvContentPartPr/>
                <p14:nvPr/>
              </p14:nvContentPartPr>
              <p14:xfrm>
                <a:off x="3995420" y="4204280"/>
                <a:ext cx="60840" cy="20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45D1B2-CDDE-3CD1-0EAF-63CEE388194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77420" y="4186280"/>
                  <a:ext cx="96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7A6941E-698B-25D4-75AE-2CC5E0B286CA}"/>
                    </a:ext>
                  </a:extLst>
                </p14:cNvPr>
                <p14:cNvContentPartPr/>
                <p14:nvPr/>
              </p14:nvContentPartPr>
              <p14:xfrm>
                <a:off x="3424460" y="3894320"/>
                <a:ext cx="159840" cy="172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7A6941E-698B-25D4-75AE-2CC5E0B286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06460" y="3876320"/>
                  <a:ext cx="1954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DE3768F-64F0-3130-C4E3-8BF1BCEF844A}"/>
                    </a:ext>
                  </a:extLst>
                </p14:cNvPr>
                <p14:cNvContentPartPr/>
                <p14:nvPr/>
              </p14:nvContentPartPr>
              <p14:xfrm>
                <a:off x="3576380" y="3861560"/>
                <a:ext cx="59040" cy="19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DE3768F-64F0-3130-C4E3-8BF1BCEF84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58740" y="3843560"/>
                  <a:ext cx="94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A8AE4A-F81D-2FF0-6C85-9260BA910C42}"/>
                    </a:ext>
                  </a:extLst>
                </p14:cNvPr>
                <p14:cNvContentPartPr/>
                <p14:nvPr/>
              </p14:nvContentPartPr>
              <p14:xfrm>
                <a:off x="3729020" y="3809000"/>
                <a:ext cx="185040" cy="18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A8AE4A-F81D-2FF0-6C85-9260BA910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11020" y="3791360"/>
                  <a:ext cx="220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626565-49DE-D224-D4BB-F0EDA54CC31F}"/>
                    </a:ext>
                  </a:extLst>
                </p14:cNvPr>
                <p14:cNvContentPartPr/>
                <p14:nvPr/>
              </p14:nvContentPartPr>
              <p14:xfrm>
                <a:off x="4036820" y="3809360"/>
                <a:ext cx="128880" cy="126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626565-49DE-D224-D4BB-F0EDA54CC31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18820" y="3791360"/>
                  <a:ext cx="164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00E10C-28F9-775F-3F73-169B7D120B16}"/>
                    </a:ext>
                  </a:extLst>
                </p14:cNvPr>
                <p14:cNvContentPartPr/>
                <p14:nvPr/>
              </p14:nvContentPartPr>
              <p14:xfrm>
                <a:off x="4148780" y="3827720"/>
                <a:ext cx="34560" cy="260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00E10C-28F9-775F-3F73-169B7D120B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30780" y="3810080"/>
                  <a:ext cx="70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3DF6C9-C10C-135C-E251-37E96CDC16B2}"/>
                    </a:ext>
                  </a:extLst>
                </p14:cNvPr>
                <p14:cNvContentPartPr/>
                <p14:nvPr/>
              </p14:nvContentPartPr>
              <p14:xfrm>
                <a:off x="6789020" y="774200"/>
                <a:ext cx="1778400" cy="1878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3DF6C9-C10C-135C-E251-37E96CDC16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26380" y="711200"/>
                  <a:ext cx="1904040" cy="20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E621A0D-0740-17BD-6705-5299774136E1}"/>
                    </a:ext>
                  </a:extLst>
                </p14:cNvPr>
                <p14:cNvContentPartPr/>
                <p14:nvPr/>
              </p14:nvContentPartPr>
              <p14:xfrm>
                <a:off x="7049660" y="2547560"/>
                <a:ext cx="1496880" cy="183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E621A0D-0740-17BD-6705-5299774136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86660" y="2484560"/>
                  <a:ext cx="1622520" cy="19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BBC146-FB35-6D94-AE0C-21C219ADA867}"/>
                    </a:ext>
                  </a:extLst>
                </p14:cNvPr>
                <p14:cNvContentPartPr/>
                <p14:nvPr/>
              </p14:nvContentPartPr>
              <p14:xfrm>
                <a:off x="8497580" y="870680"/>
                <a:ext cx="1560960" cy="1397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BBC146-FB35-6D94-AE0C-21C219ADA8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34580" y="807680"/>
                  <a:ext cx="1686600" cy="15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055FB0F-8DC2-63FF-ADB9-600053EF43C8}"/>
                    </a:ext>
                  </a:extLst>
                </p14:cNvPr>
                <p14:cNvContentPartPr/>
                <p14:nvPr/>
              </p14:nvContentPartPr>
              <p14:xfrm>
                <a:off x="8436740" y="2133200"/>
                <a:ext cx="1672920" cy="2262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055FB0F-8DC2-63FF-ADB9-600053EF43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73740" y="2070560"/>
                  <a:ext cx="1798560" cy="238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919C9DE-B938-6766-EC5C-92AD5661590C}"/>
              </a:ext>
            </a:extLst>
          </p:cNvPr>
          <p:cNvGrpSpPr/>
          <p:nvPr/>
        </p:nvGrpSpPr>
        <p:grpSpPr>
          <a:xfrm>
            <a:off x="2457500" y="699320"/>
            <a:ext cx="4095360" cy="4514400"/>
            <a:chOff x="2457500" y="699320"/>
            <a:chExt cx="4095360" cy="45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3344DD-A4BA-E233-7FE9-5CB25F9596AA}"/>
                    </a:ext>
                  </a:extLst>
                </p14:cNvPr>
                <p14:cNvContentPartPr/>
                <p14:nvPr/>
              </p14:nvContentPartPr>
              <p14:xfrm>
                <a:off x="2457500" y="1543160"/>
                <a:ext cx="2975040" cy="3670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3344DD-A4BA-E233-7FE9-5CB25F9596A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4860" y="1480160"/>
                  <a:ext cx="3100680" cy="37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05D6812-AA88-26C6-944A-D740E32B543F}"/>
                    </a:ext>
                  </a:extLst>
                </p14:cNvPr>
                <p14:cNvContentPartPr/>
                <p14:nvPr/>
              </p14:nvContentPartPr>
              <p14:xfrm>
                <a:off x="2461100" y="699320"/>
                <a:ext cx="2542680" cy="414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05D6812-AA88-26C6-944A-D740E32B543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98100" y="636680"/>
                  <a:ext cx="2668320" cy="42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720D72-A4E7-1B0E-3F13-B33B63E6BFC3}"/>
                    </a:ext>
                  </a:extLst>
                </p14:cNvPr>
                <p14:cNvContentPartPr/>
                <p14:nvPr/>
              </p14:nvContentPartPr>
              <p14:xfrm>
                <a:off x="4343180" y="2620280"/>
                <a:ext cx="2209680" cy="514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720D72-A4E7-1B0E-3F13-B33B63E6BF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80540" y="2557640"/>
                  <a:ext cx="2335320" cy="64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664EB0-DECE-1340-5322-BEE983E66DCB}"/>
              </a:ext>
            </a:extLst>
          </p:cNvPr>
          <p:cNvGrpSpPr/>
          <p:nvPr/>
        </p:nvGrpSpPr>
        <p:grpSpPr>
          <a:xfrm>
            <a:off x="4553780" y="5550680"/>
            <a:ext cx="3657240" cy="879120"/>
            <a:chOff x="4553780" y="5550680"/>
            <a:chExt cx="3657240" cy="87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68BB857-222C-925A-5B42-FDAA88C402D3}"/>
                    </a:ext>
                  </a:extLst>
                </p14:cNvPr>
                <p14:cNvContentPartPr/>
                <p14:nvPr/>
              </p14:nvContentPartPr>
              <p14:xfrm>
                <a:off x="4610660" y="5653280"/>
                <a:ext cx="21960" cy="340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68BB857-222C-925A-5B42-FDAA88C402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93020" y="5635640"/>
                  <a:ext cx="576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CF3D5A-DF70-9510-9426-C3F5F4FA871D}"/>
                    </a:ext>
                  </a:extLst>
                </p14:cNvPr>
                <p14:cNvContentPartPr/>
                <p14:nvPr/>
              </p14:nvContentPartPr>
              <p14:xfrm>
                <a:off x="4553780" y="5622320"/>
                <a:ext cx="218520" cy="322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CF3D5A-DF70-9510-9426-C3F5F4FA87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36140" y="5604680"/>
                  <a:ext cx="2541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6565DE3-34EB-A8F1-5078-13E83EA298A6}"/>
                    </a:ext>
                  </a:extLst>
                </p14:cNvPr>
                <p14:cNvContentPartPr/>
                <p14:nvPr/>
              </p14:nvContentPartPr>
              <p14:xfrm>
                <a:off x="4832060" y="5754440"/>
                <a:ext cx="107280" cy="106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6565DE3-34EB-A8F1-5078-13E83EA298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14420" y="5736800"/>
                  <a:ext cx="142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BD1D41-A647-21F1-C061-129711487B81}"/>
                    </a:ext>
                  </a:extLst>
                </p14:cNvPr>
                <p14:cNvContentPartPr/>
                <p14:nvPr/>
              </p14:nvContentPartPr>
              <p14:xfrm>
                <a:off x="5034020" y="5675960"/>
                <a:ext cx="67680" cy="227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BD1D41-A647-21F1-C061-129711487B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16020" y="5658320"/>
                  <a:ext cx="103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F54EA5-4AF0-ED4B-4B67-112CE68E028A}"/>
                    </a:ext>
                  </a:extLst>
                </p14:cNvPr>
                <p14:cNvContentPartPr/>
                <p14:nvPr/>
              </p14:nvContentPartPr>
              <p14:xfrm>
                <a:off x="5168300" y="5629880"/>
                <a:ext cx="113400" cy="228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F54EA5-4AF0-ED4B-4B67-112CE68E02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50300" y="5611880"/>
                  <a:ext cx="149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E5484F-641F-5B71-BB8D-256329CA4FA7}"/>
                    </a:ext>
                  </a:extLst>
                </p14:cNvPr>
                <p14:cNvContentPartPr/>
                <p14:nvPr/>
              </p14:nvContentPartPr>
              <p14:xfrm>
                <a:off x="5163620" y="5684240"/>
                <a:ext cx="173160" cy="8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E5484F-641F-5B71-BB8D-256329CA4FA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45980" y="5666600"/>
                  <a:ext cx="208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B0ED1E0-2E21-F477-4D71-D5FAA6B6F126}"/>
                    </a:ext>
                  </a:extLst>
                </p14:cNvPr>
                <p14:cNvContentPartPr/>
                <p14:nvPr/>
              </p14:nvContentPartPr>
              <p14:xfrm>
                <a:off x="5849060" y="5647160"/>
                <a:ext cx="95400" cy="228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B0ED1E0-2E21-F477-4D71-D5FAA6B6F12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31420" y="5629520"/>
                  <a:ext cx="1310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E74B9-E85D-A84D-DAE1-C1C50CB5D5D6}"/>
                    </a:ext>
                  </a:extLst>
                </p14:cNvPr>
                <p14:cNvContentPartPr/>
                <p14:nvPr/>
              </p14:nvContentPartPr>
              <p14:xfrm>
                <a:off x="5997380" y="5683520"/>
                <a:ext cx="127440" cy="138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E74B9-E85D-A84D-DAE1-C1C50CB5D5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79380" y="5665520"/>
                  <a:ext cx="163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D7F8B16-5BD0-CD83-646F-452A0DDDC5F7}"/>
                    </a:ext>
                  </a:extLst>
                </p14:cNvPr>
                <p14:cNvContentPartPr/>
                <p14:nvPr/>
              </p14:nvContentPartPr>
              <p14:xfrm>
                <a:off x="6210860" y="5685320"/>
                <a:ext cx="19440" cy="254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D7F8B16-5BD0-CD83-646F-452A0DDDC5F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92860" y="5667680"/>
                  <a:ext cx="550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480EAE4-6115-6C75-9425-9FC321995486}"/>
                    </a:ext>
                  </a:extLst>
                </p14:cNvPr>
                <p14:cNvContentPartPr/>
                <p14:nvPr/>
              </p14:nvContentPartPr>
              <p14:xfrm>
                <a:off x="6200060" y="5682080"/>
                <a:ext cx="106920" cy="118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480EAE4-6115-6C75-9425-9FC3219954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82420" y="5664080"/>
                  <a:ext cx="142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A4760E-2133-2B17-6AA5-9B16B331B73C}"/>
                    </a:ext>
                  </a:extLst>
                </p14:cNvPr>
                <p14:cNvContentPartPr/>
                <p14:nvPr/>
              </p14:nvContentPartPr>
              <p14:xfrm>
                <a:off x="6418940" y="5678120"/>
                <a:ext cx="110160" cy="107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A4760E-2133-2B17-6AA5-9B16B331B7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00940" y="5660480"/>
                  <a:ext cx="145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8D149FE-E928-2535-712E-F99A2D3CB586}"/>
                    </a:ext>
                  </a:extLst>
                </p14:cNvPr>
                <p14:cNvContentPartPr/>
                <p14:nvPr/>
              </p14:nvContentPartPr>
              <p14:xfrm>
                <a:off x="6603980" y="5648600"/>
                <a:ext cx="97920" cy="12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8D149FE-E928-2535-712E-F99A2D3CB5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85980" y="5630960"/>
                  <a:ext cx="133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04B3C7-7808-715F-691A-B082879767DB}"/>
                    </a:ext>
                  </a:extLst>
                </p14:cNvPr>
                <p14:cNvContentPartPr/>
                <p14:nvPr/>
              </p14:nvContentPartPr>
              <p14:xfrm>
                <a:off x="6820700" y="5693600"/>
                <a:ext cx="132480" cy="12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04B3C7-7808-715F-691A-B082879767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02700" y="5675600"/>
                  <a:ext cx="168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C381CE-52AD-9C0B-95BE-BBF8B978B67F}"/>
                    </a:ext>
                  </a:extLst>
                </p14:cNvPr>
                <p14:cNvContentPartPr/>
                <p14:nvPr/>
              </p14:nvContentPartPr>
              <p14:xfrm>
                <a:off x="7026620" y="5593520"/>
                <a:ext cx="81720" cy="22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C381CE-52AD-9C0B-95BE-BBF8B978B6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08980" y="5575520"/>
                  <a:ext cx="117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D8CDD99-CA89-6F75-7FE2-80AD4A1D6DCD}"/>
                    </a:ext>
                  </a:extLst>
                </p14:cNvPr>
                <p14:cNvContentPartPr/>
                <p14:nvPr/>
              </p14:nvContentPartPr>
              <p14:xfrm>
                <a:off x="7039940" y="5712320"/>
                <a:ext cx="221400" cy="8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D8CDD99-CA89-6F75-7FE2-80AD4A1D6DC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21940" y="5694680"/>
                  <a:ext cx="257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BE948C-46D4-77F1-5699-B9E9FAB85270}"/>
                    </a:ext>
                  </a:extLst>
                </p14:cNvPr>
                <p14:cNvContentPartPr/>
                <p14:nvPr/>
              </p14:nvContentPartPr>
              <p14:xfrm>
                <a:off x="7203380" y="5550680"/>
                <a:ext cx="46080" cy="27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BE948C-46D4-77F1-5699-B9E9FAB852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85740" y="5533040"/>
                  <a:ext cx="81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04C4B86-518A-18B6-573A-2FC61837B5A9}"/>
                    </a:ext>
                  </a:extLst>
                </p14:cNvPr>
                <p14:cNvContentPartPr/>
                <p14:nvPr/>
              </p14:nvContentPartPr>
              <p14:xfrm>
                <a:off x="7397780" y="5642840"/>
                <a:ext cx="54000" cy="122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04C4B86-518A-18B6-573A-2FC61837B5A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80140" y="5624840"/>
                  <a:ext cx="89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4D92FD0-0A81-FFE6-AEB8-9EAD3E483CFE}"/>
                    </a:ext>
                  </a:extLst>
                </p14:cNvPr>
                <p14:cNvContentPartPr/>
                <p14:nvPr/>
              </p14:nvContentPartPr>
              <p14:xfrm>
                <a:off x="7542500" y="5606480"/>
                <a:ext cx="187560" cy="121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4D92FD0-0A81-FFE6-AEB8-9EAD3E483CF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24500" y="5588840"/>
                  <a:ext cx="223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0E30268-D98B-2AAD-72C1-C921342E0582}"/>
                    </a:ext>
                  </a:extLst>
                </p14:cNvPr>
                <p14:cNvContentPartPr/>
                <p14:nvPr/>
              </p14:nvContentPartPr>
              <p14:xfrm>
                <a:off x="5623340" y="6333680"/>
                <a:ext cx="77040" cy="96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0E30268-D98B-2AAD-72C1-C921342E058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05340" y="6315680"/>
                  <a:ext cx="112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99D534A-F962-286C-487D-AA5562B36DEA}"/>
                    </a:ext>
                  </a:extLst>
                </p14:cNvPr>
                <p14:cNvContentPartPr/>
                <p14:nvPr/>
              </p14:nvContentPartPr>
              <p14:xfrm>
                <a:off x="5612540" y="6221360"/>
                <a:ext cx="30600" cy="22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99D534A-F962-286C-487D-AA5562B36DE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94900" y="6203360"/>
                  <a:ext cx="66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C10E4FB-51C5-764F-C5C0-F2E660E695DF}"/>
                    </a:ext>
                  </a:extLst>
                </p14:cNvPr>
                <p14:cNvContentPartPr/>
                <p14:nvPr/>
              </p14:nvContentPartPr>
              <p14:xfrm>
                <a:off x="5833580" y="6291920"/>
                <a:ext cx="129960" cy="115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C10E4FB-51C5-764F-C5C0-F2E660E695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15580" y="6273920"/>
                  <a:ext cx="165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1B6973-EB5C-803C-CB3B-4241668E87D2}"/>
                    </a:ext>
                  </a:extLst>
                </p14:cNvPr>
                <p14:cNvContentPartPr/>
                <p14:nvPr/>
              </p14:nvContentPartPr>
              <p14:xfrm>
                <a:off x="6335060" y="6126320"/>
                <a:ext cx="50760" cy="226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1B6973-EB5C-803C-CB3B-4241668E87D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317060" y="6108680"/>
                  <a:ext cx="864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C809F90-0078-2CDD-DB86-CF0E02B5EC1C}"/>
                    </a:ext>
                  </a:extLst>
                </p14:cNvPr>
                <p14:cNvContentPartPr/>
                <p14:nvPr/>
              </p14:nvContentPartPr>
              <p14:xfrm>
                <a:off x="6317060" y="6152240"/>
                <a:ext cx="345960" cy="127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C809F90-0078-2CDD-DB86-CF0E02B5EC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99420" y="6134240"/>
                  <a:ext cx="381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8823E2-D42B-B52A-8AAC-57FC4189CF86}"/>
                    </a:ext>
                  </a:extLst>
                </p14:cNvPr>
                <p14:cNvContentPartPr/>
                <p14:nvPr/>
              </p14:nvContentPartPr>
              <p14:xfrm>
                <a:off x="6723500" y="6161600"/>
                <a:ext cx="62280" cy="104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8823E2-D42B-B52A-8AAC-57FC4189CF8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05500" y="6143960"/>
                  <a:ext cx="979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0F2ECEE-F5F5-69A5-70B5-A3FDB5F8118B}"/>
                    </a:ext>
                  </a:extLst>
                </p14:cNvPr>
                <p14:cNvContentPartPr/>
                <p14:nvPr/>
              </p14:nvContentPartPr>
              <p14:xfrm>
                <a:off x="7247300" y="6043160"/>
                <a:ext cx="52920" cy="327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0F2ECEE-F5F5-69A5-70B5-A3FDB5F811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29300" y="6025520"/>
                  <a:ext cx="885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0B0DFC-BBE8-0895-BBD5-F2F35DBFC89F}"/>
                    </a:ext>
                  </a:extLst>
                </p14:cNvPr>
                <p14:cNvContentPartPr/>
                <p14:nvPr/>
              </p14:nvContentPartPr>
              <p14:xfrm>
                <a:off x="7192940" y="6201200"/>
                <a:ext cx="144000" cy="86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0B0DFC-BBE8-0895-BBD5-F2F35DBFC89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75300" y="6183200"/>
                  <a:ext cx="179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1A9B96D-6F17-49B8-CB8A-D522586887A3}"/>
                    </a:ext>
                  </a:extLst>
                </p14:cNvPr>
                <p14:cNvContentPartPr/>
                <p14:nvPr/>
              </p14:nvContentPartPr>
              <p14:xfrm>
                <a:off x="7384460" y="6185720"/>
                <a:ext cx="76680" cy="95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1A9B96D-6F17-49B8-CB8A-D522586887A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66460" y="6167720"/>
                  <a:ext cx="112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B645A8-1778-7E04-336F-B28CDF5A9263}"/>
                    </a:ext>
                  </a:extLst>
                </p14:cNvPr>
                <p14:cNvContentPartPr/>
                <p14:nvPr/>
              </p14:nvContentPartPr>
              <p14:xfrm>
                <a:off x="7533500" y="6157640"/>
                <a:ext cx="38520" cy="4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B645A8-1778-7E04-336F-B28CDF5A926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15500" y="6140000"/>
                  <a:ext cx="74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5CAD30-8B2E-BF49-8CD4-CDE9C57CFB99}"/>
                    </a:ext>
                  </a:extLst>
                </p14:cNvPr>
                <p14:cNvContentPartPr/>
                <p14:nvPr/>
              </p14:nvContentPartPr>
              <p14:xfrm>
                <a:off x="7582820" y="6140720"/>
                <a:ext cx="5400" cy="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5CAD30-8B2E-BF49-8CD4-CDE9C57CFB9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64820" y="6123080"/>
                  <a:ext cx="41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555050-E5B2-D7E2-D9B4-25DDA37CD8A9}"/>
                    </a:ext>
                  </a:extLst>
                </p14:cNvPr>
                <p14:cNvContentPartPr/>
                <p14:nvPr/>
              </p14:nvContentPartPr>
              <p14:xfrm>
                <a:off x="7524860" y="6138920"/>
                <a:ext cx="87840" cy="109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555050-E5B2-D7E2-D9B4-25DDA37CD8A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07220" y="6120920"/>
                  <a:ext cx="123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585BD7-8F61-7E00-D495-CE33AE9078DE}"/>
                    </a:ext>
                  </a:extLst>
                </p14:cNvPr>
                <p14:cNvContentPartPr/>
                <p14:nvPr/>
              </p14:nvContentPartPr>
              <p14:xfrm>
                <a:off x="7688660" y="6026240"/>
                <a:ext cx="62640" cy="249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585BD7-8F61-7E00-D495-CE33AE9078D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70660" y="6008600"/>
                  <a:ext cx="982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A87189-2580-E6D7-36AD-B14F45EAA676}"/>
                    </a:ext>
                  </a:extLst>
                </p14:cNvPr>
                <p14:cNvContentPartPr/>
                <p14:nvPr/>
              </p14:nvContentPartPr>
              <p14:xfrm>
                <a:off x="7673900" y="6130280"/>
                <a:ext cx="307440" cy="107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A87189-2580-E6D7-36AD-B14F45EAA67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56260" y="6112280"/>
                  <a:ext cx="343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44F75E4-FBC4-04E4-9180-DEF2768FDAE5}"/>
                    </a:ext>
                  </a:extLst>
                </p14:cNvPr>
                <p14:cNvContentPartPr/>
                <p14:nvPr/>
              </p14:nvContentPartPr>
              <p14:xfrm>
                <a:off x="8014460" y="6100040"/>
                <a:ext cx="83160" cy="113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44F75E4-FBC4-04E4-9180-DEF2768FDA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96820" y="6082400"/>
                  <a:ext cx="118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FD33FD-531A-E471-1E6C-BF1B82482751}"/>
                    </a:ext>
                  </a:extLst>
                </p14:cNvPr>
                <p14:cNvContentPartPr/>
                <p14:nvPr/>
              </p14:nvContentPartPr>
              <p14:xfrm>
                <a:off x="8158100" y="6066560"/>
                <a:ext cx="52920" cy="95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FD33FD-531A-E471-1E6C-BF1B8248275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40460" y="6048560"/>
                  <a:ext cx="885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91ADFB5-A6E6-3EBC-98A0-F19AFE1D17F8}"/>
              </a:ext>
            </a:extLst>
          </p:cNvPr>
          <p:cNvGrpSpPr/>
          <p:nvPr/>
        </p:nvGrpSpPr>
        <p:grpSpPr>
          <a:xfrm>
            <a:off x="7650860" y="6388760"/>
            <a:ext cx="819720" cy="267120"/>
            <a:chOff x="7650860" y="6388760"/>
            <a:chExt cx="81972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2C7F13-F7F5-E3B5-7E01-04915DB37A48}"/>
                    </a:ext>
                  </a:extLst>
                </p14:cNvPr>
                <p14:cNvContentPartPr/>
                <p14:nvPr/>
              </p14:nvContentPartPr>
              <p14:xfrm>
                <a:off x="7650860" y="6419720"/>
                <a:ext cx="99720" cy="190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2C7F13-F7F5-E3B5-7E01-04915DB37A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32860" y="6401720"/>
                  <a:ext cx="135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B840E4C-B238-C302-74A8-0550406E61EA}"/>
                    </a:ext>
                  </a:extLst>
                </p14:cNvPr>
                <p14:cNvContentPartPr/>
                <p14:nvPr/>
              </p14:nvContentPartPr>
              <p14:xfrm>
                <a:off x="7838780" y="6489920"/>
                <a:ext cx="15480" cy="165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B840E4C-B238-C302-74A8-0550406E61E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21140" y="6471920"/>
                  <a:ext cx="51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622AFC2-5D42-6BD2-DED6-B7D628860B71}"/>
                    </a:ext>
                  </a:extLst>
                </p14:cNvPr>
                <p14:cNvContentPartPr/>
                <p14:nvPr/>
              </p14:nvContentPartPr>
              <p14:xfrm>
                <a:off x="7811060" y="6434840"/>
                <a:ext cx="103680" cy="79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622AFC2-5D42-6BD2-DED6-B7D628860B7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93420" y="6416840"/>
                  <a:ext cx="139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65E83C1-B931-CA11-5D74-277515EA59C1}"/>
                    </a:ext>
                  </a:extLst>
                </p14:cNvPr>
                <p14:cNvContentPartPr/>
                <p14:nvPr/>
              </p14:nvContentPartPr>
              <p14:xfrm>
                <a:off x="7987820" y="6424760"/>
                <a:ext cx="135720" cy="132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65E83C1-B931-CA11-5D74-277515EA59C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69820" y="6406760"/>
                  <a:ext cx="171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22FE24-AF71-A56D-5134-D5553CC7B01E}"/>
                    </a:ext>
                  </a:extLst>
                </p14:cNvPr>
                <p14:cNvContentPartPr/>
                <p14:nvPr/>
              </p14:nvContentPartPr>
              <p14:xfrm>
                <a:off x="8199500" y="6407840"/>
                <a:ext cx="80280" cy="16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22FE24-AF71-A56D-5134-D5553CC7B0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81500" y="6390200"/>
                  <a:ext cx="115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59343C7-FB2E-9DDB-2A59-28856FD50A61}"/>
                    </a:ext>
                  </a:extLst>
                </p14:cNvPr>
                <p14:cNvContentPartPr/>
                <p14:nvPr/>
              </p14:nvContentPartPr>
              <p14:xfrm>
                <a:off x="8339540" y="6388760"/>
                <a:ext cx="131040" cy="141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59343C7-FB2E-9DDB-2A59-28856FD50A6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321540" y="6370760"/>
                  <a:ext cx="166680" cy="17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170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12A33F-D950-0E6C-BADA-2EC6D62CF954}"/>
              </a:ext>
            </a:extLst>
          </p:cNvPr>
          <p:cNvGrpSpPr/>
          <p:nvPr/>
        </p:nvGrpSpPr>
        <p:grpSpPr>
          <a:xfrm>
            <a:off x="8290580" y="1233560"/>
            <a:ext cx="991440" cy="431640"/>
            <a:chOff x="8290580" y="1233560"/>
            <a:chExt cx="99144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1D8BB3-7558-6693-90DB-E95EA4072B12}"/>
                    </a:ext>
                  </a:extLst>
                </p14:cNvPr>
                <p14:cNvContentPartPr/>
                <p14:nvPr/>
              </p14:nvContentPartPr>
              <p14:xfrm>
                <a:off x="8356460" y="1401680"/>
                <a:ext cx="2664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1D8BB3-7558-6693-90DB-E95EA4072B1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8460" y="1383680"/>
                  <a:ext cx="62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0D1267-906C-3C45-6D6D-07E246A2ADE7}"/>
                    </a:ext>
                  </a:extLst>
                </p14:cNvPr>
                <p14:cNvContentPartPr/>
                <p14:nvPr/>
              </p14:nvContentPartPr>
              <p14:xfrm>
                <a:off x="8290580" y="1233560"/>
                <a:ext cx="115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0D1267-906C-3C45-6D6D-07E246A2AD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2580" y="1215560"/>
                  <a:ext cx="47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323098-841F-3BB3-7F7E-99402882AC19}"/>
                    </a:ext>
                  </a:extLst>
                </p14:cNvPr>
                <p14:cNvContentPartPr/>
                <p14:nvPr/>
              </p14:nvContentPartPr>
              <p14:xfrm>
                <a:off x="8462300" y="1413920"/>
                <a:ext cx="207720" cy="120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323098-841F-3BB3-7F7E-99402882AC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4660" y="1396280"/>
                  <a:ext cx="24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2BE711-F5A0-3D02-8A11-0D29741EB707}"/>
                    </a:ext>
                  </a:extLst>
                </p14:cNvPr>
                <p14:cNvContentPartPr/>
                <p14:nvPr/>
              </p14:nvContentPartPr>
              <p14:xfrm>
                <a:off x="8780900" y="1442000"/>
                <a:ext cx="4752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2BE711-F5A0-3D02-8A11-0D29741EB7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2900" y="1424360"/>
                  <a:ext cx="83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12C029-33FF-41F8-284E-AC2FEC26D7DE}"/>
                    </a:ext>
                  </a:extLst>
                </p14:cNvPr>
                <p14:cNvContentPartPr/>
                <p14:nvPr/>
              </p14:nvContentPartPr>
              <p14:xfrm>
                <a:off x="8778380" y="1418240"/>
                <a:ext cx="12636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12C029-33FF-41F8-284E-AC2FEC26D7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60380" y="1400600"/>
                  <a:ext cx="162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403AA5B-2487-41F8-674B-C4615B614C73}"/>
                    </a:ext>
                  </a:extLst>
                </p14:cNvPr>
                <p14:cNvContentPartPr/>
                <p14:nvPr/>
              </p14:nvContentPartPr>
              <p14:xfrm>
                <a:off x="8954060" y="1410320"/>
                <a:ext cx="141480" cy="9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403AA5B-2487-41F8-674B-C4615B614C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36420" y="1392320"/>
                  <a:ext cx="177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9A1761-C329-15F0-C233-AFFE088EA7F1}"/>
                    </a:ext>
                  </a:extLst>
                </p14:cNvPr>
                <p14:cNvContentPartPr/>
                <p14:nvPr/>
              </p14:nvContentPartPr>
              <p14:xfrm>
                <a:off x="9229820" y="1274240"/>
                <a:ext cx="48960" cy="26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9A1761-C329-15F0-C233-AFFE088EA7F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11820" y="1256600"/>
                  <a:ext cx="84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D5A4E8-D472-F1FF-2D1D-DA299C5BD425}"/>
                    </a:ext>
                  </a:extLst>
                </p14:cNvPr>
                <p14:cNvContentPartPr/>
                <p14:nvPr/>
              </p14:nvContentPartPr>
              <p14:xfrm>
                <a:off x="9183380" y="1393400"/>
                <a:ext cx="98640" cy="5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D5A4E8-D472-F1FF-2D1D-DA299C5BD4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5380" y="1375400"/>
                  <a:ext cx="134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DE5F48-D676-01D8-3700-88CC9A1335A6}"/>
                  </a:ext>
                </a:extLst>
              </p14:cNvPr>
              <p14:cNvContentPartPr/>
              <p14:nvPr/>
            </p14:nvContentPartPr>
            <p14:xfrm>
              <a:off x="9684500" y="1036280"/>
              <a:ext cx="73584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DE5F48-D676-01D8-3700-88CC9A1335A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66500" y="1018280"/>
                <a:ext cx="771480" cy="90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761596B-7A62-D391-43FE-834D30EAA0C1}"/>
              </a:ext>
            </a:extLst>
          </p:cNvPr>
          <p:cNvGrpSpPr/>
          <p:nvPr/>
        </p:nvGrpSpPr>
        <p:grpSpPr>
          <a:xfrm>
            <a:off x="10818860" y="1188920"/>
            <a:ext cx="1119960" cy="336240"/>
            <a:chOff x="10818860" y="1188920"/>
            <a:chExt cx="11199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54655BC-11B7-3AB8-BF80-CE52FF4864DD}"/>
                    </a:ext>
                  </a:extLst>
                </p14:cNvPr>
                <p14:cNvContentPartPr/>
                <p14:nvPr/>
              </p14:nvContentPartPr>
              <p14:xfrm>
                <a:off x="10818860" y="1390160"/>
                <a:ext cx="81720" cy="11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54655BC-11B7-3AB8-BF80-CE52FF4864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01220" y="1372520"/>
                  <a:ext cx="117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E7D3E60-4EDD-A642-07F9-5052CAE6CA81}"/>
                    </a:ext>
                  </a:extLst>
                </p14:cNvPr>
                <p14:cNvContentPartPr/>
                <p14:nvPr/>
              </p14:nvContentPartPr>
              <p14:xfrm>
                <a:off x="11052140" y="1368560"/>
                <a:ext cx="85680" cy="10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E7D3E60-4EDD-A642-07F9-5052CAE6CA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34500" y="1350560"/>
                  <a:ext cx="12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1C17B1-E8D0-DFB2-97D6-5F92186A26A6}"/>
                    </a:ext>
                  </a:extLst>
                </p14:cNvPr>
                <p14:cNvContentPartPr/>
                <p14:nvPr/>
              </p14:nvContentPartPr>
              <p14:xfrm>
                <a:off x="11285780" y="1247240"/>
                <a:ext cx="31320" cy="228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1C17B1-E8D0-DFB2-97D6-5F92186A26A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67780" y="1229240"/>
                  <a:ext cx="66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014520-D1C2-FE86-21BC-EC12DD50591C}"/>
                    </a:ext>
                  </a:extLst>
                </p14:cNvPr>
                <p14:cNvContentPartPr/>
                <p14:nvPr/>
              </p14:nvContentPartPr>
              <p14:xfrm>
                <a:off x="11241140" y="1371800"/>
                <a:ext cx="11124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014520-D1C2-FE86-21BC-EC12DD5059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23140" y="1354160"/>
                  <a:ext cx="146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5AE18D4-4875-0A5D-A747-7E0FFA1D5619}"/>
                    </a:ext>
                  </a:extLst>
                </p14:cNvPr>
                <p14:cNvContentPartPr/>
                <p14:nvPr/>
              </p14:nvContentPartPr>
              <p14:xfrm>
                <a:off x="11454980" y="1388000"/>
                <a:ext cx="55080" cy="13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5AE18D4-4875-0A5D-A747-7E0FFA1D56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36980" y="1370360"/>
                  <a:ext cx="90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1FE884-DFD9-2495-7DAC-14827BDE56AA}"/>
                    </a:ext>
                  </a:extLst>
                </p14:cNvPr>
                <p14:cNvContentPartPr/>
                <p14:nvPr/>
              </p14:nvContentPartPr>
              <p14:xfrm>
                <a:off x="11475860" y="1337960"/>
                <a:ext cx="1000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1FE884-DFD9-2495-7DAC-14827BDE56A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58220" y="1319960"/>
                  <a:ext cx="13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C706F1D-3CD6-42BF-BE12-D6AEE95E34D9}"/>
                    </a:ext>
                  </a:extLst>
                </p14:cNvPr>
                <p14:cNvContentPartPr/>
                <p14:nvPr/>
              </p14:nvContentPartPr>
              <p14:xfrm>
                <a:off x="11657300" y="1351640"/>
                <a:ext cx="9072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C706F1D-3CD6-42BF-BE12-D6AEE95E34D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39300" y="1334000"/>
                  <a:ext cx="126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4DF26D-1CD0-41AF-54BA-7C956F23AEE8}"/>
                    </a:ext>
                  </a:extLst>
                </p14:cNvPr>
                <p14:cNvContentPartPr/>
                <p14:nvPr/>
              </p14:nvContentPartPr>
              <p14:xfrm>
                <a:off x="11813540" y="1188920"/>
                <a:ext cx="71640" cy="20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4DF26D-1CD0-41AF-54BA-7C956F23AEE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95540" y="1171280"/>
                  <a:ext cx="107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404E0C-78A3-D2E5-0BAE-1023814F1FFE}"/>
                    </a:ext>
                  </a:extLst>
                </p14:cNvPr>
                <p14:cNvContentPartPr/>
                <p14:nvPr/>
              </p14:nvContentPartPr>
              <p14:xfrm>
                <a:off x="11778260" y="1272440"/>
                <a:ext cx="16056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404E0C-78A3-D2E5-0BAE-1023814F1FF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60620" y="1254440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B54C31-C8A2-99BC-C35D-0637244AA139}"/>
              </a:ext>
            </a:extLst>
          </p:cNvPr>
          <p:cNvGrpSpPr/>
          <p:nvPr/>
        </p:nvGrpSpPr>
        <p:grpSpPr>
          <a:xfrm>
            <a:off x="8249900" y="2123840"/>
            <a:ext cx="1467720" cy="308880"/>
            <a:chOff x="8249900" y="2123840"/>
            <a:chExt cx="14677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EF2572-A53C-35CE-E8B3-C6323A15F2E4}"/>
                    </a:ext>
                  </a:extLst>
                </p14:cNvPr>
                <p14:cNvContentPartPr/>
                <p14:nvPr/>
              </p14:nvContentPartPr>
              <p14:xfrm>
                <a:off x="8249900" y="2123840"/>
                <a:ext cx="195120" cy="63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EF2572-A53C-35CE-E8B3-C6323A15F2E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2260" y="2106200"/>
                  <a:ext cx="230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AD4246-E031-CDC6-297F-E98CFF5E294B}"/>
                    </a:ext>
                  </a:extLst>
                </p14:cNvPr>
                <p14:cNvContentPartPr/>
                <p14:nvPr/>
              </p14:nvContentPartPr>
              <p14:xfrm>
                <a:off x="8342780" y="2146520"/>
                <a:ext cx="104040" cy="24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AD4246-E031-CDC6-297F-E98CFF5E29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25140" y="2128880"/>
                  <a:ext cx="139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1BB2BF-1F40-770C-B4CD-A02C34A34811}"/>
                    </a:ext>
                  </a:extLst>
                </p14:cNvPr>
                <p14:cNvContentPartPr/>
                <p14:nvPr/>
              </p14:nvContentPartPr>
              <p14:xfrm>
                <a:off x="8508740" y="2214920"/>
                <a:ext cx="51120" cy="11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1BB2BF-1F40-770C-B4CD-A02C34A348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90740" y="2196920"/>
                  <a:ext cx="8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456574-5CA8-A384-597C-92A3C4DB9FF4}"/>
                    </a:ext>
                  </a:extLst>
                </p14:cNvPr>
                <p14:cNvContentPartPr/>
                <p14:nvPr/>
              </p14:nvContentPartPr>
              <p14:xfrm>
                <a:off x="8667860" y="2229320"/>
                <a:ext cx="86760" cy="11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456574-5CA8-A384-597C-92A3C4DB9F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0220" y="2211680"/>
                  <a:ext cx="122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1C7C79-4C5A-F25F-2791-3B29DA09A20D}"/>
                    </a:ext>
                  </a:extLst>
                </p14:cNvPr>
                <p14:cNvContentPartPr/>
                <p14:nvPr/>
              </p14:nvContentPartPr>
              <p14:xfrm>
                <a:off x="8865140" y="2259200"/>
                <a:ext cx="28080" cy="8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1C7C79-4C5A-F25F-2791-3B29DA09A2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7500" y="2241560"/>
                  <a:ext cx="63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C2FC389-3B94-4924-CF29-0CDDB05D8E1F}"/>
                    </a:ext>
                  </a:extLst>
                </p14:cNvPr>
                <p14:cNvContentPartPr/>
                <p14:nvPr/>
              </p14:nvContentPartPr>
              <p14:xfrm>
                <a:off x="8887460" y="2142920"/>
                <a:ext cx="1584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C2FC389-3B94-4924-CF29-0CDDB05D8E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69460" y="2125280"/>
                  <a:ext cx="514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990C53-9C36-EE33-AF2B-38B7E9C3CC5D}"/>
                    </a:ext>
                  </a:extLst>
                </p14:cNvPr>
                <p14:cNvContentPartPr/>
                <p14:nvPr/>
              </p14:nvContentPartPr>
              <p14:xfrm>
                <a:off x="8996540" y="2241560"/>
                <a:ext cx="133200" cy="10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990C53-9C36-EE33-AF2B-38B7E9C3CC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8900" y="2223920"/>
                  <a:ext cx="168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87C8867-6893-EB18-81F2-6DF32EEFD4CA}"/>
                    </a:ext>
                  </a:extLst>
                </p14:cNvPr>
                <p14:cNvContentPartPr/>
                <p14:nvPr/>
              </p14:nvContentPartPr>
              <p14:xfrm>
                <a:off x="9236660" y="2257400"/>
                <a:ext cx="23040" cy="9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87C8867-6893-EB18-81F2-6DF32EEFD4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19020" y="2239760"/>
                  <a:ext cx="58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0BEFA3-C881-ECCD-7462-F0A82E00744B}"/>
                    </a:ext>
                  </a:extLst>
                </p14:cNvPr>
                <p14:cNvContentPartPr/>
                <p14:nvPr/>
              </p14:nvContentPartPr>
              <p14:xfrm>
                <a:off x="9221180" y="2189360"/>
                <a:ext cx="34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0BEFA3-C881-ECCD-7462-F0A82E00744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3540" y="2171360"/>
                  <a:ext cx="7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FC2399-DC9E-70AA-E7D2-1386722DD895}"/>
                    </a:ext>
                  </a:extLst>
                </p14:cNvPr>
                <p14:cNvContentPartPr/>
                <p14:nvPr/>
              </p14:nvContentPartPr>
              <p14:xfrm>
                <a:off x="9354380" y="2234720"/>
                <a:ext cx="176040" cy="10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FC2399-DC9E-70AA-E7D2-1386722DD8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36380" y="2217080"/>
                  <a:ext cx="211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A54B0C-22DD-7291-018E-EBB222146DCD}"/>
                    </a:ext>
                  </a:extLst>
                </p14:cNvPr>
                <p14:cNvContentPartPr/>
                <p14:nvPr/>
              </p14:nvContentPartPr>
              <p14:xfrm>
                <a:off x="9651020" y="2255960"/>
                <a:ext cx="66600" cy="17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A54B0C-22DD-7291-018E-EBB222146DC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33380" y="2237960"/>
                  <a:ext cx="102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7B80DB-2E1F-699C-3C22-0596CAF8A442}"/>
              </a:ext>
            </a:extLst>
          </p:cNvPr>
          <p:cNvGrpSpPr/>
          <p:nvPr/>
        </p:nvGrpSpPr>
        <p:grpSpPr>
          <a:xfrm>
            <a:off x="8429180" y="2704520"/>
            <a:ext cx="101160" cy="320760"/>
            <a:chOff x="8429180" y="2704520"/>
            <a:chExt cx="101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89F33E1-CD86-22FC-508F-E4F0A74FFC56}"/>
                    </a:ext>
                  </a:extLst>
                </p14:cNvPr>
                <p14:cNvContentPartPr/>
                <p14:nvPr/>
              </p14:nvContentPartPr>
              <p14:xfrm>
                <a:off x="8465900" y="2704520"/>
                <a:ext cx="14760" cy="29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89F33E1-CD86-22FC-508F-E4F0A74FFC5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48260" y="2686880"/>
                  <a:ext cx="50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AC94AE-37B8-45BD-20AF-A069DBB5D81D}"/>
                    </a:ext>
                  </a:extLst>
                </p14:cNvPr>
                <p14:cNvContentPartPr/>
                <p14:nvPr/>
              </p14:nvContentPartPr>
              <p14:xfrm>
                <a:off x="8429180" y="2988200"/>
                <a:ext cx="101160" cy="3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AC94AE-37B8-45BD-20AF-A069DBB5D81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11540" y="2970200"/>
                  <a:ext cx="1368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017240C-E0C0-377A-6F44-F99FA76DFC8A}"/>
              </a:ext>
            </a:extLst>
          </p:cNvPr>
          <p:cNvGrpSpPr/>
          <p:nvPr/>
        </p:nvGrpSpPr>
        <p:grpSpPr>
          <a:xfrm>
            <a:off x="8931740" y="2691920"/>
            <a:ext cx="809640" cy="310680"/>
            <a:chOff x="8931740" y="2691920"/>
            <a:chExt cx="80964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31E26B3-9E14-67A4-5A0A-6601A61C2775}"/>
                    </a:ext>
                  </a:extLst>
                </p14:cNvPr>
                <p14:cNvContentPartPr/>
                <p14:nvPr/>
              </p14:nvContentPartPr>
              <p14:xfrm>
                <a:off x="8931740" y="2691920"/>
                <a:ext cx="23400" cy="31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31E26B3-9E14-67A4-5A0A-6601A61C27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14100" y="2673920"/>
                  <a:ext cx="590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1B3CE0-9E38-F165-70E5-AC3450E223BB}"/>
                    </a:ext>
                  </a:extLst>
                </p14:cNvPr>
                <p14:cNvContentPartPr/>
                <p14:nvPr/>
              </p14:nvContentPartPr>
              <p14:xfrm>
                <a:off x="8951900" y="2806760"/>
                <a:ext cx="105480" cy="13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1B3CE0-9E38-F165-70E5-AC3450E223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33900" y="2788760"/>
                  <a:ext cx="141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BC9D6B-28EC-C07A-D5C5-A655A6342A87}"/>
                    </a:ext>
                  </a:extLst>
                </p14:cNvPr>
                <p14:cNvContentPartPr/>
                <p14:nvPr/>
              </p14:nvContentPartPr>
              <p14:xfrm>
                <a:off x="9154580" y="2831960"/>
                <a:ext cx="192600" cy="115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BC9D6B-28EC-C07A-D5C5-A655A6342A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6580" y="2813960"/>
                  <a:ext cx="228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25E82F-73A1-65A8-730A-A09F6F2465B7}"/>
                    </a:ext>
                  </a:extLst>
                </p14:cNvPr>
                <p14:cNvContentPartPr/>
                <p14:nvPr/>
              </p14:nvContentPartPr>
              <p14:xfrm>
                <a:off x="9446180" y="2840600"/>
                <a:ext cx="52920" cy="9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25E82F-73A1-65A8-730A-A09F6F2465B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28180" y="2822600"/>
                  <a:ext cx="88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E8E354-7894-D896-19A5-55EFF061A8E2}"/>
                    </a:ext>
                  </a:extLst>
                </p14:cNvPr>
                <p14:cNvContentPartPr/>
                <p14:nvPr/>
              </p14:nvContentPartPr>
              <p14:xfrm>
                <a:off x="9581180" y="2853200"/>
                <a:ext cx="160200" cy="9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E8E354-7894-D896-19A5-55EFF061A8E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63540" y="2835560"/>
                  <a:ext cx="1958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C7D15E-10D6-2946-B844-3C1D6DE8AFAA}"/>
              </a:ext>
            </a:extLst>
          </p:cNvPr>
          <p:cNvGrpSpPr/>
          <p:nvPr/>
        </p:nvGrpSpPr>
        <p:grpSpPr>
          <a:xfrm>
            <a:off x="10038020" y="2671040"/>
            <a:ext cx="569160" cy="281880"/>
            <a:chOff x="10038020" y="2671040"/>
            <a:chExt cx="5691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985550-F640-4D3D-7A0F-52814B46E1FD}"/>
                    </a:ext>
                  </a:extLst>
                </p14:cNvPr>
                <p14:cNvContentPartPr/>
                <p14:nvPr/>
              </p14:nvContentPartPr>
              <p14:xfrm>
                <a:off x="10038020" y="2815040"/>
                <a:ext cx="91440" cy="13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985550-F640-4D3D-7A0F-52814B46E1F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20380" y="279704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0AAC92-B84B-AE9C-5324-28F92AED3104}"/>
                    </a:ext>
                  </a:extLst>
                </p14:cNvPr>
                <p14:cNvContentPartPr/>
                <p14:nvPr/>
              </p14:nvContentPartPr>
              <p14:xfrm>
                <a:off x="10285340" y="2845640"/>
                <a:ext cx="16020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0AAC92-B84B-AE9C-5324-28F92AED310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67340" y="2827640"/>
                  <a:ext cx="195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FC500B-2E61-286B-8F76-70AD2833AB32}"/>
                    </a:ext>
                  </a:extLst>
                </p14:cNvPr>
                <p14:cNvContentPartPr/>
                <p14:nvPr/>
              </p14:nvContentPartPr>
              <p14:xfrm>
                <a:off x="10532300" y="2671040"/>
                <a:ext cx="48240" cy="24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FC500B-2E61-286B-8F76-70AD2833AB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14660" y="2653040"/>
                  <a:ext cx="83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BADE57-89DC-FD66-EA0E-EDEFA7B9DB16}"/>
                    </a:ext>
                  </a:extLst>
                </p14:cNvPr>
                <p14:cNvContentPartPr/>
                <p14:nvPr/>
              </p14:nvContentPartPr>
              <p14:xfrm>
                <a:off x="10531580" y="2830880"/>
                <a:ext cx="75600" cy="2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BADE57-89DC-FD66-EA0E-EDEFA7B9DB1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13580" y="2813240"/>
                  <a:ext cx="1112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F39D265-1DA8-38FC-2C27-20E0AA0A96FD}"/>
              </a:ext>
            </a:extLst>
          </p:cNvPr>
          <p:cNvGrpSpPr/>
          <p:nvPr/>
        </p:nvGrpSpPr>
        <p:grpSpPr>
          <a:xfrm>
            <a:off x="10790420" y="2682920"/>
            <a:ext cx="556920" cy="298800"/>
            <a:chOff x="10790420" y="2682920"/>
            <a:chExt cx="5569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3957EB-D8B0-33E2-37C4-7C80A3B35E69}"/>
                    </a:ext>
                  </a:extLst>
                </p14:cNvPr>
                <p14:cNvContentPartPr/>
                <p14:nvPr/>
              </p14:nvContentPartPr>
              <p14:xfrm>
                <a:off x="10790420" y="2830160"/>
                <a:ext cx="4068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3957EB-D8B0-33E2-37C4-7C80A3B35E6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72780" y="2812520"/>
                  <a:ext cx="7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F5A627-CBA0-93B7-71C3-932D0AC16DAB}"/>
                    </a:ext>
                  </a:extLst>
                </p14:cNvPr>
                <p14:cNvContentPartPr/>
                <p14:nvPr/>
              </p14:nvContentPartPr>
              <p14:xfrm>
                <a:off x="10813460" y="2791640"/>
                <a:ext cx="86400" cy="9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F5A627-CBA0-93B7-71C3-932D0AC16D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95820" y="2774000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8A9B1C-821B-754A-545F-BA0E4AED7323}"/>
                    </a:ext>
                  </a:extLst>
                </p14:cNvPr>
                <p14:cNvContentPartPr/>
                <p14:nvPr/>
              </p14:nvContentPartPr>
              <p14:xfrm>
                <a:off x="10935500" y="2796680"/>
                <a:ext cx="160200" cy="9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8A9B1C-821B-754A-545F-BA0E4AED732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17860" y="2778680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04BD9A-70F6-CA5B-F256-B3DE24014DC4}"/>
                    </a:ext>
                  </a:extLst>
                </p14:cNvPr>
                <p14:cNvContentPartPr/>
                <p14:nvPr/>
              </p14:nvContentPartPr>
              <p14:xfrm>
                <a:off x="11162300" y="2682920"/>
                <a:ext cx="88200" cy="20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04BD9A-70F6-CA5B-F256-B3DE24014D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44300" y="2664920"/>
                  <a:ext cx="123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5122615-D237-A000-112E-1ABE519F7866}"/>
                    </a:ext>
                  </a:extLst>
                </p14:cNvPr>
                <p14:cNvContentPartPr/>
                <p14:nvPr/>
              </p14:nvContentPartPr>
              <p14:xfrm>
                <a:off x="11148980" y="2770040"/>
                <a:ext cx="19836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5122615-D237-A000-112E-1ABE519F786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30980" y="2752040"/>
                  <a:ext cx="234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9BBAA7A-090A-CA3F-A200-2CC1E96C811C}"/>
              </a:ext>
            </a:extLst>
          </p:cNvPr>
          <p:cNvGrpSpPr/>
          <p:nvPr/>
        </p:nvGrpSpPr>
        <p:grpSpPr>
          <a:xfrm>
            <a:off x="8492540" y="3327320"/>
            <a:ext cx="234720" cy="159480"/>
            <a:chOff x="8492540" y="3327320"/>
            <a:chExt cx="23472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993EDF-3836-EE11-74CD-1EACDE03A39D}"/>
                    </a:ext>
                  </a:extLst>
                </p14:cNvPr>
                <p14:cNvContentPartPr/>
                <p14:nvPr/>
              </p14:nvContentPartPr>
              <p14:xfrm>
                <a:off x="8492540" y="3327320"/>
                <a:ext cx="102600" cy="159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1993EDF-3836-EE11-74CD-1EACDE03A39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74900" y="3309320"/>
                  <a:ext cx="13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8F9176-6AC5-FEAD-45C7-9D810A606C14}"/>
                    </a:ext>
                  </a:extLst>
                </p14:cNvPr>
                <p14:cNvContentPartPr/>
                <p14:nvPr/>
              </p14:nvContentPartPr>
              <p14:xfrm>
                <a:off x="8673620" y="3360800"/>
                <a:ext cx="53640" cy="11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8F9176-6AC5-FEAD-45C7-9D810A606C1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55980" y="3343160"/>
                  <a:ext cx="892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FB00650-3FA7-E7C9-80BC-F8BA61E37D40}"/>
              </a:ext>
            </a:extLst>
          </p:cNvPr>
          <p:cNvGrpSpPr/>
          <p:nvPr/>
        </p:nvGrpSpPr>
        <p:grpSpPr>
          <a:xfrm>
            <a:off x="9024620" y="3245600"/>
            <a:ext cx="124560" cy="313920"/>
            <a:chOff x="9024620" y="3245600"/>
            <a:chExt cx="1245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AB9244-C178-BAF5-2BF9-26D451889B24}"/>
                    </a:ext>
                  </a:extLst>
                </p14:cNvPr>
                <p14:cNvContentPartPr/>
                <p14:nvPr/>
              </p14:nvContentPartPr>
              <p14:xfrm>
                <a:off x="9058460" y="3245600"/>
                <a:ext cx="21240" cy="28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AB9244-C178-BAF5-2BF9-26D451889B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40460" y="3227600"/>
                  <a:ext cx="568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7C25BEF-C2C8-C196-4C20-1DC94B0C1F72}"/>
                    </a:ext>
                  </a:extLst>
                </p14:cNvPr>
                <p14:cNvContentPartPr/>
                <p14:nvPr/>
              </p14:nvContentPartPr>
              <p14:xfrm>
                <a:off x="9024620" y="3252440"/>
                <a:ext cx="101880" cy="55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7C25BEF-C2C8-C196-4C20-1DC94B0C1F7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06980" y="3234800"/>
                  <a:ext cx="137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DC74D6-18E8-5786-7AB8-A319DBE40960}"/>
                    </a:ext>
                  </a:extLst>
                </p14:cNvPr>
                <p14:cNvContentPartPr/>
                <p14:nvPr/>
              </p14:nvContentPartPr>
              <p14:xfrm>
                <a:off x="9058460" y="3501920"/>
                <a:ext cx="9072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DC74D6-18E8-5786-7AB8-A319DBE4096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40820" y="3484280"/>
                  <a:ext cx="1263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FD33B1B-A39C-0D09-43F1-0D6DD9053719}"/>
              </a:ext>
            </a:extLst>
          </p:cNvPr>
          <p:cNvGrpSpPr/>
          <p:nvPr/>
        </p:nvGrpSpPr>
        <p:grpSpPr>
          <a:xfrm>
            <a:off x="9462380" y="3370520"/>
            <a:ext cx="545760" cy="139680"/>
            <a:chOff x="9462380" y="3370520"/>
            <a:chExt cx="5457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63B5A1-379A-1E56-310C-509457F15538}"/>
                    </a:ext>
                  </a:extLst>
                </p14:cNvPr>
                <p14:cNvContentPartPr/>
                <p14:nvPr/>
              </p14:nvContentPartPr>
              <p14:xfrm>
                <a:off x="9462380" y="3380960"/>
                <a:ext cx="80640" cy="12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63B5A1-379A-1E56-310C-509457F1553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44740" y="3363320"/>
                  <a:ext cx="11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BBF7E3-38C7-4F05-3355-323A2EC2AD0B}"/>
                    </a:ext>
                  </a:extLst>
                </p14:cNvPr>
                <p14:cNvContentPartPr/>
                <p14:nvPr/>
              </p14:nvContentPartPr>
              <p14:xfrm>
                <a:off x="9642380" y="3370520"/>
                <a:ext cx="365760" cy="10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BBF7E3-38C7-4F05-3355-323A2EC2AD0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4380" y="3352520"/>
                  <a:ext cx="40140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B871E02-0FD4-0849-4477-F7F3129D3105}"/>
              </a:ext>
            </a:extLst>
          </p:cNvPr>
          <p:cNvGrpSpPr/>
          <p:nvPr/>
        </p:nvGrpSpPr>
        <p:grpSpPr>
          <a:xfrm>
            <a:off x="10326020" y="3176840"/>
            <a:ext cx="722880" cy="347760"/>
            <a:chOff x="10326020" y="3176840"/>
            <a:chExt cx="722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41EC39-A07E-A825-F630-A4BC574CF3EC}"/>
                    </a:ext>
                  </a:extLst>
                </p14:cNvPr>
                <p14:cNvContentPartPr/>
                <p14:nvPr/>
              </p14:nvContentPartPr>
              <p14:xfrm>
                <a:off x="10356260" y="3217160"/>
                <a:ext cx="87840" cy="307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41EC39-A07E-A825-F630-A4BC574CF3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38260" y="3199520"/>
                  <a:ext cx="123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EFA057-FA83-5D21-0CAC-FC3E62477733}"/>
                    </a:ext>
                  </a:extLst>
                </p14:cNvPr>
                <p14:cNvContentPartPr/>
                <p14:nvPr/>
              </p14:nvContentPartPr>
              <p14:xfrm>
                <a:off x="10326020" y="3391400"/>
                <a:ext cx="136080" cy="4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EFA057-FA83-5D21-0CAC-FC3E6247773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08380" y="3373760"/>
                  <a:ext cx="171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7088940-A5C9-2150-FCF9-0C81AA3133B2}"/>
                    </a:ext>
                  </a:extLst>
                </p14:cNvPr>
                <p14:cNvContentPartPr/>
                <p14:nvPr/>
              </p14:nvContentPartPr>
              <p14:xfrm>
                <a:off x="10525820" y="3359360"/>
                <a:ext cx="180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7088940-A5C9-2150-FCF9-0C81AA3133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08180" y="3341360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7576820-79C3-4BCF-8125-23C1818908AE}"/>
                    </a:ext>
                  </a:extLst>
                </p14:cNvPr>
                <p14:cNvContentPartPr/>
                <p14:nvPr/>
              </p14:nvContentPartPr>
              <p14:xfrm>
                <a:off x="10528340" y="3255320"/>
                <a:ext cx="2304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7576820-79C3-4BCF-8125-23C1818908A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10700" y="3237680"/>
                  <a:ext cx="5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5AA24F-38A1-87C0-CB5E-90AE933AEDCD}"/>
                    </a:ext>
                  </a:extLst>
                </p14:cNvPr>
                <p14:cNvContentPartPr/>
                <p14:nvPr/>
              </p14:nvContentPartPr>
              <p14:xfrm>
                <a:off x="10660100" y="3316160"/>
                <a:ext cx="126720" cy="7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15AA24F-38A1-87C0-CB5E-90AE933AEDC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2100" y="3298520"/>
                  <a:ext cx="16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96246A-EA1E-78B9-669F-3F7F2B5DDC71}"/>
                    </a:ext>
                  </a:extLst>
                </p14:cNvPr>
                <p14:cNvContentPartPr/>
                <p14:nvPr/>
              </p14:nvContentPartPr>
              <p14:xfrm>
                <a:off x="10913540" y="3176840"/>
                <a:ext cx="135360" cy="22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96246A-EA1E-78B9-669F-3F7F2B5DDC7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95540" y="3158840"/>
                  <a:ext cx="1710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C9DE866-638B-8769-E8EA-6D685026C213}"/>
              </a:ext>
            </a:extLst>
          </p:cNvPr>
          <p:cNvGrpSpPr/>
          <p:nvPr/>
        </p:nvGrpSpPr>
        <p:grpSpPr>
          <a:xfrm>
            <a:off x="9205700" y="3698840"/>
            <a:ext cx="1536480" cy="329760"/>
            <a:chOff x="9205700" y="3698840"/>
            <a:chExt cx="15364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2827C0-FB80-4531-DD85-B301375C3CD6}"/>
                    </a:ext>
                  </a:extLst>
                </p14:cNvPr>
                <p14:cNvContentPartPr/>
                <p14:nvPr/>
              </p14:nvContentPartPr>
              <p14:xfrm>
                <a:off x="9205700" y="3848960"/>
                <a:ext cx="299520" cy="179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2827C0-FB80-4531-DD85-B301375C3CD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88060" y="3831320"/>
                  <a:ext cx="3351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CAA036C-D4F7-3F13-79C3-541FC2022CCE}"/>
                    </a:ext>
                  </a:extLst>
                </p14:cNvPr>
                <p14:cNvContentPartPr/>
                <p14:nvPr/>
              </p14:nvContentPartPr>
              <p14:xfrm>
                <a:off x="9525740" y="3837080"/>
                <a:ext cx="101160" cy="10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CAA036C-D4F7-3F13-79C3-541FC2022C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07740" y="3819080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B4AB31-E94B-6E1D-A0F7-605A36AFC021}"/>
                    </a:ext>
                  </a:extLst>
                </p14:cNvPr>
                <p14:cNvContentPartPr/>
                <p14:nvPr/>
              </p14:nvContentPartPr>
              <p14:xfrm>
                <a:off x="9697820" y="3853280"/>
                <a:ext cx="572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B4AB31-E94B-6E1D-A0F7-605A36AFC0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679820" y="3835640"/>
                  <a:ext cx="92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706C277-3B26-989C-4B3E-A30299351DEB}"/>
                    </a:ext>
                  </a:extLst>
                </p14:cNvPr>
                <p14:cNvContentPartPr/>
                <p14:nvPr/>
              </p14:nvContentPartPr>
              <p14:xfrm>
                <a:off x="9696740" y="3770480"/>
                <a:ext cx="19800" cy="1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706C277-3B26-989C-4B3E-A30299351DE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79100" y="3752840"/>
                  <a:ext cx="55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DB2DE9-615F-5ED8-B62A-C70938FC10C8}"/>
                    </a:ext>
                  </a:extLst>
                </p14:cNvPr>
                <p14:cNvContentPartPr/>
                <p14:nvPr/>
              </p14:nvContentPartPr>
              <p14:xfrm>
                <a:off x="9879260" y="3717200"/>
                <a:ext cx="348480" cy="251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DB2DE9-615F-5ED8-B62A-C70938FC10C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61260" y="3699560"/>
                  <a:ext cx="384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EFE80C-C9F4-0E32-F86E-D63884B2C075}"/>
                    </a:ext>
                  </a:extLst>
                </p14:cNvPr>
                <p14:cNvContentPartPr/>
                <p14:nvPr/>
              </p14:nvContentPartPr>
              <p14:xfrm>
                <a:off x="10332500" y="3698840"/>
                <a:ext cx="24120" cy="20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EFE80C-C9F4-0E32-F86E-D63884B2C07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14500" y="3680840"/>
                  <a:ext cx="5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45E04EC-A547-4835-5BB0-9EA25424D4B0}"/>
                    </a:ext>
                  </a:extLst>
                </p14:cNvPr>
                <p14:cNvContentPartPr/>
                <p14:nvPr/>
              </p14:nvContentPartPr>
              <p14:xfrm>
                <a:off x="10285340" y="3780560"/>
                <a:ext cx="115920" cy="51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45E04EC-A547-4835-5BB0-9EA25424D4B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67700" y="3762560"/>
                  <a:ext cx="151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84DF606-482F-4830-BEAA-890D39A82CAC}"/>
                    </a:ext>
                  </a:extLst>
                </p14:cNvPr>
                <p14:cNvContentPartPr/>
                <p14:nvPr/>
              </p14:nvContentPartPr>
              <p14:xfrm>
                <a:off x="10507460" y="3788120"/>
                <a:ext cx="77760" cy="14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84DF606-482F-4830-BEAA-890D39A82C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489460" y="3770120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CBFA09-C04B-F1BB-3CC1-1AFF32D70047}"/>
                    </a:ext>
                  </a:extLst>
                </p14:cNvPr>
                <p14:cNvContentPartPr/>
                <p14:nvPr/>
              </p14:nvContentPartPr>
              <p14:xfrm>
                <a:off x="10707260" y="3824840"/>
                <a:ext cx="34920" cy="1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CBFA09-C04B-F1BB-3CC1-1AFF32D7004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89260" y="3807200"/>
                  <a:ext cx="7056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9551F93-7ED3-7344-0268-0DC01DAE2C13}"/>
              </a:ext>
            </a:extLst>
          </p:cNvPr>
          <p:cNvGrpSpPr/>
          <p:nvPr/>
        </p:nvGrpSpPr>
        <p:grpSpPr>
          <a:xfrm>
            <a:off x="8645180" y="4420640"/>
            <a:ext cx="198360" cy="462960"/>
            <a:chOff x="8645180" y="4420640"/>
            <a:chExt cx="19836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E754C4-DF0A-0389-3D6E-A4B148D7B1D7}"/>
                    </a:ext>
                  </a:extLst>
                </p14:cNvPr>
                <p14:cNvContentPartPr/>
                <p14:nvPr/>
              </p14:nvContentPartPr>
              <p14:xfrm>
                <a:off x="8713940" y="4420640"/>
                <a:ext cx="119160" cy="462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E754C4-DF0A-0389-3D6E-A4B148D7B1D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5940" y="4403000"/>
                  <a:ext cx="1548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0BDB95-4671-9CC4-C416-391B2F50D22A}"/>
                    </a:ext>
                  </a:extLst>
                </p14:cNvPr>
                <p14:cNvContentPartPr/>
                <p14:nvPr/>
              </p14:nvContentPartPr>
              <p14:xfrm>
                <a:off x="8645180" y="4608200"/>
                <a:ext cx="198360" cy="9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0BDB95-4671-9CC4-C416-391B2F50D22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7540" y="4590200"/>
                  <a:ext cx="2340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BA4E9FB-3343-190A-1F84-43BF35987C1E}"/>
              </a:ext>
            </a:extLst>
          </p:cNvPr>
          <p:cNvGrpSpPr/>
          <p:nvPr/>
        </p:nvGrpSpPr>
        <p:grpSpPr>
          <a:xfrm>
            <a:off x="9039380" y="4457360"/>
            <a:ext cx="1295640" cy="344880"/>
            <a:chOff x="9039380" y="4457360"/>
            <a:chExt cx="129564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42ED21A-2F11-FB32-CC90-5BE6CF535DB3}"/>
                    </a:ext>
                  </a:extLst>
                </p14:cNvPr>
                <p14:cNvContentPartPr/>
                <p14:nvPr/>
              </p14:nvContentPartPr>
              <p14:xfrm>
                <a:off x="9039380" y="4491200"/>
                <a:ext cx="132120" cy="311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42ED21A-2F11-FB32-CC90-5BE6CF535DB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21380" y="4473200"/>
                  <a:ext cx="167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CB9DB2-A21A-3B2F-1697-A1DF6D0CB10D}"/>
                    </a:ext>
                  </a:extLst>
                </p14:cNvPr>
                <p14:cNvContentPartPr/>
                <p14:nvPr/>
              </p14:nvContentPartPr>
              <p14:xfrm>
                <a:off x="9267260" y="4530800"/>
                <a:ext cx="212400" cy="21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CB9DB2-A21A-3B2F-1697-A1DF6D0CB10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49620" y="4512800"/>
                  <a:ext cx="248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10EA07-BBE8-E759-2E35-8B7D525897F5}"/>
                    </a:ext>
                  </a:extLst>
                </p14:cNvPr>
                <p14:cNvContentPartPr/>
                <p14:nvPr/>
              </p14:nvContentPartPr>
              <p14:xfrm>
                <a:off x="9557780" y="4644920"/>
                <a:ext cx="26640" cy="9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10EA07-BBE8-E759-2E35-8B7D525897F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539780" y="4626920"/>
                  <a:ext cx="62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01B41EB-1E32-AF03-F6E8-6F5D3D183BB9}"/>
                    </a:ext>
                  </a:extLst>
                </p14:cNvPr>
                <p14:cNvContentPartPr/>
                <p14:nvPr/>
              </p14:nvContentPartPr>
              <p14:xfrm>
                <a:off x="9533660" y="4508840"/>
                <a:ext cx="25560" cy="2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01B41EB-1E32-AF03-F6E8-6F5D3D183BB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15660" y="4490840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969EBAD-5FE5-79AD-B7E8-D17E35AEA0A2}"/>
                    </a:ext>
                  </a:extLst>
                </p14:cNvPr>
                <p14:cNvContentPartPr/>
                <p14:nvPr/>
              </p14:nvContentPartPr>
              <p14:xfrm>
                <a:off x="9703940" y="4563200"/>
                <a:ext cx="182880" cy="162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969EBAD-5FE5-79AD-B7E8-D17E35AEA0A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86300" y="4545200"/>
                  <a:ext cx="21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CD20F6-55F7-B1CA-B07B-6C92AB986633}"/>
                    </a:ext>
                  </a:extLst>
                </p14:cNvPr>
                <p14:cNvContentPartPr/>
                <p14:nvPr/>
              </p14:nvContentPartPr>
              <p14:xfrm>
                <a:off x="9989420" y="4612160"/>
                <a:ext cx="5400" cy="7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CD20F6-55F7-B1CA-B07B-6C92AB98663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1780" y="4594520"/>
                  <a:ext cx="41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94E13A-C81B-2016-5094-9BC18488BBF3}"/>
                    </a:ext>
                  </a:extLst>
                </p14:cNvPr>
                <p14:cNvContentPartPr/>
                <p14:nvPr/>
              </p14:nvContentPartPr>
              <p14:xfrm>
                <a:off x="9984020" y="4457360"/>
                <a:ext cx="20880" cy="15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94E13A-C81B-2016-5094-9BC18488BBF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66380" y="4439360"/>
                  <a:ext cx="56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1547C8A-B35C-2F43-B88F-765A3CBB4B68}"/>
                    </a:ext>
                  </a:extLst>
                </p14:cNvPr>
                <p14:cNvContentPartPr/>
                <p14:nvPr/>
              </p14:nvContentPartPr>
              <p14:xfrm>
                <a:off x="10143860" y="4598840"/>
                <a:ext cx="191160" cy="17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1547C8A-B35C-2F43-B88F-765A3CBB4B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26220" y="4580840"/>
                  <a:ext cx="226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BA9587B-AF39-4108-3E16-A93A546A52A4}"/>
                    </a:ext>
                  </a:extLst>
                </p14:cNvPr>
                <p14:cNvContentPartPr/>
                <p14:nvPr/>
              </p14:nvContentPartPr>
              <p14:xfrm>
                <a:off x="10264100" y="4479320"/>
                <a:ext cx="55440" cy="20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BA9587B-AF39-4108-3E16-A93A546A52A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46460" y="4461680"/>
                  <a:ext cx="910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1925D4-A4DF-9687-2C9F-C610486C6DAB}"/>
              </a:ext>
            </a:extLst>
          </p:cNvPr>
          <p:cNvGrpSpPr/>
          <p:nvPr/>
        </p:nvGrpSpPr>
        <p:grpSpPr>
          <a:xfrm>
            <a:off x="10515020" y="4388600"/>
            <a:ext cx="363960" cy="355320"/>
            <a:chOff x="10515020" y="4388600"/>
            <a:chExt cx="3639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55C33D-AD5E-22CA-E80C-738BD5D40F8F}"/>
                    </a:ext>
                  </a:extLst>
                </p14:cNvPr>
                <p14:cNvContentPartPr/>
                <p14:nvPr/>
              </p14:nvContentPartPr>
              <p14:xfrm>
                <a:off x="10515020" y="4513880"/>
                <a:ext cx="116280" cy="166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55C33D-AD5E-22CA-E80C-738BD5D40F8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497020" y="4495880"/>
                  <a:ext cx="151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5D88AEF-B070-6999-8C2D-12AB3C2681CE}"/>
                    </a:ext>
                  </a:extLst>
                </p14:cNvPr>
                <p14:cNvContentPartPr/>
                <p14:nvPr/>
              </p14:nvContentPartPr>
              <p14:xfrm>
                <a:off x="10761980" y="4388600"/>
                <a:ext cx="117000" cy="35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5D88AEF-B070-6999-8C2D-12AB3C2681C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43980" y="4370600"/>
                  <a:ext cx="15264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9EB6D0B-83C5-1BE3-15AC-6642CFB2599B}"/>
              </a:ext>
            </a:extLst>
          </p:cNvPr>
          <p:cNvGrpSpPr/>
          <p:nvPr/>
        </p:nvGrpSpPr>
        <p:grpSpPr>
          <a:xfrm>
            <a:off x="7861820" y="4587680"/>
            <a:ext cx="462600" cy="263880"/>
            <a:chOff x="7861820" y="4587680"/>
            <a:chExt cx="4626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C8A02A-7462-5FEF-E936-D99BFBC25EF8}"/>
                    </a:ext>
                  </a:extLst>
                </p14:cNvPr>
                <p14:cNvContentPartPr/>
                <p14:nvPr/>
              </p14:nvContentPartPr>
              <p14:xfrm>
                <a:off x="7861820" y="4587680"/>
                <a:ext cx="193680" cy="26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C8A02A-7462-5FEF-E936-D99BFBC25EF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4180" y="4570040"/>
                  <a:ext cx="2293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5E55F9-6C31-ADF9-EF30-684604291995}"/>
                    </a:ext>
                  </a:extLst>
                </p14:cNvPr>
                <p14:cNvContentPartPr/>
                <p14:nvPr/>
              </p14:nvContentPartPr>
              <p14:xfrm>
                <a:off x="8163500" y="4703240"/>
                <a:ext cx="1328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5E55F9-6C31-ADF9-EF30-68460429199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45860" y="4685240"/>
                  <a:ext cx="16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FE8A6A-175B-A4AB-4A1C-C0F688EF5CC1}"/>
                    </a:ext>
                  </a:extLst>
                </p14:cNvPr>
                <p14:cNvContentPartPr/>
                <p14:nvPr/>
              </p14:nvContentPartPr>
              <p14:xfrm>
                <a:off x="8249900" y="4765520"/>
                <a:ext cx="74520" cy="34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FE8A6A-175B-A4AB-4A1C-C0F688EF5CC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32260" y="4747520"/>
                  <a:ext cx="1101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6ED1039-5866-78B7-53CA-3B7A1130CC9D}"/>
              </a:ext>
            </a:extLst>
          </p:cNvPr>
          <p:cNvGrpSpPr/>
          <p:nvPr/>
        </p:nvGrpSpPr>
        <p:grpSpPr>
          <a:xfrm>
            <a:off x="8057660" y="1965440"/>
            <a:ext cx="3711960" cy="2532960"/>
            <a:chOff x="8057660" y="1965440"/>
            <a:chExt cx="3711960" cy="25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F2B5A70-8523-4DA0-9210-111D2A6B815C}"/>
                    </a:ext>
                  </a:extLst>
                </p14:cNvPr>
                <p14:cNvContentPartPr/>
                <p14:nvPr/>
              </p14:nvContentPartPr>
              <p14:xfrm>
                <a:off x="8057660" y="1965440"/>
                <a:ext cx="3711960" cy="2296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F2B5A70-8523-4DA0-9210-111D2A6B815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39660" y="1947800"/>
                  <a:ext cx="3747600" cy="23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CF6C7B6-92D2-C796-180B-7F8EA8331AF4}"/>
                    </a:ext>
                  </a:extLst>
                </p14:cNvPr>
                <p14:cNvContentPartPr/>
                <p14:nvPr/>
              </p14:nvContentPartPr>
              <p14:xfrm>
                <a:off x="9709700" y="4156040"/>
                <a:ext cx="99720" cy="34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CF6C7B6-92D2-C796-180B-7F8EA8331AF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92060" y="4138400"/>
                  <a:ext cx="1353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8BA2528-0089-DD69-8763-A040B79D7376}"/>
                    </a:ext>
                  </a:extLst>
                </p14:cNvPr>
                <p14:cNvContentPartPr/>
                <p14:nvPr/>
              </p14:nvContentPartPr>
              <p14:xfrm>
                <a:off x="9694220" y="4328120"/>
                <a:ext cx="217080" cy="14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8BA2528-0089-DD69-8763-A040B79D737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76580" y="4310480"/>
                  <a:ext cx="2527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78847DE-D311-C94D-877D-AF497B0CCCA2}"/>
              </a:ext>
            </a:extLst>
          </p:cNvPr>
          <p:cNvGrpSpPr/>
          <p:nvPr/>
        </p:nvGrpSpPr>
        <p:grpSpPr>
          <a:xfrm>
            <a:off x="5117540" y="2752400"/>
            <a:ext cx="401040" cy="243720"/>
            <a:chOff x="5117540" y="2752400"/>
            <a:chExt cx="40104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A92BCE-CAA6-81C5-EE7F-8F1595093C73}"/>
                    </a:ext>
                  </a:extLst>
                </p14:cNvPr>
                <p14:cNvContentPartPr/>
                <p14:nvPr/>
              </p14:nvContentPartPr>
              <p14:xfrm>
                <a:off x="5117540" y="2752400"/>
                <a:ext cx="200520" cy="21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A92BCE-CAA6-81C5-EE7F-8F1595093C7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99900" y="2734760"/>
                  <a:ext cx="236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80B7C0D-3B28-6833-2B8A-93AEFE874D31}"/>
                    </a:ext>
                  </a:extLst>
                </p14:cNvPr>
                <p14:cNvContentPartPr/>
                <p14:nvPr/>
              </p14:nvContentPartPr>
              <p14:xfrm>
                <a:off x="5390780" y="2826920"/>
                <a:ext cx="12780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80B7C0D-3B28-6833-2B8A-93AEFE874D3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3140" y="2809280"/>
                  <a:ext cx="1634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C6D83F0-66A6-C658-8BE9-8AC2ADC1614E}"/>
              </a:ext>
            </a:extLst>
          </p:cNvPr>
          <p:cNvGrpSpPr/>
          <p:nvPr/>
        </p:nvGrpSpPr>
        <p:grpSpPr>
          <a:xfrm>
            <a:off x="5033660" y="1347320"/>
            <a:ext cx="3480840" cy="1242000"/>
            <a:chOff x="5033660" y="1347320"/>
            <a:chExt cx="348084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C1A3999-92B7-178B-6F94-9098A238662B}"/>
                    </a:ext>
                  </a:extLst>
                </p14:cNvPr>
                <p14:cNvContentPartPr/>
                <p14:nvPr/>
              </p14:nvContentPartPr>
              <p14:xfrm>
                <a:off x="5228060" y="1380440"/>
                <a:ext cx="187920" cy="164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C1A3999-92B7-178B-6F94-9098A238662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210420" y="1362800"/>
                  <a:ext cx="223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EC5946-DFE6-A5CD-30EB-365F2C1707F0}"/>
                    </a:ext>
                  </a:extLst>
                </p14:cNvPr>
                <p14:cNvContentPartPr/>
                <p14:nvPr/>
              </p14:nvContentPartPr>
              <p14:xfrm>
                <a:off x="5527580" y="1402400"/>
                <a:ext cx="38160" cy="118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EC5946-DFE6-A5CD-30EB-365F2C1707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509940" y="1384400"/>
                  <a:ext cx="73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AD8E89-A360-D162-30D9-6C604BE47981}"/>
                    </a:ext>
                  </a:extLst>
                </p14:cNvPr>
                <p14:cNvContentPartPr/>
                <p14:nvPr/>
              </p14:nvContentPartPr>
              <p14:xfrm>
                <a:off x="5033660" y="2101520"/>
                <a:ext cx="159480" cy="158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AD8E89-A360-D162-30D9-6C604BE4798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5660" y="2083520"/>
                  <a:ext cx="195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A2551F-9132-C919-733F-9DE971E75BD4}"/>
                    </a:ext>
                  </a:extLst>
                </p14:cNvPr>
                <p14:cNvContentPartPr/>
                <p14:nvPr/>
              </p14:nvContentPartPr>
              <p14:xfrm>
                <a:off x="5284940" y="2096120"/>
                <a:ext cx="78840" cy="62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A2551F-9132-C919-733F-9DE971E75BD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67300" y="2078480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1CCE27C-E317-1365-1C96-26F2C0E0AB84}"/>
                    </a:ext>
                  </a:extLst>
                </p14:cNvPr>
                <p14:cNvContentPartPr/>
                <p14:nvPr/>
              </p14:nvContentPartPr>
              <p14:xfrm>
                <a:off x="5605700" y="1347320"/>
                <a:ext cx="2908800" cy="1242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1CCE27C-E317-1365-1C96-26F2C0E0AB8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87700" y="1329320"/>
                  <a:ext cx="2944440" cy="12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F298CDF-8672-5B9E-2AD6-DCF9261CC9CE}"/>
              </a:ext>
            </a:extLst>
          </p:cNvPr>
          <p:cNvGrpSpPr/>
          <p:nvPr/>
        </p:nvGrpSpPr>
        <p:grpSpPr>
          <a:xfrm>
            <a:off x="745340" y="890840"/>
            <a:ext cx="700200" cy="355320"/>
            <a:chOff x="745340" y="890840"/>
            <a:chExt cx="7002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39964D2-0F5A-64A6-5D3D-87E09C9C1C5D}"/>
                    </a:ext>
                  </a:extLst>
                </p14:cNvPr>
                <p14:cNvContentPartPr/>
                <p14:nvPr/>
              </p14:nvContentPartPr>
              <p14:xfrm>
                <a:off x="745340" y="890840"/>
                <a:ext cx="126720" cy="344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39964D2-0F5A-64A6-5D3D-87E09C9C1C5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27340" y="873200"/>
                  <a:ext cx="1623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18B6B86-46E5-1D52-F2D4-CF8421D98030}"/>
                    </a:ext>
                  </a:extLst>
                </p14:cNvPr>
                <p14:cNvContentPartPr/>
                <p14:nvPr/>
              </p14:nvContentPartPr>
              <p14:xfrm>
                <a:off x="993740" y="1061840"/>
                <a:ext cx="95760" cy="155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18B6B86-46E5-1D52-F2D4-CF8421D980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6100" y="1043840"/>
                  <a:ext cx="131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DEA1DB6-72FA-092D-3203-3584C37E047A}"/>
                    </a:ext>
                  </a:extLst>
                </p14:cNvPr>
                <p14:cNvContentPartPr/>
                <p14:nvPr/>
              </p14:nvContentPartPr>
              <p14:xfrm>
                <a:off x="1167620" y="1062560"/>
                <a:ext cx="67320" cy="183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DEA1DB6-72FA-092D-3203-3584C37E047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49620" y="1044560"/>
                  <a:ext cx="1029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4F351D8-A8DC-6B76-DB1B-1A58EDFC0816}"/>
                    </a:ext>
                  </a:extLst>
                </p14:cNvPr>
                <p14:cNvContentPartPr/>
                <p14:nvPr/>
              </p14:nvContentPartPr>
              <p14:xfrm>
                <a:off x="1342220" y="936560"/>
                <a:ext cx="103320" cy="300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4F351D8-A8DC-6B76-DB1B-1A58EDFC08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324220" y="918920"/>
                  <a:ext cx="1389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8006A0-0371-86C1-07D0-96E4512046F5}"/>
                    </a:ext>
                  </a:extLst>
                </p14:cNvPr>
                <p14:cNvContentPartPr/>
                <p14:nvPr/>
              </p14:nvContentPartPr>
              <p14:xfrm>
                <a:off x="1326740" y="1085600"/>
                <a:ext cx="48600" cy="66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8006A0-0371-86C1-07D0-96E4512046F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08740" y="1067600"/>
                  <a:ext cx="842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07951D8-10EE-A0FF-CFD0-3F48901286DD}"/>
              </a:ext>
            </a:extLst>
          </p:cNvPr>
          <p:cNvGrpSpPr/>
          <p:nvPr/>
        </p:nvGrpSpPr>
        <p:grpSpPr>
          <a:xfrm>
            <a:off x="1772420" y="802640"/>
            <a:ext cx="1503360" cy="383040"/>
            <a:chOff x="1772420" y="802640"/>
            <a:chExt cx="150336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9BDBB85-9304-4A65-C876-5D155E4E63F9}"/>
                    </a:ext>
                  </a:extLst>
                </p14:cNvPr>
                <p14:cNvContentPartPr/>
                <p14:nvPr/>
              </p14:nvContentPartPr>
              <p14:xfrm>
                <a:off x="1797980" y="934760"/>
                <a:ext cx="83160" cy="250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9BDBB85-9304-4A65-C876-5D155E4E63F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780340" y="916760"/>
                  <a:ext cx="118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462F991-2728-F97B-7267-3C374B4E16A7}"/>
                    </a:ext>
                  </a:extLst>
                </p14:cNvPr>
                <p14:cNvContentPartPr/>
                <p14:nvPr/>
              </p14:nvContentPartPr>
              <p14:xfrm>
                <a:off x="1772420" y="1052480"/>
                <a:ext cx="154440" cy="63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462F991-2728-F97B-7267-3C374B4E16A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754780" y="1034480"/>
                  <a:ext cx="190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5816EA6-4FAA-7419-F4D7-48C3AE15FC86}"/>
                    </a:ext>
                  </a:extLst>
                </p14:cNvPr>
                <p14:cNvContentPartPr/>
                <p14:nvPr/>
              </p14:nvContentPartPr>
              <p14:xfrm>
                <a:off x="2028020" y="1019720"/>
                <a:ext cx="176760" cy="117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5816EA6-4FAA-7419-F4D7-48C3AE15FC8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010380" y="1002080"/>
                  <a:ext cx="212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21DA95-328A-C05D-BEB8-BDC2C0883D85}"/>
                    </a:ext>
                  </a:extLst>
                </p14:cNvPr>
                <p14:cNvContentPartPr/>
                <p14:nvPr/>
              </p14:nvContentPartPr>
              <p14:xfrm>
                <a:off x="2233940" y="1030160"/>
                <a:ext cx="117000" cy="75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21DA95-328A-C05D-BEB8-BDC2C0883D8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215940" y="1012160"/>
                  <a:ext cx="152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12F4D08-038E-5AE3-17B3-29316A6D958C}"/>
                    </a:ext>
                  </a:extLst>
                </p14:cNvPr>
                <p14:cNvContentPartPr/>
                <p14:nvPr/>
              </p14:nvContentPartPr>
              <p14:xfrm>
                <a:off x="2427260" y="982640"/>
                <a:ext cx="86760" cy="113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12F4D08-038E-5AE3-17B3-29316A6D958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409620" y="964640"/>
                  <a:ext cx="122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769AD12-1036-BA38-1527-D06747CD93EA}"/>
                    </a:ext>
                  </a:extLst>
                </p14:cNvPr>
                <p14:cNvContentPartPr/>
                <p14:nvPr/>
              </p14:nvContentPartPr>
              <p14:xfrm>
                <a:off x="2613740" y="854120"/>
                <a:ext cx="61920" cy="238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769AD12-1036-BA38-1527-D06747CD93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596100" y="836120"/>
                  <a:ext cx="97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208F7A4-039E-7DE2-58C9-6DDEDAE7EE45}"/>
                    </a:ext>
                  </a:extLst>
                </p14:cNvPr>
                <p14:cNvContentPartPr/>
                <p14:nvPr/>
              </p14:nvContentPartPr>
              <p14:xfrm>
                <a:off x="2569100" y="971120"/>
                <a:ext cx="208800" cy="61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208F7A4-039E-7DE2-58C9-6DDEDAE7EE4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551100" y="953120"/>
                  <a:ext cx="244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001108E-6F90-201B-0762-EAC470C50D05}"/>
                    </a:ext>
                  </a:extLst>
                </p14:cNvPr>
                <p14:cNvContentPartPr/>
                <p14:nvPr/>
              </p14:nvContentPartPr>
              <p14:xfrm>
                <a:off x="2847020" y="956000"/>
                <a:ext cx="27360" cy="121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001108E-6F90-201B-0762-EAC470C50D0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29380" y="938000"/>
                  <a:ext cx="63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0830A99-E2C6-46EE-E7C3-3CEB9C2B50E7}"/>
                    </a:ext>
                  </a:extLst>
                </p14:cNvPr>
                <p14:cNvContentPartPr/>
                <p14:nvPr/>
              </p14:nvContentPartPr>
              <p14:xfrm>
                <a:off x="2865380" y="802640"/>
                <a:ext cx="9360" cy="36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0830A99-E2C6-46EE-E7C3-3CEB9C2B50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847380" y="785000"/>
                  <a:ext cx="45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4B458C2-A8F2-7311-6699-1C7E9636FE85}"/>
                    </a:ext>
                  </a:extLst>
                </p14:cNvPr>
                <p14:cNvContentPartPr/>
                <p14:nvPr/>
              </p14:nvContentPartPr>
              <p14:xfrm>
                <a:off x="3016220" y="852680"/>
                <a:ext cx="259560" cy="169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4B458C2-A8F2-7311-6699-1C7E9636FE8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98220" y="835040"/>
                  <a:ext cx="2952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58B091B-56CB-1B4B-3F08-56B384C757E3}"/>
              </a:ext>
            </a:extLst>
          </p:cNvPr>
          <p:cNvGrpSpPr/>
          <p:nvPr/>
        </p:nvGrpSpPr>
        <p:grpSpPr>
          <a:xfrm>
            <a:off x="706460" y="1768520"/>
            <a:ext cx="1179000" cy="596880"/>
            <a:chOff x="706460" y="1768520"/>
            <a:chExt cx="117900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55746A-0F10-9D83-F9FB-9A5939EE7070}"/>
                    </a:ext>
                  </a:extLst>
                </p14:cNvPr>
                <p14:cNvContentPartPr/>
                <p14:nvPr/>
              </p14:nvContentPartPr>
              <p14:xfrm>
                <a:off x="706460" y="1768520"/>
                <a:ext cx="365760" cy="59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55746A-0F10-9D83-F9FB-9A5939EE707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88820" y="1750520"/>
                  <a:ext cx="40140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8BF5CC4-C92A-CA95-D86F-A90179616184}"/>
                    </a:ext>
                  </a:extLst>
                </p14:cNvPr>
                <p14:cNvContentPartPr/>
                <p14:nvPr/>
              </p14:nvContentPartPr>
              <p14:xfrm>
                <a:off x="1090940" y="1921160"/>
                <a:ext cx="152640" cy="180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8BF5CC4-C92A-CA95-D86F-A9017961618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73300" y="1903520"/>
                  <a:ext cx="18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8B6B23E-2A11-A7B2-E2E5-D6856C3D10AE}"/>
                    </a:ext>
                  </a:extLst>
                </p14:cNvPr>
                <p14:cNvContentPartPr/>
                <p14:nvPr/>
              </p14:nvContentPartPr>
              <p14:xfrm>
                <a:off x="1338980" y="1922240"/>
                <a:ext cx="101160" cy="166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8B6B23E-2A11-A7B2-E2E5-D6856C3D10A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321340" y="1904600"/>
                  <a:ext cx="136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2DD55A-08AC-3CC0-0AA2-FD284AC01D54}"/>
                    </a:ext>
                  </a:extLst>
                </p14:cNvPr>
                <p14:cNvContentPartPr/>
                <p14:nvPr/>
              </p14:nvContentPartPr>
              <p14:xfrm>
                <a:off x="1557500" y="1906040"/>
                <a:ext cx="68040" cy="171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2DD55A-08AC-3CC0-0AA2-FD284AC01D5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39860" y="1888400"/>
                  <a:ext cx="103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EBA552F-586D-F254-4D24-3471F7FEDA0A}"/>
                    </a:ext>
                  </a:extLst>
                </p14:cNvPr>
                <p14:cNvContentPartPr/>
                <p14:nvPr/>
              </p14:nvContentPartPr>
              <p14:xfrm>
                <a:off x="1746860" y="1949240"/>
                <a:ext cx="138600" cy="75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EBA552F-586D-F254-4D24-3471F7FEDA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29220" y="1931600"/>
                  <a:ext cx="17424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694E41B-FF98-9DD1-9944-30B4855BA86A}"/>
              </a:ext>
            </a:extLst>
          </p:cNvPr>
          <p:cNvGrpSpPr/>
          <p:nvPr/>
        </p:nvGrpSpPr>
        <p:grpSpPr>
          <a:xfrm>
            <a:off x="1921460" y="1683920"/>
            <a:ext cx="1346760" cy="1005480"/>
            <a:chOff x="1921460" y="1683920"/>
            <a:chExt cx="1346760" cy="10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74EAF1-1381-823E-6749-A239C76D42E0}"/>
                    </a:ext>
                  </a:extLst>
                </p14:cNvPr>
                <p14:cNvContentPartPr/>
                <p14:nvPr/>
              </p14:nvContentPartPr>
              <p14:xfrm>
                <a:off x="1970780" y="1759520"/>
                <a:ext cx="48600" cy="304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74EAF1-1381-823E-6749-A239C76D42E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53140" y="1741520"/>
                  <a:ext cx="842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0108AC4-FC5D-0168-6339-561E6BD8AC30}"/>
                    </a:ext>
                  </a:extLst>
                </p14:cNvPr>
                <p14:cNvContentPartPr/>
                <p14:nvPr/>
              </p14:nvContentPartPr>
              <p14:xfrm>
                <a:off x="2175620" y="1780400"/>
                <a:ext cx="151920" cy="263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0108AC4-FC5D-0168-6339-561E6BD8AC3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57980" y="1762760"/>
                  <a:ext cx="187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975F26-A019-C371-BB37-8020B208C68C}"/>
                    </a:ext>
                  </a:extLst>
                </p14:cNvPr>
                <p14:cNvContentPartPr/>
                <p14:nvPr/>
              </p14:nvContentPartPr>
              <p14:xfrm>
                <a:off x="2156180" y="1854920"/>
                <a:ext cx="115560" cy="60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975F26-A019-C371-BB37-8020B208C6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138180" y="1836920"/>
                  <a:ext cx="151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C757A20-AF3F-3E7E-C25D-F4B50D661A75}"/>
                    </a:ext>
                  </a:extLst>
                </p14:cNvPr>
                <p14:cNvContentPartPr/>
                <p14:nvPr/>
              </p14:nvContentPartPr>
              <p14:xfrm>
                <a:off x="2488460" y="1881920"/>
                <a:ext cx="64800" cy="31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C757A20-AF3F-3E7E-C25D-F4B50D661A7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470460" y="1864280"/>
                  <a:ext cx="100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49255FE-01A5-E799-5D77-CDAC65F5B1AE}"/>
                    </a:ext>
                  </a:extLst>
                </p14:cNvPr>
                <p14:cNvContentPartPr/>
                <p14:nvPr/>
              </p14:nvContentPartPr>
              <p14:xfrm>
                <a:off x="1921460" y="2397800"/>
                <a:ext cx="96840" cy="149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49255FE-01A5-E799-5D77-CDAC65F5B1A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903460" y="2380160"/>
                  <a:ext cx="132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A1246B2-1732-F281-7CAC-C477ACA47C39}"/>
                    </a:ext>
                  </a:extLst>
                </p14:cNvPr>
                <p14:cNvContentPartPr/>
                <p14:nvPr/>
              </p14:nvContentPartPr>
              <p14:xfrm>
                <a:off x="2073020" y="2416520"/>
                <a:ext cx="78840" cy="93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A1246B2-1732-F281-7CAC-C477ACA47C3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55380" y="2398880"/>
                  <a:ext cx="114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96D5BFE-6697-6A5F-D5A6-3704B51F5B60}"/>
                    </a:ext>
                  </a:extLst>
                </p14:cNvPr>
                <p14:cNvContentPartPr/>
                <p14:nvPr/>
              </p14:nvContentPartPr>
              <p14:xfrm>
                <a:off x="2185340" y="2376560"/>
                <a:ext cx="98640" cy="80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96D5BFE-6697-6A5F-D5A6-3704B51F5B6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67340" y="2358920"/>
                  <a:ext cx="134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DA8ADE-7D21-517E-3C08-911370BC5AC7}"/>
                    </a:ext>
                  </a:extLst>
                </p14:cNvPr>
                <p14:cNvContentPartPr/>
                <p14:nvPr/>
              </p14:nvContentPartPr>
              <p14:xfrm>
                <a:off x="2352380" y="2344880"/>
                <a:ext cx="106920" cy="96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DA8ADE-7D21-517E-3C08-911370BC5AC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34740" y="2327240"/>
                  <a:ext cx="142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607AD07-4342-554B-BA3B-23F94D087B6D}"/>
                    </a:ext>
                  </a:extLst>
                </p14:cNvPr>
                <p14:cNvContentPartPr/>
                <p14:nvPr/>
              </p14:nvContentPartPr>
              <p14:xfrm>
                <a:off x="2564060" y="2313920"/>
                <a:ext cx="66960" cy="111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607AD07-4342-554B-BA3B-23F94D087B6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546420" y="2295920"/>
                  <a:ext cx="102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C2048BF-E9E4-C122-759B-63BD6D889FFB}"/>
                    </a:ext>
                  </a:extLst>
                </p14:cNvPr>
                <p14:cNvContentPartPr/>
                <p14:nvPr/>
              </p14:nvContentPartPr>
              <p14:xfrm>
                <a:off x="2753420" y="2315000"/>
                <a:ext cx="70200" cy="125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C2048BF-E9E4-C122-759B-63BD6D889FF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735420" y="2297360"/>
                  <a:ext cx="105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F173FF-9B6F-917C-ED7F-3BC744F8F105}"/>
                    </a:ext>
                  </a:extLst>
                </p14:cNvPr>
                <p14:cNvContentPartPr/>
                <p14:nvPr/>
              </p14:nvContentPartPr>
              <p14:xfrm>
                <a:off x="2867540" y="2230040"/>
                <a:ext cx="82080" cy="22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F173FF-9B6F-917C-ED7F-3BC744F8F10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849900" y="2212040"/>
                  <a:ext cx="117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C85858-6E93-A49F-CB1D-91F1B7B71945}"/>
                    </a:ext>
                  </a:extLst>
                </p14:cNvPr>
                <p14:cNvContentPartPr/>
                <p14:nvPr/>
              </p14:nvContentPartPr>
              <p14:xfrm>
                <a:off x="2894900" y="2279720"/>
                <a:ext cx="81360" cy="61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C85858-6E93-A49F-CB1D-91F1B7B7194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876900" y="2261720"/>
                  <a:ext cx="117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76FE712-C693-5D87-7F5D-8B369FA4420E}"/>
                    </a:ext>
                  </a:extLst>
                </p14:cNvPr>
                <p14:cNvContentPartPr/>
                <p14:nvPr/>
              </p14:nvContentPartPr>
              <p14:xfrm>
                <a:off x="2953940" y="1951400"/>
                <a:ext cx="224640" cy="73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76FE712-C693-5D87-7F5D-8B369FA4420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935940" y="1933400"/>
                  <a:ext cx="26028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1505A46-BF8D-81DE-A592-CBE2E8342BF7}"/>
                    </a:ext>
                  </a:extLst>
                </p14:cNvPr>
                <p14:cNvContentPartPr/>
                <p14:nvPr/>
              </p14:nvContentPartPr>
              <p14:xfrm>
                <a:off x="3042860" y="1721360"/>
                <a:ext cx="225360" cy="145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1505A46-BF8D-81DE-A592-CBE2E8342BF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025220" y="1703360"/>
                  <a:ext cx="261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D88D6A-F115-AC81-4691-48D1E2BC0CE8}"/>
                    </a:ext>
                  </a:extLst>
                </p14:cNvPr>
                <p14:cNvContentPartPr/>
                <p14:nvPr/>
              </p14:nvContentPartPr>
              <p14:xfrm>
                <a:off x="2985980" y="1683920"/>
                <a:ext cx="275040" cy="228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D88D6A-F115-AC81-4691-48D1E2BC0CE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68340" y="1666280"/>
                  <a:ext cx="3106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5B10D09-4019-6782-FA21-5F3107F04AE3}"/>
              </a:ext>
            </a:extLst>
          </p:cNvPr>
          <p:cNvGrpSpPr/>
          <p:nvPr/>
        </p:nvGrpSpPr>
        <p:grpSpPr>
          <a:xfrm>
            <a:off x="1063580" y="2990720"/>
            <a:ext cx="1713960" cy="649440"/>
            <a:chOff x="1063580" y="2990720"/>
            <a:chExt cx="17139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FA29D8B-8751-8FFB-227B-6A6C94293D50}"/>
                    </a:ext>
                  </a:extLst>
                </p14:cNvPr>
                <p14:cNvContentPartPr/>
                <p14:nvPr/>
              </p14:nvContentPartPr>
              <p14:xfrm>
                <a:off x="1063580" y="3077120"/>
                <a:ext cx="156960" cy="222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FA29D8B-8751-8FFB-227B-6A6C94293D5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45580" y="3059480"/>
                  <a:ext cx="192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7639DE2-F208-FE6D-6A5C-C8EE66D5827F}"/>
                    </a:ext>
                  </a:extLst>
                </p14:cNvPr>
                <p14:cNvContentPartPr/>
                <p14:nvPr/>
              </p14:nvContentPartPr>
              <p14:xfrm>
                <a:off x="1275980" y="3129680"/>
                <a:ext cx="80280" cy="162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7639DE2-F208-FE6D-6A5C-C8EE66D5827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57980" y="3112040"/>
                  <a:ext cx="115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5FBF9D1-4497-C407-BE5E-0C56A5E44C7F}"/>
                    </a:ext>
                  </a:extLst>
                </p14:cNvPr>
                <p14:cNvContentPartPr/>
                <p14:nvPr/>
              </p14:nvContentPartPr>
              <p14:xfrm>
                <a:off x="1471460" y="3153800"/>
                <a:ext cx="116280" cy="91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5FBF9D1-4497-C407-BE5E-0C56A5E44C7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53460" y="3135800"/>
                  <a:ext cx="151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8E1D2AB-ABA3-54DA-9DE2-A96EAF2208C8}"/>
                    </a:ext>
                  </a:extLst>
                </p14:cNvPr>
                <p14:cNvContentPartPr/>
                <p14:nvPr/>
              </p14:nvContentPartPr>
              <p14:xfrm>
                <a:off x="1733540" y="3060560"/>
                <a:ext cx="114120" cy="176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8E1D2AB-ABA3-54DA-9DE2-A96EAF2208C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715900" y="3042560"/>
                  <a:ext cx="149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E55C289-D140-9803-B5B5-5903923CFEAC}"/>
                    </a:ext>
                  </a:extLst>
                </p14:cNvPr>
                <p14:cNvContentPartPr/>
                <p14:nvPr/>
              </p14:nvContentPartPr>
              <p14:xfrm>
                <a:off x="1976180" y="3077480"/>
                <a:ext cx="139320" cy="194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E55C289-D140-9803-B5B5-5903923CFEA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958180" y="3059840"/>
                  <a:ext cx="174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D0FA17E-869D-0656-DC81-07FF00871078}"/>
                    </a:ext>
                  </a:extLst>
                </p14:cNvPr>
                <p14:cNvContentPartPr/>
                <p14:nvPr/>
              </p14:nvContentPartPr>
              <p14:xfrm>
                <a:off x="2255180" y="3126800"/>
                <a:ext cx="97920" cy="116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D0FA17E-869D-0656-DC81-07FF008710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237180" y="3108800"/>
                  <a:ext cx="133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54892FA-DC1B-FBC4-A0C4-E73BDCE61188}"/>
                    </a:ext>
                  </a:extLst>
                </p14:cNvPr>
                <p14:cNvContentPartPr/>
                <p14:nvPr/>
              </p14:nvContentPartPr>
              <p14:xfrm>
                <a:off x="2314940" y="2990720"/>
                <a:ext cx="12960" cy="21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54892FA-DC1B-FBC4-A0C4-E73BDCE6118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96940" y="2973080"/>
                  <a:ext cx="4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A0698FD-0D77-8979-255C-3794F6F74FAD}"/>
                    </a:ext>
                  </a:extLst>
                </p14:cNvPr>
                <p14:cNvContentPartPr/>
                <p14:nvPr/>
              </p14:nvContentPartPr>
              <p14:xfrm>
                <a:off x="2418260" y="3091520"/>
                <a:ext cx="216360" cy="11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A0698FD-0D77-8979-255C-3794F6F74FA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00260" y="3073520"/>
                  <a:ext cx="252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F5F9FA1-B042-F6F7-E71F-C792AB214448}"/>
                    </a:ext>
                  </a:extLst>
                </p14:cNvPr>
                <p14:cNvContentPartPr/>
                <p14:nvPr/>
              </p14:nvContentPartPr>
              <p14:xfrm>
                <a:off x="2644340" y="3049760"/>
                <a:ext cx="133200" cy="87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F5F9FA1-B042-F6F7-E71F-C792AB21444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626340" y="3031760"/>
                  <a:ext cx="168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3B76088-F677-C7F5-BE9A-3B5CE4511F91}"/>
                    </a:ext>
                  </a:extLst>
                </p14:cNvPr>
                <p14:cNvContentPartPr/>
                <p14:nvPr/>
              </p14:nvContentPartPr>
              <p14:xfrm>
                <a:off x="1485140" y="3525680"/>
                <a:ext cx="193680" cy="114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3B76088-F677-C7F5-BE9A-3B5CE4511F9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467500" y="3507680"/>
                  <a:ext cx="229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477534F-8E88-3FFE-50AC-503DCDFD8BF6}"/>
                    </a:ext>
                  </a:extLst>
                </p14:cNvPr>
                <p14:cNvContentPartPr/>
                <p14:nvPr/>
              </p14:nvContentPartPr>
              <p14:xfrm>
                <a:off x="1749740" y="3481400"/>
                <a:ext cx="207360" cy="96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477534F-8E88-3FFE-50AC-503DCDFD8BF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732100" y="3463400"/>
                  <a:ext cx="243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4BDD52A-94A0-8DFA-7D38-DF1938C01CDC}"/>
                    </a:ext>
                  </a:extLst>
                </p14:cNvPr>
                <p14:cNvContentPartPr/>
                <p14:nvPr/>
              </p14:nvContentPartPr>
              <p14:xfrm>
                <a:off x="1909220" y="3397520"/>
                <a:ext cx="8280" cy="29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4BDD52A-94A0-8DFA-7D38-DF1938C01CD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891220" y="3379520"/>
                  <a:ext cx="43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80B73EF-F8C3-25AB-F5EF-67898D351A1A}"/>
                    </a:ext>
                  </a:extLst>
                </p14:cNvPr>
                <p14:cNvContentPartPr/>
                <p14:nvPr/>
              </p14:nvContentPartPr>
              <p14:xfrm>
                <a:off x="2049980" y="3368720"/>
                <a:ext cx="329400" cy="248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80B73EF-F8C3-25AB-F5EF-67898D351A1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031980" y="3350720"/>
                  <a:ext cx="365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CCBB216-556D-FB20-B037-B6E907CE0BFD}"/>
                    </a:ext>
                  </a:extLst>
                </p14:cNvPr>
                <p14:cNvContentPartPr/>
                <p14:nvPr/>
              </p14:nvContentPartPr>
              <p14:xfrm>
                <a:off x="2489540" y="3347840"/>
                <a:ext cx="72360" cy="117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CCBB216-556D-FB20-B037-B6E907CE0BF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71540" y="3329840"/>
                  <a:ext cx="108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58ABE48-CD87-135E-BD42-6AB2B4F3E242}"/>
                    </a:ext>
                  </a:extLst>
                </p14:cNvPr>
                <p14:cNvContentPartPr/>
                <p14:nvPr/>
              </p14:nvContentPartPr>
              <p14:xfrm>
                <a:off x="2479820" y="3396440"/>
                <a:ext cx="138240" cy="37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58ABE48-CD87-135E-BD42-6AB2B4F3E24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461820" y="3378800"/>
                  <a:ext cx="1738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BA14FE1-6119-7548-4A99-916C22934E7A}"/>
              </a:ext>
            </a:extLst>
          </p:cNvPr>
          <p:cNvGrpSpPr/>
          <p:nvPr/>
        </p:nvGrpSpPr>
        <p:grpSpPr>
          <a:xfrm>
            <a:off x="5404820" y="1636760"/>
            <a:ext cx="498600" cy="152640"/>
            <a:chOff x="5404820" y="1636760"/>
            <a:chExt cx="4986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7137239-D237-DC79-CCBD-A79BF30EC923}"/>
                    </a:ext>
                  </a:extLst>
                </p14:cNvPr>
                <p14:cNvContentPartPr/>
                <p14:nvPr/>
              </p14:nvContentPartPr>
              <p14:xfrm>
                <a:off x="5404820" y="1636760"/>
                <a:ext cx="164520" cy="110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7137239-D237-DC79-CCBD-A79BF30EC92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387180" y="1619120"/>
                  <a:ext cx="20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836C11C-88E2-2F9A-D067-38646A527042}"/>
                    </a:ext>
                  </a:extLst>
                </p14:cNvPr>
                <p14:cNvContentPartPr/>
                <p14:nvPr/>
              </p14:nvContentPartPr>
              <p14:xfrm>
                <a:off x="5640260" y="1683200"/>
                <a:ext cx="36360" cy="81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836C11C-88E2-2F9A-D067-38646A52704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622260" y="1665200"/>
                  <a:ext cx="72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1B93A7F-C58D-F7BD-7885-EAE7C87201D7}"/>
                    </a:ext>
                  </a:extLst>
                </p14:cNvPr>
                <p14:cNvContentPartPr/>
                <p14:nvPr/>
              </p14:nvContentPartPr>
              <p14:xfrm>
                <a:off x="5741060" y="1724600"/>
                <a:ext cx="14760" cy="64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1B93A7F-C58D-F7BD-7885-EAE7C87201D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23420" y="1706960"/>
                  <a:ext cx="50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EF5FE0D-4439-E274-4048-3868C1D9C5BD}"/>
                    </a:ext>
                  </a:extLst>
                </p14:cNvPr>
                <p14:cNvContentPartPr/>
                <p14:nvPr/>
              </p14:nvContentPartPr>
              <p14:xfrm>
                <a:off x="5821340" y="1673120"/>
                <a:ext cx="82080" cy="108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EF5FE0D-4439-E274-4048-3868C1D9C5B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803340" y="1655120"/>
                  <a:ext cx="1177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40DA6D9-5FCA-1FBA-766D-1B9CBE4A4909}"/>
              </a:ext>
            </a:extLst>
          </p:cNvPr>
          <p:cNvGrpSpPr/>
          <p:nvPr/>
        </p:nvGrpSpPr>
        <p:grpSpPr>
          <a:xfrm>
            <a:off x="5429660" y="2224280"/>
            <a:ext cx="694080" cy="195120"/>
            <a:chOff x="5429660" y="2224280"/>
            <a:chExt cx="6940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0052EDA-5B8A-AACC-9519-7E8C64F04813}"/>
                    </a:ext>
                  </a:extLst>
                </p14:cNvPr>
                <p14:cNvContentPartPr/>
                <p14:nvPr/>
              </p14:nvContentPartPr>
              <p14:xfrm>
                <a:off x="5429660" y="2224280"/>
                <a:ext cx="1695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0052EDA-5B8A-AACC-9519-7E8C64F0481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412020" y="2206280"/>
                  <a:ext cx="205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3C2ED4D-1A07-404C-BC64-FB0032A9844A}"/>
                    </a:ext>
                  </a:extLst>
                </p14:cNvPr>
                <p14:cNvContentPartPr/>
                <p14:nvPr/>
              </p14:nvContentPartPr>
              <p14:xfrm>
                <a:off x="5664380" y="2306720"/>
                <a:ext cx="64080" cy="84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3C2ED4D-1A07-404C-BC64-FB0032A9844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646380" y="2288720"/>
                  <a:ext cx="99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37C9A8-D67F-E017-2BD0-F1EC0A928EDB}"/>
                    </a:ext>
                  </a:extLst>
                </p14:cNvPr>
                <p14:cNvContentPartPr/>
                <p14:nvPr/>
              </p14:nvContentPartPr>
              <p14:xfrm>
                <a:off x="5823500" y="2320760"/>
                <a:ext cx="12960" cy="85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37C9A8-D67F-E017-2BD0-F1EC0A928ED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805860" y="2303120"/>
                  <a:ext cx="48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7BB17CC-90CA-EB5C-D0D8-64430A78ED92}"/>
                    </a:ext>
                  </a:extLst>
                </p14:cNvPr>
                <p14:cNvContentPartPr/>
                <p14:nvPr/>
              </p14:nvContentPartPr>
              <p14:xfrm>
                <a:off x="5957780" y="2303840"/>
                <a:ext cx="50400" cy="100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7BB17CC-90CA-EB5C-D0D8-64430A78ED9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939780" y="2286200"/>
                  <a:ext cx="86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23553D3-967B-D31F-F27A-08C0E35BA031}"/>
                    </a:ext>
                  </a:extLst>
                </p14:cNvPr>
                <p14:cNvContentPartPr/>
                <p14:nvPr/>
              </p14:nvContentPartPr>
              <p14:xfrm>
                <a:off x="5947700" y="2306720"/>
                <a:ext cx="176040" cy="112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23553D3-967B-D31F-F27A-08C0E35BA03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929700" y="2288720"/>
                  <a:ext cx="2116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04081BA5-14C8-0103-0BCD-FE6FF583072C}"/>
              </a:ext>
            </a:extLst>
          </p:cNvPr>
          <p:cNvGrpSpPr/>
          <p:nvPr/>
        </p:nvGrpSpPr>
        <p:grpSpPr>
          <a:xfrm>
            <a:off x="5579420" y="3025640"/>
            <a:ext cx="617760" cy="261720"/>
            <a:chOff x="5579420" y="3025640"/>
            <a:chExt cx="61776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C339B29-B904-3013-33BC-CA759CDC04E1}"/>
                    </a:ext>
                  </a:extLst>
                </p14:cNvPr>
                <p14:cNvContentPartPr/>
                <p14:nvPr/>
              </p14:nvContentPartPr>
              <p14:xfrm>
                <a:off x="5579420" y="3025640"/>
                <a:ext cx="144360" cy="10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C339B29-B904-3013-33BC-CA759CDC04E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561780" y="3008000"/>
                  <a:ext cx="180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8417772-8185-CAA8-664D-88B9560204C4}"/>
                    </a:ext>
                  </a:extLst>
                </p14:cNvPr>
                <p14:cNvContentPartPr/>
                <p14:nvPr/>
              </p14:nvContentPartPr>
              <p14:xfrm>
                <a:off x="5815580" y="3060200"/>
                <a:ext cx="97200" cy="16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8417772-8185-CAA8-664D-88B9560204C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97580" y="3042200"/>
                  <a:ext cx="132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C5D6569-4C9C-4DFE-2F36-B537ECEDB361}"/>
                    </a:ext>
                  </a:extLst>
                </p14:cNvPr>
                <p14:cNvContentPartPr/>
                <p14:nvPr/>
              </p14:nvContentPartPr>
              <p14:xfrm>
                <a:off x="5941580" y="3185120"/>
                <a:ext cx="248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C5D6569-4C9C-4DFE-2F36-B537ECEDB36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23580" y="3167120"/>
                  <a:ext cx="60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9190C6B-ADE0-F7CE-0270-458E6BD23291}"/>
                    </a:ext>
                  </a:extLst>
                </p14:cNvPr>
                <p14:cNvContentPartPr/>
                <p14:nvPr/>
              </p14:nvContentPartPr>
              <p14:xfrm>
                <a:off x="6048140" y="3121400"/>
                <a:ext cx="149040" cy="127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9190C6B-ADE0-F7CE-0270-458E6BD2329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30140" y="3103760"/>
                  <a:ext cx="184680" cy="163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3515-46FB-B87C-BEAE-024E344B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B45FC7-3872-2A81-4CA1-B140F17F47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Training</a:t>
            </a:r>
            <a:r>
              <a:rPr spc="1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an</a:t>
            </a:r>
            <a:r>
              <a:rPr spc="45" dirty="0"/>
              <a:t> </a:t>
            </a:r>
            <a:r>
              <a:rPr spc="80" dirty="0"/>
              <a:t>Artificial</a:t>
            </a:r>
            <a:r>
              <a:rPr spc="165" dirty="0"/>
              <a:t> </a:t>
            </a:r>
            <a:r>
              <a:rPr spc="55" dirty="0"/>
              <a:t>Neural</a:t>
            </a:r>
            <a:r>
              <a:rPr spc="1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A3149F-39A7-51BF-E915-3991326C9D3D}"/>
              </a:ext>
            </a:extLst>
          </p:cNvPr>
          <p:cNvSpPr txBox="1"/>
          <p:nvPr/>
        </p:nvSpPr>
        <p:spPr>
          <a:xfrm>
            <a:off x="799896" y="4397121"/>
            <a:ext cx="9628505" cy="106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0" dirty="0">
                <a:latin typeface="Calibri"/>
                <a:cs typeface="Calibri"/>
              </a:rPr>
              <a:t>Backpropagation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algorithm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form</a:t>
            </a:r>
            <a:r>
              <a:rPr sz="2000" spc="245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of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10" dirty="0">
                <a:latin typeface="Calibri"/>
                <a:cs typeface="Calibri"/>
              </a:rPr>
              <a:t>supervised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ts val="193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initialize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all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then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feed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it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25"/>
              </a:lnSpc>
              <a:buFont typeface="Arial"/>
              <a:buChar char="•"/>
              <a:tabLst>
                <a:tab pos="697865" algn="l"/>
              </a:tabLst>
            </a:pPr>
            <a:r>
              <a:rPr sz="1700" dirty="0">
                <a:latin typeface="Calibri"/>
                <a:cs typeface="Calibri"/>
              </a:rPr>
              <a:t>Each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2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example</a:t>
            </a:r>
            <a:r>
              <a:rPr sz="1700" spc="2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generates</a:t>
            </a:r>
            <a:r>
              <a:rPr sz="1700" spc="25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output.</a:t>
            </a:r>
            <a:endParaRPr sz="1700">
              <a:latin typeface="Calibri"/>
              <a:cs typeface="Calibri"/>
            </a:endParaRPr>
          </a:p>
          <a:p>
            <a:pPr marL="697865" lvl="1" indent="-228600">
              <a:lnSpc>
                <a:spcPts val="1980"/>
              </a:lnSpc>
              <a:buFont typeface="Arial"/>
              <a:buChar char="•"/>
              <a:tabLst>
                <a:tab pos="697865" algn="l"/>
              </a:tabLst>
            </a:pPr>
            <a:r>
              <a:rPr sz="1700" spc="-20" dirty="0">
                <a:latin typeface="Calibri"/>
                <a:cs typeface="Calibri"/>
              </a:rPr>
              <a:t>We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know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training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samples,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each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output,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1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error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8AEFD8-9F00-F997-2F74-4088E95E42E7}"/>
              </a:ext>
            </a:extLst>
          </p:cNvPr>
          <p:cNvSpPr txBox="1"/>
          <p:nvPr/>
        </p:nvSpPr>
        <p:spPr>
          <a:xfrm>
            <a:off x="1257096" y="5423103"/>
            <a:ext cx="9794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0" dirty="0">
                <a:latin typeface="Calibri"/>
                <a:cs typeface="Calibri"/>
              </a:rPr>
              <a:t>Then,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can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essentially </a:t>
            </a:r>
            <a:r>
              <a:rPr sz="1700" spc="55" dirty="0">
                <a:latin typeface="Calibri"/>
                <a:cs typeface="Calibri"/>
              </a:rPr>
              <a:t>go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backwards,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assigning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some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part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of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that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error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to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weights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between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output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6259D2B-B62A-0F4F-3B4A-B9F5F71687D7}"/>
              </a:ext>
            </a:extLst>
          </p:cNvPr>
          <p:cNvSpPr txBox="1"/>
          <p:nvPr/>
        </p:nvSpPr>
        <p:spPr>
          <a:xfrm>
            <a:off x="1257096" y="5604459"/>
            <a:ext cx="806958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985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neuron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previous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neurons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ts val="1985"/>
              </a:lnSpc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alibri"/>
                <a:cs typeface="Calibri"/>
              </a:rPr>
              <a:t>Adjusting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weights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allows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1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move</a:t>
            </a:r>
            <a:r>
              <a:rPr sz="1700" spc="1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towards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correct</a:t>
            </a:r>
            <a:r>
              <a:rPr sz="1700" spc="1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answer,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1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defined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us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1C27E252-267A-BC38-3C9D-0AF6646789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514" y="933450"/>
            <a:ext cx="4571999" cy="32766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7B60876-0387-68A9-2B87-D4627C288D5E}"/>
              </a:ext>
            </a:extLst>
          </p:cNvPr>
          <p:cNvSpPr/>
          <p:nvPr/>
        </p:nvSpPr>
        <p:spPr>
          <a:xfrm>
            <a:off x="474789" y="4333113"/>
            <a:ext cx="11052175" cy="0"/>
          </a:xfrm>
          <a:custGeom>
            <a:avLst/>
            <a:gdLst/>
            <a:ahLst/>
            <a:cxnLst/>
            <a:rect l="l" t="t" r="r" b="b"/>
            <a:pathLst>
              <a:path w="11052175">
                <a:moveTo>
                  <a:pt x="0" y="0"/>
                </a:moveTo>
                <a:lnTo>
                  <a:pt x="11051984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B2D54E4-D9EC-304C-EB79-A57A6015F6B6}"/>
              </a:ext>
            </a:extLst>
          </p:cNvPr>
          <p:cNvSpPr txBox="1"/>
          <p:nvPr/>
        </p:nvSpPr>
        <p:spPr>
          <a:xfrm>
            <a:off x="6528307" y="6390233"/>
            <a:ext cx="558863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latin typeface="Calibri"/>
                <a:cs typeface="Calibri"/>
              </a:rPr>
              <a:t>https://github.com/rasbt/python-machine-learning-book/blob/master/faq/visual-backpropagation.md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371C81-F181-02F7-F090-3D8F5C58FAF3}"/>
              </a:ext>
            </a:extLst>
          </p:cNvPr>
          <p:cNvGrpSpPr/>
          <p:nvPr/>
        </p:nvGrpSpPr>
        <p:grpSpPr>
          <a:xfrm>
            <a:off x="8290580" y="1233560"/>
            <a:ext cx="991440" cy="431640"/>
            <a:chOff x="8290580" y="1233560"/>
            <a:chExt cx="99144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BA1B4F-E6E2-00BC-C8A7-B73F6D410B1E}"/>
                    </a:ext>
                  </a:extLst>
                </p14:cNvPr>
                <p14:cNvContentPartPr/>
                <p14:nvPr/>
              </p14:nvContentPartPr>
              <p14:xfrm>
                <a:off x="8356460" y="1401680"/>
                <a:ext cx="2664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BA1B4F-E6E2-00BC-C8A7-B73F6D410B1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8460" y="1383680"/>
                  <a:ext cx="62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162137-ED4C-C6A7-E3EE-955BE871B9E7}"/>
                    </a:ext>
                  </a:extLst>
                </p14:cNvPr>
                <p14:cNvContentPartPr/>
                <p14:nvPr/>
              </p14:nvContentPartPr>
              <p14:xfrm>
                <a:off x="8290580" y="1233560"/>
                <a:ext cx="11520" cy="6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162137-ED4C-C6A7-E3EE-955BE871B9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3125" y="1215560"/>
                  <a:ext cx="46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20E6EF-0C76-DB60-099B-57B1D72331BD}"/>
                    </a:ext>
                  </a:extLst>
                </p14:cNvPr>
                <p14:cNvContentPartPr/>
                <p14:nvPr/>
              </p14:nvContentPartPr>
              <p14:xfrm>
                <a:off x="8462300" y="1413920"/>
                <a:ext cx="207720" cy="120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20E6EF-0C76-DB60-099B-57B1D72331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4300" y="1395920"/>
                  <a:ext cx="24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91EFFE-A37D-9375-4EA1-33CEF8328304}"/>
                    </a:ext>
                  </a:extLst>
                </p14:cNvPr>
                <p14:cNvContentPartPr/>
                <p14:nvPr/>
              </p14:nvContentPartPr>
              <p14:xfrm>
                <a:off x="8780900" y="1442000"/>
                <a:ext cx="4752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91EFFE-A37D-9375-4EA1-33CEF83283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2900" y="1424000"/>
                  <a:ext cx="83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DFB1CA-8C0D-B864-C17E-5E04A94AEED1}"/>
                    </a:ext>
                  </a:extLst>
                </p14:cNvPr>
                <p14:cNvContentPartPr/>
                <p14:nvPr/>
              </p14:nvContentPartPr>
              <p14:xfrm>
                <a:off x="8778380" y="1418240"/>
                <a:ext cx="12636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DFB1CA-8C0D-B864-C17E-5E04A94AEE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60431" y="1400240"/>
                  <a:ext cx="161899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B4652B-A459-0E3D-B06B-DFAB84A60820}"/>
                    </a:ext>
                  </a:extLst>
                </p14:cNvPr>
                <p14:cNvContentPartPr/>
                <p14:nvPr/>
              </p14:nvContentPartPr>
              <p14:xfrm>
                <a:off x="8954060" y="1410320"/>
                <a:ext cx="141480" cy="9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B4652B-A459-0E3D-B06B-DFAB84A608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36060" y="1392320"/>
                  <a:ext cx="177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E8FE2B-8095-C6C7-4AAF-1347D5E0147F}"/>
                    </a:ext>
                  </a:extLst>
                </p14:cNvPr>
                <p14:cNvContentPartPr/>
                <p14:nvPr/>
              </p14:nvContentPartPr>
              <p14:xfrm>
                <a:off x="9229820" y="1274240"/>
                <a:ext cx="48960" cy="26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E8FE2B-8095-C6C7-4AAF-1347D5E014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11951" y="1256240"/>
                  <a:ext cx="843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3866B3-7206-917A-B984-612F86863F40}"/>
                    </a:ext>
                  </a:extLst>
                </p14:cNvPr>
                <p14:cNvContentPartPr/>
                <p14:nvPr/>
              </p14:nvContentPartPr>
              <p14:xfrm>
                <a:off x="9183380" y="1393400"/>
                <a:ext cx="98640" cy="5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3866B3-7206-917A-B984-612F86863F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5380" y="1375400"/>
                  <a:ext cx="1342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517A5A1-3510-FC6D-3A6B-39E834F66672}"/>
                  </a:ext>
                </a:extLst>
              </p14:cNvPr>
              <p14:cNvContentPartPr/>
              <p14:nvPr/>
            </p14:nvContentPartPr>
            <p14:xfrm>
              <a:off x="9684500" y="1036280"/>
              <a:ext cx="73584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517A5A1-3510-FC6D-3A6B-39E834F666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66500" y="1018287"/>
                <a:ext cx="771480" cy="902865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11A15C2-C074-421F-FABB-59ACE001CC6A}"/>
              </a:ext>
            </a:extLst>
          </p:cNvPr>
          <p:cNvGrpSpPr/>
          <p:nvPr/>
        </p:nvGrpSpPr>
        <p:grpSpPr>
          <a:xfrm>
            <a:off x="10818860" y="1188920"/>
            <a:ext cx="1119960" cy="336240"/>
            <a:chOff x="10818860" y="1188920"/>
            <a:chExt cx="111996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6345F4-3D60-8442-FBE1-AB51E5D67D32}"/>
                    </a:ext>
                  </a:extLst>
                </p14:cNvPr>
                <p14:cNvContentPartPr/>
                <p14:nvPr/>
              </p14:nvContentPartPr>
              <p14:xfrm>
                <a:off x="10818860" y="1390160"/>
                <a:ext cx="81720" cy="11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6345F4-3D60-8442-FBE1-AB51E5D67D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00780" y="1372160"/>
                  <a:ext cx="117518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B0FEE0-FABF-1214-08CB-4DA2450C3053}"/>
                    </a:ext>
                  </a:extLst>
                </p14:cNvPr>
                <p14:cNvContentPartPr/>
                <p14:nvPr/>
              </p14:nvContentPartPr>
              <p14:xfrm>
                <a:off x="11052140" y="1368560"/>
                <a:ext cx="85680" cy="10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B0FEE0-FABF-1214-08CB-4DA2450C305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34140" y="1350560"/>
                  <a:ext cx="12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96344B-4DEB-14F8-9D85-8C22A359B63C}"/>
                    </a:ext>
                  </a:extLst>
                </p14:cNvPr>
                <p14:cNvContentPartPr/>
                <p14:nvPr/>
              </p14:nvContentPartPr>
              <p14:xfrm>
                <a:off x="11285780" y="1247240"/>
                <a:ext cx="31320" cy="228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96344B-4DEB-14F8-9D85-8C22A359B6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267985" y="1229240"/>
                  <a:ext cx="66555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998817-CD89-C071-2675-E842328234E7}"/>
                    </a:ext>
                  </a:extLst>
                </p14:cNvPr>
                <p14:cNvContentPartPr/>
                <p14:nvPr/>
              </p14:nvContentPartPr>
              <p14:xfrm>
                <a:off x="11241140" y="1371800"/>
                <a:ext cx="11124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998817-CD89-C071-2675-E842328234E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23140" y="1353800"/>
                  <a:ext cx="146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682DB9F-5B68-E8E0-79DF-39BFDF5D951A}"/>
                    </a:ext>
                  </a:extLst>
                </p14:cNvPr>
                <p14:cNvContentPartPr/>
                <p14:nvPr/>
              </p14:nvContentPartPr>
              <p14:xfrm>
                <a:off x="11454980" y="1388000"/>
                <a:ext cx="55080" cy="13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682DB9F-5B68-E8E0-79DF-39BFDF5D95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36980" y="1370000"/>
                  <a:ext cx="90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B8E536-7ADD-5F51-4E47-89F73DA9A02C}"/>
                    </a:ext>
                  </a:extLst>
                </p14:cNvPr>
                <p14:cNvContentPartPr/>
                <p14:nvPr/>
              </p14:nvContentPartPr>
              <p14:xfrm>
                <a:off x="11475860" y="1337960"/>
                <a:ext cx="1000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B8E536-7ADD-5F51-4E47-89F73DA9A0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57860" y="1319960"/>
                  <a:ext cx="13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193375-C578-D93E-B290-460C25B07864}"/>
                    </a:ext>
                  </a:extLst>
                </p14:cNvPr>
                <p14:cNvContentPartPr/>
                <p14:nvPr/>
              </p14:nvContentPartPr>
              <p14:xfrm>
                <a:off x="11657300" y="1351640"/>
                <a:ext cx="9072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193375-C578-D93E-B290-460C25B078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39371" y="1333640"/>
                  <a:ext cx="126219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215BCA-C293-C07B-7A8F-181CF1A25A44}"/>
                    </a:ext>
                  </a:extLst>
                </p14:cNvPr>
                <p14:cNvContentPartPr/>
                <p14:nvPr/>
              </p14:nvContentPartPr>
              <p14:xfrm>
                <a:off x="11813540" y="1188920"/>
                <a:ext cx="71640" cy="20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215BCA-C293-C07B-7A8F-181CF1A25A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95540" y="1170889"/>
                  <a:ext cx="107280" cy="244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8FF609-F340-66E1-2127-ABACA642C0E5}"/>
                    </a:ext>
                  </a:extLst>
                </p14:cNvPr>
                <p14:cNvContentPartPr/>
                <p14:nvPr/>
              </p14:nvContentPartPr>
              <p14:xfrm>
                <a:off x="11778260" y="1272440"/>
                <a:ext cx="16056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8FF609-F340-66E1-2127-ABACA642C0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60260" y="1254440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5E07A4-2D6D-90A1-C255-5AB2CBE5E86F}"/>
              </a:ext>
            </a:extLst>
          </p:cNvPr>
          <p:cNvGrpSpPr/>
          <p:nvPr/>
        </p:nvGrpSpPr>
        <p:grpSpPr>
          <a:xfrm>
            <a:off x="8249900" y="2123840"/>
            <a:ext cx="1467720" cy="308880"/>
            <a:chOff x="8249900" y="2123840"/>
            <a:chExt cx="14677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310BF4-0E01-E663-B7BC-6061BFD7CE20}"/>
                    </a:ext>
                  </a:extLst>
                </p14:cNvPr>
                <p14:cNvContentPartPr/>
                <p14:nvPr/>
              </p14:nvContentPartPr>
              <p14:xfrm>
                <a:off x="8249900" y="2123840"/>
                <a:ext cx="195120" cy="63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310BF4-0E01-E663-B7BC-6061BFD7CE2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1900" y="2105840"/>
                  <a:ext cx="230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AEEAA5B-8A88-5AB8-FD13-0B681215AA3C}"/>
                    </a:ext>
                  </a:extLst>
                </p14:cNvPr>
                <p14:cNvContentPartPr/>
                <p14:nvPr/>
              </p14:nvContentPartPr>
              <p14:xfrm>
                <a:off x="8342780" y="2146520"/>
                <a:ext cx="104040" cy="24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AEEAA5B-8A88-5AB8-FD13-0B681215AA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24717" y="2128494"/>
                  <a:ext cx="139804" cy="2812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6A47B9-AF77-00AE-2D36-87CE79292770}"/>
                    </a:ext>
                  </a:extLst>
                </p14:cNvPr>
                <p14:cNvContentPartPr/>
                <p14:nvPr/>
              </p14:nvContentPartPr>
              <p14:xfrm>
                <a:off x="8508740" y="2214920"/>
                <a:ext cx="51120" cy="11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6A47B9-AF77-00AE-2D36-87CE792927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90740" y="2196976"/>
                  <a:ext cx="86760" cy="150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109AF4-A872-9CC1-F9F2-2851B2EB3983}"/>
                    </a:ext>
                  </a:extLst>
                </p14:cNvPr>
                <p14:cNvContentPartPr/>
                <p14:nvPr/>
              </p14:nvContentPartPr>
              <p14:xfrm>
                <a:off x="8667860" y="2229320"/>
                <a:ext cx="86760" cy="11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109AF4-A872-9CC1-F9F2-2851B2EB398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49785" y="2211320"/>
                  <a:ext cx="122549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AE00FE2-1D85-279A-64C6-1B74F80019AA}"/>
                    </a:ext>
                  </a:extLst>
                </p14:cNvPr>
                <p14:cNvContentPartPr/>
                <p14:nvPr/>
              </p14:nvContentPartPr>
              <p14:xfrm>
                <a:off x="8865140" y="2259200"/>
                <a:ext cx="28080" cy="8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AE00FE2-1D85-279A-64C6-1B74F80019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6906" y="2241200"/>
                  <a:ext cx="64183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D01102-6F8C-5C67-933A-881B539CF6B9}"/>
                    </a:ext>
                  </a:extLst>
                </p14:cNvPr>
                <p14:cNvContentPartPr/>
                <p14:nvPr/>
              </p14:nvContentPartPr>
              <p14:xfrm>
                <a:off x="8887460" y="2142920"/>
                <a:ext cx="1584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D01102-6F8C-5C67-933A-881B539CF6B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69460" y="2124695"/>
                  <a:ext cx="51480" cy="652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E5DA44-463C-195B-68A1-313567644798}"/>
                    </a:ext>
                  </a:extLst>
                </p14:cNvPr>
                <p14:cNvContentPartPr/>
                <p14:nvPr/>
              </p14:nvContentPartPr>
              <p14:xfrm>
                <a:off x="8996540" y="2241560"/>
                <a:ext cx="133200" cy="10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E5DA44-463C-195B-68A1-3135676447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8491" y="2223560"/>
                  <a:ext cx="168937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3A0C55-3BE9-2F07-5896-FF37E30D9095}"/>
                    </a:ext>
                  </a:extLst>
                </p14:cNvPr>
                <p14:cNvContentPartPr/>
                <p14:nvPr/>
              </p14:nvContentPartPr>
              <p14:xfrm>
                <a:off x="9236660" y="2257400"/>
                <a:ext cx="23040" cy="9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3A0C55-3BE9-2F07-5896-FF37E30D909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18660" y="2239400"/>
                  <a:ext cx="58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E888FC-613B-166B-3EA5-C280A8F42AEE}"/>
                    </a:ext>
                  </a:extLst>
                </p14:cNvPr>
                <p14:cNvContentPartPr/>
                <p14:nvPr/>
              </p14:nvContentPartPr>
              <p14:xfrm>
                <a:off x="9221180" y="2189360"/>
                <a:ext cx="34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E888FC-613B-166B-3EA5-C280A8F42A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3180" y="2171360"/>
                  <a:ext cx="7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05642F-75D3-73C5-6CAA-27DCD2C08C32}"/>
                    </a:ext>
                  </a:extLst>
                </p14:cNvPr>
                <p14:cNvContentPartPr/>
                <p14:nvPr/>
              </p14:nvContentPartPr>
              <p14:xfrm>
                <a:off x="9354380" y="2234720"/>
                <a:ext cx="176040" cy="10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05642F-75D3-73C5-6CAA-27DCD2C08C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36417" y="2216720"/>
                  <a:ext cx="211607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37F960-C32F-3E81-2B35-BF9592BF76D9}"/>
                    </a:ext>
                  </a:extLst>
                </p14:cNvPr>
                <p14:cNvContentPartPr/>
                <p14:nvPr/>
              </p14:nvContentPartPr>
              <p14:xfrm>
                <a:off x="9651020" y="2255960"/>
                <a:ext cx="66600" cy="176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37F960-C32F-3E81-2B35-BF9592BF76D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33020" y="2237960"/>
                  <a:ext cx="102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C0D5442-BD39-B593-7EB0-F7CE71614487}"/>
              </a:ext>
            </a:extLst>
          </p:cNvPr>
          <p:cNvGrpSpPr/>
          <p:nvPr/>
        </p:nvGrpSpPr>
        <p:grpSpPr>
          <a:xfrm>
            <a:off x="8429180" y="2704520"/>
            <a:ext cx="101160" cy="320760"/>
            <a:chOff x="8429180" y="2704520"/>
            <a:chExt cx="1011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59E34A-3071-38B7-0ECD-D2E82961E325}"/>
                    </a:ext>
                  </a:extLst>
                </p14:cNvPr>
                <p14:cNvContentPartPr/>
                <p14:nvPr/>
              </p14:nvContentPartPr>
              <p14:xfrm>
                <a:off x="8465900" y="2704520"/>
                <a:ext cx="14760" cy="29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59E34A-3071-38B7-0ECD-D2E82961E32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47900" y="2686520"/>
                  <a:ext cx="504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5EA21A-605F-2E2C-A709-1DAA3000AFBC}"/>
                    </a:ext>
                  </a:extLst>
                </p14:cNvPr>
                <p14:cNvContentPartPr/>
                <p14:nvPr/>
              </p14:nvContentPartPr>
              <p14:xfrm>
                <a:off x="8429180" y="2988200"/>
                <a:ext cx="101160" cy="3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5EA21A-605F-2E2C-A709-1DAA3000AFB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11180" y="2970200"/>
                  <a:ext cx="1368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6C8B93A-F81F-4250-1870-FDEA73B820D1}"/>
              </a:ext>
            </a:extLst>
          </p:cNvPr>
          <p:cNvGrpSpPr/>
          <p:nvPr/>
        </p:nvGrpSpPr>
        <p:grpSpPr>
          <a:xfrm>
            <a:off x="8931740" y="2691920"/>
            <a:ext cx="809640" cy="310680"/>
            <a:chOff x="8931740" y="2691920"/>
            <a:chExt cx="80964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A7E0CBD-EB6C-D728-EFCC-7C5F5EAD1B28}"/>
                    </a:ext>
                  </a:extLst>
                </p14:cNvPr>
                <p14:cNvContentPartPr/>
                <p14:nvPr/>
              </p14:nvContentPartPr>
              <p14:xfrm>
                <a:off x="8931740" y="2691920"/>
                <a:ext cx="23400" cy="31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A7E0CBD-EB6C-D728-EFCC-7C5F5EAD1B2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13740" y="2673941"/>
                  <a:ext cx="59040" cy="3462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B82EDD-8C9B-59EB-A753-9B28D16915BB}"/>
                    </a:ext>
                  </a:extLst>
                </p14:cNvPr>
                <p14:cNvContentPartPr/>
                <p14:nvPr/>
              </p14:nvContentPartPr>
              <p14:xfrm>
                <a:off x="8951900" y="2806760"/>
                <a:ext cx="105480" cy="13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B82EDD-8C9B-59EB-A753-9B28D16915B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33900" y="2788760"/>
                  <a:ext cx="141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CA65B4-BBA2-4B07-4825-579E7EC9B44E}"/>
                    </a:ext>
                  </a:extLst>
                </p14:cNvPr>
                <p14:cNvContentPartPr/>
                <p14:nvPr/>
              </p14:nvContentPartPr>
              <p14:xfrm>
                <a:off x="9154580" y="2831960"/>
                <a:ext cx="192600" cy="115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CA65B4-BBA2-4B07-4825-579E7EC9B44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6580" y="2813960"/>
                  <a:ext cx="228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BEBD5E2-8360-F89B-23BB-C0DBD736F0C0}"/>
                    </a:ext>
                  </a:extLst>
                </p14:cNvPr>
                <p14:cNvContentPartPr/>
                <p14:nvPr/>
              </p14:nvContentPartPr>
              <p14:xfrm>
                <a:off x="9446180" y="2840600"/>
                <a:ext cx="52920" cy="9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BEBD5E2-8360-F89B-23BB-C0DBD736F0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28302" y="2822668"/>
                  <a:ext cx="88319" cy="130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71ADEE-588F-4AAB-C6B0-554AFE0AE573}"/>
                    </a:ext>
                  </a:extLst>
                </p14:cNvPr>
                <p14:cNvContentPartPr/>
                <p14:nvPr/>
              </p14:nvContentPartPr>
              <p14:xfrm>
                <a:off x="9581180" y="2853200"/>
                <a:ext cx="160200" cy="9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71ADEE-588F-4AAB-C6B0-554AFE0AE57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63180" y="2835200"/>
                  <a:ext cx="1958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BDF388-3BBF-3971-C172-6A5431C9368E}"/>
              </a:ext>
            </a:extLst>
          </p:cNvPr>
          <p:cNvGrpSpPr/>
          <p:nvPr/>
        </p:nvGrpSpPr>
        <p:grpSpPr>
          <a:xfrm>
            <a:off x="10038020" y="2671040"/>
            <a:ext cx="569160" cy="281880"/>
            <a:chOff x="10038020" y="2671040"/>
            <a:chExt cx="5691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845BA4-E35B-77F9-EF01-862B17B4839D}"/>
                    </a:ext>
                  </a:extLst>
                </p14:cNvPr>
                <p14:cNvContentPartPr/>
                <p14:nvPr/>
              </p14:nvContentPartPr>
              <p14:xfrm>
                <a:off x="10038020" y="2815040"/>
                <a:ext cx="91440" cy="13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845BA4-E35B-77F9-EF01-862B17B4839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20020" y="279704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FA7D3C-C71B-C53B-045D-BB5F7D0CF374}"/>
                    </a:ext>
                  </a:extLst>
                </p14:cNvPr>
                <p14:cNvContentPartPr/>
                <p14:nvPr/>
              </p14:nvContentPartPr>
              <p14:xfrm>
                <a:off x="10285340" y="2845640"/>
                <a:ext cx="16020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FA7D3C-C71B-C53B-045D-BB5F7D0CF3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67340" y="2827710"/>
                  <a:ext cx="195840" cy="127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1A6695D-425D-2E35-500E-311032B6858D}"/>
                    </a:ext>
                  </a:extLst>
                </p14:cNvPr>
                <p14:cNvContentPartPr/>
                <p14:nvPr/>
              </p14:nvContentPartPr>
              <p14:xfrm>
                <a:off x="10532300" y="2671040"/>
                <a:ext cx="48240" cy="240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1A6695D-425D-2E35-500E-311032B685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14165" y="2653040"/>
                  <a:ext cx="84148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F55355-09E0-5772-D68B-A1B2F07E2638}"/>
                    </a:ext>
                  </a:extLst>
                </p14:cNvPr>
                <p14:cNvContentPartPr/>
                <p14:nvPr/>
              </p14:nvContentPartPr>
              <p14:xfrm>
                <a:off x="10531580" y="2830880"/>
                <a:ext cx="75600" cy="2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F55355-09E0-5772-D68B-A1B2F07E263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13580" y="2812880"/>
                  <a:ext cx="11124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BD656E1-BCF3-C7EC-03D7-F44F3674166C}"/>
              </a:ext>
            </a:extLst>
          </p:cNvPr>
          <p:cNvGrpSpPr/>
          <p:nvPr/>
        </p:nvGrpSpPr>
        <p:grpSpPr>
          <a:xfrm>
            <a:off x="10790420" y="2682920"/>
            <a:ext cx="556920" cy="298800"/>
            <a:chOff x="10790420" y="2682920"/>
            <a:chExt cx="5569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2EF411-312D-C348-A174-111ECBD5C9F6}"/>
                    </a:ext>
                  </a:extLst>
                </p14:cNvPr>
                <p14:cNvContentPartPr/>
                <p14:nvPr/>
              </p14:nvContentPartPr>
              <p14:xfrm>
                <a:off x="10790420" y="2830160"/>
                <a:ext cx="4068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2EF411-312D-C348-A174-111ECBD5C9F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72420" y="2812160"/>
                  <a:ext cx="7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DDCFA2-1AA7-9839-ADD0-21C92072DB93}"/>
                    </a:ext>
                  </a:extLst>
                </p14:cNvPr>
                <p14:cNvContentPartPr/>
                <p14:nvPr/>
              </p14:nvContentPartPr>
              <p14:xfrm>
                <a:off x="10813460" y="2791640"/>
                <a:ext cx="86400" cy="95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DDCFA2-1AA7-9839-ADD0-21C92072DB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95460" y="2773640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2A8309-5FF1-BE41-9D27-AA79B9B86FB4}"/>
                    </a:ext>
                  </a:extLst>
                </p14:cNvPr>
                <p14:cNvContentPartPr/>
                <p14:nvPr/>
              </p14:nvContentPartPr>
              <p14:xfrm>
                <a:off x="10935500" y="2796680"/>
                <a:ext cx="160200" cy="95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2A8309-5FF1-BE41-9D27-AA79B9B86FB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17500" y="2778680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164987-66A8-11BF-1493-C44516BA20BD}"/>
                    </a:ext>
                  </a:extLst>
                </p14:cNvPr>
                <p14:cNvContentPartPr/>
                <p14:nvPr/>
              </p14:nvContentPartPr>
              <p14:xfrm>
                <a:off x="11162300" y="2682920"/>
                <a:ext cx="88200" cy="209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164987-66A8-11BF-1493-C44516BA20B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44300" y="2664920"/>
                  <a:ext cx="123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A0F784-AB01-694A-D34C-2BD24EAF1841}"/>
                    </a:ext>
                  </a:extLst>
                </p14:cNvPr>
                <p14:cNvContentPartPr/>
                <p14:nvPr/>
              </p14:nvContentPartPr>
              <p14:xfrm>
                <a:off x="11148980" y="2770040"/>
                <a:ext cx="19836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A0F784-AB01-694A-D34C-2BD24EAF18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30980" y="2752040"/>
                  <a:ext cx="2340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6712781-663A-60AB-931F-3B99CAAFCBE4}"/>
              </a:ext>
            </a:extLst>
          </p:cNvPr>
          <p:cNvGrpSpPr/>
          <p:nvPr/>
        </p:nvGrpSpPr>
        <p:grpSpPr>
          <a:xfrm>
            <a:off x="8492540" y="3327320"/>
            <a:ext cx="234720" cy="159480"/>
            <a:chOff x="8492540" y="3327320"/>
            <a:chExt cx="23472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44133A-0FA4-D1F7-DFF1-CB07169A7612}"/>
                    </a:ext>
                  </a:extLst>
                </p14:cNvPr>
                <p14:cNvContentPartPr/>
                <p14:nvPr/>
              </p14:nvContentPartPr>
              <p14:xfrm>
                <a:off x="8492540" y="3327320"/>
                <a:ext cx="102600" cy="159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44133A-0FA4-D1F7-DFF1-CB07169A761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74540" y="3309320"/>
                  <a:ext cx="13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D708FE6-69BC-0230-F571-0AD74827355F}"/>
                    </a:ext>
                  </a:extLst>
                </p14:cNvPr>
                <p14:cNvContentPartPr/>
                <p14:nvPr/>
              </p14:nvContentPartPr>
              <p14:xfrm>
                <a:off x="8673620" y="3360800"/>
                <a:ext cx="53640" cy="11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D708FE6-69BC-0230-F571-0AD7482735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55620" y="3342800"/>
                  <a:ext cx="892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E7C785C-C036-32AB-DD41-5026AC94CF07}"/>
              </a:ext>
            </a:extLst>
          </p:cNvPr>
          <p:cNvGrpSpPr/>
          <p:nvPr/>
        </p:nvGrpSpPr>
        <p:grpSpPr>
          <a:xfrm>
            <a:off x="9024620" y="3245600"/>
            <a:ext cx="124560" cy="313920"/>
            <a:chOff x="9024620" y="3245600"/>
            <a:chExt cx="1245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14CC3B-713F-3A4E-04BA-3969942A9408}"/>
                    </a:ext>
                  </a:extLst>
                </p14:cNvPr>
                <p14:cNvContentPartPr/>
                <p14:nvPr/>
              </p14:nvContentPartPr>
              <p14:xfrm>
                <a:off x="9058460" y="3245600"/>
                <a:ext cx="21240" cy="28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14CC3B-713F-3A4E-04BA-3969942A940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40460" y="3227623"/>
                  <a:ext cx="56880" cy="316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7F4303-4B1F-52C6-709D-216ED22B23E2}"/>
                    </a:ext>
                  </a:extLst>
                </p14:cNvPr>
                <p14:cNvContentPartPr/>
                <p14:nvPr/>
              </p14:nvContentPartPr>
              <p14:xfrm>
                <a:off x="9024620" y="3252440"/>
                <a:ext cx="101880" cy="55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7F4303-4B1F-52C6-709D-216ED22B23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06620" y="3234440"/>
                  <a:ext cx="137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1F71F7-1C27-A53A-ED61-F814C5113931}"/>
                    </a:ext>
                  </a:extLst>
                </p14:cNvPr>
                <p14:cNvContentPartPr/>
                <p14:nvPr/>
              </p14:nvContentPartPr>
              <p14:xfrm>
                <a:off x="9058460" y="3501920"/>
                <a:ext cx="9072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1F71F7-1C27-A53A-ED61-F814C511393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40460" y="3483920"/>
                  <a:ext cx="1263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E084A2F-DF34-E716-B766-B8311DDADA63}"/>
              </a:ext>
            </a:extLst>
          </p:cNvPr>
          <p:cNvGrpSpPr/>
          <p:nvPr/>
        </p:nvGrpSpPr>
        <p:grpSpPr>
          <a:xfrm>
            <a:off x="9462380" y="3370520"/>
            <a:ext cx="545760" cy="139680"/>
            <a:chOff x="9462380" y="3370520"/>
            <a:chExt cx="5457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095486-2513-CE86-A8B3-03B4828E639D}"/>
                    </a:ext>
                  </a:extLst>
                </p14:cNvPr>
                <p14:cNvContentPartPr/>
                <p14:nvPr/>
              </p14:nvContentPartPr>
              <p14:xfrm>
                <a:off x="9462380" y="3380960"/>
                <a:ext cx="80640" cy="12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095486-2513-CE86-A8B3-03B4828E639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44299" y="3362960"/>
                  <a:ext cx="116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E1CC3B1-C7D3-8625-86EA-F734753C4D48}"/>
                    </a:ext>
                  </a:extLst>
                </p14:cNvPr>
                <p14:cNvContentPartPr/>
                <p14:nvPr/>
              </p14:nvContentPartPr>
              <p14:xfrm>
                <a:off x="9642380" y="3370520"/>
                <a:ext cx="365760" cy="10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E1CC3B1-C7D3-8625-86EA-F734753C4D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4398" y="3352520"/>
                  <a:ext cx="401365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927CF05-0720-0B19-8D29-5B7D4D07894C}"/>
              </a:ext>
            </a:extLst>
          </p:cNvPr>
          <p:cNvGrpSpPr/>
          <p:nvPr/>
        </p:nvGrpSpPr>
        <p:grpSpPr>
          <a:xfrm>
            <a:off x="10326020" y="3176840"/>
            <a:ext cx="722880" cy="347760"/>
            <a:chOff x="10326020" y="3176840"/>
            <a:chExt cx="7228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CB73A51-D805-3D74-57D2-032324BDBE3E}"/>
                    </a:ext>
                  </a:extLst>
                </p14:cNvPr>
                <p14:cNvContentPartPr/>
                <p14:nvPr/>
              </p14:nvContentPartPr>
              <p14:xfrm>
                <a:off x="10356260" y="3217160"/>
                <a:ext cx="87840" cy="307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CB73A51-D805-3D74-57D2-032324BDBE3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38260" y="3199160"/>
                  <a:ext cx="123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06BE2D-39F0-EEBD-8003-5F9FAD4676B8}"/>
                    </a:ext>
                  </a:extLst>
                </p14:cNvPr>
                <p14:cNvContentPartPr/>
                <p14:nvPr/>
              </p14:nvContentPartPr>
              <p14:xfrm>
                <a:off x="10326020" y="3391400"/>
                <a:ext cx="136080" cy="4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06BE2D-39F0-EEBD-8003-5F9FAD4676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07972" y="3373262"/>
                  <a:ext cx="171815" cy="83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64C055-FBB8-41FD-9911-837339AA2E02}"/>
                    </a:ext>
                  </a:extLst>
                </p14:cNvPr>
                <p14:cNvContentPartPr/>
                <p14:nvPr/>
              </p14:nvContentPartPr>
              <p14:xfrm>
                <a:off x="10525820" y="3359360"/>
                <a:ext cx="180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64C055-FBB8-41FD-9911-837339AA2E0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07820" y="3341436"/>
                  <a:ext cx="53640" cy="1200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7A9C420-BD4C-292F-1603-858028F4F759}"/>
                    </a:ext>
                  </a:extLst>
                </p14:cNvPr>
                <p14:cNvContentPartPr/>
                <p14:nvPr/>
              </p14:nvContentPartPr>
              <p14:xfrm>
                <a:off x="10528340" y="3255320"/>
                <a:ext cx="2304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A9C420-BD4C-292F-1603-858028F4F7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10054" y="3236974"/>
                  <a:ext cx="59246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737C99-CFA5-EE95-4648-6ACE928D1ECF}"/>
                    </a:ext>
                  </a:extLst>
                </p14:cNvPr>
                <p14:cNvContentPartPr/>
                <p14:nvPr/>
              </p14:nvContentPartPr>
              <p14:xfrm>
                <a:off x="10660100" y="3316160"/>
                <a:ext cx="126720" cy="7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737C99-CFA5-EE95-4648-6ACE928D1EC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2100" y="3298160"/>
                  <a:ext cx="16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C559A6-330F-B14A-43F1-D0C00376B44C}"/>
                    </a:ext>
                  </a:extLst>
                </p14:cNvPr>
                <p14:cNvContentPartPr/>
                <p14:nvPr/>
              </p14:nvContentPartPr>
              <p14:xfrm>
                <a:off x="10913540" y="3176840"/>
                <a:ext cx="135360" cy="22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C559A6-330F-B14A-43F1-D0C00376B44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95588" y="3158840"/>
                  <a:ext cx="170905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7138412-8EAC-3864-867C-78C5121CA01B}"/>
              </a:ext>
            </a:extLst>
          </p:cNvPr>
          <p:cNvGrpSpPr/>
          <p:nvPr/>
        </p:nvGrpSpPr>
        <p:grpSpPr>
          <a:xfrm>
            <a:off x="9205700" y="3698840"/>
            <a:ext cx="1536480" cy="329760"/>
            <a:chOff x="9205700" y="3698840"/>
            <a:chExt cx="15364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044DCED-4556-D4BC-F1BF-11B3731E6460}"/>
                    </a:ext>
                  </a:extLst>
                </p14:cNvPr>
                <p14:cNvContentPartPr/>
                <p14:nvPr/>
              </p14:nvContentPartPr>
              <p14:xfrm>
                <a:off x="9205700" y="3848960"/>
                <a:ext cx="299520" cy="179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044DCED-4556-D4BC-F1BF-11B3731E646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87678" y="3830924"/>
                  <a:ext cx="335203" cy="2153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D4D09B3-8A96-C018-FAB0-F71F73668310}"/>
                    </a:ext>
                  </a:extLst>
                </p14:cNvPr>
                <p14:cNvContentPartPr/>
                <p14:nvPr/>
              </p14:nvContentPartPr>
              <p14:xfrm>
                <a:off x="9525740" y="3837080"/>
                <a:ext cx="101160" cy="105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D4D09B3-8A96-C018-FAB0-F71F7366831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07740" y="3819018"/>
                  <a:ext cx="136800" cy="1412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E7D713A-1B4F-8B5C-8FA7-2851C2DF54AB}"/>
                    </a:ext>
                  </a:extLst>
                </p14:cNvPr>
                <p14:cNvContentPartPr/>
                <p14:nvPr/>
              </p14:nvContentPartPr>
              <p14:xfrm>
                <a:off x="9697820" y="3853280"/>
                <a:ext cx="572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E7D713A-1B4F-8B5C-8FA7-2851C2DF54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679820" y="3835191"/>
                  <a:ext cx="92880" cy="109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EB9E66-D16D-3511-27EB-F5176D3261CB}"/>
                    </a:ext>
                  </a:extLst>
                </p14:cNvPr>
                <p14:cNvContentPartPr/>
                <p14:nvPr/>
              </p14:nvContentPartPr>
              <p14:xfrm>
                <a:off x="9696740" y="3770480"/>
                <a:ext cx="19800" cy="1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EB9E66-D16D-3511-27EB-F5176D3261C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78740" y="3752480"/>
                  <a:ext cx="55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4E74670-8AAB-8B00-9AA6-09ED26198C4A}"/>
                    </a:ext>
                  </a:extLst>
                </p14:cNvPr>
                <p14:cNvContentPartPr/>
                <p14:nvPr/>
              </p14:nvContentPartPr>
              <p14:xfrm>
                <a:off x="9879260" y="3717200"/>
                <a:ext cx="348480" cy="251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4E74670-8AAB-8B00-9AA6-09ED26198C4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61260" y="3699200"/>
                  <a:ext cx="384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AA47867-A590-F3B2-3897-E724939F50AD}"/>
                    </a:ext>
                  </a:extLst>
                </p14:cNvPr>
                <p14:cNvContentPartPr/>
                <p14:nvPr/>
              </p14:nvContentPartPr>
              <p14:xfrm>
                <a:off x="10332500" y="3698840"/>
                <a:ext cx="24120" cy="20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AA47867-A590-F3B2-3897-E724939F50A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14500" y="3680871"/>
                  <a:ext cx="59760" cy="24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A1115E-973D-6DA7-2FD3-3165F6268267}"/>
                    </a:ext>
                  </a:extLst>
                </p14:cNvPr>
                <p14:cNvContentPartPr/>
                <p14:nvPr/>
              </p14:nvContentPartPr>
              <p14:xfrm>
                <a:off x="10285340" y="3780560"/>
                <a:ext cx="115920" cy="51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A1115E-973D-6DA7-2FD3-3165F626826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67284" y="3762560"/>
                  <a:ext cx="151671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2EDD98-A71C-26CB-9036-10F65BAA61AF}"/>
                    </a:ext>
                  </a:extLst>
                </p14:cNvPr>
                <p14:cNvContentPartPr/>
                <p14:nvPr/>
              </p14:nvContentPartPr>
              <p14:xfrm>
                <a:off x="10507460" y="3788120"/>
                <a:ext cx="77760" cy="14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2EDD98-A71C-26CB-9036-10F65BAA61A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489460" y="3770120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5A33ED-BE78-ABD7-D513-F1EFC80175D0}"/>
                    </a:ext>
                  </a:extLst>
                </p14:cNvPr>
                <p14:cNvContentPartPr/>
                <p14:nvPr/>
              </p14:nvContentPartPr>
              <p14:xfrm>
                <a:off x="10707260" y="3824840"/>
                <a:ext cx="34920" cy="1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5A33ED-BE78-ABD7-D513-F1EFC80175D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89444" y="3806326"/>
                  <a:ext cx="70196" cy="4961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1075713-4352-58C4-725E-B3E1621E245D}"/>
              </a:ext>
            </a:extLst>
          </p:cNvPr>
          <p:cNvGrpSpPr/>
          <p:nvPr/>
        </p:nvGrpSpPr>
        <p:grpSpPr>
          <a:xfrm>
            <a:off x="8645180" y="4420640"/>
            <a:ext cx="198360" cy="462960"/>
            <a:chOff x="8645180" y="4420640"/>
            <a:chExt cx="19836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F7F97D-EB30-4D57-1D12-2E42C7D9CB97}"/>
                    </a:ext>
                  </a:extLst>
                </p14:cNvPr>
                <p14:cNvContentPartPr/>
                <p14:nvPr/>
              </p14:nvContentPartPr>
              <p14:xfrm>
                <a:off x="8713940" y="4420640"/>
                <a:ext cx="119160" cy="462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F7F97D-EB30-4D57-1D12-2E42C7D9CB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95940" y="4402640"/>
                  <a:ext cx="1548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9E8482-3EC4-E9A4-43D5-FACB61D7879C}"/>
                    </a:ext>
                  </a:extLst>
                </p14:cNvPr>
                <p14:cNvContentPartPr/>
                <p14:nvPr/>
              </p14:nvContentPartPr>
              <p14:xfrm>
                <a:off x="8645180" y="4608200"/>
                <a:ext cx="198360" cy="9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9E8482-3EC4-E9A4-43D5-FACB61D7879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27147" y="4590200"/>
                  <a:ext cx="234065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880D595-6ECB-4CDE-6E3B-B938BE0A76C5}"/>
              </a:ext>
            </a:extLst>
          </p:cNvPr>
          <p:cNvGrpSpPr/>
          <p:nvPr/>
        </p:nvGrpSpPr>
        <p:grpSpPr>
          <a:xfrm>
            <a:off x="9039380" y="4457360"/>
            <a:ext cx="1295640" cy="344880"/>
            <a:chOff x="9039380" y="4457360"/>
            <a:chExt cx="129564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EFB647-F75F-3372-9870-DBBFEE3F5455}"/>
                    </a:ext>
                  </a:extLst>
                </p14:cNvPr>
                <p14:cNvContentPartPr/>
                <p14:nvPr/>
              </p14:nvContentPartPr>
              <p14:xfrm>
                <a:off x="9039380" y="4491200"/>
                <a:ext cx="132120" cy="311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EFB647-F75F-3372-9870-DBBFEE3F545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21380" y="4473200"/>
                  <a:ext cx="167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6251E1-7CC3-61EB-CA8B-7E89251A5C3D}"/>
                    </a:ext>
                  </a:extLst>
                </p14:cNvPr>
                <p14:cNvContentPartPr/>
                <p14:nvPr/>
              </p14:nvContentPartPr>
              <p14:xfrm>
                <a:off x="9267260" y="4530800"/>
                <a:ext cx="212400" cy="21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6251E1-7CC3-61EB-CA8B-7E89251A5C3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249260" y="4512800"/>
                  <a:ext cx="248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9BBBA2-3F75-ABA1-76B5-1ADCEED65BB9}"/>
                    </a:ext>
                  </a:extLst>
                </p14:cNvPr>
                <p14:cNvContentPartPr/>
                <p14:nvPr/>
              </p14:nvContentPartPr>
              <p14:xfrm>
                <a:off x="9557780" y="4644920"/>
                <a:ext cx="26640" cy="9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9BBBA2-3F75-ABA1-76B5-1ADCEED65BB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539780" y="4626991"/>
                  <a:ext cx="62280" cy="1258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FE9970-60A6-34B6-E2F1-6FD99062C05D}"/>
                    </a:ext>
                  </a:extLst>
                </p14:cNvPr>
                <p14:cNvContentPartPr/>
                <p14:nvPr/>
              </p14:nvContentPartPr>
              <p14:xfrm>
                <a:off x="9533660" y="4508840"/>
                <a:ext cx="25560" cy="21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FE9970-60A6-34B6-E2F1-6FD99062C05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15660" y="4490840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90F5BA-732C-4BF3-58CF-74EE369FEB01}"/>
                    </a:ext>
                  </a:extLst>
                </p14:cNvPr>
                <p14:cNvContentPartPr/>
                <p14:nvPr/>
              </p14:nvContentPartPr>
              <p14:xfrm>
                <a:off x="9703940" y="4563200"/>
                <a:ext cx="182880" cy="162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90F5BA-732C-4BF3-58CF-74EE369FEB0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85940" y="4545200"/>
                  <a:ext cx="218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73C62AF-8161-F548-EF8D-0B0E430897E8}"/>
                    </a:ext>
                  </a:extLst>
                </p14:cNvPr>
                <p14:cNvContentPartPr/>
                <p14:nvPr/>
              </p14:nvContentPartPr>
              <p14:xfrm>
                <a:off x="9989420" y="4612160"/>
                <a:ext cx="5400" cy="7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73C62AF-8161-F548-EF8D-0B0E430897E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1420" y="4594160"/>
                  <a:ext cx="41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BE3F31-E693-5835-C407-76384936B3B2}"/>
                    </a:ext>
                  </a:extLst>
                </p14:cNvPr>
                <p14:cNvContentPartPr/>
                <p14:nvPr/>
              </p14:nvContentPartPr>
              <p14:xfrm>
                <a:off x="9984020" y="4457360"/>
                <a:ext cx="20880" cy="15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BE3F31-E693-5835-C407-76384936B3B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966020" y="4439779"/>
                  <a:ext cx="56520" cy="49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2817EBC-A486-1EC5-D96A-AB143FADA8E4}"/>
                    </a:ext>
                  </a:extLst>
                </p14:cNvPr>
                <p14:cNvContentPartPr/>
                <p14:nvPr/>
              </p14:nvContentPartPr>
              <p14:xfrm>
                <a:off x="10143860" y="4598840"/>
                <a:ext cx="191160" cy="17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2817EBC-A486-1EC5-D96A-AB143FADA8E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25826" y="4581207"/>
                  <a:ext cx="226867" cy="52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71362BB-9CD0-490E-E51A-F5BD1B39BA5A}"/>
                    </a:ext>
                  </a:extLst>
                </p14:cNvPr>
                <p14:cNvContentPartPr/>
                <p14:nvPr/>
              </p14:nvContentPartPr>
              <p14:xfrm>
                <a:off x="10264100" y="4479320"/>
                <a:ext cx="55440" cy="20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71362BB-9CD0-490E-E51A-F5BD1B39BA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46100" y="4461320"/>
                  <a:ext cx="910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919AA5E-DF8D-CA00-1B45-83CEC97D0EFF}"/>
              </a:ext>
            </a:extLst>
          </p:cNvPr>
          <p:cNvGrpSpPr/>
          <p:nvPr/>
        </p:nvGrpSpPr>
        <p:grpSpPr>
          <a:xfrm>
            <a:off x="10515020" y="4388600"/>
            <a:ext cx="363960" cy="355320"/>
            <a:chOff x="10515020" y="4388600"/>
            <a:chExt cx="3639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7A8771-7189-33F4-8A38-29F8BB127DBD}"/>
                    </a:ext>
                  </a:extLst>
                </p14:cNvPr>
                <p14:cNvContentPartPr/>
                <p14:nvPr/>
              </p14:nvContentPartPr>
              <p14:xfrm>
                <a:off x="10515020" y="4513880"/>
                <a:ext cx="116280" cy="166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7A8771-7189-33F4-8A38-29F8BB127DB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497020" y="4495919"/>
                  <a:ext cx="15192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83527E8-7383-707C-21C2-187E4E3B910A}"/>
                    </a:ext>
                  </a:extLst>
                </p14:cNvPr>
                <p14:cNvContentPartPr/>
                <p14:nvPr/>
              </p14:nvContentPartPr>
              <p14:xfrm>
                <a:off x="10761980" y="4388600"/>
                <a:ext cx="117000" cy="355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83527E8-7383-707C-21C2-187E4E3B91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43980" y="4370600"/>
                  <a:ext cx="15264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D0D7DB5-BD65-78C5-171A-F1CA55A4051E}"/>
              </a:ext>
            </a:extLst>
          </p:cNvPr>
          <p:cNvGrpSpPr/>
          <p:nvPr/>
        </p:nvGrpSpPr>
        <p:grpSpPr>
          <a:xfrm>
            <a:off x="7861820" y="4587680"/>
            <a:ext cx="462600" cy="263880"/>
            <a:chOff x="7861820" y="4587680"/>
            <a:chExt cx="4626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50F6BB1-23F7-4E2B-CCFE-70F72B82AC1C}"/>
                    </a:ext>
                  </a:extLst>
                </p14:cNvPr>
                <p14:cNvContentPartPr/>
                <p14:nvPr/>
              </p14:nvContentPartPr>
              <p14:xfrm>
                <a:off x="7861820" y="4587680"/>
                <a:ext cx="193680" cy="263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50F6BB1-23F7-4E2B-CCFE-70F72B82AC1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3786" y="4569655"/>
                  <a:ext cx="229386" cy="299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9D96ED-9750-9F7A-74D0-2439186E5D03}"/>
                    </a:ext>
                  </a:extLst>
                </p14:cNvPr>
                <p14:cNvContentPartPr/>
                <p14:nvPr/>
              </p14:nvContentPartPr>
              <p14:xfrm>
                <a:off x="8163500" y="4703240"/>
                <a:ext cx="132840" cy="31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9D96ED-9750-9F7A-74D0-2439186E5D0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45500" y="4685240"/>
                  <a:ext cx="16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097E68-A356-F4F8-D86A-5966E8870E53}"/>
                    </a:ext>
                  </a:extLst>
                </p14:cNvPr>
                <p14:cNvContentPartPr/>
                <p14:nvPr/>
              </p14:nvContentPartPr>
              <p14:xfrm>
                <a:off x="8249900" y="4765520"/>
                <a:ext cx="74520" cy="34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097E68-A356-F4F8-D86A-5966E8870E5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31900" y="4747520"/>
                  <a:ext cx="1101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9503D67-1122-82FC-6CCB-3EA3EF3FC0AC}"/>
              </a:ext>
            </a:extLst>
          </p:cNvPr>
          <p:cNvGrpSpPr/>
          <p:nvPr/>
        </p:nvGrpSpPr>
        <p:grpSpPr>
          <a:xfrm>
            <a:off x="8057660" y="1965440"/>
            <a:ext cx="3711960" cy="2532960"/>
            <a:chOff x="8057660" y="1965440"/>
            <a:chExt cx="3711960" cy="253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8991983-8FC2-AAAE-76B6-90DA98AC9280}"/>
                    </a:ext>
                  </a:extLst>
                </p14:cNvPr>
                <p14:cNvContentPartPr/>
                <p14:nvPr/>
              </p14:nvContentPartPr>
              <p14:xfrm>
                <a:off x="8057660" y="1965440"/>
                <a:ext cx="3711960" cy="2296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8991983-8FC2-AAAE-76B6-90DA98AC928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39662" y="1947440"/>
                  <a:ext cx="3747597" cy="23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0F32A54-B594-6228-E97E-EECA595392E6}"/>
                    </a:ext>
                  </a:extLst>
                </p14:cNvPr>
                <p14:cNvContentPartPr/>
                <p14:nvPr/>
              </p14:nvContentPartPr>
              <p14:xfrm>
                <a:off x="9709700" y="4156040"/>
                <a:ext cx="99720" cy="34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0F32A54-B594-6228-E97E-EECA595392E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691635" y="4138040"/>
                  <a:ext cx="135489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523C6A-5625-11D5-825C-E4059DC0F334}"/>
                    </a:ext>
                  </a:extLst>
                </p14:cNvPr>
                <p14:cNvContentPartPr/>
                <p14:nvPr/>
              </p14:nvContentPartPr>
              <p14:xfrm>
                <a:off x="9694220" y="4328120"/>
                <a:ext cx="217080" cy="14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523C6A-5625-11D5-825C-E4059DC0F33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676220" y="4310120"/>
                  <a:ext cx="2527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22F6446-36D8-4D13-5F55-E95A5670BBF0}"/>
              </a:ext>
            </a:extLst>
          </p:cNvPr>
          <p:cNvGrpSpPr/>
          <p:nvPr/>
        </p:nvGrpSpPr>
        <p:grpSpPr>
          <a:xfrm>
            <a:off x="5117540" y="2752400"/>
            <a:ext cx="401040" cy="243720"/>
            <a:chOff x="5117540" y="2752400"/>
            <a:chExt cx="40104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19AEEC1-D253-1D70-17F1-43F4D6D712E7}"/>
                    </a:ext>
                  </a:extLst>
                </p14:cNvPr>
                <p14:cNvContentPartPr/>
                <p14:nvPr/>
              </p14:nvContentPartPr>
              <p14:xfrm>
                <a:off x="5117540" y="2752400"/>
                <a:ext cx="200520" cy="21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19AEEC1-D253-1D70-17F1-43F4D6D712E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99508" y="2734400"/>
                  <a:ext cx="236224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F4B940C-7370-DAB1-1907-A45704791FD8}"/>
                    </a:ext>
                  </a:extLst>
                </p14:cNvPr>
                <p14:cNvContentPartPr/>
                <p14:nvPr/>
              </p14:nvContentPartPr>
              <p14:xfrm>
                <a:off x="5390780" y="2826920"/>
                <a:ext cx="12780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F4B940C-7370-DAB1-1907-A45704791FD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2729" y="2808920"/>
                  <a:ext cx="163541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4D7AB1B-BCA1-A507-6D60-B4997C55468F}"/>
              </a:ext>
            </a:extLst>
          </p:cNvPr>
          <p:cNvGrpSpPr/>
          <p:nvPr/>
        </p:nvGrpSpPr>
        <p:grpSpPr>
          <a:xfrm>
            <a:off x="5033660" y="1347320"/>
            <a:ext cx="3480840" cy="1242000"/>
            <a:chOff x="5033660" y="1347320"/>
            <a:chExt cx="348084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7AEDFFB-BC3C-BBED-8DB7-D18E887347D9}"/>
                    </a:ext>
                  </a:extLst>
                </p14:cNvPr>
                <p14:cNvContentPartPr/>
                <p14:nvPr/>
              </p14:nvContentPartPr>
              <p14:xfrm>
                <a:off x="5228060" y="1380440"/>
                <a:ext cx="187920" cy="164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7AEDFFB-BC3C-BBED-8DB7-D18E887347D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210025" y="1362440"/>
                  <a:ext cx="223628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082DF0-D8C4-365B-1568-9C9A0047EB5D}"/>
                    </a:ext>
                  </a:extLst>
                </p14:cNvPr>
                <p14:cNvContentPartPr/>
                <p14:nvPr/>
              </p14:nvContentPartPr>
              <p14:xfrm>
                <a:off x="5527580" y="1402400"/>
                <a:ext cx="38160" cy="118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082DF0-D8C4-365B-1568-9C9A0047EB5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509580" y="1384454"/>
                  <a:ext cx="73800" cy="1543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D6BADB9-003E-9562-D041-8AFDB48A853E}"/>
                    </a:ext>
                  </a:extLst>
                </p14:cNvPr>
                <p14:cNvContentPartPr/>
                <p14:nvPr/>
              </p14:nvContentPartPr>
              <p14:xfrm>
                <a:off x="5033660" y="2101520"/>
                <a:ext cx="159480" cy="158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D6BADB9-003E-9562-D041-8AFDB48A853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5660" y="2083561"/>
                  <a:ext cx="195120" cy="1935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7B9CE0-CC58-E9B6-379E-33DC96A0FA18}"/>
                    </a:ext>
                  </a:extLst>
                </p14:cNvPr>
                <p14:cNvContentPartPr/>
                <p14:nvPr/>
              </p14:nvContentPartPr>
              <p14:xfrm>
                <a:off x="5284940" y="2096120"/>
                <a:ext cx="78840" cy="62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7B9CE0-CC58-E9B6-379E-33DC96A0FA1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66940" y="2078120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891BF3B-5BE1-E102-0200-570EE687386C}"/>
                    </a:ext>
                  </a:extLst>
                </p14:cNvPr>
                <p14:cNvContentPartPr/>
                <p14:nvPr/>
              </p14:nvContentPartPr>
              <p14:xfrm>
                <a:off x="5605700" y="1347320"/>
                <a:ext cx="2908800" cy="1242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891BF3B-5BE1-E102-0200-570EE687386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87702" y="1329320"/>
                  <a:ext cx="2944436" cy="12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21F900A-18AC-5BE5-0DB7-2DBDF6AEFB1E}"/>
              </a:ext>
            </a:extLst>
          </p:cNvPr>
          <p:cNvGrpSpPr/>
          <p:nvPr/>
        </p:nvGrpSpPr>
        <p:grpSpPr>
          <a:xfrm>
            <a:off x="5404820" y="1636760"/>
            <a:ext cx="498600" cy="152640"/>
            <a:chOff x="5404820" y="1636760"/>
            <a:chExt cx="4986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B1BA438-D3F9-4661-DC59-EC7D1F57F9EF}"/>
                    </a:ext>
                  </a:extLst>
                </p14:cNvPr>
                <p14:cNvContentPartPr/>
                <p14:nvPr/>
              </p14:nvContentPartPr>
              <p14:xfrm>
                <a:off x="5404820" y="1636760"/>
                <a:ext cx="164520" cy="110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B1BA438-D3F9-4661-DC59-EC7D1F57F9E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386820" y="1618760"/>
                  <a:ext cx="20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3A439D7-8869-D292-4C97-910C529EFD4C}"/>
                    </a:ext>
                  </a:extLst>
                </p14:cNvPr>
                <p14:cNvContentPartPr/>
                <p14:nvPr/>
              </p14:nvContentPartPr>
              <p14:xfrm>
                <a:off x="5640260" y="1683200"/>
                <a:ext cx="36360" cy="81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3A439D7-8869-D292-4C97-910C529EFD4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622436" y="1665200"/>
                  <a:ext cx="71651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F7F58C-5C93-3F52-4788-B18F78E60952}"/>
                    </a:ext>
                  </a:extLst>
                </p14:cNvPr>
                <p14:cNvContentPartPr/>
                <p14:nvPr/>
              </p14:nvContentPartPr>
              <p14:xfrm>
                <a:off x="5741060" y="1724600"/>
                <a:ext cx="14760" cy="64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F7F58C-5C93-3F52-4788-B18F78E6095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723060" y="1706600"/>
                  <a:ext cx="50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F9D4345-C6B8-D11A-7FE9-D0F9BCB30F72}"/>
                    </a:ext>
                  </a:extLst>
                </p14:cNvPr>
                <p14:cNvContentPartPr/>
                <p14:nvPr/>
              </p14:nvContentPartPr>
              <p14:xfrm>
                <a:off x="5821340" y="1673120"/>
                <a:ext cx="82080" cy="108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F9D4345-C6B8-D11A-7FE9-D0F9BCB30F7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03340" y="1655120"/>
                  <a:ext cx="11772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0079280-C44B-F496-13E0-5150984A14EF}"/>
              </a:ext>
            </a:extLst>
          </p:cNvPr>
          <p:cNvGrpSpPr/>
          <p:nvPr/>
        </p:nvGrpSpPr>
        <p:grpSpPr>
          <a:xfrm>
            <a:off x="5429660" y="2224280"/>
            <a:ext cx="694080" cy="195120"/>
            <a:chOff x="5429660" y="2224280"/>
            <a:chExt cx="6940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69BB746-01B9-5FDD-A42C-998E93DE5DEE}"/>
                    </a:ext>
                  </a:extLst>
                </p14:cNvPr>
                <p14:cNvContentPartPr/>
                <p14:nvPr/>
              </p14:nvContentPartPr>
              <p14:xfrm>
                <a:off x="5429660" y="2224280"/>
                <a:ext cx="169560" cy="12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69BB746-01B9-5FDD-A42C-998E93DE5DE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411660" y="2206280"/>
                  <a:ext cx="205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CFCF630-726C-FF02-8BF3-9ECA1D533DF0}"/>
                    </a:ext>
                  </a:extLst>
                </p14:cNvPr>
                <p14:cNvContentPartPr/>
                <p14:nvPr/>
              </p14:nvContentPartPr>
              <p14:xfrm>
                <a:off x="5664380" y="2306720"/>
                <a:ext cx="64080" cy="84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CFCF630-726C-FF02-8BF3-9ECA1D533DF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646481" y="2288720"/>
                  <a:ext cx="99521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9E69C94-BD3B-0ADB-783B-64C0FECA954C}"/>
                    </a:ext>
                  </a:extLst>
                </p14:cNvPr>
                <p14:cNvContentPartPr/>
                <p14:nvPr/>
              </p14:nvContentPartPr>
              <p14:xfrm>
                <a:off x="5823500" y="2320760"/>
                <a:ext cx="12960" cy="85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9E69C94-BD3B-0ADB-783B-64C0FECA954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804986" y="2302684"/>
                  <a:ext cx="49618" cy="121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C771C8A-DB1B-600B-595C-AC513993AFC5}"/>
                    </a:ext>
                  </a:extLst>
                </p14:cNvPr>
                <p14:cNvContentPartPr/>
                <p14:nvPr/>
              </p14:nvContentPartPr>
              <p14:xfrm>
                <a:off x="5957780" y="2303840"/>
                <a:ext cx="50400" cy="100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C771C8A-DB1B-600B-595C-AC513993AF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939908" y="2285775"/>
                  <a:ext cx="85787" cy="136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FE35604-15FF-1417-C3A7-A97611B92E8C}"/>
                    </a:ext>
                  </a:extLst>
                </p14:cNvPr>
                <p14:cNvContentPartPr/>
                <p14:nvPr/>
              </p14:nvContentPartPr>
              <p14:xfrm>
                <a:off x="5947700" y="2306720"/>
                <a:ext cx="176040" cy="112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FE35604-15FF-1417-C3A7-A97611B92E8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929700" y="2288720"/>
                  <a:ext cx="2116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8C816C-5B42-83A7-9557-342DA7F624EC}"/>
              </a:ext>
            </a:extLst>
          </p:cNvPr>
          <p:cNvGrpSpPr/>
          <p:nvPr/>
        </p:nvGrpSpPr>
        <p:grpSpPr>
          <a:xfrm>
            <a:off x="5579420" y="3025640"/>
            <a:ext cx="617760" cy="261720"/>
            <a:chOff x="5579420" y="3025640"/>
            <a:chExt cx="61776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9A06E00-FE8E-6AB0-1663-F95C69CD471E}"/>
                    </a:ext>
                  </a:extLst>
                </p14:cNvPr>
                <p14:cNvContentPartPr/>
                <p14:nvPr/>
              </p14:nvContentPartPr>
              <p14:xfrm>
                <a:off x="5579420" y="3025640"/>
                <a:ext cx="144360" cy="10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9A06E00-FE8E-6AB0-1663-F95C69CD471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561420" y="3007579"/>
                  <a:ext cx="180000" cy="141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86B9DC5-B5DB-08BD-E54C-B27A760DF7F9}"/>
                    </a:ext>
                  </a:extLst>
                </p14:cNvPr>
                <p14:cNvContentPartPr/>
                <p14:nvPr/>
              </p14:nvContentPartPr>
              <p14:xfrm>
                <a:off x="5815580" y="3060200"/>
                <a:ext cx="97200" cy="163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86B9DC5-B5DB-08BD-E54C-B27A760DF7F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797580" y="3042200"/>
                  <a:ext cx="132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800999E-6769-DDD7-60B9-09297FC21A06}"/>
                    </a:ext>
                  </a:extLst>
                </p14:cNvPr>
                <p14:cNvContentPartPr/>
                <p14:nvPr/>
              </p14:nvContentPartPr>
              <p14:xfrm>
                <a:off x="5941580" y="3185120"/>
                <a:ext cx="248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800999E-6769-DDD7-60B9-09297FC21A0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923837" y="3167183"/>
                  <a:ext cx="59971" cy="1377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823BC85-261A-FA4A-3AF1-E4A0AB793C39}"/>
                    </a:ext>
                  </a:extLst>
                </p14:cNvPr>
                <p14:cNvContentPartPr/>
                <p14:nvPr/>
              </p14:nvContentPartPr>
              <p14:xfrm>
                <a:off x="6048140" y="3121400"/>
                <a:ext cx="149040" cy="127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823BC85-261A-FA4A-3AF1-E4A0AB793C3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30140" y="3103400"/>
                  <a:ext cx="18468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3E8C538-6D00-FDBC-B35D-7DF2E81A5503}"/>
              </a:ext>
            </a:extLst>
          </p:cNvPr>
          <p:cNvGrpSpPr/>
          <p:nvPr/>
        </p:nvGrpSpPr>
        <p:grpSpPr>
          <a:xfrm>
            <a:off x="80420" y="799760"/>
            <a:ext cx="2344320" cy="1824840"/>
            <a:chOff x="80420" y="799760"/>
            <a:chExt cx="2344320" cy="18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EEE13D-0C0E-B676-6795-70FF70425CA2}"/>
                    </a:ext>
                  </a:extLst>
                </p14:cNvPr>
                <p14:cNvContentPartPr/>
                <p14:nvPr/>
              </p14:nvContentPartPr>
              <p14:xfrm>
                <a:off x="789620" y="859880"/>
                <a:ext cx="39960" cy="138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EEE13D-0C0E-B676-6795-70FF70425CA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71980" y="842240"/>
                  <a:ext cx="75600" cy="14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B3C61D-2BB5-9F17-0081-B295DF9D3EDF}"/>
                    </a:ext>
                  </a:extLst>
                </p14:cNvPr>
                <p14:cNvContentPartPr/>
                <p14:nvPr/>
              </p14:nvContentPartPr>
              <p14:xfrm>
                <a:off x="706100" y="2078480"/>
                <a:ext cx="1636560" cy="178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B3C61D-2BB5-9F17-0081-B295DF9D3E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88100" y="2060480"/>
                  <a:ext cx="1672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951260-1C17-962B-D0D5-89AA4B8C4DFA}"/>
                    </a:ext>
                  </a:extLst>
                </p14:cNvPr>
                <p14:cNvContentPartPr/>
                <p14:nvPr/>
              </p14:nvContentPartPr>
              <p14:xfrm>
                <a:off x="2250140" y="2039600"/>
                <a:ext cx="111600" cy="207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951260-1C17-962B-D0D5-89AA4B8C4DF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32500" y="2021960"/>
                  <a:ext cx="147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92B3381-18DC-5485-CF50-F8A7B6C3AD67}"/>
                    </a:ext>
                  </a:extLst>
                </p14:cNvPr>
                <p14:cNvContentPartPr/>
                <p14:nvPr/>
              </p14:nvContentPartPr>
              <p14:xfrm>
                <a:off x="748580" y="799760"/>
                <a:ext cx="158400" cy="123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92B3381-18DC-5485-CF50-F8A7B6C3AD6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30580" y="782120"/>
                  <a:ext cx="194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478104-8320-E5DF-F8C8-87515DE788AE}"/>
                    </a:ext>
                  </a:extLst>
                </p14:cNvPr>
                <p14:cNvContentPartPr/>
                <p14:nvPr/>
              </p14:nvContentPartPr>
              <p14:xfrm>
                <a:off x="1168700" y="2451080"/>
                <a:ext cx="17280" cy="162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478104-8320-E5DF-F8C8-87515DE788A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51060" y="2433080"/>
                  <a:ext cx="52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AA718D2-175E-39D1-E435-683956A90E93}"/>
                    </a:ext>
                  </a:extLst>
                </p14:cNvPr>
                <p14:cNvContentPartPr/>
                <p14:nvPr/>
              </p14:nvContentPartPr>
              <p14:xfrm>
                <a:off x="1156460" y="2408240"/>
                <a:ext cx="111600" cy="89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AA718D2-175E-39D1-E435-683956A90E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38460" y="2390600"/>
                  <a:ext cx="147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2C19E4B-0406-6D10-7899-3407C23B615B}"/>
                    </a:ext>
                  </a:extLst>
                </p14:cNvPr>
                <p14:cNvContentPartPr/>
                <p14:nvPr/>
              </p14:nvContentPartPr>
              <p14:xfrm>
                <a:off x="1180580" y="2507240"/>
                <a:ext cx="52200" cy="43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2C19E4B-0406-6D10-7899-3407C23B615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62580" y="2489240"/>
                  <a:ext cx="87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BE9A303-D599-F4A0-8342-61C2D9EB8336}"/>
                    </a:ext>
                  </a:extLst>
                </p14:cNvPr>
                <p14:cNvContentPartPr/>
                <p14:nvPr/>
              </p14:nvContentPartPr>
              <p14:xfrm>
                <a:off x="1221980" y="2600120"/>
                <a:ext cx="74160" cy="24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BE9A303-D599-F4A0-8342-61C2D9EB833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204340" y="2582120"/>
                  <a:ext cx="109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AD4320-1D7E-8086-5231-DFF30CF9EEC7}"/>
                    </a:ext>
                  </a:extLst>
                </p14:cNvPr>
                <p14:cNvContentPartPr/>
                <p14:nvPr/>
              </p14:nvContentPartPr>
              <p14:xfrm>
                <a:off x="1351220" y="2398160"/>
                <a:ext cx="92520" cy="21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AD4320-1D7E-8086-5231-DFF30CF9EEC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333580" y="2380160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758A8D0-1B99-F7FF-DD0F-7E1CD5EAE580}"/>
                    </a:ext>
                  </a:extLst>
                </p14:cNvPr>
                <p14:cNvContentPartPr/>
                <p14:nvPr/>
              </p14:nvContentPartPr>
              <p14:xfrm>
                <a:off x="1538060" y="2413640"/>
                <a:ext cx="75960" cy="123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758A8D0-1B99-F7FF-DD0F-7E1CD5EAE5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20060" y="2396000"/>
                  <a:ext cx="111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B051BCE-8407-602B-56D5-E333B39C81D3}"/>
                    </a:ext>
                  </a:extLst>
                </p14:cNvPr>
                <p14:cNvContentPartPr/>
                <p14:nvPr/>
              </p14:nvContentPartPr>
              <p14:xfrm>
                <a:off x="1676660" y="2369720"/>
                <a:ext cx="185760" cy="207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B051BCE-8407-602B-56D5-E333B39C81D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58660" y="2351720"/>
                  <a:ext cx="221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91AC082-506E-2AD4-35D8-013241F354EA}"/>
                    </a:ext>
                  </a:extLst>
                </p14:cNvPr>
                <p14:cNvContentPartPr/>
                <p14:nvPr/>
              </p14:nvContentPartPr>
              <p14:xfrm>
                <a:off x="1938740" y="2367560"/>
                <a:ext cx="7560" cy="118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91AC082-506E-2AD4-35D8-013241F354E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921100" y="2349560"/>
                  <a:ext cx="43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44A0AA-97B0-EBE1-3ECE-87A33E6069F3}"/>
                    </a:ext>
                  </a:extLst>
                </p14:cNvPr>
                <p14:cNvContentPartPr/>
                <p14:nvPr/>
              </p14:nvContentPartPr>
              <p14:xfrm>
                <a:off x="1826780" y="2371160"/>
                <a:ext cx="263520" cy="153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44A0AA-97B0-EBE1-3ECE-87A33E6069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08780" y="2353160"/>
                  <a:ext cx="299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FF1E59D-8F26-A124-D155-037A25B265E9}"/>
                    </a:ext>
                  </a:extLst>
                </p14:cNvPr>
                <p14:cNvContentPartPr/>
                <p14:nvPr/>
              </p14:nvContentPartPr>
              <p14:xfrm>
                <a:off x="80420" y="1440560"/>
                <a:ext cx="164160" cy="171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FF1E59D-8F26-A124-D155-037A25B265E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2780" y="1422920"/>
                  <a:ext cx="199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5EEB425-E9CA-4D43-690E-B05D096E5017}"/>
                    </a:ext>
                  </a:extLst>
                </p14:cNvPr>
                <p14:cNvContentPartPr/>
                <p14:nvPr/>
              </p14:nvContentPartPr>
              <p14:xfrm>
                <a:off x="264380" y="1404920"/>
                <a:ext cx="84960" cy="90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5EEB425-E9CA-4D43-690E-B05D096E501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6740" y="1386920"/>
                  <a:ext cx="120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B0C2989-DFB1-721D-1D5D-9DAF8DC03ADB}"/>
                    </a:ext>
                  </a:extLst>
                </p14:cNvPr>
                <p14:cNvContentPartPr/>
                <p14:nvPr/>
              </p14:nvContentPartPr>
              <p14:xfrm>
                <a:off x="402980" y="1248680"/>
                <a:ext cx="101520" cy="209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B0C2989-DFB1-721D-1D5D-9DAF8DC03AD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4980" y="1230680"/>
                  <a:ext cx="137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60B6579-A8D3-76F7-71F9-6277D98B4368}"/>
                    </a:ext>
                  </a:extLst>
                </p14:cNvPr>
                <p14:cNvContentPartPr/>
                <p14:nvPr/>
              </p14:nvContentPartPr>
              <p14:xfrm>
                <a:off x="572900" y="1145000"/>
                <a:ext cx="77400" cy="16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60B6579-A8D3-76F7-71F9-6277D98B436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4900" y="1127360"/>
                  <a:ext cx="113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8E2F466-E5D8-C0F0-B1DC-A96E20F435EF}"/>
                    </a:ext>
                  </a:extLst>
                </p14:cNvPr>
                <p14:cNvContentPartPr/>
                <p14:nvPr/>
              </p14:nvContentPartPr>
              <p14:xfrm>
                <a:off x="848300" y="1008560"/>
                <a:ext cx="1576440" cy="951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8E2F466-E5D8-C0F0-B1DC-A96E20F435E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30300" y="990920"/>
                  <a:ext cx="1612080" cy="9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1BDBFF4-AF76-2D3F-F7FA-DEAF6EE364F5}"/>
              </a:ext>
            </a:extLst>
          </p:cNvPr>
          <p:cNvGrpSpPr/>
          <p:nvPr/>
        </p:nvGrpSpPr>
        <p:grpSpPr>
          <a:xfrm>
            <a:off x="1030820" y="599960"/>
            <a:ext cx="1831320" cy="1066320"/>
            <a:chOff x="1030820" y="599960"/>
            <a:chExt cx="1831320" cy="10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842DB66-C00F-1D5A-8BC7-184EDEAD6001}"/>
                    </a:ext>
                  </a:extLst>
                </p14:cNvPr>
                <p14:cNvContentPartPr/>
                <p14:nvPr/>
              </p14:nvContentPartPr>
              <p14:xfrm>
                <a:off x="1030820" y="941600"/>
                <a:ext cx="64440" cy="972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842DB66-C00F-1D5A-8BC7-184EDEAD600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13180" y="923600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BC31D-8BF1-5309-23F3-F817D129438A}"/>
                    </a:ext>
                  </a:extLst>
                </p14:cNvPr>
                <p14:cNvContentPartPr/>
                <p14:nvPr/>
              </p14:nvContentPartPr>
              <p14:xfrm>
                <a:off x="1124420" y="599960"/>
                <a:ext cx="185040" cy="160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BC31D-8BF1-5309-23F3-F817D129438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6420" y="582320"/>
                  <a:ext cx="220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0561267-9D45-1687-1C95-16630FCBBECA}"/>
                    </a:ext>
                  </a:extLst>
                </p14:cNvPr>
                <p14:cNvContentPartPr/>
                <p14:nvPr/>
              </p14:nvContentPartPr>
              <p14:xfrm>
                <a:off x="1382900" y="658640"/>
                <a:ext cx="42120" cy="41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0561267-9D45-1687-1C95-16630FCBBEC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364900" y="641000"/>
                  <a:ext cx="77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8E2CFF6-7B93-E9F5-9A1B-D47E0CDAEE76}"/>
                    </a:ext>
                  </a:extLst>
                </p14:cNvPr>
                <p14:cNvContentPartPr/>
                <p14:nvPr/>
              </p14:nvContentPartPr>
              <p14:xfrm>
                <a:off x="1442660" y="1047440"/>
                <a:ext cx="45360" cy="42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8E2CFF6-7B93-E9F5-9A1B-D47E0CDAEE7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425020" y="1029440"/>
                  <a:ext cx="81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4BF8629-51EA-1819-3906-4C9EFB202C7E}"/>
                    </a:ext>
                  </a:extLst>
                </p14:cNvPr>
                <p14:cNvContentPartPr/>
                <p14:nvPr/>
              </p14:nvContentPartPr>
              <p14:xfrm>
                <a:off x="1567580" y="882560"/>
                <a:ext cx="163080" cy="142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4BF8629-51EA-1819-3906-4C9EFB202C7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549580" y="864920"/>
                  <a:ext cx="198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4D6FD12-333F-052F-8F0D-6A12DCB74057}"/>
                    </a:ext>
                  </a:extLst>
                </p14:cNvPr>
                <p14:cNvContentPartPr/>
                <p14:nvPr/>
              </p14:nvContentPartPr>
              <p14:xfrm>
                <a:off x="1795100" y="919280"/>
                <a:ext cx="26640" cy="62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4D6FD12-333F-052F-8F0D-6A12DCB7405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777100" y="901280"/>
                  <a:ext cx="62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7E8F834-8237-C0BA-7140-E3C7BA94C82C}"/>
                    </a:ext>
                  </a:extLst>
                </p14:cNvPr>
                <p14:cNvContentPartPr/>
                <p14:nvPr/>
              </p14:nvContentPartPr>
              <p14:xfrm>
                <a:off x="1964300" y="869960"/>
                <a:ext cx="21960" cy="100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7E8F834-8237-C0BA-7140-E3C7BA94C82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946660" y="852320"/>
                  <a:ext cx="57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6AF1578-DCED-ED32-2C2F-1B7F5BE1AC93}"/>
                    </a:ext>
                  </a:extLst>
                </p14:cNvPr>
                <p14:cNvContentPartPr/>
                <p14:nvPr/>
              </p14:nvContentPartPr>
              <p14:xfrm>
                <a:off x="2019020" y="730280"/>
                <a:ext cx="126720" cy="66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6AF1578-DCED-ED32-2C2F-1B7F5BE1AC9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001380" y="712280"/>
                  <a:ext cx="162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7CAB65C-3C36-85E7-5E88-91F5B9E4BD68}"/>
                    </a:ext>
                  </a:extLst>
                </p14:cNvPr>
                <p14:cNvContentPartPr/>
                <p14:nvPr/>
              </p14:nvContentPartPr>
              <p14:xfrm>
                <a:off x="1803020" y="1309880"/>
                <a:ext cx="10440" cy="28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7CAB65C-3C36-85E7-5E88-91F5B9E4BD6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785380" y="1292240"/>
                  <a:ext cx="4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7A2CA9B-5ACF-7121-DCCF-6C0BAEEACDDF}"/>
                    </a:ext>
                  </a:extLst>
                </p14:cNvPr>
                <p14:cNvContentPartPr/>
                <p14:nvPr/>
              </p14:nvContentPartPr>
              <p14:xfrm>
                <a:off x="1916420" y="1174880"/>
                <a:ext cx="146520" cy="111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7A2CA9B-5ACF-7121-DCCF-6C0BAEEACDD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98420" y="1157240"/>
                  <a:ext cx="182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5D59C31-1AC3-410B-4E86-9FFB1C526FBA}"/>
                    </a:ext>
                  </a:extLst>
                </p14:cNvPr>
                <p14:cNvContentPartPr/>
                <p14:nvPr/>
              </p14:nvContentPartPr>
              <p14:xfrm>
                <a:off x="2178140" y="1199360"/>
                <a:ext cx="14400" cy="94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5D59C31-1AC3-410B-4E86-9FFB1C526FB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160500" y="1181720"/>
                  <a:ext cx="50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93797E9-4823-DD4A-1812-71EA37C0908D}"/>
                    </a:ext>
                  </a:extLst>
                </p14:cNvPr>
                <p14:cNvContentPartPr/>
                <p14:nvPr/>
              </p14:nvContentPartPr>
              <p14:xfrm>
                <a:off x="2307740" y="1147880"/>
                <a:ext cx="34560" cy="75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93797E9-4823-DD4A-1812-71EA37C0908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290100" y="1129880"/>
                  <a:ext cx="70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53506AA-D643-A745-EB44-D7EF07234D81}"/>
                    </a:ext>
                  </a:extLst>
                </p14:cNvPr>
                <p14:cNvContentPartPr/>
                <p14:nvPr/>
              </p14:nvContentPartPr>
              <p14:xfrm>
                <a:off x="2426900" y="1052480"/>
                <a:ext cx="92520" cy="146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53506AA-D643-A745-EB44-D7EF07234D8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408900" y="1034840"/>
                  <a:ext cx="128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DE1C0E5-4B4F-A20E-9282-850E12F45646}"/>
                    </a:ext>
                  </a:extLst>
                </p14:cNvPr>
                <p14:cNvContentPartPr/>
                <p14:nvPr/>
              </p14:nvContentPartPr>
              <p14:xfrm>
                <a:off x="2041700" y="1593200"/>
                <a:ext cx="33480" cy="41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DE1C0E5-4B4F-A20E-9282-850E12F4564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023700" y="1575560"/>
                  <a:ext cx="69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C3BD935-F62A-76A7-B48F-BD85D0C5CFC6}"/>
                    </a:ext>
                  </a:extLst>
                </p14:cNvPr>
                <p14:cNvContentPartPr/>
                <p14:nvPr/>
              </p14:nvContentPartPr>
              <p14:xfrm>
                <a:off x="2260220" y="1509680"/>
                <a:ext cx="171360" cy="1256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C3BD935-F62A-76A7-B48F-BD85D0C5CFC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242220" y="1492040"/>
                  <a:ext cx="207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61B26EA-A9CE-0379-7312-BFF0486F1076}"/>
                    </a:ext>
                  </a:extLst>
                </p14:cNvPr>
                <p14:cNvContentPartPr/>
                <p14:nvPr/>
              </p14:nvContentPartPr>
              <p14:xfrm>
                <a:off x="2511140" y="1576640"/>
                <a:ext cx="28440" cy="89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61B26EA-A9CE-0379-7312-BFF0486F10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93500" y="1558640"/>
                  <a:ext cx="64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FA3D095-6E34-516A-A40A-F90464FA3B32}"/>
                    </a:ext>
                  </a:extLst>
                </p14:cNvPr>
                <p14:cNvContentPartPr/>
                <p14:nvPr/>
              </p14:nvContentPartPr>
              <p14:xfrm>
                <a:off x="2644340" y="1544600"/>
                <a:ext cx="16560" cy="83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FA3D095-6E34-516A-A40A-F90464FA3B3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26340" y="1526600"/>
                  <a:ext cx="52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4288EA2-5117-8CA5-B468-768C931B9E45}"/>
                    </a:ext>
                  </a:extLst>
                </p14:cNvPr>
                <p14:cNvContentPartPr/>
                <p14:nvPr/>
              </p14:nvContentPartPr>
              <p14:xfrm>
                <a:off x="2746220" y="1425800"/>
                <a:ext cx="115920" cy="107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4288EA2-5117-8CA5-B468-768C931B9E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728220" y="1408160"/>
                  <a:ext cx="151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8D2A98F-53F7-EA74-36A6-CEC540B0E4D3}"/>
                    </a:ext>
                  </a:extLst>
                </p14:cNvPr>
                <p14:cNvContentPartPr/>
                <p14:nvPr/>
              </p14:nvContentPartPr>
              <p14:xfrm>
                <a:off x="2819300" y="1391240"/>
                <a:ext cx="41400" cy="1771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8D2A98F-53F7-EA74-36A6-CEC540B0E4D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01300" y="1373600"/>
                  <a:ext cx="7704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DCA223C-D9E7-7E7D-306B-D0E4E80CA6DC}"/>
              </a:ext>
            </a:extLst>
          </p:cNvPr>
          <p:cNvGrpSpPr/>
          <p:nvPr/>
        </p:nvGrpSpPr>
        <p:grpSpPr>
          <a:xfrm>
            <a:off x="2404220" y="1802360"/>
            <a:ext cx="766080" cy="434880"/>
            <a:chOff x="2404220" y="1802360"/>
            <a:chExt cx="76608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57AE050-0D55-F1A6-C5A3-6BE20E012A89}"/>
                    </a:ext>
                  </a:extLst>
                </p14:cNvPr>
                <p14:cNvContentPartPr/>
                <p14:nvPr/>
              </p14:nvContentPartPr>
              <p14:xfrm>
                <a:off x="2404220" y="1955360"/>
                <a:ext cx="37800" cy="63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57AE050-0D55-F1A6-C5A3-6BE20E012A8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386580" y="1937360"/>
                  <a:ext cx="73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14A8EFB-63AC-1A30-BBAA-DA1A304467B9}"/>
                    </a:ext>
                  </a:extLst>
                </p14:cNvPr>
                <p14:cNvContentPartPr/>
                <p14:nvPr/>
              </p14:nvContentPartPr>
              <p14:xfrm>
                <a:off x="2588540" y="1848800"/>
                <a:ext cx="184320" cy="132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14A8EFB-63AC-1A30-BBAA-DA1A304467B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570900" y="1831160"/>
                  <a:ext cx="2199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74DC184-2E94-15E5-BC83-07DC9704BB2D}"/>
                    </a:ext>
                  </a:extLst>
                </p14:cNvPr>
                <p14:cNvContentPartPr/>
                <p14:nvPr/>
              </p14:nvContentPartPr>
              <p14:xfrm>
                <a:off x="2895620" y="1902080"/>
                <a:ext cx="36720" cy="9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74DC184-2E94-15E5-BC83-07DC9704BB2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877620" y="1884440"/>
                  <a:ext cx="72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38C9BA8-BAAA-CC62-803A-81CD39874CD4}"/>
                    </a:ext>
                  </a:extLst>
                </p14:cNvPr>
                <p14:cNvContentPartPr/>
                <p14:nvPr/>
              </p14:nvContentPartPr>
              <p14:xfrm>
                <a:off x="3008660" y="1865360"/>
                <a:ext cx="127080" cy="112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38C9BA8-BAAA-CC62-803A-81CD39874CD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991020" y="1847720"/>
                  <a:ext cx="162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FCF5E75-2EC0-ECF2-B078-8986FE716F19}"/>
                    </a:ext>
                  </a:extLst>
                </p14:cNvPr>
                <p14:cNvContentPartPr/>
                <p14:nvPr/>
              </p14:nvContentPartPr>
              <p14:xfrm>
                <a:off x="3123500" y="1901360"/>
                <a:ext cx="46800" cy="130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FCF5E75-2EC0-ECF2-B078-8986FE716F1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105860" y="1883360"/>
                  <a:ext cx="82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1D0A93-5730-B14D-E649-FF0441F9F317}"/>
                    </a:ext>
                  </a:extLst>
                </p14:cNvPr>
                <p14:cNvContentPartPr/>
                <p14:nvPr/>
              </p14:nvContentPartPr>
              <p14:xfrm>
                <a:off x="3033140" y="1802360"/>
                <a:ext cx="91080" cy="127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1D0A93-5730-B14D-E649-FF0441F9F31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015140" y="1784360"/>
                  <a:ext cx="126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FDA11EF-19AD-3F2D-0B92-3E3D42F817D0}"/>
                    </a:ext>
                  </a:extLst>
                </p14:cNvPr>
                <p14:cNvContentPartPr/>
                <p14:nvPr/>
              </p14:nvContentPartPr>
              <p14:xfrm>
                <a:off x="3038900" y="1901000"/>
                <a:ext cx="125280" cy="154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FDA11EF-19AD-3F2D-0B92-3E3D42F817D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021260" y="1883360"/>
                  <a:ext cx="160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E9D85CC-E657-A4B0-25B4-91CFE093FE40}"/>
                    </a:ext>
                  </a:extLst>
                </p14:cNvPr>
                <p14:cNvContentPartPr/>
                <p14:nvPr/>
              </p14:nvContentPartPr>
              <p14:xfrm>
                <a:off x="2867180" y="1917200"/>
                <a:ext cx="87480" cy="164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E9D85CC-E657-A4B0-25B4-91CFE093FE4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849180" y="1899560"/>
                  <a:ext cx="123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3BF8266-5028-3A8B-CF18-4966BD3458D4}"/>
                    </a:ext>
                  </a:extLst>
                </p14:cNvPr>
                <p14:cNvContentPartPr/>
                <p14:nvPr/>
              </p14:nvContentPartPr>
              <p14:xfrm>
                <a:off x="3018740" y="2048240"/>
                <a:ext cx="3240" cy="10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3BF8266-5028-3A8B-CF18-4966BD3458D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01100" y="2030240"/>
                  <a:ext cx="3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C221EB-A68E-2FB5-15B8-A7BDED4ECC92}"/>
                    </a:ext>
                  </a:extLst>
                </p14:cNvPr>
                <p14:cNvContentPartPr/>
                <p14:nvPr/>
              </p14:nvContentPartPr>
              <p14:xfrm>
                <a:off x="3019460" y="2059760"/>
                <a:ext cx="25200" cy="1774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C221EB-A68E-2FB5-15B8-A7BDED4ECC9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001460" y="2041760"/>
                  <a:ext cx="60840" cy="21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9508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Handwriting</a:t>
            </a:r>
            <a:r>
              <a:rPr spc="100" dirty="0"/>
              <a:t> </a:t>
            </a:r>
            <a:r>
              <a:rPr spc="45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305" y="4166081"/>
            <a:ext cx="9878695" cy="12109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easily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recognize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huge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(~billion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more)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connections/synapses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(100’s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billions)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2460" y="2101342"/>
            <a:ext cx="5924550" cy="1066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91311" y="3956558"/>
            <a:ext cx="10364470" cy="0"/>
          </a:xfrm>
          <a:custGeom>
            <a:avLst/>
            <a:gdLst/>
            <a:ahLst/>
            <a:cxnLst/>
            <a:rect l="l" t="t" r="r" b="b"/>
            <a:pathLst>
              <a:path w="10364470">
                <a:moveTo>
                  <a:pt x="0" y="0"/>
                </a:moveTo>
                <a:lnTo>
                  <a:pt x="10364368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931488"/>
            <a:ext cx="7418705" cy="8813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Need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large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training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Also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718" y="888641"/>
            <a:ext cx="4708338" cy="37101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209745"/>
            <a:ext cx="7286625" cy="1771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6085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Mathematical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Definition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=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f(w1*x1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w2*x2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w3*x3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+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b)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98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</a:t>
            </a:r>
            <a:r>
              <a:rPr sz="2400" dirty="0">
                <a:latin typeface="Calibri"/>
                <a:cs typeface="Calibri"/>
              </a:rPr>
              <a:t>w*x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≤threshold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Calibri"/>
                <a:cs typeface="Calibri"/>
              </a:rPr>
              <a:t>w*x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&gt;threshold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2028189"/>
          </a:xfrm>
          <a:custGeom>
            <a:avLst/>
            <a:gdLst/>
            <a:ahLst/>
            <a:cxnLst/>
            <a:rect l="l" t="t" r="r" b="b"/>
            <a:pathLst>
              <a:path w="4897755" h="2028189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2028189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2028189">
                <a:moveTo>
                  <a:pt x="1749679" y="1540129"/>
                </a:moveTo>
                <a:lnTo>
                  <a:pt x="1664970" y="1530858"/>
                </a:lnTo>
                <a:lnTo>
                  <a:pt x="1677060" y="1563598"/>
                </a:lnTo>
                <a:lnTo>
                  <a:pt x="438531" y="2022221"/>
                </a:lnTo>
                <a:lnTo>
                  <a:pt x="440690" y="2028190"/>
                </a:lnTo>
                <a:lnTo>
                  <a:pt x="1679270" y="1569593"/>
                </a:lnTo>
                <a:lnTo>
                  <a:pt x="1691386" y="1602359"/>
                </a:lnTo>
                <a:lnTo>
                  <a:pt x="1731822" y="1559179"/>
                </a:lnTo>
                <a:lnTo>
                  <a:pt x="1749679" y="1540129"/>
                </a:lnTo>
                <a:close/>
              </a:path>
              <a:path w="4897755" h="2028189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5579" y="3187065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10584" y="2809239"/>
            <a:ext cx="540385" cy="534670"/>
            <a:chOff x="3910584" y="2809239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6934" y="281558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75557" y="2963366"/>
            <a:ext cx="210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DD855F6-17A1-0639-E322-FB072D8FF319}"/>
                  </a:ext>
                </a:extLst>
              </p14:cNvPr>
              <p14:cNvContentPartPr/>
              <p14:nvPr/>
            </p14:nvContentPartPr>
            <p14:xfrm>
              <a:off x="2417180" y="5191760"/>
              <a:ext cx="1839240" cy="118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DD855F6-17A1-0639-E322-FB072D8FF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9540" y="5174120"/>
                <a:ext cx="187488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E6B9DB9-65D1-F2A3-5E19-61BF30703C61}"/>
              </a:ext>
            </a:extLst>
          </p:cNvPr>
          <p:cNvGrpSpPr/>
          <p:nvPr/>
        </p:nvGrpSpPr>
        <p:grpSpPr>
          <a:xfrm>
            <a:off x="8391380" y="986960"/>
            <a:ext cx="2396880" cy="2005560"/>
            <a:chOff x="8391380" y="986960"/>
            <a:chExt cx="2396880" cy="20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5E2EB1-2927-9C31-527C-1D317AA9416E}"/>
                    </a:ext>
                  </a:extLst>
                </p14:cNvPr>
                <p14:cNvContentPartPr/>
                <p14:nvPr/>
              </p14:nvContentPartPr>
              <p14:xfrm>
                <a:off x="9576500" y="986960"/>
                <a:ext cx="99000" cy="2005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5E2EB1-2927-9C31-527C-1D317AA941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58860" y="968960"/>
                  <a:ext cx="134640" cy="20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8F0A5B-8395-BA5B-0EB2-3417569EEFD8}"/>
                    </a:ext>
                  </a:extLst>
                </p14:cNvPr>
                <p14:cNvContentPartPr/>
                <p14:nvPr/>
              </p14:nvContentPartPr>
              <p14:xfrm>
                <a:off x="8391380" y="1946000"/>
                <a:ext cx="2396880" cy="111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8F0A5B-8395-BA5B-0EB2-3417569EEF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3740" y="1928000"/>
                  <a:ext cx="24325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423E52-CD9F-FA5B-B49C-CD66EF3F62EE}"/>
              </a:ext>
            </a:extLst>
          </p:cNvPr>
          <p:cNvGrpSpPr/>
          <p:nvPr/>
        </p:nvGrpSpPr>
        <p:grpSpPr>
          <a:xfrm>
            <a:off x="8826260" y="1045640"/>
            <a:ext cx="1681200" cy="975960"/>
            <a:chOff x="8826260" y="1045640"/>
            <a:chExt cx="1681200" cy="9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C9B60B-ADF4-BCDC-22F4-D89D94BEEC78}"/>
                    </a:ext>
                  </a:extLst>
                </p14:cNvPr>
                <p14:cNvContentPartPr/>
                <p14:nvPr/>
              </p14:nvContentPartPr>
              <p14:xfrm>
                <a:off x="8826260" y="1971560"/>
                <a:ext cx="907920" cy="50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C9B60B-ADF4-BCDC-22F4-D89D94BEEC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63620" y="1908920"/>
                  <a:ext cx="1033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9C42F3A-D357-8EBB-7784-A3DCA42A4F97}"/>
                    </a:ext>
                  </a:extLst>
                </p14:cNvPr>
                <p14:cNvContentPartPr/>
                <p14:nvPr/>
              </p14:nvContentPartPr>
              <p14:xfrm>
                <a:off x="9673700" y="1045640"/>
                <a:ext cx="833760" cy="9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9C42F3A-D357-8EBB-7784-A3DCA42A4F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11060" y="982640"/>
                  <a:ext cx="959400" cy="10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231A15-FFFA-6EAF-7205-588960DD0540}"/>
              </a:ext>
            </a:extLst>
          </p:cNvPr>
          <p:cNvGrpSpPr/>
          <p:nvPr/>
        </p:nvGrpSpPr>
        <p:grpSpPr>
          <a:xfrm>
            <a:off x="8646980" y="756200"/>
            <a:ext cx="749160" cy="388080"/>
            <a:chOff x="8646980" y="756200"/>
            <a:chExt cx="74916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3DA032-A4F6-062D-C43A-EE568CA6F42C}"/>
                    </a:ext>
                  </a:extLst>
                </p14:cNvPr>
                <p14:cNvContentPartPr/>
                <p14:nvPr/>
              </p14:nvContentPartPr>
              <p14:xfrm>
                <a:off x="8646980" y="848360"/>
                <a:ext cx="33480" cy="29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3DA032-A4F6-062D-C43A-EE568CA6F4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29340" y="830720"/>
                  <a:ext cx="69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AE68C6-261A-E03B-2C2B-7C27FE5573AB}"/>
                    </a:ext>
                  </a:extLst>
                </p14:cNvPr>
                <p14:cNvContentPartPr/>
                <p14:nvPr/>
              </p14:nvContentPartPr>
              <p14:xfrm>
                <a:off x="8654900" y="777080"/>
                <a:ext cx="102240" cy="194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AE68C6-261A-E03B-2C2B-7C27FE5573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6900" y="759440"/>
                  <a:ext cx="137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6A6608-B8DE-52AA-D2B7-E73BEC114CFA}"/>
                    </a:ext>
                  </a:extLst>
                </p14:cNvPr>
                <p14:cNvContentPartPr/>
                <p14:nvPr/>
              </p14:nvContentPartPr>
              <p14:xfrm>
                <a:off x="8796380" y="903440"/>
                <a:ext cx="154440" cy="142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6A6608-B8DE-52AA-D2B7-E73BEC114C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78740" y="885800"/>
                  <a:ext cx="190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63D074-8D04-9BB5-B8A4-52F9EE2376F9}"/>
                    </a:ext>
                  </a:extLst>
                </p14:cNvPr>
                <p14:cNvContentPartPr/>
                <p14:nvPr/>
              </p14:nvContentPartPr>
              <p14:xfrm>
                <a:off x="8985740" y="824600"/>
                <a:ext cx="176400" cy="19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63D074-8D04-9BB5-B8A4-52F9EE2376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67740" y="806960"/>
                  <a:ext cx="212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474762-0678-1F01-A64F-88E1FFD3E296}"/>
                    </a:ext>
                  </a:extLst>
                </p14:cNvPr>
                <p14:cNvContentPartPr/>
                <p14:nvPr/>
              </p14:nvContentPartPr>
              <p14:xfrm>
                <a:off x="9222260" y="756200"/>
                <a:ext cx="173880" cy="21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474762-0678-1F01-A64F-88E1FFD3E2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04260" y="738200"/>
                  <a:ext cx="2095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75D446-2A94-E8CD-9289-5439B83A51C0}"/>
              </a:ext>
            </a:extLst>
          </p:cNvPr>
          <p:cNvGrpSpPr/>
          <p:nvPr/>
        </p:nvGrpSpPr>
        <p:grpSpPr>
          <a:xfrm>
            <a:off x="8839220" y="3235880"/>
            <a:ext cx="1580040" cy="315360"/>
            <a:chOff x="8839220" y="3235880"/>
            <a:chExt cx="158004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B286FF-4D5B-0258-ED47-9696B9CD6A34}"/>
                    </a:ext>
                  </a:extLst>
                </p14:cNvPr>
                <p14:cNvContentPartPr/>
                <p14:nvPr/>
              </p14:nvContentPartPr>
              <p14:xfrm>
                <a:off x="8839220" y="3332000"/>
                <a:ext cx="52560" cy="219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B286FF-4D5B-0258-ED47-9696B9CD6A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21220" y="3314000"/>
                  <a:ext cx="88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D29F4F-31E0-4D1A-2716-B5B35CA35048}"/>
                    </a:ext>
                  </a:extLst>
                </p14:cNvPr>
                <p14:cNvContentPartPr/>
                <p14:nvPr/>
              </p14:nvContentPartPr>
              <p14:xfrm>
                <a:off x="8844260" y="3267560"/>
                <a:ext cx="110880" cy="13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D29F4F-31E0-4D1A-2716-B5B35CA350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26260" y="3249560"/>
                  <a:ext cx="146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ED133F-1097-6F18-438B-791297955AA1}"/>
                    </a:ext>
                  </a:extLst>
                </p14:cNvPr>
                <p14:cNvContentPartPr/>
                <p14:nvPr/>
              </p14:nvContentPartPr>
              <p14:xfrm>
                <a:off x="9000140" y="3369080"/>
                <a:ext cx="122400" cy="88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ED133F-1097-6F18-438B-791297955A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82500" y="3351080"/>
                  <a:ext cx="158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161808-8448-EE87-A552-BB4866405083}"/>
                    </a:ext>
                  </a:extLst>
                </p14:cNvPr>
                <p14:cNvContentPartPr/>
                <p14:nvPr/>
              </p14:nvContentPartPr>
              <p14:xfrm>
                <a:off x="9205340" y="3333080"/>
                <a:ext cx="55440" cy="9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161808-8448-EE87-A552-BB48664050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87340" y="3315440"/>
                  <a:ext cx="91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E18EE6-F60D-AC6D-A6B1-16043473AE93}"/>
                    </a:ext>
                  </a:extLst>
                </p14:cNvPr>
                <p14:cNvContentPartPr/>
                <p14:nvPr/>
              </p14:nvContentPartPr>
              <p14:xfrm>
                <a:off x="9372380" y="3348560"/>
                <a:ext cx="54720" cy="9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E18EE6-F60D-AC6D-A6B1-16043473AE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54380" y="3330920"/>
                  <a:ext cx="9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67B42-CA2D-1A85-5D07-F54A533D25EF}"/>
                    </a:ext>
                  </a:extLst>
                </p14:cNvPr>
                <p14:cNvContentPartPr/>
                <p14:nvPr/>
              </p14:nvContentPartPr>
              <p14:xfrm>
                <a:off x="9489740" y="3342800"/>
                <a:ext cx="219240" cy="18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67B42-CA2D-1A85-5D07-F54A533D25E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72100" y="3325160"/>
                  <a:ext cx="254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877388-CF9C-476A-085F-50A6434353C7}"/>
                    </a:ext>
                  </a:extLst>
                </p14:cNvPr>
                <p14:cNvContentPartPr/>
                <p14:nvPr/>
              </p14:nvContentPartPr>
              <p14:xfrm>
                <a:off x="9662900" y="3334160"/>
                <a:ext cx="74880" cy="6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877388-CF9C-476A-085F-50A6434353C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4900" y="3316160"/>
                  <a:ext cx="110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EACD1C-CEFB-7B17-12D3-5B4402C3CCC1}"/>
                    </a:ext>
                  </a:extLst>
                </p14:cNvPr>
                <p14:cNvContentPartPr/>
                <p14:nvPr/>
              </p14:nvContentPartPr>
              <p14:xfrm>
                <a:off x="9785660" y="3235880"/>
                <a:ext cx="63000" cy="200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EACD1C-CEFB-7B17-12D3-5B4402C3CCC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68020" y="3218240"/>
                  <a:ext cx="98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27B2494-DE16-77D5-8305-AD491C4177D7}"/>
                    </a:ext>
                  </a:extLst>
                </p14:cNvPr>
                <p14:cNvContentPartPr/>
                <p14:nvPr/>
              </p14:nvContentPartPr>
              <p14:xfrm>
                <a:off x="9821300" y="3316520"/>
                <a:ext cx="67320" cy="57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27B2494-DE16-77D5-8305-AD491C4177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03660" y="3298880"/>
                  <a:ext cx="1029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20637CE-7003-0E09-658D-634C3D02EAAF}"/>
                    </a:ext>
                  </a:extLst>
                </p14:cNvPr>
                <p14:cNvContentPartPr/>
                <p14:nvPr/>
              </p14:nvContentPartPr>
              <p14:xfrm>
                <a:off x="9970340" y="3315800"/>
                <a:ext cx="69840" cy="9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20637CE-7003-0E09-658D-634C3D02EA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52700" y="3297800"/>
                  <a:ext cx="10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11DB72-4CD9-23DF-C662-556ED8E9373A}"/>
                    </a:ext>
                  </a:extLst>
                </p14:cNvPr>
                <p14:cNvContentPartPr/>
                <p14:nvPr/>
              </p14:nvContentPartPr>
              <p14:xfrm>
                <a:off x="10151420" y="3303200"/>
                <a:ext cx="58680" cy="69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11DB72-4CD9-23DF-C662-556ED8E937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33420" y="3285200"/>
                  <a:ext cx="94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7E9913-5CF2-3C42-C10F-FE9CC237A94D}"/>
                    </a:ext>
                  </a:extLst>
                </p14:cNvPr>
                <p14:cNvContentPartPr/>
                <p14:nvPr/>
              </p14:nvContentPartPr>
              <p14:xfrm>
                <a:off x="10309820" y="3271520"/>
                <a:ext cx="109440" cy="10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7E9913-5CF2-3C42-C10F-FE9CC237A9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92180" y="3253520"/>
                  <a:ext cx="1450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07C65A0-8192-3928-A05E-A59E5FFF518D}"/>
              </a:ext>
            </a:extLst>
          </p:cNvPr>
          <p:cNvGrpSpPr/>
          <p:nvPr/>
        </p:nvGrpSpPr>
        <p:grpSpPr>
          <a:xfrm>
            <a:off x="8590820" y="4390400"/>
            <a:ext cx="2934360" cy="1321200"/>
            <a:chOff x="8590820" y="4390400"/>
            <a:chExt cx="2934360" cy="13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F983EA-47B5-E166-0D25-51F272E5A6C2}"/>
                    </a:ext>
                  </a:extLst>
                </p14:cNvPr>
                <p14:cNvContentPartPr/>
                <p14:nvPr/>
              </p14:nvContentPartPr>
              <p14:xfrm>
                <a:off x="8590820" y="5664440"/>
                <a:ext cx="148320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F983EA-47B5-E166-0D25-51F272E5A6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28180" y="5601800"/>
                  <a:ext cx="1608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131ED2-D00D-2C17-AA82-9C6560CD28B9}"/>
                    </a:ext>
                  </a:extLst>
                </p14:cNvPr>
                <p14:cNvContentPartPr/>
                <p14:nvPr/>
              </p14:nvContentPartPr>
              <p14:xfrm>
                <a:off x="9941180" y="4495520"/>
                <a:ext cx="147240" cy="1183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131ED2-D00D-2C17-AA82-9C6560CD28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78540" y="4432520"/>
                  <a:ext cx="272880" cy="13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3E114F0-F767-B799-F523-78343B50235D}"/>
                    </a:ext>
                  </a:extLst>
                </p14:cNvPr>
                <p14:cNvContentPartPr/>
                <p14:nvPr/>
              </p14:nvContentPartPr>
              <p14:xfrm>
                <a:off x="9940460" y="4390400"/>
                <a:ext cx="1584720" cy="121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3E114F0-F767-B799-F523-78343B5023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77820" y="4327400"/>
                  <a:ext cx="171036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575C2B-4FFA-BA91-7E0D-24C1C28461EE}"/>
              </a:ext>
            </a:extLst>
          </p:cNvPr>
          <p:cNvGrpSpPr/>
          <p:nvPr/>
        </p:nvGrpSpPr>
        <p:grpSpPr>
          <a:xfrm>
            <a:off x="8677220" y="3886760"/>
            <a:ext cx="2668680" cy="1814040"/>
            <a:chOff x="8677220" y="3886760"/>
            <a:chExt cx="2668680" cy="181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40E738-F40B-2638-A958-D536A8427015}"/>
                    </a:ext>
                  </a:extLst>
                </p14:cNvPr>
                <p14:cNvContentPartPr/>
                <p14:nvPr/>
              </p14:nvContentPartPr>
              <p14:xfrm>
                <a:off x="9795740" y="4149920"/>
                <a:ext cx="217800" cy="149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40E738-F40B-2638-A958-D536A84270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77740" y="4131920"/>
                  <a:ext cx="253440" cy="15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F74EF15-1EF1-11C1-1A96-CD2EED697BDF}"/>
                    </a:ext>
                  </a:extLst>
                </p14:cNvPr>
                <p14:cNvContentPartPr/>
                <p14:nvPr/>
              </p14:nvContentPartPr>
              <p14:xfrm>
                <a:off x="8677220" y="5543840"/>
                <a:ext cx="2668680" cy="15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F74EF15-1EF1-11C1-1A96-CD2EED697B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9220" y="5525840"/>
                  <a:ext cx="2704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DA68C2-C41C-11FB-73BE-6AA2FD3E24FE}"/>
                    </a:ext>
                  </a:extLst>
                </p14:cNvPr>
                <p14:cNvContentPartPr/>
                <p14:nvPr/>
              </p14:nvContentPartPr>
              <p14:xfrm>
                <a:off x="9259340" y="5260880"/>
                <a:ext cx="221760" cy="349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DA68C2-C41C-11FB-73BE-6AA2FD3E24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41340" y="5242880"/>
                  <a:ext cx="257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B66E85-AA07-E8C6-48D5-269B2621A036}"/>
                    </a:ext>
                  </a:extLst>
                </p14:cNvPr>
                <p14:cNvContentPartPr/>
                <p14:nvPr/>
              </p14:nvContentPartPr>
              <p14:xfrm>
                <a:off x="10761260" y="3886760"/>
                <a:ext cx="60840" cy="32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B66E85-AA07-E8C6-48D5-269B2621A0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43620" y="3869120"/>
                  <a:ext cx="96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04B895-AC9D-E1F3-1539-045AFD6B9DAA}"/>
                    </a:ext>
                  </a:extLst>
                </p14:cNvPr>
                <p14:cNvContentPartPr/>
                <p14:nvPr/>
              </p14:nvContentPartPr>
              <p14:xfrm>
                <a:off x="11006420" y="4043720"/>
                <a:ext cx="87840" cy="163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04B895-AC9D-E1F3-1539-045AFD6B9DA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88420" y="4025720"/>
                  <a:ext cx="123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F10A9C-ADC5-C2B5-C90F-D315906E90DF}"/>
                    </a:ext>
                  </a:extLst>
                </p14:cNvPr>
                <p14:cNvContentPartPr/>
                <p14:nvPr/>
              </p14:nvContentPartPr>
              <p14:xfrm>
                <a:off x="9584780" y="5380400"/>
                <a:ext cx="92160" cy="18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F10A9C-ADC5-C2B5-C90F-D315906E90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67140" y="5362400"/>
                  <a:ext cx="127800" cy="221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145" dirty="0"/>
              <a:t> </a:t>
            </a:r>
            <a:r>
              <a:rPr spc="60" dirty="0"/>
              <a:t>can</a:t>
            </a:r>
            <a:r>
              <a:rPr spc="165" dirty="0"/>
              <a:t> </a:t>
            </a:r>
            <a:r>
              <a:rPr dirty="0"/>
              <a:t>we</a:t>
            </a:r>
            <a:r>
              <a:rPr spc="155" dirty="0"/>
              <a:t> </a:t>
            </a:r>
            <a:r>
              <a:rPr dirty="0"/>
              <a:t>answer</a:t>
            </a:r>
            <a:r>
              <a:rPr spc="165" dirty="0"/>
              <a:t> </a:t>
            </a:r>
            <a:r>
              <a:rPr spc="50" dirty="0"/>
              <a:t>with</a:t>
            </a:r>
            <a:r>
              <a:rPr spc="150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spc="-10" dirty="0"/>
              <a:t>perceptron?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089" y="1775586"/>
            <a:ext cx="5064760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go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40" dirty="0">
                <a:latin typeface="Calibri"/>
                <a:cs typeface="Calibri"/>
              </a:rPr>
              <a:t>Coachella?</a:t>
            </a:r>
            <a:endParaRPr sz="28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33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weather?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2: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Friends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going?</a:t>
            </a:r>
            <a:endParaRPr sz="2400" dirty="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Factor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3: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tickets?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39411" y="1921018"/>
            <a:ext cx="7399020" cy="2302510"/>
            <a:chOff x="4439411" y="1921018"/>
            <a:chExt cx="7399020" cy="2302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1266" y="1921018"/>
              <a:ext cx="5226982" cy="23024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39412" y="2045334"/>
              <a:ext cx="2541905" cy="2157095"/>
            </a:xfrm>
            <a:custGeom>
              <a:avLst/>
              <a:gdLst/>
              <a:ahLst/>
              <a:cxnLst/>
              <a:rect l="l" t="t" r="r" b="b"/>
              <a:pathLst>
                <a:path w="2541904" h="2157095">
                  <a:moveTo>
                    <a:pt x="2084451" y="1023239"/>
                  </a:moveTo>
                  <a:lnTo>
                    <a:pt x="2001520" y="1003681"/>
                  </a:lnTo>
                  <a:lnTo>
                    <a:pt x="2009546" y="1037615"/>
                  </a:lnTo>
                  <a:lnTo>
                    <a:pt x="0" y="1512443"/>
                  </a:lnTo>
                  <a:lnTo>
                    <a:pt x="1397" y="1518666"/>
                  </a:lnTo>
                  <a:lnTo>
                    <a:pt x="2011006" y="1043813"/>
                  </a:lnTo>
                  <a:lnTo>
                    <a:pt x="2019046" y="1077722"/>
                  </a:lnTo>
                  <a:lnTo>
                    <a:pt x="2070722" y="1034669"/>
                  </a:lnTo>
                  <a:lnTo>
                    <a:pt x="2084451" y="1023239"/>
                  </a:lnTo>
                  <a:close/>
                </a:path>
                <a:path w="2541904" h="2157095">
                  <a:moveTo>
                    <a:pt x="2436114" y="3302"/>
                  </a:moveTo>
                  <a:lnTo>
                    <a:pt x="2351024" y="0"/>
                  </a:lnTo>
                  <a:lnTo>
                    <a:pt x="2365413" y="31813"/>
                  </a:lnTo>
                  <a:lnTo>
                    <a:pt x="140081" y="1037844"/>
                  </a:lnTo>
                  <a:lnTo>
                    <a:pt x="142748" y="1043686"/>
                  </a:lnTo>
                  <a:lnTo>
                    <a:pt x="2368029" y="37617"/>
                  </a:lnTo>
                  <a:lnTo>
                    <a:pt x="2382393" y="69342"/>
                  </a:lnTo>
                  <a:lnTo>
                    <a:pt x="2417203" y="26543"/>
                  </a:lnTo>
                  <a:lnTo>
                    <a:pt x="2436114" y="3302"/>
                  </a:lnTo>
                  <a:close/>
                </a:path>
                <a:path w="2541904" h="2157095">
                  <a:moveTo>
                    <a:pt x="2541651" y="2122170"/>
                  </a:moveTo>
                  <a:lnTo>
                    <a:pt x="2467229" y="2080641"/>
                  </a:lnTo>
                  <a:lnTo>
                    <a:pt x="2465654" y="2115629"/>
                  </a:lnTo>
                  <a:lnTo>
                    <a:pt x="800989" y="2039874"/>
                  </a:lnTo>
                  <a:lnTo>
                    <a:pt x="800608" y="2046224"/>
                  </a:lnTo>
                  <a:lnTo>
                    <a:pt x="2465362" y="2121979"/>
                  </a:lnTo>
                  <a:lnTo>
                    <a:pt x="2463800" y="2156841"/>
                  </a:lnTo>
                  <a:lnTo>
                    <a:pt x="2540787" y="2122551"/>
                  </a:lnTo>
                  <a:lnTo>
                    <a:pt x="2541651" y="212217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F43FAD-A887-8AFE-E1E6-0AEE313E5989}"/>
                  </a:ext>
                </a:extLst>
              </p14:cNvPr>
              <p14:cNvContentPartPr/>
              <p14:nvPr/>
            </p14:nvContentPartPr>
            <p14:xfrm>
              <a:off x="3290180" y="2756360"/>
              <a:ext cx="1171080" cy="17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F43FAD-A887-8AFE-E1E6-0AEE313E59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540" y="2648360"/>
                <a:ext cx="12787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C5077E-588E-80C3-5498-802F304B5B2F}"/>
                  </a:ext>
                </a:extLst>
              </p14:cNvPr>
              <p14:cNvContentPartPr/>
              <p14:nvPr/>
            </p14:nvContentPartPr>
            <p14:xfrm>
              <a:off x="6823940" y="1881920"/>
              <a:ext cx="450720" cy="26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C5077E-588E-80C3-5498-802F304B5B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70300" y="1774280"/>
                <a:ext cx="5583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4F4184-C068-7753-3B3D-26F0489C9BFA}"/>
                  </a:ext>
                </a:extLst>
              </p14:cNvPr>
              <p14:cNvContentPartPr/>
              <p14:nvPr/>
            </p14:nvContentPartPr>
            <p14:xfrm>
              <a:off x="2465060" y="3110240"/>
              <a:ext cx="1941120" cy="26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4F4184-C068-7753-3B3D-26F0489C9B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1060" y="3002240"/>
                <a:ext cx="204876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F71FB1-1E17-EE62-ACF0-7E96B117A695}"/>
                  </a:ext>
                </a:extLst>
              </p14:cNvPr>
              <p14:cNvContentPartPr/>
              <p14:nvPr/>
            </p14:nvContentPartPr>
            <p14:xfrm>
              <a:off x="6476540" y="3008720"/>
              <a:ext cx="413280" cy="77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F71FB1-1E17-EE62-ACF0-7E96B117A6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2900" y="2901080"/>
                <a:ext cx="52092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BC69E7-D7D6-B8A3-F314-624029D415F8}"/>
                  </a:ext>
                </a:extLst>
              </p14:cNvPr>
              <p14:cNvContentPartPr/>
              <p14:nvPr/>
            </p14:nvContentPartPr>
            <p14:xfrm>
              <a:off x="2541380" y="3505160"/>
              <a:ext cx="2631240" cy="252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BC69E7-D7D6-B8A3-F314-624029D415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87380" y="3397160"/>
                <a:ext cx="273888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033A52-6990-28EC-7A31-71BF9CE1FE48}"/>
                  </a:ext>
                </a:extLst>
              </p14:cNvPr>
              <p14:cNvContentPartPr/>
              <p14:nvPr/>
            </p14:nvContentPartPr>
            <p14:xfrm>
              <a:off x="7019060" y="4102040"/>
              <a:ext cx="505440" cy="173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033A52-6990-28EC-7A31-71BF9CE1FE4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65060" y="3994400"/>
                <a:ext cx="613080" cy="38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44F32D1-A405-42BB-0163-22F915492BB7}"/>
              </a:ext>
            </a:extLst>
          </p:cNvPr>
          <p:cNvGrpSpPr/>
          <p:nvPr/>
        </p:nvGrpSpPr>
        <p:grpSpPr>
          <a:xfrm>
            <a:off x="7218860" y="920720"/>
            <a:ext cx="263520" cy="889560"/>
            <a:chOff x="7218860" y="920720"/>
            <a:chExt cx="263520" cy="88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50D367-501B-9CB8-CC7A-4828EE8CF917}"/>
                    </a:ext>
                  </a:extLst>
                </p14:cNvPr>
                <p14:cNvContentPartPr/>
                <p14:nvPr/>
              </p14:nvContentPartPr>
              <p14:xfrm>
                <a:off x="7295540" y="920720"/>
                <a:ext cx="186840" cy="889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50D367-501B-9CB8-CC7A-4828EE8CF9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77540" y="903080"/>
                  <a:ext cx="22248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FC875-798A-F0AD-52D3-BDFB0D750378}"/>
                    </a:ext>
                  </a:extLst>
                </p14:cNvPr>
                <p14:cNvContentPartPr/>
                <p14:nvPr/>
              </p14:nvContentPartPr>
              <p14:xfrm>
                <a:off x="7218860" y="1647560"/>
                <a:ext cx="146880" cy="133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FC875-798A-F0AD-52D3-BDFB0D7503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00860" y="1629920"/>
                  <a:ext cx="1825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70BA07-20E7-2B5A-B10D-27B331E6A4F5}"/>
              </a:ext>
            </a:extLst>
          </p:cNvPr>
          <p:cNvGrpSpPr/>
          <p:nvPr/>
        </p:nvGrpSpPr>
        <p:grpSpPr>
          <a:xfrm>
            <a:off x="7447460" y="497000"/>
            <a:ext cx="458280" cy="273960"/>
            <a:chOff x="7447460" y="497000"/>
            <a:chExt cx="45828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B7713E-438A-1722-AF06-5F0C44841E3E}"/>
                    </a:ext>
                  </a:extLst>
                </p14:cNvPr>
                <p14:cNvContentPartPr/>
                <p14:nvPr/>
              </p14:nvContentPartPr>
              <p14:xfrm>
                <a:off x="7447460" y="579440"/>
                <a:ext cx="166680" cy="19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B7713E-438A-1722-AF06-5F0C44841E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29460" y="561440"/>
                  <a:ext cx="202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38455A-D4F8-2851-17A2-553440B152C6}"/>
                    </a:ext>
                  </a:extLst>
                </p14:cNvPr>
                <p14:cNvContentPartPr/>
                <p14:nvPr/>
              </p14:nvContentPartPr>
              <p14:xfrm>
                <a:off x="7706660" y="628400"/>
                <a:ext cx="9360" cy="10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38455A-D4F8-2851-17A2-553440B152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89020" y="610760"/>
                  <a:ext cx="4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8C79B6-E55D-E942-85E9-45D1E47AA91E}"/>
                    </a:ext>
                  </a:extLst>
                </p14:cNvPr>
                <p14:cNvContentPartPr/>
                <p14:nvPr/>
              </p14:nvContentPartPr>
              <p14:xfrm>
                <a:off x="7714580" y="508160"/>
                <a:ext cx="11880" cy="31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8C79B6-E55D-E942-85E9-45D1E47AA9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96940" y="490520"/>
                  <a:ext cx="47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7FDAAD-2658-6F9B-F3BF-0806BB2A9D75}"/>
                    </a:ext>
                  </a:extLst>
                </p14:cNvPr>
                <p14:cNvContentPartPr/>
                <p14:nvPr/>
              </p14:nvContentPartPr>
              <p14:xfrm>
                <a:off x="7811780" y="497000"/>
                <a:ext cx="93960" cy="19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7FDAAD-2658-6F9B-F3BF-0806BB2A9D7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94140" y="479360"/>
                  <a:ext cx="12960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9F609BB-95E2-EDCC-8625-257BF1DAE4D5}"/>
              </a:ext>
            </a:extLst>
          </p:cNvPr>
          <p:cNvGrpSpPr/>
          <p:nvPr/>
        </p:nvGrpSpPr>
        <p:grpSpPr>
          <a:xfrm>
            <a:off x="8252060" y="439040"/>
            <a:ext cx="608400" cy="305640"/>
            <a:chOff x="8252060" y="439040"/>
            <a:chExt cx="60840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98941B-3200-9186-57B3-9DF0B981AF7F}"/>
                    </a:ext>
                  </a:extLst>
                </p14:cNvPr>
                <p14:cNvContentPartPr/>
                <p14:nvPr/>
              </p14:nvContentPartPr>
              <p14:xfrm>
                <a:off x="8315780" y="464960"/>
                <a:ext cx="20160" cy="279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98941B-3200-9186-57B3-9DF0B981AF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97780" y="447320"/>
                  <a:ext cx="55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6D779A-3177-6729-1697-A000DFD7EE5A}"/>
                    </a:ext>
                  </a:extLst>
                </p14:cNvPr>
                <p14:cNvContentPartPr/>
                <p14:nvPr/>
              </p14:nvContentPartPr>
              <p14:xfrm>
                <a:off x="8252060" y="579800"/>
                <a:ext cx="299520" cy="82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6D779A-3177-6729-1697-A000DFD7EE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34420" y="562160"/>
                  <a:ext cx="335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EC7012-8A5C-C926-1149-283D1C3221A5}"/>
                    </a:ext>
                  </a:extLst>
                </p14:cNvPr>
                <p14:cNvContentPartPr/>
                <p14:nvPr/>
              </p14:nvContentPartPr>
              <p14:xfrm>
                <a:off x="8625380" y="439040"/>
                <a:ext cx="36720" cy="23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EC7012-8A5C-C926-1149-283D1C3221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07380" y="421040"/>
                  <a:ext cx="72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41D948-F60A-3E7A-BD6C-4E005F2DC5D6}"/>
                    </a:ext>
                  </a:extLst>
                </p14:cNvPr>
                <p14:cNvContentPartPr/>
                <p14:nvPr/>
              </p14:nvContentPartPr>
              <p14:xfrm>
                <a:off x="8673980" y="525440"/>
                <a:ext cx="70560" cy="10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41D948-F60A-3E7A-BD6C-4E005F2DC5D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55980" y="507800"/>
                  <a:ext cx="106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BB94CB-DDAB-0505-6375-615442CECE00}"/>
                    </a:ext>
                  </a:extLst>
                </p14:cNvPr>
                <p14:cNvContentPartPr/>
                <p14:nvPr/>
              </p14:nvContentPartPr>
              <p14:xfrm>
                <a:off x="8771540" y="603920"/>
                <a:ext cx="88920" cy="4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BB94CB-DDAB-0505-6375-615442CECE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53540" y="586280"/>
                  <a:ext cx="1245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1CC3CC-3D62-545A-A8BD-37428399EC11}"/>
              </a:ext>
            </a:extLst>
          </p:cNvPr>
          <p:cNvGrpSpPr/>
          <p:nvPr/>
        </p:nvGrpSpPr>
        <p:grpSpPr>
          <a:xfrm>
            <a:off x="9087620" y="464600"/>
            <a:ext cx="844560" cy="224280"/>
            <a:chOff x="9087620" y="464600"/>
            <a:chExt cx="84456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D4C1E2-4683-C935-6702-87FC3C9B5AE5}"/>
                    </a:ext>
                  </a:extLst>
                </p14:cNvPr>
                <p14:cNvContentPartPr/>
                <p14:nvPr/>
              </p14:nvContentPartPr>
              <p14:xfrm>
                <a:off x="9087620" y="558920"/>
                <a:ext cx="110520" cy="11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D4C1E2-4683-C935-6702-87FC3C9B5AE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69620" y="540920"/>
                  <a:ext cx="146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E0600F-3A45-75CF-C740-DC48219B8B11}"/>
                    </a:ext>
                  </a:extLst>
                </p14:cNvPr>
                <p14:cNvContentPartPr/>
                <p14:nvPr/>
              </p14:nvContentPartPr>
              <p14:xfrm>
                <a:off x="9261860" y="583040"/>
                <a:ext cx="98640" cy="8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E0600F-3A45-75CF-C740-DC48219B8B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44220" y="565400"/>
                  <a:ext cx="13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F235A6-2F47-2DE6-B39A-A8237C1D576A}"/>
                    </a:ext>
                  </a:extLst>
                </p14:cNvPr>
                <p14:cNvContentPartPr/>
                <p14:nvPr/>
              </p14:nvContentPartPr>
              <p14:xfrm>
                <a:off x="9422060" y="464600"/>
                <a:ext cx="65160" cy="22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F235A6-2F47-2DE6-B39A-A8237C1D57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04420" y="446600"/>
                  <a:ext cx="100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F1EB56-4A76-923E-53BE-AB34E84CB5CA}"/>
                    </a:ext>
                  </a:extLst>
                </p14:cNvPr>
                <p14:cNvContentPartPr/>
                <p14:nvPr/>
              </p14:nvContentPartPr>
              <p14:xfrm>
                <a:off x="9546260" y="588440"/>
                <a:ext cx="102240" cy="9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F1EB56-4A76-923E-53BE-AB34E84CB5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28260" y="570440"/>
                  <a:ext cx="137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28C62D-FA66-FEA5-5652-098B1FD59BEC}"/>
                    </a:ext>
                  </a:extLst>
                </p14:cNvPr>
                <p14:cNvContentPartPr/>
                <p14:nvPr/>
              </p14:nvContentPartPr>
              <p14:xfrm>
                <a:off x="9687380" y="582320"/>
                <a:ext cx="66240" cy="82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28C62D-FA66-FEA5-5652-098B1FD59B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69380" y="564680"/>
                  <a:ext cx="101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7FF974-1C4F-6E1D-5DFD-8EA00BE7CEBC}"/>
                    </a:ext>
                  </a:extLst>
                </p14:cNvPr>
                <p14:cNvContentPartPr/>
                <p14:nvPr/>
              </p14:nvContentPartPr>
              <p14:xfrm>
                <a:off x="9858740" y="540920"/>
                <a:ext cx="7344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7FF974-1C4F-6E1D-5DFD-8EA00BE7CE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40740" y="523280"/>
                  <a:ext cx="10908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BFB327-037F-E87F-C553-C7E3BEF49CFA}"/>
              </a:ext>
            </a:extLst>
          </p:cNvPr>
          <p:cNvGrpSpPr/>
          <p:nvPr/>
        </p:nvGrpSpPr>
        <p:grpSpPr>
          <a:xfrm>
            <a:off x="10180940" y="511760"/>
            <a:ext cx="283320" cy="270360"/>
            <a:chOff x="10180940" y="511760"/>
            <a:chExt cx="2833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0188B3-FC2D-7206-4CAB-38B9A322B3AA}"/>
                    </a:ext>
                  </a:extLst>
                </p14:cNvPr>
                <p14:cNvContentPartPr/>
                <p14:nvPr/>
              </p14:nvContentPartPr>
              <p14:xfrm>
                <a:off x="10180940" y="596000"/>
                <a:ext cx="82080" cy="9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0188B3-FC2D-7206-4CAB-38B9A322B3A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63300" y="578360"/>
                  <a:ext cx="117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DCD0BA-9B06-A187-64C8-B9CDF013DF45}"/>
                    </a:ext>
                  </a:extLst>
                </p14:cNvPr>
                <p14:cNvContentPartPr/>
                <p14:nvPr/>
              </p14:nvContentPartPr>
              <p14:xfrm>
                <a:off x="10344380" y="511760"/>
                <a:ext cx="96120" cy="27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DCD0BA-9B06-A187-64C8-B9CDF013DF4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26380" y="493760"/>
                  <a:ext cx="131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9EAF18-059D-F1C4-8EEC-D143172FD531}"/>
                    </a:ext>
                  </a:extLst>
                </p14:cNvPr>
                <p14:cNvContentPartPr/>
                <p14:nvPr/>
              </p14:nvContentPartPr>
              <p14:xfrm>
                <a:off x="10330700" y="690680"/>
                <a:ext cx="13356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9EAF18-059D-F1C4-8EEC-D143172FD5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13060" y="673040"/>
                  <a:ext cx="1692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10A8CE-5364-C1D5-1941-5C92264D6A05}"/>
              </a:ext>
            </a:extLst>
          </p:cNvPr>
          <p:cNvGrpSpPr/>
          <p:nvPr/>
        </p:nvGrpSpPr>
        <p:grpSpPr>
          <a:xfrm>
            <a:off x="8587940" y="874640"/>
            <a:ext cx="982800" cy="787320"/>
            <a:chOff x="8587940" y="874640"/>
            <a:chExt cx="982800" cy="78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6DB7E1F-3505-AE57-BBE4-4EBDD0301D40}"/>
                    </a:ext>
                  </a:extLst>
                </p14:cNvPr>
                <p14:cNvContentPartPr/>
                <p14:nvPr/>
              </p14:nvContentPartPr>
              <p14:xfrm>
                <a:off x="8587940" y="1029440"/>
                <a:ext cx="162000" cy="261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6DB7E1F-3505-AE57-BBE4-4EBDD0301D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0300" y="1011800"/>
                  <a:ext cx="197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6968B0-F888-CED5-B3D4-ED07E951D93E}"/>
                    </a:ext>
                  </a:extLst>
                </p14:cNvPr>
                <p14:cNvContentPartPr/>
                <p14:nvPr/>
              </p14:nvContentPartPr>
              <p14:xfrm>
                <a:off x="8881700" y="1127000"/>
                <a:ext cx="60840" cy="13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6968B0-F888-CED5-B3D4-ED07E951D9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63700" y="1109360"/>
                  <a:ext cx="96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5BC06F-6AFB-432A-981A-EE1C1346A17E}"/>
                    </a:ext>
                  </a:extLst>
                </p14:cNvPr>
                <p14:cNvContentPartPr/>
                <p14:nvPr/>
              </p14:nvContentPartPr>
              <p14:xfrm>
                <a:off x="8964500" y="874640"/>
                <a:ext cx="274320" cy="787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5BC06F-6AFB-432A-981A-EE1C1346A1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46860" y="856640"/>
                  <a:ext cx="3099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08EF70-71C4-4AF3-A7F2-550CF7DD9838}"/>
                    </a:ext>
                  </a:extLst>
                </p14:cNvPr>
                <p14:cNvContentPartPr/>
                <p14:nvPr/>
              </p14:nvContentPartPr>
              <p14:xfrm>
                <a:off x="9339980" y="1030520"/>
                <a:ext cx="22320" cy="268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08EF70-71C4-4AF3-A7F2-550CF7DD98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21980" y="1012520"/>
                  <a:ext cx="57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E86DC5-1F3A-ABFA-87FD-6B69B584363A}"/>
                    </a:ext>
                  </a:extLst>
                </p14:cNvPr>
                <p14:cNvContentPartPr/>
                <p14:nvPr/>
              </p14:nvContentPartPr>
              <p14:xfrm>
                <a:off x="9491900" y="1155800"/>
                <a:ext cx="78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E86DC5-1F3A-ABFA-87FD-6B69B58436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74260" y="1138160"/>
                  <a:ext cx="1144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B1FA04B-8C8C-F92F-2DBC-0D05B1055D29}"/>
              </a:ext>
            </a:extLst>
          </p:cNvPr>
          <p:cNvGrpSpPr/>
          <p:nvPr/>
        </p:nvGrpSpPr>
        <p:grpSpPr>
          <a:xfrm>
            <a:off x="6597140" y="3099800"/>
            <a:ext cx="482760" cy="467280"/>
            <a:chOff x="6597140" y="3099800"/>
            <a:chExt cx="482760" cy="4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14:cNvPr>
                <p14:cNvContentPartPr/>
                <p14:nvPr/>
              </p14:nvContentPartPr>
              <p14:xfrm>
                <a:off x="6894500" y="3237680"/>
                <a:ext cx="11880" cy="21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389E51-C4D3-8698-2B5F-6AB88AECEFA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76860" y="3220040"/>
                  <a:ext cx="47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14:cNvPr>
                <p14:cNvContentPartPr/>
                <p14:nvPr/>
              </p14:nvContentPartPr>
              <p14:xfrm>
                <a:off x="6738620" y="3099800"/>
                <a:ext cx="341280" cy="46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F553FA-8FEC-3105-F3F8-497095E0BBB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20980" y="3081800"/>
                  <a:ext cx="3769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14:cNvPr>
                <p14:cNvContentPartPr/>
                <p14:nvPr/>
              </p14:nvContentPartPr>
              <p14:xfrm>
                <a:off x="6597140" y="3234800"/>
                <a:ext cx="97560" cy="3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35DF54-0F3B-A1C6-2849-D01A0AE34C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79500" y="3216800"/>
                  <a:ext cx="133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14:cNvPr>
                <p14:cNvContentPartPr/>
                <p14:nvPr/>
              </p14:nvContentPartPr>
              <p14:xfrm>
                <a:off x="6602900" y="3327320"/>
                <a:ext cx="89280" cy="1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771D46-04A1-CF5A-C063-DD1411182D4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85260" y="3309680"/>
                  <a:ext cx="124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EB14A2-B93C-DB55-4573-022A4240A244}"/>
              </a:ext>
            </a:extLst>
          </p:cNvPr>
          <p:cNvGrpSpPr/>
          <p:nvPr/>
        </p:nvGrpSpPr>
        <p:grpSpPr>
          <a:xfrm>
            <a:off x="6754100" y="2140040"/>
            <a:ext cx="401400" cy="407520"/>
            <a:chOff x="6754100" y="2140040"/>
            <a:chExt cx="4014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14:cNvPr>
                <p14:cNvContentPartPr/>
                <p14:nvPr/>
              </p14:nvContentPartPr>
              <p14:xfrm>
                <a:off x="7002140" y="2217800"/>
                <a:ext cx="21240" cy="163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4BFC63-501C-E345-8314-630E8D0ECC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84500" y="2199800"/>
                  <a:ext cx="56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14:cNvPr>
                <p14:cNvContentPartPr/>
                <p14:nvPr/>
              </p14:nvContentPartPr>
              <p14:xfrm>
                <a:off x="6813860" y="2140040"/>
                <a:ext cx="341640" cy="4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21D3FD-088D-D0EB-0F0C-9582BC0B0BD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95860" y="2122400"/>
                  <a:ext cx="3772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14:cNvPr>
                <p14:cNvContentPartPr/>
                <p14:nvPr/>
              </p14:nvContentPartPr>
              <p14:xfrm>
                <a:off x="6755540" y="2244440"/>
                <a:ext cx="766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3B0161-1D48-3697-37CF-3E5B4922E6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37900" y="2226800"/>
                  <a:ext cx="11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14:cNvPr>
                <p14:cNvContentPartPr/>
                <p14:nvPr/>
              </p14:nvContentPartPr>
              <p14:xfrm>
                <a:off x="6754100" y="2299880"/>
                <a:ext cx="4644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5082A8-5D2C-169D-A0F8-07F622AD8DD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36100" y="2282240"/>
                  <a:ext cx="820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81E5FE5-6B29-4EFD-6A37-860AD0A1F411}"/>
              </a:ext>
            </a:extLst>
          </p:cNvPr>
          <p:cNvGrpSpPr/>
          <p:nvPr/>
        </p:nvGrpSpPr>
        <p:grpSpPr>
          <a:xfrm>
            <a:off x="7004300" y="4261520"/>
            <a:ext cx="492120" cy="400320"/>
            <a:chOff x="7004300" y="4261520"/>
            <a:chExt cx="4921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14:cNvPr>
                <p14:cNvContentPartPr/>
                <p14:nvPr/>
              </p14:nvContentPartPr>
              <p14:xfrm>
                <a:off x="7304900" y="4325600"/>
                <a:ext cx="24480" cy="155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7C1C1A-8E64-BAEE-1960-337CE4149F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86900" y="4307960"/>
                  <a:ext cx="60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14:cNvPr>
                <p14:cNvContentPartPr/>
                <p14:nvPr/>
              </p14:nvContentPartPr>
              <p14:xfrm>
                <a:off x="7139660" y="4261520"/>
                <a:ext cx="356760" cy="400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4A8ABF-A6EB-9EF7-3139-55F0B8FFDFE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21660" y="4243520"/>
                  <a:ext cx="3924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14:cNvPr>
                <p14:cNvContentPartPr/>
                <p14:nvPr/>
              </p14:nvContentPartPr>
              <p14:xfrm>
                <a:off x="7004300" y="4462040"/>
                <a:ext cx="72720" cy="10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71B68F-2F3F-E4B3-35C8-A7E8F978F7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86300" y="4444040"/>
                  <a:ext cx="108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14:cNvPr>
                <p14:cNvContentPartPr/>
                <p14:nvPr/>
              </p14:nvContentPartPr>
              <p14:xfrm>
                <a:off x="7012940" y="4554200"/>
                <a:ext cx="90360" cy="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C6D39F-E48A-6F64-BBD0-05F3E97DE85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95300" y="4536200"/>
                  <a:ext cx="1260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C299950-080C-5434-E812-10C9EED96D63}"/>
              </a:ext>
            </a:extLst>
          </p:cNvPr>
          <p:cNvGrpSpPr/>
          <p:nvPr/>
        </p:nvGrpSpPr>
        <p:grpSpPr>
          <a:xfrm>
            <a:off x="8109860" y="4312280"/>
            <a:ext cx="1923120" cy="1385280"/>
            <a:chOff x="8109860" y="4312280"/>
            <a:chExt cx="1923120" cy="13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836A76-2D1C-B9CE-DC94-B11C345E48C9}"/>
                    </a:ext>
                  </a:extLst>
                </p14:cNvPr>
                <p14:cNvContentPartPr/>
                <p14:nvPr/>
              </p14:nvContentPartPr>
              <p14:xfrm>
                <a:off x="8150900" y="4329560"/>
                <a:ext cx="296640" cy="550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836A76-2D1C-B9CE-DC94-B11C345E48C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32900" y="4311560"/>
                  <a:ext cx="3322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D77C6B-80A2-CAF7-6ED2-9D8670EB8A41}"/>
                    </a:ext>
                  </a:extLst>
                </p14:cNvPr>
                <p14:cNvContentPartPr/>
                <p14:nvPr/>
              </p14:nvContentPartPr>
              <p14:xfrm>
                <a:off x="8109860" y="4312280"/>
                <a:ext cx="207720" cy="17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D77C6B-80A2-CAF7-6ED2-9D8670EB8A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92220" y="4294640"/>
                  <a:ext cx="243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91FB1AC-6CA0-4D23-1740-CC54870996CA}"/>
                    </a:ext>
                  </a:extLst>
                </p14:cNvPr>
                <p14:cNvContentPartPr/>
                <p14:nvPr/>
              </p14:nvContentPartPr>
              <p14:xfrm>
                <a:off x="8449340" y="5074040"/>
                <a:ext cx="24120" cy="27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91FB1AC-6CA0-4D23-1740-CC54870996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31700" y="5056400"/>
                  <a:ext cx="59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A5F819-E3AF-D049-92ED-955FE09DB17F}"/>
                    </a:ext>
                  </a:extLst>
                </p14:cNvPr>
                <p14:cNvContentPartPr/>
                <p14:nvPr/>
              </p14:nvContentPartPr>
              <p14:xfrm>
                <a:off x="8455100" y="5079800"/>
                <a:ext cx="14256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A5F819-E3AF-D049-92ED-955FE09DB1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37460" y="5062160"/>
                  <a:ext cx="178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963D778-2247-BFB8-E07E-49C3E985316A}"/>
                    </a:ext>
                  </a:extLst>
                </p14:cNvPr>
                <p14:cNvContentPartPr/>
                <p14:nvPr/>
              </p14:nvContentPartPr>
              <p14:xfrm>
                <a:off x="8487500" y="5180600"/>
                <a:ext cx="93240" cy="51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963D778-2247-BFB8-E07E-49C3E985316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69860" y="5162960"/>
                  <a:ext cx="128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5CA4F2-7C0F-16C3-3C0A-C9C6C44C31CA}"/>
                    </a:ext>
                  </a:extLst>
                </p14:cNvPr>
                <p14:cNvContentPartPr/>
                <p14:nvPr/>
              </p14:nvContentPartPr>
              <p14:xfrm>
                <a:off x="8672180" y="5029040"/>
                <a:ext cx="130320" cy="210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5CA4F2-7C0F-16C3-3C0A-C9C6C44C31C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54540" y="5011400"/>
                  <a:ext cx="165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ACD4646-8E46-41CC-3810-226F2B1F73DB}"/>
                    </a:ext>
                  </a:extLst>
                </p14:cNvPr>
                <p14:cNvContentPartPr/>
                <p14:nvPr/>
              </p14:nvContentPartPr>
              <p14:xfrm>
                <a:off x="8909780" y="5121560"/>
                <a:ext cx="64800" cy="15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ACD4646-8E46-41CC-3810-226F2B1F73D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892140" y="5103560"/>
                  <a:ext cx="100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1BF763-FB9F-D4E3-986C-75FDD7CBD73B}"/>
                    </a:ext>
                  </a:extLst>
                </p14:cNvPr>
                <p14:cNvContentPartPr/>
                <p14:nvPr/>
              </p14:nvContentPartPr>
              <p14:xfrm>
                <a:off x="8898260" y="4973240"/>
                <a:ext cx="41400" cy="47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1BF763-FB9F-D4E3-986C-75FDD7CBD73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80620" y="4955600"/>
                  <a:ext cx="770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17C8EF-CCE2-8BCF-C871-9224D9339510}"/>
                    </a:ext>
                  </a:extLst>
                </p14:cNvPr>
                <p14:cNvContentPartPr/>
                <p14:nvPr/>
              </p14:nvContentPartPr>
              <p14:xfrm>
                <a:off x="9108140" y="5063240"/>
                <a:ext cx="82080" cy="87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17C8EF-CCE2-8BCF-C871-9224D933951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90500" y="5045600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B47E96-56FD-8B62-0FB2-D668661432D8}"/>
                    </a:ext>
                  </a:extLst>
                </p14:cNvPr>
                <p14:cNvContentPartPr/>
                <p14:nvPr/>
              </p14:nvContentPartPr>
              <p14:xfrm>
                <a:off x="9302900" y="4998080"/>
                <a:ext cx="69480" cy="120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B47E96-56FD-8B62-0FB2-D668661432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84900" y="4980440"/>
                  <a:ext cx="105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DB0BBFB-A4F3-C1ED-D8F4-2EAD678AEA66}"/>
                    </a:ext>
                  </a:extLst>
                </p14:cNvPr>
                <p14:cNvContentPartPr/>
                <p14:nvPr/>
              </p14:nvContentPartPr>
              <p14:xfrm>
                <a:off x="9425660" y="4869560"/>
                <a:ext cx="66240" cy="177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DB0BBFB-A4F3-C1ED-D8F4-2EAD678AEA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07660" y="4851560"/>
                  <a:ext cx="101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B79CAE-45FA-ABA3-F71C-1569FA5C8CAB}"/>
                    </a:ext>
                  </a:extLst>
                </p14:cNvPr>
                <p14:cNvContentPartPr/>
                <p14:nvPr/>
              </p14:nvContentPartPr>
              <p14:xfrm>
                <a:off x="9431060" y="4964240"/>
                <a:ext cx="111600" cy="51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B79CAE-45FA-ABA3-F71C-1569FA5C8C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413060" y="4946600"/>
                  <a:ext cx="147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7E3896-BE49-37DB-A252-D2490DF0A412}"/>
                    </a:ext>
                  </a:extLst>
                </p14:cNvPr>
                <p14:cNvContentPartPr/>
                <p14:nvPr/>
              </p14:nvContentPartPr>
              <p14:xfrm>
                <a:off x="9566780" y="4946240"/>
                <a:ext cx="22320" cy="97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7E3896-BE49-37DB-A252-D2490DF0A4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48780" y="4928240"/>
                  <a:ext cx="57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5F9107-64EB-81EB-DE23-457BFD435033}"/>
                    </a:ext>
                  </a:extLst>
                </p14:cNvPr>
                <p14:cNvContentPartPr/>
                <p14:nvPr/>
              </p14:nvContentPartPr>
              <p14:xfrm>
                <a:off x="9565340" y="4851200"/>
                <a:ext cx="5760" cy="33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5F9107-64EB-81EB-DE23-457BFD4350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47340" y="4833200"/>
                  <a:ext cx="41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F55D1D-3B62-7448-E801-E9746C19A273}"/>
                    </a:ext>
                  </a:extLst>
                </p14:cNvPr>
                <p14:cNvContentPartPr/>
                <p14:nvPr/>
              </p14:nvContentPartPr>
              <p14:xfrm>
                <a:off x="9686300" y="4901240"/>
                <a:ext cx="105480" cy="89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F55D1D-3B62-7448-E801-E9746C19A27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668300" y="4883600"/>
                  <a:ext cx="141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70D708F-26F8-6622-A899-1C9B2E842B6F}"/>
                    </a:ext>
                  </a:extLst>
                </p14:cNvPr>
                <p14:cNvContentPartPr/>
                <p14:nvPr/>
              </p14:nvContentPartPr>
              <p14:xfrm>
                <a:off x="9868100" y="4886480"/>
                <a:ext cx="99360" cy="24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70D708F-26F8-6622-A899-1C9B2E842B6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50100" y="4868840"/>
                  <a:ext cx="135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EEAFB3-DC6F-8E48-9F78-4F13D5B37F8F}"/>
                    </a:ext>
                  </a:extLst>
                </p14:cNvPr>
                <p14:cNvContentPartPr/>
                <p14:nvPr/>
              </p14:nvContentPartPr>
              <p14:xfrm>
                <a:off x="8936420" y="5542760"/>
                <a:ext cx="173520" cy="154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EEAFB3-DC6F-8E48-9F78-4F13D5B37F8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18780" y="5524760"/>
                  <a:ext cx="209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0F0C1B3-1D4B-E340-6145-9BAB059A9011}"/>
                    </a:ext>
                  </a:extLst>
                </p14:cNvPr>
                <p14:cNvContentPartPr/>
                <p14:nvPr/>
              </p14:nvContentPartPr>
              <p14:xfrm>
                <a:off x="9202100" y="5498120"/>
                <a:ext cx="167760" cy="76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0F0C1B3-1D4B-E340-6145-9BAB059A901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184460" y="5480480"/>
                  <a:ext cx="203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D8CA69-454E-0FFC-FDB3-0A2AC9631F25}"/>
                    </a:ext>
                  </a:extLst>
                </p14:cNvPr>
                <p14:cNvContentPartPr/>
                <p14:nvPr/>
              </p14:nvContentPartPr>
              <p14:xfrm>
                <a:off x="9328820" y="5363120"/>
                <a:ext cx="19080" cy="30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D8CA69-454E-0FFC-FDB3-0A2AC9631F2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310820" y="5345120"/>
                  <a:ext cx="54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8626843-D1CC-B0D3-4BFB-1600CFAD9AFC}"/>
                    </a:ext>
                  </a:extLst>
                </p14:cNvPr>
                <p14:cNvContentPartPr/>
                <p14:nvPr/>
              </p14:nvContentPartPr>
              <p14:xfrm>
                <a:off x="9470660" y="5297240"/>
                <a:ext cx="325800" cy="313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8626843-D1CC-B0D3-4BFB-1600CFAD9AF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452660" y="5279600"/>
                  <a:ext cx="3614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1F41D41-6F95-33DD-6200-41FCC99A4BB3}"/>
                    </a:ext>
                  </a:extLst>
                </p14:cNvPr>
                <p14:cNvContentPartPr/>
                <p14:nvPr/>
              </p14:nvContentPartPr>
              <p14:xfrm>
                <a:off x="9864500" y="5178080"/>
                <a:ext cx="48600" cy="20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1F41D41-6F95-33DD-6200-41FCC99A4BB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46860" y="5160440"/>
                  <a:ext cx="84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ADBD87-ADF5-027C-8203-2D3201755F83}"/>
                    </a:ext>
                  </a:extLst>
                </p14:cNvPr>
                <p14:cNvContentPartPr/>
                <p14:nvPr/>
              </p14:nvContentPartPr>
              <p14:xfrm>
                <a:off x="9836420" y="5278160"/>
                <a:ext cx="73800" cy="81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ADBD87-ADF5-027C-8203-2D3201755F8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818420" y="5260160"/>
                  <a:ext cx="109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8E4A19A-A968-1EBE-AC3F-3371A23A846E}"/>
                    </a:ext>
                  </a:extLst>
                </p14:cNvPr>
                <p14:cNvContentPartPr/>
                <p14:nvPr/>
              </p14:nvContentPartPr>
              <p14:xfrm>
                <a:off x="10004540" y="5314160"/>
                <a:ext cx="28440" cy="18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8E4A19A-A968-1EBE-AC3F-3371A23A846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986900" y="5296520"/>
                  <a:ext cx="64080" cy="53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45" y="483234"/>
            <a:ext cx="11576304" cy="4716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5823" y="4342865"/>
            <a:ext cx="772477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65" dirty="0">
                <a:latin typeface="Calibri"/>
                <a:cs typeface="Calibri"/>
              </a:rPr>
              <a:t>Each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variable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decision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making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threshold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15239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distribution.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you’re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going,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don’t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aren’t.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14:cNvPr>
              <p14:cNvContentPartPr/>
              <p14:nvPr/>
            </p14:nvContentPartPr>
            <p14:xfrm>
              <a:off x="1254020" y="4970720"/>
              <a:ext cx="554760" cy="31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CBA0BA-73D1-91B9-C509-D69319765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0020" y="4863080"/>
                <a:ext cx="662400" cy="53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738A80D-92E4-594B-03DE-BA5FDB880EC0}"/>
              </a:ext>
            </a:extLst>
          </p:cNvPr>
          <p:cNvGrpSpPr/>
          <p:nvPr/>
        </p:nvGrpSpPr>
        <p:grpSpPr>
          <a:xfrm>
            <a:off x="2130980" y="5171600"/>
            <a:ext cx="574920" cy="409320"/>
            <a:chOff x="2130980" y="5171600"/>
            <a:chExt cx="5749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14:cNvPr>
                <p14:cNvContentPartPr/>
                <p14:nvPr/>
              </p14:nvContentPartPr>
              <p14:xfrm>
                <a:off x="2151860" y="5280680"/>
                <a:ext cx="554040" cy="3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A31C4A-68DC-9842-0A41-6590120FD4A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33860" y="5262680"/>
                  <a:ext cx="58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14:cNvPr>
                <p14:cNvContentPartPr/>
                <p14:nvPr/>
              </p14:nvContentPartPr>
              <p14:xfrm>
                <a:off x="2130980" y="5171600"/>
                <a:ext cx="287280" cy="30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42CB17-DD06-19D2-5664-8362A3DF1E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12980" y="5153960"/>
                  <a:ext cx="32292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F5134D-4F17-5272-C8B5-2B024CC3D4F3}"/>
              </a:ext>
            </a:extLst>
          </p:cNvPr>
          <p:cNvGrpSpPr/>
          <p:nvPr/>
        </p:nvGrpSpPr>
        <p:grpSpPr>
          <a:xfrm>
            <a:off x="3035660" y="5260160"/>
            <a:ext cx="2278080" cy="717480"/>
            <a:chOff x="3035660" y="5260160"/>
            <a:chExt cx="227808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14:cNvPr>
                <p14:cNvContentPartPr/>
                <p14:nvPr/>
              </p14:nvContentPartPr>
              <p14:xfrm>
                <a:off x="3035660" y="5403440"/>
                <a:ext cx="38880" cy="33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2D5C4B-6CF1-C704-5E07-EEAF940F46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17660" y="5385800"/>
                  <a:ext cx="745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14:cNvPr>
                <p14:cNvContentPartPr/>
                <p14:nvPr/>
              </p14:nvContentPartPr>
              <p14:xfrm>
                <a:off x="3069140" y="5432600"/>
                <a:ext cx="117000" cy="28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A78F4A-3638-D00E-6E09-137E6DDFE2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1500" y="5414600"/>
                  <a:ext cx="152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14:cNvPr>
                <p14:cNvContentPartPr/>
                <p14:nvPr/>
              </p14:nvContentPartPr>
              <p14:xfrm>
                <a:off x="3281540" y="5526560"/>
                <a:ext cx="131040" cy="95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475D0A-3737-BB25-6435-F480528D7D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63540" y="5508920"/>
                  <a:ext cx="166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14:cNvPr>
                <p14:cNvContentPartPr/>
                <p14:nvPr/>
              </p14:nvContentPartPr>
              <p14:xfrm>
                <a:off x="3482780" y="5396960"/>
                <a:ext cx="27000" cy="204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522F0F-271A-1D94-E7D6-77028C53C9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64780" y="5379320"/>
                  <a:ext cx="62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14:cNvPr>
                <p14:cNvContentPartPr/>
                <p14:nvPr/>
              </p14:nvContentPartPr>
              <p14:xfrm>
                <a:off x="3424100" y="5475080"/>
                <a:ext cx="96840" cy="77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83DF34-F88C-BA26-3FE9-9DCEA56D3C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6460" y="5457080"/>
                  <a:ext cx="132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14:cNvPr>
                <p14:cNvContentPartPr/>
                <p14:nvPr/>
              </p14:nvContentPartPr>
              <p14:xfrm>
                <a:off x="3568100" y="5483720"/>
                <a:ext cx="146160" cy="113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8D6C63-B3BE-DB6F-19D5-4E4676489CE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50460" y="5466080"/>
                  <a:ext cx="181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14:cNvPr>
                <p14:cNvContentPartPr/>
                <p14:nvPr/>
              </p14:nvContentPartPr>
              <p14:xfrm>
                <a:off x="3768260" y="5400560"/>
                <a:ext cx="83520" cy="176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1CB150-2108-F09C-B54F-D11543E690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50620" y="5382920"/>
                  <a:ext cx="119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14:cNvPr>
                <p14:cNvContentPartPr/>
                <p14:nvPr/>
              </p14:nvContentPartPr>
              <p14:xfrm>
                <a:off x="3973100" y="5428280"/>
                <a:ext cx="26280" cy="114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B1C5DB-A58B-4635-B620-DAD1A6CC6A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55460" y="5410640"/>
                  <a:ext cx="61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14:cNvPr>
                <p14:cNvContentPartPr/>
                <p14:nvPr/>
              </p14:nvContentPartPr>
              <p14:xfrm>
                <a:off x="3986060" y="5402360"/>
                <a:ext cx="221400" cy="117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B2AD9F-DCA6-C8EE-598B-609166B46A5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68420" y="5384720"/>
                  <a:ext cx="257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14:cNvPr>
                <p14:cNvContentPartPr/>
                <p14:nvPr/>
              </p14:nvContentPartPr>
              <p14:xfrm>
                <a:off x="4269020" y="5447360"/>
                <a:ext cx="32040" cy="9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8033A1-1B96-08CF-1CE1-1DEF6E2EF02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51380" y="5429720"/>
                  <a:ext cx="67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14:cNvPr>
                <p14:cNvContentPartPr/>
                <p14:nvPr/>
              </p14:nvContentPartPr>
              <p14:xfrm>
                <a:off x="4270820" y="5298320"/>
                <a:ext cx="15840" cy="5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346581-93F4-16AD-0E05-CA483FF336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52820" y="5280320"/>
                  <a:ext cx="51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14:cNvPr>
                <p14:cNvContentPartPr/>
                <p14:nvPr/>
              </p14:nvContentPartPr>
              <p14:xfrm>
                <a:off x="4348580" y="5383640"/>
                <a:ext cx="158400" cy="10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FE3CBE-77CE-D0DE-6D54-E128653897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0940" y="5366000"/>
                  <a:ext cx="194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14:cNvPr>
                <p14:cNvContentPartPr/>
                <p14:nvPr/>
              </p14:nvContentPartPr>
              <p14:xfrm>
                <a:off x="4580780" y="5291480"/>
                <a:ext cx="131400" cy="12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576DFD-F67D-B2D4-929C-2294214866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62780" y="5273480"/>
                  <a:ext cx="167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14:cNvPr>
                <p14:cNvContentPartPr/>
                <p14:nvPr/>
              </p14:nvContentPartPr>
              <p14:xfrm>
                <a:off x="4799300" y="5260160"/>
                <a:ext cx="89640" cy="19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FFB2103-E118-921C-981A-BF9FBA4F2E7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81660" y="5242160"/>
                  <a:ext cx="125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14:cNvPr>
                <p14:cNvContentPartPr/>
                <p14:nvPr/>
              </p14:nvContentPartPr>
              <p14:xfrm>
                <a:off x="3776180" y="5724200"/>
                <a:ext cx="59760" cy="253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B5BBC6-1A52-0186-6367-14FEEECD77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58180" y="5706200"/>
                  <a:ext cx="95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14:cNvPr>
                <p14:cNvContentPartPr/>
                <p14:nvPr/>
              </p14:nvContentPartPr>
              <p14:xfrm>
                <a:off x="3743420" y="5786840"/>
                <a:ext cx="31536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D1FB94-D501-B148-C536-359B60A57F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25780" y="5769200"/>
                  <a:ext cx="351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14:cNvPr>
                <p14:cNvContentPartPr/>
                <p14:nvPr/>
              </p14:nvContentPartPr>
              <p14:xfrm>
                <a:off x="4130780" y="5765600"/>
                <a:ext cx="48240" cy="104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82CCE7-8FF3-1C50-8DA3-1AB5DB249E5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12780" y="5747960"/>
                  <a:ext cx="83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14:cNvPr>
                <p14:cNvContentPartPr/>
                <p14:nvPr/>
              </p14:nvContentPartPr>
              <p14:xfrm>
                <a:off x="4536140" y="5739680"/>
                <a:ext cx="55080" cy="11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4CA246-470C-8BAB-44C6-8CA5CC0735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18140" y="5721680"/>
                  <a:ext cx="90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14:cNvPr>
                <p14:cNvContentPartPr/>
                <p14:nvPr/>
              </p14:nvContentPartPr>
              <p14:xfrm>
                <a:off x="4631900" y="5720960"/>
                <a:ext cx="132840" cy="9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4F4CB4-3C92-D97B-84CD-D91F16FC02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3900" y="5703320"/>
                  <a:ext cx="168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14:cNvPr>
                <p14:cNvContentPartPr/>
                <p14:nvPr/>
              </p14:nvContentPartPr>
              <p14:xfrm>
                <a:off x="4812620" y="5552480"/>
                <a:ext cx="78120" cy="22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DB9479-2A49-515E-5B38-AAB38B4FB1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4980" y="5534480"/>
                  <a:ext cx="113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14:cNvPr>
                <p14:cNvContentPartPr/>
                <p14:nvPr/>
              </p14:nvContentPartPr>
              <p14:xfrm>
                <a:off x="4821620" y="5639600"/>
                <a:ext cx="113760" cy="5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BFBA5A-B57C-2762-4AA1-CC300E4D96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03980" y="5621960"/>
                  <a:ext cx="149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14:cNvPr>
                <p14:cNvContentPartPr/>
                <p14:nvPr/>
              </p14:nvContentPartPr>
              <p14:xfrm>
                <a:off x="4957340" y="5651840"/>
                <a:ext cx="57960" cy="13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FB9F91-B6B1-8B44-139B-EB242DAE06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39340" y="5633840"/>
                  <a:ext cx="93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14:cNvPr>
                <p14:cNvContentPartPr/>
                <p14:nvPr/>
              </p14:nvContentPartPr>
              <p14:xfrm>
                <a:off x="4964540" y="5612960"/>
                <a:ext cx="92160" cy="70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5A4541-6AC2-89C3-9B81-DB997A2A61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46540" y="5594960"/>
                  <a:ext cx="127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14:cNvPr>
                <p14:cNvContentPartPr/>
                <p14:nvPr/>
              </p14:nvContentPartPr>
              <p14:xfrm>
                <a:off x="5112500" y="5483000"/>
                <a:ext cx="160200" cy="206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8DE1A21-A1A7-5125-C1AE-C826985435B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94500" y="5465000"/>
                  <a:ext cx="195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14:cNvPr>
                <p14:cNvContentPartPr/>
                <p14:nvPr/>
              </p14:nvContentPartPr>
              <p14:xfrm>
                <a:off x="5209340" y="5513600"/>
                <a:ext cx="104400" cy="6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45A995-A2AA-681A-866E-82AEFB4F925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91700" y="5495960"/>
                  <a:ext cx="140040" cy="10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spc="55" dirty="0"/>
              <a:t>would</a:t>
            </a:r>
            <a:r>
              <a:rPr spc="175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spc="50" dirty="0"/>
              <a:t>decide</a:t>
            </a:r>
            <a:r>
              <a:rPr spc="165" dirty="0"/>
              <a:t> </a:t>
            </a:r>
            <a:r>
              <a:rPr spc="-10" dirty="0"/>
              <a:t>this?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011" y="474344"/>
            <a:ext cx="9523349" cy="36843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3208299"/>
            <a:ext cx="2306320" cy="2071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55" dirty="0">
                <a:latin typeface="Calibri"/>
                <a:cs typeface="Calibri"/>
              </a:rPr>
              <a:t>Threshold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12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65" dirty="0">
                <a:latin typeface="Calibri"/>
                <a:cs typeface="Calibri"/>
              </a:rPr>
              <a:t>w1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w2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35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65" dirty="0">
                <a:latin typeface="Calibri"/>
                <a:cs typeface="Calibri"/>
              </a:rPr>
              <a:t>w3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11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88613" y="4257928"/>
            <a:ext cx="1973580" cy="707390"/>
            <a:chOff x="3888613" y="4257928"/>
            <a:chExt cx="1973580" cy="707390"/>
          </a:xfrm>
        </p:grpSpPr>
        <p:sp>
          <p:nvSpPr>
            <p:cNvPr id="6" name="object 6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1613408" y="0"/>
                  </a:moveTo>
                  <a:lnTo>
                    <a:pt x="1613408" y="173609"/>
                  </a:lnTo>
                  <a:lnTo>
                    <a:pt x="0" y="173609"/>
                  </a:lnTo>
                  <a:lnTo>
                    <a:pt x="0" y="520954"/>
                  </a:lnTo>
                  <a:lnTo>
                    <a:pt x="1613408" y="520954"/>
                  </a:lnTo>
                  <a:lnTo>
                    <a:pt x="1613408" y="694563"/>
                  </a:lnTo>
                  <a:lnTo>
                    <a:pt x="1960752" y="347345"/>
                  </a:lnTo>
                  <a:lnTo>
                    <a:pt x="16134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4264278"/>
              <a:ext cx="1960880" cy="694690"/>
            </a:xfrm>
            <a:custGeom>
              <a:avLst/>
              <a:gdLst/>
              <a:ahLst/>
              <a:cxnLst/>
              <a:rect l="l" t="t" r="r" b="b"/>
              <a:pathLst>
                <a:path w="1960879" h="694689">
                  <a:moveTo>
                    <a:pt x="0" y="173609"/>
                  </a:moveTo>
                  <a:lnTo>
                    <a:pt x="1613408" y="173609"/>
                  </a:lnTo>
                  <a:lnTo>
                    <a:pt x="1613408" y="0"/>
                  </a:lnTo>
                  <a:lnTo>
                    <a:pt x="1960752" y="347345"/>
                  </a:lnTo>
                  <a:lnTo>
                    <a:pt x="1613408" y="694563"/>
                  </a:lnTo>
                  <a:lnTo>
                    <a:pt x="1613408" y="520954"/>
                  </a:lnTo>
                  <a:lnTo>
                    <a:pt x="0" y="520954"/>
                  </a:lnTo>
                  <a:lnTo>
                    <a:pt x="0" y="17360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03289" y="3300729"/>
            <a:ext cx="5456555" cy="2216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basically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says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other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true,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both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12700" marR="224790">
              <a:lnSpc>
                <a:spcPts val="2590"/>
              </a:lnSpc>
              <a:spcBef>
                <a:spcPts val="1445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silly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example,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reasonable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starting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build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complex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decision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making.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14:cNvPr>
              <p14:cNvContentPartPr/>
              <p14:nvPr/>
            </p14:nvContentPartPr>
            <p14:xfrm>
              <a:off x="1349060" y="4917440"/>
              <a:ext cx="452880" cy="29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3640D28-26E1-D65A-1A97-041C618282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5420" y="4809800"/>
                <a:ext cx="5605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14:cNvPr>
              <p14:cNvContentPartPr/>
              <p14:nvPr/>
            </p14:nvContentPartPr>
            <p14:xfrm>
              <a:off x="1327100" y="3899360"/>
              <a:ext cx="311040" cy="259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6AB88D-ACB8-9923-693E-CD9772123E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3100" y="3791360"/>
                <a:ext cx="41868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14:cNvPr>
              <p14:cNvContentPartPr/>
              <p14:nvPr/>
            </p14:nvContentPartPr>
            <p14:xfrm>
              <a:off x="1283900" y="4395440"/>
              <a:ext cx="352800" cy="32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236BE4-F5AE-FDA0-AE17-84A9263D4A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0260" y="4287440"/>
                <a:ext cx="460440" cy="54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453D149-EFCA-83B8-C661-0FD903F3380E}"/>
              </a:ext>
            </a:extLst>
          </p:cNvPr>
          <p:cNvGrpSpPr/>
          <p:nvPr/>
        </p:nvGrpSpPr>
        <p:grpSpPr>
          <a:xfrm>
            <a:off x="1837220" y="4077920"/>
            <a:ext cx="887760" cy="1316880"/>
            <a:chOff x="1837220" y="4077920"/>
            <a:chExt cx="887760" cy="13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14:cNvPr>
                <p14:cNvContentPartPr/>
                <p14:nvPr/>
              </p14:nvContentPartPr>
              <p14:xfrm>
                <a:off x="1837220" y="4077920"/>
                <a:ext cx="279360" cy="131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A048B6-FB3A-D98E-806E-F2DF0F1EBA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9580" y="4060280"/>
                  <a:ext cx="31500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14:cNvPr>
                <p14:cNvContentPartPr/>
                <p14:nvPr/>
              </p14:nvContentPartPr>
              <p14:xfrm>
                <a:off x="2011820" y="4684880"/>
                <a:ext cx="317520" cy="57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2C4E79-5E1E-D0F4-08D7-BF84B3C883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94180" y="4666880"/>
                  <a:ext cx="353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14:cNvPr>
                <p14:cNvContentPartPr/>
                <p14:nvPr/>
              </p14:nvContentPartPr>
              <p14:xfrm>
                <a:off x="2255180" y="4609280"/>
                <a:ext cx="124200" cy="168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7A7C54-55FF-74F6-E182-2A27DA2551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7180" y="4591640"/>
                  <a:ext cx="159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14:cNvPr>
                <p14:cNvContentPartPr/>
                <p14:nvPr/>
              </p14:nvContentPartPr>
              <p14:xfrm>
                <a:off x="2458580" y="4595960"/>
                <a:ext cx="45360" cy="227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324286-99D7-564E-A2F7-B4C16B6F3D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40580" y="4577960"/>
                  <a:ext cx="81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14:cNvPr>
                <p14:cNvContentPartPr/>
                <p14:nvPr/>
              </p14:nvContentPartPr>
              <p14:xfrm>
                <a:off x="2471180" y="4566800"/>
                <a:ext cx="136800" cy="148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474CDE-9D16-D3E8-B44C-1B9F03CEDB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53180" y="4548800"/>
                  <a:ext cx="172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14:cNvPr>
                <p14:cNvContentPartPr/>
                <p14:nvPr/>
              </p14:nvContentPartPr>
              <p14:xfrm>
                <a:off x="2640380" y="4561760"/>
                <a:ext cx="8460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E62C98-0289-A133-8F72-07A17C484B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22380" y="4544120"/>
                  <a:ext cx="12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</a:t>
            </a:r>
            <a:r>
              <a:rPr spc="260" dirty="0"/>
              <a:t> </a:t>
            </a:r>
            <a:r>
              <a:rPr dirty="0"/>
              <a:t>of</a:t>
            </a:r>
            <a:r>
              <a:rPr spc="265" dirty="0"/>
              <a:t> </a:t>
            </a:r>
            <a:r>
              <a:rPr dirty="0"/>
              <a:t>other</a:t>
            </a:r>
            <a:r>
              <a:rPr spc="250" dirty="0"/>
              <a:t> </a:t>
            </a:r>
            <a:r>
              <a:rPr dirty="0"/>
              <a:t>nodes</a:t>
            </a:r>
            <a:r>
              <a:rPr spc="265" dirty="0"/>
              <a:t> </a:t>
            </a:r>
            <a:r>
              <a:rPr spc="50" dirty="0"/>
              <a:t>increases</a:t>
            </a:r>
            <a:r>
              <a:rPr spc="260" dirty="0"/>
              <a:t> </a:t>
            </a:r>
            <a:r>
              <a:rPr spc="60"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061915"/>
            <a:ext cx="965517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nuanced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getting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87" y="1228839"/>
            <a:ext cx="8193197" cy="30323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240" dirty="0"/>
              <a:t> </a:t>
            </a:r>
            <a:r>
              <a:rPr dirty="0"/>
              <a:t>does</a:t>
            </a:r>
            <a:r>
              <a:rPr spc="335" dirty="0"/>
              <a:t> </a:t>
            </a:r>
            <a:r>
              <a:rPr dirty="0"/>
              <a:t>information</a:t>
            </a:r>
            <a:r>
              <a:rPr spc="335" dirty="0"/>
              <a:t> </a:t>
            </a:r>
            <a:r>
              <a:rPr spc="75" dirty="0"/>
              <a:t>change</a:t>
            </a:r>
            <a:r>
              <a:rPr spc="335" dirty="0"/>
              <a:t> </a:t>
            </a:r>
            <a:r>
              <a:rPr dirty="0"/>
              <a:t>through</a:t>
            </a:r>
            <a:r>
              <a:rPr spc="300" dirty="0"/>
              <a:t> </a:t>
            </a:r>
            <a:r>
              <a:rPr spc="-10" dirty="0"/>
              <a:t>layers?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5220715"/>
            <a:ext cx="954214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DNN,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somewhat 	</a:t>
            </a:r>
            <a:r>
              <a:rPr sz="2800" spc="80" dirty="0">
                <a:latin typeface="Calibri"/>
                <a:cs typeface="Calibri"/>
              </a:rPr>
              <a:t>making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decisions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abstract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2721" y="837501"/>
            <a:ext cx="6365510" cy="30754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3576039"/>
            <a:ext cx="7279005" cy="23469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can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{x1,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x2,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x3}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</a:tabLst>
            </a:pPr>
            <a:r>
              <a:rPr sz="2400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{w1,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w2,w3}</a:t>
            </a:r>
            <a:endParaRPr sz="2400">
              <a:latin typeface="Calibri"/>
              <a:cs typeface="Calibri"/>
            </a:endParaRPr>
          </a:p>
          <a:p>
            <a:pPr marL="7219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721995" algn="l"/>
                <a:tab pos="622935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become</a:t>
            </a:r>
            <a:endParaRPr sz="24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35" dirty="0">
                <a:latin typeface="Calibri"/>
                <a:cs typeface="Calibri"/>
              </a:rPr>
              <a:t>x</a:t>
            </a:r>
            <a:r>
              <a:rPr sz="975" spc="52" baseline="25641" dirty="0">
                <a:latin typeface="Arial"/>
                <a:cs typeface="Arial"/>
              </a:rPr>
              <a:t>●</a:t>
            </a:r>
            <a:r>
              <a:rPr sz="2000" spc="35" dirty="0">
                <a:latin typeface="Calibri"/>
                <a:cs typeface="Calibri"/>
              </a:rPr>
              <a:t>w+b≤0</a:t>
            </a:r>
            <a:endParaRPr sz="2000">
              <a:latin typeface="Calibri"/>
              <a:cs typeface="Calibri"/>
            </a:endParaRPr>
          </a:p>
          <a:p>
            <a:pPr marL="1180465" lvl="2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80465" algn="l"/>
                <a:tab pos="2782570" algn="l"/>
              </a:tabLst>
            </a:pPr>
            <a:r>
              <a:rPr sz="2000" spc="70" dirty="0">
                <a:latin typeface="Calibri"/>
                <a:cs typeface="Calibri"/>
              </a:rPr>
              <a:t>1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5" dirty="0">
                <a:latin typeface="Calibri"/>
                <a:cs typeface="Calibri"/>
              </a:rPr>
              <a:t>x</a:t>
            </a:r>
            <a:r>
              <a:rPr sz="750" spc="-7" baseline="27777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</a:t>
            </a:r>
            <a:r>
              <a:rPr sz="2000" spc="-15" dirty="0">
                <a:latin typeface="Calibri"/>
                <a:cs typeface="Calibri"/>
              </a:rPr>
              <a:t>b&gt;0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111" y="932704"/>
            <a:ext cx="5224730" cy="230247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C34227A3-900D-564B-6A7E-34B712150422}"/>
              </a:ext>
            </a:extLst>
          </p:cNvPr>
          <p:cNvGrpSpPr/>
          <p:nvPr/>
        </p:nvGrpSpPr>
        <p:grpSpPr>
          <a:xfrm>
            <a:off x="9203900" y="3577520"/>
            <a:ext cx="2248920" cy="898920"/>
            <a:chOff x="9203900" y="3577520"/>
            <a:chExt cx="2248920" cy="89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6F0D56-5398-34E2-0906-7C714DCB7C6A}"/>
                    </a:ext>
                  </a:extLst>
                </p14:cNvPr>
                <p14:cNvContentPartPr/>
                <p14:nvPr/>
              </p14:nvContentPartPr>
              <p14:xfrm>
                <a:off x="9900140" y="3897200"/>
                <a:ext cx="82080" cy="579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6F0D56-5398-34E2-0906-7C714DCB7C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82500" y="3879560"/>
                  <a:ext cx="11772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03C3EC-B234-5E69-C07A-96B558F35ABB}"/>
                    </a:ext>
                  </a:extLst>
                </p14:cNvPr>
                <p14:cNvContentPartPr/>
                <p14:nvPr/>
              </p14:nvContentPartPr>
              <p14:xfrm>
                <a:off x="9901940" y="3937160"/>
                <a:ext cx="540360" cy="537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03C3EC-B234-5E69-C07A-96B558F35AB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83940" y="3919520"/>
                  <a:ext cx="5760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BE4FDE-7C38-7B39-F734-F93EE2DD9AF8}"/>
                    </a:ext>
                  </a:extLst>
                </p14:cNvPr>
                <p14:cNvContentPartPr/>
                <p14:nvPr/>
              </p14:nvContentPartPr>
              <p14:xfrm>
                <a:off x="10442660" y="4145240"/>
                <a:ext cx="163080" cy="207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BE4FDE-7C38-7B39-F734-F93EE2DD9A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25020" y="4127240"/>
                  <a:ext cx="198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7AD209-E865-7931-6084-BA51AE292AB9}"/>
                    </a:ext>
                  </a:extLst>
                </p14:cNvPr>
                <p14:cNvContentPartPr/>
                <p14:nvPr/>
              </p14:nvContentPartPr>
              <p14:xfrm>
                <a:off x="10626260" y="4197440"/>
                <a:ext cx="826560" cy="20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7AD209-E865-7931-6084-BA51AE292A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08620" y="4179800"/>
                  <a:ext cx="86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4711BF-224F-4CB2-B19B-FEBCA127A8BD}"/>
                    </a:ext>
                  </a:extLst>
                </p14:cNvPr>
                <p14:cNvContentPartPr/>
                <p14:nvPr/>
              </p14:nvContentPartPr>
              <p14:xfrm>
                <a:off x="9203900" y="4204280"/>
                <a:ext cx="761040" cy="32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4711BF-224F-4CB2-B19B-FEBCA127A8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86260" y="4186640"/>
                  <a:ext cx="796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7A58DB-A6E1-1C3A-2666-BF6533DB3C4D}"/>
                    </a:ext>
                  </a:extLst>
                </p14:cNvPr>
                <p14:cNvContentPartPr/>
                <p14:nvPr/>
              </p14:nvContentPartPr>
              <p14:xfrm>
                <a:off x="9695300" y="3655280"/>
                <a:ext cx="15840" cy="180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7A58DB-A6E1-1C3A-2666-BF6533DB3C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77660" y="3637280"/>
                  <a:ext cx="51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DCA5F1-5418-DDF8-BBBB-F9AE071687BE}"/>
                    </a:ext>
                  </a:extLst>
                </p14:cNvPr>
                <p14:cNvContentPartPr/>
                <p14:nvPr/>
              </p14:nvContentPartPr>
              <p14:xfrm>
                <a:off x="9700340" y="3601280"/>
                <a:ext cx="185040" cy="17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DCA5F1-5418-DDF8-BBBB-F9AE071687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82340" y="3583280"/>
                  <a:ext cx="22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DC8484-0910-5486-30DA-C5B99FF0DDE1}"/>
                    </a:ext>
                  </a:extLst>
                </p14:cNvPr>
                <p14:cNvContentPartPr/>
                <p14:nvPr/>
              </p14:nvContentPartPr>
              <p14:xfrm>
                <a:off x="10017860" y="3617840"/>
                <a:ext cx="39600" cy="166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DC8484-0910-5486-30DA-C5B99FF0DDE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99860" y="3600200"/>
                  <a:ext cx="75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4F6F1C-4C65-8B5D-1889-0B6B781FEFFC}"/>
                    </a:ext>
                  </a:extLst>
                </p14:cNvPr>
                <p14:cNvContentPartPr/>
                <p14:nvPr/>
              </p14:nvContentPartPr>
              <p14:xfrm>
                <a:off x="10057460" y="3591200"/>
                <a:ext cx="120240" cy="21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4F6F1C-4C65-8B5D-1889-0B6B781FEF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39460" y="3573560"/>
                  <a:ext cx="155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C98715-93FA-008E-6352-2850E82B5098}"/>
                    </a:ext>
                  </a:extLst>
                </p14:cNvPr>
                <p14:cNvContentPartPr/>
                <p14:nvPr/>
              </p14:nvContentPartPr>
              <p14:xfrm>
                <a:off x="10005260" y="3702440"/>
                <a:ext cx="150840" cy="6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C98715-93FA-008E-6352-2850E82B50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87260" y="3684440"/>
                  <a:ext cx="186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B17390-E6DB-F767-8DAD-B8236D5352FD}"/>
                    </a:ext>
                  </a:extLst>
                </p14:cNvPr>
                <p14:cNvContentPartPr/>
                <p14:nvPr/>
              </p14:nvContentPartPr>
              <p14:xfrm>
                <a:off x="10283900" y="3626480"/>
                <a:ext cx="23400" cy="138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B17390-E6DB-F767-8DAD-B8236D5352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5900" y="3608840"/>
                  <a:ext cx="59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B6E780-1E1F-6192-36F1-9C44398B18FD}"/>
                    </a:ext>
                  </a:extLst>
                </p14:cNvPr>
                <p14:cNvContentPartPr/>
                <p14:nvPr/>
              </p14:nvContentPartPr>
              <p14:xfrm>
                <a:off x="10278860" y="3577520"/>
                <a:ext cx="181800" cy="184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B6E780-1E1F-6192-36F1-9C44398B18F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60860" y="3559880"/>
                  <a:ext cx="217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7DF56B-70E0-54AC-2ECF-B3C3B9EADD48}"/>
                    </a:ext>
                  </a:extLst>
                </p14:cNvPr>
                <p14:cNvContentPartPr/>
                <p14:nvPr/>
              </p14:nvContentPartPr>
              <p14:xfrm>
                <a:off x="10578740" y="3588320"/>
                <a:ext cx="52920" cy="200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7DF56B-70E0-54AC-2ECF-B3C3B9EADD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60740" y="3570680"/>
                  <a:ext cx="88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34239F-B4E0-4BBC-EB19-89B8F1DA81C2}"/>
                    </a:ext>
                  </a:extLst>
                </p14:cNvPr>
                <p14:cNvContentPartPr/>
                <p14:nvPr/>
              </p14:nvContentPartPr>
              <p14:xfrm>
                <a:off x="10540940" y="3582200"/>
                <a:ext cx="240120" cy="19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34239F-B4E0-4BBC-EB19-89B8F1DA81C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23300" y="3564560"/>
                  <a:ext cx="275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706814-5EBE-1D40-9450-2B923EBD38D6}"/>
                    </a:ext>
                  </a:extLst>
                </p14:cNvPr>
                <p14:cNvContentPartPr/>
                <p14:nvPr/>
              </p14:nvContentPartPr>
              <p14:xfrm>
                <a:off x="9419180" y="4343600"/>
                <a:ext cx="593280" cy="30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706814-5EBE-1D40-9450-2B923EBD38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01540" y="4325960"/>
                  <a:ext cx="6289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9D4B9E-8F39-937C-BA5C-9F7E65415D86}"/>
              </a:ext>
            </a:extLst>
          </p:cNvPr>
          <p:cNvGrpSpPr/>
          <p:nvPr/>
        </p:nvGrpSpPr>
        <p:grpSpPr>
          <a:xfrm>
            <a:off x="7985300" y="322760"/>
            <a:ext cx="1001880" cy="470880"/>
            <a:chOff x="7985300" y="322760"/>
            <a:chExt cx="100188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40271B0-C2A7-A279-9DBB-B0FE554B4A42}"/>
                    </a:ext>
                  </a:extLst>
                </p14:cNvPr>
                <p14:cNvContentPartPr/>
                <p14:nvPr/>
              </p14:nvContentPartPr>
              <p14:xfrm>
                <a:off x="7985300" y="322760"/>
                <a:ext cx="42120" cy="436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40271B0-C2A7-A279-9DBB-B0FE554B4A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67660" y="304760"/>
                  <a:ext cx="777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4D9850-6DB9-A5A9-897C-4730909DD9D2}"/>
                    </a:ext>
                  </a:extLst>
                </p14:cNvPr>
                <p14:cNvContentPartPr/>
                <p14:nvPr/>
              </p14:nvContentPartPr>
              <p14:xfrm>
                <a:off x="8124980" y="589880"/>
                <a:ext cx="111960" cy="203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4D9850-6DB9-A5A9-897C-4730909DD9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07340" y="571880"/>
                  <a:ext cx="147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8E293A-57EE-10CF-4B34-888A2C082349}"/>
                    </a:ext>
                  </a:extLst>
                </p14:cNvPr>
                <p14:cNvContentPartPr/>
                <p14:nvPr/>
              </p14:nvContentPartPr>
              <p14:xfrm>
                <a:off x="8464460" y="351560"/>
                <a:ext cx="285120" cy="425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8E293A-57EE-10CF-4B34-888A2C0823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46820" y="333560"/>
                  <a:ext cx="3207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C2658C-A4BF-D9E1-1A76-62E58996759A}"/>
                    </a:ext>
                  </a:extLst>
                </p14:cNvPr>
                <p14:cNvContentPartPr/>
                <p14:nvPr/>
              </p14:nvContentPartPr>
              <p14:xfrm>
                <a:off x="8896460" y="513560"/>
                <a:ext cx="90720" cy="171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C2658C-A4BF-D9E1-1A76-62E5899675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78820" y="495560"/>
                  <a:ext cx="1263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970DE9F-B813-B701-323A-D5A79B01ADCF}"/>
              </a:ext>
            </a:extLst>
          </p:cNvPr>
          <p:cNvGrpSpPr/>
          <p:nvPr/>
        </p:nvGrpSpPr>
        <p:grpSpPr>
          <a:xfrm>
            <a:off x="8729780" y="1008560"/>
            <a:ext cx="2324880" cy="2371680"/>
            <a:chOff x="8729780" y="1008560"/>
            <a:chExt cx="2324880" cy="23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682BC0-3F89-5712-4082-952D540A952B}"/>
                    </a:ext>
                  </a:extLst>
                </p14:cNvPr>
                <p14:cNvContentPartPr/>
                <p14:nvPr/>
              </p14:nvContentPartPr>
              <p14:xfrm>
                <a:off x="9679820" y="1559720"/>
                <a:ext cx="32400" cy="596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682BC0-3F89-5712-4082-952D540A95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62180" y="1541720"/>
                  <a:ext cx="6804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7FDF66-42A8-C299-C9BD-D3D8492E6029}"/>
                    </a:ext>
                  </a:extLst>
                </p14:cNvPr>
                <p14:cNvContentPartPr/>
                <p14:nvPr/>
              </p14:nvContentPartPr>
              <p14:xfrm>
                <a:off x="9610700" y="1550720"/>
                <a:ext cx="668520" cy="614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7FDF66-42A8-C299-C9BD-D3D8492E60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3060" y="1532720"/>
                  <a:ext cx="7041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8CFC43-B55D-9F0A-27BE-84541A2D68D3}"/>
                    </a:ext>
                  </a:extLst>
                </p14:cNvPr>
                <p14:cNvContentPartPr/>
                <p14:nvPr/>
              </p14:nvContentPartPr>
              <p14:xfrm>
                <a:off x="10299740" y="1755200"/>
                <a:ext cx="617040" cy="49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8CFC43-B55D-9F0A-27BE-84541A2D68D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82100" y="1737560"/>
                  <a:ext cx="652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A3F308-C695-FA1D-1128-95B19AAB541C}"/>
                    </a:ext>
                  </a:extLst>
                </p14:cNvPr>
                <p14:cNvContentPartPr/>
                <p14:nvPr/>
              </p14:nvContentPartPr>
              <p14:xfrm>
                <a:off x="9140900" y="1739000"/>
                <a:ext cx="547200" cy="12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A3F308-C695-FA1D-1128-95B19AAB541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23260" y="1721000"/>
                  <a:ext cx="582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04D96A-DCF6-0E8B-4F7A-8653E4EC6285}"/>
                    </a:ext>
                  </a:extLst>
                </p14:cNvPr>
                <p14:cNvContentPartPr/>
                <p14:nvPr/>
              </p14:nvContentPartPr>
              <p14:xfrm>
                <a:off x="9144860" y="2025560"/>
                <a:ext cx="552240" cy="66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04D96A-DCF6-0E8B-4F7A-8653E4EC628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27220" y="2007920"/>
                  <a:ext cx="587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DC415D-E094-9F8D-1EE4-10A511E8C0B7}"/>
                    </a:ext>
                  </a:extLst>
                </p14:cNvPr>
                <p14:cNvContentPartPr/>
                <p14:nvPr/>
              </p14:nvContentPartPr>
              <p14:xfrm>
                <a:off x="9525740" y="1008560"/>
                <a:ext cx="43920" cy="30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DC415D-E094-9F8D-1EE4-10A511E8C0B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07740" y="990560"/>
                  <a:ext cx="79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CA72CF-7709-A668-83F8-1B36A306CE01}"/>
                    </a:ext>
                  </a:extLst>
                </p14:cNvPr>
                <p14:cNvContentPartPr/>
                <p14:nvPr/>
              </p14:nvContentPartPr>
              <p14:xfrm>
                <a:off x="9522500" y="1028720"/>
                <a:ext cx="194760" cy="302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CA72CF-7709-A668-83F8-1B36A306CE0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04860" y="1011080"/>
                  <a:ext cx="230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EF6441-8E08-B257-F329-0E620CCF28B7}"/>
                    </a:ext>
                  </a:extLst>
                </p14:cNvPr>
                <p14:cNvContentPartPr/>
                <p14:nvPr/>
              </p14:nvContentPartPr>
              <p14:xfrm>
                <a:off x="9512420" y="1232120"/>
                <a:ext cx="162000" cy="3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EF6441-8E08-B257-F329-0E620CCF28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94780" y="1214480"/>
                  <a:ext cx="197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0DEFF87-E0EA-4708-1F68-7521597F7E82}"/>
                    </a:ext>
                  </a:extLst>
                </p14:cNvPr>
                <p14:cNvContentPartPr/>
                <p14:nvPr/>
              </p14:nvContentPartPr>
              <p14:xfrm>
                <a:off x="9779180" y="1197920"/>
                <a:ext cx="51840" cy="55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0DEFF87-E0EA-4708-1F68-7521597F7E8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61180" y="1180280"/>
                  <a:ext cx="87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075EF6-02D9-A1E5-191E-CF88898873FC}"/>
                    </a:ext>
                  </a:extLst>
                </p14:cNvPr>
                <p14:cNvContentPartPr/>
                <p14:nvPr/>
              </p14:nvContentPartPr>
              <p14:xfrm>
                <a:off x="9778460" y="1058960"/>
                <a:ext cx="182520" cy="25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075EF6-02D9-A1E5-191E-CF88898873F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0820" y="1041320"/>
                  <a:ext cx="218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9AA818-F6CE-66F4-B249-EB96A05A1FBA}"/>
                    </a:ext>
                  </a:extLst>
                </p14:cNvPr>
                <p14:cNvContentPartPr/>
                <p14:nvPr/>
              </p14:nvContentPartPr>
              <p14:xfrm>
                <a:off x="10092380" y="1060400"/>
                <a:ext cx="36000" cy="16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9AA818-F6CE-66F4-B249-EB96A05A1FB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74740" y="1042400"/>
                  <a:ext cx="71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0B200E-8FCA-9297-E476-3E5E9BF7F219}"/>
                    </a:ext>
                  </a:extLst>
                </p14:cNvPr>
                <p14:cNvContentPartPr/>
                <p14:nvPr/>
              </p14:nvContentPartPr>
              <p14:xfrm>
                <a:off x="10083020" y="1031960"/>
                <a:ext cx="150480" cy="24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0B200E-8FCA-9297-E476-3E5E9BF7F21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5020" y="1013960"/>
                  <a:ext cx="1861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D64147-6B7E-2C79-A67C-BB8FA8722BC9}"/>
                    </a:ext>
                  </a:extLst>
                </p14:cNvPr>
                <p14:cNvContentPartPr/>
                <p14:nvPr/>
              </p14:nvContentPartPr>
              <p14:xfrm>
                <a:off x="9768020" y="2911520"/>
                <a:ext cx="153720" cy="452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D64147-6B7E-2C79-A67C-BB8FA8722BC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50380" y="2893520"/>
                  <a:ext cx="1893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793220-9319-3021-46A8-84C01F2BC241}"/>
                    </a:ext>
                  </a:extLst>
                </p14:cNvPr>
                <p14:cNvContentPartPr/>
                <p14:nvPr/>
              </p14:nvContentPartPr>
              <p14:xfrm>
                <a:off x="9773060" y="2898920"/>
                <a:ext cx="542160" cy="481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793220-9319-3021-46A8-84C01F2BC2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55420" y="2880920"/>
                  <a:ext cx="57780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10BD8B-76C6-327E-C70E-DDE5CFD618AC}"/>
                    </a:ext>
                  </a:extLst>
                </p14:cNvPr>
                <p14:cNvContentPartPr/>
                <p14:nvPr/>
              </p14:nvContentPartPr>
              <p14:xfrm>
                <a:off x="10346180" y="3015920"/>
                <a:ext cx="708480" cy="106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10BD8B-76C6-327E-C70E-DDE5CFD618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28180" y="2998280"/>
                  <a:ext cx="744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E27738C-667E-8109-8556-E15A84324C32}"/>
                    </a:ext>
                  </a:extLst>
                </p14:cNvPr>
                <p14:cNvContentPartPr/>
                <p14:nvPr/>
              </p14:nvContentPartPr>
              <p14:xfrm>
                <a:off x="9417020" y="2979920"/>
                <a:ext cx="444240" cy="40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E27738C-667E-8109-8556-E15A84324C3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99020" y="2961920"/>
                  <a:ext cx="4798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4D209B-DF6A-1B28-2745-F01E56B37E79}"/>
                    </a:ext>
                  </a:extLst>
                </p14:cNvPr>
                <p14:cNvContentPartPr/>
                <p14:nvPr/>
              </p14:nvContentPartPr>
              <p14:xfrm>
                <a:off x="9357980" y="3199160"/>
                <a:ext cx="551880" cy="41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4D209B-DF6A-1B28-2745-F01E56B37E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39980" y="3181520"/>
                  <a:ext cx="587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CCBD4D-540D-6463-D46D-3BED7488F0E3}"/>
                    </a:ext>
                  </a:extLst>
                </p14:cNvPr>
                <p14:cNvContentPartPr/>
                <p14:nvPr/>
              </p14:nvContentPartPr>
              <p14:xfrm>
                <a:off x="9768740" y="2500400"/>
                <a:ext cx="238320" cy="26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CCBD4D-540D-6463-D46D-3BED7488F0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1100" y="2482400"/>
                  <a:ext cx="273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15BE35-FC9B-7D68-F952-08371BC31D28}"/>
                    </a:ext>
                  </a:extLst>
                </p14:cNvPr>
                <p14:cNvContentPartPr/>
                <p14:nvPr/>
              </p14:nvContentPartPr>
              <p14:xfrm>
                <a:off x="10150700" y="2507240"/>
                <a:ext cx="40320" cy="248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15BE35-FC9B-7D68-F952-08371BC31D2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32700" y="2489240"/>
                  <a:ext cx="75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B25C9F-2706-5E23-ABCD-14E30671272C}"/>
                    </a:ext>
                  </a:extLst>
                </p14:cNvPr>
                <p14:cNvContentPartPr/>
                <p14:nvPr/>
              </p14:nvContentPartPr>
              <p14:xfrm>
                <a:off x="10145300" y="2437760"/>
                <a:ext cx="236520" cy="24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B25C9F-2706-5E23-ABCD-14E3067127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27300" y="2420120"/>
                  <a:ext cx="272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24AE53-4A2D-FAD1-5B10-43948D300F0E}"/>
                    </a:ext>
                  </a:extLst>
                </p14:cNvPr>
                <p14:cNvContentPartPr/>
                <p14:nvPr/>
              </p14:nvContentPartPr>
              <p14:xfrm>
                <a:off x="8729780" y="1458200"/>
                <a:ext cx="163440" cy="223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24AE53-4A2D-FAD1-5B10-43948D300F0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11780" y="1440200"/>
                  <a:ext cx="199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AC22D7-4834-B3B2-9574-A6980F84C3B3}"/>
                    </a:ext>
                  </a:extLst>
                </p14:cNvPr>
                <p14:cNvContentPartPr/>
                <p14:nvPr/>
              </p14:nvContentPartPr>
              <p14:xfrm>
                <a:off x="8752100" y="1443800"/>
                <a:ext cx="169920" cy="271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AC22D7-4834-B3B2-9574-A6980F84C3B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34460" y="1425800"/>
                  <a:ext cx="205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6C7FAB0-EA2F-53EE-3476-981AC4B81B4A}"/>
                    </a:ext>
                  </a:extLst>
                </p14:cNvPr>
                <p14:cNvContentPartPr/>
                <p14:nvPr/>
              </p14:nvContentPartPr>
              <p14:xfrm>
                <a:off x="9014900" y="1652960"/>
                <a:ext cx="15480" cy="22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6C7FAB0-EA2F-53EE-3476-981AC4B81B4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96900" y="1634960"/>
                  <a:ext cx="51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D058E5-43E0-DFDD-E0D5-8CF749A61D74}"/>
                    </a:ext>
                  </a:extLst>
                </p14:cNvPr>
                <p14:cNvContentPartPr/>
                <p14:nvPr/>
              </p14:nvContentPartPr>
              <p14:xfrm>
                <a:off x="8732300" y="2060840"/>
                <a:ext cx="119880" cy="19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D058E5-43E0-DFDD-E0D5-8CF749A61D7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14300" y="2042840"/>
                  <a:ext cx="155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C054C82-9C89-AB1F-4170-CDBB28DAF133}"/>
                    </a:ext>
                  </a:extLst>
                </p14:cNvPr>
                <p14:cNvContentPartPr/>
                <p14:nvPr/>
              </p14:nvContentPartPr>
              <p14:xfrm>
                <a:off x="8746340" y="2050400"/>
                <a:ext cx="117720" cy="19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C054C82-9C89-AB1F-4170-CDBB28DAF1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728340" y="2032400"/>
                  <a:ext cx="153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8C23B8-AAA3-67F5-817A-B72F076E54A1}"/>
                    </a:ext>
                  </a:extLst>
                </p14:cNvPr>
                <p14:cNvContentPartPr/>
                <p14:nvPr/>
              </p14:nvContentPartPr>
              <p14:xfrm>
                <a:off x="8959100" y="2195840"/>
                <a:ext cx="122400" cy="160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8C23B8-AAA3-67F5-817A-B72F076E54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941460" y="2177840"/>
                  <a:ext cx="15804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B124B14-1A83-E755-4FA4-ABC72AEAAAD5}"/>
              </a:ext>
            </a:extLst>
          </p:cNvPr>
          <p:cNvGrpSpPr/>
          <p:nvPr/>
        </p:nvGrpSpPr>
        <p:grpSpPr>
          <a:xfrm>
            <a:off x="10989140" y="1514000"/>
            <a:ext cx="182160" cy="368280"/>
            <a:chOff x="10989140" y="1514000"/>
            <a:chExt cx="18216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CF144D4-34A9-E5BD-7578-A9C06505F878}"/>
                    </a:ext>
                  </a:extLst>
                </p14:cNvPr>
                <p14:cNvContentPartPr/>
                <p14:nvPr/>
              </p14:nvContentPartPr>
              <p14:xfrm>
                <a:off x="10989140" y="1514000"/>
                <a:ext cx="182160" cy="168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CF144D4-34A9-E5BD-7578-A9C06505F87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71500" y="1496360"/>
                  <a:ext cx="217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836DB7D-3BA7-62B7-D1BD-AC316855A27F}"/>
                    </a:ext>
                  </a:extLst>
                </p14:cNvPr>
                <p14:cNvContentPartPr/>
                <p14:nvPr/>
              </p14:nvContentPartPr>
              <p14:xfrm>
                <a:off x="11088860" y="1670600"/>
                <a:ext cx="24120" cy="211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836DB7D-3BA7-62B7-D1BD-AC316855A2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070860" y="1652600"/>
                  <a:ext cx="59760" cy="247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B45-5D5B-B803-A415-DDDCE520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C527B25-D046-2870-84B2-9296D36B15A0}"/>
                  </a:ext>
                </a:extLst>
              </p14:cNvPr>
              <p14:cNvContentPartPr/>
              <p14:nvPr/>
            </p14:nvContentPartPr>
            <p14:xfrm>
              <a:off x="3626060" y="4863080"/>
              <a:ext cx="29880" cy="3308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C527B25-D046-2870-84B2-9296D36B15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8420" y="4845440"/>
                <a:ext cx="65520" cy="36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7AA0E08-8E82-1D9E-9365-C6071C12B8CB}"/>
              </a:ext>
            </a:extLst>
          </p:cNvPr>
          <p:cNvGrpSpPr/>
          <p:nvPr/>
        </p:nvGrpSpPr>
        <p:grpSpPr>
          <a:xfrm>
            <a:off x="5813060" y="604280"/>
            <a:ext cx="3988800" cy="4830120"/>
            <a:chOff x="5813060" y="604280"/>
            <a:chExt cx="3988800" cy="48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8CEAE7-2032-143D-07BA-E2825EC3A5E6}"/>
                    </a:ext>
                  </a:extLst>
                </p14:cNvPr>
                <p14:cNvContentPartPr/>
                <p14:nvPr/>
              </p14:nvContentPartPr>
              <p14:xfrm>
                <a:off x="6939140" y="1230680"/>
                <a:ext cx="300240" cy="542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8CEAE7-2032-143D-07BA-E2825EC3A5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21500" y="1213040"/>
                  <a:ext cx="33588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72796B-B8E0-09B1-3AD5-F9C97FEDC28E}"/>
                    </a:ext>
                  </a:extLst>
                </p14:cNvPr>
                <p14:cNvContentPartPr/>
                <p14:nvPr/>
              </p14:nvContentPartPr>
              <p14:xfrm>
                <a:off x="7031660" y="1216640"/>
                <a:ext cx="648000" cy="666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72796B-B8E0-09B1-3AD5-F9C97FEDC2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13660" y="1198640"/>
                  <a:ext cx="68364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F74A8F1-2176-38F0-6D66-47995FCF0CF3}"/>
                    </a:ext>
                  </a:extLst>
                </p14:cNvPr>
                <p14:cNvContentPartPr/>
                <p14:nvPr/>
              </p14:nvContentPartPr>
              <p14:xfrm>
                <a:off x="7711340" y="1471520"/>
                <a:ext cx="843480" cy="3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F74A8F1-2176-38F0-6D66-47995FCF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93340" y="1453880"/>
                  <a:ext cx="879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B4FFA1-3CC4-82CC-79F2-7C62B7F57A83}"/>
                    </a:ext>
                  </a:extLst>
                </p14:cNvPr>
                <p14:cNvContentPartPr/>
                <p14:nvPr/>
              </p14:nvContentPartPr>
              <p14:xfrm>
                <a:off x="6431180" y="1388000"/>
                <a:ext cx="734400" cy="38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B4FFA1-3CC4-82CC-79F2-7C62B7F57A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13180" y="1370000"/>
                  <a:ext cx="770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DF7BB73-48BB-A30C-F5AF-32D81F3304C1}"/>
                    </a:ext>
                  </a:extLst>
                </p14:cNvPr>
                <p14:cNvContentPartPr/>
                <p14:nvPr/>
              </p14:nvContentPartPr>
              <p14:xfrm>
                <a:off x="6169100" y="1633880"/>
                <a:ext cx="989280" cy="145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DF7BB73-48BB-A30C-F5AF-32D81F3304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51100" y="1615880"/>
                  <a:ext cx="1024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AB609E5-C666-3C1C-630C-4CCBCE25674C}"/>
                    </a:ext>
                  </a:extLst>
                </p14:cNvPr>
                <p14:cNvContentPartPr/>
                <p14:nvPr/>
              </p14:nvContentPartPr>
              <p14:xfrm>
                <a:off x="6962900" y="695000"/>
                <a:ext cx="180720" cy="353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AB609E5-C666-3C1C-630C-4CCBCE2567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44900" y="677000"/>
                  <a:ext cx="2163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75DDB2-9E76-5681-9F7F-0D7A18CAFB17}"/>
                    </a:ext>
                  </a:extLst>
                </p14:cNvPr>
                <p14:cNvContentPartPr/>
                <p14:nvPr/>
              </p14:nvContentPartPr>
              <p14:xfrm>
                <a:off x="7254860" y="728840"/>
                <a:ext cx="47160" cy="203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75DDB2-9E76-5681-9F7F-0D7A18CAFB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36860" y="711200"/>
                  <a:ext cx="8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AF3820-54B6-C92B-0948-E2A5BD2F0C95}"/>
                    </a:ext>
                  </a:extLst>
                </p14:cNvPr>
                <p14:cNvContentPartPr/>
                <p14:nvPr/>
              </p14:nvContentPartPr>
              <p14:xfrm>
                <a:off x="7265660" y="604280"/>
                <a:ext cx="216360" cy="240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AF3820-54B6-C92B-0948-E2A5BD2F0C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8020" y="586640"/>
                  <a:ext cx="252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B4A11F-A01B-55E4-14B8-31496350FF15}"/>
                    </a:ext>
                  </a:extLst>
                </p14:cNvPr>
                <p14:cNvContentPartPr/>
                <p14:nvPr/>
              </p14:nvContentPartPr>
              <p14:xfrm>
                <a:off x="6105380" y="1124840"/>
                <a:ext cx="203400" cy="163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B4A11F-A01B-55E4-14B8-31496350FF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7740" y="1106840"/>
                  <a:ext cx="239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88DA0E-0795-A284-727F-3431DC38A0C6}"/>
                    </a:ext>
                  </a:extLst>
                </p14:cNvPr>
                <p14:cNvContentPartPr/>
                <p14:nvPr/>
              </p14:nvContentPartPr>
              <p14:xfrm>
                <a:off x="6179180" y="1082360"/>
                <a:ext cx="128520" cy="231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88DA0E-0795-A284-727F-3431DC38A0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1180" y="1064720"/>
                  <a:ext cx="164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5E1188-D6FD-BC32-6433-758B217A8209}"/>
                    </a:ext>
                  </a:extLst>
                </p14:cNvPr>
                <p14:cNvContentPartPr/>
                <p14:nvPr/>
              </p14:nvContentPartPr>
              <p14:xfrm>
                <a:off x="6373580" y="1208000"/>
                <a:ext cx="32040" cy="118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5E1188-D6FD-BC32-6433-758B217A82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55580" y="1190000"/>
                  <a:ext cx="67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E9068FC-2C15-B8EA-A3E3-52B169E1D086}"/>
                    </a:ext>
                  </a:extLst>
                </p14:cNvPr>
                <p14:cNvContentPartPr/>
                <p14:nvPr/>
              </p14:nvContentPartPr>
              <p14:xfrm>
                <a:off x="5813060" y="1703360"/>
                <a:ext cx="176760" cy="12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E9068FC-2C15-B8EA-A3E3-52B169E1D0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5420" y="1685720"/>
                  <a:ext cx="212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2147CAA-F09B-1254-2A5D-3AB416432CAC}"/>
                    </a:ext>
                  </a:extLst>
                </p14:cNvPr>
                <p14:cNvContentPartPr/>
                <p14:nvPr/>
              </p14:nvContentPartPr>
              <p14:xfrm>
                <a:off x="5896940" y="1663040"/>
                <a:ext cx="81000" cy="277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2147CAA-F09B-1254-2A5D-3AB416432C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9300" y="1645400"/>
                  <a:ext cx="1166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AF586C-E4E2-AC63-799C-CF7D2B63F524}"/>
                    </a:ext>
                  </a:extLst>
                </p14:cNvPr>
                <p14:cNvContentPartPr/>
                <p14:nvPr/>
              </p14:nvContentPartPr>
              <p14:xfrm>
                <a:off x="6061100" y="1847360"/>
                <a:ext cx="106920" cy="134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AF586C-E4E2-AC63-799C-CF7D2B63F5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43100" y="1829360"/>
                  <a:ext cx="142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6C1F4D-1267-A49F-437F-01071235EBB2}"/>
                    </a:ext>
                  </a:extLst>
                </p14:cNvPr>
                <p14:cNvContentPartPr/>
                <p14:nvPr/>
              </p14:nvContentPartPr>
              <p14:xfrm>
                <a:off x="8662100" y="1263440"/>
                <a:ext cx="115200" cy="93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6C1F4D-1267-A49F-437F-01071235EB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44100" y="1245800"/>
                  <a:ext cx="150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EBD434B-FF9C-B860-0AD7-8854C016DD53}"/>
                    </a:ext>
                  </a:extLst>
                </p14:cNvPr>
                <p14:cNvContentPartPr/>
                <p14:nvPr/>
              </p14:nvContentPartPr>
              <p14:xfrm>
                <a:off x="8692700" y="1383320"/>
                <a:ext cx="12240" cy="159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EBD434B-FF9C-B860-0AD7-8854C016DD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75060" y="1365320"/>
                  <a:ext cx="47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964AEA-B7CC-184E-00D6-67348D0230A4}"/>
                    </a:ext>
                  </a:extLst>
                </p14:cNvPr>
                <p14:cNvContentPartPr/>
                <p14:nvPr/>
              </p14:nvContentPartPr>
              <p14:xfrm>
                <a:off x="6138500" y="2576000"/>
                <a:ext cx="3663360" cy="123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964AEA-B7CC-184E-00D6-67348D0230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20500" y="2558000"/>
                  <a:ext cx="3699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1A662A-4396-CAB8-D4F2-2699165D6B22}"/>
                    </a:ext>
                  </a:extLst>
                </p14:cNvPr>
                <p14:cNvContentPartPr/>
                <p14:nvPr/>
              </p14:nvContentPartPr>
              <p14:xfrm>
                <a:off x="8092220" y="1999280"/>
                <a:ext cx="56880" cy="3435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1A662A-4396-CAB8-D4F2-2699165D6B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74580" y="1981280"/>
                  <a:ext cx="92520" cy="34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4FAB52-03A9-F406-FA13-3796ADE40485}"/>
                    </a:ext>
                  </a:extLst>
                </p14:cNvPr>
                <p14:cNvContentPartPr/>
                <p14:nvPr/>
              </p14:nvContentPartPr>
              <p14:xfrm>
                <a:off x="6386540" y="2203400"/>
                <a:ext cx="241200" cy="135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4FAB52-03A9-F406-FA13-3796ADE404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8540" y="2185760"/>
                  <a:ext cx="276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D67CE6C-77A5-27F4-C16E-C95EFED320E3}"/>
                    </a:ext>
                  </a:extLst>
                </p14:cNvPr>
                <p14:cNvContentPartPr/>
                <p14:nvPr/>
              </p14:nvContentPartPr>
              <p14:xfrm>
                <a:off x="6514700" y="2140040"/>
                <a:ext cx="82080" cy="226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D67CE6C-77A5-27F4-C16E-C95EFED320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96700" y="2122040"/>
                  <a:ext cx="117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89DFD1-BB6B-96AA-5E7F-537515C4E74F}"/>
                    </a:ext>
                  </a:extLst>
                </p14:cNvPr>
                <p14:cNvContentPartPr/>
                <p14:nvPr/>
              </p14:nvContentPartPr>
              <p14:xfrm>
                <a:off x="6821420" y="2285840"/>
                <a:ext cx="2880" cy="130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89DFD1-BB6B-96AA-5E7F-537515C4E7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3420" y="2267840"/>
                  <a:ext cx="38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C512DD9-D326-5E49-B2DC-E62506ED2AB8}"/>
                    </a:ext>
                  </a:extLst>
                </p14:cNvPr>
                <p14:cNvContentPartPr/>
                <p14:nvPr/>
              </p14:nvContentPartPr>
              <p14:xfrm>
                <a:off x="7372940" y="2150480"/>
                <a:ext cx="142560" cy="142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C512DD9-D326-5E49-B2DC-E62506ED2A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55300" y="2132840"/>
                  <a:ext cx="178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DB2083B-B723-E77E-DC77-232829477D3B}"/>
                    </a:ext>
                  </a:extLst>
                </p14:cNvPr>
                <p14:cNvContentPartPr/>
                <p14:nvPr/>
              </p14:nvContentPartPr>
              <p14:xfrm>
                <a:off x="7451420" y="2146520"/>
                <a:ext cx="91800" cy="178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DB2083B-B723-E77E-DC77-232829477D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33780" y="2128520"/>
                  <a:ext cx="127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309E93-BFBC-7D83-EBE5-0F4727DDDF51}"/>
                    </a:ext>
                  </a:extLst>
                </p14:cNvPr>
                <p14:cNvContentPartPr/>
                <p14:nvPr/>
              </p14:nvContentPartPr>
              <p14:xfrm>
                <a:off x="7699100" y="2246240"/>
                <a:ext cx="131760" cy="78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309E93-BFBC-7D83-EBE5-0F4727DDDF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81460" y="2228600"/>
                  <a:ext cx="167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0E6A0E-E872-02C2-5801-909D84C4EC9F}"/>
                    </a:ext>
                  </a:extLst>
                </p14:cNvPr>
                <p14:cNvContentPartPr/>
                <p14:nvPr/>
              </p14:nvContentPartPr>
              <p14:xfrm>
                <a:off x="6346220" y="3064520"/>
                <a:ext cx="3345120" cy="304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0E6A0E-E872-02C2-5801-909D84C4EC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28220" y="3046880"/>
                  <a:ext cx="3380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94D0C20-813D-0137-F3BB-CD86139E74E7}"/>
                    </a:ext>
                  </a:extLst>
                </p14:cNvPr>
                <p14:cNvContentPartPr/>
                <p14:nvPr/>
              </p14:nvContentPartPr>
              <p14:xfrm>
                <a:off x="6693260" y="2804600"/>
                <a:ext cx="184320" cy="196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94D0C20-813D-0137-F3BB-CD86139E74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5620" y="2786600"/>
                  <a:ext cx="219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459B06-E35F-DBC5-FABE-D4EDF3A496C4}"/>
                    </a:ext>
                  </a:extLst>
                </p14:cNvPr>
                <p14:cNvContentPartPr/>
                <p14:nvPr/>
              </p14:nvContentPartPr>
              <p14:xfrm>
                <a:off x="7368260" y="2725040"/>
                <a:ext cx="137160" cy="219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459B06-E35F-DBC5-FABE-D4EDF3A496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50260" y="2707400"/>
                  <a:ext cx="172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CE56B43-4DA9-8F86-E207-9ADFBA2D253E}"/>
                    </a:ext>
                  </a:extLst>
                </p14:cNvPr>
                <p14:cNvContentPartPr/>
                <p14:nvPr/>
              </p14:nvContentPartPr>
              <p14:xfrm>
                <a:off x="6902060" y="3545120"/>
                <a:ext cx="114840" cy="183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CE56B43-4DA9-8F86-E207-9ADFBA2D2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84420" y="3527480"/>
                  <a:ext cx="150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B762BDF-D857-F9A2-94FB-5AFB29C84084}"/>
                    </a:ext>
                  </a:extLst>
                </p14:cNvPr>
                <p14:cNvContentPartPr/>
                <p14:nvPr/>
              </p14:nvContentPartPr>
              <p14:xfrm>
                <a:off x="7440620" y="3478880"/>
                <a:ext cx="29880" cy="187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B762BDF-D857-F9A2-94FB-5AFB29C840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22620" y="3460880"/>
                  <a:ext cx="6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6A3EA2-AEEA-5055-F164-04A708D56611}"/>
                    </a:ext>
                  </a:extLst>
                </p14:cNvPr>
                <p14:cNvContentPartPr/>
                <p14:nvPr/>
              </p14:nvContentPartPr>
              <p14:xfrm>
                <a:off x="6489500" y="3959840"/>
                <a:ext cx="3071520" cy="141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6A3EA2-AEEA-5055-F164-04A708D566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71860" y="3942200"/>
                  <a:ext cx="3107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018DA5-D7AA-AF21-597F-3F4C6BFA4C63}"/>
                    </a:ext>
                  </a:extLst>
                </p14:cNvPr>
                <p14:cNvContentPartPr/>
                <p14:nvPr/>
              </p14:nvContentPartPr>
              <p14:xfrm>
                <a:off x="7047860" y="4279880"/>
                <a:ext cx="19440" cy="215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018DA5-D7AA-AF21-597F-3F4C6BFA4C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29860" y="4261880"/>
                  <a:ext cx="55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505D63-DBA7-0025-87FC-05B67E902B02}"/>
                    </a:ext>
                  </a:extLst>
                </p14:cNvPr>
                <p14:cNvContentPartPr/>
                <p14:nvPr/>
              </p14:nvContentPartPr>
              <p14:xfrm>
                <a:off x="7404260" y="4223720"/>
                <a:ext cx="167760" cy="24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505D63-DBA7-0025-87FC-05B67E902B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86620" y="4205720"/>
                  <a:ext cx="203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69101CC-831A-013A-ACA9-45694BBE6D27}"/>
                    </a:ext>
                  </a:extLst>
                </p14:cNvPr>
                <p14:cNvContentPartPr/>
                <p14:nvPr/>
              </p14:nvContentPartPr>
              <p14:xfrm>
                <a:off x="6512540" y="4714760"/>
                <a:ext cx="3013920" cy="92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69101CC-831A-013A-ACA9-45694BBE6D2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4540" y="4696760"/>
                  <a:ext cx="3049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17818F0-FC07-8BFE-B233-40998CF36185}"/>
                    </a:ext>
                  </a:extLst>
                </p14:cNvPr>
                <p14:cNvContentPartPr/>
                <p14:nvPr/>
              </p14:nvContentPartPr>
              <p14:xfrm>
                <a:off x="7052180" y="4962800"/>
                <a:ext cx="24480" cy="272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17818F0-FC07-8BFE-B233-40998CF361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34540" y="4944800"/>
                  <a:ext cx="60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28D0C5-4AC5-E382-C17E-B44E322C61CC}"/>
                    </a:ext>
                  </a:extLst>
                </p14:cNvPr>
                <p14:cNvContentPartPr/>
                <p14:nvPr/>
              </p14:nvContentPartPr>
              <p14:xfrm>
                <a:off x="7367180" y="4983320"/>
                <a:ext cx="14400" cy="221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28D0C5-4AC5-E382-C17E-B44E322C61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49540" y="4965680"/>
                  <a:ext cx="500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C80BAC4-EF32-66E5-A2A0-68A713D48664}"/>
                  </a:ext>
                </a:extLst>
              </p14:cNvPr>
              <p14:cNvContentPartPr/>
              <p14:nvPr/>
            </p14:nvContentPartPr>
            <p14:xfrm>
              <a:off x="8697740" y="5022560"/>
              <a:ext cx="26640" cy="3560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C80BAC4-EF32-66E5-A2A0-68A713D486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79740" y="5004560"/>
                <a:ext cx="622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1C59F69-6840-86B1-AB07-E46BDFBB5AD5}"/>
                  </a:ext>
                </a:extLst>
              </p14:cNvPr>
              <p14:cNvContentPartPr/>
              <p14:nvPr/>
            </p14:nvContentPartPr>
            <p14:xfrm>
              <a:off x="8777300" y="4207520"/>
              <a:ext cx="21960" cy="2167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1C59F69-6840-86B1-AB07-E46BDFBB5AD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59660" y="4189520"/>
                <a:ext cx="576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827E26A-F711-A8AB-6769-749E8B2202AC}"/>
                  </a:ext>
                </a:extLst>
              </p14:cNvPr>
              <p14:cNvContentPartPr/>
              <p14:nvPr/>
            </p14:nvContentPartPr>
            <p14:xfrm>
              <a:off x="8788460" y="3390680"/>
              <a:ext cx="49680" cy="1911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827E26A-F711-A8AB-6769-749E8B2202A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70460" y="3373040"/>
                <a:ext cx="853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AE0C161-8043-A57C-93C2-B11F2E0BD398}"/>
                  </a:ext>
                </a:extLst>
              </p14:cNvPr>
              <p14:cNvContentPartPr/>
              <p14:nvPr/>
            </p14:nvContentPartPr>
            <p14:xfrm>
              <a:off x="8771900" y="2666720"/>
              <a:ext cx="252720" cy="2304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AE0C161-8043-A57C-93C2-B11F2E0BD39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54260" y="2649080"/>
                <a:ext cx="2883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68D6DC-B7A0-E6D0-1CEF-9C3DA902A2BD}"/>
                  </a:ext>
                </a:extLst>
              </p14:cNvPr>
              <p14:cNvContentPartPr/>
              <p14:nvPr/>
            </p14:nvContentPartPr>
            <p14:xfrm>
              <a:off x="2513660" y="662600"/>
              <a:ext cx="64800" cy="251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68D6DC-B7A0-E6D0-1CEF-9C3DA902A2B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495660" y="644960"/>
                <a:ext cx="1004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B13CEB-9C63-C0AB-AB86-C06EF51D4B37}"/>
                  </a:ext>
                </a:extLst>
              </p14:cNvPr>
              <p14:cNvContentPartPr/>
              <p14:nvPr/>
            </p14:nvContentPartPr>
            <p14:xfrm>
              <a:off x="2568380" y="645320"/>
              <a:ext cx="155520" cy="251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B13CEB-9C63-C0AB-AB86-C06EF51D4B3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550740" y="627320"/>
                <a:ext cx="1911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A2AF161-A725-BBCA-AE7E-3A1B1A28815C}"/>
                  </a:ext>
                </a:extLst>
              </p14:cNvPr>
              <p14:cNvContentPartPr/>
              <p14:nvPr/>
            </p14:nvContentPartPr>
            <p14:xfrm>
              <a:off x="2531300" y="767720"/>
              <a:ext cx="204480" cy="110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A2AF161-A725-BBCA-AE7E-3A1B1A28815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513300" y="749720"/>
                <a:ext cx="240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47D6B8-511B-8C1F-5593-3E0CECEC98C1}"/>
                  </a:ext>
                </a:extLst>
              </p14:cNvPr>
              <p14:cNvContentPartPr/>
              <p14:nvPr/>
            </p14:nvContentPartPr>
            <p14:xfrm>
              <a:off x="2792660" y="693920"/>
              <a:ext cx="23760" cy="167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47D6B8-511B-8C1F-5593-3E0CECEC98C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74660" y="675920"/>
                <a:ext cx="594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AD91149-9502-A6A9-F5EF-7920316F41E5}"/>
                  </a:ext>
                </a:extLst>
              </p14:cNvPr>
              <p14:cNvContentPartPr/>
              <p14:nvPr/>
            </p14:nvContentPartPr>
            <p14:xfrm>
              <a:off x="2816420" y="688880"/>
              <a:ext cx="180000" cy="204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AD91149-9502-A6A9-F5EF-7920316F41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798780" y="670880"/>
                <a:ext cx="2156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8F7398-2785-51BD-BC70-BD8AC3DDF04E}"/>
                  </a:ext>
                </a:extLst>
              </p14:cNvPr>
              <p14:cNvContentPartPr/>
              <p14:nvPr/>
            </p14:nvContentPartPr>
            <p14:xfrm>
              <a:off x="3070940" y="743960"/>
              <a:ext cx="54720" cy="203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8F7398-2785-51BD-BC70-BD8AC3DDF04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53300" y="726320"/>
                <a:ext cx="903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E3491EC-7396-554D-AF45-FC3E9CE5F047}"/>
                  </a:ext>
                </a:extLst>
              </p14:cNvPr>
              <p14:cNvContentPartPr/>
              <p14:nvPr/>
            </p14:nvContentPartPr>
            <p14:xfrm>
              <a:off x="3091100" y="709760"/>
              <a:ext cx="202680" cy="271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E3491EC-7396-554D-AF45-FC3E9CE5F04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073460" y="692120"/>
                <a:ext cx="2383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BA1D2A-802D-27A3-D309-E90FE3E646C8}"/>
                  </a:ext>
                </a:extLst>
              </p14:cNvPr>
              <p14:cNvContentPartPr/>
              <p14:nvPr/>
            </p14:nvContentPartPr>
            <p14:xfrm>
              <a:off x="2614820" y="1145000"/>
              <a:ext cx="48600" cy="62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BA1D2A-802D-27A3-D309-E90FE3E646C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96820" y="1127000"/>
                <a:ext cx="84240" cy="66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B78E26-3AC1-07B1-9BCE-51934BFB0273}"/>
                  </a:ext>
                </a:extLst>
              </p14:cNvPr>
              <p14:cNvContentPartPr/>
              <p14:nvPr/>
            </p14:nvContentPartPr>
            <p14:xfrm>
              <a:off x="2602220" y="1183520"/>
              <a:ext cx="469080" cy="680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B78E26-3AC1-07B1-9BCE-51934BFB027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84220" y="1165520"/>
                <a:ext cx="50472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417DCA-C312-2AE2-FDF3-DA57C6658F44}"/>
                  </a:ext>
                </a:extLst>
              </p14:cNvPr>
              <p14:cNvContentPartPr/>
              <p14:nvPr/>
            </p14:nvContentPartPr>
            <p14:xfrm>
              <a:off x="3133940" y="1512920"/>
              <a:ext cx="904680" cy="3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417DCA-C312-2AE2-FDF3-DA57C6658F4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16300" y="1494920"/>
                <a:ext cx="9403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3333F1-106B-B518-23F8-BA7F0AF47CB0}"/>
                  </a:ext>
                </a:extLst>
              </p14:cNvPr>
              <p14:cNvContentPartPr/>
              <p14:nvPr/>
            </p14:nvContentPartPr>
            <p14:xfrm>
              <a:off x="2012900" y="1360640"/>
              <a:ext cx="596520" cy="15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3333F1-106B-B518-23F8-BA7F0AF47CB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995260" y="1343000"/>
                <a:ext cx="6321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8470E1-0F0B-AFF7-B5EA-14EE808056A6}"/>
                  </a:ext>
                </a:extLst>
              </p14:cNvPr>
              <p14:cNvContentPartPr/>
              <p14:nvPr/>
            </p14:nvContentPartPr>
            <p14:xfrm>
              <a:off x="1988060" y="1678160"/>
              <a:ext cx="611640" cy="52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8470E1-0F0B-AFF7-B5EA-14EE808056A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970060" y="1660160"/>
                <a:ext cx="6472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0AED5D-73F5-5F4C-6922-1A42A7E69863}"/>
                  </a:ext>
                </a:extLst>
              </p14:cNvPr>
              <p14:cNvContentPartPr/>
              <p14:nvPr/>
            </p14:nvContentPartPr>
            <p14:xfrm>
              <a:off x="642740" y="2566280"/>
              <a:ext cx="4141440" cy="221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0AED5D-73F5-5F4C-6922-1A42A7E6986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5100" y="2548640"/>
                <a:ext cx="41770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FE798C4-3FF8-682F-7A27-3BA569236827}"/>
                  </a:ext>
                </a:extLst>
              </p14:cNvPr>
              <p14:cNvContentPartPr/>
              <p14:nvPr/>
            </p14:nvContentPartPr>
            <p14:xfrm>
              <a:off x="2769980" y="2092520"/>
              <a:ext cx="137880" cy="3157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FE798C4-3FF8-682F-7A27-3BA56923682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751980" y="2074520"/>
                <a:ext cx="173520" cy="31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A497E2E-24D6-71CA-10D8-F1E4CC0B0AB3}"/>
                  </a:ext>
                </a:extLst>
              </p14:cNvPr>
              <p14:cNvContentPartPr/>
              <p14:nvPr/>
            </p14:nvContentPartPr>
            <p14:xfrm>
              <a:off x="939020" y="2384840"/>
              <a:ext cx="305640" cy="66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A497E2E-24D6-71CA-10D8-F1E4CC0B0AB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21020" y="2366840"/>
                <a:ext cx="3412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F9CE6B3-4211-146B-3330-CC58EB07DC03}"/>
                  </a:ext>
                </a:extLst>
              </p14:cNvPr>
              <p14:cNvContentPartPr/>
              <p14:nvPr/>
            </p14:nvContentPartPr>
            <p14:xfrm>
              <a:off x="1077260" y="2356400"/>
              <a:ext cx="82080" cy="228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F9CE6B3-4211-146B-3330-CC58EB07DC0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59260" y="2338400"/>
                <a:ext cx="1177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A65A94-AB87-DA25-45FC-DE50D3080FE6}"/>
                  </a:ext>
                </a:extLst>
              </p14:cNvPr>
              <p14:cNvContentPartPr/>
              <p14:nvPr/>
            </p14:nvContentPartPr>
            <p14:xfrm>
              <a:off x="1289660" y="2410760"/>
              <a:ext cx="31680" cy="139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A65A94-AB87-DA25-45FC-DE50D3080FE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272020" y="2393120"/>
                <a:ext cx="673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828F503-F648-8007-F49E-C170D45D478F}"/>
                  </a:ext>
                </a:extLst>
              </p14:cNvPr>
              <p14:cNvContentPartPr/>
              <p14:nvPr/>
            </p14:nvContentPartPr>
            <p14:xfrm>
              <a:off x="1803020" y="2274320"/>
              <a:ext cx="207360" cy="147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828F503-F648-8007-F49E-C170D45D478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785380" y="2256320"/>
                <a:ext cx="2430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5B381E6-24A1-E214-AB37-CAFA5B101F80}"/>
                  </a:ext>
                </a:extLst>
              </p14:cNvPr>
              <p14:cNvContentPartPr/>
              <p14:nvPr/>
            </p14:nvContentPartPr>
            <p14:xfrm>
              <a:off x="1866380" y="2263160"/>
              <a:ext cx="146520" cy="208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5B381E6-24A1-E214-AB37-CAFA5B101F8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848740" y="2245160"/>
                <a:ext cx="1821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81CA2C-78BC-F868-4FF7-FD60C6D0834A}"/>
                  </a:ext>
                </a:extLst>
              </p14:cNvPr>
              <p14:cNvContentPartPr/>
              <p14:nvPr/>
            </p14:nvContentPartPr>
            <p14:xfrm>
              <a:off x="2176340" y="2372600"/>
              <a:ext cx="153000" cy="160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81CA2C-78BC-F868-4FF7-FD60C6D0834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158340" y="2354960"/>
                <a:ext cx="1886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4C16BAC-BA8A-36EA-C77F-97CBA9B34D4F}"/>
                  </a:ext>
                </a:extLst>
              </p14:cNvPr>
              <p14:cNvContentPartPr/>
              <p14:nvPr/>
            </p14:nvContentPartPr>
            <p14:xfrm>
              <a:off x="1512500" y="1209440"/>
              <a:ext cx="277920" cy="148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4C16BAC-BA8A-36EA-C77F-97CBA9B34D4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494500" y="1191800"/>
                <a:ext cx="3135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DC7D92-65BB-F35E-3B85-41BAC34E42DC}"/>
                  </a:ext>
                </a:extLst>
              </p14:cNvPr>
              <p14:cNvContentPartPr/>
              <p14:nvPr/>
            </p14:nvContentPartPr>
            <p14:xfrm>
              <a:off x="1669100" y="1176320"/>
              <a:ext cx="94320" cy="213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DC7D92-65BB-F35E-3B85-41BAC34E42D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651100" y="1158680"/>
                <a:ext cx="1299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F8B17AF-2F61-11C5-2A73-0A6913786F52}"/>
                  </a:ext>
                </a:extLst>
              </p14:cNvPr>
              <p14:cNvContentPartPr/>
              <p14:nvPr/>
            </p14:nvContentPartPr>
            <p14:xfrm>
              <a:off x="1838660" y="1304120"/>
              <a:ext cx="57600" cy="193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F8B17AF-2F61-11C5-2A73-0A6913786F5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821020" y="1286120"/>
                <a:ext cx="932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1FE4B72-37A9-898A-B3AC-99897EAF067B}"/>
                  </a:ext>
                </a:extLst>
              </p14:cNvPr>
              <p14:cNvContentPartPr/>
              <p14:nvPr/>
            </p14:nvContentPartPr>
            <p14:xfrm>
              <a:off x="1475060" y="1687160"/>
              <a:ext cx="152640" cy="118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1FE4B72-37A9-898A-B3AC-99897EAF067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457420" y="1669160"/>
                <a:ext cx="188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4FA2CC0-A325-6E74-C0E6-7BDC5B77CAE7}"/>
                  </a:ext>
                </a:extLst>
              </p14:cNvPr>
              <p14:cNvContentPartPr/>
              <p14:nvPr/>
            </p14:nvContentPartPr>
            <p14:xfrm>
              <a:off x="1561460" y="1646840"/>
              <a:ext cx="91800" cy="257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4FA2CC0-A325-6E74-C0E6-7BDC5B77CAE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43820" y="1629200"/>
                <a:ext cx="1274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D9E8E65-4CB0-DA1C-C290-6ACF1267E2AD}"/>
                  </a:ext>
                </a:extLst>
              </p14:cNvPr>
              <p14:cNvContentPartPr/>
              <p14:nvPr/>
            </p14:nvContentPartPr>
            <p14:xfrm>
              <a:off x="1769900" y="1793000"/>
              <a:ext cx="136440" cy="151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D9E8E65-4CB0-DA1C-C290-6ACF1267E2A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52260" y="1775000"/>
                <a:ext cx="1720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8551C80-1D30-990E-B7F9-2F48A521FED8}"/>
                  </a:ext>
                </a:extLst>
              </p14:cNvPr>
              <p14:cNvContentPartPr/>
              <p14:nvPr/>
            </p14:nvContentPartPr>
            <p14:xfrm>
              <a:off x="3718580" y="1181000"/>
              <a:ext cx="187200" cy="123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8551C80-1D30-990E-B7F9-2F48A521FED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00940" y="1163360"/>
                <a:ext cx="2228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9584954-6999-29D4-4EE1-89ACBAC05DD0}"/>
                  </a:ext>
                </a:extLst>
              </p14:cNvPr>
              <p14:cNvContentPartPr/>
              <p14:nvPr/>
            </p14:nvContentPartPr>
            <p14:xfrm>
              <a:off x="3855020" y="1260200"/>
              <a:ext cx="16920" cy="2214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9584954-6999-29D4-4EE1-89ACBAC05DD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837380" y="1242560"/>
                <a:ext cx="525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DCE9944-9753-BA7B-6403-C6973823419F}"/>
                  </a:ext>
                </a:extLst>
              </p14:cNvPr>
              <p14:cNvContentPartPr/>
              <p14:nvPr/>
            </p14:nvContentPartPr>
            <p14:xfrm>
              <a:off x="694580" y="3397160"/>
              <a:ext cx="3570840" cy="56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DCE9944-9753-BA7B-6403-C6973823419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76940" y="3379160"/>
                <a:ext cx="36064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BAF823-10DA-5EFC-6FA3-6AEBD3827B67}"/>
                  </a:ext>
                </a:extLst>
              </p14:cNvPr>
              <p14:cNvContentPartPr/>
              <p14:nvPr/>
            </p14:nvContentPartPr>
            <p14:xfrm>
              <a:off x="1116140" y="2906840"/>
              <a:ext cx="186480" cy="2847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BAF823-10DA-5EFC-6FA3-6AEBD3827B6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98500" y="2888840"/>
                <a:ext cx="2221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45D31C3-EBEF-7092-6F7E-9A44BA73667C}"/>
                  </a:ext>
                </a:extLst>
              </p14:cNvPr>
              <p14:cNvContentPartPr/>
              <p14:nvPr/>
            </p14:nvContentPartPr>
            <p14:xfrm>
              <a:off x="1827140" y="2864360"/>
              <a:ext cx="204480" cy="1947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45D31C3-EBEF-7092-6F7E-9A44BA73667C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809500" y="2846360"/>
                <a:ext cx="2401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4A71569-21AD-0836-ADCC-09AA87433595}"/>
                  </a:ext>
                </a:extLst>
              </p14:cNvPr>
              <p14:cNvContentPartPr/>
              <p14:nvPr/>
            </p14:nvContentPartPr>
            <p14:xfrm>
              <a:off x="3202340" y="2203400"/>
              <a:ext cx="176400" cy="1620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4A71569-21AD-0836-ADCC-09AA8743359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84700" y="2185760"/>
                <a:ext cx="212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85F4575-07DC-C216-369F-C03611B4C09F}"/>
                  </a:ext>
                </a:extLst>
              </p14:cNvPr>
              <p14:cNvContentPartPr/>
              <p14:nvPr/>
            </p14:nvContentPartPr>
            <p14:xfrm>
              <a:off x="3374420" y="2356040"/>
              <a:ext cx="28080" cy="1526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85F4575-07DC-C216-369F-C03611B4C09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356780" y="2338040"/>
                <a:ext cx="637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2787092-CBC4-8F4E-9965-33FE1F186D9D}"/>
                  </a:ext>
                </a:extLst>
              </p14:cNvPr>
              <p14:cNvContentPartPr/>
              <p14:nvPr/>
            </p14:nvContentPartPr>
            <p14:xfrm>
              <a:off x="3513020" y="2784080"/>
              <a:ext cx="136080" cy="385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2787092-CBC4-8F4E-9965-33FE1F186D9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495020" y="2766080"/>
                <a:ext cx="1717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02A8650-7AEA-8C62-4948-D3A39D450A9B}"/>
                  </a:ext>
                </a:extLst>
              </p14:cNvPr>
              <p14:cNvContentPartPr/>
              <p14:nvPr/>
            </p14:nvContentPartPr>
            <p14:xfrm>
              <a:off x="3910820" y="2118440"/>
              <a:ext cx="108720" cy="3260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02A8650-7AEA-8C62-4948-D3A39D450A9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92820" y="2100800"/>
                <a:ext cx="144360" cy="329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C2D7DF8-9273-2AC4-1E3E-40410A6C4727}"/>
              </a:ext>
            </a:extLst>
          </p:cNvPr>
          <p:cNvGrpSpPr/>
          <p:nvPr/>
        </p:nvGrpSpPr>
        <p:grpSpPr>
          <a:xfrm>
            <a:off x="4296020" y="2028800"/>
            <a:ext cx="198000" cy="476280"/>
            <a:chOff x="4296020" y="2028800"/>
            <a:chExt cx="19800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0011E1E-3E09-14E4-15B9-6FD9D51D7301}"/>
                    </a:ext>
                  </a:extLst>
                </p14:cNvPr>
                <p14:cNvContentPartPr/>
                <p14:nvPr/>
              </p14:nvContentPartPr>
              <p14:xfrm>
                <a:off x="4296020" y="2177120"/>
                <a:ext cx="181080" cy="173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0011E1E-3E09-14E4-15B9-6FD9D51D730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78020" y="2159120"/>
                  <a:ext cx="216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1DF94-630D-4F25-D4FB-3D31AAB736A2}"/>
                    </a:ext>
                  </a:extLst>
                </p14:cNvPr>
                <p14:cNvContentPartPr/>
                <p14:nvPr/>
              </p14:nvContentPartPr>
              <p14:xfrm>
                <a:off x="4412300" y="2351000"/>
                <a:ext cx="15840" cy="154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1DF94-630D-4F25-D4FB-3D31AAB736A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94660" y="2333000"/>
                  <a:ext cx="51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93C27DE-189F-AB15-8973-633A81826599}"/>
                    </a:ext>
                  </a:extLst>
                </p14:cNvPr>
                <p14:cNvContentPartPr/>
                <p14:nvPr/>
              </p14:nvContentPartPr>
              <p14:xfrm>
                <a:off x="4352180" y="2028800"/>
                <a:ext cx="141840" cy="19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93C27DE-189F-AB15-8973-633A818265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34540" y="2011160"/>
                  <a:ext cx="1774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A316418-3DD4-28D7-FDCC-C117B4DEBB06}"/>
              </a:ext>
            </a:extLst>
          </p:cNvPr>
          <p:cNvGrpSpPr/>
          <p:nvPr/>
        </p:nvGrpSpPr>
        <p:grpSpPr>
          <a:xfrm>
            <a:off x="4234820" y="896240"/>
            <a:ext cx="1284120" cy="611640"/>
            <a:chOff x="4234820" y="896240"/>
            <a:chExt cx="1284120" cy="61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08B3DE-B9EF-0113-5F60-19C01E7A7445}"/>
                    </a:ext>
                  </a:extLst>
                </p14:cNvPr>
                <p14:cNvContentPartPr/>
                <p14:nvPr/>
              </p14:nvContentPartPr>
              <p14:xfrm>
                <a:off x="4576100" y="896240"/>
                <a:ext cx="51840" cy="611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08B3DE-B9EF-0113-5F60-19C01E7A744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58100" y="878600"/>
                  <a:ext cx="874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7FA77F-2DB3-3084-5CD8-CB62B2532C1A}"/>
                    </a:ext>
                  </a:extLst>
                </p14:cNvPr>
                <p14:cNvContentPartPr/>
                <p14:nvPr/>
              </p14:nvContentPartPr>
              <p14:xfrm>
                <a:off x="4618940" y="919280"/>
                <a:ext cx="311760" cy="551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7FA77F-2DB3-3084-5CD8-CB62B2532C1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600940" y="901280"/>
                  <a:ext cx="3474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94769F8-D313-1ED2-655B-7FC6DE195C4A}"/>
                    </a:ext>
                  </a:extLst>
                </p14:cNvPr>
                <p14:cNvContentPartPr/>
                <p14:nvPr/>
              </p14:nvContentPartPr>
              <p14:xfrm>
                <a:off x="4946180" y="1073720"/>
                <a:ext cx="168840" cy="191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94769F8-D313-1ED2-655B-7FC6DE195C4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28540" y="1055720"/>
                  <a:ext cx="204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F67B2EC-AB00-B8C4-5FC7-F58A42DB1297}"/>
                    </a:ext>
                  </a:extLst>
                </p14:cNvPr>
                <p14:cNvContentPartPr/>
                <p14:nvPr/>
              </p14:nvContentPartPr>
              <p14:xfrm>
                <a:off x="5146340" y="1163000"/>
                <a:ext cx="372600" cy="3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F67B2EC-AB00-B8C4-5FC7-F58A42DB129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28700" y="1145360"/>
                  <a:ext cx="408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9B219C9-C47B-1260-1D92-022B6EE2CDFC}"/>
                    </a:ext>
                  </a:extLst>
                </p14:cNvPr>
                <p14:cNvContentPartPr/>
                <p14:nvPr/>
              </p14:nvContentPartPr>
              <p14:xfrm>
                <a:off x="4302500" y="1059320"/>
                <a:ext cx="304920" cy="20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9B219C9-C47B-1260-1D92-022B6EE2CDF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84860" y="1041680"/>
                  <a:ext cx="340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2409DF-6DBB-0267-AD78-540C5FBDB33B}"/>
                    </a:ext>
                  </a:extLst>
                </p14:cNvPr>
                <p14:cNvContentPartPr/>
                <p14:nvPr/>
              </p14:nvContentPartPr>
              <p14:xfrm>
                <a:off x="4234820" y="1298000"/>
                <a:ext cx="387720" cy="75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2409DF-6DBB-0267-AD78-540C5FBDB3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16820" y="1280000"/>
                  <a:ext cx="42336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C17B4F-7EEB-62FC-B52F-5CB167960AF3}"/>
                  </a:ext>
                </a:extLst>
              </p14:cNvPr>
              <p14:cNvContentPartPr/>
              <p14:nvPr/>
            </p14:nvContentPartPr>
            <p14:xfrm>
              <a:off x="4422020" y="2880200"/>
              <a:ext cx="26280" cy="2116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C17B4F-7EEB-62FC-B52F-5CB167960AF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404380" y="2862560"/>
                <a:ext cx="6192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1E0F0D0-0B04-68BE-57A4-31D39EEA1BAC}"/>
              </a:ext>
            </a:extLst>
          </p:cNvPr>
          <p:cNvGrpSpPr/>
          <p:nvPr/>
        </p:nvGrpSpPr>
        <p:grpSpPr>
          <a:xfrm>
            <a:off x="521060" y="3635480"/>
            <a:ext cx="4215240" cy="1668240"/>
            <a:chOff x="521060" y="3635480"/>
            <a:chExt cx="4215240" cy="16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2CE48C-BA86-7FAE-C231-E714C231FA82}"/>
                    </a:ext>
                  </a:extLst>
                </p14:cNvPr>
                <p14:cNvContentPartPr/>
                <p14:nvPr/>
              </p14:nvContentPartPr>
              <p14:xfrm>
                <a:off x="521060" y="4062440"/>
                <a:ext cx="3983040" cy="10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2CE48C-BA86-7FAE-C231-E714C231FA8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3420" y="4044800"/>
                  <a:ext cx="4018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09B49C-B8CE-0626-69D5-C87BC2AAAC05}"/>
                    </a:ext>
                  </a:extLst>
                </p14:cNvPr>
                <p14:cNvContentPartPr/>
                <p14:nvPr/>
              </p14:nvContentPartPr>
              <p14:xfrm>
                <a:off x="796460" y="4662200"/>
                <a:ext cx="3939840" cy="219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09B49C-B8CE-0626-69D5-C87BC2AAAC0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8460" y="4644560"/>
                  <a:ext cx="3975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29E668-D6AE-CA89-C028-3358B5438524}"/>
                    </a:ext>
                  </a:extLst>
                </p14:cNvPr>
                <p14:cNvContentPartPr/>
                <p14:nvPr/>
              </p14:nvContentPartPr>
              <p14:xfrm>
                <a:off x="1319540" y="3658520"/>
                <a:ext cx="190800" cy="218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29E668-D6AE-CA89-C028-3358B54385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01900" y="3640880"/>
                  <a:ext cx="226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047873F-5C4C-E960-B642-C0855BA508D9}"/>
                    </a:ext>
                  </a:extLst>
                </p14:cNvPr>
                <p14:cNvContentPartPr/>
                <p14:nvPr/>
              </p14:nvContentPartPr>
              <p14:xfrm>
                <a:off x="1997060" y="3653120"/>
                <a:ext cx="59040" cy="324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047873F-5C4C-E960-B642-C0855BA508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79420" y="3635120"/>
                  <a:ext cx="946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C252B2-8C6D-58A1-8D8A-B2EC76706C15}"/>
                    </a:ext>
                  </a:extLst>
                </p14:cNvPr>
                <p14:cNvContentPartPr/>
                <p14:nvPr/>
              </p14:nvContentPartPr>
              <p14:xfrm>
                <a:off x="1490180" y="4306160"/>
                <a:ext cx="50400" cy="259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C252B2-8C6D-58A1-8D8A-B2EC76706C1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72540" y="4288160"/>
                  <a:ext cx="860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99E01F-4495-7A01-F5A5-726221A5C237}"/>
                    </a:ext>
                  </a:extLst>
                </p14:cNvPr>
                <p14:cNvContentPartPr/>
                <p14:nvPr/>
              </p14:nvContentPartPr>
              <p14:xfrm>
                <a:off x="1977620" y="4314080"/>
                <a:ext cx="159120" cy="212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99E01F-4495-7A01-F5A5-726221A5C2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59620" y="4296440"/>
                  <a:ext cx="194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AD0A1A-4499-1B07-27B8-6BB9A77E69D9}"/>
                    </a:ext>
                  </a:extLst>
                </p14:cNvPr>
                <p14:cNvContentPartPr/>
                <p14:nvPr/>
              </p14:nvContentPartPr>
              <p14:xfrm>
                <a:off x="1564700" y="5048840"/>
                <a:ext cx="53280" cy="254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AD0A1A-4499-1B07-27B8-6BB9A77E69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47060" y="5030840"/>
                  <a:ext cx="88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350AC5-BA49-3559-6D38-79C64DD6036C}"/>
                    </a:ext>
                  </a:extLst>
                </p14:cNvPr>
                <p14:cNvContentPartPr/>
                <p14:nvPr/>
              </p14:nvContentPartPr>
              <p14:xfrm>
                <a:off x="2084180" y="5018960"/>
                <a:ext cx="47520" cy="25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350AC5-BA49-3559-6D38-79C64DD6036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66540" y="5001320"/>
                  <a:ext cx="83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8B27D0-A7E8-BE31-51D4-D80A9F282288}"/>
                    </a:ext>
                  </a:extLst>
                </p14:cNvPr>
                <p14:cNvContentPartPr/>
                <p14:nvPr/>
              </p14:nvContentPartPr>
              <p14:xfrm>
                <a:off x="3622820" y="3635480"/>
                <a:ext cx="154800" cy="259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8B27D0-A7E8-BE31-51D4-D80A9F2822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04820" y="3617480"/>
                  <a:ext cx="190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ABEC64-5B99-EA44-A9BA-38FD43DCD7E5}"/>
                    </a:ext>
                  </a:extLst>
                </p14:cNvPr>
                <p14:cNvContentPartPr/>
                <p14:nvPr/>
              </p14:nvContentPartPr>
              <p14:xfrm>
                <a:off x="3647660" y="4316240"/>
                <a:ext cx="164880" cy="232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ABEC64-5B99-EA44-A9BA-38FD43DCD7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30020" y="4298240"/>
                  <a:ext cx="200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2EB47C4-FDD8-B006-673F-C11D1958F5EB}"/>
                    </a:ext>
                  </a:extLst>
                </p14:cNvPr>
                <p14:cNvContentPartPr/>
                <p14:nvPr/>
              </p14:nvContentPartPr>
              <p14:xfrm>
                <a:off x="4387100" y="3650240"/>
                <a:ext cx="17280" cy="232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2EB47C4-FDD8-B006-673F-C11D1958F5E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69100" y="3632600"/>
                  <a:ext cx="52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875EED-4B29-A418-B287-C486BA749E72}"/>
                    </a:ext>
                  </a:extLst>
                </p14:cNvPr>
                <p14:cNvContentPartPr/>
                <p14:nvPr/>
              </p14:nvContentPartPr>
              <p14:xfrm>
                <a:off x="4385300" y="4318040"/>
                <a:ext cx="20880" cy="214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875EED-4B29-A418-B287-C486BA749E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67660" y="4300400"/>
                  <a:ext cx="56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5064E13-A303-9314-78C5-CD678165AA4A}"/>
                    </a:ext>
                  </a:extLst>
                </p14:cNvPr>
                <p14:cNvContentPartPr/>
                <p14:nvPr/>
              </p14:nvContentPartPr>
              <p14:xfrm>
                <a:off x="4320140" y="4970000"/>
                <a:ext cx="212040" cy="304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5064E13-A303-9314-78C5-CD678165AA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02140" y="4952000"/>
                  <a:ext cx="247680" cy="34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9665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Perceptrons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8074" y="3593718"/>
            <a:ext cx="6327775" cy="18262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800" spc="60" baseline="25462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w+b≤0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65430" algn="l"/>
                <a:tab pos="2182495" algn="l"/>
              </a:tabLst>
            </a:pP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40" dirty="0">
                <a:latin typeface="Calibri"/>
                <a:cs typeface="Calibri"/>
              </a:rPr>
              <a:t>x</a:t>
            </a:r>
            <a:r>
              <a:rPr sz="1575" spc="60" baseline="26455" dirty="0">
                <a:latin typeface="Arial"/>
                <a:cs typeface="Arial"/>
              </a:rPr>
              <a:t>●</a:t>
            </a:r>
            <a:r>
              <a:rPr sz="2400" spc="40" dirty="0">
                <a:latin typeface="Calibri"/>
                <a:cs typeface="Calibri"/>
              </a:rPr>
              <a:t>w+b&gt;0</a:t>
            </a:r>
            <a:endParaRPr sz="24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b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thought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bias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723265" algn="l"/>
              </a:tabLst>
            </a:pPr>
            <a:r>
              <a:rPr sz="2000" spc="55" dirty="0">
                <a:latin typeface="Calibri"/>
                <a:cs typeface="Calibri"/>
              </a:rPr>
              <a:t>Large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positive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9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fires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inputs</a:t>
            </a:r>
            <a:endParaRPr sz="2000">
              <a:latin typeface="Calibri"/>
              <a:cs typeface="Calibri"/>
            </a:endParaRPr>
          </a:p>
          <a:p>
            <a:pPr marL="723265" lvl="1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723265" algn="l"/>
              </a:tabLst>
            </a:pPr>
            <a:r>
              <a:rPr sz="2000" dirty="0">
                <a:latin typeface="Calibri"/>
                <a:cs typeface="Calibri"/>
              </a:rPr>
              <a:t>Negative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b-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rarely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fires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83AE026-7FE0-07A0-1E8F-81C73DE4942E}"/>
              </a:ext>
            </a:extLst>
          </p:cNvPr>
          <p:cNvGrpSpPr/>
          <p:nvPr/>
        </p:nvGrpSpPr>
        <p:grpSpPr>
          <a:xfrm>
            <a:off x="7296620" y="2944640"/>
            <a:ext cx="644040" cy="709560"/>
            <a:chOff x="7296620" y="2944640"/>
            <a:chExt cx="644040" cy="70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14A40E-0E3F-4E03-BECD-A915414A4E2B}"/>
                    </a:ext>
                  </a:extLst>
                </p14:cNvPr>
                <p14:cNvContentPartPr/>
                <p14:nvPr/>
              </p14:nvContentPartPr>
              <p14:xfrm>
                <a:off x="7296620" y="2944640"/>
                <a:ext cx="313920" cy="709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14A40E-0E3F-4E03-BECD-A915414A4E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8620" y="2926640"/>
                  <a:ext cx="34956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93A3C2-AA93-D005-5256-F40BEA09A8F7}"/>
                    </a:ext>
                  </a:extLst>
                </p14:cNvPr>
                <p14:cNvContentPartPr/>
                <p14:nvPr/>
              </p14:nvContentPartPr>
              <p14:xfrm>
                <a:off x="7734740" y="3164240"/>
                <a:ext cx="140400" cy="3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93A3C2-AA93-D005-5256-F40BEA09A8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7100" y="3146240"/>
                  <a:ext cx="17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34EB5E-2128-FB46-89D3-C2F6398B423C}"/>
                    </a:ext>
                  </a:extLst>
                </p14:cNvPr>
                <p14:cNvContentPartPr/>
                <p14:nvPr/>
              </p14:nvContentPartPr>
              <p14:xfrm>
                <a:off x="7821860" y="3264320"/>
                <a:ext cx="118800" cy="48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34EB5E-2128-FB46-89D3-C2F6398B423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03860" y="3246680"/>
                  <a:ext cx="1544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246555-BEA7-332D-BE2B-EE698B8532C4}"/>
              </a:ext>
            </a:extLst>
          </p:cNvPr>
          <p:cNvGrpSpPr/>
          <p:nvPr/>
        </p:nvGrpSpPr>
        <p:grpSpPr>
          <a:xfrm>
            <a:off x="8334500" y="2914040"/>
            <a:ext cx="189000" cy="475200"/>
            <a:chOff x="8334500" y="2914040"/>
            <a:chExt cx="189000" cy="4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BE147C-40DB-4834-87DD-D25C51E29D1D}"/>
                    </a:ext>
                  </a:extLst>
                </p14:cNvPr>
                <p14:cNvContentPartPr/>
                <p14:nvPr/>
              </p14:nvContentPartPr>
              <p14:xfrm>
                <a:off x="8437460" y="2914040"/>
                <a:ext cx="86040" cy="475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BE147C-40DB-4834-87DD-D25C51E29D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19820" y="2896400"/>
                  <a:ext cx="1216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B41D1F-735F-8A6B-9B7B-691A1E6B621C}"/>
                    </a:ext>
                  </a:extLst>
                </p14:cNvPr>
                <p14:cNvContentPartPr/>
                <p14:nvPr/>
              </p14:nvContentPartPr>
              <p14:xfrm>
                <a:off x="8334500" y="3123920"/>
                <a:ext cx="180360" cy="99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B41D1F-735F-8A6B-9B7B-691A1E6B62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16500" y="3105920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084D80-CF9C-2B8A-B84C-E4007185327A}"/>
                  </a:ext>
                </a:extLst>
              </p14:cNvPr>
              <p14:cNvContentPartPr/>
              <p14:nvPr/>
            </p14:nvContentPartPr>
            <p14:xfrm>
              <a:off x="8782700" y="2949680"/>
              <a:ext cx="181080" cy="383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084D80-CF9C-2B8A-B84C-E400718532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65060" y="2932040"/>
                <a:ext cx="21672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035E664-2C61-2E51-2B8D-17FE8ABA3EFB}"/>
              </a:ext>
            </a:extLst>
          </p:cNvPr>
          <p:cNvGrpSpPr/>
          <p:nvPr/>
        </p:nvGrpSpPr>
        <p:grpSpPr>
          <a:xfrm>
            <a:off x="9083660" y="2843480"/>
            <a:ext cx="1784160" cy="450360"/>
            <a:chOff x="9083660" y="2843480"/>
            <a:chExt cx="1784160" cy="4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CBDBA7-78AA-37DC-AF78-73E7438CB5BA}"/>
                    </a:ext>
                  </a:extLst>
                </p14:cNvPr>
                <p14:cNvContentPartPr/>
                <p14:nvPr/>
              </p14:nvContentPartPr>
              <p14:xfrm>
                <a:off x="9083660" y="2922680"/>
                <a:ext cx="190800" cy="28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CBDBA7-78AA-37DC-AF78-73E7438CB5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5660" y="2905040"/>
                  <a:ext cx="226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D44478-6A4B-E513-0090-BA21AADAC32A}"/>
                    </a:ext>
                  </a:extLst>
                </p14:cNvPr>
                <p14:cNvContentPartPr/>
                <p14:nvPr/>
              </p14:nvContentPartPr>
              <p14:xfrm>
                <a:off x="9395060" y="3086120"/>
                <a:ext cx="32400" cy="10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D44478-6A4B-E513-0090-BA21AADAC3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77060" y="3068480"/>
                  <a:ext cx="68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57DE8E-7245-F20B-91E7-583085F16238}"/>
                    </a:ext>
                  </a:extLst>
                </p14:cNvPr>
                <p14:cNvContentPartPr/>
                <p14:nvPr/>
              </p14:nvContentPartPr>
              <p14:xfrm>
                <a:off x="9393980" y="2968760"/>
                <a:ext cx="5400" cy="2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57DE8E-7245-F20B-91E7-583085F162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76340" y="2950760"/>
                  <a:ext cx="41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39A971-250D-66A6-F369-067C5E2696AD}"/>
                    </a:ext>
                  </a:extLst>
                </p14:cNvPr>
                <p14:cNvContentPartPr/>
                <p14:nvPr/>
              </p14:nvContentPartPr>
              <p14:xfrm>
                <a:off x="9555980" y="2996480"/>
                <a:ext cx="248760" cy="18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39A971-250D-66A6-F369-067C5E2696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37980" y="2978480"/>
                  <a:ext cx="284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BF5E48-6B09-86CB-75C2-51CC59797231}"/>
                    </a:ext>
                  </a:extLst>
                </p14:cNvPr>
                <p14:cNvContentPartPr/>
                <p14:nvPr/>
              </p14:nvContentPartPr>
              <p14:xfrm>
                <a:off x="9873140" y="3090080"/>
                <a:ext cx="27000" cy="106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BF5E48-6B09-86CB-75C2-51CC597972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55140" y="3072440"/>
                  <a:ext cx="626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B3FFB6-72B9-E3AB-7F95-F24775A3EBBA}"/>
                    </a:ext>
                  </a:extLst>
                </p14:cNvPr>
                <p14:cNvContentPartPr/>
                <p14:nvPr/>
              </p14:nvContentPartPr>
              <p14:xfrm>
                <a:off x="9906620" y="2929880"/>
                <a:ext cx="19800" cy="15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B3FFB6-72B9-E3AB-7F95-F24775A3EBB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88980" y="2912240"/>
                  <a:ext cx="55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CD4FC9-382C-73CB-C2C8-DC14BB56DFF3}"/>
                    </a:ext>
                  </a:extLst>
                </p14:cNvPr>
                <p14:cNvContentPartPr/>
                <p14:nvPr/>
              </p14:nvContentPartPr>
              <p14:xfrm>
                <a:off x="10033340" y="3073880"/>
                <a:ext cx="250560" cy="19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CD4FC9-382C-73CB-C2C8-DC14BB56DF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15340" y="3055880"/>
                  <a:ext cx="286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4D15B6-7040-3565-A996-4C935F74BDBE}"/>
                    </a:ext>
                  </a:extLst>
                </p14:cNvPr>
                <p14:cNvContentPartPr/>
                <p14:nvPr/>
              </p14:nvContentPartPr>
              <p14:xfrm>
                <a:off x="10181300" y="2974160"/>
                <a:ext cx="42120" cy="253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4D15B6-7040-3565-A996-4C935F74BDB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63660" y="2956520"/>
                  <a:ext cx="777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09155F-6F01-60D2-8175-E26028D31401}"/>
                    </a:ext>
                  </a:extLst>
                </p14:cNvPr>
                <p14:cNvContentPartPr/>
                <p14:nvPr/>
              </p14:nvContentPartPr>
              <p14:xfrm>
                <a:off x="10427180" y="2958320"/>
                <a:ext cx="83160" cy="244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09155F-6F01-60D2-8175-E26028D314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09540" y="2940680"/>
                  <a:ext cx="118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44A3C0-AFC1-8C0C-968F-55DA822BABAF}"/>
                    </a:ext>
                  </a:extLst>
                </p14:cNvPr>
                <p14:cNvContentPartPr/>
                <p14:nvPr/>
              </p14:nvContentPartPr>
              <p14:xfrm>
                <a:off x="10439420" y="3069920"/>
                <a:ext cx="157320" cy="161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44A3C0-AFC1-8C0C-968F-55DA822BAB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21780" y="3052280"/>
                  <a:ext cx="192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5BE75A-33D9-6470-1FC0-389F00FB25A9}"/>
                    </a:ext>
                  </a:extLst>
                </p14:cNvPr>
                <p14:cNvContentPartPr/>
                <p14:nvPr/>
              </p14:nvContentPartPr>
              <p14:xfrm>
                <a:off x="10648940" y="2843480"/>
                <a:ext cx="218880" cy="450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5BE75A-33D9-6470-1FC0-389F00FB25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31300" y="2825840"/>
                  <a:ext cx="254520" cy="48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404B774-9B1C-09F4-0537-192F94FD480E}"/>
                  </a:ext>
                </a:extLst>
              </p14:cNvPr>
              <p14:cNvContentPartPr/>
              <p14:nvPr/>
            </p14:nvContentPartPr>
            <p14:xfrm>
              <a:off x="3696620" y="4008440"/>
              <a:ext cx="1223640" cy="114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404B774-9B1C-09F4-0537-192F94FD480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8620" y="3990440"/>
                <a:ext cx="125928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17F28D3-184D-D2C1-605B-A67FF6371E22}"/>
              </a:ext>
            </a:extLst>
          </p:cNvPr>
          <p:cNvGrpSpPr/>
          <p:nvPr/>
        </p:nvGrpSpPr>
        <p:grpSpPr>
          <a:xfrm>
            <a:off x="8238740" y="4028600"/>
            <a:ext cx="2950560" cy="2394360"/>
            <a:chOff x="8238740" y="4028600"/>
            <a:chExt cx="2950560" cy="239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C0C86C-5B9D-D4D3-40F2-EDADFF3FDF02}"/>
                    </a:ext>
                  </a:extLst>
                </p14:cNvPr>
                <p14:cNvContentPartPr/>
                <p14:nvPr/>
              </p14:nvContentPartPr>
              <p14:xfrm>
                <a:off x="9540500" y="4028600"/>
                <a:ext cx="172440" cy="2394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C0C86C-5B9D-D4D3-40F2-EDADFF3FDF0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22860" y="4010960"/>
                  <a:ext cx="208080" cy="24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869883-7A11-9E74-31B1-662D50F6B14B}"/>
                    </a:ext>
                  </a:extLst>
                </p14:cNvPr>
                <p14:cNvContentPartPr/>
                <p14:nvPr/>
              </p14:nvContentPartPr>
              <p14:xfrm>
                <a:off x="8238740" y="5259440"/>
                <a:ext cx="2950560" cy="171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869883-7A11-9E74-31B1-662D50F6B1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20740" y="5241800"/>
                  <a:ext cx="298620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4D58C3B-EFC9-00EF-6FFB-9525FCE89FD5}"/>
                  </a:ext>
                </a:extLst>
              </p14:cNvPr>
              <p14:cNvContentPartPr/>
              <p14:nvPr/>
            </p14:nvContentPartPr>
            <p14:xfrm>
              <a:off x="9056300" y="3569600"/>
              <a:ext cx="289440" cy="394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4D58C3B-EFC9-00EF-6FFB-9525FCE89FD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038300" y="3551960"/>
                <a:ext cx="32508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1693337-BD4A-297A-7003-4C83EA674929}"/>
                  </a:ext>
                </a:extLst>
              </p14:cNvPr>
              <p14:cNvContentPartPr/>
              <p14:nvPr/>
            </p14:nvContentPartPr>
            <p14:xfrm>
              <a:off x="8596940" y="5270240"/>
              <a:ext cx="1107000" cy="123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1693337-BD4A-297A-7003-4C83EA67492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78940" y="5252240"/>
                <a:ext cx="11426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588296-7350-4218-7AE9-ABF2D2674C09}"/>
                  </a:ext>
                </a:extLst>
              </p14:cNvPr>
              <p14:cNvContentPartPr/>
              <p14:nvPr/>
            </p14:nvContentPartPr>
            <p14:xfrm>
              <a:off x="9513140" y="4189520"/>
              <a:ext cx="1496880" cy="118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588296-7350-4218-7AE9-ABF2D2674C0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95500" y="4171880"/>
                <a:ext cx="15325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5810FF9-6D95-D84E-7DC7-B8A626B5F3F2}"/>
                  </a:ext>
                </a:extLst>
              </p14:cNvPr>
              <p14:cNvContentPartPr/>
              <p14:nvPr/>
            </p14:nvContentPartPr>
            <p14:xfrm>
              <a:off x="4997300" y="3626120"/>
              <a:ext cx="287640" cy="731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5810FF9-6D95-D84E-7DC7-B8A626B5F3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79660" y="3608120"/>
                <a:ext cx="323280" cy="7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C315F2E-DA54-7C58-21ED-47D0836385C7}"/>
              </a:ext>
            </a:extLst>
          </p:cNvPr>
          <p:cNvGrpSpPr/>
          <p:nvPr/>
        </p:nvGrpSpPr>
        <p:grpSpPr>
          <a:xfrm>
            <a:off x="5559980" y="3845360"/>
            <a:ext cx="1612080" cy="368640"/>
            <a:chOff x="5559980" y="3845360"/>
            <a:chExt cx="161208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9EA372-6A36-3FE5-3646-744B15F8588B}"/>
                    </a:ext>
                  </a:extLst>
                </p14:cNvPr>
                <p14:cNvContentPartPr/>
                <p14:nvPr/>
              </p14:nvContentPartPr>
              <p14:xfrm>
                <a:off x="5637020" y="3907640"/>
                <a:ext cx="73800" cy="306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9EA372-6A36-3FE5-3646-744B15F858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19020" y="3889640"/>
                  <a:ext cx="109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3862F2-5640-B530-2556-ABB1E75F9892}"/>
                    </a:ext>
                  </a:extLst>
                </p14:cNvPr>
                <p14:cNvContentPartPr/>
                <p14:nvPr/>
              </p14:nvContentPartPr>
              <p14:xfrm>
                <a:off x="5559980" y="4039400"/>
                <a:ext cx="159120" cy="76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3862F2-5640-B530-2556-ABB1E75F98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41980" y="4021400"/>
                  <a:ext cx="194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FDCA93-6B17-049F-EC85-0E530BC1B4BB}"/>
                    </a:ext>
                  </a:extLst>
                </p14:cNvPr>
                <p14:cNvContentPartPr/>
                <p14:nvPr/>
              </p14:nvContentPartPr>
              <p14:xfrm>
                <a:off x="5799380" y="3948320"/>
                <a:ext cx="159840" cy="19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FDCA93-6B17-049F-EC85-0E530BC1B4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81740" y="3930680"/>
                  <a:ext cx="195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72A4C6-C251-F7CF-26BE-EF27879E5DDC}"/>
                    </a:ext>
                  </a:extLst>
                </p14:cNvPr>
                <p14:cNvContentPartPr/>
                <p14:nvPr/>
              </p14:nvContentPartPr>
              <p14:xfrm>
                <a:off x="5987660" y="3998720"/>
                <a:ext cx="93600" cy="12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72A4C6-C251-F7CF-26BE-EF27879E5DD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70020" y="3980720"/>
                  <a:ext cx="129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87FA57-30F8-58C9-0082-08B83B31D07E}"/>
                    </a:ext>
                  </a:extLst>
                </p14:cNvPr>
                <p14:cNvContentPartPr/>
                <p14:nvPr/>
              </p14:nvContentPartPr>
              <p14:xfrm>
                <a:off x="6126260" y="3991520"/>
                <a:ext cx="75240" cy="129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87FA57-30F8-58C9-0082-08B83B31D0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08620" y="3973880"/>
                  <a:ext cx="110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D9BFE1-70FC-803C-D882-365EF21A23AE}"/>
                    </a:ext>
                  </a:extLst>
                </p14:cNvPr>
                <p14:cNvContentPartPr/>
                <p14:nvPr/>
              </p14:nvContentPartPr>
              <p14:xfrm>
                <a:off x="6290420" y="3864440"/>
                <a:ext cx="277920" cy="26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D9BFE1-70FC-803C-D882-365EF21A23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72420" y="3846440"/>
                  <a:ext cx="313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BF5D5-1224-5C20-9A7C-D344BC0DFEA9}"/>
                    </a:ext>
                  </a:extLst>
                </p14:cNvPr>
                <p14:cNvContentPartPr/>
                <p14:nvPr/>
              </p14:nvContentPartPr>
              <p14:xfrm>
                <a:off x="6654380" y="4000160"/>
                <a:ext cx="53640" cy="75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BF5D5-1224-5C20-9A7C-D344BC0DFE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36380" y="3982160"/>
                  <a:ext cx="89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B21DB2-E1BA-3EFE-4F77-19E5E4592B19}"/>
                    </a:ext>
                  </a:extLst>
                </p14:cNvPr>
                <p14:cNvContentPartPr/>
                <p14:nvPr/>
              </p14:nvContentPartPr>
              <p14:xfrm>
                <a:off x="6774980" y="3845360"/>
                <a:ext cx="24120" cy="254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B21DB2-E1BA-3EFE-4F77-19E5E4592B1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57340" y="3827360"/>
                  <a:ext cx="59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EE9BCC-406C-7DC7-5D44-8AD2E01590F1}"/>
                    </a:ext>
                  </a:extLst>
                </p14:cNvPr>
                <p14:cNvContentPartPr/>
                <p14:nvPr/>
              </p14:nvContentPartPr>
              <p14:xfrm>
                <a:off x="6891620" y="3875600"/>
                <a:ext cx="161640" cy="279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EE9BCC-406C-7DC7-5D44-8AD2E01590F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73980" y="3857600"/>
                  <a:ext cx="197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0E0424-6E84-EADB-D06B-6ADD60162B34}"/>
                    </a:ext>
                  </a:extLst>
                </p14:cNvPr>
                <p14:cNvContentPartPr/>
                <p14:nvPr/>
              </p14:nvContentPartPr>
              <p14:xfrm>
                <a:off x="7149740" y="4091960"/>
                <a:ext cx="22320" cy="7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0E0424-6E84-EADB-D06B-6ADD60162B3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32100" y="4074320"/>
                  <a:ext cx="579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993819-469B-889F-D1EE-66370B609C82}"/>
                  </a:ext>
                </a:extLst>
              </p14:cNvPr>
              <p14:cNvContentPartPr/>
              <p14:nvPr/>
            </p14:nvContentPartPr>
            <p14:xfrm>
              <a:off x="10287500" y="2634680"/>
              <a:ext cx="452520" cy="8902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993819-469B-889F-D1EE-66370B609C8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269860" y="2617040"/>
                <a:ext cx="488160" cy="9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922F642-497F-D80C-5CEC-DF781493A6A3}"/>
              </a:ext>
            </a:extLst>
          </p:cNvPr>
          <p:cNvGrpSpPr/>
          <p:nvPr/>
        </p:nvGrpSpPr>
        <p:grpSpPr>
          <a:xfrm>
            <a:off x="10267340" y="2012240"/>
            <a:ext cx="530640" cy="379080"/>
            <a:chOff x="10267340" y="2012240"/>
            <a:chExt cx="53064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A478A5-6537-DE8E-05BA-1C0D57BF7F88}"/>
                    </a:ext>
                  </a:extLst>
                </p14:cNvPr>
                <p14:cNvContentPartPr/>
                <p14:nvPr/>
              </p14:nvContentPartPr>
              <p14:xfrm>
                <a:off x="10272380" y="2027000"/>
                <a:ext cx="47520" cy="353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A478A5-6537-DE8E-05BA-1C0D57BF7F8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54380" y="2009360"/>
                  <a:ext cx="831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775E1F-F196-0924-9A73-3705F8A4D4AD}"/>
                    </a:ext>
                  </a:extLst>
                </p14:cNvPr>
                <p14:cNvContentPartPr/>
                <p14:nvPr/>
              </p14:nvContentPartPr>
              <p14:xfrm>
                <a:off x="10267340" y="2012240"/>
                <a:ext cx="233280" cy="34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775E1F-F196-0924-9A73-3705F8A4D4A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49340" y="1994600"/>
                  <a:ext cx="2689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2498A33-EF26-1800-B7F4-A21F586860C1}"/>
                    </a:ext>
                  </a:extLst>
                </p14:cNvPr>
                <p14:cNvContentPartPr/>
                <p14:nvPr/>
              </p14:nvContentPartPr>
              <p14:xfrm>
                <a:off x="10567940" y="2217800"/>
                <a:ext cx="3384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2498A33-EF26-1800-B7F4-A21F586860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50300" y="2200160"/>
                  <a:ext cx="69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2945DC-05E1-AC20-D055-543CEAA568DE}"/>
                    </a:ext>
                  </a:extLst>
                </p14:cNvPr>
                <p14:cNvContentPartPr/>
                <p14:nvPr/>
              </p14:nvContentPartPr>
              <p14:xfrm>
                <a:off x="10609700" y="2109080"/>
                <a:ext cx="15840" cy="5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2945DC-05E1-AC20-D055-543CEAA568D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92060" y="2091080"/>
                  <a:ext cx="51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06189F-756C-6767-9760-8D742B9F2F4A}"/>
                    </a:ext>
                  </a:extLst>
                </p14:cNvPr>
                <p14:cNvContentPartPr/>
                <p14:nvPr/>
              </p14:nvContentPartPr>
              <p14:xfrm>
                <a:off x="10652900" y="2142560"/>
                <a:ext cx="145080" cy="248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06189F-756C-6767-9760-8D742B9F2F4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35260" y="2124920"/>
                  <a:ext cx="18072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0008C24-0D01-74D9-4725-8AE0BFA74791}"/>
              </a:ext>
            </a:extLst>
          </p:cNvPr>
          <p:cNvGrpSpPr/>
          <p:nvPr/>
        </p:nvGrpSpPr>
        <p:grpSpPr>
          <a:xfrm>
            <a:off x="10425380" y="1535240"/>
            <a:ext cx="192240" cy="324000"/>
            <a:chOff x="10425380" y="1535240"/>
            <a:chExt cx="19224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FA1CA1-CC2B-1937-1166-3699918E2720}"/>
                    </a:ext>
                  </a:extLst>
                </p14:cNvPr>
                <p14:cNvContentPartPr/>
                <p14:nvPr/>
              </p14:nvContentPartPr>
              <p14:xfrm>
                <a:off x="10473260" y="1543880"/>
                <a:ext cx="36720" cy="315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FA1CA1-CC2B-1937-1166-3699918E27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55260" y="1525880"/>
                  <a:ext cx="723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936FEB-1FE7-FB7F-2DF6-DEBBF5D1597E}"/>
                    </a:ext>
                  </a:extLst>
                </p14:cNvPr>
                <p14:cNvContentPartPr/>
                <p14:nvPr/>
              </p14:nvContentPartPr>
              <p14:xfrm>
                <a:off x="10425380" y="1535240"/>
                <a:ext cx="192240" cy="124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936FEB-1FE7-FB7F-2DF6-DEBBF5D159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07740" y="1517600"/>
                  <a:ext cx="2278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68CE4A-B85D-485B-CF03-5AB44269EFC9}"/>
              </a:ext>
            </a:extLst>
          </p:cNvPr>
          <p:cNvGrpSpPr/>
          <p:nvPr/>
        </p:nvGrpSpPr>
        <p:grpSpPr>
          <a:xfrm>
            <a:off x="10193540" y="1067240"/>
            <a:ext cx="523080" cy="304920"/>
            <a:chOff x="10193540" y="1067240"/>
            <a:chExt cx="52308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88E0B0-1A92-1B7F-E6BA-26A20C65CDEC}"/>
                    </a:ext>
                  </a:extLst>
                </p14:cNvPr>
                <p14:cNvContentPartPr/>
                <p14:nvPr/>
              </p14:nvContentPartPr>
              <p14:xfrm>
                <a:off x="10193540" y="1067240"/>
                <a:ext cx="75600" cy="304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88E0B0-1A92-1B7F-E6BA-26A20C65CDE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75540" y="1049240"/>
                  <a:ext cx="111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E5FF8D-D62B-71DE-0BB4-2EF8D2899F62}"/>
                    </a:ext>
                  </a:extLst>
                </p14:cNvPr>
                <p14:cNvContentPartPr/>
                <p14:nvPr/>
              </p14:nvContentPartPr>
              <p14:xfrm>
                <a:off x="10195700" y="1253360"/>
                <a:ext cx="82440" cy="71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E5FF8D-D62B-71DE-0BB4-2EF8D2899F6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178060" y="1235360"/>
                  <a:ext cx="118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0FA8E7-F4B3-7481-8EF0-83844ECA9C85}"/>
                    </a:ext>
                  </a:extLst>
                </p14:cNvPr>
                <p14:cNvContentPartPr/>
                <p14:nvPr/>
              </p14:nvContentPartPr>
              <p14:xfrm>
                <a:off x="10387220" y="1221680"/>
                <a:ext cx="34920" cy="79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0FA8E7-F4B3-7481-8EF0-83844ECA9C8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69580" y="1203680"/>
                  <a:ext cx="70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A0B64F5-769D-280F-52BD-3160C3217C27}"/>
                    </a:ext>
                  </a:extLst>
                </p14:cNvPr>
                <p14:cNvContentPartPr/>
                <p14:nvPr/>
              </p14:nvContentPartPr>
              <p14:xfrm>
                <a:off x="10398380" y="1083800"/>
                <a:ext cx="24840" cy="28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A0B64F5-769D-280F-52BD-3160C3217C2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80740" y="1066160"/>
                  <a:ext cx="60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6929D5-4D41-A91B-4A55-C558742DDE6A}"/>
                    </a:ext>
                  </a:extLst>
                </p14:cNvPr>
                <p14:cNvContentPartPr/>
                <p14:nvPr/>
              </p14:nvContentPartPr>
              <p14:xfrm>
                <a:off x="10461020" y="1170200"/>
                <a:ext cx="94320" cy="118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6929D5-4D41-A91B-4A55-C558742DDE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443380" y="1152200"/>
                  <a:ext cx="129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C5AF6D0-3EFF-751B-A9B2-5E36E9F524C7}"/>
                    </a:ext>
                  </a:extLst>
                </p14:cNvPr>
                <p14:cNvContentPartPr/>
                <p14:nvPr/>
              </p14:nvContentPartPr>
              <p14:xfrm>
                <a:off x="10628060" y="1180640"/>
                <a:ext cx="88560" cy="84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C5AF6D0-3EFF-751B-A9B2-5E36E9F524C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610420" y="1163000"/>
                  <a:ext cx="12420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9E9E3C5-3503-D78D-2BCE-A565630B3BD7}"/>
              </a:ext>
            </a:extLst>
          </p:cNvPr>
          <p:cNvGrpSpPr/>
          <p:nvPr/>
        </p:nvGrpSpPr>
        <p:grpSpPr>
          <a:xfrm>
            <a:off x="11086700" y="1074440"/>
            <a:ext cx="555840" cy="303480"/>
            <a:chOff x="11086700" y="1074440"/>
            <a:chExt cx="55584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7F64EC5-B1BC-27E8-1922-B6EC4CE58501}"/>
                    </a:ext>
                  </a:extLst>
                </p14:cNvPr>
                <p14:cNvContentPartPr/>
                <p14:nvPr/>
              </p14:nvContentPartPr>
              <p14:xfrm>
                <a:off x="11086700" y="1200440"/>
                <a:ext cx="11232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7F64EC5-B1BC-27E8-1922-B6EC4CE585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068700" y="1182440"/>
                  <a:ext cx="147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24A26D-B0AD-F651-7979-FAC12A984AD7}"/>
                    </a:ext>
                  </a:extLst>
                </p14:cNvPr>
                <p14:cNvContentPartPr/>
                <p14:nvPr/>
              </p14:nvContentPartPr>
              <p14:xfrm>
                <a:off x="11295860" y="1076240"/>
                <a:ext cx="60120" cy="301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24A26D-B0AD-F651-7979-FAC12A984A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277860" y="1058240"/>
                  <a:ext cx="95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2C2983-C570-946E-1EF5-9DD7F8D964A4}"/>
                    </a:ext>
                  </a:extLst>
                </p14:cNvPr>
                <p14:cNvContentPartPr/>
                <p14:nvPr/>
              </p14:nvContentPartPr>
              <p14:xfrm>
                <a:off x="11420780" y="1248320"/>
                <a:ext cx="87840" cy="87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2C2983-C570-946E-1EF5-9DD7F8D964A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03140" y="1230320"/>
                  <a:ext cx="123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77158F-E6A1-B42F-9C83-256A7439FA7B}"/>
                    </a:ext>
                  </a:extLst>
                </p14:cNvPr>
                <p14:cNvContentPartPr/>
                <p14:nvPr/>
              </p14:nvContentPartPr>
              <p14:xfrm>
                <a:off x="11569100" y="1074440"/>
                <a:ext cx="63360" cy="28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77158F-E6A1-B42F-9C83-256A7439FA7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551460" y="1056800"/>
                  <a:ext cx="99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BC77C74-55A8-A7B4-58F9-07130C24C426}"/>
                    </a:ext>
                  </a:extLst>
                </p14:cNvPr>
                <p14:cNvContentPartPr/>
                <p14:nvPr/>
              </p14:nvContentPartPr>
              <p14:xfrm>
                <a:off x="11511500" y="1205120"/>
                <a:ext cx="131040" cy="51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BC77C74-55A8-A7B4-58F9-07130C24C4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493860" y="1187120"/>
                  <a:ext cx="16668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2FA538E-BD53-0122-6B05-B8F65EADFD34}"/>
              </a:ext>
            </a:extLst>
          </p:cNvPr>
          <p:cNvGrpSpPr/>
          <p:nvPr/>
        </p:nvGrpSpPr>
        <p:grpSpPr>
          <a:xfrm>
            <a:off x="10357340" y="3394640"/>
            <a:ext cx="946440" cy="597240"/>
            <a:chOff x="10357340" y="3394640"/>
            <a:chExt cx="94644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2DBEBF-1E9F-299D-B337-E0500D3C4AB2}"/>
                    </a:ext>
                  </a:extLst>
                </p14:cNvPr>
                <p14:cNvContentPartPr/>
                <p14:nvPr/>
              </p14:nvContentPartPr>
              <p14:xfrm>
                <a:off x="10357340" y="3730880"/>
                <a:ext cx="120960" cy="261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2DBEBF-1E9F-299D-B337-E0500D3C4AB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39700" y="3713240"/>
                  <a:ext cx="156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FBB8D99-F78D-371A-465F-A4FB46D76E59}"/>
                    </a:ext>
                  </a:extLst>
                </p14:cNvPr>
                <p14:cNvContentPartPr/>
                <p14:nvPr/>
              </p14:nvContentPartPr>
              <p14:xfrm>
                <a:off x="10584140" y="3826280"/>
                <a:ext cx="249840" cy="102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FBB8D99-F78D-371A-465F-A4FB46D76E5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66500" y="3808640"/>
                  <a:ext cx="285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EF5C76B-BD5F-26D9-B58C-73413489AFC5}"/>
                    </a:ext>
                  </a:extLst>
                </p14:cNvPr>
                <p14:cNvContentPartPr/>
                <p14:nvPr/>
              </p14:nvContentPartPr>
              <p14:xfrm>
                <a:off x="10939100" y="3631160"/>
                <a:ext cx="364680" cy="245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EF5C76B-BD5F-26D9-B58C-73413489AFC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921100" y="3613520"/>
                  <a:ext cx="400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FC9DC9-5011-41B4-6F07-2AE094432558}"/>
                    </a:ext>
                  </a:extLst>
                </p14:cNvPr>
                <p14:cNvContentPartPr/>
                <p14:nvPr/>
              </p14:nvContentPartPr>
              <p14:xfrm>
                <a:off x="10666940" y="3394640"/>
                <a:ext cx="131760" cy="251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4FC9DC9-5011-41B4-6F07-2AE0944325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49300" y="3377000"/>
                  <a:ext cx="167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2FB13C-B11B-7C2D-070F-EC4CB60BAB9B}"/>
                    </a:ext>
                  </a:extLst>
                </p14:cNvPr>
                <p14:cNvContentPartPr/>
                <p14:nvPr/>
              </p14:nvContentPartPr>
              <p14:xfrm>
                <a:off x="10758020" y="3512360"/>
                <a:ext cx="145080" cy="133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2FB13C-B11B-7C2D-070F-EC4CB60BAB9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40020" y="3494720"/>
                  <a:ext cx="1807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E1696DE-8E4E-4CE5-BF27-E9C531112154}"/>
              </a:ext>
            </a:extLst>
          </p:cNvPr>
          <p:cNvGrpSpPr/>
          <p:nvPr/>
        </p:nvGrpSpPr>
        <p:grpSpPr>
          <a:xfrm>
            <a:off x="10810220" y="4371680"/>
            <a:ext cx="601920" cy="210240"/>
            <a:chOff x="10810220" y="4371680"/>
            <a:chExt cx="60192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D076D5-C6CF-CA80-9256-94159BC79056}"/>
                    </a:ext>
                  </a:extLst>
                </p14:cNvPr>
                <p14:cNvContentPartPr/>
                <p14:nvPr/>
              </p14:nvContentPartPr>
              <p14:xfrm>
                <a:off x="10810220" y="4390400"/>
                <a:ext cx="36000" cy="191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D076D5-C6CF-CA80-9256-94159BC7905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92220" y="4372760"/>
                  <a:ext cx="71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9B671E8-C5D7-1C59-7AFA-174D24EFE7C2}"/>
                    </a:ext>
                  </a:extLst>
                </p14:cNvPr>
                <p14:cNvContentPartPr/>
                <p14:nvPr/>
              </p14:nvContentPartPr>
              <p14:xfrm>
                <a:off x="10910660" y="4427120"/>
                <a:ext cx="134280" cy="132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9B671E8-C5D7-1C59-7AFA-174D24EFE7C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92660" y="4409480"/>
                  <a:ext cx="169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FF8138-34EF-FB0D-1409-527FD2AB1159}"/>
                    </a:ext>
                  </a:extLst>
                </p14:cNvPr>
                <p14:cNvContentPartPr/>
                <p14:nvPr/>
              </p14:nvContentPartPr>
              <p14:xfrm>
                <a:off x="11133140" y="4381760"/>
                <a:ext cx="124200" cy="164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FF8138-34EF-FB0D-1409-527FD2AB115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115140" y="4364120"/>
                  <a:ext cx="159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CBA4822-5451-D913-BBAB-2E2221D36242}"/>
                    </a:ext>
                  </a:extLst>
                </p14:cNvPr>
                <p14:cNvContentPartPr/>
                <p14:nvPr/>
              </p14:nvContentPartPr>
              <p14:xfrm>
                <a:off x="11340860" y="4371680"/>
                <a:ext cx="71280" cy="133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CBA4822-5451-D913-BBAB-2E2221D3624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23220" y="4354040"/>
                  <a:ext cx="1069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EF6C55F-B5F2-87F3-0CF8-82AF30169512}"/>
              </a:ext>
            </a:extLst>
          </p:cNvPr>
          <p:cNvGrpSpPr/>
          <p:nvPr/>
        </p:nvGrpSpPr>
        <p:grpSpPr>
          <a:xfrm>
            <a:off x="11659820" y="4100600"/>
            <a:ext cx="535320" cy="325800"/>
            <a:chOff x="11659820" y="4100600"/>
            <a:chExt cx="53532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DA02435-9C5A-691C-DBAA-D0934ECA2C56}"/>
                    </a:ext>
                  </a:extLst>
                </p14:cNvPr>
                <p14:cNvContentPartPr/>
                <p14:nvPr/>
              </p14:nvContentPartPr>
              <p14:xfrm>
                <a:off x="11682500" y="4169360"/>
                <a:ext cx="30960" cy="257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DA02435-9C5A-691C-DBAA-D0934ECA2C5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664500" y="4151360"/>
                  <a:ext cx="66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948C97-F886-F552-ADB9-DE843A1ACEE9}"/>
                    </a:ext>
                  </a:extLst>
                </p14:cNvPr>
                <p14:cNvContentPartPr/>
                <p14:nvPr/>
              </p14:nvContentPartPr>
              <p14:xfrm>
                <a:off x="11659820" y="4286360"/>
                <a:ext cx="149760" cy="63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948C97-F886-F552-ADB9-DE843A1ACEE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641820" y="4268720"/>
                  <a:ext cx="185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5E3248-4E1A-68CE-86DD-EE427B357637}"/>
                    </a:ext>
                  </a:extLst>
                </p14:cNvPr>
                <p14:cNvContentPartPr/>
                <p14:nvPr/>
              </p14:nvContentPartPr>
              <p14:xfrm>
                <a:off x="11789780" y="4160360"/>
                <a:ext cx="15480" cy="19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5E3248-4E1A-68CE-86DD-EE427B35763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772140" y="4142360"/>
                  <a:ext cx="51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10923E-8B16-1BF1-91F5-0F197E0AAAD6}"/>
                    </a:ext>
                  </a:extLst>
                </p14:cNvPr>
                <p14:cNvContentPartPr/>
                <p14:nvPr/>
              </p14:nvContentPartPr>
              <p14:xfrm>
                <a:off x="11854580" y="4231640"/>
                <a:ext cx="55440" cy="7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10923E-8B16-1BF1-91F5-0F197E0AAAD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836940" y="4213640"/>
                  <a:ext cx="91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3BE3794-7001-AACA-2625-F6C7990E7852}"/>
                    </a:ext>
                  </a:extLst>
                </p14:cNvPr>
                <p14:cNvContentPartPr/>
                <p14:nvPr/>
              </p14:nvContentPartPr>
              <p14:xfrm>
                <a:off x="11985260" y="4174760"/>
                <a:ext cx="30960" cy="54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3BE3794-7001-AACA-2625-F6C7990E785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967260" y="4157120"/>
                  <a:ext cx="66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930E6F4-0FF4-CAD3-E3D6-DF6AED3DC671}"/>
                    </a:ext>
                  </a:extLst>
                </p14:cNvPr>
                <p14:cNvContentPartPr/>
                <p14:nvPr/>
              </p14:nvContentPartPr>
              <p14:xfrm>
                <a:off x="11977700" y="4100600"/>
                <a:ext cx="3240" cy="4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930E6F4-0FF4-CAD3-E3D6-DF6AED3DC6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959700" y="4082600"/>
                  <a:ext cx="3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D3EBAD7-3036-F1F9-A5DB-919203C13C24}"/>
                    </a:ext>
                  </a:extLst>
                </p14:cNvPr>
                <p14:cNvContentPartPr/>
                <p14:nvPr/>
              </p14:nvContentPartPr>
              <p14:xfrm>
                <a:off x="12048980" y="4154240"/>
                <a:ext cx="146160" cy="232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D3EBAD7-3036-F1F9-A5DB-919203C13C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031340" y="4136600"/>
                  <a:ext cx="181800" cy="268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Perceptrons</a:t>
            </a:r>
            <a:r>
              <a:rPr spc="160" dirty="0"/>
              <a:t> </a:t>
            </a:r>
            <a:r>
              <a:rPr dirty="0"/>
              <a:t>for</a:t>
            </a:r>
            <a:r>
              <a:rPr spc="210" dirty="0"/>
              <a:t> </a:t>
            </a:r>
            <a:r>
              <a:rPr spc="120" dirty="0"/>
              <a:t>logical</a:t>
            </a:r>
            <a:r>
              <a:rPr spc="210" dirty="0"/>
              <a:t> </a:t>
            </a:r>
            <a:r>
              <a:rPr spc="-10" dirty="0"/>
              <a:t>functions?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527" y="3577648"/>
            <a:ext cx="3574415" cy="14490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40" dirty="0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7865" algn="l"/>
              </a:tabLst>
            </a:pPr>
            <a:r>
              <a:rPr sz="2000" spc="-20" dirty="0">
                <a:latin typeface="Calibri"/>
                <a:cs typeface="Calibri"/>
              </a:rPr>
              <a:t>NAND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5421" y="1461388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835278"/>
                </a:moveTo>
                <a:lnTo>
                  <a:pt x="1322" y="787885"/>
                </a:lnTo>
                <a:lnTo>
                  <a:pt x="5242" y="741184"/>
                </a:lnTo>
                <a:lnTo>
                  <a:pt x="11690" y="695246"/>
                </a:lnTo>
                <a:lnTo>
                  <a:pt x="20594" y="650143"/>
                </a:lnTo>
                <a:lnTo>
                  <a:pt x="31884" y="605944"/>
                </a:lnTo>
                <a:lnTo>
                  <a:pt x="45490" y="562721"/>
                </a:lnTo>
                <a:lnTo>
                  <a:pt x="61341" y="520543"/>
                </a:lnTo>
                <a:lnTo>
                  <a:pt x="79367" y="479482"/>
                </a:lnTo>
                <a:lnTo>
                  <a:pt x="99496" y="439607"/>
                </a:lnTo>
                <a:lnTo>
                  <a:pt x="121659" y="400990"/>
                </a:lnTo>
                <a:lnTo>
                  <a:pt x="145785" y="363701"/>
                </a:lnTo>
                <a:lnTo>
                  <a:pt x="171804" y="327810"/>
                </a:lnTo>
                <a:lnTo>
                  <a:pt x="199644" y="293389"/>
                </a:lnTo>
                <a:lnTo>
                  <a:pt x="229235" y="260507"/>
                </a:lnTo>
                <a:lnTo>
                  <a:pt x="260507" y="229235"/>
                </a:lnTo>
                <a:lnTo>
                  <a:pt x="293389" y="199644"/>
                </a:lnTo>
                <a:lnTo>
                  <a:pt x="327810" y="171804"/>
                </a:lnTo>
                <a:lnTo>
                  <a:pt x="363701" y="145785"/>
                </a:lnTo>
                <a:lnTo>
                  <a:pt x="400990" y="121659"/>
                </a:lnTo>
                <a:lnTo>
                  <a:pt x="439607" y="99496"/>
                </a:lnTo>
                <a:lnTo>
                  <a:pt x="479482" y="79367"/>
                </a:lnTo>
                <a:lnTo>
                  <a:pt x="520543" y="61341"/>
                </a:lnTo>
                <a:lnTo>
                  <a:pt x="562721" y="45490"/>
                </a:lnTo>
                <a:lnTo>
                  <a:pt x="605944" y="31884"/>
                </a:lnTo>
                <a:lnTo>
                  <a:pt x="650143" y="20594"/>
                </a:lnTo>
                <a:lnTo>
                  <a:pt x="695246" y="11690"/>
                </a:lnTo>
                <a:lnTo>
                  <a:pt x="741184" y="5242"/>
                </a:lnTo>
                <a:lnTo>
                  <a:pt x="787885" y="1322"/>
                </a:lnTo>
                <a:lnTo>
                  <a:pt x="835278" y="0"/>
                </a:lnTo>
                <a:lnTo>
                  <a:pt x="882672" y="1322"/>
                </a:lnTo>
                <a:lnTo>
                  <a:pt x="929373" y="5242"/>
                </a:lnTo>
                <a:lnTo>
                  <a:pt x="975311" y="11690"/>
                </a:lnTo>
                <a:lnTo>
                  <a:pt x="1020414" y="20594"/>
                </a:lnTo>
                <a:lnTo>
                  <a:pt x="1064613" y="31884"/>
                </a:lnTo>
                <a:lnTo>
                  <a:pt x="1107836" y="45490"/>
                </a:lnTo>
                <a:lnTo>
                  <a:pt x="1150014" y="61341"/>
                </a:lnTo>
                <a:lnTo>
                  <a:pt x="1191075" y="79367"/>
                </a:lnTo>
                <a:lnTo>
                  <a:pt x="1230950" y="99496"/>
                </a:lnTo>
                <a:lnTo>
                  <a:pt x="1269567" y="121659"/>
                </a:lnTo>
                <a:lnTo>
                  <a:pt x="1306856" y="145785"/>
                </a:lnTo>
                <a:lnTo>
                  <a:pt x="1342747" y="171804"/>
                </a:lnTo>
                <a:lnTo>
                  <a:pt x="1377168" y="199644"/>
                </a:lnTo>
                <a:lnTo>
                  <a:pt x="1410050" y="229235"/>
                </a:lnTo>
                <a:lnTo>
                  <a:pt x="1441322" y="260507"/>
                </a:lnTo>
                <a:lnTo>
                  <a:pt x="1470913" y="293389"/>
                </a:lnTo>
                <a:lnTo>
                  <a:pt x="1498753" y="327810"/>
                </a:lnTo>
                <a:lnTo>
                  <a:pt x="1524772" y="363701"/>
                </a:lnTo>
                <a:lnTo>
                  <a:pt x="1548898" y="400990"/>
                </a:lnTo>
                <a:lnTo>
                  <a:pt x="1571061" y="439607"/>
                </a:lnTo>
                <a:lnTo>
                  <a:pt x="1591190" y="479482"/>
                </a:lnTo>
                <a:lnTo>
                  <a:pt x="1609216" y="520543"/>
                </a:lnTo>
                <a:lnTo>
                  <a:pt x="1625067" y="562721"/>
                </a:lnTo>
                <a:lnTo>
                  <a:pt x="1638673" y="605944"/>
                </a:lnTo>
                <a:lnTo>
                  <a:pt x="1649963" y="650143"/>
                </a:lnTo>
                <a:lnTo>
                  <a:pt x="1658867" y="695246"/>
                </a:lnTo>
                <a:lnTo>
                  <a:pt x="1665315" y="741184"/>
                </a:lnTo>
                <a:lnTo>
                  <a:pt x="1669235" y="787885"/>
                </a:lnTo>
                <a:lnTo>
                  <a:pt x="1670557" y="835278"/>
                </a:lnTo>
                <a:lnTo>
                  <a:pt x="1669235" y="882672"/>
                </a:lnTo>
                <a:lnTo>
                  <a:pt x="1665315" y="929373"/>
                </a:lnTo>
                <a:lnTo>
                  <a:pt x="1658867" y="975311"/>
                </a:lnTo>
                <a:lnTo>
                  <a:pt x="1649963" y="1020414"/>
                </a:lnTo>
                <a:lnTo>
                  <a:pt x="1638673" y="1064613"/>
                </a:lnTo>
                <a:lnTo>
                  <a:pt x="1625067" y="1107836"/>
                </a:lnTo>
                <a:lnTo>
                  <a:pt x="1609216" y="1150014"/>
                </a:lnTo>
                <a:lnTo>
                  <a:pt x="1591190" y="1191075"/>
                </a:lnTo>
                <a:lnTo>
                  <a:pt x="1571061" y="1230950"/>
                </a:lnTo>
                <a:lnTo>
                  <a:pt x="1548898" y="1269567"/>
                </a:lnTo>
                <a:lnTo>
                  <a:pt x="1524772" y="1306856"/>
                </a:lnTo>
                <a:lnTo>
                  <a:pt x="1498753" y="1342747"/>
                </a:lnTo>
                <a:lnTo>
                  <a:pt x="1470913" y="1377168"/>
                </a:lnTo>
                <a:lnTo>
                  <a:pt x="1441322" y="1410050"/>
                </a:lnTo>
                <a:lnTo>
                  <a:pt x="1410050" y="1441322"/>
                </a:lnTo>
                <a:lnTo>
                  <a:pt x="1377168" y="1470913"/>
                </a:lnTo>
                <a:lnTo>
                  <a:pt x="1342747" y="1498753"/>
                </a:lnTo>
                <a:lnTo>
                  <a:pt x="1306856" y="1524772"/>
                </a:lnTo>
                <a:lnTo>
                  <a:pt x="1269567" y="1548898"/>
                </a:lnTo>
                <a:lnTo>
                  <a:pt x="1230950" y="1571061"/>
                </a:lnTo>
                <a:lnTo>
                  <a:pt x="1191075" y="1591190"/>
                </a:lnTo>
                <a:lnTo>
                  <a:pt x="1150014" y="1609216"/>
                </a:lnTo>
                <a:lnTo>
                  <a:pt x="1107836" y="1625067"/>
                </a:lnTo>
                <a:lnTo>
                  <a:pt x="1064613" y="1638673"/>
                </a:lnTo>
                <a:lnTo>
                  <a:pt x="1020414" y="1649963"/>
                </a:lnTo>
                <a:lnTo>
                  <a:pt x="975311" y="1658867"/>
                </a:lnTo>
                <a:lnTo>
                  <a:pt x="929373" y="1665315"/>
                </a:lnTo>
                <a:lnTo>
                  <a:pt x="882672" y="1669235"/>
                </a:lnTo>
                <a:lnTo>
                  <a:pt x="835278" y="1670558"/>
                </a:lnTo>
                <a:lnTo>
                  <a:pt x="787885" y="1669235"/>
                </a:lnTo>
                <a:lnTo>
                  <a:pt x="741184" y="1665315"/>
                </a:lnTo>
                <a:lnTo>
                  <a:pt x="695246" y="1658867"/>
                </a:lnTo>
                <a:lnTo>
                  <a:pt x="650143" y="1649963"/>
                </a:lnTo>
                <a:lnTo>
                  <a:pt x="605944" y="1638673"/>
                </a:lnTo>
                <a:lnTo>
                  <a:pt x="562721" y="1625067"/>
                </a:lnTo>
                <a:lnTo>
                  <a:pt x="520543" y="1609216"/>
                </a:lnTo>
                <a:lnTo>
                  <a:pt x="479482" y="1591190"/>
                </a:lnTo>
                <a:lnTo>
                  <a:pt x="439607" y="1571061"/>
                </a:lnTo>
                <a:lnTo>
                  <a:pt x="400990" y="1548898"/>
                </a:lnTo>
                <a:lnTo>
                  <a:pt x="363701" y="1524772"/>
                </a:lnTo>
                <a:lnTo>
                  <a:pt x="327810" y="1498753"/>
                </a:lnTo>
                <a:lnTo>
                  <a:pt x="293389" y="1470913"/>
                </a:lnTo>
                <a:lnTo>
                  <a:pt x="260507" y="1441322"/>
                </a:lnTo>
                <a:lnTo>
                  <a:pt x="229235" y="1410050"/>
                </a:lnTo>
                <a:lnTo>
                  <a:pt x="199644" y="1377168"/>
                </a:lnTo>
                <a:lnTo>
                  <a:pt x="171804" y="1342747"/>
                </a:lnTo>
                <a:lnTo>
                  <a:pt x="145785" y="1306856"/>
                </a:lnTo>
                <a:lnTo>
                  <a:pt x="121659" y="1269567"/>
                </a:lnTo>
                <a:lnTo>
                  <a:pt x="99496" y="1230950"/>
                </a:lnTo>
                <a:lnTo>
                  <a:pt x="79367" y="1191075"/>
                </a:lnTo>
                <a:lnTo>
                  <a:pt x="61341" y="1150014"/>
                </a:lnTo>
                <a:lnTo>
                  <a:pt x="45490" y="1107836"/>
                </a:lnTo>
                <a:lnTo>
                  <a:pt x="31884" y="1064613"/>
                </a:lnTo>
                <a:lnTo>
                  <a:pt x="20594" y="1020414"/>
                </a:lnTo>
                <a:lnTo>
                  <a:pt x="11690" y="975311"/>
                </a:lnTo>
                <a:lnTo>
                  <a:pt x="5242" y="929373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8115" y="2131516"/>
            <a:ext cx="7251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6458" y="1282572"/>
            <a:ext cx="4897755" cy="1052195"/>
          </a:xfrm>
          <a:custGeom>
            <a:avLst/>
            <a:gdLst/>
            <a:ahLst/>
            <a:cxnLst/>
            <a:rect l="l" t="t" r="r" b="b"/>
            <a:pathLst>
              <a:path w="4897755" h="1052195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052195">
                <a:moveTo>
                  <a:pt x="1737868" y="524637"/>
                </a:moveTo>
                <a:lnTo>
                  <a:pt x="1720113" y="505841"/>
                </a:lnTo>
                <a:lnTo>
                  <a:pt x="1679448" y="462788"/>
                </a:lnTo>
                <a:lnTo>
                  <a:pt x="1667459" y="495554"/>
                </a:lnTo>
                <a:lnTo>
                  <a:pt x="308737" y="0"/>
                </a:lnTo>
                <a:lnTo>
                  <a:pt x="306578" y="5969"/>
                </a:lnTo>
                <a:lnTo>
                  <a:pt x="1665274" y="501510"/>
                </a:lnTo>
                <a:lnTo>
                  <a:pt x="1653286" y="534289"/>
                </a:lnTo>
                <a:lnTo>
                  <a:pt x="1737868" y="524637"/>
                </a:lnTo>
                <a:close/>
              </a:path>
              <a:path w="4897755" h="1052195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538" y="1010920"/>
                </a:lnTo>
                <a:lnTo>
                  <a:pt x="3288538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6098" y="2077592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7154" y="1036446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1930" y="1970023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35908" y="1220977"/>
            <a:ext cx="540385" cy="534670"/>
            <a:chOff x="3835908" y="1220977"/>
            <a:chExt cx="540385" cy="534670"/>
          </a:xfrm>
        </p:grpSpPr>
        <p:sp>
          <p:nvSpPr>
            <p:cNvPr id="11" name="object 11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6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7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2258" y="1227327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7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6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0880" y="137540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01998" y="2006219"/>
            <a:ext cx="540385" cy="534670"/>
            <a:chOff x="3801998" y="2006219"/>
            <a:chExt cx="540385" cy="534670"/>
          </a:xfrm>
        </p:grpSpPr>
        <p:sp>
          <p:nvSpPr>
            <p:cNvPr id="15" name="object 15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8348" y="2012569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8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67098" y="2160523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5410EE6-A5E9-F04B-9BD2-B17AF09C8050}"/>
                  </a:ext>
                </a:extLst>
              </p14:cNvPr>
              <p14:cNvContentPartPr/>
              <p14:nvPr/>
            </p14:nvContentPartPr>
            <p14:xfrm>
              <a:off x="367700" y="583040"/>
              <a:ext cx="1881720" cy="133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5410EE6-A5E9-F04B-9BD2-B17AF09C80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060" y="565400"/>
                <a:ext cx="191736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B6D6E5B-CD35-56EC-0EA6-6DCA873C9606}"/>
              </a:ext>
            </a:extLst>
          </p:cNvPr>
          <p:cNvGrpSpPr/>
          <p:nvPr/>
        </p:nvGrpSpPr>
        <p:grpSpPr>
          <a:xfrm>
            <a:off x="1119380" y="905240"/>
            <a:ext cx="455040" cy="838080"/>
            <a:chOff x="1119380" y="905240"/>
            <a:chExt cx="455040" cy="8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7B1B79-A1A7-4D96-6F2D-B5A69C7395DF}"/>
                    </a:ext>
                  </a:extLst>
                </p14:cNvPr>
                <p14:cNvContentPartPr/>
                <p14:nvPr/>
              </p14:nvContentPartPr>
              <p14:xfrm>
                <a:off x="1197500" y="1214480"/>
                <a:ext cx="19800" cy="59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7B1B79-A1A7-4D96-6F2D-B5A69C7395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9500" y="1196840"/>
                  <a:ext cx="554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5001EE-9391-70CD-7FB4-5950EDC86AAC}"/>
                    </a:ext>
                  </a:extLst>
                </p14:cNvPr>
                <p14:cNvContentPartPr/>
                <p14:nvPr/>
              </p14:nvContentPartPr>
              <p14:xfrm>
                <a:off x="1274900" y="905240"/>
                <a:ext cx="47880" cy="747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5001EE-9391-70CD-7FB4-5950EDC86A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7260" y="887240"/>
                  <a:ext cx="8352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123240-7F5E-F41B-019B-2B7D64ED53F0}"/>
                    </a:ext>
                  </a:extLst>
                </p14:cNvPr>
                <p14:cNvContentPartPr/>
                <p14:nvPr/>
              </p14:nvContentPartPr>
              <p14:xfrm>
                <a:off x="1119380" y="1558280"/>
                <a:ext cx="455040" cy="185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123240-7F5E-F41B-019B-2B7D64ED53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1740" y="1540280"/>
                  <a:ext cx="49068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8E508E-8FC7-03A9-73B1-70CBEA51B8E5}"/>
              </a:ext>
            </a:extLst>
          </p:cNvPr>
          <p:cNvGrpSpPr/>
          <p:nvPr/>
        </p:nvGrpSpPr>
        <p:grpSpPr>
          <a:xfrm>
            <a:off x="652100" y="2100800"/>
            <a:ext cx="1107720" cy="547920"/>
            <a:chOff x="652100" y="2100800"/>
            <a:chExt cx="110772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782BAF-59C0-DC6A-BB3D-EA4D176C4D42}"/>
                    </a:ext>
                  </a:extLst>
                </p14:cNvPr>
                <p14:cNvContentPartPr/>
                <p14:nvPr/>
              </p14:nvContentPartPr>
              <p14:xfrm>
                <a:off x="850460" y="2100800"/>
                <a:ext cx="108360" cy="48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782BAF-59C0-DC6A-BB3D-EA4D176C4D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2820" y="2083160"/>
                  <a:ext cx="1440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5B7842-5582-78DC-5848-8747A5089479}"/>
                    </a:ext>
                  </a:extLst>
                </p14:cNvPr>
                <p14:cNvContentPartPr/>
                <p14:nvPr/>
              </p14:nvContentPartPr>
              <p14:xfrm>
                <a:off x="834980" y="2105840"/>
                <a:ext cx="421920" cy="54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5B7842-5582-78DC-5848-8747A50894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6980" y="2087840"/>
                  <a:ext cx="45756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D69238-A066-0281-274E-066E331FA78B}"/>
                    </a:ext>
                  </a:extLst>
                </p14:cNvPr>
                <p14:cNvContentPartPr/>
                <p14:nvPr/>
              </p14:nvContentPartPr>
              <p14:xfrm>
                <a:off x="1290020" y="2243000"/>
                <a:ext cx="469800" cy="45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D69238-A066-0281-274E-066E331FA7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2020" y="2225360"/>
                  <a:ext cx="505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FC3B2C-76F6-E413-0023-5485AD50A69A}"/>
                    </a:ext>
                  </a:extLst>
                </p14:cNvPr>
                <p14:cNvContentPartPr/>
                <p14:nvPr/>
              </p14:nvContentPartPr>
              <p14:xfrm>
                <a:off x="652100" y="2271800"/>
                <a:ext cx="224280" cy="2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FC3B2C-76F6-E413-0023-5485AD50A6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4460" y="2253800"/>
                  <a:ext cx="259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DD7AB7-42FF-449C-C22C-E353C546D313}"/>
                    </a:ext>
                  </a:extLst>
                </p14:cNvPr>
                <p14:cNvContentPartPr/>
                <p14:nvPr/>
              </p14:nvContentPartPr>
              <p14:xfrm>
                <a:off x="680900" y="2402840"/>
                <a:ext cx="277920" cy="62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DD7AB7-42FF-449C-C22C-E353C546D3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2900" y="2384840"/>
                  <a:ext cx="3135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5246C77-5A9D-726E-5B67-01AD15E8FFAA}"/>
              </a:ext>
            </a:extLst>
          </p:cNvPr>
          <p:cNvGrpSpPr/>
          <p:nvPr/>
        </p:nvGrpSpPr>
        <p:grpSpPr>
          <a:xfrm>
            <a:off x="640580" y="2899640"/>
            <a:ext cx="1292040" cy="429120"/>
            <a:chOff x="640580" y="2899640"/>
            <a:chExt cx="129204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91B76E-65CE-B654-C146-EDCBD3BA29E0}"/>
                    </a:ext>
                  </a:extLst>
                </p14:cNvPr>
                <p14:cNvContentPartPr/>
                <p14:nvPr/>
              </p14:nvContentPartPr>
              <p14:xfrm>
                <a:off x="972500" y="2939600"/>
                <a:ext cx="111960" cy="248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91B76E-65CE-B654-C146-EDCBD3BA29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4860" y="2921960"/>
                  <a:ext cx="1476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9C1D52-33F2-9B3B-9000-8E3365A4DC50}"/>
                    </a:ext>
                  </a:extLst>
                </p14:cNvPr>
                <p14:cNvContentPartPr/>
                <p14:nvPr/>
              </p14:nvContentPartPr>
              <p14:xfrm>
                <a:off x="954500" y="2899640"/>
                <a:ext cx="339840" cy="429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9C1D52-33F2-9B3B-9000-8E3365A4DC5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6860" y="2882000"/>
                  <a:ext cx="3754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045F39-6C45-6A29-D033-8D0001846378}"/>
                    </a:ext>
                  </a:extLst>
                </p14:cNvPr>
                <p14:cNvContentPartPr/>
                <p14:nvPr/>
              </p14:nvContentPartPr>
              <p14:xfrm>
                <a:off x="1335380" y="3085760"/>
                <a:ext cx="597240" cy="43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045F39-6C45-6A29-D033-8D00018463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17740" y="3067760"/>
                  <a:ext cx="632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803F54-D460-4CA7-4724-1903634BC21A}"/>
                    </a:ext>
                  </a:extLst>
                </p14:cNvPr>
                <p14:cNvContentPartPr/>
                <p14:nvPr/>
              </p14:nvContentPartPr>
              <p14:xfrm>
                <a:off x="668660" y="2994320"/>
                <a:ext cx="417600" cy="38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803F54-D460-4CA7-4724-1903634BC2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1020" y="2976680"/>
                  <a:ext cx="453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DE513F-306B-B739-EB54-7942A372D6B3}"/>
                    </a:ext>
                  </a:extLst>
                </p14:cNvPr>
                <p14:cNvContentPartPr/>
                <p14:nvPr/>
              </p14:nvContentPartPr>
              <p14:xfrm>
                <a:off x="640580" y="3106280"/>
                <a:ext cx="458280" cy="8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DE513F-306B-B739-EB54-7942A372D6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940" y="3088280"/>
                  <a:ext cx="4939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C744EEB-FDD9-FBBD-BFCC-E9C083591C45}"/>
              </a:ext>
            </a:extLst>
          </p:cNvPr>
          <p:cNvGrpSpPr/>
          <p:nvPr/>
        </p:nvGrpSpPr>
        <p:grpSpPr>
          <a:xfrm>
            <a:off x="785300" y="3513440"/>
            <a:ext cx="1044720" cy="279000"/>
            <a:chOff x="785300" y="3513440"/>
            <a:chExt cx="104472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4AC210-E22A-028C-12CB-280FC955CD00}"/>
                    </a:ext>
                  </a:extLst>
                </p14:cNvPr>
                <p14:cNvContentPartPr/>
                <p14:nvPr/>
              </p14:nvContentPartPr>
              <p14:xfrm>
                <a:off x="1066100" y="3523880"/>
                <a:ext cx="51120" cy="24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4AC210-E22A-028C-12CB-280FC955CD0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8100" y="3506240"/>
                  <a:ext cx="8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6C17B3-D4CE-6054-B5DF-BC7277735E8A}"/>
                    </a:ext>
                  </a:extLst>
                </p14:cNvPr>
                <p14:cNvContentPartPr/>
                <p14:nvPr/>
              </p14:nvContentPartPr>
              <p14:xfrm>
                <a:off x="1033340" y="3513440"/>
                <a:ext cx="254520" cy="27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6C17B3-D4CE-6054-B5DF-BC7277735E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5340" y="3495440"/>
                  <a:ext cx="290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8F59F1-B47C-102A-7E9F-49DD3DE38F1A}"/>
                    </a:ext>
                  </a:extLst>
                </p14:cNvPr>
                <p14:cNvContentPartPr/>
                <p14:nvPr/>
              </p14:nvContentPartPr>
              <p14:xfrm>
                <a:off x="1310900" y="3588680"/>
                <a:ext cx="118440" cy="81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8F59F1-B47C-102A-7E9F-49DD3DE38F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93260" y="3570680"/>
                  <a:ext cx="154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72F984-BD09-2C5E-539E-740B9BCF6B99}"/>
                    </a:ext>
                  </a:extLst>
                </p14:cNvPr>
                <p14:cNvContentPartPr/>
                <p14:nvPr/>
              </p14:nvContentPartPr>
              <p14:xfrm>
                <a:off x="1458500" y="3590840"/>
                <a:ext cx="371520" cy="2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72F984-BD09-2C5E-539E-740B9BCF6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40860" y="3573200"/>
                  <a:ext cx="407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51DE4B-EF9B-702C-CFBA-32C05AAF36BD}"/>
                    </a:ext>
                  </a:extLst>
                </p14:cNvPr>
                <p14:cNvContentPartPr/>
                <p14:nvPr/>
              </p14:nvContentPartPr>
              <p14:xfrm>
                <a:off x="791060" y="3594440"/>
                <a:ext cx="291960" cy="3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51DE4B-EF9B-702C-CFBA-32C05AAF36B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3420" y="3576800"/>
                  <a:ext cx="327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998018-BC2F-26C2-1F13-46BB41C56A78}"/>
                    </a:ext>
                  </a:extLst>
                </p14:cNvPr>
                <p14:cNvContentPartPr/>
                <p14:nvPr/>
              </p14:nvContentPartPr>
              <p14:xfrm>
                <a:off x="785300" y="3655640"/>
                <a:ext cx="300600" cy="50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998018-BC2F-26C2-1F13-46BB41C56A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7300" y="3637640"/>
                  <a:ext cx="336240" cy="86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F828-3BDB-AB6A-1157-723B95E5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DA0FDD5-6227-04C8-54CD-E48C5251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D12D983B-411A-FF6C-085D-E6A10DB41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502E60FA-20A2-022D-2A22-CF82B376F083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A6C5BE-C5A6-04FC-3057-6C87A7EE5A41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A6C5BE-C5A6-04FC-3057-6C87A7EE5A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9F6116F-8592-0DA3-9A64-5BE2985FCF2B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9F6116F-8592-0DA3-9A64-5BE2985FCF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700" y="347960"/>
                  <a:ext cx="41436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3324DD-BAF5-DB9E-9762-E551005BE12E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3324DD-BAF5-DB9E-9762-E551005BE1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280"/>
                  <a:ext cx="628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27BD84-C82D-BDEB-54B2-66A8341DAE8E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27BD84-C82D-BDEB-54B2-66A8341DAE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680"/>
                  <a:ext cx="567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32F960-4736-53D8-510E-BE3B2D258242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32F960-4736-53D8-510E-BE3B2D2582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42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036F6E-237E-5F21-C513-9740312F036B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036F6E-237E-5F21-C513-9740312F03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4020" y="277040"/>
                  <a:ext cx="20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E8FC9D-76A6-D189-F8D8-65078F452886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E8FC9D-76A6-D189-F8D8-65078F4528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620" y="242120"/>
                  <a:ext cx="176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9A5224-499A-7420-D274-2FA5915599EF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9A5224-499A-7420-D274-2FA5915599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60"/>
                  <a:ext cx="5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5B3322-D2FF-8778-66B1-B041EA78749A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5B3322-D2FF-8778-66B1-B041EA7874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2340" y="775280"/>
                  <a:ext cx="176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CF5CCB-3FAF-5A43-D5EB-389B02FC738D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CF5CCB-3FAF-5A43-D5EB-389B02FC73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700" y="71012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A81D78-3EC0-1174-FC64-19F8635FF596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A81D78-3EC0-1174-FC64-19F8635FF5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72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9E9188-8A59-0AE5-8425-5A5819CFFAF5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9E9188-8A59-0AE5-8425-5A5819CFFA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4180" y="148880"/>
                  <a:ext cx="190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287608-93BD-0576-44D8-ADC6F188FAC6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287608-93BD-0576-44D8-ADC6F188FA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8960"/>
                  <a:ext cx="65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1DAE4A-23C1-A90A-E9ED-FE35E180BD9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1DAE4A-23C1-A90A-E9ED-FE35E180BD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23820A-56EF-15D7-38D1-A9CD70DAF58A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23820A-56EF-15D7-38D1-A9CD70DAF5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8674AD-E650-DC3E-6D68-A915CA2887F4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8674AD-E650-DC3E-6D68-A915CA2887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00" y="1332560"/>
                  <a:ext cx="255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EE6D27-244B-EEE2-41C5-7DC0910FCB8C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EE6D27-244B-EEE2-41C5-7DC0910FCB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932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F99339-41AC-B0DA-BD2A-C72365EF9374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F99339-41AC-B0DA-BD2A-C72365EF93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660" y="138764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AAD3A6-FE0A-CE3F-B09B-4B62D19C2B71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AAD3A6-FE0A-CE3F-B09B-4B62D19C2B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9300" y="125264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B8E203-8F80-1B49-09FC-DAFA8D947699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B8E203-8F80-1B49-09FC-DAFA8D94769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54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38A1B0-607D-5005-A54E-BCBCECF5CB8A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38A1B0-607D-5005-A54E-BCBCECF5CB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608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8FC51B4-3930-BF01-B5C4-C347E3C7336D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8FC51B4-3930-BF01-B5C4-C347E3C733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660" y="113060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758832-B497-BC21-AD35-1289FE1DD630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758832-B497-BC21-AD35-1289FE1DD6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420" y="120332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6C8A09-301A-9D6A-E3D3-554B16A5CA67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6C8A09-301A-9D6A-E3D3-554B16A5CA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40" y="1797680"/>
                  <a:ext cx="162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C6CBDB-D7CF-282A-02BC-2110967CF829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C6CBDB-D7CF-282A-02BC-2110967CF8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660" y="176744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AC4573-6602-B5DB-5737-D9E4583EA94C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AC4573-6602-B5DB-5737-D9E4583EA9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60" y="2182880"/>
                  <a:ext cx="199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BF4F7A-FECC-BA32-5C3F-A2C445467574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BF4F7A-FECC-BA32-5C3F-A2C4454675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900" y="2153720"/>
                  <a:ext cx="85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063F8-100E-1A6E-D510-D40CCECAA6F0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063F8-100E-1A6E-D510-D40CCECAA6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460" y="2585360"/>
                  <a:ext cx="56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90A64C-3FFC-E9C4-CA51-238FFCA0E616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90A64C-3FFC-E9C4-CA51-238FFCA0E6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00"/>
                  <a:ext cx="153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36A55D-3525-F00B-E0FE-99FD5749C325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36A55D-3525-F00B-E0FE-99FD5749C3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6020" y="297308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2BD375-C8F6-BA09-0C8F-BC57333AC7A3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2BD375-C8F6-BA09-0C8F-BC57333AC7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460" y="2926280"/>
                  <a:ext cx="5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380686-ED42-FD3F-FDA2-DE916F7EE209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380686-ED42-FD3F-FDA2-DE916F7EE2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508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0E64D6-8438-11F8-EFE5-843FCFC51B25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0E64D6-8438-11F8-EFE5-843FCFC51B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64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479E5D-D331-8A2D-C4AA-A083F0763474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479E5D-D331-8A2D-C4AA-A083F07634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88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38FC8B0-91E2-D783-6902-182E63413120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38FC8B0-91E2-D783-6902-182E634131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020" y="2834120"/>
                  <a:ext cx="6552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4157C1-F9E2-C841-55B5-93E3598D3737}"/>
              </a:ext>
            </a:extLst>
          </p:cNvPr>
          <p:cNvGrpSpPr/>
          <p:nvPr/>
        </p:nvGrpSpPr>
        <p:grpSpPr>
          <a:xfrm>
            <a:off x="7481300" y="356960"/>
            <a:ext cx="2198160" cy="1894320"/>
            <a:chOff x="7481300" y="356960"/>
            <a:chExt cx="2198160" cy="189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85616E-EF0B-6587-93E3-499D398960E5}"/>
                    </a:ext>
                  </a:extLst>
                </p14:cNvPr>
                <p14:cNvContentPartPr/>
                <p14:nvPr/>
              </p14:nvContentPartPr>
              <p14:xfrm>
                <a:off x="7543940" y="486200"/>
                <a:ext cx="151560" cy="1591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85616E-EF0B-6587-93E3-499D398960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26300" y="468200"/>
                  <a:ext cx="187200" cy="16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764036-1816-CD55-C669-E0CD9E2F8C2E}"/>
                    </a:ext>
                  </a:extLst>
                </p14:cNvPr>
                <p14:cNvContentPartPr/>
                <p14:nvPr/>
              </p14:nvContentPartPr>
              <p14:xfrm>
                <a:off x="7481300" y="2065520"/>
                <a:ext cx="2184480" cy="82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764036-1816-CD55-C669-E0CD9E2F8C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63660" y="2047880"/>
                  <a:ext cx="2220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D8D978-A74A-088D-4EC8-27811EF6C607}"/>
                    </a:ext>
                  </a:extLst>
                </p14:cNvPr>
                <p14:cNvContentPartPr/>
                <p14:nvPr/>
              </p14:nvContentPartPr>
              <p14:xfrm>
                <a:off x="9524300" y="2036000"/>
                <a:ext cx="155160" cy="215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D8D978-A74A-088D-4EC8-27811EF6C6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06660" y="2018360"/>
                  <a:ext cx="190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F334B9-5D74-EE60-1EDE-749422934696}"/>
                    </a:ext>
                  </a:extLst>
                </p14:cNvPr>
                <p14:cNvContentPartPr/>
                <p14:nvPr/>
              </p14:nvContentPartPr>
              <p14:xfrm>
                <a:off x="7551140" y="356960"/>
                <a:ext cx="230760" cy="184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F334B9-5D74-EE60-1EDE-74942293469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33140" y="338960"/>
                  <a:ext cx="2664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1E4AF8-C753-488F-18D9-9455CDF401C4}"/>
              </a:ext>
            </a:extLst>
          </p:cNvPr>
          <p:cNvGrpSpPr/>
          <p:nvPr/>
        </p:nvGrpSpPr>
        <p:grpSpPr>
          <a:xfrm>
            <a:off x="9276980" y="2278280"/>
            <a:ext cx="367200" cy="335880"/>
            <a:chOff x="9276980" y="2278280"/>
            <a:chExt cx="36720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59CA12-1307-8E9A-D193-9BA868FD68BC}"/>
                    </a:ext>
                  </a:extLst>
                </p14:cNvPr>
                <p14:cNvContentPartPr/>
                <p14:nvPr/>
              </p14:nvContentPartPr>
              <p14:xfrm>
                <a:off x="9276980" y="2278280"/>
                <a:ext cx="231480" cy="288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59CA12-1307-8E9A-D193-9BA868FD68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58980" y="2260280"/>
                  <a:ext cx="2671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53D114D-A3AF-668A-734B-B5AE5BB8A091}"/>
                    </a:ext>
                  </a:extLst>
                </p14:cNvPr>
                <p14:cNvContentPartPr/>
                <p14:nvPr/>
              </p14:nvContentPartPr>
              <p14:xfrm>
                <a:off x="9310820" y="2321840"/>
                <a:ext cx="174600" cy="250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53D114D-A3AF-668A-734B-B5AE5BB8A0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2820" y="2303840"/>
                  <a:ext cx="210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DE88B6-7D5C-92D3-B468-5BEF3AFB2112}"/>
                    </a:ext>
                  </a:extLst>
                </p14:cNvPr>
                <p14:cNvContentPartPr/>
                <p14:nvPr/>
              </p14:nvContentPartPr>
              <p14:xfrm>
                <a:off x="9622580" y="2455040"/>
                <a:ext cx="21600" cy="159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DE88B6-7D5C-92D3-B468-5BEF3AFB211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04580" y="2437040"/>
                  <a:ext cx="57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72888F-0FB5-0563-8411-8D6D4816BDB8}"/>
              </a:ext>
            </a:extLst>
          </p:cNvPr>
          <p:cNvGrpSpPr/>
          <p:nvPr/>
        </p:nvGrpSpPr>
        <p:grpSpPr>
          <a:xfrm>
            <a:off x="7125260" y="525440"/>
            <a:ext cx="418320" cy="355320"/>
            <a:chOff x="7125260" y="525440"/>
            <a:chExt cx="4183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7639FD-CE8D-A300-D095-E46992492800}"/>
                    </a:ext>
                  </a:extLst>
                </p14:cNvPr>
                <p14:cNvContentPartPr/>
                <p14:nvPr/>
              </p14:nvContentPartPr>
              <p14:xfrm>
                <a:off x="7125260" y="525440"/>
                <a:ext cx="129960" cy="16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7639FD-CE8D-A300-D095-E469924928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07260" y="507800"/>
                  <a:ext cx="165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D67B43-F14F-232C-B0F8-F58F3B03C56F}"/>
                    </a:ext>
                  </a:extLst>
                </p14:cNvPr>
                <p14:cNvContentPartPr/>
                <p14:nvPr/>
              </p14:nvContentPartPr>
              <p14:xfrm>
                <a:off x="7243700" y="642440"/>
                <a:ext cx="15840" cy="238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D67B43-F14F-232C-B0F8-F58F3B03C5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25700" y="624440"/>
                  <a:ext cx="51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BDB8D1-A5D0-B99A-A854-C679D1DF993C}"/>
                    </a:ext>
                  </a:extLst>
                </p14:cNvPr>
                <p14:cNvContentPartPr/>
                <p14:nvPr/>
              </p14:nvContentPartPr>
              <p14:xfrm>
                <a:off x="7150820" y="602480"/>
                <a:ext cx="236160" cy="199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BDB8D1-A5D0-B99A-A854-C679D1DF99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32820" y="584840"/>
                  <a:ext cx="271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DCF5431-59E8-A2A6-D8A1-C4F10B7C390A}"/>
                    </a:ext>
                  </a:extLst>
                </p14:cNvPr>
                <p14:cNvContentPartPr/>
                <p14:nvPr/>
              </p14:nvContentPartPr>
              <p14:xfrm>
                <a:off x="7393460" y="643160"/>
                <a:ext cx="150120" cy="74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DCF5431-59E8-A2A6-D8A1-C4F10B7C39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75460" y="625160"/>
                  <a:ext cx="18576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367875E-7E62-D246-FBFA-3D0316F8AE39}"/>
                  </a:ext>
                </a:extLst>
              </p14:cNvPr>
              <p14:cNvContentPartPr/>
              <p14:nvPr/>
            </p14:nvContentPartPr>
            <p14:xfrm>
              <a:off x="7528100" y="2062280"/>
              <a:ext cx="129600" cy="89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367875E-7E62-D246-FBFA-3D0316F8AE3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510460" y="2044280"/>
                <a:ext cx="1652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9FEE290-5695-006D-41A1-C251061DFB4B}"/>
                  </a:ext>
                </a:extLst>
              </p14:cNvPr>
              <p14:cNvContentPartPr/>
              <p14:nvPr/>
            </p14:nvContentPartPr>
            <p14:xfrm>
              <a:off x="8701340" y="2035640"/>
              <a:ext cx="49680" cy="824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9FEE290-5695-006D-41A1-C251061DFB4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83700" y="2018000"/>
                <a:ext cx="8532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4117ED42-FC9F-4FFE-2CF6-FA076E4691B2}"/>
              </a:ext>
            </a:extLst>
          </p:cNvPr>
          <p:cNvGrpSpPr/>
          <p:nvPr/>
        </p:nvGrpSpPr>
        <p:grpSpPr>
          <a:xfrm>
            <a:off x="8627180" y="976520"/>
            <a:ext cx="79920" cy="104760"/>
            <a:chOff x="8627180" y="976520"/>
            <a:chExt cx="79920" cy="1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154038-2AEF-6FF5-6573-1B81F5C23C18}"/>
                    </a:ext>
                  </a:extLst>
                </p14:cNvPr>
                <p14:cNvContentPartPr/>
                <p14:nvPr/>
              </p14:nvContentPartPr>
              <p14:xfrm>
                <a:off x="8627180" y="976520"/>
                <a:ext cx="78480" cy="104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154038-2AEF-6FF5-6573-1B81F5C23C1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9540" y="958880"/>
                  <a:ext cx="114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E1E6B0-8F84-5D77-712E-411A5FC989AE}"/>
                    </a:ext>
                  </a:extLst>
                </p14:cNvPr>
                <p14:cNvContentPartPr/>
                <p14:nvPr/>
              </p14:nvContentPartPr>
              <p14:xfrm>
                <a:off x="8701340" y="1013240"/>
                <a:ext cx="5760" cy="9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E1E6B0-8F84-5D77-712E-411A5FC989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83700" y="995240"/>
                  <a:ext cx="414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1097589-C1B1-B2A7-1B59-0A309B3B1223}"/>
              </a:ext>
            </a:extLst>
          </p:cNvPr>
          <p:cNvGrpSpPr/>
          <p:nvPr/>
        </p:nvGrpSpPr>
        <p:grpSpPr>
          <a:xfrm>
            <a:off x="7429100" y="2309600"/>
            <a:ext cx="586440" cy="399960"/>
            <a:chOff x="7429100" y="2309600"/>
            <a:chExt cx="58644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9C7088-960C-FE22-08B7-842695023003}"/>
                    </a:ext>
                  </a:extLst>
                </p14:cNvPr>
                <p14:cNvContentPartPr/>
                <p14:nvPr/>
              </p14:nvContentPartPr>
              <p14:xfrm>
                <a:off x="7429100" y="2309600"/>
                <a:ext cx="111240" cy="376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9C7088-960C-FE22-08B7-8426950230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11100" y="2291960"/>
                  <a:ext cx="146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49A2EB-0721-8142-B00A-754062B5208B}"/>
                    </a:ext>
                  </a:extLst>
                </p14:cNvPr>
                <p14:cNvContentPartPr/>
                <p14:nvPr/>
              </p14:nvContentPartPr>
              <p14:xfrm>
                <a:off x="7617740" y="2432720"/>
                <a:ext cx="80280" cy="171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49A2EB-0721-8142-B00A-754062B520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00100" y="2414720"/>
                  <a:ext cx="115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2AB82DF-155F-709C-F1F5-F506CE2C4755}"/>
                    </a:ext>
                  </a:extLst>
                </p14:cNvPr>
                <p14:cNvContentPartPr/>
                <p14:nvPr/>
              </p14:nvContentPartPr>
              <p14:xfrm>
                <a:off x="7762820" y="2583200"/>
                <a:ext cx="15480" cy="12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2AB82DF-155F-709C-F1F5-F506CE2C475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45180" y="2565200"/>
                  <a:ext cx="51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8BF1B4-1673-2B06-345C-8A3583C5957B}"/>
                    </a:ext>
                  </a:extLst>
                </p14:cNvPr>
                <p14:cNvContentPartPr/>
                <p14:nvPr/>
              </p14:nvContentPartPr>
              <p14:xfrm>
                <a:off x="7876580" y="2450000"/>
                <a:ext cx="70920" cy="162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08BF1B4-1673-2B06-345C-8A3583C595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8940" y="2432000"/>
                  <a:ext cx="106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4259B1-6BD4-6577-8FB7-5D4566D59E6D}"/>
                    </a:ext>
                  </a:extLst>
                </p14:cNvPr>
                <p14:cNvContentPartPr/>
                <p14:nvPr/>
              </p14:nvContentPartPr>
              <p14:xfrm>
                <a:off x="7974500" y="2404640"/>
                <a:ext cx="41040" cy="202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4259B1-6BD4-6577-8FB7-5D4566D59E6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56500" y="2387000"/>
                  <a:ext cx="7668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0A7C489-9619-DBEF-1321-B7A04F4D33F1}"/>
              </a:ext>
            </a:extLst>
          </p:cNvPr>
          <p:cNvGrpSpPr/>
          <p:nvPr/>
        </p:nvGrpSpPr>
        <p:grpSpPr>
          <a:xfrm>
            <a:off x="8528900" y="2282600"/>
            <a:ext cx="505080" cy="318960"/>
            <a:chOff x="8528900" y="2282600"/>
            <a:chExt cx="50508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1EA681-6C7F-38F3-F0C4-B51CDF712D23}"/>
                    </a:ext>
                  </a:extLst>
                </p14:cNvPr>
                <p14:cNvContentPartPr/>
                <p14:nvPr/>
              </p14:nvContentPartPr>
              <p14:xfrm>
                <a:off x="8528900" y="2282600"/>
                <a:ext cx="69120" cy="314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1EA681-6C7F-38F3-F0C4-B51CDF712D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10900" y="2264960"/>
                  <a:ext cx="1047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6558617-97AE-D39F-DC71-8F8EA8D54C5F}"/>
                    </a:ext>
                  </a:extLst>
                </p14:cNvPr>
                <p14:cNvContentPartPr/>
                <p14:nvPr/>
              </p14:nvContentPartPr>
              <p14:xfrm>
                <a:off x="8684420" y="2384120"/>
                <a:ext cx="16920" cy="138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6558617-97AE-D39F-DC71-8F8EA8D54C5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66420" y="2366480"/>
                  <a:ext cx="52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B2CE06F-BCC9-5AF2-C886-12B6C12E1C4B}"/>
                    </a:ext>
                  </a:extLst>
                </p14:cNvPr>
                <p14:cNvContentPartPr/>
                <p14:nvPr/>
              </p14:nvContentPartPr>
              <p14:xfrm>
                <a:off x="8768660" y="2469440"/>
                <a:ext cx="29160" cy="104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B2CE06F-BCC9-5AF2-C886-12B6C12E1C4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51020" y="2451800"/>
                  <a:ext cx="64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4031F9D-D919-49F3-F05C-7B5C2F2D9FE1}"/>
                    </a:ext>
                  </a:extLst>
                </p14:cNvPr>
                <p14:cNvContentPartPr/>
                <p14:nvPr/>
              </p14:nvContentPartPr>
              <p14:xfrm>
                <a:off x="8868020" y="2423000"/>
                <a:ext cx="68400" cy="155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4031F9D-D919-49F3-F05C-7B5C2F2D9F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50020" y="2405000"/>
                  <a:ext cx="104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597A2A7-0288-1A0D-6480-C4AD2BD72AE3}"/>
                    </a:ext>
                  </a:extLst>
                </p14:cNvPr>
                <p14:cNvContentPartPr/>
                <p14:nvPr/>
              </p14:nvContentPartPr>
              <p14:xfrm>
                <a:off x="8992220" y="2371160"/>
                <a:ext cx="41760" cy="230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597A2A7-0288-1A0D-6480-C4AD2BD72A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74580" y="2353160"/>
                  <a:ext cx="7740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8788730-34E9-1039-BB8F-A362328926DF}"/>
              </a:ext>
            </a:extLst>
          </p:cNvPr>
          <p:cNvGrpSpPr/>
          <p:nvPr/>
        </p:nvGrpSpPr>
        <p:grpSpPr>
          <a:xfrm>
            <a:off x="8712140" y="527600"/>
            <a:ext cx="561960" cy="334080"/>
            <a:chOff x="8712140" y="527600"/>
            <a:chExt cx="56196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61103B-030F-4698-01B5-EB2B91A7D249}"/>
                    </a:ext>
                  </a:extLst>
                </p14:cNvPr>
                <p14:cNvContentPartPr/>
                <p14:nvPr/>
              </p14:nvContentPartPr>
              <p14:xfrm>
                <a:off x="8712140" y="582680"/>
                <a:ext cx="88560" cy="279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61103B-030F-4698-01B5-EB2B91A7D24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94500" y="565040"/>
                  <a:ext cx="124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34D592-1EAC-D944-5B38-534857D7FDE0}"/>
                    </a:ext>
                  </a:extLst>
                </p14:cNvPr>
                <p14:cNvContentPartPr/>
                <p14:nvPr/>
              </p14:nvContentPartPr>
              <p14:xfrm>
                <a:off x="8882420" y="631640"/>
                <a:ext cx="20880" cy="13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34D592-1EAC-D944-5B38-534857D7FD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64420" y="613640"/>
                  <a:ext cx="56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16A861-E260-3D35-035F-8ADDD803358D}"/>
                    </a:ext>
                  </a:extLst>
                </p14:cNvPr>
                <p14:cNvContentPartPr/>
                <p14:nvPr/>
              </p14:nvContentPartPr>
              <p14:xfrm>
                <a:off x="9010220" y="724880"/>
                <a:ext cx="12240" cy="64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16A861-E260-3D35-035F-8ADDD803358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92580" y="707240"/>
                  <a:ext cx="47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D0C063-7EA3-4B95-2A99-2912E9E75755}"/>
                    </a:ext>
                  </a:extLst>
                </p14:cNvPr>
                <p14:cNvContentPartPr/>
                <p14:nvPr/>
              </p14:nvContentPartPr>
              <p14:xfrm>
                <a:off x="9128300" y="611840"/>
                <a:ext cx="18720" cy="77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D0C063-7EA3-4B95-2A99-2912E9E757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10300" y="594200"/>
                  <a:ext cx="54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4BD897-40D8-565A-D65F-A72F73B9189B}"/>
                    </a:ext>
                  </a:extLst>
                </p14:cNvPr>
                <p14:cNvContentPartPr/>
                <p14:nvPr/>
              </p14:nvContentPartPr>
              <p14:xfrm>
                <a:off x="9207860" y="527600"/>
                <a:ext cx="66240" cy="151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4BD897-40D8-565A-D65F-A72F73B918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89860" y="509600"/>
                  <a:ext cx="1018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97A4ACC-90C8-D5F5-90BD-C5CA8E20884D}"/>
              </a:ext>
            </a:extLst>
          </p:cNvPr>
          <p:cNvGrpSpPr/>
          <p:nvPr/>
        </p:nvGrpSpPr>
        <p:grpSpPr>
          <a:xfrm>
            <a:off x="7017980" y="967520"/>
            <a:ext cx="613800" cy="359280"/>
            <a:chOff x="7017980" y="967520"/>
            <a:chExt cx="6138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215012-3E3C-9994-9139-1D6E90CBE687}"/>
                    </a:ext>
                  </a:extLst>
                </p14:cNvPr>
                <p14:cNvContentPartPr/>
                <p14:nvPr/>
              </p14:nvContentPartPr>
              <p14:xfrm>
                <a:off x="7592180" y="1001720"/>
                <a:ext cx="39600" cy="88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215012-3E3C-9994-9139-1D6E90CBE6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74540" y="983720"/>
                  <a:ext cx="75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9AC4B-44FF-170E-E087-DC597A3DF9CE}"/>
                    </a:ext>
                  </a:extLst>
                </p14:cNvPr>
                <p14:cNvContentPartPr/>
                <p14:nvPr/>
              </p14:nvContentPartPr>
              <p14:xfrm>
                <a:off x="7531700" y="967520"/>
                <a:ext cx="84240" cy="7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9AC4B-44FF-170E-E087-DC597A3DF9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14060" y="949520"/>
                  <a:ext cx="119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A829AB-D845-D9E3-D9EF-27A610E279B3}"/>
                    </a:ext>
                  </a:extLst>
                </p14:cNvPr>
                <p14:cNvContentPartPr/>
                <p14:nvPr/>
              </p14:nvContentPartPr>
              <p14:xfrm>
                <a:off x="7017980" y="1007120"/>
                <a:ext cx="101880" cy="319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A829AB-D845-D9E3-D9EF-27A610E279B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00340" y="989480"/>
                  <a:ext cx="137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03664D-952E-70F0-6A77-108A49CE44FD}"/>
                    </a:ext>
                  </a:extLst>
                </p14:cNvPr>
                <p14:cNvContentPartPr/>
                <p14:nvPr/>
              </p14:nvContentPartPr>
              <p14:xfrm>
                <a:off x="7182140" y="1054640"/>
                <a:ext cx="76680" cy="174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03664D-952E-70F0-6A77-108A49CE44F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64140" y="1036640"/>
                  <a:ext cx="112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D1A23A-9FB1-DAF8-670F-8A0F74AE5047}"/>
                    </a:ext>
                  </a:extLst>
                </p14:cNvPr>
                <p14:cNvContentPartPr/>
                <p14:nvPr/>
              </p14:nvContentPartPr>
              <p14:xfrm>
                <a:off x="7331180" y="1172360"/>
                <a:ext cx="11520" cy="109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D1A23A-9FB1-DAF8-670F-8A0F74AE504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13180" y="1154720"/>
                  <a:ext cx="47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2C32D6E-C530-FA54-91C2-76714F8A8B61}"/>
                    </a:ext>
                  </a:extLst>
                </p14:cNvPr>
                <p14:cNvContentPartPr/>
                <p14:nvPr/>
              </p14:nvContentPartPr>
              <p14:xfrm>
                <a:off x="7395980" y="1065440"/>
                <a:ext cx="15840" cy="124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2C32D6E-C530-FA54-91C2-76714F8A8B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77980" y="1047440"/>
                  <a:ext cx="51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B003FBD-DF02-D618-C0C3-0FE819C57B53}"/>
                    </a:ext>
                  </a:extLst>
                </p14:cNvPr>
                <p14:cNvContentPartPr/>
                <p14:nvPr/>
              </p14:nvContentPartPr>
              <p14:xfrm>
                <a:off x="7380500" y="998120"/>
                <a:ext cx="120240" cy="325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B003FBD-DF02-D618-C0C3-0FE819C57B5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62860" y="980120"/>
                  <a:ext cx="15588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B9C2C40-35C5-D4A5-F2A0-D998C6D8AEDA}"/>
                  </a:ext>
                </a:extLst>
              </p14:cNvPr>
              <p14:cNvContentPartPr/>
              <p14:nvPr/>
            </p14:nvContentPartPr>
            <p14:xfrm>
              <a:off x="7439540" y="847280"/>
              <a:ext cx="344520" cy="3704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B9C2C40-35C5-D4A5-F2A0-D998C6D8AED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421900" y="829640"/>
                <a:ext cx="3801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A37B1D2-3859-9963-C926-A72F8FC46490}"/>
                  </a:ext>
                </a:extLst>
              </p14:cNvPr>
              <p14:cNvContentPartPr/>
              <p14:nvPr/>
            </p14:nvContentPartPr>
            <p14:xfrm>
              <a:off x="7475180" y="1904600"/>
              <a:ext cx="275400" cy="3898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A37B1D2-3859-9963-C926-A72F8FC4649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57180" y="1886960"/>
                <a:ext cx="31104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F9CEDF9-DEB4-9132-2874-9126CCF31D6C}"/>
                  </a:ext>
                </a:extLst>
              </p14:cNvPr>
              <p14:cNvContentPartPr/>
              <p14:nvPr/>
            </p14:nvContentPartPr>
            <p14:xfrm>
              <a:off x="8569580" y="1884080"/>
              <a:ext cx="343440" cy="409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F9CEDF9-DEB4-9132-2874-9126CCF31D6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551940" y="1866440"/>
                <a:ext cx="3790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F744629-EAF1-4CB3-74F4-EA635150F79F}"/>
                  </a:ext>
                </a:extLst>
              </p14:cNvPr>
              <p14:cNvContentPartPr/>
              <p14:nvPr/>
            </p14:nvContentPartPr>
            <p14:xfrm>
              <a:off x="7442420" y="819560"/>
              <a:ext cx="326880" cy="3733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F744629-EAF1-4CB3-74F4-EA635150F79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424420" y="801920"/>
                <a:ext cx="3625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BE4DAD7-3527-9320-92C5-F0BC9FD43407}"/>
                  </a:ext>
                </a:extLst>
              </p14:cNvPr>
              <p14:cNvContentPartPr/>
              <p14:nvPr/>
            </p14:nvContentPartPr>
            <p14:xfrm>
              <a:off x="7468700" y="1940240"/>
              <a:ext cx="245520" cy="3042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BE4DAD7-3527-9320-92C5-F0BC9FD4340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51060" y="1922240"/>
                <a:ext cx="28116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735E5AB-482D-51D0-6D98-3A5E0A9890BC}"/>
              </a:ext>
            </a:extLst>
          </p:cNvPr>
          <p:cNvGrpSpPr/>
          <p:nvPr/>
        </p:nvGrpSpPr>
        <p:grpSpPr>
          <a:xfrm>
            <a:off x="8583980" y="1930160"/>
            <a:ext cx="264960" cy="289440"/>
            <a:chOff x="8583980" y="1930160"/>
            <a:chExt cx="26496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269186-B88D-2F9A-2DDF-A9BD2709E0CF}"/>
                    </a:ext>
                  </a:extLst>
                </p14:cNvPr>
                <p14:cNvContentPartPr/>
                <p14:nvPr/>
              </p14:nvContentPartPr>
              <p14:xfrm>
                <a:off x="8583980" y="1930160"/>
                <a:ext cx="264960" cy="289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269186-B88D-2F9A-2DDF-A9BD2709E0C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66340" y="1912520"/>
                  <a:ext cx="3006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1BF7C51-C396-5DB8-5CB7-25472BA0DCA3}"/>
                    </a:ext>
                  </a:extLst>
                </p14:cNvPr>
                <p14:cNvContentPartPr/>
                <p14:nvPr/>
              </p14:nvContentPartPr>
              <p14:xfrm>
                <a:off x="8706020" y="2028440"/>
                <a:ext cx="22320" cy="15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1BF7C51-C396-5DB8-5CB7-25472BA0DC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88020" y="2010800"/>
                  <a:ext cx="579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30DA24F-BD81-5FA5-EFEF-EACEF6A2E85F}"/>
              </a:ext>
            </a:extLst>
          </p:cNvPr>
          <p:cNvGrpSpPr/>
          <p:nvPr/>
        </p:nvGrpSpPr>
        <p:grpSpPr>
          <a:xfrm>
            <a:off x="8496860" y="812360"/>
            <a:ext cx="427680" cy="470520"/>
            <a:chOff x="8496860" y="812360"/>
            <a:chExt cx="42768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379172-3FAD-AAC0-419A-59DCA1F7851D}"/>
                    </a:ext>
                  </a:extLst>
                </p14:cNvPr>
                <p14:cNvContentPartPr/>
                <p14:nvPr/>
              </p14:nvContentPartPr>
              <p14:xfrm>
                <a:off x="8496860" y="812360"/>
                <a:ext cx="39240" cy="470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379172-3FAD-AAC0-419A-59DCA1F7851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79220" y="794720"/>
                  <a:ext cx="748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96A409E-3635-72CE-B5A0-1BDAD6242DA5}"/>
                    </a:ext>
                  </a:extLst>
                </p14:cNvPr>
                <p14:cNvContentPartPr/>
                <p14:nvPr/>
              </p14:nvContentPartPr>
              <p14:xfrm>
                <a:off x="8496860" y="867440"/>
                <a:ext cx="411480" cy="5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96A409E-3635-72CE-B5A0-1BDAD6242DA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78860" y="849800"/>
                  <a:ext cx="447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9AB5BA-DE26-7E87-7F47-58FA7FEADDA5}"/>
                    </a:ext>
                  </a:extLst>
                </p14:cNvPr>
                <p14:cNvContentPartPr/>
                <p14:nvPr/>
              </p14:nvContentPartPr>
              <p14:xfrm>
                <a:off x="8875940" y="891560"/>
                <a:ext cx="48600" cy="383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9AB5BA-DE26-7E87-7F47-58FA7FEADD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57940" y="873920"/>
                  <a:ext cx="842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562A6E-B8AE-5BE0-1B45-6F41DACB199B}"/>
                    </a:ext>
                  </a:extLst>
                </p14:cNvPr>
                <p14:cNvContentPartPr/>
                <p14:nvPr/>
              </p14:nvContentPartPr>
              <p14:xfrm>
                <a:off x="8564900" y="1217000"/>
                <a:ext cx="321120" cy="45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562A6E-B8AE-5BE0-1B45-6F41DACB19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47260" y="1199360"/>
                  <a:ext cx="356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FDFEEE3-CE2C-8D42-ED8A-15AE9D725B61}"/>
                    </a:ext>
                  </a:extLst>
                </p14:cNvPr>
                <p14:cNvContentPartPr/>
                <p14:nvPr/>
              </p14:nvContentPartPr>
              <p14:xfrm>
                <a:off x="8506940" y="884360"/>
                <a:ext cx="391320" cy="360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FDFEEE3-CE2C-8D42-ED8A-15AE9D725B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88940" y="866360"/>
                  <a:ext cx="42696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6F22B95-B117-2B48-DFC2-E5D02D045805}"/>
              </a:ext>
            </a:extLst>
          </p:cNvPr>
          <p:cNvGrpSpPr/>
          <p:nvPr/>
        </p:nvGrpSpPr>
        <p:grpSpPr>
          <a:xfrm>
            <a:off x="7275380" y="188840"/>
            <a:ext cx="482400" cy="565200"/>
            <a:chOff x="7275380" y="188840"/>
            <a:chExt cx="48240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A734884-0B82-8E4D-AA86-7968DF36EA08}"/>
                    </a:ext>
                  </a:extLst>
                </p14:cNvPr>
                <p14:cNvContentPartPr/>
                <p14:nvPr/>
              </p14:nvContentPartPr>
              <p14:xfrm>
                <a:off x="7406420" y="279920"/>
                <a:ext cx="9000" cy="5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A734884-0B82-8E4D-AA86-7968DF36EA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88420" y="262280"/>
                  <a:ext cx="44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97B705F-5CA7-82A6-CF44-8C5DEFFEDC50}"/>
                    </a:ext>
                  </a:extLst>
                </p14:cNvPr>
                <p14:cNvContentPartPr/>
                <p14:nvPr/>
              </p14:nvContentPartPr>
              <p14:xfrm>
                <a:off x="7275380" y="188840"/>
                <a:ext cx="240480" cy="274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97B705F-5CA7-82A6-CF44-8C5DEFFEDC5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57380" y="171200"/>
                  <a:ext cx="2761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9E5DB9-ECEC-67F6-42F0-C1FDC7B865DF}"/>
                    </a:ext>
                  </a:extLst>
                </p14:cNvPr>
                <p14:cNvContentPartPr/>
                <p14:nvPr/>
              </p14:nvContentPartPr>
              <p14:xfrm>
                <a:off x="7668500" y="593480"/>
                <a:ext cx="89280" cy="160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9E5DB9-ECEC-67F6-42F0-C1FDC7B865D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50860" y="575480"/>
                  <a:ext cx="12492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E236513-CA10-BCE2-72FE-BDEFE621BE78}"/>
              </a:ext>
            </a:extLst>
          </p:cNvPr>
          <p:cNvGrpSpPr/>
          <p:nvPr/>
        </p:nvGrpSpPr>
        <p:grpSpPr>
          <a:xfrm>
            <a:off x="7866860" y="894080"/>
            <a:ext cx="1902240" cy="1523160"/>
            <a:chOff x="7866860" y="894080"/>
            <a:chExt cx="1902240" cy="15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3337B84-07EB-0EDF-E873-BE5B241F1B74}"/>
                    </a:ext>
                  </a:extLst>
                </p14:cNvPr>
                <p14:cNvContentPartPr/>
                <p14:nvPr/>
              </p14:nvContentPartPr>
              <p14:xfrm>
                <a:off x="7866860" y="894080"/>
                <a:ext cx="149040" cy="188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3337B84-07EB-0EDF-E873-BE5B241F1B7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49220" y="876440"/>
                  <a:ext cx="184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CA09775-9669-6ED7-9DBF-1084414A9BC9}"/>
                    </a:ext>
                  </a:extLst>
                </p14:cNvPr>
                <p14:cNvContentPartPr/>
                <p14:nvPr/>
              </p14:nvContentPartPr>
              <p14:xfrm>
                <a:off x="8127860" y="1210880"/>
                <a:ext cx="203400" cy="188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CA09775-9669-6ED7-9DBF-1084414A9BC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10220" y="1193240"/>
                  <a:ext cx="239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7F6B2E-1B60-30FE-2D45-4BE988484CBA}"/>
                    </a:ext>
                  </a:extLst>
                </p14:cNvPr>
                <p14:cNvContentPartPr/>
                <p14:nvPr/>
              </p14:nvContentPartPr>
              <p14:xfrm>
                <a:off x="8451860" y="1478720"/>
                <a:ext cx="211680" cy="164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7F6B2E-1B60-30FE-2D45-4BE988484CB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34220" y="1460720"/>
                  <a:ext cx="247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572CA5-3E42-7F82-6C55-A579B4775FEF}"/>
                    </a:ext>
                  </a:extLst>
                </p14:cNvPr>
                <p14:cNvContentPartPr/>
                <p14:nvPr/>
              </p14:nvContentPartPr>
              <p14:xfrm>
                <a:off x="8869100" y="1769600"/>
                <a:ext cx="169200" cy="109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572CA5-3E42-7F82-6C55-A579B4775F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51460" y="1751600"/>
                  <a:ext cx="204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9DBB167-1F70-0EA4-D498-070E3EECB49C}"/>
                    </a:ext>
                  </a:extLst>
                </p14:cNvPr>
                <p14:cNvContentPartPr/>
                <p14:nvPr/>
              </p14:nvContentPartPr>
              <p14:xfrm>
                <a:off x="9166100" y="1996400"/>
                <a:ext cx="257040" cy="215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9DBB167-1F70-0EA4-D498-070E3EECB4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148100" y="1978760"/>
                  <a:ext cx="292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221B7A-DB6D-ED2A-03F0-7587237B8BCA}"/>
                    </a:ext>
                  </a:extLst>
                </p14:cNvPr>
                <p14:cNvContentPartPr/>
                <p14:nvPr/>
              </p14:nvContentPartPr>
              <p14:xfrm>
                <a:off x="9564260" y="2289800"/>
                <a:ext cx="204840" cy="127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221B7A-DB6D-ED2A-03F0-7587237B8BC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46260" y="2271800"/>
                  <a:ext cx="24048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EFD3056-E669-8678-218F-BCD279410F93}"/>
                  </a:ext>
                </a:extLst>
              </p14:cNvPr>
              <p14:cNvContentPartPr/>
              <p14:nvPr/>
            </p14:nvContentPartPr>
            <p14:xfrm>
              <a:off x="10025060" y="2549360"/>
              <a:ext cx="167040" cy="1292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EFD3056-E669-8678-218F-BCD279410F9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07420" y="2531360"/>
                <a:ext cx="20268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9E57EC0-62E5-12F2-7A6D-9DC4CCF91459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7990256-D2DA-266A-5E41-9B2D1B356677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7990256-D2DA-266A-5E41-9B2D1B3566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93860" y="2825120"/>
                  <a:ext cx="294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434A2A-5AB4-FA5B-32BE-465D9248564E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434A2A-5AB4-FA5B-32BE-465D9248564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38020" y="2957960"/>
                  <a:ext cx="115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772847-3AA5-11A9-2323-95FC65350185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772847-3AA5-11A9-2323-95FC6535018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A57C805-7277-94E1-1EF8-D71E73132FD5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A57C805-7277-94E1-1EF8-D71E73132FD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2746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093A4E3-EDC7-E3EB-DF05-977FA34C1B3F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093A4E3-EDC7-E3EB-DF05-977FA34C1B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45540" y="2848520"/>
                  <a:ext cx="177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020712-E110-F725-0693-34E1C8F535A0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020712-E110-F725-0693-34E1C8F535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76660" y="2940680"/>
                  <a:ext cx="214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3F4C990-CD13-4258-EDDB-72E074BC6BAC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3F4C990-CD13-4258-EDDB-72E074BC6BA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D9EF9F3-8397-D5FF-7CB1-5519FF20DB16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D9EF9F3-8397-D5FF-7CB1-5519FF20DB1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16140" y="2856800"/>
                  <a:ext cx="1004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F2F3846-1039-25A7-FDB0-9FC8D322F10C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F2F3846-1039-25A7-FDB0-9FC8D322F10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093F184-6399-1B4F-5D70-C65451326730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093F184-6399-1B4F-5D70-C6545132673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6380" y="279020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86F04E2-0B0A-4E59-9BEF-A02298DC6EFE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86F04E2-0B0A-4E59-9BEF-A02298DC6EF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E6FE705-F434-9FCC-EED6-AD8E1905586C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E6FE705-F434-9FCC-EED6-AD8E1905586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A057BA2-3A17-E1EB-E85C-B6D2F0452EF5}"/>
                  </a:ext>
                </a:extLst>
              </p14:cNvPr>
              <p14:cNvContentPartPr/>
              <p14:nvPr/>
            </p14:nvContentPartPr>
            <p14:xfrm>
              <a:off x="2234300" y="1377200"/>
              <a:ext cx="2692440" cy="28692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A057BA2-3A17-E1EB-E85C-B6D2F0452EF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216300" y="1359560"/>
                <a:ext cx="2728080" cy="29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57EF9C6-E486-FF2E-38C9-7D928DB13023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286264B-986A-0BE7-A6AB-D35F557C62C1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286264B-986A-0BE7-A6AB-D35F557C62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38580" y="201008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5DC6A4D-2DDE-A6AA-EC65-67215B656781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5DC6A4D-2DDE-A6AA-EC65-67215B65678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03900" y="2053280"/>
                  <a:ext cx="856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BBD213F-B644-DDA5-A09B-ECB409D1AF99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BBD213F-B644-DDA5-A09B-ECB409D1AF9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043220" y="198668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D45D8F-DF26-ACDE-0D69-8D847A6645B0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D45D8F-DF26-ACDE-0D69-8D847A6645B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60580" y="1942760"/>
                  <a:ext cx="82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3AB581B-95E4-9BFE-6FBE-0F46D3062C63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3AB581B-95E4-9BFE-6FBE-0F46D3062C6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4174BE-3B48-74F9-18E2-F3FFCAF69BC3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4174BE-3B48-74F9-18E2-F3FFCAF69B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7300" y="1992080"/>
                  <a:ext cx="155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48F105-E872-810B-F113-0EF9AC20A878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48F105-E872-810B-F113-0EF9AC20A87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12820" y="1910360"/>
                  <a:ext cx="109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A516D33-29AE-5DF8-42E2-9A5987204906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A516D33-29AE-5DF8-42E2-9A598720490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42E27F-3195-FEEC-3B5F-377B1B57B81C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42E27F-3195-FEEC-3B5F-377B1B57B8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87420" y="183764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1DF27C2-E49C-5A1F-E7F9-83AD756B1792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1DF27C2-E49C-5A1F-E7F9-83AD756B179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24580" y="190892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03544B-6816-9E8E-25FF-F668D59FAD7C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03544B-6816-9E8E-25FF-F668D59FAD7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0702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D35C1EB-EAC2-167F-C79E-1024795EE625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D35C1EB-EAC2-167F-C79E-1024795EE6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92700" y="1907480"/>
                  <a:ext cx="106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199A1DB-A821-2222-0A85-189E5375A42C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199A1DB-A821-2222-0A85-189E5375A42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82420" y="1737920"/>
                  <a:ext cx="107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05C4F5-5431-1BBF-D53C-E14597096ABF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05C4F5-5431-1BBF-D53C-E14597096AB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85300" y="1759520"/>
                  <a:ext cx="12924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F7A6B65-906A-C445-F8BC-766C7C528DB9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F7A6B65-906A-C445-F8BC-766C7C528DB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07620" y="35840"/>
                <a:ext cx="165600" cy="176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6EA78DD-05BE-F0BF-8F54-78E362F14732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3BF26EB-271A-069D-AEF2-5F805C77CE12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3BF26EB-271A-069D-AEF2-5F805C77CE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25540" y="5263040"/>
                  <a:ext cx="2940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14C65F8-3287-3DB5-9A9A-9A0D000B3260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14C65F8-3287-3DB5-9A9A-9A0D000B32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6298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0948ADF-C898-6BEB-03F9-E45AC07A6344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81F68C-18F0-8DB1-E9C6-78B6D000390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81F68C-18F0-8DB1-E9C6-78B6D000390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EB451A8-E49A-1D37-9FEE-11BEE1E1F266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EB451A8-E49A-1D37-9FEE-11BEE1E1F2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4340" y="72992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3251A5A-0C73-4A0D-5CF6-7DABF821C297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3251A5A-0C73-4A0D-5CF6-7DABF821C29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7220" y="684560"/>
                  <a:ext cx="5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F540564-A50F-33E0-5540-F743F62722EC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F540564-A50F-33E0-5540-F743F62722E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2220" y="534440"/>
                  <a:ext cx="49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834198-2956-5FDD-7386-6FBA787E106D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834198-2956-5FDD-7386-6FBA787E106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2860" y="558560"/>
                  <a:ext cx="1368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296EF0E-7D3F-638A-E719-9FF66AEDE229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AB0AAA3-8A8E-0458-BEB6-CB651DE10999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AB0AAA3-8A8E-0458-BEB6-CB651DE1099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34820" y="4122920"/>
                  <a:ext cx="87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BB63430-C00C-8C45-D3B7-5442B30FDB26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BB63430-C00C-8C45-D3B7-5442B30FDB2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01060" y="4139480"/>
                  <a:ext cx="1222560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295A608-D7E2-4269-054E-4850B05466C6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295A608-D7E2-4269-054E-4850B05466C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2174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4B9227B-5AF1-7CDF-D120-C290917A7D54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4B9227B-5AF1-7CDF-D120-C290917A7D5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64660" y="567920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9F5735B-0DEB-41D5-BD44-DA67A43B6AA3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9F5735B-0DEB-41D5-BD44-DA67A43B6AA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07140" y="5501000"/>
                  <a:ext cx="167760" cy="17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9A5AAAF-753E-E9A6-D9B6-4DFFC4D17375}"/>
                  </a:ext>
                </a:extLst>
              </p14:cNvPr>
              <p14:cNvContentPartPr/>
              <p14:nvPr/>
            </p14:nvContentPartPr>
            <p14:xfrm>
              <a:off x="4974980" y="4207520"/>
              <a:ext cx="1164960" cy="117432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9A5AAAF-753E-E9A6-D9B6-4DFFC4D1737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57340" y="4189520"/>
                <a:ext cx="1200600" cy="120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9608B07-7C9A-04B0-854C-E2F9C3A1C873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66A82B-3637-9029-1012-23C372943A89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66A82B-3637-9029-1012-23C372943A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246140" y="5695040"/>
                  <a:ext cx="66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4B2471B-7B78-0430-F188-8F75B2F1CC38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4B2471B-7B78-0430-F188-8F75B2F1CC3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76460" y="559028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A88E1BA-3C07-FB03-52F5-D74C83AF0161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A88E1BA-3C07-FB03-52F5-D74C83AF016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18140" y="5559320"/>
                  <a:ext cx="2736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B465DFD-6C15-59CE-022B-C23F938FE118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B465DFD-6C15-59CE-022B-C23F938FE11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45580" y="5620520"/>
                  <a:ext cx="85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6B1BB5C-374F-037F-818E-18004B385D21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6B1BB5C-374F-037F-818E-18004B385D2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13260" y="548552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50888A1-1526-966D-D9FA-BCC99072CFE4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50888A1-1526-966D-D9FA-BCC99072CFE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123634E-6F2F-D1A6-5B19-7B4E122CB803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123634E-6F2F-D1A6-5B19-7B4E122CB80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250460" y="5804840"/>
                  <a:ext cx="2444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972D89E-8654-52DD-A187-0677308BA26D}"/>
              </a:ext>
            </a:extLst>
          </p:cNvPr>
          <p:cNvGrpSpPr/>
          <p:nvPr/>
        </p:nvGrpSpPr>
        <p:grpSpPr>
          <a:xfrm>
            <a:off x="461660" y="4160"/>
            <a:ext cx="1596240" cy="1175400"/>
            <a:chOff x="461660" y="4160"/>
            <a:chExt cx="1596240" cy="11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24EF428-CCE9-1E30-5E9E-377D68D0F567}"/>
                    </a:ext>
                  </a:extLst>
                </p14:cNvPr>
                <p14:cNvContentPartPr/>
                <p14:nvPr/>
              </p14:nvContentPartPr>
              <p14:xfrm>
                <a:off x="978620" y="181640"/>
                <a:ext cx="1079280" cy="997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24EF428-CCE9-1E30-5E9E-377D68D0F56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0980" y="163640"/>
                  <a:ext cx="111492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222D6AD-E9DF-4C33-8B1C-A925EABC1540}"/>
                    </a:ext>
                  </a:extLst>
                </p14:cNvPr>
                <p14:cNvContentPartPr/>
                <p14:nvPr/>
              </p14:nvContentPartPr>
              <p14:xfrm>
                <a:off x="461660" y="194960"/>
                <a:ext cx="135000" cy="162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222D6AD-E9DF-4C33-8B1C-A925EABC154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4020" y="177320"/>
                  <a:ext cx="170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E10B031-6D64-194C-600B-8B5ABF44A81C}"/>
                    </a:ext>
                  </a:extLst>
                </p14:cNvPr>
                <p14:cNvContentPartPr/>
                <p14:nvPr/>
              </p14:nvContentPartPr>
              <p14:xfrm>
                <a:off x="568220" y="182720"/>
                <a:ext cx="11520" cy="18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E10B031-6D64-194C-600B-8B5ABF44A81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50220" y="164720"/>
                  <a:ext cx="47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C2A6394-07B0-8A23-8F0E-270C4CC4CAFC}"/>
                    </a:ext>
                  </a:extLst>
                </p14:cNvPr>
                <p14:cNvContentPartPr/>
                <p14:nvPr/>
              </p14:nvContentPartPr>
              <p14:xfrm>
                <a:off x="568940" y="45200"/>
                <a:ext cx="134640" cy="163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C2A6394-07B0-8A23-8F0E-270C4CC4CA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50940" y="27200"/>
                  <a:ext cx="170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01A15AF-1FAA-FCF9-82DC-84E40B4E7005}"/>
                    </a:ext>
                  </a:extLst>
                </p14:cNvPr>
                <p14:cNvContentPartPr/>
                <p14:nvPr/>
              </p14:nvContentPartPr>
              <p14:xfrm>
                <a:off x="624020" y="57080"/>
                <a:ext cx="55080" cy="132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01A15AF-1FAA-FCF9-82DC-84E40B4E700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6380" y="39080"/>
                  <a:ext cx="90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4FF4E7C-C849-73C5-05A8-6BA04242B4B1}"/>
                    </a:ext>
                  </a:extLst>
                </p14:cNvPr>
                <p14:cNvContentPartPr/>
                <p14:nvPr/>
              </p14:nvContentPartPr>
              <p14:xfrm>
                <a:off x="711860" y="4160"/>
                <a:ext cx="69840" cy="96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4FF4E7C-C849-73C5-05A8-6BA04242B4B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4220" y="-13480"/>
                  <a:ext cx="10548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E434CC6-8E5D-1298-4E9F-C6643F8942F2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E434CC6-8E5D-1298-4E9F-C6643F8942F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63220" y="219512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2E2CB32-0A0D-E47A-A99A-FAF6BFCAD376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B4715DD-8BF9-3F0B-F3A8-226CB491D175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B4715DD-8BF9-3F0B-F3A8-226CB491D17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85260" y="417692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A2ADF1C-FFD6-D495-12AF-C8A77C5E89A1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A2ADF1C-FFD6-D495-12AF-C8A77C5E89A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396300" y="4269440"/>
                  <a:ext cx="137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D56BF02-81B7-073E-4B27-EAB00FE49C2B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D56BF02-81B7-073E-4B27-EAB00FE49C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31660" y="4104200"/>
                  <a:ext cx="96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5085E3E-95BE-70A1-DBD1-55E7A2591D53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5085E3E-95BE-70A1-DBD1-55E7A2591D5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17260" y="4060280"/>
                  <a:ext cx="121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07ACBB8-894B-840A-BF26-8C26EC6127D1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07ACBB8-894B-840A-BF26-8C26EC6127D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26340" y="388028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C016B8-2AB4-E51D-063F-041CE351CFE4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C016B8-2AB4-E51D-063F-041CE351CFE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09580" y="3936440"/>
                  <a:ext cx="129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811D281-9669-0B86-CC1B-8FBAF58CB111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811D281-9669-0B86-CC1B-8FBAF58CB11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983460" y="3802520"/>
                  <a:ext cx="58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051FAD4-0FF4-6D3B-9FCC-C134CC37A4B1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051FAD4-0FF4-6D3B-9FCC-C134CC37A4B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992460" y="3833120"/>
                  <a:ext cx="112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BBF5192-FE46-0258-ACF0-9A9906F4DC18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BBF5192-FE46-0258-ACF0-9A9906F4DC1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099020" y="369920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4472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9166-9695-0D1C-083B-4E6B387C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51B0-25A2-7860-8E6B-C90CC70F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CF4FF91-7538-F959-52EA-0C6EDD1E0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F19A485A-9FD4-1BE8-6298-4D3D2999D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CC2C865-3DFC-8396-375A-A597EA645E7E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BBC889-F2A0-7638-940B-556C25B47F96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BBC889-F2A0-7638-940B-556C25B47F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0B7B3C6-CCFD-C18E-B73E-42757728A33C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0B7B3C6-CCFD-C18E-B73E-42757728A3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340" y="347587"/>
                  <a:ext cx="414360" cy="552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7FAC53-9603-3A39-BA51-5876349F276D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7FAC53-9603-3A39-BA51-5876349F27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502"/>
                  <a:ext cx="628920" cy="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4177EE-7093-5335-88DA-B78592ECF339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4177EE-7093-5335-88DA-B78592ECF3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885"/>
                  <a:ext cx="567000" cy="6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01E583-AB50-E245-7D7F-74A51DC3DF49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01E583-AB50-E245-7D7F-74A51DC3DF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06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0FD5AF-1853-8964-07F0-3E913C7CC3A8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80FD5AF-1853-8964-07F0-3E913C7CC3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3622" y="276680"/>
                  <a:ext cx="204916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743FE9-5D66-0746-83BA-75E0955DA8D3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743FE9-5D66-0746-83BA-75E0955DA8D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214" y="242120"/>
                  <a:ext cx="176851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CF7EBF-CDDD-BEFA-60B9-2D112D5F59A0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CF7EBF-CDDD-BEFA-60B9-2D112D5F59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97"/>
                  <a:ext cx="56880" cy="2105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2E1A3DE-E1FE-1A4C-77F5-6AD1D6C99A18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2E1A3DE-E1FE-1A4C-77F5-6AD1D6C99A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1934" y="775280"/>
                  <a:ext cx="176851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0D86BC-505E-9748-67E5-94532A36B326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0D86BC-505E-9748-67E5-94532A36B3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340" y="70976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423CCC-12DE-565B-79A4-4E34F4BB0B87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423CCC-12DE-565B-79A4-4E34F4BB0B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36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A5C2A7-A429-CB31-58F7-2005145FC646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A5C2A7-A429-CB31-58F7-2005145FC6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3778" y="148520"/>
                  <a:ext cx="190163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5BD00D-ECB0-FD41-4EBE-F9B0ABAA664C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5BD00D-ECB0-FD41-4EBE-F9B0ABAA66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9021"/>
                  <a:ext cx="65160" cy="1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D0CAE-6AE6-CAFE-1DC4-09D75F18D0F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D0CAE-6AE6-CAFE-1DC4-09D75F18D0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BF301D-D492-DFAC-0F88-3C4FD032546B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BF301D-D492-DFAC-0F88-3C4FD03254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DBE8A8-E90E-5D7D-0A26-97DE6F4D341E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DBE8A8-E90E-5D7D-0A26-97DE6F4D34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29" y="1332560"/>
                  <a:ext cx="255182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3A7294-C115-AEE3-4462-1B553EDF4E0D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3A7294-C115-AEE3-4462-1B553EDF4E0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896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4741D2-FCCF-398D-DC5C-1DF27665A027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4741D2-FCCF-398D-DC5C-1DF27665A0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300" y="138728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F8488E-613B-12D6-05EF-C03E0699B82B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F8488E-613B-12D6-05EF-C03E0699B82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8940" y="125228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D6D4F-E1D9-8230-47B6-1D29B5E709E9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D6D4F-E1D9-8230-47B6-1D29B5E709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18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5732D1-99FD-F5E7-CC95-B5AAFA53BEB1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5732D1-99FD-F5E7-CC95-B5AAFA53BE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572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7A8D96-E280-763C-498D-9A79EBF1849E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7A8D96-E280-763C-498D-9A79EBF184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300" y="113024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40540F-992E-5498-241C-A7E01B794A00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40540F-992E-5498-241C-A7E01B794A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060" y="120296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B58C8A-6B93-E68E-DF64-9EB103CE1789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B58C8A-6B93-E68E-DF64-9EB103CE17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91" y="1797320"/>
                  <a:ext cx="162619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2659A8-5E5A-45FF-C912-D1764C5F1A97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2659A8-5E5A-45FF-C912-D1764C5F1A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300" y="176708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D76D8E-D2E4-FE4E-D409-C3D56DA3520E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D76D8E-D2E4-FE4E-D409-C3D56DA352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99" y="2182880"/>
                  <a:ext cx="19972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074686-BC7F-022C-5FAB-1C2D9739E64A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074686-BC7F-022C-5FAB-1C2D9739E6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409" y="2153360"/>
                  <a:ext cx="855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DF889E-E7E1-6004-63D7-02FDB24BC8DB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DF889E-E7E1-6004-63D7-02FDB24BC8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765" y="2585000"/>
                  <a:ext cx="5591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5919DD-EF5A-1003-A399-7562DE20A1F0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5919DD-EF5A-1003-A399-7562DE20A1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33"/>
                  <a:ext cx="153360" cy="23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ADEBFF-8B11-02E7-E47C-A697018E6FD6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ADEBFF-8B11-02E7-E47C-A697018E6FD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5660" y="297272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A6D54B-0D72-28DD-0D27-5BFB30817394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A6D54B-0D72-28DD-0D27-5BFB308173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806" y="2925920"/>
                  <a:ext cx="53315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C8634BB-0DDA-CBAB-1355-49BFDD565F99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C8634BB-0DDA-CBAB-1355-49BFDD565F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472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2F54BB5-3AD5-50BB-9AE3-13DA08BE2E31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2F54BB5-3AD5-50BB-9AE3-13DA08BE2E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28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F0F08D-65A1-9CE5-BF8B-D8E80324DF5F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F0F08D-65A1-9CE5-BF8B-D8E80324DF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52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1C2B95-0E23-9578-0434-5A04481A2959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1C2B95-0E23-9578-0434-5A04481A29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234" y="2834145"/>
                  <a:ext cx="65096" cy="2915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12CCE9B-D88E-2E0C-5351-47AE6E18FA46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3B152A-8DD6-8196-E96C-FF24AF286E6C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3B152A-8DD6-8196-E96C-FF24AF286E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93860" y="2824735"/>
                  <a:ext cx="294120" cy="290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29FA51-710B-D56F-EFA5-BABA847B3396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29FA51-710B-D56F-EFA5-BABA847B33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37579" y="2957565"/>
                  <a:ext cx="116081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E7B3B3-60E7-DB04-5A8C-48F637E518F8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E7B3B3-60E7-DB04-5A8C-48F637E518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39C58BF-6D34-604C-CF4A-D95B70E99E7F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39C58BF-6D34-604C-CF4A-D95B70E99E7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2710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E603879-E672-E34F-41AC-0719E28D9ADB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E603879-E672-E34F-41AC-0719E28D9A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5586" y="2848555"/>
                  <a:ext cx="17739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C5EDD4-8BBC-C064-0A95-61B5E63E1D9E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C5EDD4-8BBC-C064-0A95-61B5E63E1D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76264" y="2940680"/>
                  <a:ext cx="214992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C47D3AD-C1B0-6051-4CF2-86E8B4B85B36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C47D3AD-C1B0-6051-4CF2-86E8B4B85B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462F34C-D41A-9A59-0DC7-EAC226BC4B11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462F34C-D41A-9A59-0DC7-EAC226BC4B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5679" y="2856800"/>
                  <a:ext cx="100639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4830FC-D67D-0A10-8760-A2B58FA24A6C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4830FC-D67D-0A10-8760-A2B58FA24A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B0921C2-9920-360F-218C-6019FF964782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B0921C2-9920-360F-218C-6019FF96478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6380" y="278984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52E71D9-0CB5-51E7-E5B1-B61325EF2254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52E71D9-0CB5-51E7-E5B1-B61325EF22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B1C2D1-E5BC-C3EF-A2C6-09832680A704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B1C2D1-E5BC-C3EF-A2C6-09832680A70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3EB9EE6-24CF-7AB7-6EEA-67C965CC679C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5F24F79-5C47-01D5-2256-86EF9E1F2D2D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5F24F79-5C47-01D5-2256-86EF9E1F2D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8580" y="200972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9E5DD4-02CA-F916-8716-13CF750AA7EA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9E5DD4-02CA-F916-8716-13CF750AA7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4029" y="2053280"/>
                  <a:ext cx="85425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70EB789-D658-286C-A54F-A3660411B231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70EB789-D658-286C-A54F-A3660411B2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3220" y="198632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116E08D-8EC9-F96B-5954-91C3119B4531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116E08D-8EC9-F96B-5954-91C3119B453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60718" y="1942400"/>
                  <a:ext cx="81806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92E618C-E456-2772-84A3-E9760F278785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92E618C-E456-2772-84A3-E9760F2787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95B6DA3-FEBA-196D-98B5-09690B95488C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95B6DA3-FEBA-196D-98B5-09690B9548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57300" y="1992129"/>
                  <a:ext cx="15552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037F3AD-750D-CC9E-A78C-1DD6343ECB1E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037F3AD-750D-CC9E-A78C-1DD6343ECB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12372" y="1910000"/>
                  <a:ext cx="109615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EAD524D-9FBA-0031-43B6-51DCF328A440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EAD524D-9FBA-0031-43B6-51DCF328A4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DF53381-88CA-8E22-A944-DE2A231B41C2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DF53381-88CA-8E22-A944-DE2A231B41C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7060" y="183728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5513440-6F87-283C-A445-37E200AD946C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5513440-6F87-283C-A445-37E200AD946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4220" y="190856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EB9159D-D511-09C7-1B28-74FEFE924BA3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EB9159D-D511-09C7-1B28-74FEFE924B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0666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A097D7F-154B-EFF2-A46F-AE0B0AF26A20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A097D7F-154B-EFF2-A46F-AE0B0AF26A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2700" y="1906977"/>
                  <a:ext cx="10620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C849FF0-6C00-68DB-B1F9-B2C853E1A238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C849FF0-6C00-68DB-B1F9-B2C853E1A2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82510" y="1737920"/>
                  <a:ext cx="107463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019B44-B5EB-36FF-A696-DC49B43AA9BD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019B44-B5EB-36FF-A696-DC49B43AA9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85300" y="1759550"/>
                  <a:ext cx="129240" cy="25374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E035C28-677A-E661-0303-FC77C6182CA6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E035C28-677A-E661-0303-FC77C6182CA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7260" y="35476"/>
                <a:ext cx="165600" cy="1766167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E90646C-6EA3-0C78-AD46-48FD3E654E40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C7CE731-D9F5-BD6F-F06B-1ED1DE34ED1F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C7CE731-D9F5-BD6F-F06B-1ED1DE34ED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5180" y="5262647"/>
                  <a:ext cx="2940480" cy="232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534A14-8071-6196-0C4A-510F095B70A8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534A14-8071-6196-0C4A-510F095B70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262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75B1F78-EECD-2142-8CF7-9FD96F85BC01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DA1031-7CF5-C85B-3D8B-2E0DC6C2D59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DA1031-7CF5-C85B-3D8B-2E0DC6C2D59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2DF55C-19CF-D747-BB18-A2E47FC18E28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2DF55C-19CF-D747-BB18-A2E47FC18E2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4340" y="72956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661DA22-9278-A439-0198-2AFFC886C020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661DA22-9278-A439-0198-2AFFC886C0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7220" y="683854"/>
                  <a:ext cx="58680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E707DF1-5FB7-7ADC-EE8B-4E5CA1129A82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E707DF1-5FB7-7ADC-EE8B-4E5CA1129A8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860" y="533973"/>
                  <a:ext cx="49320" cy="96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71BD56E-EAA8-9A35-6D77-4DC82CBC2456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71BD56E-EAA8-9A35-6D77-4DC82CBC24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2924" y="558200"/>
                  <a:ext cx="136674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A89B672-29F8-5E9A-0346-ACF04CD9CA09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29B4003-6D30-620C-BA02-E55BD49D98BD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29B4003-6D30-620C-BA02-E55BD49D98B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4944" y="4122560"/>
                  <a:ext cx="87234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52BE3A1-03E1-F0B1-2589-C05702E9149B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52BE3A1-03E1-F0B1-2589-C05702E914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0695" y="4139480"/>
                  <a:ext cx="1222571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E65F48E-25B1-349A-B7DC-CBD8AC6641A1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E65F48E-25B1-349A-B7DC-CBD8AC6641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138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B8EADF-6A31-0629-E4E2-EF08CAE222D8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0B8EADF-6A31-0629-E4E2-EF08CAE222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4660" y="567884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202088D-4025-DDD3-C533-BC5EBE3648D8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202088D-4025-DDD3-C533-BC5EBE3648D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07140" y="5500594"/>
                  <a:ext cx="167760" cy="17577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144A351-2612-2EB2-3877-2DB52512FFA5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5E7419C-E343-6DCF-1C42-8C4AB42AC946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5E7419C-E343-6DCF-1C42-8C4AB42AC9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45780" y="5695386"/>
                  <a:ext cx="6624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2D2188-A4D7-ADE5-1D62-EDE45CABDCDA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2D2188-A4D7-ADE5-1D62-EDE45CABDCD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6460" y="558992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CFD7465-C184-7142-109C-721D580889CA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CFD7465-C184-7142-109C-721D580889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7753" y="5559320"/>
                  <a:ext cx="273654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436D110-CA14-9A89-309D-B5CD2BA2902B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436D110-CA14-9A89-309D-B5CD2BA2902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45089" y="5620160"/>
                  <a:ext cx="855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E95E44-87D2-6C31-03BB-E354471204AC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E95E44-87D2-6C31-03BB-E354471204A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13260" y="548516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7E34852-9756-4B2B-17AF-ACC6549D3BCD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7E34852-9756-4B2B-17AF-ACC6549D3B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09F58FE-9B59-7B0F-2840-852ECED6DB2B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09F58FE-9B59-7B0F-2840-852ECED6DB2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0460" y="5804448"/>
                  <a:ext cx="244440" cy="23658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4D8550C-64D4-F317-D51F-EA27C2650AFB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4D8550C-64D4-F317-D51F-EA27C2650AF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3220" y="219476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F2239D0-5AF4-70F4-8C1C-7A264753DFD5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B01EF74-3B7C-73CE-2E36-390191AC7DD3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B01EF74-3B7C-73CE-2E36-390191AC7DD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85260" y="417656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78AD75F-97F1-C774-9C0B-26B1D2A5BDBD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78AD75F-97F1-C774-9C0B-26B1D2A5BDB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96363" y="4269440"/>
                  <a:ext cx="137755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BD7988-C5CA-6BBD-15FA-30F019227B84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BD7988-C5CA-6BBD-15FA-30F019227B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31660" y="4104286"/>
                  <a:ext cx="96480" cy="110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A64A81-E214-49A3-D6F6-9CEBEE880FA5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A64A81-E214-49A3-D6F6-9CEBEE880FA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16900" y="4059864"/>
                  <a:ext cx="121680" cy="15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3F81FD8-5D0E-AD8B-D772-53465A659D4C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3F81FD8-5D0E-AD8B-D772-53465A659D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26340" y="387992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45E102-FE00-6889-6E1C-52234A4C9648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45E102-FE00-6889-6E1C-52234A4C96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09649" y="3936080"/>
                  <a:ext cx="129103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048A095-3597-869A-1878-F31BE47E7141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048A095-3597-869A-1878-F31BE47E71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83460" y="3802982"/>
                  <a:ext cx="58320" cy="48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A028C94-9AFB-9ED7-C6D5-B13889183A7F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A028C94-9AFB-9ED7-C6D5-B13889183A7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92460" y="3833222"/>
                  <a:ext cx="112320" cy="98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30D0FB5-0A26-C641-646D-C737F2332992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30D0FB5-0A26-C641-646D-C737F23329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8660" y="369884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F4D653F-52AA-30A2-FD44-FEE51C29DED5}"/>
                  </a:ext>
                </a:extLst>
              </p14:cNvPr>
              <p14:cNvContentPartPr/>
              <p14:nvPr/>
            </p14:nvContentPartPr>
            <p14:xfrm>
              <a:off x="7438100" y="652160"/>
              <a:ext cx="210240" cy="322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F4D653F-52AA-30A2-FD44-FEE51C29DED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20100" y="634160"/>
                <a:ext cx="245880" cy="35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55378BC-9448-1F3A-4E07-A08DB7192010}"/>
              </a:ext>
            </a:extLst>
          </p:cNvPr>
          <p:cNvGrpSpPr/>
          <p:nvPr/>
        </p:nvGrpSpPr>
        <p:grpSpPr>
          <a:xfrm>
            <a:off x="7872260" y="769160"/>
            <a:ext cx="99000" cy="86760"/>
            <a:chOff x="7872260" y="769160"/>
            <a:chExt cx="9900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2215F5-0CF1-3A7C-2327-E528FE5EE9BA}"/>
                    </a:ext>
                  </a:extLst>
                </p14:cNvPr>
                <p14:cNvContentPartPr/>
                <p14:nvPr/>
              </p14:nvContentPartPr>
              <p14:xfrm>
                <a:off x="7872260" y="769160"/>
                <a:ext cx="5184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2215F5-0CF1-3A7C-2327-E528FE5EE9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54620" y="751160"/>
                  <a:ext cx="87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F284D5-25CC-2CD7-A534-C19EBBA92B63}"/>
                    </a:ext>
                  </a:extLst>
                </p14:cNvPr>
                <p14:cNvContentPartPr/>
                <p14:nvPr/>
              </p14:nvContentPartPr>
              <p14:xfrm>
                <a:off x="7897100" y="823880"/>
                <a:ext cx="74160" cy="3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F284D5-25CC-2CD7-A534-C19EBBA92B6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9100" y="805880"/>
                  <a:ext cx="109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67410B5-D8C5-432A-2565-C87223A79090}"/>
              </a:ext>
            </a:extLst>
          </p:cNvPr>
          <p:cNvGrpSpPr/>
          <p:nvPr/>
        </p:nvGrpSpPr>
        <p:grpSpPr>
          <a:xfrm>
            <a:off x="8185100" y="518600"/>
            <a:ext cx="1301040" cy="334440"/>
            <a:chOff x="8185100" y="518600"/>
            <a:chExt cx="13010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708E95-4C27-6088-E6F2-75126DBC65AB}"/>
                    </a:ext>
                  </a:extLst>
                </p14:cNvPr>
                <p14:cNvContentPartPr/>
                <p14:nvPr/>
              </p14:nvContentPartPr>
              <p14:xfrm>
                <a:off x="8291300" y="563600"/>
                <a:ext cx="51480" cy="28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708E95-4C27-6088-E6F2-75126DBC65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3660" y="545960"/>
                  <a:ext cx="87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03292A2-76F2-B44A-F201-E9A21D7E2E9D}"/>
                    </a:ext>
                  </a:extLst>
                </p14:cNvPr>
                <p14:cNvContentPartPr/>
                <p14:nvPr/>
              </p14:nvContentPartPr>
              <p14:xfrm>
                <a:off x="8185100" y="695720"/>
                <a:ext cx="200880" cy="88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03292A2-76F2-B44A-F201-E9A21D7E2E9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67460" y="678080"/>
                  <a:ext cx="236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C224E2-92D7-8756-1C5E-133B308BA56E}"/>
                    </a:ext>
                  </a:extLst>
                </p14:cNvPr>
                <p14:cNvContentPartPr/>
                <p14:nvPr/>
              </p14:nvContentPartPr>
              <p14:xfrm>
                <a:off x="8523140" y="518600"/>
                <a:ext cx="208800" cy="313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C224E2-92D7-8756-1C5E-133B308BA5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05500" y="500960"/>
                  <a:ext cx="244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8A580F-F5E3-6580-68D7-125FC1C9EE70}"/>
                    </a:ext>
                  </a:extLst>
                </p14:cNvPr>
                <p14:cNvContentPartPr/>
                <p14:nvPr/>
              </p14:nvContentPartPr>
              <p14:xfrm>
                <a:off x="8772980" y="586280"/>
                <a:ext cx="131040" cy="15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8A580F-F5E3-6580-68D7-125FC1C9EE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54980" y="568280"/>
                  <a:ext cx="166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07D2C0-D2F3-678E-575C-9BB641FBBD82}"/>
                    </a:ext>
                  </a:extLst>
                </p14:cNvPr>
                <p14:cNvContentPartPr/>
                <p14:nvPr/>
              </p14:nvContentPartPr>
              <p14:xfrm>
                <a:off x="8994740" y="680960"/>
                <a:ext cx="16560" cy="58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07D2C0-D2F3-678E-575C-9BB641FBBD8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77100" y="662960"/>
                  <a:ext cx="52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EDC4C16-8879-801E-FB28-19E4B58F85C8}"/>
                    </a:ext>
                  </a:extLst>
                </p14:cNvPr>
                <p14:cNvContentPartPr/>
                <p14:nvPr/>
              </p14:nvContentPartPr>
              <p14:xfrm>
                <a:off x="9010940" y="562880"/>
                <a:ext cx="20880" cy="5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EDC4C16-8879-801E-FB28-19E4B58F85C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92940" y="544880"/>
                  <a:ext cx="5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D866D32-15D8-3C58-352F-C1F206273D50}"/>
                    </a:ext>
                  </a:extLst>
                </p14:cNvPr>
                <p14:cNvContentPartPr/>
                <p14:nvPr/>
              </p14:nvContentPartPr>
              <p14:xfrm>
                <a:off x="9151700" y="597800"/>
                <a:ext cx="230760" cy="123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D866D32-15D8-3C58-352F-C1F206273D5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34060" y="579800"/>
                  <a:ext cx="266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20633D2-072D-E5D4-58C1-7313713D861F}"/>
                    </a:ext>
                  </a:extLst>
                </p14:cNvPr>
                <p14:cNvContentPartPr/>
                <p14:nvPr/>
              </p14:nvContentPartPr>
              <p14:xfrm>
                <a:off x="9467780" y="672320"/>
                <a:ext cx="18360" cy="52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20633D2-072D-E5D4-58C1-7313713D861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50140" y="654320"/>
                  <a:ext cx="54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0A0F98A-D4A3-6AD4-9B01-6153824EEFE1}"/>
                    </a:ext>
                  </a:extLst>
                </p14:cNvPr>
                <p14:cNvContentPartPr/>
                <p14:nvPr/>
              </p14:nvContentPartPr>
              <p14:xfrm>
                <a:off x="9473900" y="546320"/>
                <a:ext cx="10080" cy="1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0A0F98A-D4A3-6AD4-9B01-6153824EEF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5900" y="528320"/>
                  <a:ext cx="457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15015FB-5CC9-E064-7016-EF13BA69494D}"/>
              </a:ext>
            </a:extLst>
          </p:cNvPr>
          <p:cNvGrpSpPr/>
          <p:nvPr/>
        </p:nvGrpSpPr>
        <p:grpSpPr>
          <a:xfrm>
            <a:off x="9653540" y="454880"/>
            <a:ext cx="585360" cy="379440"/>
            <a:chOff x="9653540" y="454880"/>
            <a:chExt cx="5853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FB20485-8B6A-7BE0-BEBC-BA8D26C0C743}"/>
                    </a:ext>
                  </a:extLst>
                </p14:cNvPr>
                <p14:cNvContentPartPr/>
                <p14:nvPr/>
              </p14:nvContentPartPr>
              <p14:xfrm>
                <a:off x="9653540" y="651440"/>
                <a:ext cx="117000" cy="147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FB20485-8B6A-7BE0-BEBC-BA8D26C0C7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5900" y="633800"/>
                  <a:ext cx="152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4030DE5-0748-53CD-EC88-2F2BB31A5E06}"/>
                    </a:ext>
                  </a:extLst>
                </p14:cNvPr>
                <p14:cNvContentPartPr/>
                <p14:nvPr/>
              </p14:nvContentPartPr>
              <p14:xfrm>
                <a:off x="9732020" y="555680"/>
                <a:ext cx="23040" cy="182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4030DE5-0748-53CD-EC88-2F2BB31A5E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14380" y="538040"/>
                  <a:ext cx="58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990648D-19EB-D2F9-74A3-F07BD45ED3E0}"/>
                    </a:ext>
                  </a:extLst>
                </p14:cNvPr>
                <p14:cNvContentPartPr/>
                <p14:nvPr/>
              </p14:nvContentPartPr>
              <p14:xfrm>
                <a:off x="9930380" y="529400"/>
                <a:ext cx="113760" cy="189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990648D-19EB-D2F9-74A3-F07BD45ED3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12380" y="511760"/>
                  <a:ext cx="149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3BE1EFA-74CC-7BE2-16C5-16DD37415E68}"/>
                    </a:ext>
                  </a:extLst>
                </p14:cNvPr>
                <p14:cNvContentPartPr/>
                <p14:nvPr/>
              </p14:nvContentPartPr>
              <p14:xfrm>
                <a:off x="10086980" y="454880"/>
                <a:ext cx="151920" cy="379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3BE1EFA-74CC-7BE2-16C5-16DD37415E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69340" y="436880"/>
                  <a:ext cx="1875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35A0D2D1-3A8B-E0F6-8E25-541D0C4D013F}"/>
              </a:ext>
            </a:extLst>
          </p:cNvPr>
          <p:cNvGrpSpPr/>
          <p:nvPr/>
        </p:nvGrpSpPr>
        <p:grpSpPr>
          <a:xfrm>
            <a:off x="6859580" y="1009640"/>
            <a:ext cx="502200" cy="276480"/>
            <a:chOff x="6859580" y="1009640"/>
            <a:chExt cx="5022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7791B37-A50C-223F-E6CE-7E25AA22B884}"/>
                    </a:ext>
                  </a:extLst>
                </p14:cNvPr>
                <p14:cNvContentPartPr/>
                <p14:nvPr/>
              </p14:nvContentPartPr>
              <p14:xfrm>
                <a:off x="6873260" y="1009640"/>
                <a:ext cx="488520" cy="209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7791B37-A50C-223F-E6CE-7E25AA22B8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55260" y="991640"/>
                  <a:ext cx="524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0B768C3-193E-FF5B-DBE4-65B8B09D88C2}"/>
                    </a:ext>
                  </a:extLst>
                </p14:cNvPr>
                <p14:cNvContentPartPr/>
                <p14:nvPr/>
              </p14:nvContentPartPr>
              <p14:xfrm>
                <a:off x="6859580" y="1108640"/>
                <a:ext cx="144000" cy="177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0B768C3-193E-FF5B-DBE4-65B8B09D88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41940" y="1091000"/>
                  <a:ext cx="1796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12C508C-6992-38E6-1FD6-DBDF0D754CCF}"/>
              </a:ext>
            </a:extLst>
          </p:cNvPr>
          <p:cNvGrpSpPr/>
          <p:nvPr/>
        </p:nvGrpSpPr>
        <p:grpSpPr>
          <a:xfrm>
            <a:off x="6960020" y="1525520"/>
            <a:ext cx="472320" cy="274680"/>
            <a:chOff x="6960020" y="1525520"/>
            <a:chExt cx="47232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2AC880-269F-855B-7F10-31C640161A88}"/>
                    </a:ext>
                  </a:extLst>
                </p14:cNvPr>
                <p14:cNvContentPartPr/>
                <p14:nvPr/>
              </p14:nvContentPartPr>
              <p14:xfrm>
                <a:off x="6960020" y="1558640"/>
                <a:ext cx="18000" cy="241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2AC880-269F-855B-7F10-31C640161A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020" y="1540640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8FA1B0E-CF80-AFA7-569B-4524FEA2B76D}"/>
                    </a:ext>
                  </a:extLst>
                </p14:cNvPr>
                <p14:cNvContentPartPr/>
                <p14:nvPr/>
              </p14:nvContentPartPr>
              <p14:xfrm>
                <a:off x="6969380" y="1588520"/>
                <a:ext cx="133920" cy="149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8FA1B0E-CF80-AFA7-569B-4524FEA2B76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1740" y="1570520"/>
                  <a:ext cx="169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D0E471-F92F-9EC6-4039-2B07DDA38936}"/>
                    </a:ext>
                  </a:extLst>
                </p14:cNvPr>
                <p14:cNvContentPartPr/>
                <p14:nvPr/>
              </p14:nvContentPartPr>
              <p14:xfrm>
                <a:off x="6975140" y="1676000"/>
                <a:ext cx="114480" cy="61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D0E471-F92F-9EC6-4039-2B07DDA3893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7140" y="1658360"/>
                  <a:ext cx="150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A57155-23A2-F303-6752-0D7C5FFEB647}"/>
                    </a:ext>
                  </a:extLst>
                </p14:cNvPr>
                <p14:cNvContentPartPr/>
                <p14:nvPr/>
              </p14:nvContentPartPr>
              <p14:xfrm>
                <a:off x="7125620" y="1604360"/>
                <a:ext cx="144000" cy="91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A57155-23A2-F303-6752-0D7C5FFEB64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07980" y="1586360"/>
                  <a:ext cx="179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8FDD3FF-1BCC-A826-CB6E-54C279D3F884}"/>
                    </a:ext>
                  </a:extLst>
                </p14:cNvPr>
                <p14:cNvContentPartPr/>
                <p14:nvPr/>
              </p14:nvContentPartPr>
              <p14:xfrm>
                <a:off x="7344140" y="1525520"/>
                <a:ext cx="88200" cy="212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8FDD3FF-1BCC-A826-CB6E-54C279D3F88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26140" y="1507880"/>
                  <a:ext cx="1238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F8F66FB-22DF-8B2D-96C8-E44899845547}"/>
              </a:ext>
            </a:extLst>
          </p:cNvPr>
          <p:cNvGrpSpPr/>
          <p:nvPr/>
        </p:nvGrpSpPr>
        <p:grpSpPr>
          <a:xfrm>
            <a:off x="8005100" y="1269920"/>
            <a:ext cx="464400" cy="489960"/>
            <a:chOff x="8005100" y="1269920"/>
            <a:chExt cx="46440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96BE25A-E2FA-BC29-A36B-BC95369F748D}"/>
                    </a:ext>
                  </a:extLst>
                </p14:cNvPr>
                <p14:cNvContentPartPr/>
                <p14:nvPr/>
              </p14:nvContentPartPr>
              <p14:xfrm>
                <a:off x="8230100" y="1406360"/>
                <a:ext cx="31320" cy="183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96BE25A-E2FA-BC29-A36B-BC95369F748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12100" y="1388720"/>
                  <a:ext cx="66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6A5677-D063-797F-A662-3F06EB7A2D73}"/>
                    </a:ext>
                  </a:extLst>
                </p14:cNvPr>
                <p14:cNvContentPartPr/>
                <p14:nvPr/>
              </p14:nvContentPartPr>
              <p14:xfrm>
                <a:off x="8005100" y="1269920"/>
                <a:ext cx="464400" cy="489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6A5677-D063-797F-A662-3F06EB7A2D7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87460" y="1252280"/>
                  <a:ext cx="50004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8B4DD97C-4FC2-E0AF-8B25-7FF30475707B}"/>
              </a:ext>
            </a:extLst>
          </p:cNvPr>
          <p:cNvGrpSpPr/>
          <p:nvPr/>
        </p:nvGrpSpPr>
        <p:grpSpPr>
          <a:xfrm>
            <a:off x="8857940" y="1361000"/>
            <a:ext cx="747360" cy="241200"/>
            <a:chOff x="8857940" y="1361000"/>
            <a:chExt cx="74736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087165-0736-E378-2A33-29C468CFB111}"/>
                    </a:ext>
                  </a:extLst>
                </p14:cNvPr>
                <p14:cNvContentPartPr/>
                <p14:nvPr/>
              </p14:nvContentPartPr>
              <p14:xfrm>
                <a:off x="8871260" y="1427600"/>
                <a:ext cx="46440" cy="174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087165-0736-E378-2A33-29C468CFB11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53620" y="1409600"/>
                  <a:ext cx="82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99BCBB-79CC-CFB2-5C42-FC384C4A6BB3}"/>
                    </a:ext>
                  </a:extLst>
                </p14:cNvPr>
                <p14:cNvContentPartPr/>
                <p14:nvPr/>
              </p14:nvContentPartPr>
              <p14:xfrm>
                <a:off x="8857940" y="1372160"/>
                <a:ext cx="111240" cy="97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99BCBB-79CC-CFB2-5C42-FC384C4A6BB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39940" y="1354520"/>
                  <a:ext cx="146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5DA0E5E-AAD6-C5F9-D24E-DB7E0EAA0078}"/>
                    </a:ext>
                  </a:extLst>
                </p14:cNvPr>
                <p14:cNvContentPartPr/>
                <p14:nvPr/>
              </p14:nvContentPartPr>
              <p14:xfrm>
                <a:off x="8932100" y="1486280"/>
                <a:ext cx="82080" cy="38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5DA0E5E-AAD6-C5F9-D24E-DB7E0EAA007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14100" y="1468280"/>
                  <a:ext cx="117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CF387F2-B939-C6CD-D2D8-39D6F33C22AF}"/>
                    </a:ext>
                  </a:extLst>
                </p14:cNvPr>
                <p14:cNvContentPartPr/>
                <p14:nvPr/>
              </p14:nvContentPartPr>
              <p14:xfrm>
                <a:off x="9111380" y="1476560"/>
                <a:ext cx="48240" cy="92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CF387F2-B939-C6CD-D2D8-39D6F33C22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93380" y="1458920"/>
                  <a:ext cx="83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C97BE72-FAA5-3A80-5DC0-8053ADCF2720}"/>
                    </a:ext>
                  </a:extLst>
                </p14:cNvPr>
                <p14:cNvContentPartPr/>
                <p14:nvPr/>
              </p14:nvContentPartPr>
              <p14:xfrm>
                <a:off x="9149900" y="1363880"/>
                <a:ext cx="19440" cy="21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C97BE72-FAA5-3A80-5DC0-8053ADCF272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31900" y="1345880"/>
                  <a:ext cx="55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7468BF9-7129-00DC-AF8A-A49092847D17}"/>
                    </a:ext>
                  </a:extLst>
                </p14:cNvPr>
                <p14:cNvContentPartPr/>
                <p14:nvPr/>
              </p14:nvContentPartPr>
              <p14:xfrm>
                <a:off x="9252860" y="1485560"/>
                <a:ext cx="103320" cy="83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7468BF9-7129-00DC-AF8A-A49092847D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34860" y="1467920"/>
                  <a:ext cx="138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88538BE-FD8E-FEC1-A6F1-E96EE8CA5D29}"/>
                    </a:ext>
                  </a:extLst>
                </p14:cNvPr>
                <p14:cNvContentPartPr/>
                <p14:nvPr/>
              </p14:nvContentPartPr>
              <p14:xfrm>
                <a:off x="9497660" y="1361000"/>
                <a:ext cx="107640" cy="219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88538BE-FD8E-FEC1-A6F1-E96EE8CA5D2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80020" y="1343360"/>
                  <a:ext cx="1432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CE088D72-023A-4E3E-BF42-14F201C74EAE}"/>
              </a:ext>
            </a:extLst>
          </p:cNvPr>
          <p:cNvGrpSpPr/>
          <p:nvPr/>
        </p:nvGrpSpPr>
        <p:grpSpPr>
          <a:xfrm>
            <a:off x="10044500" y="1249760"/>
            <a:ext cx="1292040" cy="331560"/>
            <a:chOff x="10044500" y="1249760"/>
            <a:chExt cx="129204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A8AB819-5E58-7F5F-7466-0D6E8CBD118F}"/>
                    </a:ext>
                  </a:extLst>
                </p14:cNvPr>
                <p14:cNvContentPartPr/>
                <p14:nvPr/>
              </p14:nvContentPartPr>
              <p14:xfrm>
                <a:off x="10044500" y="1444160"/>
                <a:ext cx="186120" cy="1371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A8AB819-5E58-7F5F-7466-0D6E8CBD11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26860" y="1426160"/>
                  <a:ext cx="221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122BCC6-AEFD-B832-1BF9-40CBBB67B9F5}"/>
                    </a:ext>
                  </a:extLst>
                </p14:cNvPr>
                <p14:cNvContentPartPr/>
                <p14:nvPr/>
              </p14:nvContentPartPr>
              <p14:xfrm>
                <a:off x="10271300" y="1438760"/>
                <a:ext cx="177840" cy="105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122BCC6-AEFD-B832-1BF9-40CBBB67B9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53300" y="1420760"/>
                  <a:ext cx="213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D0E81C-0A7D-3E9E-121D-873E8BD9E515}"/>
                    </a:ext>
                  </a:extLst>
                </p14:cNvPr>
                <p14:cNvContentPartPr/>
                <p14:nvPr/>
              </p14:nvContentPartPr>
              <p14:xfrm>
                <a:off x="10484780" y="1457480"/>
                <a:ext cx="51120" cy="61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D0E81C-0A7D-3E9E-121D-873E8BD9E51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66780" y="1439480"/>
                  <a:ext cx="86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75805A1-A4E6-F63B-507B-407D4CD0FD42}"/>
                    </a:ext>
                  </a:extLst>
                </p14:cNvPr>
                <p14:cNvContentPartPr/>
                <p14:nvPr/>
              </p14:nvContentPartPr>
              <p14:xfrm>
                <a:off x="10497380" y="1332920"/>
                <a:ext cx="14040" cy="27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75805A1-A4E6-F63B-507B-407D4CD0FD4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79380" y="1315280"/>
                  <a:ext cx="49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6B0CC8-110B-089A-7B84-4653002857F8}"/>
                    </a:ext>
                  </a:extLst>
                </p14:cNvPr>
                <p14:cNvContentPartPr/>
                <p14:nvPr/>
              </p14:nvContentPartPr>
              <p14:xfrm>
                <a:off x="10606100" y="1297640"/>
                <a:ext cx="344160" cy="2815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6B0CC8-110B-089A-7B84-4653002857F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588100" y="1280000"/>
                  <a:ext cx="379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8D56433-8745-6FBB-8EED-2BFFD9EEA27B}"/>
                    </a:ext>
                  </a:extLst>
                </p14:cNvPr>
                <p14:cNvContentPartPr/>
                <p14:nvPr/>
              </p14:nvContentPartPr>
              <p14:xfrm>
                <a:off x="11084180" y="1249760"/>
                <a:ext cx="68040" cy="182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8D56433-8745-6FBB-8EED-2BFFD9EEA2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66540" y="1232120"/>
                  <a:ext cx="103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B675735-DC63-115F-7C6A-F836CE79391B}"/>
                    </a:ext>
                  </a:extLst>
                </p14:cNvPr>
                <p14:cNvContentPartPr/>
                <p14:nvPr/>
              </p14:nvContentPartPr>
              <p14:xfrm>
                <a:off x="11055740" y="1385840"/>
                <a:ext cx="106200" cy="33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B675735-DC63-115F-7C6A-F836CE79391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37740" y="1367840"/>
                  <a:ext cx="141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47FD93B-20B1-6056-DFB9-5B39677048A1}"/>
                    </a:ext>
                  </a:extLst>
                </p14:cNvPr>
                <p14:cNvContentPartPr/>
                <p14:nvPr/>
              </p14:nvContentPartPr>
              <p14:xfrm>
                <a:off x="11263820" y="1330040"/>
                <a:ext cx="72720" cy="1418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47FD93B-20B1-6056-DFB9-5B39677048A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46180" y="1312400"/>
                  <a:ext cx="1083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67F08B5-E083-8981-BAC9-E46415637385}"/>
              </a:ext>
            </a:extLst>
          </p:cNvPr>
          <p:cNvGrpSpPr/>
          <p:nvPr/>
        </p:nvGrpSpPr>
        <p:grpSpPr>
          <a:xfrm>
            <a:off x="9080060" y="1793720"/>
            <a:ext cx="635400" cy="261720"/>
            <a:chOff x="9080060" y="1793720"/>
            <a:chExt cx="63540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BF90918-0EBD-28DE-9B23-1C316E7B65BB}"/>
                    </a:ext>
                  </a:extLst>
                </p14:cNvPr>
                <p14:cNvContentPartPr/>
                <p14:nvPr/>
              </p14:nvContentPartPr>
              <p14:xfrm>
                <a:off x="9080060" y="1946360"/>
                <a:ext cx="428760" cy="109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BF90918-0EBD-28DE-9B23-1C316E7B65B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62420" y="1928360"/>
                  <a:ext cx="464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7869AC2-E02E-2F73-974F-19309586BA1B}"/>
                    </a:ext>
                  </a:extLst>
                </p14:cNvPr>
                <p14:cNvContentPartPr/>
                <p14:nvPr/>
              </p14:nvContentPartPr>
              <p14:xfrm>
                <a:off x="9642020" y="1793720"/>
                <a:ext cx="73440" cy="2422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7869AC2-E02E-2F73-974F-19309586BA1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24020" y="1775720"/>
                  <a:ext cx="10908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7DAA217-CA14-08E6-3DA7-38031D212EB4}"/>
              </a:ext>
            </a:extLst>
          </p:cNvPr>
          <p:cNvGrpSpPr/>
          <p:nvPr/>
        </p:nvGrpSpPr>
        <p:grpSpPr>
          <a:xfrm>
            <a:off x="10170140" y="1811720"/>
            <a:ext cx="666720" cy="213480"/>
            <a:chOff x="10170140" y="1811720"/>
            <a:chExt cx="6667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852BAEB-E251-D42F-45F2-BDC0EC045884}"/>
                    </a:ext>
                  </a:extLst>
                </p14:cNvPr>
                <p14:cNvContentPartPr/>
                <p14:nvPr/>
              </p14:nvContentPartPr>
              <p14:xfrm>
                <a:off x="10170140" y="1875440"/>
                <a:ext cx="226080" cy="138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852BAEB-E251-D42F-45F2-BDC0EC04588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52140" y="1857440"/>
                  <a:ext cx="261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EA06D7C-A0D5-0B85-C3EE-B4607E9DA7B3}"/>
                    </a:ext>
                  </a:extLst>
                </p14:cNvPr>
                <p14:cNvContentPartPr/>
                <p14:nvPr/>
              </p14:nvContentPartPr>
              <p14:xfrm>
                <a:off x="10350140" y="1811720"/>
                <a:ext cx="3240" cy="17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EA06D7C-A0D5-0B85-C3EE-B4607E9DA7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32140" y="1793720"/>
                  <a:ext cx="38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E8933B1-84FE-E34E-7158-0ECD7E0B46FA}"/>
                    </a:ext>
                  </a:extLst>
                </p14:cNvPr>
                <p14:cNvContentPartPr/>
                <p14:nvPr/>
              </p14:nvContentPartPr>
              <p14:xfrm>
                <a:off x="10507820" y="1895600"/>
                <a:ext cx="128160" cy="96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E8933B1-84FE-E34E-7158-0ECD7E0B46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89820" y="187796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AD3B137-9BD5-14C2-818F-869CF25A4FCE}"/>
                    </a:ext>
                  </a:extLst>
                </p14:cNvPr>
                <p14:cNvContentPartPr/>
                <p14:nvPr/>
              </p14:nvContentPartPr>
              <p14:xfrm>
                <a:off x="10749740" y="1861760"/>
                <a:ext cx="87120" cy="163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AD3B137-9BD5-14C2-818F-869CF25A4FC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32100" y="1844120"/>
                  <a:ext cx="12276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F2DCD11-A566-CC33-6885-81E086D87B75}"/>
              </a:ext>
            </a:extLst>
          </p:cNvPr>
          <p:cNvGrpSpPr/>
          <p:nvPr/>
        </p:nvGrpSpPr>
        <p:grpSpPr>
          <a:xfrm>
            <a:off x="9162500" y="2323640"/>
            <a:ext cx="457560" cy="278640"/>
            <a:chOff x="9162500" y="2323640"/>
            <a:chExt cx="4575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0F9628F-4AD3-6A84-CCB1-E33053C3C7F4}"/>
                    </a:ext>
                  </a:extLst>
                </p14:cNvPr>
                <p14:cNvContentPartPr/>
                <p14:nvPr/>
              </p14:nvContentPartPr>
              <p14:xfrm>
                <a:off x="9211460" y="2323640"/>
                <a:ext cx="88920" cy="278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0F9628F-4AD3-6A84-CCB1-E33053C3C7F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193460" y="2305640"/>
                  <a:ext cx="124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11D1DCD-8DDD-3F52-CB65-F039C747F9B5}"/>
                    </a:ext>
                  </a:extLst>
                </p14:cNvPr>
                <p14:cNvContentPartPr/>
                <p14:nvPr/>
              </p14:nvContentPartPr>
              <p14:xfrm>
                <a:off x="9162500" y="2398520"/>
                <a:ext cx="311760" cy="124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11D1DCD-8DDD-3F52-CB65-F039C747F9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144500" y="2380880"/>
                  <a:ext cx="347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B346527-FC3D-F193-FA7B-DE1A68D5B2CF}"/>
                    </a:ext>
                  </a:extLst>
                </p14:cNvPr>
                <p14:cNvContentPartPr/>
                <p14:nvPr/>
              </p14:nvContentPartPr>
              <p14:xfrm>
                <a:off x="9538700" y="2399240"/>
                <a:ext cx="81360" cy="10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B346527-FC3D-F193-FA7B-DE1A68D5B2C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520700" y="2381240"/>
                  <a:ext cx="11700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C5E21F53-A057-3E43-D839-EFD494795AD9}"/>
              </a:ext>
            </a:extLst>
          </p:cNvPr>
          <p:cNvGrpSpPr/>
          <p:nvPr/>
        </p:nvGrpSpPr>
        <p:grpSpPr>
          <a:xfrm>
            <a:off x="10043420" y="2272520"/>
            <a:ext cx="484920" cy="207360"/>
            <a:chOff x="10043420" y="2272520"/>
            <a:chExt cx="48492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A270316-2B65-4B73-D836-54FE1628DC81}"/>
                    </a:ext>
                  </a:extLst>
                </p14:cNvPr>
                <p14:cNvContentPartPr/>
                <p14:nvPr/>
              </p14:nvContentPartPr>
              <p14:xfrm>
                <a:off x="10062500" y="2272520"/>
                <a:ext cx="40680" cy="196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A270316-2B65-4B73-D836-54FE1628DC8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044500" y="2254880"/>
                  <a:ext cx="76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B3629FC-389B-9CB0-5D9B-566577D21D4E}"/>
                    </a:ext>
                  </a:extLst>
                </p14:cNvPr>
                <p14:cNvContentPartPr/>
                <p14:nvPr/>
              </p14:nvContentPartPr>
              <p14:xfrm>
                <a:off x="10043420" y="2320760"/>
                <a:ext cx="318240" cy="131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B3629FC-389B-9CB0-5D9B-566577D21D4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25420" y="2302760"/>
                  <a:ext cx="353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36D47A8-0D48-8AEA-61CC-8442A4256B8B}"/>
                    </a:ext>
                  </a:extLst>
                </p14:cNvPr>
                <p14:cNvContentPartPr/>
                <p14:nvPr/>
              </p14:nvContentPartPr>
              <p14:xfrm>
                <a:off x="10449140" y="2347040"/>
                <a:ext cx="79200" cy="132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36D47A8-0D48-8AEA-61CC-8442A4256B8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31140" y="2329040"/>
                  <a:ext cx="11484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88468C8-8301-7ABA-E67C-4CCAE15F8AF8}"/>
              </a:ext>
            </a:extLst>
          </p:cNvPr>
          <p:cNvGrpSpPr/>
          <p:nvPr/>
        </p:nvGrpSpPr>
        <p:grpSpPr>
          <a:xfrm>
            <a:off x="10888340" y="2166320"/>
            <a:ext cx="1286640" cy="298440"/>
            <a:chOff x="10888340" y="2166320"/>
            <a:chExt cx="128664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1BF0369-38ED-EFDC-18B5-70EA3D412BFD}"/>
                    </a:ext>
                  </a:extLst>
                </p14:cNvPr>
                <p14:cNvContentPartPr/>
                <p14:nvPr/>
              </p14:nvContentPartPr>
              <p14:xfrm>
                <a:off x="10888340" y="2340200"/>
                <a:ext cx="170640" cy="124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1BF0369-38ED-EFDC-18B5-70EA3D412BF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870700" y="2322560"/>
                  <a:ext cx="206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DB12B0A-188B-A727-4509-93CD6A42FD44}"/>
                    </a:ext>
                  </a:extLst>
                </p14:cNvPr>
                <p14:cNvContentPartPr/>
                <p14:nvPr/>
              </p14:nvContentPartPr>
              <p14:xfrm>
                <a:off x="11120540" y="2329400"/>
                <a:ext cx="73440" cy="126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DB12B0A-188B-A727-4509-93CD6A42FD4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102900" y="2311400"/>
                  <a:ext cx="109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642FE81-9F90-E5D9-F1DB-41873F282E76}"/>
                    </a:ext>
                  </a:extLst>
                </p14:cNvPr>
                <p14:cNvContentPartPr/>
                <p14:nvPr/>
              </p14:nvContentPartPr>
              <p14:xfrm>
                <a:off x="11325740" y="2203400"/>
                <a:ext cx="19440" cy="27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642FE81-9F90-E5D9-F1DB-41873F282E7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08100" y="2185400"/>
                  <a:ext cx="55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AF0EF91-6E86-ABFD-D242-F80283F20DB0}"/>
                    </a:ext>
                  </a:extLst>
                </p14:cNvPr>
                <p14:cNvContentPartPr/>
                <p14:nvPr/>
              </p14:nvContentPartPr>
              <p14:xfrm>
                <a:off x="11343380" y="2166320"/>
                <a:ext cx="25200" cy="267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AF0EF91-6E86-ABFD-D242-F80283F20D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325380" y="2148320"/>
                  <a:ext cx="60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B8E4CB7-1F4C-25E0-9440-373EFF1A5863}"/>
                    </a:ext>
                  </a:extLst>
                </p14:cNvPr>
                <p14:cNvContentPartPr/>
                <p14:nvPr/>
              </p14:nvContentPartPr>
              <p14:xfrm>
                <a:off x="11308460" y="2274320"/>
                <a:ext cx="118080" cy="88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B8E4CB7-1F4C-25E0-9440-373EFF1A586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290820" y="2256320"/>
                  <a:ext cx="153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3E4FE3B-5F37-8CFE-946B-A6BFDB4F8D00}"/>
                    </a:ext>
                  </a:extLst>
                </p14:cNvPr>
                <p14:cNvContentPartPr/>
                <p14:nvPr/>
              </p14:nvContentPartPr>
              <p14:xfrm>
                <a:off x="11462900" y="2313200"/>
                <a:ext cx="191520" cy="107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3E4FE3B-5F37-8CFE-946B-A6BFDB4F8D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445260" y="2295200"/>
                  <a:ext cx="227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615648F-F564-5E1C-E452-E1F898AA210C}"/>
                    </a:ext>
                  </a:extLst>
                </p14:cNvPr>
                <p14:cNvContentPartPr/>
                <p14:nvPr/>
              </p14:nvContentPartPr>
              <p14:xfrm>
                <a:off x="11724260" y="2293040"/>
                <a:ext cx="59760" cy="1083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615648F-F564-5E1C-E452-E1F898AA210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706620" y="2275400"/>
                  <a:ext cx="95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E575A49-BC10-27E3-D02C-A0E4A3144A27}"/>
                    </a:ext>
                  </a:extLst>
                </p14:cNvPr>
                <p14:cNvContentPartPr/>
                <p14:nvPr/>
              </p14:nvContentPartPr>
              <p14:xfrm>
                <a:off x="11805260" y="2312840"/>
                <a:ext cx="90000" cy="658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E575A49-BC10-27E3-D02C-A0E4A3144A2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787620" y="2294840"/>
                  <a:ext cx="125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CF30C7C-EE69-1B84-7B65-145DED2D9BEB}"/>
                    </a:ext>
                  </a:extLst>
                </p14:cNvPr>
                <p14:cNvContentPartPr/>
                <p14:nvPr/>
              </p14:nvContentPartPr>
              <p14:xfrm>
                <a:off x="12016940" y="2185400"/>
                <a:ext cx="24480" cy="172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CF30C7C-EE69-1B84-7B65-145DED2D9BE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998940" y="2167400"/>
                  <a:ext cx="60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BE0A8E0-E10B-0311-0B69-09962F0C11D4}"/>
                    </a:ext>
                  </a:extLst>
                </p14:cNvPr>
                <p14:cNvContentPartPr/>
                <p14:nvPr/>
              </p14:nvContentPartPr>
              <p14:xfrm>
                <a:off x="12039260" y="2266400"/>
                <a:ext cx="63360" cy="67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BE0A8E0-E10B-0311-0B69-09962F0C11D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021620" y="2248760"/>
                  <a:ext cx="99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A74BDD2-BEF7-D3C9-C694-14F188099DA4}"/>
                    </a:ext>
                  </a:extLst>
                </p14:cNvPr>
                <p14:cNvContentPartPr/>
                <p14:nvPr/>
              </p14:nvContentPartPr>
              <p14:xfrm>
                <a:off x="12170660" y="2381240"/>
                <a:ext cx="4320" cy="32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A74BDD2-BEF7-D3C9-C694-14F188099DA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152660" y="2363240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30D34D2-1BAC-F3B7-5812-E76674D68499}"/>
              </a:ext>
            </a:extLst>
          </p:cNvPr>
          <p:cNvGrpSpPr/>
          <p:nvPr/>
        </p:nvGrpSpPr>
        <p:grpSpPr>
          <a:xfrm>
            <a:off x="8047220" y="2817700"/>
            <a:ext cx="470160" cy="386640"/>
            <a:chOff x="8047220" y="2817700"/>
            <a:chExt cx="47016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09AD43B-22E4-2878-07AF-3961299B34AC}"/>
                    </a:ext>
                  </a:extLst>
                </p14:cNvPr>
                <p14:cNvContentPartPr/>
                <p14:nvPr/>
              </p14:nvContentPartPr>
              <p14:xfrm>
                <a:off x="8203820" y="2904100"/>
                <a:ext cx="154440" cy="1760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09AD43B-22E4-2878-07AF-3961299B34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86180" y="2886100"/>
                  <a:ext cx="190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4299BDC-0BD9-BF7D-8260-98B4C2C9D33B}"/>
                    </a:ext>
                  </a:extLst>
                </p14:cNvPr>
                <p14:cNvContentPartPr/>
                <p14:nvPr/>
              </p14:nvContentPartPr>
              <p14:xfrm>
                <a:off x="8047220" y="2817700"/>
                <a:ext cx="470160" cy="386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4299BDC-0BD9-BF7D-8260-98B4C2C9D33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29220" y="2799700"/>
                  <a:ext cx="505800" cy="42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96B45F0-AD4B-4F10-9810-F16DB5675633}"/>
              </a:ext>
            </a:extLst>
          </p:cNvPr>
          <p:cNvGrpSpPr/>
          <p:nvPr/>
        </p:nvGrpSpPr>
        <p:grpSpPr>
          <a:xfrm>
            <a:off x="8744180" y="2810860"/>
            <a:ext cx="950400" cy="273960"/>
            <a:chOff x="8744180" y="2810860"/>
            <a:chExt cx="95040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66DA2C9-43B8-BA70-0B55-113CBECAF22D}"/>
                    </a:ext>
                  </a:extLst>
                </p14:cNvPr>
                <p14:cNvContentPartPr/>
                <p14:nvPr/>
              </p14:nvContentPartPr>
              <p14:xfrm>
                <a:off x="8744180" y="2865940"/>
                <a:ext cx="297360" cy="218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66DA2C9-43B8-BA70-0B55-113CBECAF22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26180" y="2847940"/>
                  <a:ext cx="333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5DE1E00-0408-44BE-E676-263923797488}"/>
                    </a:ext>
                  </a:extLst>
                </p14:cNvPr>
                <p14:cNvContentPartPr/>
                <p14:nvPr/>
              </p14:nvContentPartPr>
              <p14:xfrm>
                <a:off x="9138020" y="2842540"/>
                <a:ext cx="163440" cy="1328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5DE1E00-0408-44BE-E676-26392379748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120020" y="2824540"/>
                  <a:ext cx="199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16106CF-549C-D7C1-059D-BD9E44198B30}"/>
                    </a:ext>
                  </a:extLst>
                </p14:cNvPr>
                <p14:cNvContentPartPr/>
                <p14:nvPr/>
              </p14:nvContentPartPr>
              <p14:xfrm>
                <a:off x="9405500" y="2869180"/>
                <a:ext cx="123120" cy="115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16106CF-549C-D7C1-059D-BD9E44198B3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387500" y="2851540"/>
                  <a:ext cx="158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2FCD375-C0C3-DCF3-7998-E67FDA9AADBA}"/>
                    </a:ext>
                  </a:extLst>
                </p14:cNvPr>
                <p14:cNvContentPartPr/>
                <p14:nvPr/>
              </p14:nvContentPartPr>
              <p14:xfrm>
                <a:off x="9628700" y="2810860"/>
                <a:ext cx="64440" cy="1663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2FCD375-C0C3-DCF3-7998-E67FDA9AAD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10700" y="2792860"/>
                  <a:ext cx="100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4EE9E9B-9F53-A719-47BE-5AE7909F1989}"/>
                    </a:ext>
                  </a:extLst>
                </p14:cNvPr>
                <p14:cNvContentPartPr/>
                <p14:nvPr/>
              </p14:nvContentPartPr>
              <p14:xfrm>
                <a:off x="9594860" y="2900140"/>
                <a:ext cx="99720" cy="20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4EE9E9B-9F53-A719-47BE-5AE7909F198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77220" y="2882140"/>
                  <a:ext cx="1353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9FC0251-F097-CED6-E63E-8EA113582153}"/>
              </a:ext>
            </a:extLst>
          </p:cNvPr>
          <p:cNvGrpSpPr/>
          <p:nvPr/>
        </p:nvGrpSpPr>
        <p:grpSpPr>
          <a:xfrm>
            <a:off x="9996620" y="2780980"/>
            <a:ext cx="255960" cy="222480"/>
            <a:chOff x="9996620" y="2780980"/>
            <a:chExt cx="25596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1B7C343-303C-BA68-D3AA-A2A3C3443CF3}"/>
                    </a:ext>
                  </a:extLst>
                </p14:cNvPr>
                <p14:cNvContentPartPr/>
                <p14:nvPr/>
              </p14:nvContentPartPr>
              <p14:xfrm>
                <a:off x="10044140" y="2894020"/>
                <a:ext cx="18720" cy="100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1B7C343-303C-BA68-D3AA-A2A3C3443CF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026500" y="2876380"/>
                  <a:ext cx="54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8BF4D7A-D267-2CB4-613C-B611969080F1}"/>
                    </a:ext>
                  </a:extLst>
                </p14:cNvPr>
                <p14:cNvContentPartPr/>
                <p14:nvPr/>
              </p14:nvContentPartPr>
              <p14:xfrm>
                <a:off x="9996620" y="2780980"/>
                <a:ext cx="27360" cy="12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8BF4D7A-D267-2CB4-613C-B611969080F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78620" y="2763340"/>
                  <a:ext cx="63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14A651-0143-6693-CCDB-3CA6E5123947}"/>
                    </a:ext>
                  </a:extLst>
                </p14:cNvPr>
                <p14:cNvContentPartPr/>
                <p14:nvPr/>
              </p14:nvContentPartPr>
              <p14:xfrm>
                <a:off x="10153940" y="2820220"/>
                <a:ext cx="98640" cy="1832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14A651-0143-6693-CCDB-3CA6E512394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36300" y="2802580"/>
                  <a:ext cx="1342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A98927F-4516-1556-87FF-40A3D1CF7DF1}"/>
              </a:ext>
            </a:extLst>
          </p:cNvPr>
          <p:cNvGrpSpPr/>
          <p:nvPr/>
        </p:nvGrpSpPr>
        <p:grpSpPr>
          <a:xfrm>
            <a:off x="10611500" y="2784220"/>
            <a:ext cx="550440" cy="173520"/>
            <a:chOff x="10611500" y="2784220"/>
            <a:chExt cx="55044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20ECEFA-981F-20F7-8026-4445B512DF2E}"/>
                    </a:ext>
                  </a:extLst>
                </p14:cNvPr>
                <p14:cNvContentPartPr/>
                <p14:nvPr/>
              </p14:nvContentPartPr>
              <p14:xfrm>
                <a:off x="10677380" y="2784220"/>
                <a:ext cx="6480" cy="1695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20ECEFA-981F-20F7-8026-4445B512DF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59740" y="2766220"/>
                  <a:ext cx="42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9A1AB42-62C4-4534-0529-300BFBE3C255}"/>
                    </a:ext>
                  </a:extLst>
                </p14:cNvPr>
                <p14:cNvContentPartPr/>
                <p14:nvPr/>
              </p14:nvContentPartPr>
              <p14:xfrm>
                <a:off x="10611500" y="2827780"/>
                <a:ext cx="392760" cy="123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9A1AB42-62C4-4534-0529-300BFBE3C25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593860" y="2810140"/>
                  <a:ext cx="428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F97C71A-CEFC-468C-FFEE-BCC14B4D3AE6}"/>
                    </a:ext>
                  </a:extLst>
                </p14:cNvPr>
                <p14:cNvContentPartPr/>
                <p14:nvPr/>
              </p14:nvContentPartPr>
              <p14:xfrm>
                <a:off x="11045660" y="2841100"/>
                <a:ext cx="116280" cy="116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F97C71A-CEFC-468C-FFEE-BCC14B4D3AE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027660" y="2823100"/>
                  <a:ext cx="1519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1AE60AEC-B3B8-4571-B56A-FFC78AD7DED6}"/>
              </a:ext>
            </a:extLst>
          </p:cNvPr>
          <p:cNvGrpSpPr/>
          <p:nvPr/>
        </p:nvGrpSpPr>
        <p:grpSpPr>
          <a:xfrm>
            <a:off x="9222260" y="3288580"/>
            <a:ext cx="525240" cy="207720"/>
            <a:chOff x="9222260" y="3288580"/>
            <a:chExt cx="52524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83F3309-61DE-21EB-133F-8681A286D55B}"/>
                    </a:ext>
                  </a:extLst>
                </p14:cNvPr>
                <p14:cNvContentPartPr/>
                <p14:nvPr/>
              </p14:nvContentPartPr>
              <p14:xfrm>
                <a:off x="9222260" y="3288580"/>
                <a:ext cx="41760" cy="199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83F3309-61DE-21EB-133F-8681A286D55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04620" y="3270940"/>
                  <a:ext cx="774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48B8F23-1B6C-CB0D-B570-80ABFB1F03D1}"/>
                    </a:ext>
                  </a:extLst>
                </p14:cNvPr>
                <p14:cNvContentPartPr/>
                <p14:nvPr/>
              </p14:nvContentPartPr>
              <p14:xfrm>
                <a:off x="9422060" y="3392620"/>
                <a:ext cx="10440" cy="1036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48B8F23-1B6C-CB0D-B570-80ABFB1F03D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04060" y="3374980"/>
                  <a:ext cx="46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1FD846A-8CDA-FDA6-8DB1-E3B40969D20C}"/>
                    </a:ext>
                  </a:extLst>
                </p14:cNvPr>
                <p14:cNvContentPartPr/>
                <p14:nvPr/>
              </p14:nvContentPartPr>
              <p14:xfrm>
                <a:off x="9409100" y="3297940"/>
                <a:ext cx="16920" cy="5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1FD846A-8CDA-FDA6-8DB1-E3B40969D20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391100" y="3279940"/>
                  <a:ext cx="52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9B2BA4-8F53-6166-728E-62178DE7D480}"/>
                    </a:ext>
                  </a:extLst>
                </p14:cNvPr>
                <p14:cNvContentPartPr/>
                <p14:nvPr/>
              </p14:nvContentPartPr>
              <p14:xfrm>
                <a:off x="9508460" y="3366700"/>
                <a:ext cx="117360" cy="69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9B2BA4-8F53-6166-728E-62178DE7D48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490820" y="3348700"/>
                  <a:ext cx="153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77E35A9-64CD-209B-F108-D37EA8309A54}"/>
                    </a:ext>
                  </a:extLst>
                </p14:cNvPr>
                <p14:cNvContentPartPr/>
                <p14:nvPr/>
              </p14:nvContentPartPr>
              <p14:xfrm>
                <a:off x="9698180" y="3333220"/>
                <a:ext cx="49320" cy="1015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77E35A9-64CD-209B-F108-D37EA8309A5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680540" y="3315580"/>
                  <a:ext cx="849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AFCF9A9-EC6F-2E96-8577-C1C8278DC713}"/>
              </a:ext>
            </a:extLst>
          </p:cNvPr>
          <p:cNvGrpSpPr/>
          <p:nvPr/>
        </p:nvGrpSpPr>
        <p:grpSpPr>
          <a:xfrm>
            <a:off x="10084820" y="3221620"/>
            <a:ext cx="821160" cy="259920"/>
            <a:chOff x="10084820" y="3221620"/>
            <a:chExt cx="82116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FF20B36-9CED-CA46-6BAA-051D3A75C28D}"/>
                    </a:ext>
                  </a:extLst>
                </p14:cNvPr>
                <p14:cNvContentPartPr/>
                <p14:nvPr/>
              </p14:nvContentPartPr>
              <p14:xfrm>
                <a:off x="10085540" y="3269860"/>
                <a:ext cx="105840" cy="211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FF20B36-9CED-CA46-6BAA-051D3A75C28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67540" y="3252220"/>
                  <a:ext cx="141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FA4D8CC-EE43-4765-1391-8E9BBE402C90}"/>
                    </a:ext>
                  </a:extLst>
                </p14:cNvPr>
                <p14:cNvContentPartPr/>
                <p14:nvPr/>
              </p14:nvContentPartPr>
              <p14:xfrm>
                <a:off x="10084820" y="3301180"/>
                <a:ext cx="404640" cy="1256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FA4D8CC-EE43-4765-1391-8E9BBE402C9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67180" y="3283180"/>
                  <a:ext cx="440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A49AD34-EEE4-B56F-0AD3-EDF5F9D812C9}"/>
                    </a:ext>
                  </a:extLst>
                </p14:cNvPr>
                <p14:cNvContentPartPr/>
                <p14:nvPr/>
              </p14:nvContentPartPr>
              <p14:xfrm>
                <a:off x="10526540" y="3315940"/>
                <a:ext cx="97200" cy="107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A49AD34-EEE4-B56F-0AD3-EDF5F9D812C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08540" y="3297940"/>
                  <a:ext cx="132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2B375D-8C2A-E99B-EFD9-A9BC8FE1C726}"/>
                    </a:ext>
                  </a:extLst>
                </p14:cNvPr>
                <p14:cNvContentPartPr/>
                <p14:nvPr/>
              </p14:nvContentPartPr>
              <p14:xfrm>
                <a:off x="10788260" y="3221620"/>
                <a:ext cx="51480" cy="205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2B375D-8C2A-E99B-EFD9-A9BC8FE1C72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770260" y="3203620"/>
                  <a:ext cx="871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6F37E23-1E84-0141-9E4A-E5A14D063C93}"/>
                    </a:ext>
                  </a:extLst>
                </p14:cNvPr>
                <p14:cNvContentPartPr/>
                <p14:nvPr/>
              </p14:nvContentPartPr>
              <p14:xfrm>
                <a:off x="10768460" y="3315220"/>
                <a:ext cx="137520" cy="64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6F37E23-1E84-0141-9E4A-E5A14D063C9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750460" y="3297580"/>
                  <a:ext cx="1731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899ACA99-CDD5-7B38-A9A8-D409CF6239C9}"/>
              </a:ext>
            </a:extLst>
          </p:cNvPr>
          <p:cNvGrpSpPr/>
          <p:nvPr/>
        </p:nvGrpSpPr>
        <p:grpSpPr>
          <a:xfrm>
            <a:off x="9638780" y="3593140"/>
            <a:ext cx="1746720" cy="253800"/>
            <a:chOff x="9638780" y="3593140"/>
            <a:chExt cx="174672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C361802-632D-16EF-A473-42E61120FFF2}"/>
                    </a:ext>
                  </a:extLst>
                </p14:cNvPr>
                <p14:cNvContentPartPr/>
                <p14:nvPr/>
              </p14:nvContentPartPr>
              <p14:xfrm>
                <a:off x="9638780" y="3666940"/>
                <a:ext cx="92520" cy="1612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C361802-632D-16EF-A473-42E61120FFF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20780" y="3649300"/>
                  <a:ext cx="12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26C328E-5527-E9DB-FCB0-0F04DB5657BF}"/>
                    </a:ext>
                  </a:extLst>
                </p14:cNvPr>
                <p14:cNvContentPartPr/>
                <p14:nvPr/>
              </p14:nvContentPartPr>
              <p14:xfrm>
                <a:off x="9810860" y="3663700"/>
                <a:ext cx="159120" cy="97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26C328E-5527-E9DB-FCB0-0F04DB5657B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792860" y="3646060"/>
                  <a:ext cx="194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FD2DFFE-D4E9-2170-9449-AB138C519F05}"/>
                    </a:ext>
                  </a:extLst>
                </p14:cNvPr>
                <p14:cNvContentPartPr/>
                <p14:nvPr/>
              </p14:nvContentPartPr>
              <p14:xfrm>
                <a:off x="10091660" y="3668020"/>
                <a:ext cx="14400" cy="178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FD2DFFE-D4E9-2170-9449-AB138C519F0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073660" y="3650380"/>
                  <a:ext cx="50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457A041-C161-A6E9-AED9-70DBEF1A3077}"/>
                    </a:ext>
                  </a:extLst>
                </p14:cNvPr>
                <p14:cNvContentPartPr/>
                <p14:nvPr/>
              </p14:nvContentPartPr>
              <p14:xfrm>
                <a:off x="10075100" y="3650740"/>
                <a:ext cx="99000" cy="1029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457A041-C161-A6E9-AED9-70DBEF1A307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57100" y="3633100"/>
                  <a:ext cx="134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7AABBCD-DAE1-E126-2FA8-D8591FDA8A42}"/>
                    </a:ext>
                  </a:extLst>
                </p14:cNvPr>
                <p14:cNvContentPartPr/>
                <p14:nvPr/>
              </p14:nvContentPartPr>
              <p14:xfrm>
                <a:off x="10235660" y="3697900"/>
                <a:ext cx="87840" cy="75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7AABBCD-DAE1-E126-2FA8-D8591FDA8A4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217660" y="3680260"/>
                  <a:ext cx="123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BE8D771-AA27-E711-4CFD-4285EF6389D3}"/>
                    </a:ext>
                  </a:extLst>
                </p14:cNvPr>
                <p14:cNvContentPartPr/>
                <p14:nvPr/>
              </p14:nvContentPartPr>
              <p14:xfrm>
                <a:off x="10431860" y="3704020"/>
                <a:ext cx="51120" cy="91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BE8D771-AA27-E711-4CFD-4285EF6389D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14220" y="3686380"/>
                  <a:ext cx="86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36DD825-520F-9027-740D-5A3F91DEC51A}"/>
                    </a:ext>
                  </a:extLst>
                </p14:cNvPr>
                <p14:cNvContentPartPr/>
                <p14:nvPr/>
              </p14:nvContentPartPr>
              <p14:xfrm>
                <a:off x="10581980" y="3706180"/>
                <a:ext cx="119880" cy="727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36DD825-520F-9027-740D-5A3F91DEC5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563980" y="3688180"/>
                  <a:ext cx="155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C4D876A-7796-90C8-F236-1F9172F6A125}"/>
                    </a:ext>
                  </a:extLst>
                </p14:cNvPr>
                <p14:cNvContentPartPr/>
                <p14:nvPr/>
              </p14:nvContentPartPr>
              <p14:xfrm>
                <a:off x="10809140" y="3593140"/>
                <a:ext cx="50040" cy="171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C4D876A-7796-90C8-F236-1F9172F6A12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91140" y="3575500"/>
                  <a:ext cx="85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71A0131-2172-FCEF-0EA9-7D1D3C88E8BB}"/>
                    </a:ext>
                  </a:extLst>
                </p14:cNvPr>
                <p14:cNvContentPartPr/>
                <p14:nvPr/>
              </p14:nvContentPartPr>
              <p14:xfrm>
                <a:off x="10773860" y="3658660"/>
                <a:ext cx="127440" cy="633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71A0131-2172-FCEF-0EA9-7D1D3C88E8B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756220" y="3640660"/>
                  <a:ext cx="163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CB4D1EE-4D8D-1E61-0AD4-95FB12C1405E}"/>
                    </a:ext>
                  </a:extLst>
                </p14:cNvPr>
                <p14:cNvContentPartPr/>
                <p14:nvPr/>
              </p14:nvContentPartPr>
              <p14:xfrm>
                <a:off x="10941260" y="3656140"/>
                <a:ext cx="95760" cy="849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CB4D1EE-4D8D-1E61-0AD4-95FB12C1405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923260" y="3638140"/>
                  <a:ext cx="131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8D120D5-A3BA-9A31-9795-C982D0B76606}"/>
                    </a:ext>
                  </a:extLst>
                </p14:cNvPr>
                <p14:cNvContentPartPr/>
                <p14:nvPr/>
              </p14:nvContentPartPr>
              <p14:xfrm>
                <a:off x="11197940" y="3615100"/>
                <a:ext cx="65520" cy="1526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8D120D5-A3BA-9A31-9795-C982D0B7660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179940" y="3597100"/>
                  <a:ext cx="101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4F989AD-299B-7AFD-6A93-75361933EA15}"/>
                    </a:ext>
                  </a:extLst>
                </p14:cNvPr>
                <p14:cNvContentPartPr/>
                <p14:nvPr/>
              </p14:nvContentPartPr>
              <p14:xfrm>
                <a:off x="11374700" y="3652900"/>
                <a:ext cx="10800" cy="295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4F989AD-299B-7AFD-6A93-75361933EA1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356700" y="3634900"/>
                  <a:ext cx="46440" cy="6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4663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41F9-9F95-EC41-A7E4-103A22C4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3947-5689-BEA1-19B5-3A0C848A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AND gate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483AC7F-2099-1455-4D46-61A66B3A4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4288545" cy="4498857"/>
          </a:xfrm>
          <a:prstGeom prst="rect">
            <a:avLst/>
          </a:prstGeom>
        </p:spPr>
      </p:pic>
      <p:pic>
        <p:nvPicPr>
          <p:cNvPr id="7" name="Picture 6" descr="A white background with black and white numbers&#10;&#10;AI-generated content may be incorrect.">
            <a:extLst>
              <a:ext uri="{FF2B5EF4-FFF2-40B4-BE49-F238E27FC236}">
                <a16:creationId xmlns:a16="http://schemas.microsoft.com/office/drawing/2014/main" id="{EDF3D66D-F3F9-6296-BB4D-88E77AED7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348" y="3392428"/>
            <a:ext cx="7167640" cy="324164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5956DDC-8D0D-3E53-F8A1-A2E231E17B46}"/>
              </a:ext>
            </a:extLst>
          </p:cNvPr>
          <p:cNvGrpSpPr/>
          <p:nvPr/>
        </p:nvGrpSpPr>
        <p:grpSpPr>
          <a:xfrm>
            <a:off x="4569980" y="166520"/>
            <a:ext cx="2262960" cy="2982240"/>
            <a:chOff x="4569980" y="166520"/>
            <a:chExt cx="2262960" cy="29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678BCCB-8A03-A49A-0CD7-771AF86D0ACD}"/>
                    </a:ext>
                  </a:extLst>
                </p14:cNvPr>
                <p14:cNvContentPartPr/>
                <p14:nvPr/>
              </p14:nvContentPartPr>
              <p14:xfrm>
                <a:off x="5493740" y="340760"/>
                <a:ext cx="73800" cy="538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678BCCB-8A03-A49A-0CD7-771AF86D0A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740" y="322760"/>
                  <a:ext cx="10944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43958E-5869-94D1-C08A-EFBE79A57D1A}"/>
                    </a:ext>
                  </a:extLst>
                </p14:cNvPr>
                <p14:cNvContentPartPr/>
                <p14:nvPr/>
              </p14:nvContentPartPr>
              <p14:xfrm>
                <a:off x="5452340" y="365600"/>
                <a:ext cx="378720" cy="51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43958E-5869-94D1-C08A-EFBE79A57D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4340" y="347587"/>
                  <a:ext cx="414360" cy="552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5A64E3-44A1-ED70-AD5B-63AD215E030C}"/>
                    </a:ext>
                  </a:extLst>
                </p14:cNvPr>
                <p14:cNvContentPartPr/>
                <p14:nvPr/>
              </p14:nvContentPartPr>
              <p14:xfrm>
                <a:off x="5890100" y="532280"/>
                <a:ext cx="593280" cy="28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5A64E3-44A1-ED70-AD5B-63AD215E03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72100" y="514502"/>
                  <a:ext cx="628920" cy="6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2FC76C-100F-9C0F-1187-CE5D51A464BA}"/>
                    </a:ext>
                  </a:extLst>
                </p14:cNvPr>
                <p14:cNvContentPartPr/>
                <p14:nvPr/>
              </p14:nvContentPartPr>
              <p14:xfrm>
                <a:off x="5021780" y="537680"/>
                <a:ext cx="531360" cy="31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2FC76C-100F-9C0F-1187-CE5D51A464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03780" y="519885"/>
                  <a:ext cx="567000" cy="6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7B6576-315C-279B-CDB7-D64DF778ADB0}"/>
                    </a:ext>
                  </a:extLst>
                </p14:cNvPr>
                <p14:cNvContentPartPr/>
                <p14:nvPr/>
              </p14:nvContentPartPr>
              <p14:xfrm>
                <a:off x="4985060" y="692840"/>
                <a:ext cx="534960" cy="7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7B6576-315C-279B-CDB7-D64DF778AD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7060" y="674840"/>
                  <a:ext cx="57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0E9512-A183-5F69-7815-5D7BC8EDBB92}"/>
                    </a:ext>
                  </a:extLst>
                </p14:cNvPr>
                <p14:cNvContentPartPr/>
                <p14:nvPr/>
              </p14:nvContentPartPr>
              <p14:xfrm>
                <a:off x="4601660" y="294680"/>
                <a:ext cx="169200" cy="13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0E9512-A183-5F69-7815-5D7BC8EDBB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3622" y="276680"/>
                  <a:ext cx="204916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0C444D-9E05-2911-EB3D-93492CFB5467}"/>
                    </a:ext>
                  </a:extLst>
                </p14:cNvPr>
                <p14:cNvContentPartPr/>
                <p14:nvPr/>
              </p14:nvContentPartPr>
              <p14:xfrm>
                <a:off x="4623260" y="260120"/>
                <a:ext cx="141120" cy="18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0C444D-9E05-2911-EB3D-93492CFB54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214" y="242120"/>
                  <a:ext cx="176851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0313948-01D4-D4A2-D736-B18A69E660B6}"/>
                    </a:ext>
                  </a:extLst>
                </p14:cNvPr>
                <p14:cNvContentPartPr/>
                <p14:nvPr/>
              </p14:nvContentPartPr>
              <p14:xfrm>
                <a:off x="4885340" y="301160"/>
                <a:ext cx="21240" cy="17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0313948-01D4-D4A2-D736-B18A69E660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7340" y="283197"/>
                  <a:ext cx="56880" cy="2105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4F2968-BA40-F129-C6B1-9487EFC7803D}"/>
                    </a:ext>
                  </a:extLst>
                </p14:cNvPr>
                <p14:cNvContentPartPr/>
                <p14:nvPr/>
              </p14:nvContentPartPr>
              <p14:xfrm>
                <a:off x="4569980" y="793280"/>
                <a:ext cx="1411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4F2968-BA40-F129-C6B1-9487EFC780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1934" y="775280"/>
                  <a:ext cx="176851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1670E9-9232-6BCE-D2AC-E8B2569BEE69}"/>
                    </a:ext>
                  </a:extLst>
                </p14:cNvPr>
                <p14:cNvContentPartPr/>
                <p14:nvPr/>
              </p14:nvContentPartPr>
              <p14:xfrm>
                <a:off x="4642340" y="727760"/>
                <a:ext cx="99720" cy="18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1670E9-9232-6BCE-D2AC-E8B2569BEE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4340" y="709760"/>
                  <a:ext cx="13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B086BA-3750-CF1A-CB16-E475DAB26C79}"/>
                    </a:ext>
                  </a:extLst>
                </p14:cNvPr>
                <p14:cNvContentPartPr/>
                <p14:nvPr/>
              </p14:nvContentPartPr>
              <p14:xfrm>
                <a:off x="4802180" y="875360"/>
                <a:ext cx="152640" cy="14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B086BA-3750-CF1A-CB16-E475DAB26C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4180" y="857360"/>
                  <a:ext cx="188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E5F87D-35D0-D649-CB1C-C76B65DEFCCC}"/>
                    </a:ext>
                  </a:extLst>
                </p14:cNvPr>
                <p14:cNvContentPartPr/>
                <p14:nvPr/>
              </p14:nvContentPartPr>
              <p14:xfrm>
                <a:off x="6331820" y="166520"/>
                <a:ext cx="154440" cy="9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E5F87D-35D0-D649-CB1C-C76B65DEFC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13778" y="148520"/>
                  <a:ext cx="190163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047CA4-49B8-D741-24DF-B5C71EBB2B53}"/>
                    </a:ext>
                  </a:extLst>
                </p14:cNvPr>
                <p14:cNvContentPartPr/>
                <p14:nvPr/>
              </p14:nvContentPartPr>
              <p14:xfrm>
                <a:off x="6448820" y="266960"/>
                <a:ext cx="2952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047CA4-49B8-D741-24DF-B5C71EBB2B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0820" y="249021"/>
                  <a:ext cx="65160" cy="1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06D34E-590E-1900-EC49-5DFFD51790C2}"/>
                    </a:ext>
                  </a:extLst>
                </p14:cNvPr>
                <p14:cNvContentPartPr/>
                <p14:nvPr/>
              </p14:nvContentPartPr>
              <p14:xfrm>
                <a:off x="5918180" y="1142480"/>
                <a:ext cx="103680" cy="192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06D34E-590E-1900-EC49-5DFFD51790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00180" y="1124480"/>
                  <a:ext cx="139320" cy="19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529E98-6ACB-0144-0245-0113B85335D7}"/>
                    </a:ext>
                  </a:extLst>
                </p14:cNvPr>
                <p14:cNvContentPartPr/>
                <p14:nvPr/>
              </p14:nvContentPartPr>
              <p14:xfrm>
                <a:off x="4878500" y="1481240"/>
                <a:ext cx="1954440" cy="136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529E98-6ACB-0144-0245-0113B85335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60500" y="1463240"/>
                  <a:ext cx="199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73D46-20A0-AC5B-90E5-E080A9630243}"/>
                    </a:ext>
                  </a:extLst>
                </p14:cNvPr>
                <p14:cNvContentPartPr/>
                <p14:nvPr/>
              </p14:nvContentPartPr>
              <p14:xfrm>
                <a:off x="4851500" y="1350560"/>
                <a:ext cx="219600" cy="76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73D46-20A0-AC5B-90E5-E080A96302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33529" y="1332560"/>
                  <a:ext cx="255182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7433854-2FD8-E577-35B7-56C64E55B678}"/>
                    </a:ext>
                  </a:extLst>
                </p14:cNvPr>
                <p14:cNvContentPartPr/>
                <p14:nvPr/>
              </p14:nvContentPartPr>
              <p14:xfrm>
                <a:off x="4920260" y="1256960"/>
                <a:ext cx="146880" cy="25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7433854-2FD8-E577-35B7-56C64E55B6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2260" y="1238960"/>
                  <a:ext cx="182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F04473-0DBF-99C2-6FD6-2AF85D8F8DCE}"/>
                    </a:ext>
                  </a:extLst>
                </p14:cNvPr>
                <p14:cNvContentPartPr/>
                <p14:nvPr/>
              </p14:nvContentPartPr>
              <p14:xfrm>
                <a:off x="5168300" y="1405280"/>
                <a:ext cx="11520" cy="70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F04473-0DBF-99C2-6FD6-2AF85D8F8D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50300" y="1387280"/>
                  <a:ext cx="4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B2A18B-0A4C-F0E2-C3B0-EAAED06D7EAF}"/>
                    </a:ext>
                  </a:extLst>
                </p14:cNvPr>
                <p14:cNvContentPartPr/>
                <p14:nvPr/>
              </p14:nvContentPartPr>
              <p14:xfrm>
                <a:off x="5446940" y="1270280"/>
                <a:ext cx="146880" cy="13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B2A18B-0A4C-F0E2-C3B0-EAAED06D7E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8940" y="1252280"/>
                  <a:ext cx="182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F28066-77C8-6F19-926E-BAAF419B3D0B}"/>
                    </a:ext>
                  </a:extLst>
                </p14:cNvPr>
                <p14:cNvContentPartPr/>
                <p14:nvPr/>
              </p14:nvContentPartPr>
              <p14:xfrm>
                <a:off x="5522180" y="1268480"/>
                <a:ext cx="83160" cy="153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F28066-77C8-6F19-926E-BAAF419B3D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4180" y="1250480"/>
                  <a:ext cx="118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A19CA-863D-EC62-1999-7CE272553AEA}"/>
                    </a:ext>
                  </a:extLst>
                </p14:cNvPr>
                <p14:cNvContentPartPr/>
                <p14:nvPr/>
              </p14:nvContentPartPr>
              <p14:xfrm>
                <a:off x="5664380" y="1343720"/>
                <a:ext cx="126000" cy="73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A19CA-863D-EC62-1999-7CE272553A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6380" y="1325720"/>
                  <a:ext cx="161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14C6A7-5353-05F9-9896-C7024A63FED9}"/>
                    </a:ext>
                  </a:extLst>
                </p14:cNvPr>
                <p14:cNvContentPartPr/>
                <p14:nvPr/>
              </p14:nvContentPartPr>
              <p14:xfrm>
                <a:off x="6266300" y="1148240"/>
                <a:ext cx="159480" cy="10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14C6A7-5353-05F9-9896-C7024A63FE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8300" y="1130240"/>
                  <a:ext cx="195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6D36EE-BBA2-BC1F-6BD8-DF52A920FD3C}"/>
                    </a:ext>
                  </a:extLst>
                </p14:cNvPr>
                <p14:cNvContentPartPr/>
                <p14:nvPr/>
              </p14:nvContentPartPr>
              <p14:xfrm>
                <a:off x="6371060" y="1220960"/>
                <a:ext cx="19080" cy="178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6D36EE-BBA2-BC1F-6BD8-DF52A920FD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3060" y="1202960"/>
                  <a:ext cx="54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072F2B-3843-297D-88DA-ED1F18F263E7}"/>
                    </a:ext>
                  </a:extLst>
                </p14:cNvPr>
                <p14:cNvContentPartPr/>
                <p14:nvPr/>
              </p14:nvContentPartPr>
              <p14:xfrm>
                <a:off x="4982540" y="1815320"/>
                <a:ext cx="127080" cy="17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072F2B-3843-297D-88DA-ED1F18F263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4591" y="1797320"/>
                  <a:ext cx="162619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7BFB71-4C6F-212B-45CC-77D9EADF3126}"/>
                    </a:ext>
                  </a:extLst>
                </p14:cNvPr>
                <p14:cNvContentPartPr/>
                <p14:nvPr/>
              </p14:nvContentPartPr>
              <p14:xfrm>
                <a:off x="5411300" y="1785080"/>
                <a:ext cx="137520" cy="161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7BFB71-4C6F-212B-45CC-77D9EADF31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3300" y="1767080"/>
                  <a:ext cx="17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43E885F-B618-6BDE-05E8-931CB37F86AE}"/>
                    </a:ext>
                  </a:extLst>
                </p14:cNvPr>
                <p14:cNvContentPartPr/>
                <p14:nvPr/>
              </p14:nvContentPartPr>
              <p14:xfrm>
                <a:off x="5004860" y="2200880"/>
                <a:ext cx="164160" cy="14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43E885F-B618-6BDE-05E8-931CB37F86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6899" y="2182880"/>
                  <a:ext cx="19972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7A304A-3461-1688-F11E-7943081CF697}"/>
                    </a:ext>
                  </a:extLst>
                </p14:cNvPr>
                <p14:cNvContentPartPr/>
                <p14:nvPr/>
              </p14:nvContentPartPr>
              <p14:xfrm>
                <a:off x="5486540" y="2171360"/>
                <a:ext cx="49680" cy="152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7A304A-3461-1688-F11E-7943081CF69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8409" y="2153360"/>
                  <a:ext cx="855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402C19-C6ED-A308-3BE3-A124781FA99B}"/>
                    </a:ext>
                  </a:extLst>
                </p14:cNvPr>
                <p14:cNvContentPartPr/>
                <p14:nvPr/>
              </p14:nvContentPartPr>
              <p14:xfrm>
                <a:off x="5116460" y="2603000"/>
                <a:ext cx="20880" cy="11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402C19-C6ED-A308-3BE3-A124781FA99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8765" y="2585000"/>
                  <a:ext cx="55916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CB8EC0-3A1B-A657-9DAF-95D6836CB156}"/>
                    </a:ext>
                  </a:extLst>
                </p14:cNvPr>
                <p14:cNvContentPartPr/>
                <p14:nvPr/>
              </p14:nvContentPartPr>
              <p14:xfrm>
                <a:off x="5443700" y="2514800"/>
                <a:ext cx="117720" cy="19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CB8EC0-3A1B-A657-9DAF-95D6836CB1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25700" y="2496833"/>
                  <a:ext cx="153360" cy="23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EBB2B9-76FB-52E8-D558-72A05E6868EF}"/>
                    </a:ext>
                  </a:extLst>
                </p14:cNvPr>
                <p14:cNvContentPartPr/>
                <p14:nvPr/>
              </p14:nvContentPartPr>
              <p14:xfrm>
                <a:off x="5123660" y="2990720"/>
                <a:ext cx="22680" cy="15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EBB2B9-76FB-52E8-D558-72A05E6868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05660" y="2972720"/>
                  <a:ext cx="58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657F3B-754E-91F8-A3B3-06FDC75B6EA4}"/>
                    </a:ext>
                  </a:extLst>
                </p14:cNvPr>
                <p14:cNvContentPartPr/>
                <p14:nvPr/>
              </p14:nvContentPartPr>
              <p14:xfrm>
                <a:off x="5476460" y="2943920"/>
                <a:ext cx="18360" cy="15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657F3B-754E-91F8-A3B3-06FDC75B6E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8806" y="2925920"/>
                  <a:ext cx="53315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AAB98F-AFA8-BA19-C6A3-EE64F8B26C82}"/>
                    </a:ext>
                  </a:extLst>
                </p14:cNvPr>
                <p14:cNvContentPartPr/>
                <p14:nvPr/>
              </p14:nvContentPartPr>
              <p14:xfrm>
                <a:off x="6246500" y="1712720"/>
                <a:ext cx="1411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AAB98F-AFA8-BA19-C6A3-EE64F8B26C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8500" y="1694720"/>
                  <a:ext cx="176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56EEB3-D31B-4181-3F44-8EF752BF7D7B}"/>
                    </a:ext>
                  </a:extLst>
                </p14:cNvPr>
                <p14:cNvContentPartPr/>
                <p14:nvPr/>
              </p14:nvContentPartPr>
              <p14:xfrm>
                <a:off x="6299060" y="2044280"/>
                <a:ext cx="105840" cy="16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56EEB3-D31B-4181-3F44-8EF752BF7D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1060" y="2026280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9F7458-C3D4-FFC7-D574-192106ED89B7}"/>
                    </a:ext>
                  </a:extLst>
                </p14:cNvPr>
                <p14:cNvContentPartPr/>
                <p14:nvPr/>
              </p14:nvContentPartPr>
              <p14:xfrm>
                <a:off x="6302660" y="2452520"/>
                <a:ext cx="11304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9F7458-C3D4-FFC7-D574-192106ED89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84660" y="2434520"/>
                  <a:ext cx="148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ED1F3E-A8CB-A852-A0F4-13524D2F8565}"/>
                    </a:ext>
                  </a:extLst>
                </p14:cNvPr>
                <p14:cNvContentPartPr/>
                <p14:nvPr/>
              </p14:nvContentPartPr>
              <p14:xfrm>
                <a:off x="6384020" y="2852120"/>
                <a:ext cx="29880" cy="25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ED1F3E-A8CB-A852-A0F4-13524D2F85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66234" y="2834145"/>
                  <a:ext cx="65096" cy="2915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A09C8EC-A8CE-8A7E-4969-4C66331DEF65}"/>
              </a:ext>
            </a:extLst>
          </p:cNvPr>
          <p:cNvGrpSpPr/>
          <p:nvPr/>
        </p:nvGrpSpPr>
        <p:grpSpPr>
          <a:xfrm>
            <a:off x="2511860" y="2717120"/>
            <a:ext cx="1909440" cy="442800"/>
            <a:chOff x="2511860" y="2717120"/>
            <a:chExt cx="190944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0FD484-5363-DF05-1D36-AC032A4690AC}"/>
                    </a:ext>
                  </a:extLst>
                </p14:cNvPr>
                <p14:cNvContentPartPr/>
                <p14:nvPr/>
              </p14:nvContentPartPr>
              <p14:xfrm>
                <a:off x="2511860" y="2842760"/>
                <a:ext cx="258480" cy="254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0FD484-5363-DF05-1D36-AC032A4690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93860" y="2824735"/>
                  <a:ext cx="294120" cy="290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712844-5A64-0343-C293-B118F94CE150}"/>
                    </a:ext>
                  </a:extLst>
                </p14:cNvPr>
                <p14:cNvContentPartPr/>
                <p14:nvPr/>
              </p14:nvContentPartPr>
              <p14:xfrm>
                <a:off x="2855660" y="2975600"/>
                <a:ext cx="80280" cy="183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712844-5A64-0343-C293-B118F94CE1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37579" y="2957565"/>
                  <a:ext cx="116081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444CF45-0FFF-9988-5F72-67FE3983A60F}"/>
                    </a:ext>
                  </a:extLst>
                </p14:cNvPr>
                <p14:cNvContentPartPr/>
                <p14:nvPr/>
              </p14:nvContentPartPr>
              <p14:xfrm>
                <a:off x="3018380" y="3010880"/>
                <a:ext cx="165960" cy="42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444CF45-0FFF-9988-5F72-67FE3983A6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00380" y="2992880"/>
                  <a:ext cx="201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BDD350B-9D42-0084-F693-AD14E7041AAB}"/>
                    </a:ext>
                  </a:extLst>
                </p14:cNvPr>
                <p14:cNvContentPartPr/>
                <p14:nvPr/>
              </p14:nvContentPartPr>
              <p14:xfrm>
                <a:off x="3145100" y="2909720"/>
                <a:ext cx="55800" cy="250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BDD350B-9D42-0084-F693-AD14E7041A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27100" y="2891720"/>
                  <a:ext cx="91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0AD4E33-6AA2-E5A9-EB61-2DA823C98E94}"/>
                    </a:ext>
                  </a:extLst>
                </p14:cNvPr>
                <p14:cNvContentPartPr/>
                <p14:nvPr/>
              </p14:nvContentPartPr>
              <p14:xfrm>
                <a:off x="3263540" y="2866520"/>
                <a:ext cx="141840" cy="183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0AD4E33-6AA2-E5A9-EB61-2DA823C98E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5586" y="2848555"/>
                  <a:ext cx="177390" cy="218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3F1AC81-9FB2-6109-A0DB-B34E1441D8D9}"/>
                    </a:ext>
                  </a:extLst>
                </p14:cNvPr>
                <p14:cNvContentPartPr/>
                <p14:nvPr/>
              </p14:nvContentPartPr>
              <p14:xfrm>
                <a:off x="3494300" y="2958680"/>
                <a:ext cx="179280" cy="113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3F1AC81-9FB2-6109-A0DB-B34E1441D8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76264" y="2940680"/>
                  <a:ext cx="214992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16153CA-D92C-E183-B8DB-4A0B8BB2326F}"/>
                    </a:ext>
                  </a:extLst>
                </p14:cNvPr>
                <p14:cNvContentPartPr/>
                <p14:nvPr/>
              </p14:nvContentPartPr>
              <p14:xfrm>
                <a:off x="3752420" y="2810000"/>
                <a:ext cx="79920" cy="3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16153CA-D92C-E183-B8DB-4A0B8BB232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34420" y="2792000"/>
                  <a:ext cx="115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BBEF632-BE0C-22E7-76FC-0F7BB2E994D7}"/>
                    </a:ext>
                  </a:extLst>
                </p14:cNvPr>
                <p14:cNvContentPartPr/>
                <p14:nvPr/>
              </p14:nvContentPartPr>
              <p14:xfrm>
                <a:off x="3833780" y="2874800"/>
                <a:ext cx="64800" cy="43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BBEF632-BE0C-22E7-76FC-0F7BB2E994D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15679" y="2856800"/>
                  <a:ext cx="100639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2636B5C-E56B-52EB-2338-032828F686A4}"/>
                    </a:ext>
                  </a:extLst>
                </p14:cNvPr>
                <p14:cNvContentPartPr/>
                <p14:nvPr/>
              </p14:nvContentPartPr>
              <p14:xfrm>
                <a:off x="3975980" y="2717120"/>
                <a:ext cx="78840" cy="279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2636B5C-E56B-52EB-2338-032828F686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57980" y="2699120"/>
                  <a:ext cx="114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7BE8F1B-499F-BA6B-B6A0-AF6C01E836AC}"/>
                    </a:ext>
                  </a:extLst>
                </p14:cNvPr>
                <p14:cNvContentPartPr/>
                <p14:nvPr/>
              </p14:nvContentPartPr>
              <p14:xfrm>
                <a:off x="4134380" y="2807840"/>
                <a:ext cx="7560" cy="11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7BE8F1B-499F-BA6B-B6A0-AF6C01E836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6380" y="2789840"/>
                  <a:ext cx="43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3F4335F-AAAC-5090-3CEA-2A4A34A76583}"/>
                    </a:ext>
                  </a:extLst>
                </p14:cNvPr>
                <p14:cNvContentPartPr/>
                <p14:nvPr/>
              </p14:nvContentPartPr>
              <p14:xfrm>
                <a:off x="4301060" y="2727200"/>
                <a:ext cx="100080" cy="29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3F4335F-AAAC-5090-3CEA-2A4A34A765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3060" y="2709200"/>
                  <a:ext cx="13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8219B53-5F66-0243-81CB-80E2D6AF400F}"/>
                    </a:ext>
                  </a:extLst>
                </p14:cNvPr>
                <p14:cNvContentPartPr/>
                <p14:nvPr/>
              </p14:nvContentPartPr>
              <p14:xfrm>
                <a:off x="4307900" y="2755280"/>
                <a:ext cx="113400" cy="198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8219B53-5F66-0243-81CB-80E2D6AF40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89900" y="2737280"/>
                  <a:ext cx="1490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AD472F1-020B-31D8-7A31-7AAA8732195C}"/>
              </a:ext>
            </a:extLst>
          </p:cNvPr>
          <p:cNvGrpSpPr/>
          <p:nvPr/>
        </p:nvGrpSpPr>
        <p:grpSpPr>
          <a:xfrm>
            <a:off x="2656580" y="1755920"/>
            <a:ext cx="1840320" cy="518760"/>
            <a:chOff x="2656580" y="1755920"/>
            <a:chExt cx="184032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EEED26A-2702-756B-9EF0-FB3B10456E88}"/>
                    </a:ext>
                  </a:extLst>
                </p14:cNvPr>
                <p14:cNvContentPartPr/>
                <p14:nvPr/>
              </p14:nvContentPartPr>
              <p14:xfrm>
                <a:off x="2656580" y="2027720"/>
                <a:ext cx="156960" cy="196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EEED26A-2702-756B-9EF0-FB3B10456E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8580" y="2009720"/>
                  <a:ext cx="19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04BCDB2-88A5-D39F-1159-3E9F77B23A88}"/>
                    </a:ext>
                  </a:extLst>
                </p14:cNvPr>
                <p14:cNvContentPartPr/>
                <p14:nvPr/>
              </p14:nvContentPartPr>
              <p14:xfrm>
                <a:off x="2921900" y="2071280"/>
                <a:ext cx="50040" cy="203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04BCDB2-88A5-D39F-1159-3E9F77B23A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04029" y="2053280"/>
                  <a:ext cx="85425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4098B3F-31D3-7877-67A2-BD8853368718}"/>
                    </a:ext>
                  </a:extLst>
                </p14:cNvPr>
                <p14:cNvContentPartPr/>
                <p14:nvPr/>
              </p14:nvContentPartPr>
              <p14:xfrm>
                <a:off x="3061220" y="2004320"/>
                <a:ext cx="124920" cy="35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4098B3F-31D3-7877-67A2-BD88533687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43220" y="1986320"/>
                  <a:ext cx="160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9E9BC11-0132-8994-9E8C-5AAAFF1F52ED}"/>
                    </a:ext>
                  </a:extLst>
                </p14:cNvPr>
                <p14:cNvContentPartPr/>
                <p14:nvPr/>
              </p14:nvContentPartPr>
              <p14:xfrm>
                <a:off x="3178580" y="1960400"/>
                <a:ext cx="46440" cy="200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9E9BC11-0132-8994-9E8C-5AAAFF1F52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60718" y="1942400"/>
                  <a:ext cx="81806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52DD13-CAB0-B83A-EF32-FEB170D87001}"/>
                    </a:ext>
                  </a:extLst>
                </p14:cNvPr>
                <p14:cNvContentPartPr/>
                <p14:nvPr/>
              </p14:nvContentPartPr>
              <p14:xfrm>
                <a:off x="3305660" y="1923680"/>
                <a:ext cx="160560" cy="19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52DD13-CAB0-B83A-EF32-FEB170D870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87660" y="1905680"/>
                  <a:ext cx="196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FE77E2-4702-0F61-6E49-F540E5FA916F}"/>
                    </a:ext>
                  </a:extLst>
                </p14:cNvPr>
                <p14:cNvContentPartPr/>
                <p14:nvPr/>
              </p14:nvContentPartPr>
              <p14:xfrm>
                <a:off x="3575300" y="2010080"/>
                <a:ext cx="119880" cy="132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FE77E2-4702-0F61-6E49-F540E5FA916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57300" y="1992129"/>
                  <a:ext cx="155520" cy="1680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0872FB-4CAC-B4BB-8DC0-0D11F17916DD}"/>
                    </a:ext>
                  </a:extLst>
                </p14:cNvPr>
                <p14:cNvContentPartPr/>
                <p14:nvPr/>
              </p14:nvContentPartPr>
              <p14:xfrm>
                <a:off x="3730460" y="1928000"/>
                <a:ext cx="73800" cy="34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0872FB-4CAC-B4BB-8DC0-0D11F17916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12372" y="1910000"/>
                  <a:ext cx="109615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9F352BA-61CD-A04F-D210-48FEB912D5FB}"/>
                    </a:ext>
                  </a:extLst>
                </p14:cNvPr>
                <p14:cNvContentPartPr/>
                <p14:nvPr/>
              </p14:nvContentPartPr>
              <p14:xfrm>
                <a:off x="3781220" y="1978040"/>
                <a:ext cx="52560" cy="51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9F352BA-61CD-A04F-D210-48FEB912D5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63220" y="1960040"/>
                  <a:ext cx="88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6A91F00-1F33-E2A5-22A7-3F08622A2E83}"/>
                    </a:ext>
                  </a:extLst>
                </p14:cNvPr>
                <p14:cNvContentPartPr/>
                <p14:nvPr/>
              </p14:nvContentPartPr>
              <p14:xfrm>
                <a:off x="3905060" y="1855280"/>
                <a:ext cx="51120" cy="220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6A91F00-1F33-E2A5-22A7-3F08622A2E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7060" y="1837280"/>
                  <a:ext cx="86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C776EE8-5B1C-5BAB-D6E5-BE58FAED813D}"/>
                    </a:ext>
                  </a:extLst>
                </p14:cNvPr>
                <p14:cNvContentPartPr/>
                <p14:nvPr/>
              </p14:nvContentPartPr>
              <p14:xfrm>
                <a:off x="4042220" y="1926560"/>
                <a:ext cx="7920" cy="7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C776EE8-5B1C-5BAB-D6E5-BE58FAED81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24220" y="1908560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5467ADA-8018-68D6-FEAF-A0D624A4CE42}"/>
                    </a:ext>
                  </a:extLst>
                </p14:cNvPr>
                <p14:cNvContentPartPr/>
                <p14:nvPr/>
              </p14:nvContentPartPr>
              <p14:xfrm>
                <a:off x="4124660" y="1820360"/>
                <a:ext cx="172080" cy="178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5467ADA-8018-68D6-FEAF-A0D624A4CE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06660" y="1802360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F98AF6-3545-652D-7DD7-A0CFA3506FB1}"/>
                    </a:ext>
                  </a:extLst>
                </p14:cNvPr>
                <p14:cNvContentPartPr/>
                <p14:nvPr/>
              </p14:nvContentPartPr>
              <p14:xfrm>
                <a:off x="4210700" y="1925120"/>
                <a:ext cx="70560" cy="45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F98AF6-3545-652D-7DD7-A0CFA3506FB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2700" y="1906977"/>
                  <a:ext cx="106200" cy="81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647C54F-D055-D0E8-7A60-8A3F53C945F9}"/>
                    </a:ext>
                  </a:extLst>
                </p14:cNvPr>
                <p14:cNvContentPartPr/>
                <p14:nvPr/>
              </p14:nvContentPartPr>
              <p14:xfrm>
                <a:off x="4400420" y="1755920"/>
                <a:ext cx="72000" cy="55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647C54F-D055-D0E8-7A60-8A3F53C945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82510" y="1737920"/>
                  <a:ext cx="107463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A955304-7DB1-A5D3-D151-5454C811D828}"/>
                    </a:ext>
                  </a:extLst>
                </p14:cNvPr>
                <p14:cNvContentPartPr/>
                <p14:nvPr/>
              </p14:nvContentPartPr>
              <p14:xfrm>
                <a:off x="4403300" y="1777520"/>
                <a:ext cx="93600" cy="218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A955304-7DB1-A5D3-D151-5454C811D82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85300" y="1759550"/>
                  <a:ext cx="129240" cy="25374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4ADC092-A840-6E06-B96C-6D3FC8580498}"/>
                  </a:ext>
                </a:extLst>
              </p14:cNvPr>
              <p14:cNvContentPartPr/>
              <p14:nvPr/>
            </p14:nvContentPartPr>
            <p14:xfrm>
              <a:off x="825260" y="53480"/>
              <a:ext cx="129960" cy="17305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4ADC092-A840-6E06-B96C-6D3FC858049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07260" y="35476"/>
                <a:ext cx="165600" cy="1766167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96E82A7-AB75-2485-47B3-94D522DEBABC}"/>
              </a:ext>
            </a:extLst>
          </p:cNvPr>
          <p:cNvGrpSpPr/>
          <p:nvPr/>
        </p:nvGrpSpPr>
        <p:grpSpPr>
          <a:xfrm>
            <a:off x="4343180" y="5280680"/>
            <a:ext cx="2904840" cy="319680"/>
            <a:chOff x="4343180" y="5280680"/>
            <a:chExt cx="290484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045D70E-4208-DBDE-656C-C0C512DAB35F}"/>
                    </a:ext>
                  </a:extLst>
                </p14:cNvPr>
                <p14:cNvContentPartPr/>
                <p14:nvPr/>
              </p14:nvContentPartPr>
              <p14:xfrm>
                <a:off x="4343180" y="5280680"/>
                <a:ext cx="2904840" cy="19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045D70E-4208-DBDE-656C-C0C512DAB3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325180" y="5262647"/>
                  <a:ext cx="2940480" cy="232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B054060-E683-5310-3B7B-14A517FF577D}"/>
                    </a:ext>
                  </a:extLst>
                </p14:cNvPr>
                <p14:cNvContentPartPr/>
                <p14:nvPr/>
              </p14:nvContentPartPr>
              <p14:xfrm>
                <a:off x="7080620" y="5367080"/>
                <a:ext cx="156600" cy="233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B054060-E683-5310-3B7B-14A517FF57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2620" y="5349080"/>
                  <a:ext cx="19224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B59FFB5-18E5-CC91-9B06-A58DB9C3AE6C}"/>
              </a:ext>
            </a:extLst>
          </p:cNvPr>
          <p:cNvGrpSpPr/>
          <p:nvPr/>
        </p:nvGrpSpPr>
        <p:grpSpPr>
          <a:xfrm>
            <a:off x="322340" y="552080"/>
            <a:ext cx="1600920" cy="1197360"/>
            <a:chOff x="322340" y="552080"/>
            <a:chExt cx="1600920" cy="11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726387-BF19-EFC2-C28C-796ECAD4F7DB}"/>
                    </a:ext>
                  </a:extLst>
                </p14:cNvPr>
                <p14:cNvContentPartPr/>
                <p14:nvPr/>
              </p14:nvContentPartPr>
              <p14:xfrm>
                <a:off x="771260" y="789320"/>
                <a:ext cx="1152000" cy="960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9726387-BF19-EFC2-C28C-796ECAD4F7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3260" y="771320"/>
                  <a:ext cx="11876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5633580-83DE-28F1-7092-5C21B420E5A0}"/>
                    </a:ext>
                  </a:extLst>
                </p14:cNvPr>
                <p14:cNvContentPartPr/>
                <p14:nvPr/>
              </p14:nvContentPartPr>
              <p14:xfrm>
                <a:off x="322340" y="747560"/>
                <a:ext cx="147240" cy="140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5633580-83DE-28F1-7092-5C21B420E5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4340" y="729560"/>
                  <a:ext cx="182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D23FEB4-89C2-6333-6E91-5AEC324027D8}"/>
                    </a:ext>
                  </a:extLst>
                </p14:cNvPr>
                <p14:cNvContentPartPr/>
                <p14:nvPr/>
              </p14:nvContentPartPr>
              <p14:xfrm>
                <a:off x="415220" y="702200"/>
                <a:ext cx="23040" cy="19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D23FEB4-89C2-6333-6E91-5AEC324027D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7220" y="683854"/>
                  <a:ext cx="58680" cy="55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8F6CF1-DDDF-4838-7CBA-43B72C3B4243}"/>
                    </a:ext>
                  </a:extLst>
                </p14:cNvPr>
                <p14:cNvContentPartPr/>
                <p14:nvPr/>
              </p14:nvContentPartPr>
              <p14:xfrm>
                <a:off x="459860" y="552080"/>
                <a:ext cx="13680" cy="60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8F6CF1-DDDF-4838-7CBA-43B72C3B42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1860" y="533973"/>
                  <a:ext cx="49320" cy="96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8AA7C4-8D39-383B-590A-70EF06B71E4C}"/>
                    </a:ext>
                  </a:extLst>
                </p14:cNvPr>
                <p14:cNvContentPartPr/>
                <p14:nvPr/>
              </p14:nvContentPartPr>
              <p14:xfrm>
                <a:off x="450860" y="576200"/>
                <a:ext cx="101160" cy="10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8AA7C4-8D39-383B-590A-70EF06B71E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2924" y="558200"/>
                  <a:ext cx="136674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EC48273-56E9-4564-CABC-35505D8F880E}"/>
              </a:ext>
            </a:extLst>
          </p:cNvPr>
          <p:cNvGrpSpPr/>
          <p:nvPr/>
        </p:nvGrpSpPr>
        <p:grpSpPr>
          <a:xfrm>
            <a:off x="4252820" y="4140560"/>
            <a:ext cx="1504440" cy="1713960"/>
            <a:chOff x="4252820" y="4140560"/>
            <a:chExt cx="1504440" cy="17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F6BD946-C57E-39AC-7993-E5B3C5FB97DF}"/>
                    </a:ext>
                  </a:extLst>
                </p14:cNvPr>
                <p14:cNvContentPartPr/>
                <p14:nvPr/>
              </p14:nvContentPartPr>
              <p14:xfrm>
                <a:off x="4252820" y="4140560"/>
                <a:ext cx="51840" cy="22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F6BD946-C57E-39AC-7993-E5B3C5FB97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4944" y="4122560"/>
                  <a:ext cx="87234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86EAC02-483E-403B-0A48-6C2BE3E8A69C}"/>
                    </a:ext>
                  </a:extLst>
                </p14:cNvPr>
                <p14:cNvContentPartPr/>
                <p14:nvPr/>
              </p14:nvContentPartPr>
              <p14:xfrm>
                <a:off x="4318700" y="4157480"/>
                <a:ext cx="1186920" cy="1224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86EAC02-483E-403B-0A48-6C2BE3E8A69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00695" y="4139480"/>
                  <a:ext cx="1222571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4F2311B-490B-8294-AD27-4230702D5728}"/>
                    </a:ext>
                  </a:extLst>
                </p14:cNvPr>
                <p14:cNvContentPartPr/>
                <p14:nvPr/>
              </p14:nvContentPartPr>
              <p14:xfrm>
                <a:off x="5439380" y="5723840"/>
                <a:ext cx="146880" cy="130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4F2311B-490B-8294-AD27-4230702D5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1380" y="5705840"/>
                  <a:ext cx="18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8D4B458-7ABA-7737-C0EE-F1B5F831F4C0}"/>
                    </a:ext>
                  </a:extLst>
                </p14:cNvPr>
                <p14:cNvContentPartPr/>
                <p14:nvPr/>
              </p14:nvContentPartPr>
              <p14:xfrm>
                <a:off x="5582660" y="5696840"/>
                <a:ext cx="2880" cy="9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8D4B458-7ABA-7737-C0EE-F1B5F831F4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4660" y="5678840"/>
                  <a:ext cx="38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FC253E3-43CB-CA20-13D0-9FB93399C9F3}"/>
                    </a:ext>
                  </a:extLst>
                </p14:cNvPr>
                <p14:cNvContentPartPr/>
                <p14:nvPr/>
              </p14:nvContentPartPr>
              <p14:xfrm>
                <a:off x="5625140" y="5518640"/>
                <a:ext cx="132120" cy="140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FC253E3-43CB-CA20-13D0-9FB93399C9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07140" y="5500594"/>
                  <a:ext cx="167760" cy="17577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DA7AF0A-4B82-A2A6-44F0-426AA7C29CCD}"/>
              </a:ext>
            </a:extLst>
          </p:cNvPr>
          <p:cNvGrpSpPr/>
          <p:nvPr/>
        </p:nvGrpSpPr>
        <p:grpSpPr>
          <a:xfrm>
            <a:off x="6263780" y="5503160"/>
            <a:ext cx="388440" cy="520200"/>
            <a:chOff x="6263780" y="5503160"/>
            <a:chExt cx="3884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C2FCF2-D29E-7064-A8D5-E67F64993A73}"/>
                    </a:ext>
                  </a:extLst>
                </p14:cNvPr>
                <p14:cNvContentPartPr/>
                <p14:nvPr/>
              </p14:nvContentPartPr>
              <p14:xfrm>
                <a:off x="6263780" y="5713040"/>
                <a:ext cx="30600" cy="18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C2FCF2-D29E-7064-A8D5-E67F64993A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45780" y="5695386"/>
                  <a:ext cx="66240" cy="53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1F58597-5F2B-E883-9799-7980406164F5}"/>
                    </a:ext>
                  </a:extLst>
                </p14:cNvPr>
                <p14:cNvContentPartPr/>
                <p14:nvPr/>
              </p14:nvContentPartPr>
              <p14:xfrm>
                <a:off x="6394460" y="5607920"/>
                <a:ext cx="98280" cy="109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1F58597-5F2B-E883-9799-7980406164F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6460" y="5589920"/>
                  <a:ext cx="133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EFC0FB-859F-9DF7-643C-8DC2DE48EE04}"/>
                    </a:ext>
                  </a:extLst>
                </p14:cNvPr>
                <p14:cNvContentPartPr/>
                <p14:nvPr/>
              </p14:nvContentPartPr>
              <p14:xfrm>
                <a:off x="6335780" y="5577320"/>
                <a:ext cx="237960" cy="240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EFC0FB-859F-9DF7-643C-8DC2DE48EE0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17753" y="5559320"/>
                  <a:ext cx="273654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DBE1BFE-D08F-7F63-7833-42E3BCDDCABF}"/>
                    </a:ext>
                  </a:extLst>
                </p14:cNvPr>
                <p14:cNvContentPartPr/>
                <p14:nvPr/>
              </p14:nvContentPartPr>
              <p14:xfrm>
                <a:off x="6463220" y="5638160"/>
                <a:ext cx="49680" cy="10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DBE1BFE-D08F-7F63-7833-42E3BCDDCA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45089" y="5620160"/>
                  <a:ext cx="855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0A55737-B5A5-D1FE-B0C5-6ED7A641405D}"/>
                    </a:ext>
                  </a:extLst>
                </p14:cNvPr>
                <p14:cNvContentPartPr/>
                <p14:nvPr/>
              </p14:nvContentPartPr>
              <p14:xfrm>
                <a:off x="6531260" y="5503160"/>
                <a:ext cx="27000" cy="74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0A55737-B5A5-D1FE-B0C5-6ED7A64140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13260" y="5485160"/>
                  <a:ext cx="62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24F51C3-8672-6CC0-4B44-887991F05E5C}"/>
                    </a:ext>
                  </a:extLst>
                </p14:cNvPr>
                <p14:cNvContentPartPr/>
                <p14:nvPr/>
              </p14:nvContentPartPr>
              <p14:xfrm>
                <a:off x="6558260" y="5533400"/>
                <a:ext cx="93960" cy="106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24F51C3-8672-6CC0-4B44-887991F05E5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540260" y="5515400"/>
                  <a:ext cx="129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ADC1422-B07F-4646-3087-63416F96C42A}"/>
                    </a:ext>
                  </a:extLst>
                </p14:cNvPr>
                <p14:cNvContentPartPr/>
                <p14:nvPr/>
              </p14:nvContentPartPr>
              <p14:xfrm>
                <a:off x="6268460" y="5822480"/>
                <a:ext cx="208800" cy="200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ADC1422-B07F-4646-3087-63416F96C42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0460" y="5804448"/>
                  <a:ext cx="244440" cy="23658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8D60420-07C7-8026-FB24-4CC85C0AA84F}"/>
                  </a:ext>
                </a:extLst>
              </p14:cNvPr>
              <p14:cNvContentPartPr/>
              <p14:nvPr/>
            </p14:nvContentPartPr>
            <p14:xfrm>
              <a:off x="181220" y="2212760"/>
              <a:ext cx="4220280" cy="38653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8D60420-07C7-8026-FB24-4CC85C0AA84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3220" y="2194760"/>
                <a:ext cx="4255920" cy="39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CA342C6-751D-35CE-686C-5D3F2358EF1F}"/>
              </a:ext>
            </a:extLst>
          </p:cNvPr>
          <p:cNvGrpSpPr/>
          <p:nvPr/>
        </p:nvGrpSpPr>
        <p:grpSpPr>
          <a:xfrm>
            <a:off x="2103260" y="3716840"/>
            <a:ext cx="1074960" cy="744120"/>
            <a:chOff x="2103260" y="3716840"/>
            <a:chExt cx="1074960" cy="74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585BC2-DC6C-0716-28C5-B636029A7789}"/>
                    </a:ext>
                  </a:extLst>
                </p14:cNvPr>
                <p14:cNvContentPartPr/>
                <p14:nvPr/>
              </p14:nvContentPartPr>
              <p14:xfrm>
                <a:off x="2103260" y="4194560"/>
                <a:ext cx="225000" cy="266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585BC2-DC6C-0716-28C5-B636029A77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85260" y="4176560"/>
                  <a:ext cx="26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D5787FF-8040-59DC-F4B9-F1D9D0FBF032}"/>
                    </a:ext>
                  </a:extLst>
                </p14:cNvPr>
                <p14:cNvContentPartPr/>
                <p14:nvPr/>
              </p14:nvContentPartPr>
              <p14:xfrm>
                <a:off x="2414300" y="4287440"/>
                <a:ext cx="102240" cy="161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D5787FF-8040-59DC-F4B9-F1D9D0FBF0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96363" y="4269440"/>
                  <a:ext cx="137755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A703DB3-AFBE-41B3-9FA1-3B76EB536A81}"/>
                    </a:ext>
                  </a:extLst>
                </p14:cNvPr>
                <p14:cNvContentPartPr/>
                <p14:nvPr/>
              </p14:nvContentPartPr>
              <p14:xfrm>
                <a:off x="2549660" y="4122200"/>
                <a:ext cx="60840" cy="74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A703DB3-AFBE-41B3-9FA1-3B76EB536A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531660" y="4104286"/>
                  <a:ext cx="96480" cy="110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69F7C6-89F7-4579-E009-4BCDC2A5EA81}"/>
                    </a:ext>
                  </a:extLst>
                </p14:cNvPr>
                <p14:cNvContentPartPr/>
                <p14:nvPr/>
              </p14:nvContentPartPr>
              <p14:xfrm>
                <a:off x="2534900" y="4077920"/>
                <a:ext cx="86040" cy="115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69F7C6-89F7-4579-E009-4BCDC2A5EA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16900" y="4059864"/>
                  <a:ext cx="121680" cy="15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232E9F6-D257-5138-DA1B-DDD378F0BE3C}"/>
                    </a:ext>
                  </a:extLst>
                </p14:cNvPr>
                <p14:cNvContentPartPr/>
                <p14:nvPr/>
              </p14:nvContentPartPr>
              <p14:xfrm>
                <a:off x="2644340" y="3897920"/>
                <a:ext cx="141120" cy="179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232E9F6-D257-5138-DA1B-DDD378F0BE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26340" y="3879920"/>
                  <a:ext cx="176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7989027-13BC-ADA2-A6B8-34F2E6A125BD}"/>
                    </a:ext>
                  </a:extLst>
                </p14:cNvPr>
                <p14:cNvContentPartPr/>
                <p14:nvPr/>
              </p14:nvContentPartPr>
              <p14:xfrm>
                <a:off x="2827580" y="3954080"/>
                <a:ext cx="93600" cy="98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7989027-13BC-ADA2-A6B8-34F2E6A125B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09649" y="3936080"/>
                  <a:ext cx="129103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653A0D1-B787-A048-5053-0930B11064DA}"/>
                    </a:ext>
                  </a:extLst>
                </p14:cNvPr>
                <p14:cNvContentPartPr/>
                <p14:nvPr/>
              </p14:nvContentPartPr>
              <p14:xfrm>
                <a:off x="3001460" y="3820520"/>
                <a:ext cx="22680" cy="13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653A0D1-B787-A048-5053-0930B11064D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83460" y="3802982"/>
                  <a:ext cx="58320" cy="48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A78444A-FE38-9E0F-C73B-E6FA01EC4D8A}"/>
                    </a:ext>
                  </a:extLst>
                </p14:cNvPr>
                <p14:cNvContentPartPr/>
                <p14:nvPr/>
              </p14:nvContentPartPr>
              <p14:xfrm>
                <a:off x="3010460" y="3851120"/>
                <a:ext cx="76680" cy="63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A78444A-FE38-9E0F-C73B-E6FA01EC4D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92460" y="3833222"/>
                  <a:ext cx="112320" cy="98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907AFD7-268B-438D-CC81-64387ABBB666}"/>
                    </a:ext>
                  </a:extLst>
                </p14:cNvPr>
                <p14:cNvContentPartPr/>
                <p14:nvPr/>
              </p14:nvContentPartPr>
              <p14:xfrm>
                <a:off x="3116660" y="3716840"/>
                <a:ext cx="61560" cy="183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907AFD7-268B-438D-CC81-64387ABBB6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8660" y="3698840"/>
                  <a:ext cx="972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A2B8A99-31B8-7660-26D7-1AC9EEA4B7A1}"/>
                  </a:ext>
                </a:extLst>
              </p14:cNvPr>
              <p14:cNvContentPartPr/>
              <p14:nvPr/>
            </p14:nvContentPartPr>
            <p14:xfrm>
              <a:off x="7438100" y="652160"/>
              <a:ext cx="210240" cy="322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A2B8A99-31B8-7660-26D7-1AC9EEA4B7A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420100" y="634180"/>
                <a:ext cx="245880" cy="35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7EDBE9-3996-031D-9A80-AF6623F69C53}"/>
              </a:ext>
            </a:extLst>
          </p:cNvPr>
          <p:cNvGrpSpPr/>
          <p:nvPr/>
        </p:nvGrpSpPr>
        <p:grpSpPr>
          <a:xfrm>
            <a:off x="7872260" y="769160"/>
            <a:ext cx="99000" cy="86760"/>
            <a:chOff x="7872260" y="769160"/>
            <a:chExt cx="9900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9FBE68-5CE7-00C4-1128-1F8099EDD997}"/>
                    </a:ext>
                  </a:extLst>
                </p14:cNvPr>
                <p14:cNvContentPartPr/>
                <p14:nvPr/>
              </p14:nvContentPartPr>
              <p14:xfrm>
                <a:off x="7872260" y="769160"/>
                <a:ext cx="5184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9FBE68-5CE7-00C4-1128-1F8099EDD9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54134" y="751160"/>
                  <a:ext cx="87729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C9116E4-8738-D1EE-96A4-7B0E26616208}"/>
                    </a:ext>
                  </a:extLst>
                </p14:cNvPr>
                <p14:cNvContentPartPr/>
                <p14:nvPr/>
              </p14:nvContentPartPr>
              <p14:xfrm>
                <a:off x="7897100" y="823880"/>
                <a:ext cx="74160" cy="32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C9116E4-8738-D1EE-96A4-7B0E2661620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9100" y="805880"/>
                  <a:ext cx="109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BC5EAD2-E337-DDCB-7E6C-7F538D4E2E53}"/>
              </a:ext>
            </a:extLst>
          </p:cNvPr>
          <p:cNvGrpSpPr/>
          <p:nvPr/>
        </p:nvGrpSpPr>
        <p:grpSpPr>
          <a:xfrm>
            <a:off x="8185100" y="518600"/>
            <a:ext cx="1301040" cy="334440"/>
            <a:chOff x="8185100" y="518600"/>
            <a:chExt cx="13010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722E2C-8FFB-37A0-104F-904FFB0A96BF}"/>
                    </a:ext>
                  </a:extLst>
                </p14:cNvPr>
                <p14:cNvContentPartPr/>
                <p14:nvPr/>
              </p14:nvContentPartPr>
              <p14:xfrm>
                <a:off x="8291300" y="563600"/>
                <a:ext cx="51480" cy="289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722E2C-8FFB-37A0-104F-904FFB0A96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73300" y="545600"/>
                  <a:ext cx="871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9B9611-9A96-CD34-6DFC-F58CFA613406}"/>
                    </a:ext>
                  </a:extLst>
                </p14:cNvPr>
                <p14:cNvContentPartPr/>
                <p14:nvPr/>
              </p14:nvContentPartPr>
              <p14:xfrm>
                <a:off x="8185100" y="695720"/>
                <a:ext cx="200880" cy="88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9B9611-9A96-CD34-6DFC-F58CFA61340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67100" y="677647"/>
                  <a:ext cx="236520" cy="124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1873995-2555-A700-5D81-D0D6B59EA3D0}"/>
                    </a:ext>
                  </a:extLst>
                </p14:cNvPr>
                <p14:cNvContentPartPr/>
                <p14:nvPr/>
              </p14:nvContentPartPr>
              <p14:xfrm>
                <a:off x="8523140" y="518600"/>
                <a:ext cx="208800" cy="313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1873995-2555-A700-5D81-D0D6B59EA3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05140" y="500579"/>
                  <a:ext cx="244440" cy="348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8E0CDC-4CE8-FCC4-419E-B89A7E24E640}"/>
                    </a:ext>
                  </a:extLst>
                </p14:cNvPr>
                <p14:cNvContentPartPr/>
                <p14:nvPr/>
              </p14:nvContentPartPr>
              <p14:xfrm>
                <a:off x="8772980" y="586280"/>
                <a:ext cx="131040" cy="15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8E0CDC-4CE8-FCC4-419E-B89A7E24E64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54980" y="568321"/>
                  <a:ext cx="166680" cy="19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5F00CF-583C-F382-0433-DB0286B5087F}"/>
                    </a:ext>
                  </a:extLst>
                </p14:cNvPr>
                <p14:cNvContentPartPr/>
                <p14:nvPr/>
              </p14:nvContentPartPr>
              <p14:xfrm>
                <a:off x="8994740" y="680960"/>
                <a:ext cx="16560" cy="58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5F00CF-583C-F382-0433-DB0286B5087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976340" y="663070"/>
                  <a:ext cx="52992" cy="93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DFD8DF9-8EA7-8AF7-2C1A-782E99944844}"/>
                    </a:ext>
                  </a:extLst>
                </p14:cNvPr>
                <p14:cNvContentPartPr/>
                <p14:nvPr/>
              </p14:nvContentPartPr>
              <p14:xfrm>
                <a:off x="9010940" y="562880"/>
                <a:ext cx="20880" cy="5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DFD8DF9-8EA7-8AF7-2C1A-782E9994484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92940" y="544880"/>
                  <a:ext cx="5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9853185-42EE-F9F2-9751-C2DAFCB61CBB}"/>
                    </a:ext>
                  </a:extLst>
                </p14:cNvPr>
                <p14:cNvContentPartPr/>
                <p14:nvPr/>
              </p14:nvContentPartPr>
              <p14:xfrm>
                <a:off x="9151700" y="597800"/>
                <a:ext cx="230760" cy="123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9853185-42EE-F9F2-9751-C2DAFCB61CB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33700" y="579800"/>
                  <a:ext cx="266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0643241-0D5B-2284-9BE3-977A981A00DA}"/>
                    </a:ext>
                  </a:extLst>
                </p14:cNvPr>
                <p14:cNvContentPartPr/>
                <p14:nvPr/>
              </p14:nvContentPartPr>
              <p14:xfrm>
                <a:off x="9467780" y="672320"/>
                <a:ext cx="18360" cy="52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0643241-0D5B-2284-9BE3-977A981A00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49420" y="654320"/>
                  <a:ext cx="5471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82B3324-B010-AB1E-179B-BA492BBC5F42}"/>
                    </a:ext>
                  </a:extLst>
                </p14:cNvPr>
                <p14:cNvContentPartPr/>
                <p14:nvPr/>
              </p14:nvContentPartPr>
              <p14:xfrm>
                <a:off x="9473900" y="546320"/>
                <a:ext cx="10080" cy="1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82B3324-B010-AB1E-179B-BA492BBC5F4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5900" y="528320"/>
                  <a:ext cx="4572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4A16EBF-1A39-D76A-9D4C-2C5045A3F65D}"/>
              </a:ext>
            </a:extLst>
          </p:cNvPr>
          <p:cNvGrpSpPr/>
          <p:nvPr/>
        </p:nvGrpSpPr>
        <p:grpSpPr>
          <a:xfrm>
            <a:off x="9653540" y="454880"/>
            <a:ext cx="585360" cy="379440"/>
            <a:chOff x="9653540" y="454880"/>
            <a:chExt cx="58536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03C0C16-2366-4138-9529-81D1E9980CBE}"/>
                    </a:ext>
                  </a:extLst>
                </p14:cNvPr>
                <p14:cNvContentPartPr/>
                <p14:nvPr/>
              </p14:nvContentPartPr>
              <p14:xfrm>
                <a:off x="9653540" y="651440"/>
                <a:ext cx="117000" cy="147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03C0C16-2366-4138-9529-81D1E9980C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35484" y="633440"/>
                  <a:ext cx="15275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2F11862-DAF7-A54C-69EF-716313422AB0}"/>
                    </a:ext>
                  </a:extLst>
                </p14:cNvPr>
                <p14:cNvContentPartPr/>
                <p14:nvPr/>
              </p14:nvContentPartPr>
              <p14:xfrm>
                <a:off x="9732020" y="555680"/>
                <a:ext cx="23040" cy="182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2F11862-DAF7-A54C-69EF-716313422A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13734" y="537680"/>
                  <a:ext cx="59246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B731E29-9202-DB1B-EFDC-63C81C71DCBB}"/>
                    </a:ext>
                  </a:extLst>
                </p14:cNvPr>
                <p14:cNvContentPartPr/>
                <p14:nvPr/>
              </p14:nvContentPartPr>
              <p14:xfrm>
                <a:off x="9930380" y="529400"/>
                <a:ext cx="113760" cy="189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B731E29-9202-DB1B-EFDC-63C81C71DCB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12380" y="511400"/>
                  <a:ext cx="149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63CD4E4-E495-16BF-E85C-C6D9A032D918}"/>
                    </a:ext>
                  </a:extLst>
                </p14:cNvPr>
                <p14:cNvContentPartPr/>
                <p14:nvPr/>
              </p14:nvContentPartPr>
              <p14:xfrm>
                <a:off x="10086980" y="454880"/>
                <a:ext cx="151920" cy="379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63CD4E4-E495-16BF-E85C-C6D9A032D9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068980" y="436880"/>
                  <a:ext cx="1875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EA3E6B1-A125-5FC5-88B8-5C27CCC33552}"/>
              </a:ext>
            </a:extLst>
          </p:cNvPr>
          <p:cNvGrpSpPr/>
          <p:nvPr/>
        </p:nvGrpSpPr>
        <p:grpSpPr>
          <a:xfrm>
            <a:off x="6859580" y="1009640"/>
            <a:ext cx="502200" cy="276480"/>
            <a:chOff x="6859580" y="1009640"/>
            <a:chExt cx="5022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76F2889-4F96-563F-1FF4-37ED83404C41}"/>
                    </a:ext>
                  </a:extLst>
                </p14:cNvPr>
                <p14:cNvContentPartPr/>
                <p14:nvPr/>
              </p14:nvContentPartPr>
              <p14:xfrm>
                <a:off x="6873260" y="1009640"/>
                <a:ext cx="488520" cy="209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76F2889-4F96-563F-1FF4-37ED83404C4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55260" y="991671"/>
                  <a:ext cx="524160" cy="2447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9232DE9-8175-CA29-4BD4-ABD4280C12D8}"/>
                    </a:ext>
                  </a:extLst>
                </p14:cNvPr>
                <p14:cNvContentPartPr/>
                <p14:nvPr/>
              </p14:nvContentPartPr>
              <p14:xfrm>
                <a:off x="6859580" y="1108640"/>
                <a:ext cx="144000" cy="177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9232DE9-8175-CA29-4BD4-ABD4280C12D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41535" y="1090640"/>
                  <a:ext cx="179729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3A4FAEC-A496-3D89-4BBB-A9F3EFCF5C1E}"/>
              </a:ext>
            </a:extLst>
          </p:cNvPr>
          <p:cNvGrpSpPr/>
          <p:nvPr/>
        </p:nvGrpSpPr>
        <p:grpSpPr>
          <a:xfrm>
            <a:off x="6960020" y="1525520"/>
            <a:ext cx="472320" cy="274680"/>
            <a:chOff x="6960020" y="1525520"/>
            <a:chExt cx="47232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71EFBE0-0EAE-1A6D-DC4A-A8C1F412C998}"/>
                    </a:ext>
                  </a:extLst>
                </p14:cNvPr>
                <p14:cNvContentPartPr/>
                <p14:nvPr/>
              </p14:nvContentPartPr>
              <p14:xfrm>
                <a:off x="6960020" y="1558640"/>
                <a:ext cx="18000" cy="241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71EFBE0-0EAE-1A6D-DC4A-A8C1F412C99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020" y="1540640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1736418-CE00-81DB-A3E3-007C8F5D4A66}"/>
                    </a:ext>
                  </a:extLst>
                </p14:cNvPr>
                <p14:cNvContentPartPr/>
                <p14:nvPr/>
              </p14:nvContentPartPr>
              <p14:xfrm>
                <a:off x="6969380" y="1588520"/>
                <a:ext cx="133920" cy="149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1736418-CE00-81DB-A3E3-007C8F5D4A6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1380" y="1570520"/>
                  <a:ext cx="169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765CFC5-8BF4-AEFD-AF03-2FAC81D46366}"/>
                    </a:ext>
                  </a:extLst>
                </p14:cNvPr>
                <p14:cNvContentPartPr/>
                <p14:nvPr/>
              </p14:nvContentPartPr>
              <p14:xfrm>
                <a:off x="6975140" y="1676000"/>
                <a:ext cx="114480" cy="61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765CFC5-8BF4-AEFD-AF03-2FAC81D463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57140" y="1658000"/>
                  <a:ext cx="150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EA2742-3E0C-C1F1-098C-7405A5DDF572}"/>
                    </a:ext>
                  </a:extLst>
                </p14:cNvPr>
                <p14:cNvContentPartPr/>
                <p14:nvPr/>
              </p14:nvContentPartPr>
              <p14:xfrm>
                <a:off x="7125620" y="1604360"/>
                <a:ext cx="144000" cy="91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EA2742-3E0C-C1F1-098C-7405A5DDF57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107575" y="1586360"/>
                  <a:ext cx="179729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075AA3F-5BE3-032C-F9E8-0DDA34F4D3EA}"/>
                    </a:ext>
                  </a:extLst>
                </p14:cNvPr>
                <p14:cNvContentPartPr/>
                <p14:nvPr/>
              </p14:nvContentPartPr>
              <p14:xfrm>
                <a:off x="7344140" y="1525520"/>
                <a:ext cx="88200" cy="212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075AA3F-5BE3-032C-F9E8-0DDA34F4D3E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26213" y="1507520"/>
                  <a:ext cx="123695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79E53BB-683B-EE79-A452-52E6253C6910}"/>
              </a:ext>
            </a:extLst>
          </p:cNvPr>
          <p:cNvGrpSpPr/>
          <p:nvPr/>
        </p:nvGrpSpPr>
        <p:grpSpPr>
          <a:xfrm>
            <a:off x="8005100" y="1269920"/>
            <a:ext cx="464400" cy="489960"/>
            <a:chOff x="8005100" y="1269920"/>
            <a:chExt cx="46440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BD250D8-8B84-BFDC-F43E-B5CBE8668288}"/>
                    </a:ext>
                  </a:extLst>
                </p14:cNvPr>
                <p14:cNvContentPartPr/>
                <p14:nvPr/>
              </p14:nvContentPartPr>
              <p14:xfrm>
                <a:off x="8230100" y="1406360"/>
                <a:ext cx="31320" cy="183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BD250D8-8B84-BFDC-F43E-B5CBE866828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12305" y="1388325"/>
                  <a:ext cx="66555" cy="21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E35CA88-70E3-3261-2F7E-8A9999C532D1}"/>
                    </a:ext>
                  </a:extLst>
                </p14:cNvPr>
                <p14:cNvContentPartPr/>
                <p14:nvPr/>
              </p14:nvContentPartPr>
              <p14:xfrm>
                <a:off x="8005100" y="1269920"/>
                <a:ext cx="464400" cy="489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E35CA88-70E3-3261-2F7E-8A9999C532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87086" y="1251920"/>
                  <a:ext cx="500068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A82EA71-1B9B-295E-15C1-5CA315315FB7}"/>
              </a:ext>
            </a:extLst>
          </p:cNvPr>
          <p:cNvGrpSpPr/>
          <p:nvPr/>
        </p:nvGrpSpPr>
        <p:grpSpPr>
          <a:xfrm>
            <a:off x="8047220" y="2817700"/>
            <a:ext cx="470160" cy="386640"/>
            <a:chOff x="8047220" y="2817700"/>
            <a:chExt cx="47016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91C783F-85AC-2501-CCE9-5A1DBE740833}"/>
                    </a:ext>
                  </a:extLst>
                </p14:cNvPr>
                <p14:cNvContentPartPr/>
                <p14:nvPr/>
              </p14:nvContentPartPr>
              <p14:xfrm>
                <a:off x="8203820" y="2904100"/>
                <a:ext cx="154440" cy="1760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91C783F-85AC-2501-CCE9-5A1DBE74083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85820" y="2886100"/>
                  <a:ext cx="190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1D374B-AA9C-7304-F891-8F1ABEE52E80}"/>
                    </a:ext>
                  </a:extLst>
                </p14:cNvPr>
                <p14:cNvContentPartPr/>
                <p14:nvPr/>
              </p14:nvContentPartPr>
              <p14:xfrm>
                <a:off x="8047220" y="2817700"/>
                <a:ext cx="470160" cy="386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1D374B-AA9C-7304-F891-8F1ABEE52E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29220" y="2799700"/>
                  <a:ext cx="505800" cy="42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B8C2A6A-0C5F-67EA-3F82-D0400AD11C3F}"/>
                  </a:ext>
                </a:extLst>
              </p14:cNvPr>
              <p14:cNvContentPartPr/>
              <p14:nvPr/>
            </p14:nvContentPartPr>
            <p14:xfrm>
              <a:off x="5890460" y="6484880"/>
              <a:ext cx="1751400" cy="152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8C2A6A-0C5F-67EA-3F82-D0400AD11C3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872820" y="6467240"/>
                <a:ext cx="17870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A5EB151-CDBE-7453-0006-625EEFCFD5EB}"/>
                  </a:ext>
                </a:extLst>
              </p14:cNvPr>
              <p14:cNvContentPartPr/>
              <p14:nvPr/>
            </p14:nvContentPartPr>
            <p14:xfrm>
              <a:off x="8950100" y="1310240"/>
              <a:ext cx="204480" cy="284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5EB151-CDBE-7453-0006-625EEFCFD5E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932100" y="1292240"/>
                <a:ext cx="24012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B5E2912-A5C0-DDB0-30A3-1D5D654F308F}"/>
              </a:ext>
            </a:extLst>
          </p:cNvPr>
          <p:cNvGrpSpPr/>
          <p:nvPr/>
        </p:nvGrpSpPr>
        <p:grpSpPr>
          <a:xfrm>
            <a:off x="9331700" y="1325720"/>
            <a:ext cx="1263240" cy="314280"/>
            <a:chOff x="9331700" y="1325720"/>
            <a:chExt cx="126324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7D653E6-727F-46A5-50FB-1791DA218231}"/>
                    </a:ext>
                  </a:extLst>
                </p14:cNvPr>
                <p14:cNvContentPartPr/>
                <p14:nvPr/>
              </p14:nvContentPartPr>
              <p14:xfrm>
                <a:off x="9331700" y="1494200"/>
                <a:ext cx="30960" cy="145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7D653E6-727F-46A5-50FB-1791DA21823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14060" y="1476560"/>
                  <a:ext cx="66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43F6BF-9391-3BE1-C2C9-DCCE39A39B5F}"/>
                    </a:ext>
                  </a:extLst>
                </p14:cNvPr>
                <p14:cNvContentPartPr/>
                <p14:nvPr/>
              </p14:nvContentPartPr>
              <p14:xfrm>
                <a:off x="9494060" y="1456040"/>
                <a:ext cx="225720" cy="20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43F6BF-9391-3BE1-C2C9-DCCE39A39B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76060" y="1438400"/>
                  <a:ext cx="261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7560A14-48C0-5586-3C91-0D5E826929DD}"/>
                    </a:ext>
                  </a:extLst>
                </p14:cNvPr>
                <p14:cNvContentPartPr/>
                <p14:nvPr/>
              </p14:nvContentPartPr>
              <p14:xfrm>
                <a:off x="9574700" y="1364240"/>
                <a:ext cx="96840" cy="204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7560A14-48C0-5586-3C91-0D5E826929D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57060" y="1346240"/>
                  <a:ext cx="132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9E3810-ACA9-0EA3-651E-5ED58081DBE2}"/>
                    </a:ext>
                  </a:extLst>
                </p14:cNvPr>
                <p14:cNvContentPartPr/>
                <p14:nvPr/>
              </p14:nvContentPartPr>
              <p14:xfrm>
                <a:off x="9846140" y="1325720"/>
                <a:ext cx="150480" cy="17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9E3810-ACA9-0EA3-651E-5ED58081DBE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28140" y="1308080"/>
                  <a:ext cx="186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557A0D-94E8-57F0-391E-69810D9EF849}"/>
                    </a:ext>
                  </a:extLst>
                </p14:cNvPr>
                <p14:cNvContentPartPr/>
                <p14:nvPr/>
              </p14:nvContentPartPr>
              <p14:xfrm>
                <a:off x="10122260" y="1416800"/>
                <a:ext cx="168840" cy="14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557A0D-94E8-57F0-391E-69810D9EF84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04620" y="1398800"/>
                  <a:ext cx="204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EACF7D-20F0-5053-E8EB-83B9D24EB8BD}"/>
                    </a:ext>
                  </a:extLst>
                </p14:cNvPr>
                <p14:cNvContentPartPr/>
                <p14:nvPr/>
              </p14:nvContentPartPr>
              <p14:xfrm>
                <a:off x="10452740" y="1379360"/>
                <a:ext cx="59400" cy="1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EACF7D-20F0-5053-E8EB-83B9D24EB8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35100" y="1361360"/>
                  <a:ext cx="95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99F8E1-E2E7-9509-FDC5-24120E2FA3B0}"/>
                    </a:ext>
                  </a:extLst>
                </p14:cNvPr>
                <p14:cNvContentPartPr/>
                <p14:nvPr/>
              </p14:nvContentPartPr>
              <p14:xfrm>
                <a:off x="10491980" y="1427600"/>
                <a:ext cx="102960" cy="22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99F8E1-E2E7-9509-FDC5-24120E2FA3B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74340" y="1409600"/>
                  <a:ext cx="13860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04CB527-0B86-E83D-DD68-716EC82787D6}"/>
                  </a:ext>
                </a:extLst>
              </p14:cNvPr>
              <p14:cNvContentPartPr/>
              <p14:nvPr/>
            </p14:nvContentPartPr>
            <p14:xfrm>
              <a:off x="10773140" y="1271000"/>
              <a:ext cx="26640" cy="321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04CB527-0B86-E83D-DD68-716EC82787D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755140" y="1253000"/>
                <a:ext cx="6228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BD422BC7-259B-FEC7-0F10-22F805F85100}"/>
              </a:ext>
            </a:extLst>
          </p:cNvPr>
          <p:cNvGrpSpPr/>
          <p:nvPr/>
        </p:nvGrpSpPr>
        <p:grpSpPr>
          <a:xfrm>
            <a:off x="10967180" y="1286840"/>
            <a:ext cx="310680" cy="200520"/>
            <a:chOff x="10967180" y="1286840"/>
            <a:chExt cx="31068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B43C243-CB8B-D203-0E06-B08BF97FB749}"/>
                    </a:ext>
                  </a:extLst>
                </p14:cNvPr>
                <p14:cNvContentPartPr/>
                <p14:nvPr/>
              </p14:nvContentPartPr>
              <p14:xfrm>
                <a:off x="10967180" y="1375760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B43C243-CB8B-D203-0E06-B08BF97FB74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49540" y="13577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C29845-E18F-0157-27A3-7689BB859729}"/>
                    </a:ext>
                  </a:extLst>
                </p14:cNvPr>
                <p14:cNvContentPartPr/>
                <p14:nvPr/>
              </p14:nvContentPartPr>
              <p14:xfrm>
                <a:off x="11178500" y="1286840"/>
                <a:ext cx="99360" cy="29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C29845-E18F-0157-27A3-7689BB85972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0500" y="1269200"/>
                  <a:ext cx="135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7E1158F-AD33-A8F2-D49A-AE0333231AF2}"/>
                    </a:ext>
                  </a:extLst>
                </p14:cNvPr>
                <p14:cNvContentPartPr/>
                <p14:nvPr/>
              </p14:nvContentPartPr>
              <p14:xfrm>
                <a:off x="11124140" y="1307000"/>
                <a:ext cx="141120" cy="180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7E1158F-AD33-A8F2-D49A-AE0333231AF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06500" y="1289360"/>
                  <a:ext cx="17676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7F5B9CE-6478-E462-A8A6-600C6C9ADBE5}"/>
                  </a:ext>
                </a:extLst>
              </p14:cNvPr>
              <p14:cNvContentPartPr/>
              <p14:nvPr/>
            </p14:nvContentPartPr>
            <p14:xfrm>
              <a:off x="10651100" y="1711640"/>
              <a:ext cx="663120" cy="23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7F5B9CE-6478-E462-A8A6-600C6C9ADBE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633100" y="1693640"/>
                <a:ext cx="69876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83BA300-F511-FABB-E4DF-911FBBD9A9A9}"/>
              </a:ext>
            </a:extLst>
          </p:cNvPr>
          <p:cNvGrpSpPr/>
          <p:nvPr/>
        </p:nvGrpSpPr>
        <p:grpSpPr>
          <a:xfrm>
            <a:off x="8724380" y="2023040"/>
            <a:ext cx="1360440" cy="342000"/>
            <a:chOff x="8724380" y="2023040"/>
            <a:chExt cx="136044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45C038-4835-DE10-F467-3442C3A69CB2}"/>
                    </a:ext>
                  </a:extLst>
                </p14:cNvPr>
                <p14:cNvContentPartPr/>
                <p14:nvPr/>
              </p14:nvContentPartPr>
              <p14:xfrm>
                <a:off x="8724380" y="2023040"/>
                <a:ext cx="153360" cy="279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45C038-4835-DE10-F467-3442C3A69CB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706740" y="2005400"/>
                  <a:ext cx="189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216A13-6040-2781-C4D5-0BE57A505835}"/>
                    </a:ext>
                  </a:extLst>
                </p14:cNvPr>
                <p14:cNvContentPartPr/>
                <p14:nvPr/>
              </p14:nvContentPartPr>
              <p14:xfrm>
                <a:off x="9046220" y="2190080"/>
                <a:ext cx="23760" cy="174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216A13-6040-2781-C4D5-0BE57A5058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28580" y="2172080"/>
                  <a:ext cx="59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A77E7F-3642-EE2E-712D-B29684C9804D}"/>
                    </a:ext>
                  </a:extLst>
                </p14:cNvPr>
                <p14:cNvContentPartPr/>
                <p14:nvPr/>
              </p14:nvContentPartPr>
              <p14:xfrm>
                <a:off x="9174380" y="2144720"/>
                <a:ext cx="207720" cy="37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A77E7F-3642-EE2E-712D-B29684C9804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56740" y="2126720"/>
                  <a:ext cx="243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381A16-C33D-CB5C-C284-4BFDB0DDE2AD}"/>
                    </a:ext>
                  </a:extLst>
                </p14:cNvPr>
                <p14:cNvContentPartPr/>
                <p14:nvPr/>
              </p14:nvContentPartPr>
              <p14:xfrm>
                <a:off x="9302540" y="2035280"/>
                <a:ext cx="24120" cy="250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381A16-C33D-CB5C-C284-4BFDB0DDE2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84540" y="2017280"/>
                  <a:ext cx="59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A58A4A-340D-FADB-91DF-B29F294EC49C}"/>
                    </a:ext>
                  </a:extLst>
                </p14:cNvPr>
                <p14:cNvContentPartPr/>
                <p14:nvPr/>
              </p14:nvContentPartPr>
              <p14:xfrm>
                <a:off x="9537980" y="2066240"/>
                <a:ext cx="119880" cy="187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A58A4A-340D-FADB-91DF-B29F294EC49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520340" y="2048600"/>
                  <a:ext cx="15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B36A91-13AA-A6AA-5C99-F418B2692E6C}"/>
                    </a:ext>
                  </a:extLst>
                </p14:cNvPr>
                <p14:cNvContentPartPr/>
                <p14:nvPr/>
              </p14:nvContentPartPr>
              <p14:xfrm>
                <a:off x="9735620" y="2199800"/>
                <a:ext cx="123840" cy="106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B36A91-13AA-A6AA-5C99-F418B2692E6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17620" y="2181800"/>
                  <a:ext cx="159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584C98-6CF0-153C-DCEC-5CDA785DD911}"/>
                    </a:ext>
                  </a:extLst>
                </p14:cNvPr>
                <p14:cNvContentPartPr/>
                <p14:nvPr/>
              </p14:nvContentPartPr>
              <p14:xfrm>
                <a:off x="9951260" y="2207000"/>
                <a:ext cx="100080" cy="23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584C98-6CF0-153C-DCEC-5CDA785DD9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33620" y="2189000"/>
                  <a:ext cx="135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4E3F3BD-2CC9-18AE-8B24-38D7439F8BCF}"/>
                    </a:ext>
                  </a:extLst>
                </p14:cNvPr>
                <p14:cNvContentPartPr/>
                <p14:nvPr/>
              </p14:nvContentPartPr>
              <p14:xfrm>
                <a:off x="10020740" y="2240480"/>
                <a:ext cx="64080" cy="22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4E3F3BD-2CC9-18AE-8B24-38D7439F8BC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02740" y="2222840"/>
                  <a:ext cx="9972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F324626-B34C-7DFC-115F-7270A5F97E57}"/>
              </a:ext>
            </a:extLst>
          </p:cNvPr>
          <p:cNvGrpSpPr/>
          <p:nvPr/>
        </p:nvGrpSpPr>
        <p:grpSpPr>
          <a:xfrm>
            <a:off x="10317020" y="2072000"/>
            <a:ext cx="749160" cy="320760"/>
            <a:chOff x="10317020" y="2072000"/>
            <a:chExt cx="7491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CBF378B-10A6-B0B7-33DD-E48937D171AC}"/>
                    </a:ext>
                  </a:extLst>
                </p14:cNvPr>
                <p14:cNvContentPartPr/>
                <p14:nvPr/>
              </p14:nvContentPartPr>
              <p14:xfrm>
                <a:off x="10317020" y="2072000"/>
                <a:ext cx="17640" cy="320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CBF378B-10A6-B0B7-33DD-E48937D171A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299020" y="2054000"/>
                  <a:ext cx="53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DEF7172-831D-05F7-72B6-0A4A345A450A}"/>
                    </a:ext>
                  </a:extLst>
                </p14:cNvPr>
                <p14:cNvContentPartPr/>
                <p14:nvPr/>
              </p14:nvContentPartPr>
              <p14:xfrm>
                <a:off x="10473620" y="2216000"/>
                <a:ext cx="17280" cy="1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DEF7172-831D-05F7-72B6-0A4A345A450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455980" y="2198000"/>
                  <a:ext cx="52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691191-2464-45E1-EB5E-735DED0F33A6}"/>
                    </a:ext>
                  </a:extLst>
                </p14:cNvPr>
                <p14:cNvContentPartPr/>
                <p14:nvPr/>
              </p14:nvContentPartPr>
              <p14:xfrm>
                <a:off x="10648580" y="2116640"/>
                <a:ext cx="140400" cy="33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691191-2464-45E1-EB5E-735DED0F33A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630580" y="2098640"/>
                  <a:ext cx="176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8A5060-6832-0B7E-0C33-8BB9647300E3}"/>
                    </a:ext>
                  </a:extLst>
                </p14:cNvPr>
                <p14:cNvContentPartPr/>
                <p14:nvPr/>
              </p14:nvContentPartPr>
              <p14:xfrm>
                <a:off x="10666220" y="2123120"/>
                <a:ext cx="60480" cy="204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8A5060-6832-0B7E-0C33-8BB9647300E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648220" y="2105120"/>
                  <a:ext cx="96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87B27A-30C6-7231-169D-F54A6EAAC502}"/>
                    </a:ext>
                  </a:extLst>
                </p14:cNvPr>
                <p14:cNvContentPartPr/>
                <p14:nvPr/>
              </p14:nvContentPartPr>
              <p14:xfrm>
                <a:off x="10925060" y="2193680"/>
                <a:ext cx="141120" cy="29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87B27A-30C6-7231-169D-F54A6EAAC50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07420" y="2176040"/>
                  <a:ext cx="1767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64F832-BB0C-C4B8-4E61-BFC1258656A3}"/>
                    </a:ext>
                  </a:extLst>
                </p14:cNvPr>
                <p14:cNvContentPartPr/>
                <p14:nvPr/>
              </p14:nvContentPartPr>
              <p14:xfrm>
                <a:off x="10987700" y="2089280"/>
                <a:ext cx="46800" cy="243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64F832-BB0C-C4B8-4E61-BFC1258656A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970060" y="2071280"/>
                  <a:ext cx="8244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E27D382-9733-EF47-EA81-88B72D9E4342}"/>
              </a:ext>
            </a:extLst>
          </p:cNvPr>
          <p:cNvGrpSpPr/>
          <p:nvPr/>
        </p:nvGrpSpPr>
        <p:grpSpPr>
          <a:xfrm>
            <a:off x="11277860" y="2056160"/>
            <a:ext cx="174960" cy="287640"/>
            <a:chOff x="11277860" y="2056160"/>
            <a:chExt cx="17496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A64FFF-4584-8136-DFB9-D8964501D409}"/>
                    </a:ext>
                  </a:extLst>
                </p14:cNvPr>
                <p14:cNvContentPartPr/>
                <p14:nvPr/>
              </p14:nvContentPartPr>
              <p14:xfrm>
                <a:off x="11289380" y="2056160"/>
                <a:ext cx="34560" cy="287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A64FFF-4584-8136-DFB9-D8964501D40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271740" y="2038520"/>
                  <a:ext cx="70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E132E74-84ED-CA4B-5769-DB4D6D77F0B9}"/>
                    </a:ext>
                  </a:extLst>
                </p14:cNvPr>
                <p14:cNvContentPartPr/>
                <p14:nvPr/>
              </p14:nvContentPartPr>
              <p14:xfrm>
                <a:off x="11277860" y="2178200"/>
                <a:ext cx="174960" cy="154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E132E74-84ED-CA4B-5769-DB4D6D77F0B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259860" y="2160560"/>
                  <a:ext cx="21060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27AAE52-8026-FABC-E9B1-D4A82DAB3D0A}"/>
              </a:ext>
            </a:extLst>
          </p:cNvPr>
          <p:cNvGrpSpPr/>
          <p:nvPr/>
        </p:nvGrpSpPr>
        <p:grpSpPr>
          <a:xfrm>
            <a:off x="9063140" y="2600840"/>
            <a:ext cx="1951920" cy="959400"/>
            <a:chOff x="9063140" y="2600840"/>
            <a:chExt cx="1951920" cy="9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681C7C3-74DD-E7AE-0133-962AB022E6A4}"/>
                    </a:ext>
                  </a:extLst>
                </p14:cNvPr>
                <p14:cNvContentPartPr/>
                <p14:nvPr/>
              </p14:nvContentPartPr>
              <p14:xfrm>
                <a:off x="9481820" y="2857520"/>
                <a:ext cx="54000" cy="332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681C7C3-74DD-E7AE-0133-962AB022E6A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63820" y="2839880"/>
                  <a:ext cx="896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9F3F04-5D7F-8846-1442-B90FF1C3AF05}"/>
                    </a:ext>
                  </a:extLst>
                </p14:cNvPr>
                <p14:cNvContentPartPr/>
                <p14:nvPr/>
              </p14:nvContentPartPr>
              <p14:xfrm>
                <a:off x="9431060" y="3011240"/>
                <a:ext cx="280800" cy="168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9F3F04-5D7F-8846-1442-B90FF1C3AF0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13060" y="2993240"/>
                  <a:ext cx="316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4B1F3E-6627-AFF9-E6E9-7A2BD60FE0A8}"/>
                    </a:ext>
                  </a:extLst>
                </p14:cNvPr>
                <p14:cNvContentPartPr/>
                <p14:nvPr/>
              </p14:nvContentPartPr>
              <p14:xfrm>
                <a:off x="9896540" y="3007280"/>
                <a:ext cx="97920" cy="2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4B1F3E-6627-AFF9-E6E9-7A2BD60FE0A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78900" y="2989640"/>
                  <a:ext cx="133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6FE213-6BEA-61A8-D93C-BEF99C6ED614}"/>
                    </a:ext>
                  </a:extLst>
                </p14:cNvPr>
                <p14:cNvContentPartPr/>
                <p14:nvPr/>
              </p14:nvContentPartPr>
              <p14:xfrm>
                <a:off x="9915260" y="3076760"/>
                <a:ext cx="123480" cy="51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6FE213-6BEA-61A8-D93C-BEF99C6ED61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897260" y="3058760"/>
                  <a:ext cx="159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2312B22-B1CF-F984-F2F6-FA8E698A4B0A}"/>
                    </a:ext>
                  </a:extLst>
                </p14:cNvPr>
                <p14:cNvContentPartPr/>
                <p14:nvPr/>
              </p14:nvContentPartPr>
              <p14:xfrm>
                <a:off x="10279940" y="2839880"/>
                <a:ext cx="49320" cy="291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2312B22-B1CF-F984-F2F6-FA8E698A4B0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61940" y="2821880"/>
                  <a:ext cx="84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C383DD0-A857-8399-5CF0-4F766E53B964}"/>
                    </a:ext>
                  </a:extLst>
                </p14:cNvPr>
                <p14:cNvContentPartPr/>
                <p14:nvPr/>
              </p14:nvContentPartPr>
              <p14:xfrm>
                <a:off x="10435100" y="2960480"/>
                <a:ext cx="33840" cy="1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C383DD0-A857-8399-5CF0-4F766E53B96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17100" y="2942840"/>
                  <a:ext cx="69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46ACEA-1ECA-261A-EE8B-16277AED062E}"/>
                    </a:ext>
                  </a:extLst>
                </p14:cNvPr>
                <p14:cNvContentPartPr/>
                <p14:nvPr/>
              </p14:nvContentPartPr>
              <p14:xfrm>
                <a:off x="10631300" y="2858240"/>
                <a:ext cx="120600" cy="40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46ACEA-1ECA-261A-EE8B-16277AED062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13660" y="2840240"/>
                  <a:ext cx="156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DD4ABA-A4A8-D98B-74FD-8B40D089117F}"/>
                    </a:ext>
                  </a:extLst>
                </p14:cNvPr>
                <p14:cNvContentPartPr/>
                <p14:nvPr/>
              </p14:nvContentPartPr>
              <p14:xfrm>
                <a:off x="10653620" y="2853200"/>
                <a:ext cx="42840" cy="15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DD4ABA-A4A8-D98B-74FD-8B40D089117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35620" y="2835200"/>
                  <a:ext cx="78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9D4BF2-1843-B2BB-0727-8FA3D79EBEC3}"/>
                    </a:ext>
                  </a:extLst>
                </p14:cNvPr>
                <p14:cNvContentPartPr/>
                <p14:nvPr/>
              </p14:nvContentPartPr>
              <p14:xfrm>
                <a:off x="10135220" y="2972720"/>
                <a:ext cx="88200" cy="18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9D4BF2-1843-B2BB-0727-8FA3D79EBEC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17220" y="2954720"/>
                  <a:ext cx="123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42C1BA-516D-1845-4461-9F00FFB3B728}"/>
                    </a:ext>
                  </a:extLst>
                </p14:cNvPr>
                <p14:cNvContentPartPr/>
                <p14:nvPr/>
              </p14:nvContentPartPr>
              <p14:xfrm>
                <a:off x="9092300" y="2600840"/>
                <a:ext cx="1922760" cy="829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42C1BA-516D-1845-4461-9F00FFB3B72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74660" y="2582840"/>
                  <a:ext cx="195840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E17F8CF-7129-8D47-CA31-6D200EC96A01}"/>
                    </a:ext>
                  </a:extLst>
                </p14:cNvPr>
                <p14:cNvContentPartPr/>
                <p14:nvPr/>
              </p14:nvContentPartPr>
              <p14:xfrm>
                <a:off x="9063140" y="2766800"/>
                <a:ext cx="49320" cy="793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E17F8CF-7129-8D47-CA31-6D200EC96A0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45500" y="2748800"/>
                  <a:ext cx="84960" cy="82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6815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E3FB-5B0C-0F55-686B-AEAAD3B5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OR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74B6CA4E-9897-4BD6-E6C8-1465B572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844370E0-D56C-4B49-11BC-E18B5F889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133" y="3579388"/>
            <a:ext cx="7354071" cy="323096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430DEA9-963E-FF8B-9C0A-B016A6348239}"/>
              </a:ext>
            </a:extLst>
          </p:cNvPr>
          <p:cNvGrpSpPr/>
          <p:nvPr/>
        </p:nvGrpSpPr>
        <p:grpSpPr>
          <a:xfrm>
            <a:off x="5301500" y="6350960"/>
            <a:ext cx="1345680" cy="561240"/>
            <a:chOff x="5301500" y="6350960"/>
            <a:chExt cx="134568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2C4607-3BEB-C435-CE5A-ECFE62882761}"/>
                    </a:ext>
                  </a:extLst>
                </p14:cNvPr>
                <p14:cNvContentPartPr/>
                <p14:nvPr/>
              </p14:nvContentPartPr>
              <p14:xfrm>
                <a:off x="5301500" y="6350960"/>
                <a:ext cx="36360" cy="385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2C4607-3BEB-C435-CE5A-ECFE628827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3860" y="6332960"/>
                  <a:ext cx="720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5CD0CD-3F1F-6FB1-9374-3EBAA8006C13}"/>
                    </a:ext>
                  </a:extLst>
                </p14:cNvPr>
                <p14:cNvContentPartPr/>
                <p14:nvPr/>
              </p14:nvContentPartPr>
              <p14:xfrm>
                <a:off x="5336060" y="6356360"/>
                <a:ext cx="1311120" cy="55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5CD0CD-3F1F-6FB1-9374-3EBAA8006C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18060" y="6338360"/>
                  <a:ext cx="1346760" cy="59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F1B315-CC27-305E-1766-A4748E7799AA}"/>
              </a:ext>
            </a:extLst>
          </p:cNvPr>
          <p:cNvGrpSpPr/>
          <p:nvPr/>
        </p:nvGrpSpPr>
        <p:grpSpPr>
          <a:xfrm>
            <a:off x="1997420" y="432560"/>
            <a:ext cx="5516280" cy="3396240"/>
            <a:chOff x="1997420" y="432560"/>
            <a:chExt cx="5516280" cy="33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56ADD7E-532D-ADE5-90D6-EFD9588A16E6}"/>
                    </a:ext>
                  </a:extLst>
                </p14:cNvPr>
                <p14:cNvContentPartPr/>
                <p14:nvPr/>
              </p14:nvContentPartPr>
              <p14:xfrm>
                <a:off x="5350820" y="509960"/>
                <a:ext cx="270720" cy="255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56ADD7E-532D-ADE5-90D6-EFD9588A16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2820" y="492320"/>
                  <a:ext cx="306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DAAB4F-8011-CFDE-11DF-16515D87A0D5}"/>
                    </a:ext>
                  </a:extLst>
                </p14:cNvPr>
                <p14:cNvContentPartPr/>
                <p14:nvPr/>
              </p14:nvContentPartPr>
              <p14:xfrm>
                <a:off x="5759780" y="596360"/>
                <a:ext cx="21960" cy="145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DAAB4F-8011-CFDE-11DF-16515D87A0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41780" y="578720"/>
                  <a:ext cx="57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7BC86F-7CCB-3EC8-5066-976D4357F07F}"/>
                    </a:ext>
                  </a:extLst>
                </p14:cNvPr>
                <p14:cNvContentPartPr/>
                <p14:nvPr/>
              </p14:nvContentPartPr>
              <p14:xfrm>
                <a:off x="5990900" y="584840"/>
                <a:ext cx="196200" cy="27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7BC86F-7CCB-3EC8-5066-976D4357F0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2900" y="566840"/>
                  <a:ext cx="231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E7D1AC-5438-4630-6D90-B5EA9E04BC92}"/>
                    </a:ext>
                  </a:extLst>
                </p14:cNvPr>
                <p14:cNvContentPartPr/>
                <p14:nvPr/>
              </p14:nvContentPartPr>
              <p14:xfrm>
                <a:off x="6108620" y="490520"/>
                <a:ext cx="23400" cy="22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E7D1AC-5438-4630-6D90-B5EA9E04BC9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90980" y="472520"/>
                  <a:ext cx="59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FAFA89-125F-2C48-A964-F905C14286C7}"/>
                    </a:ext>
                  </a:extLst>
                </p14:cNvPr>
                <p14:cNvContentPartPr/>
                <p14:nvPr/>
              </p14:nvContentPartPr>
              <p14:xfrm>
                <a:off x="6258740" y="493400"/>
                <a:ext cx="173880" cy="174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FAFA89-125F-2C48-A964-F905C14286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40740" y="475760"/>
                  <a:ext cx="209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1FF6F2-BECA-9919-B935-78B71DF52455}"/>
                    </a:ext>
                  </a:extLst>
                </p14:cNvPr>
                <p14:cNvContentPartPr/>
                <p14:nvPr/>
              </p14:nvContentPartPr>
              <p14:xfrm>
                <a:off x="6563300" y="599240"/>
                <a:ext cx="130680" cy="131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1FF6F2-BECA-9919-B935-78B71DF524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45660" y="581240"/>
                  <a:ext cx="166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1102DD-F872-1BA2-527A-F1FC5F97E53A}"/>
                    </a:ext>
                  </a:extLst>
                </p14:cNvPr>
                <p14:cNvContentPartPr/>
                <p14:nvPr/>
              </p14:nvContentPartPr>
              <p14:xfrm>
                <a:off x="6862460" y="580520"/>
                <a:ext cx="86040" cy="2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1102DD-F872-1BA2-527A-F1FC5F97E5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4820" y="562520"/>
                  <a:ext cx="12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803F6BC-7805-9F66-98AE-08BFEF3946F8}"/>
                    </a:ext>
                  </a:extLst>
                </p14:cNvPr>
                <p14:cNvContentPartPr/>
                <p14:nvPr/>
              </p14:nvContentPartPr>
              <p14:xfrm>
                <a:off x="6932660" y="631640"/>
                <a:ext cx="86760" cy="1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803F6BC-7805-9F66-98AE-08BFEF3946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15020" y="613640"/>
                  <a:ext cx="1224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3820F0-0A84-71FF-4D61-FA71CDA73A8B}"/>
                    </a:ext>
                  </a:extLst>
                </p14:cNvPr>
                <p14:cNvContentPartPr/>
                <p14:nvPr/>
              </p14:nvContentPartPr>
              <p14:xfrm>
                <a:off x="7173500" y="522920"/>
                <a:ext cx="18360" cy="1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3820F0-0A84-71FF-4D61-FA71CDA73A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55860" y="504920"/>
                  <a:ext cx="54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E4816F2-6DB6-E3A7-B4CF-E61A7C10FC6A}"/>
                    </a:ext>
                  </a:extLst>
                </p14:cNvPr>
                <p14:cNvContentPartPr/>
                <p14:nvPr/>
              </p14:nvContentPartPr>
              <p14:xfrm>
                <a:off x="7337660" y="432560"/>
                <a:ext cx="176040" cy="4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E4816F2-6DB6-E3A7-B4CF-E61A7C10FC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9660" y="414920"/>
                  <a:ext cx="211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0A1425-1EB8-1802-0202-3A993C787565}"/>
                    </a:ext>
                  </a:extLst>
                </p14:cNvPr>
                <p14:cNvContentPartPr/>
                <p14:nvPr/>
              </p14:nvContentPartPr>
              <p14:xfrm>
                <a:off x="7344860" y="467120"/>
                <a:ext cx="134640" cy="223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0A1425-1EB8-1802-0202-3A993C7875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26860" y="449480"/>
                  <a:ext cx="170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73342FA-2F47-F5A4-21C1-A5C65571B9BA}"/>
                    </a:ext>
                  </a:extLst>
                </p14:cNvPr>
                <p14:cNvContentPartPr/>
                <p14:nvPr/>
              </p14:nvContentPartPr>
              <p14:xfrm>
                <a:off x="1997420" y="659000"/>
                <a:ext cx="3354480" cy="316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73342FA-2F47-F5A4-21C1-A5C65571B9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79780" y="641360"/>
                  <a:ext cx="3390120" cy="320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FD02BD3-2471-84D5-B117-E5F5122699B2}"/>
              </a:ext>
            </a:extLst>
          </p:cNvPr>
          <p:cNvGrpSpPr/>
          <p:nvPr/>
        </p:nvGrpSpPr>
        <p:grpSpPr>
          <a:xfrm>
            <a:off x="5594540" y="1154720"/>
            <a:ext cx="515880" cy="236880"/>
            <a:chOff x="5594540" y="1154720"/>
            <a:chExt cx="51588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46867F-C8AB-A4A3-65EE-B1B485E9B176}"/>
                    </a:ext>
                  </a:extLst>
                </p14:cNvPr>
                <p14:cNvContentPartPr/>
                <p14:nvPr/>
              </p14:nvContentPartPr>
              <p14:xfrm>
                <a:off x="5594540" y="1154720"/>
                <a:ext cx="43560" cy="23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46867F-C8AB-A4A3-65EE-B1B485E9B1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6540" y="1137080"/>
                  <a:ext cx="79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7DCBF8-9D91-2594-5754-0CE29F989B24}"/>
                    </a:ext>
                  </a:extLst>
                </p14:cNvPr>
                <p14:cNvContentPartPr/>
                <p14:nvPr/>
              </p14:nvContentPartPr>
              <p14:xfrm>
                <a:off x="5767700" y="1265600"/>
                <a:ext cx="6480" cy="77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7DCBF8-9D91-2594-5754-0CE29F989B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50060" y="1247960"/>
                  <a:ext cx="42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EF64B6-F79B-CCEB-3871-940F7E603528}"/>
                    </a:ext>
                  </a:extLst>
                </p14:cNvPr>
                <p14:cNvContentPartPr/>
                <p14:nvPr/>
              </p14:nvContentPartPr>
              <p14:xfrm>
                <a:off x="5759420" y="1162280"/>
                <a:ext cx="8280" cy="24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EF64B6-F79B-CCEB-3871-940F7E6035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41420" y="1144640"/>
                  <a:ext cx="43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A2AB23-5BB2-4BAC-4341-A10644C6A81B}"/>
                    </a:ext>
                  </a:extLst>
                </p14:cNvPr>
                <p14:cNvContentPartPr/>
                <p14:nvPr/>
              </p14:nvContentPartPr>
              <p14:xfrm>
                <a:off x="5862740" y="1231040"/>
                <a:ext cx="108000" cy="98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A2AB23-5BB2-4BAC-4341-A10644C6A8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44740" y="1213400"/>
                  <a:ext cx="143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88BCAF-6377-7267-156E-C7461B1C467B}"/>
                    </a:ext>
                  </a:extLst>
                </p14:cNvPr>
                <p14:cNvContentPartPr/>
                <p14:nvPr/>
              </p14:nvContentPartPr>
              <p14:xfrm>
                <a:off x="6035180" y="1208720"/>
                <a:ext cx="75240" cy="104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88BCAF-6377-7267-156E-C7461B1C46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7540" y="1190720"/>
                  <a:ext cx="1108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4BA4B9-99ED-5D73-C14F-B75D6EB4B2D5}"/>
              </a:ext>
            </a:extLst>
          </p:cNvPr>
          <p:cNvGrpSpPr/>
          <p:nvPr/>
        </p:nvGrpSpPr>
        <p:grpSpPr>
          <a:xfrm>
            <a:off x="6386540" y="1183520"/>
            <a:ext cx="557280" cy="152280"/>
            <a:chOff x="6386540" y="1183520"/>
            <a:chExt cx="55728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80ED17-06A7-0859-24D5-0CD19AE7D978}"/>
                    </a:ext>
                  </a:extLst>
                </p14:cNvPr>
                <p14:cNvContentPartPr/>
                <p14:nvPr/>
              </p14:nvContentPartPr>
              <p14:xfrm>
                <a:off x="6386540" y="1202960"/>
                <a:ext cx="93240" cy="13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80ED17-06A7-0859-24D5-0CD19AE7D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68540" y="1185320"/>
                  <a:ext cx="128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4DB389-FDEA-46A4-310D-E9E5653DFE17}"/>
                    </a:ext>
                  </a:extLst>
                </p14:cNvPr>
                <p14:cNvContentPartPr/>
                <p14:nvPr/>
              </p14:nvContentPartPr>
              <p14:xfrm>
                <a:off x="6585620" y="1201880"/>
                <a:ext cx="149040" cy="126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4DB389-FDEA-46A4-310D-E9E5653DFE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67980" y="1184240"/>
                  <a:ext cx="184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67173-543D-659C-E99F-90A67BC01866}"/>
                    </a:ext>
                  </a:extLst>
                </p14:cNvPr>
                <p14:cNvContentPartPr/>
                <p14:nvPr/>
              </p14:nvContentPartPr>
              <p14:xfrm>
                <a:off x="6814220" y="1183520"/>
                <a:ext cx="129600" cy="55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67173-543D-659C-E99F-90A67BC018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96580" y="1165520"/>
                  <a:ext cx="1652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12032FF-438B-D179-2479-1662836AEE24}"/>
              </a:ext>
            </a:extLst>
          </p:cNvPr>
          <p:cNvGrpSpPr/>
          <p:nvPr/>
        </p:nvGrpSpPr>
        <p:grpSpPr>
          <a:xfrm>
            <a:off x="7109060" y="986960"/>
            <a:ext cx="935280" cy="269640"/>
            <a:chOff x="7109060" y="986960"/>
            <a:chExt cx="9352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BC91B0-5089-8EFC-3F13-01661E797F72}"/>
                    </a:ext>
                  </a:extLst>
                </p14:cNvPr>
                <p14:cNvContentPartPr/>
                <p14:nvPr/>
              </p14:nvContentPartPr>
              <p14:xfrm>
                <a:off x="7109060" y="1162280"/>
                <a:ext cx="116280" cy="65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BC91B0-5089-8EFC-3F13-01661E797F7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1420" y="1144640"/>
                  <a:ext cx="151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B9DE40-440D-25E9-C282-893AFA5F7D87}"/>
                    </a:ext>
                  </a:extLst>
                </p14:cNvPr>
                <p14:cNvContentPartPr/>
                <p14:nvPr/>
              </p14:nvContentPartPr>
              <p14:xfrm>
                <a:off x="7281500" y="1040600"/>
                <a:ext cx="78480" cy="216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B9DE40-440D-25E9-C282-893AFA5F7D8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63500" y="1022600"/>
                  <a:ext cx="11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97EE70-6508-4CB2-A901-773190BEFE97}"/>
                    </a:ext>
                  </a:extLst>
                </p14:cNvPr>
                <p14:cNvContentPartPr/>
                <p14:nvPr/>
              </p14:nvContentPartPr>
              <p14:xfrm>
                <a:off x="7284740" y="1103240"/>
                <a:ext cx="220680" cy="149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97EE70-6508-4CB2-A901-773190BEFE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67100" y="1085240"/>
                  <a:ext cx="256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C2A960-8540-9F2F-A93F-AAA0D2122A4D}"/>
                    </a:ext>
                  </a:extLst>
                </p14:cNvPr>
                <p14:cNvContentPartPr/>
                <p14:nvPr/>
              </p14:nvContentPartPr>
              <p14:xfrm>
                <a:off x="7460780" y="986960"/>
                <a:ext cx="18000" cy="29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C2A960-8540-9F2F-A93F-AAA0D2122A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42780" y="969320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699C51-D550-B517-AAF5-7CC5CF3E65E3}"/>
                    </a:ext>
                  </a:extLst>
                </p14:cNvPr>
                <p14:cNvContentPartPr/>
                <p14:nvPr/>
              </p14:nvContentPartPr>
              <p14:xfrm>
                <a:off x="7620260" y="1067600"/>
                <a:ext cx="104760" cy="108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699C51-D550-B517-AAF5-7CC5CF3E65E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02260" y="1049960"/>
                  <a:ext cx="14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8F810B-EC78-D7E5-28D4-2024D2B09571}"/>
                    </a:ext>
                  </a:extLst>
                </p14:cNvPr>
                <p14:cNvContentPartPr/>
                <p14:nvPr/>
              </p14:nvContentPartPr>
              <p14:xfrm>
                <a:off x="7667780" y="1057520"/>
                <a:ext cx="228240" cy="150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8F810B-EC78-D7E5-28D4-2024D2B0957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49780" y="1039520"/>
                  <a:ext cx="263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5EE87D-988E-B9F6-63A2-B9649FD94205}"/>
                    </a:ext>
                  </a:extLst>
                </p14:cNvPr>
                <p14:cNvContentPartPr/>
                <p14:nvPr/>
              </p14:nvContentPartPr>
              <p14:xfrm>
                <a:off x="8041460" y="1097480"/>
                <a:ext cx="2880" cy="11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5EE87D-988E-B9F6-63A2-B9649FD942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23820" y="1079840"/>
                  <a:ext cx="3852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278B721-3905-AA5C-7820-3FE9E55D3444}"/>
                  </a:ext>
                </a:extLst>
              </p14:cNvPr>
              <p14:cNvContentPartPr/>
              <p14:nvPr/>
            </p14:nvContentPartPr>
            <p14:xfrm>
              <a:off x="5654660" y="1880840"/>
              <a:ext cx="168120" cy="331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278B721-3905-AA5C-7820-3FE9E55D34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37020" y="1863200"/>
                <a:ext cx="203760" cy="36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DAFF6877-B8F6-F89C-53A0-FA86290A9D00}"/>
              </a:ext>
            </a:extLst>
          </p:cNvPr>
          <p:cNvGrpSpPr/>
          <p:nvPr/>
        </p:nvGrpSpPr>
        <p:grpSpPr>
          <a:xfrm>
            <a:off x="6043820" y="2040320"/>
            <a:ext cx="127800" cy="69120"/>
            <a:chOff x="6043820" y="2040320"/>
            <a:chExt cx="12780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DE0575-0FD4-7153-7A66-8A27206D0804}"/>
                    </a:ext>
                  </a:extLst>
                </p14:cNvPr>
                <p14:cNvContentPartPr/>
                <p14:nvPr/>
              </p14:nvContentPartPr>
              <p14:xfrm>
                <a:off x="6043820" y="2040320"/>
                <a:ext cx="80280" cy="18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DE0575-0FD4-7153-7A66-8A27206D08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25820" y="2022320"/>
                  <a:ext cx="115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2B984A-907B-CC4A-CF5E-35645DF8D9C4}"/>
                    </a:ext>
                  </a:extLst>
                </p14:cNvPr>
                <p14:cNvContentPartPr/>
                <p14:nvPr/>
              </p14:nvContentPartPr>
              <p14:xfrm>
                <a:off x="6104660" y="2082800"/>
                <a:ext cx="66960" cy="26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2B984A-907B-CC4A-CF5E-35645DF8D9C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87020" y="2065160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844F253-F6DC-87CF-86AD-FFB5117BFF7C}"/>
              </a:ext>
            </a:extLst>
          </p:cNvPr>
          <p:cNvGrpSpPr/>
          <p:nvPr/>
        </p:nvGrpSpPr>
        <p:grpSpPr>
          <a:xfrm>
            <a:off x="6420020" y="1873280"/>
            <a:ext cx="563400" cy="192600"/>
            <a:chOff x="6420020" y="1873280"/>
            <a:chExt cx="56340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03EE7DD-CAA7-531D-7879-B04C760E8560}"/>
                    </a:ext>
                  </a:extLst>
                </p14:cNvPr>
                <p14:cNvContentPartPr/>
                <p14:nvPr/>
              </p14:nvContentPartPr>
              <p14:xfrm>
                <a:off x="6420020" y="1990280"/>
                <a:ext cx="174600" cy="32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03EE7DD-CAA7-531D-7879-B04C760E85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02380" y="1972640"/>
                  <a:ext cx="210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C1DF04-5045-6CA9-D188-B15D007E7F09}"/>
                    </a:ext>
                  </a:extLst>
                </p14:cNvPr>
                <p14:cNvContentPartPr/>
                <p14:nvPr/>
              </p14:nvContentPartPr>
              <p14:xfrm>
                <a:off x="6727100" y="1934840"/>
                <a:ext cx="27360" cy="3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C1DF04-5045-6CA9-D188-B15D007E7F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09100" y="1917200"/>
                  <a:ext cx="63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70206D-D305-FBCF-01B0-46D7C40856FF}"/>
                    </a:ext>
                  </a:extLst>
                </p14:cNvPr>
                <p14:cNvContentPartPr/>
                <p14:nvPr/>
              </p14:nvContentPartPr>
              <p14:xfrm>
                <a:off x="6897020" y="1873280"/>
                <a:ext cx="86400" cy="1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70206D-D305-FBCF-01B0-46D7C40856F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79380" y="1855640"/>
                  <a:ext cx="122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707AC7-D80B-A0DE-E6F0-60B8C76DD01C}"/>
                    </a:ext>
                  </a:extLst>
                </p14:cNvPr>
                <p14:cNvContentPartPr/>
                <p14:nvPr/>
              </p14:nvContentPartPr>
              <p14:xfrm>
                <a:off x="6908180" y="1888040"/>
                <a:ext cx="66600" cy="177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707AC7-D80B-A0DE-E6F0-60B8C76DD0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90540" y="1870040"/>
                  <a:ext cx="1022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F911D39-5806-1551-552A-EB584B85F10C}"/>
              </a:ext>
            </a:extLst>
          </p:cNvPr>
          <p:cNvGrpSpPr/>
          <p:nvPr/>
        </p:nvGrpSpPr>
        <p:grpSpPr>
          <a:xfrm>
            <a:off x="7431260" y="1795880"/>
            <a:ext cx="511920" cy="241560"/>
            <a:chOff x="7431260" y="1795880"/>
            <a:chExt cx="51192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DAB607-2027-1D69-72D9-43F0B407CCAB}"/>
                    </a:ext>
                  </a:extLst>
                </p14:cNvPr>
                <p14:cNvContentPartPr/>
                <p14:nvPr/>
              </p14:nvContentPartPr>
              <p14:xfrm>
                <a:off x="7433060" y="1961840"/>
                <a:ext cx="9360" cy="10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DAB607-2027-1D69-72D9-43F0B407CC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15060" y="1943840"/>
                  <a:ext cx="45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A9CC51D-1FA3-B01F-75B3-BB1971E851E9}"/>
                    </a:ext>
                  </a:extLst>
                </p14:cNvPr>
                <p14:cNvContentPartPr/>
                <p14:nvPr/>
              </p14:nvContentPartPr>
              <p14:xfrm>
                <a:off x="7431260" y="1930160"/>
                <a:ext cx="152280" cy="107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A9CC51D-1FA3-B01F-75B3-BB1971E851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13620" y="1912520"/>
                  <a:ext cx="187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8DCE40E-307B-C401-FD90-23F11EB746E3}"/>
                    </a:ext>
                  </a:extLst>
                </p14:cNvPr>
                <p14:cNvContentPartPr/>
                <p14:nvPr/>
              </p14:nvContentPartPr>
              <p14:xfrm>
                <a:off x="7677500" y="1907120"/>
                <a:ext cx="18000" cy="9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8DCE40E-307B-C401-FD90-23F11EB746E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59860" y="1889120"/>
                  <a:ext cx="53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29154F0-C680-54FE-8F2E-4D2A36D48FF0}"/>
                    </a:ext>
                  </a:extLst>
                </p14:cNvPr>
                <p14:cNvContentPartPr/>
                <p14:nvPr/>
              </p14:nvContentPartPr>
              <p14:xfrm>
                <a:off x="7650500" y="1839440"/>
                <a:ext cx="20520" cy="3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29154F0-C680-54FE-8F2E-4D2A36D48F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32500" y="1821440"/>
                  <a:ext cx="56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02CDED-BBEE-B21D-554B-E8B4FBFEDE00}"/>
                    </a:ext>
                  </a:extLst>
                </p14:cNvPr>
                <p14:cNvContentPartPr/>
                <p14:nvPr/>
              </p14:nvContentPartPr>
              <p14:xfrm>
                <a:off x="7808540" y="1795880"/>
                <a:ext cx="26640" cy="235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02CDED-BBEE-B21D-554B-E8B4FBFEDE0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90900" y="1777880"/>
                  <a:ext cx="62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2B6C72-CB16-1397-C736-7DF1BA388663}"/>
                    </a:ext>
                  </a:extLst>
                </p14:cNvPr>
                <p14:cNvContentPartPr/>
                <p14:nvPr/>
              </p14:nvContentPartPr>
              <p14:xfrm>
                <a:off x="7924100" y="1802000"/>
                <a:ext cx="19080" cy="191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2B6C72-CB16-1397-C736-7DF1BA38866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06460" y="1784000"/>
                  <a:ext cx="547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DE23DF5-7C9A-1B4E-A521-1E509D96D39B}"/>
              </a:ext>
            </a:extLst>
          </p:cNvPr>
          <p:cNvGrpSpPr/>
          <p:nvPr/>
        </p:nvGrpSpPr>
        <p:grpSpPr>
          <a:xfrm>
            <a:off x="8299940" y="1741160"/>
            <a:ext cx="944640" cy="316800"/>
            <a:chOff x="8299940" y="1741160"/>
            <a:chExt cx="94464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BE8B54-0800-BC83-EBE7-2F8159954085}"/>
                    </a:ext>
                  </a:extLst>
                </p14:cNvPr>
                <p14:cNvContentPartPr/>
                <p14:nvPr/>
              </p14:nvContentPartPr>
              <p14:xfrm>
                <a:off x="8299940" y="1903520"/>
                <a:ext cx="87480" cy="15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BE8B54-0800-BC83-EBE7-2F81599540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82300" y="1885880"/>
                  <a:ext cx="123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819D71-AB90-D0A0-BFBC-D8BD9473EBBF}"/>
                    </a:ext>
                  </a:extLst>
                </p14:cNvPr>
                <p14:cNvContentPartPr/>
                <p14:nvPr/>
              </p14:nvContentPartPr>
              <p14:xfrm>
                <a:off x="8464100" y="1882280"/>
                <a:ext cx="100800" cy="103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819D71-AB90-D0A0-BFBC-D8BD9473EB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46100" y="1864640"/>
                  <a:ext cx="136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8D0BBB7-2D0F-1E85-020B-7CA7E8679578}"/>
                    </a:ext>
                  </a:extLst>
                </p14:cNvPr>
                <p14:cNvContentPartPr/>
                <p14:nvPr/>
              </p14:nvContentPartPr>
              <p14:xfrm>
                <a:off x="8648420" y="1860320"/>
                <a:ext cx="75240" cy="123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8D0BBB7-2D0F-1E85-020B-7CA7E86795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30420" y="1842320"/>
                  <a:ext cx="110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D5B5E2-A944-347C-8B46-B5AB4205AE5F}"/>
                    </a:ext>
                  </a:extLst>
                </p14:cNvPr>
                <p14:cNvContentPartPr/>
                <p14:nvPr/>
              </p14:nvContentPartPr>
              <p14:xfrm>
                <a:off x="8827700" y="1870760"/>
                <a:ext cx="115920" cy="9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D5B5E2-A944-347C-8B46-B5AB4205AE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09700" y="1852760"/>
                  <a:ext cx="151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AC705F-A5A3-E6BA-1BB5-DE80A5B8C232}"/>
                    </a:ext>
                  </a:extLst>
                </p14:cNvPr>
                <p14:cNvContentPartPr/>
                <p14:nvPr/>
              </p14:nvContentPartPr>
              <p14:xfrm>
                <a:off x="9044420" y="1741160"/>
                <a:ext cx="20520" cy="204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AC705F-A5A3-E6BA-1BB5-DE80A5B8C2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26780" y="1723520"/>
                  <a:ext cx="56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F9801-F21F-58C6-4375-07572E3D778C}"/>
                    </a:ext>
                  </a:extLst>
                </p14:cNvPr>
                <p14:cNvContentPartPr/>
                <p14:nvPr/>
              </p14:nvContentPartPr>
              <p14:xfrm>
                <a:off x="8994380" y="1862480"/>
                <a:ext cx="142920" cy="9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F9801-F21F-58C6-4375-07572E3D77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76740" y="1844480"/>
                  <a:ext cx="178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DFED25-8810-9ACD-3B27-21D8BE73F00B}"/>
                    </a:ext>
                  </a:extLst>
                </p14:cNvPr>
                <p14:cNvContentPartPr/>
                <p14:nvPr/>
              </p14:nvContentPartPr>
              <p14:xfrm>
                <a:off x="9159980" y="1864280"/>
                <a:ext cx="84600" cy="136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DFED25-8810-9ACD-3B27-21D8BE73F0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42340" y="1846280"/>
                  <a:ext cx="1202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B32809-75F5-9946-74A4-37E9F88FD9C1}"/>
              </a:ext>
            </a:extLst>
          </p:cNvPr>
          <p:cNvGrpSpPr/>
          <p:nvPr/>
        </p:nvGrpSpPr>
        <p:grpSpPr>
          <a:xfrm>
            <a:off x="9721940" y="1755560"/>
            <a:ext cx="1676520" cy="337320"/>
            <a:chOff x="9721940" y="1755560"/>
            <a:chExt cx="167652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74D4ED-7A26-7B26-5E35-1DEEBE71BCE4}"/>
                    </a:ext>
                  </a:extLst>
                </p14:cNvPr>
                <p14:cNvContentPartPr/>
                <p14:nvPr/>
              </p14:nvContentPartPr>
              <p14:xfrm>
                <a:off x="9721940" y="1854200"/>
                <a:ext cx="96120" cy="20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74D4ED-7A26-7B26-5E35-1DEEBE71BC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03940" y="1836560"/>
                  <a:ext cx="131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094327-5ADA-DFAF-CC6E-26C4EE9BEDCA}"/>
                    </a:ext>
                  </a:extLst>
                </p14:cNvPr>
                <p14:cNvContentPartPr/>
                <p14:nvPr/>
              </p14:nvContentPartPr>
              <p14:xfrm>
                <a:off x="9906260" y="1890560"/>
                <a:ext cx="264960" cy="20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094327-5ADA-DFAF-CC6E-26C4EE9BED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88260" y="1872920"/>
                  <a:ext cx="300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17CDBC7-7BC8-7013-43A5-7B0F94EAFC13}"/>
                    </a:ext>
                  </a:extLst>
                </p14:cNvPr>
                <p14:cNvContentPartPr/>
                <p14:nvPr/>
              </p14:nvContentPartPr>
              <p14:xfrm>
                <a:off x="10128380" y="1906040"/>
                <a:ext cx="103320" cy="78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17CDBC7-7BC8-7013-43A5-7B0F94EAFC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10380" y="1888400"/>
                  <a:ext cx="138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A72FC6-FB7F-86E1-0743-A4A9367D522E}"/>
                    </a:ext>
                  </a:extLst>
                </p14:cNvPr>
                <p14:cNvContentPartPr/>
                <p14:nvPr/>
              </p14:nvContentPartPr>
              <p14:xfrm>
                <a:off x="10317380" y="1904960"/>
                <a:ext cx="127080" cy="93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A72FC6-FB7F-86E1-0743-A4A9367D52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99380" y="1887320"/>
                  <a:ext cx="162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8FBD33C-049B-A3AF-2B2D-41911876609B}"/>
                    </a:ext>
                  </a:extLst>
                </p14:cNvPr>
                <p14:cNvContentPartPr/>
                <p14:nvPr/>
              </p14:nvContentPartPr>
              <p14:xfrm>
                <a:off x="10521860" y="1856720"/>
                <a:ext cx="100440" cy="81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8FBD33C-049B-A3AF-2B2D-4191187660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04220" y="1839080"/>
                  <a:ext cx="136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0B37467-42E8-D2F1-7FF2-1F98A3DB14FB}"/>
                    </a:ext>
                  </a:extLst>
                </p14:cNvPr>
                <p14:cNvContentPartPr/>
                <p14:nvPr/>
              </p14:nvContentPartPr>
              <p14:xfrm>
                <a:off x="10687100" y="1862480"/>
                <a:ext cx="110520" cy="91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0B37467-42E8-D2F1-7FF2-1F98A3DB14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69100" y="1844480"/>
                  <a:ext cx="146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BB078A-48AA-F884-4712-0356DB04102E}"/>
                    </a:ext>
                  </a:extLst>
                </p14:cNvPr>
                <p14:cNvContentPartPr/>
                <p14:nvPr/>
              </p14:nvContentPartPr>
              <p14:xfrm>
                <a:off x="10898780" y="1761320"/>
                <a:ext cx="22680" cy="228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BB078A-48AA-F884-4712-0356DB0410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81140" y="1743320"/>
                  <a:ext cx="583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B0354D-5C7C-F7EA-2D2D-1EE21E2CB939}"/>
                    </a:ext>
                  </a:extLst>
                </p14:cNvPr>
                <p14:cNvContentPartPr/>
                <p14:nvPr/>
              </p14:nvContentPartPr>
              <p14:xfrm>
                <a:off x="10842260" y="1872920"/>
                <a:ext cx="80280" cy="37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B0354D-5C7C-F7EA-2D2D-1EE21E2CB9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24260" y="1854920"/>
                  <a:ext cx="115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9232C2-94C6-9D28-7074-27AC4FD4068A}"/>
                    </a:ext>
                  </a:extLst>
                </p14:cNvPr>
                <p14:cNvContentPartPr/>
                <p14:nvPr/>
              </p14:nvContentPartPr>
              <p14:xfrm>
                <a:off x="11013980" y="1859960"/>
                <a:ext cx="17640" cy="122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9232C2-94C6-9D28-7074-27AC4FD406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96340" y="1841960"/>
                  <a:ext cx="53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0922F66-8877-00D7-A739-256DD70F21C1}"/>
                    </a:ext>
                  </a:extLst>
                </p14:cNvPr>
                <p14:cNvContentPartPr/>
                <p14:nvPr/>
              </p14:nvContentPartPr>
              <p14:xfrm>
                <a:off x="11050700" y="1755560"/>
                <a:ext cx="18360" cy="30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0922F66-8877-00D7-A739-256DD70F21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32700" y="1737560"/>
                  <a:ext cx="54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5850D1-FF41-751F-5488-9A6E56198AB0}"/>
                    </a:ext>
                  </a:extLst>
                </p14:cNvPr>
                <p14:cNvContentPartPr/>
                <p14:nvPr/>
              </p14:nvContentPartPr>
              <p14:xfrm>
                <a:off x="11201180" y="1823240"/>
                <a:ext cx="197280" cy="94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5850D1-FF41-751F-5488-9A6E56198A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83540" y="1805600"/>
                  <a:ext cx="23292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AB62A51-CAEC-A3F8-FA51-D04EF2D3F795}"/>
              </a:ext>
            </a:extLst>
          </p:cNvPr>
          <p:cNvGrpSpPr/>
          <p:nvPr/>
        </p:nvGrpSpPr>
        <p:grpSpPr>
          <a:xfrm>
            <a:off x="6481220" y="2390240"/>
            <a:ext cx="278640" cy="253080"/>
            <a:chOff x="6481220" y="2390240"/>
            <a:chExt cx="27864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247FE8-D9A7-C18B-7E23-0187FC5FD3E9}"/>
                    </a:ext>
                  </a:extLst>
                </p14:cNvPr>
                <p14:cNvContentPartPr/>
                <p14:nvPr/>
              </p14:nvContentPartPr>
              <p14:xfrm>
                <a:off x="6481220" y="2531720"/>
                <a:ext cx="113040" cy="111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247FE8-D9A7-C18B-7E23-0187FC5FD3E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63580" y="2514080"/>
                  <a:ext cx="148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5AD7BD-BD73-2393-6E7C-532D2E23B03F}"/>
                    </a:ext>
                  </a:extLst>
                </p14:cNvPr>
                <p14:cNvContentPartPr/>
                <p14:nvPr/>
              </p14:nvContentPartPr>
              <p14:xfrm>
                <a:off x="6706580" y="2390240"/>
                <a:ext cx="53280" cy="20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5AD7BD-BD73-2393-6E7C-532D2E23B0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88580" y="2372240"/>
                  <a:ext cx="88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3783A64-C531-FB4B-B1DB-5C486F951263}"/>
                    </a:ext>
                  </a:extLst>
                </p14:cNvPr>
                <p14:cNvContentPartPr/>
                <p14:nvPr/>
              </p14:nvContentPartPr>
              <p14:xfrm>
                <a:off x="6626300" y="2513360"/>
                <a:ext cx="111600" cy="59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3783A64-C531-FB4B-B1DB-5C486F9512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08300" y="2495360"/>
                  <a:ext cx="14724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B06DEDB-1D57-F77C-E26D-8D5267054F23}"/>
                  </a:ext>
                </a:extLst>
              </p14:cNvPr>
              <p14:cNvContentPartPr/>
              <p14:nvPr/>
            </p14:nvContentPartPr>
            <p14:xfrm>
              <a:off x="7197980" y="2401760"/>
              <a:ext cx="181080" cy="238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B06DEDB-1D57-F77C-E26D-8D5267054F2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179980" y="2384120"/>
                <a:ext cx="21672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47E8C45-C08E-FCE7-20DB-4AC1EEF07122}"/>
              </a:ext>
            </a:extLst>
          </p:cNvPr>
          <p:cNvGrpSpPr/>
          <p:nvPr/>
        </p:nvGrpSpPr>
        <p:grpSpPr>
          <a:xfrm>
            <a:off x="6078020" y="2948960"/>
            <a:ext cx="360720" cy="236520"/>
            <a:chOff x="6078020" y="2948960"/>
            <a:chExt cx="36072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1CCF6F-5702-891A-FC9D-84381BC52145}"/>
                    </a:ext>
                  </a:extLst>
                </p14:cNvPr>
                <p14:cNvContentPartPr/>
                <p14:nvPr/>
              </p14:nvContentPartPr>
              <p14:xfrm>
                <a:off x="6078020" y="2948960"/>
                <a:ext cx="207720" cy="222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1CCF6F-5702-891A-FC9D-84381BC521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60380" y="2931320"/>
                  <a:ext cx="243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64FD0EE-D44E-B959-1AE5-6FEDB9B3CE5C}"/>
                    </a:ext>
                  </a:extLst>
                </p14:cNvPr>
                <p14:cNvContentPartPr/>
                <p14:nvPr/>
              </p14:nvContentPartPr>
              <p14:xfrm>
                <a:off x="6414620" y="3069200"/>
                <a:ext cx="24120" cy="116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64FD0EE-D44E-B959-1AE5-6FEDB9B3CE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96620" y="3051560"/>
                  <a:ext cx="597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826805F-C5E2-DCB4-D1C8-77B451242B3A}"/>
              </a:ext>
            </a:extLst>
          </p:cNvPr>
          <p:cNvGrpSpPr/>
          <p:nvPr/>
        </p:nvGrpSpPr>
        <p:grpSpPr>
          <a:xfrm>
            <a:off x="6660140" y="2899640"/>
            <a:ext cx="421200" cy="278640"/>
            <a:chOff x="6660140" y="2899640"/>
            <a:chExt cx="42120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14ADB-4131-CCDE-EB3E-FFDE3D0751D4}"/>
                    </a:ext>
                  </a:extLst>
                </p14:cNvPr>
                <p14:cNvContentPartPr/>
                <p14:nvPr/>
              </p14:nvContentPartPr>
              <p14:xfrm>
                <a:off x="6660140" y="2970200"/>
                <a:ext cx="240480" cy="208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14ADB-4131-CCDE-EB3E-FFDE3D0751D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42500" y="2952560"/>
                  <a:ext cx="276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E933C4-FB93-98D7-1C37-412E69E39EA1}"/>
                    </a:ext>
                  </a:extLst>
                </p14:cNvPr>
                <p14:cNvContentPartPr/>
                <p14:nvPr/>
              </p14:nvContentPartPr>
              <p14:xfrm>
                <a:off x="7043900" y="3032480"/>
                <a:ext cx="37440" cy="136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E933C4-FB93-98D7-1C37-412E69E39EA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25900" y="3014480"/>
                  <a:ext cx="73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AC4C37-B1E7-28AE-6B69-5894FC2D9185}"/>
                    </a:ext>
                  </a:extLst>
                </p14:cNvPr>
                <p14:cNvContentPartPr/>
                <p14:nvPr/>
              </p14:nvContentPartPr>
              <p14:xfrm>
                <a:off x="7035620" y="2899640"/>
                <a:ext cx="30240" cy="28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AC4C37-B1E7-28AE-6B69-5894FC2D91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17980" y="2882000"/>
                  <a:ext cx="658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9CE249A-0E72-A7A2-A1F1-281C45CC8A29}"/>
              </a:ext>
            </a:extLst>
          </p:cNvPr>
          <p:cNvGrpSpPr/>
          <p:nvPr/>
        </p:nvGrpSpPr>
        <p:grpSpPr>
          <a:xfrm>
            <a:off x="7293020" y="2979560"/>
            <a:ext cx="214560" cy="169200"/>
            <a:chOff x="7293020" y="2979560"/>
            <a:chExt cx="21456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32223B-2BB8-309E-DB98-F020FAD2E69A}"/>
                    </a:ext>
                  </a:extLst>
                </p14:cNvPr>
                <p14:cNvContentPartPr/>
                <p14:nvPr/>
              </p14:nvContentPartPr>
              <p14:xfrm>
                <a:off x="7293020" y="3049040"/>
                <a:ext cx="214560" cy="19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32223B-2BB8-309E-DB98-F020FAD2E6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75380" y="3031400"/>
                  <a:ext cx="25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7DFB7A8-D568-218F-6ECF-8728431A7EF4}"/>
                    </a:ext>
                  </a:extLst>
                </p14:cNvPr>
                <p14:cNvContentPartPr/>
                <p14:nvPr/>
              </p14:nvContentPartPr>
              <p14:xfrm>
                <a:off x="7403540" y="2979560"/>
                <a:ext cx="20520" cy="169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7DFB7A8-D568-218F-6ECF-8728431A7EF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85900" y="2961920"/>
                  <a:ext cx="561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B980FEE-525A-C372-E3E2-C28F21309DF3}"/>
              </a:ext>
            </a:extLst>
          </p:cNvPr>
          <p:cNvGrpSpPr/>
          <p:nvPr/>
        </p:nvGrpSpPr>
        <p:grpSpPr>
          <a:xfrm>
            <a:off x="7681100" y="2942840"/>
            <a:ext cx="376560" cy="236160"/>
            <a:chOff x="7681100" y="2942840"/>
            <a:chExt cx="37656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35F9AAF-4DFE-FAEB-5FA9-5EC8677BB994}"/>
                    </a:ext>
                  </a:extLst>
                </p14:cNvPr>
                <p14:cNvContentPartPr/>
                <p14:nvPr/>
              </p14:nvContentPartPr>
              <p14:xfrm>
                <a:off x="7681100" y="2942840"/>
                <a:ext cx="151920" cy="14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35F9AAF-4DFE-FAEB-5FA9-5EC8677BB9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63100" y="2925200"/>
                  <a:ext cx="187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3658C9-91A2-C928-C508-9803E3B6E91A}"/>
                    </a:ext>
                  </a:extLst>
                </p14:cNvPr>
                <p14:cNvContentPartPr/>
                <p14:nvPr/>
              </p14:nvContentPartPr>
              <p14:xfrm>
                <a:off x="7937420" y="3011240"/>
                <a:ext cx="120240" cy="167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3658C9-91A2-C928-C508-9803E3B6E91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19420" y="2993240"/>
                  <a:ext cx="1558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9B75772-08A9-DC98-2A21-8826CF922E2E}"/>
              </a:ext>
            </a:extLst>
          </p:cNvPr>
          <p:cNvGrpSpPr/>
          <p:nvPr/>
        </p:nvGrpSpPr>
        <p:grpSpPr>
          <a:xfrm>
            <a:off x="8227940" y="2934560"/>
            <a:ext cx="489960" cy="187560"/>
            <a:chOff x="8227940" y="2934560"/>
            <a:chExt cx="4899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83D5140-F4FF-596C-AE8B-5E967C333BF1}"/>
                    </a:ext>
                  </a:extLst>
                </p14:cNvPr>
                <p14:cNvContentPartPr/>
                <p14:nvPr/>
              </p14:nvContentPartPr>
              <p14:xfrm>
                <a:off x="8227940" y="2934560"/>
                <a:ext cx="231120" cy="176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83D5140-F4FF-596C-AE8B-5E967C333BF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10300" y="2916920"/>
                  <a:ext cx="266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D943B4-0505-011D-1FE5-C82E1BE46446}"/>
                    </a:ext>
                  </a:extLst>
                </p14:cNvPr>
                <p14:cNvContentPartPr/>
                <p14:nvPr/>
              </p14:nvContentPartPr>
              <p14:xfrm>
                <a:off x="8542940" y="3011240"/>
                <a:ext cx="174960" cy="110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D943B4-0505-011D-1FE5-C82E1BE4644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24940" y="2993240"/>
                  <a:ext cx="21060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317DCE8-BCE2-0144-0EE3-A5D39347C893}"/>
              </a:ext>
            </a:extLst>
          </p:cNvPr>
          <p:cNvGrpSpPr/>
          <p:nvPr/>
        </p:nvGrpSpPr>
        <p:grpSpPr>
          <a:xfrm>
            <a:off x="8876660" y="2897120"/>
            <a:ext cx="215640" cy="221040"/>
            <a:chOff x="8876660" y="2897120"/>
            <a:chExt cx="21564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6550EE-D565-DD07-BBD9-00F9F31E3D37}"/>
                    </a:ext>
                  </a:extLst>
                </p14:cNvPr>
                <p14:cNvContentPartPr/>
                <p14:nvPr/>
              </p14:nvContentPartPr>
              <p14:xfrm>
                <a:off x="8876660" y="3003320"/>
                <a:ext cx="215640" cy="9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6550EE-D565-DD07-BBD9-00F9F31E3D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59020" y="2985680"/>
                  <a:ext cx="25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FAC7DC-D67F-B97B-EA99-CC9073CAD0DE}"/>
                    </a:ext>
                  </a:extLst>
                </p14:cNvPr>
                <p14:cNvContentPartPr/>
                <p14:nvPr/>
              </p14:nvContentPartPr>
              <p14:xfrm>
                <a:off x="9000140" y="2897120"/>
                <a:ext cx="15840" cy="221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FAC7DC-D67F-B97B-EA99-CC9073CAD0D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2500" y="2879120"/>
                  <a:ext cx="5148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8EFA175-6F83-1D25-4021-AE55386D7012}"/>
              </a:ext>
            </a:extLst>
          </p:cNvPr>
          <p:cNvGrpSpPr/>
          <p:nvPr/>
        </p:nvGrpSpPr>
        <p:grpSpPr>
          <a:xfrm>
            <a:off x="9260780" y="2865440"/>
            <a:ext cx="163800" cy="280080"/>
            <a:chOff x="9260780" y="2865440"/>
            <a:chExt cx="16380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8E41FDC-AACE-E205-3D88-4558A5642DDE}"/>
                    </a:ext>
                  </a:extLst>
                </p14:cNvPr>
                <p14:cNvContentPartPr/>
                <p14:nvPr/>
              </p14:nvContentPartPr>
              <p14:xfrm>
                <a:off x="9260780" y="2865440"/>
                <a:ext cx="60480" cy="253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8E41FDC-AACE-E205-3D88-4558A5642DD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3140" y="2847440"/>
                  <a:ext cx="96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9B03909-FA42-873B-0512-CC038A49947E}"/>
                    </a:ext>
                  </a:extLst>
                </p14:cNvPr>
                <p14:cNvContentPartPr/>
                <p14:nvPr/>
              </p14:nvContentPartPr>
              <p14:xfrm>
                <a:off x="9282380" y="2967680"/>
                <a:ext cx="142200" cy="177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9B03909-FA42-873B-0512-CC038A49947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64380" y="2950040"/>
                  <a:ext cx="1778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9BA8A4F-15EF-95D6-6EE2-C0CB7A27CE77}"/>
              </a:ext>
            </a:extLst>
          </p:cNvPr>
          <p:cNvGrpSpPr/>
          <p:nvPr/>
        </p:nvGrpSpPr>
        <p:grpSpPr>
          <a:xfrm>
            <a:off x="6378620" y="3481040"/>
            <a:ext cx="787680" cy="294120"/>
            <a:chOff x="6378620" y="3481040"/>
            <a:chExt cx="78768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3E1CEC5-84D4-ED51-06B5-2D623EF26EB1}"/>
                    </a:ext>
                  </a:extLst>
                </p14:cNvPr>
                <p14:cNvContentPartPr/>
                <p14:nvPr/>
              </p14:nvContentPartPr>
              <p14:xfrm>
                <a:off x="6378620" y="3510920"/>
                <a:ext cx="29520" cy="264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3E1CEC5-84D4-ED51-06B5-2D623EF26EB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60620" y="3493280"/>
                  <a:ext cx="65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57C917D-24A5-50EC-B2BD-30C5795D7B3A}"/>
                    </a:ext>
                  </a:extLst>
                </p14:cNvPr>
                <p14:cNvContentPartPr/>
                <p14:nvPr/>
              </p14:nvContentPartPr>
              <p14:xfrm>
                <a:off x="6516860" y="3597320"/>
                <a:ext cx="158040" cy="96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57C917D-24A5-50EC-B2BD-30C5795D7B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99220" y="3579680"/>
                  <a:ext cx="19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C6088A-7596-BEEF-C40B-F3BCCBB70414}"/>
                    </a:ext>
                  </a:extLst>
                </p14:cNvPr>
                <p14:cNvContentPartPr/>
                <p14:nvPr/>
              </p14:nvContentPartPr>
              <p14:xfrm>
                <a:off x="6586700" y="3537200"/>
                <a:ext cx="93240" cy="172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C6088A-7596-BEEF-C40B-F3BCCBB7041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69060" y="3519560"/>
                  <a:ext cx="128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278B44F-585B-562E-9914-77362F9B97CA}"/>
                    </a:ext>
                  </a:extLst>
                </p14:cNvPr>
                <p14:cNvContentPartPr/>
                <p14:nvPr/>
              </p14:nvContentPartPr>
              <p14:xfrm>
                <a:off x="6823580" y="3481040"/>
                <a:ext cx="177120" cy="194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278B44F-585B-562E-9914-77362F9B97C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05580" y="3463400"/>
                  <a:ext cx="212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6E1CC8-0176-746A-083A-91945A6A9F0A}"/>
                    </a:ext>
                  </a:extLst>
                </p14:cNvPr>
                <p14:cNvContentPartPr/>
                <p14:nvPr/>
              </p14:nvContentPartPr>
              <p14:xfrm>
                <a:off x="7136780" y="3582920"/>
                <a:ext cx="29520" cy="132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6E1CC8-0176-746A-083A-91945A6A9F0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18780" y="3564920"/>
                  <a:ext cx="651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51B8B80-F94B-7177-C3CB-58C7365C2579}"/>
              </a:ext>
            </a:extLst>
          </p:cNvPr>
          <p:cNvGrpSpPr/>
          <p:nvPr/>
        </p:nvGrpSpPr>
        <p:grpSpPr>
          <a:xfrm>
            <a:off x="7380140" y="3519920"/>
            <a:ext cx="158040" cy="185040"/>
            <a:chOff x="7380140" y="3519920"/>
            <a:chExt cx="158040" cy="1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E1A2B9-9C3E-38C9-4523-AD15E81D2C3B}"/>
                    </a:ext>
                  </a:extLst>
                </p14:cNvPr>
                <p14:cNvContentPartPr/>
                <p14:nvPr/>
              </p14:nvContentPartPr>
              <p14:xfrm>
                <a:off x="7380140" y="3610280"/>
                <a:ext cx="158040" cy="6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E1A2B9-9C3E-38C9-4523-AD15E81D2C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62500" y="3592280"/>
                  <a:ext cx="193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D02B90-C64B-00CC-097A-A2432EAA5098}"/>
                    </a:ext>
                  </a:extLst>
                </p14:cNvPr>
                <p14:cNvContentPartPr/>
                <p14:nvPr/>
              </p14:nvContentPartPr>
              <p14:xfrm>
                <a:off x="7491020" y="3519920"/>
                <a:ext cx="21600" cy="185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D02B90-C64B-00CC-097A-A2432EAA509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73020" y="3502280"/>
                  <a:ext cx="5724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DEA50A1-40C1-7278-7791-E7CDC0A1149F}"/>
              </a:ext>
            </a:extLst>
          </p:cNvPr>
          <p:cNvGrpSpPr/>
          <p:nvPr/>
        </p:nvGrpSpPr>
        <p:grpSpPr>
          <a:xfrm>
            <a:off x="7822220" y="3447200"/>
            <a:ext cx="385920" cy="324000"/>
            <a:chOff x="7822220" y="3447200"/>
            <a:chExt cx="3859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9BD7DD-7CB9-9867-AC17-FDA03814F7A2}"/>
                    </a:ext>
                  </a:extLst>
                </p14:cNvPr>
                <p14:cNvContentPartPr/>
                <p14:nvPr/>
              </p14:nvContentPartPr>
              <p14:xfrm>
                <a:off x="7822220" y="3477080"/>
                <a:ext cx="81720" cy="53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9BD7DD-7CB9-9867-AC17-FDA03814F7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04220" y="3459440"/>
                  <a:ext cx="117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3F2B7D1-CA42-1A28-3411-898BDEB6C3E4}"/>
                    </a:ext>
                  </a:extLst>
                </p14:cNvPr>
                <p14:cNvContentPartPr/>
                <p14:nvPr/>
              </p14:nvContentPartPr>
              <p14:xfrm>
                <a:off x="7874420" y="3447200"/>
                <a:ext cx="49320" cy="324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3F2B7D1-CA42-1A28-3411-898BDEB6C3E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56420" y="3429560"/>
                  <a:ext cx="84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BAFCCE9-5E75-9FAF-1F6C-CF64E339B522}"/>
                    </a:ext>
                  </a:extLst>
                </p14:cNvPr>
                <p14:cNvContentPartPr/>
                <p14:nvPr/>
              </p14:nvContentPartPr>
              <p14:xfrm>
                <a:off x="8022380" y="3550160"/>
                <a:ext cx="176040" cy="109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BAFCCE9-5E75-9FAF-1F6C-CF64E339B52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04740" y="3532520"/>
                  <a:ext cx="211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A518424-864A-33BD-CA8B-2BABE0170202}"/>
                    </a:ext>
                  </a:extLst>
                </p14:cNvPr>
                <p14:cNvContentPartPr/>
                <p14:nvPr/>
              </p14:nvContentPartPr>
              <p14:xfrm>
                <a:off x="8085380" y="3525680"/>
                <a:ext cx="122760" cy="15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A518424-864A-33BD-CA8B-2BABE017020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67380" y="3507680"/>
                  <a:ext cx="1584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3D5866F-815D-3DCA-7D4C-092ACFC28742}"/>
              </a:ext>
            </a:extLst>
          </p:cNvPr>
          <p:cNvGrpSpPr/>
          <p:nvPr/>
        </p:nvGrpSpPr>
        <p:grpSpPr>
          <a:xfrm>
            <a:off x="8390660" y="3444320"/>
            <a:ext cx="446040" cy="260280"/>
            <a:chOff x="8390660" y="3444320"/>
            <a:chExt cx="44604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942831-7169-6A62-F1CE-FF3A557E5669}"/>
                    </a:ext>
                  </a:extLst>
                </p14:cNvPr>
                <p14:cNvContentPartPr/>
                <p14:nvPr/>
              </p14:nvContentPartPr>
              <p14:xfrm>
                <a:off x="8390660" y="3444320"/>
                <a:ext cx="177480" cy="246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942831-7169-6A62-F1CE-FF3A557E566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73020" y="3426680"/>
                  <a:ext cx="21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E5CB7C-929F-C113-96D2-D7415CF5268F}"/>
                    </a:ext>
                  </a:extLst>
                </p14:cNvPr>
                <p14:cNvContentPartPr/>
                <p14:nvPr/>
              </p14:nvContentPartPr>
              <p14:xfrm>
                <a:off x="8696660" y="3562760"/>
                <a:ext cx="140040" cy="141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E5CB7C-929F-C113-96D2-D7415CF526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78660" y="3544760"/>
                  <a:ext cx="17568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0BEDDEB-8B22-2A5C-B778-FFEC6F452594}"/>
                  </a:ext>
                </a:extLst>
              </p14:cNvPr>
              <p14:cNvContentPartPr/>
              <p14:nvPr/>
            </p14:nvContentPartPr>
            <p14:xfrm>
              <a:off x="9070340" y="3548000"/>
              <a:ext cx="196560" cy="493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0BEDDEB-8B22-2A5C-B778-FFEC6F45259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052700" y="3530360"/>
                <a:ext cx="2322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823388B-066D-8858-55E9-2FE460E94A0D}"/>
                  </a:ext>
                </a:extLst>
              </p14:cNvPr>
              <p14:cNvContentPartPr/>
              <p14:nvPr/>
            </p14:nvContentPartPr>
            <p14:xfrm>
              <a:off x="9496580" y="3467360"/>
              <a:ext cx="17640" cy="388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823388B-066D-8858-55E9-2FE460E94A0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478580" y="3449360"/>
                <a:ext cx="5328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7D12A28-94DA-1F13-9453-A36F26CC61EF}"/>
              </a:ext>
            </a:extLst>
          </p:cNvPr>
          <p:cNvGrpSpPr/>
          <p:nvPr/>
        </p:nvGrpSpPr>
        <p:grpSpPr>
          <a:xfrm>
            <a:off x="9710060" y="3388880"/>
            <a:ext cx="174960" cy="252000"/>
            <a:chOff x="9710060" y="3388880"/>
            <a:chExt cx="17496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1AF43C1-EDC8-E8CA-BD67-A443AD010CE8}"/>
                    </a:ext>
                  </a:extLst>
                </p14:cNvPr>
                <p14:cNvContentPartPr/>
                <p14:nvPr/>
              </p14:nvContentPartPr>
              <p14:xfrm>
                <a:off x="9728060" y="3388880"/>
                <a:ext cx="156960" cy="47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1AF43C1-EDC8-E8CA-BD67-A443AD010CE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10060" y="3371240"/>
                  <a:ext cx="192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FC3B837-85DA-B206-4069-66580BD13843}"/>
                    </a:ext>
                  </a:extLst>
                </p14:cNvPr>
                <p14:cNvContentPartPr/>
                <p14:nvPr/>
              </p14:nvContentPartPr>
              <p14:xfrm>
                <a:off x="9710060" y="3424160"/>
                <a:ext cx="144000" cy="216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FC3B837-85DA-B206-4069-66580BD1384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92060" y="3406160"/>
                  <a:ext cx="1796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A5CA64-AE82-82DF-6B3C-1F098C25D9CF}"/>
              </a:ext>
            </a:extLst>
          </p:cNvPr>
          <p:cNvGrpSpPr/>
          <p:nvPr/>
        </p:nvGrpSpPr>
        <p:grpSpPr>
          <a:xfrm>
            <a:off x="8960180" y="4189520"/>
            <a:ext cx="1061280" cy="502560"/>
            <a:chOff x="8960180" y="4189520"/>
            <a:chExt cx="106128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F31B4A-263D-F390-86DB-E5567DD9941D}"/>
                    </a:ext>
                  </a:extLst>
                </p14:cNvPr>
                <p14:cNvContentPartPr/>
                <p14:nvPr/>
              </p14:nvContentPartPr>
              <p14:xfrm>
                <a:off x="9015260" y="4242440"/>
                <a:ext cx="46080" cy="346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F31B4A-263D-F390-86DB-E5567DD9941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97620" y="4224440"/>
                  <a:ext cx="817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3B21AB1-4BE2-0256-5B6C-F9E5D444EB2F}"/>
                    </a:ext>
                  </a:extLst>
                </p14:cNvPr>
                <p14:cNvContentPartPr/>
                <p14:nvPr/>
              </p14:nvContentPartPr>
              <p14:xfrm>
                <a:off x="8960180" y="4189520"/>
                <a:ext cx="1061280" cy="502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3B21AB1-4BE2-0256-5B6C-F9E5D444EB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42540" y="4171520"/>
                  <a:ext cx="1096920" cy="53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98D18C7-D5FF-E80E-C5C7-2AC94EDA40A4}"/>
              </a:ext>
            </a:extLst>
          </p:cNvPr>
          <p:cNvGrpSpPr/>
          <p:nvPr/>
        </p:nvGrpSpPr>
        <p:grpSpPr>
          <a:xfrm>
            <a:off x="4271900" y="4221200"/>
            <a:ext cx="4358520" cy="1713240"/>
            <a:chOff x="4271900" y="4221200"/>
            <a:chExt cx="4358520" cy="17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3381E5E-424B-612A-7CDD-1A31AD1A8849}"/>
                    </a:ext>
                  </a:extLst>
                </p14:cNvPr>
                <p14:cNvContentPartPr/>
                <p14:nvPr/>
              </p14:nvContentPartPr>
              <p14:xfrm>
                <a:off x="4452980" y="4400480"/>
                <a:ext cx="155520" cy="172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3381E5E-424B-612A-7CDD-1A31AD1A884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35340" y="4382480"/>
                  <a:ext cx="191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2D4999-0EF2-1655-A5D0-6D37A8E325D4}"/>
                    </a:ext>
                  </a:extLst>
                </p14:cNvPr>
                <p14:cNvContentPartPr/>
                <p14:nvPr/>
              </p14:nvContentPartPr>
              <p14:xfrm>
                <a:off x="4679420" y="4485080"/>
                <a:ext cx="14040" cy="96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2D4999-0EF2-1655-A5D0-6D37A8E325D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61420" y="4467440"/>
                  <a:ext cx="49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8E8C3CF-67CB-8C4D-57B2-477934B6A944}"/>
                    </a:ext>
                  </a:extLst>
                </p14:cNvPr>
                <p14:cNvContentPartPr/>
                <p14:nvPr/>
              </p14:nvContentPartPr>
              <p14:xfrm>
                <a:off x="4464500" y="4751840"/>
                <a:ext cx="151920" cy="99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8E8C3CF-67CB-8C4D-57B2-477934B6A94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46860" y="4734200"/>
                  <a:ext cx="187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1CFB94C-C36B-5942-8D89-3243A2EB4392}"/>
                    </a:ext>
                  </a:extLst>
                </p14:cNvPr>
                <p14:cNvContentPartPr/>
                <p14:nvPr/>
              </p14:nvContentPartPr>
              <p14:xfrm>
                <a:off x="4673660" y="4807280"/>
                <a:ext cx="123480" cy="79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1CFB94C-C36B-5942-8D89-3243A2EB43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55660" y="4789640"/>
                  <a:ext cx="159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3F58474-7F63-B882-DF83-FA1EC2B76B0D}"/>
                    </a:ext>
                  </a:extLst>
                </p14:cNvPr>
                <p14:cNvContentPartPr/>
                <p14:nvPr/>
              </p14:nvContentPartPr>
              <p14:xfrm>
                <a:off x="4533620" y="4996280"/>
                <a:ext cx="43920" cy="133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3F58474-7F63-B882-DF83-FA1EC2B76B0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15620" y="4978280"/>
                  <a:ext cx="79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D83A3FB-B201-D64A-DF2E-5D02EA683818}"/>
                    </a:ext>
                  </a:extLst>
                </p14:cNvPr>
                <p14:cNvContentPartPr/>
                <p14:nvPr/>
              </p14:nvContentPartPr>
              <p14:xfrm>
                <a:off x="4540820" y="4996280"/>
                <a:ext cx="7560" cy="12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D83A3FB-B201-D64A-DF2E-5D02EA68381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23180" y="4978640"/>
                  <a:ext cx="43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1960C5F-A75C-5263-450B-10FCA512F223}"/>
                    </a:ext>
                  </a:extLst>
                </p14:cNvPr>
                <p14:cNvContentPartPr/>
                <p14:nvPr/>
              </p14:nvContentPartPr>
              <p14:xfrm>
                <a:off x="4573580" y="5003120"/>
                <a:ext cx="85680" cy="113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1960C5F-A75C-5263-450B-10FCA512F22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55940" y="4985120"/>
                  <a:ext cx="1213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BFBC155-C127-8638-0284-715B228796E0}"/>
                    </a:ext>
                  </a:extLst>
                </p14:cNvPr>
                <p14:cNvContentPartPr/>
                <p14:nvPr/>
              </p14:nvContentPartPr>
              <p14:xfrm>
                <a:off x="4711460" y="5047760"/>
                <a:ext cx="21960" cy="80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BFBC155-C127-8638-0284-715B228796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93460" y="5029760"/>
                  <a:ext cx="57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5B9FD28-32CC-FB4E-E981-8A5003C86D44}"/>
                    </a:ext>
                  </a:extLst>
                </p14:cNvPr>
                <p14:cNvContentPartPr/>
                <p14:nvPr/>
              </p14:nvContentPartPr>
              <p14:xfrm>
                <a:off x="4595540" y="5263040"/>
                <a:ext cx="117000" cy="124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5B9FD28-32CC-FB4E-E981-8A5003C86D4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77900" y="5245400"/>
                  <a:ext cx="152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454BEB4-4F92-DCD4-7200-0AF232DF86D3}"/>
                    </a:ext>
                  </a:extLst>
                </p14:cNvPr>
                <p14:cNvContentPartPr/>
                <p14:nvPr/>
              </p14:nvContentPartPr>
              <p14:xfrm>
                <a:off x="4736300" y="5301200"/>
                <a:ext cx="89280" cy="78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454BEB4-4F92-DCD4-7200-0AF232DF86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18300" y="5283560"/>
                  <a:ext cx="124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D47691A-1D16-3BCC-F71B-6F3743D033FE}"/>
                    </a:ext>
                  </a:extLst>
                </p14:cNvPr>
                <p14:cNvContentPartPr/>
                <p14:nvPr/>
              </p14:nvContentPartPr>
              <p14:xfrm>
                <a:off x="4647020" y="5594240"/>
                <a:ext cx="43560" cy="165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D47691A-1D16-3BCC-F71B-6F3743D033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29020" y="5576600"/>
                  <a:ext cx="79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BB7D23-CAC0-DE9B-21F0-DE08FFEF9BF8}"/>
                    </a:ext>
                  </a:extLst>
                </p14:cNvPr>
                <p14:cNvContentPartPr/>
                <p14:nvPr/>
              </p14:nvContentPartPr>
              <p14:xfrm>
                <a:off x="4667900" y="5652560"/>
                <a:ext cx="111600" cy="133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BB7D23-CAC0-DE9B-21F0-DE08FFEF9B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50260" y="5634920"/>
                  <a:ext cx="147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4577F65-DF81-8648-66B3-1B3A3DDD4117}"/>
                    </a:ext>
                  </a:extLst>
                </p14:cNvPr>
                <p14:cNvContentPartPr/>
                <p14:nvPr/>
              </p14:nvContentPartPr>
              <p14:xfrm>
                <a:off x="4271900" y="4274480"/>
                <a:ext cx="484920" cy="34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4577F65-DF81-8648-66B3-1B3A3DDD41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54260" y="4256480"/>
                  <a:ext cx="520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0D227FF-3546-DA83-5505-66BD71AA0B4C}"/>
                    </a:ext>
                  </a:extLst>
                </p14:cNvPr>
                <p14:cNvContentPartPr/>
                <p14:nvPr/>
              </p14:nvContentPartPr>
              <p14:xfrm>
                <a:off x="4674020" y="4221200"/>
                <a:ext cx="417240" cy="1713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0D227FF-3546-DA83-5505-66BD71AA0B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656020" y="4203200"/>
                  <a:ext cx="452880" cy="17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F4B863-2E2C-F4F2-6BB4-47623EC53B86}"/>
                    </a:ext>
                  </a:extLst>
                </p14:cNvPr>
                <p14:cNvContentPartPr/>
                <p14:nvPr/>
              </p14:nvContentPartPr>
              <p14:xfrm>
                <a:off x="4324100" y="4413080"/>
                <a:ext cx="208440" cy="1509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F4B863-2E2C-F4F2-6BB4-47623EC53B8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06460" y="4395080"/>
                  <a:ext cx="24408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6ECD92-1B14-4A7A-569D-AE13BC2C9BA4}"/>
                    </a:ext>
                  </a:extLst>
                </p14:cNvPr>
                <p14:cNvContentPartPr/>
                <p14:nvPr/>
              </p14:nvContentPartPr>
              <p14:xfrm>
                <a:off x="4923500" y="4260800"/>
                <a:ext cx="3706920" cy="583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6ECD92-1B14-4A7A-569D-AE13BC2C9BA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05860" y="4243160"/>
                  <a:ext cx="3742560" cy="61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51D9A226-79BD-881A-97B4-08216559D21A}"/>
              </a:ext>
            </a:extLst>
          </p:cNvPr>
          <p:cNvGrpSpPr/>
          <p:nvPr/>
        </p:nvGrpSpPr>
        <p:grpSpPr>
          <a:xfrm>
            <a:off x="9140540" y="3856160"/>
            <a:ext cx="587880" cy="295920"/>
            <a:chOff x="9140540" y="3856160"/>
            <a:chExt cx="5878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C0EDAE5-9D03-24B7-18C3-A8C89316E297}"/>
                    </a:ext>
                  </a:extLst>
                </p14:cNvPr>
                <p14:cNvContentPartPr/>
                <p14:nvPr/>
              </p14:nvContentPartPr>
              <p14:xfrm>
                <a:off x="9140540" y="3920960"/>
                <a:ext cx="91800" cy="231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C0EDAE5-9D03-24B7-18C3-A8C89316E29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2540" y="3902960"/>
                  <a:ext cx="127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62FD15E-5ACF-EBAF-2F92-CA9C83CA28C7}"/>
                    </a:ext>
                  </a:extLst>
                </p14:cNvPr>
                <p14:cNvContentPartPr/>
                <p14:nvPr/>
              </p14:nvContentPartPr>
              <p14:xfrm>
                <a:off x="9156380" y="4005200"/>
                <a:ext cx="74520" cy="44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62FD15E-5ACF-EBAF-2F92-CA9C83CA28C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38740" y="3987200"/>
                  <a:ext cx="110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A924EBD-CBA0-C4E5-84EB-529E642D3439}"/>
                    </a:ext>
                  </a:extLst>
                </p14:cNvPr>
                <p14:cNvContentPartPr/>
                <p14:nvPr/>
              </p14:nvContentPartPr>
              <p14:xfrm>
                <a:off x="9330620" y="3978920"/>
                <a:ext cx="183600" cy="139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A924EBD-CBA0-C4E5-84EB-529E642D343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12980" y="3960920"/>
                  <a:ext cx="219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FEE2BF-7DCB-7A8B-9ECD-6F1EFC94AE1D}"/>
                    </a:ext>
                  </a:extLst>
                </p14:cNvPr>
                <p14:cNvContentPartPr/>
                <p14:nvPr/>
              </p14:nvContentPartPr>
              <p14:xfrm>
                <a:off x="9627620" y="3856160"/>
                <a:ext cx="35280" cy="211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FEE2BF-7DCB-7A8B-9ECD-6F1EFC94AE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09980" y="3838520"/>
                  <a:ext cx="70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8B550E8-C317-AF49-043C-5D32BB66A8EC}"/>
                    </a:ext>
                  </a:extLst>
                </p14:cNvPr>
                <p14:cNvContentPartPr/>
                <p14:nvPr/>
              </p14:nvContentPartPr>
              <p14:xfrm>
                <a:off x="9612860" y="3950480"/>
                <a:ext cx="115560" cy="97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8B550E8-C317-AF49-043C-5D32BB66A8E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594860" y="3932840"/>
                  <a:ext cx="15120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078DCBA-F617-7B0F-1CD0-67D9010D4AA5}"/>
              </a:ext>
            </a:extLst>
          </p:cNvPr>
          <p:cNvGrpSpPr/>
          <p:nvPr/>
        </p:nvGrpSpPr>
        <p:grpSpPr>
          <a:xfrm>
            <a:off x="10157900" y="4317320"/>
            <a:ext cx="871920" cy="215280"/>
            <a:chOff x="10157900" y="4317320"/>
            <a:chExt cx="87192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657622-0AC8-61AE-5475-30090B950C85}"/>
                    </a:ext>
                  </a:extLst>
                </p14:cNvPr>
                <p14:cNvContentPartPr/>
                <p14:nvPr/>
              </p14:nvContentPartPr>
              <p14:xfrm>
                <a:off x="10157900" y="4348640"/>
                <a:ext cx="808560" cy="91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657622-0AC8-61AE-5475-30090B950C8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39900" y="4331000"/>
                  <a:ext cx="844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ED53FE2-4389-0985-6E78-0DECD8C18A34}"/>
                    </a:ext>
                  </a:extLst>
                </p14:cNvPr>
                <p14:cNvContentPartPr/>
                <p14:nvPr/>
              </p14:nvContentPartPr>
              <p14:xfrm>
                <a:off x="10937300" y="4317320"/>
                <a:ext cx="92520" cy="215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ED53FE2-4389-0985-6E78-0DECD8C18A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19660" y="4299680"/>
                  <a:ext cx="12816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7B5A92-999F-E74C-14E4-CDCFE1FB7169}"/>
              </a:ext>
            </a:extLst>
          </p:cNvPr>
          <p:cNvGrpSpPr/>
          <p:nvPr/>
        </p:nvGrpSpPr>
        <p:grpSpPr>
          <a:xfrm>
            <a:off x="8484620" y="149600"/>
            <a:ext cx="2126160" cy="1671480"/>
            <a:chOff x="8484620" y="149600"/>
            <a:chExt cx="2126160" cy="16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6A829BB-C797-95E1-578E-DD65F0F22AC8}"/>
                    </a:ext>
                  </a:extLst>
                </p14:cNvPr>
                <p14:cNvContentPartPr/>
                <p14:nvPr/>
              </p14:nvContentPartPr>
              <p14:xfrm>
                <a:off x="8664620" y="270200"/>
                <a:ext cx="207360" cy="182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6A829BB-C797-95E1-578E-DD65F0F22AC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46980" y="252200"/>
                  <a:ext cx="243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360C7A-0D49-20B6-F841-47BD55B7E732}"/>
                    </a:ext>
                  </a:extLst>
                </p14:cNvPr>
                <p14:cNvContentPartPr/>
                <p14:nvPr/>
              </p14:nvContentPartPr>
              <p14:xfrm>
                <a:off x="8670740" y="266240"/>
                <a:ext cx="160560" cy="303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360C7A-0D49-20B6-F841-47BD55B7E7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53100" y="248240"/>
                  <a:ext cx="196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3C0706E-C006-30D6-D4AC-A9BB8F68F863}"/>
                    </a:ext>
                  </a:extLst>
                </p14:cNvPr>
                <p14:cNvContentPartPr/>
                <p14:nvPr/>
              </p14:nvContentPartPr>
              <p14:xfrm>
                <a:off x="9003380" y="348320"/>
                <a:ext cx="25560" cy="133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3C0706E-C006-30D6-D4AC-A9BB8F68F86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85380" y="330320"/>
                  <a:ext cx="61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9612483-3D9D-708E-2CBB-C59CC6421A63}"/>
                    </a:ext>
                  </a:extLst>
                </p14:cNvPr>
                <p14:cNvContentPartPr/>
                <p14:nvPr/>
              </p14:nvContentPartPr>
              <p14:xfrm>
                <a:off x="9149900" y="296120"/>
                <a:ext cx="171720" cy="143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9612483-3D9D-708E-2CBB-C59CC6421A6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31900" y="278120"/>
                  <a:ext cx="207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61CD552-E1CD-DF2B-E25B-7535F80D2F61}"/>
                    </a:ext>
                  </a:extLst>
                </p14:cNvPr>
                <p14:cNvContentPartPr/>
                <p14:nvPr/>
              </p14:nvContentPartPr>
              <p14:xfrm>
                <a:off x="9194540" y="292160"/>
                <a:ext cx="127800" cy="198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61CD552-E1CD-DF2B-E25B-7535F80D2F6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176900" y="274160"/>
                  <a:ext cx="16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517899A-0226-2595-CC7A-C0290C5E7496}"/>
                    </a:ext>
                  </a:extLst>
                </p14:cNvPr>
                <p14:cNvContentPartPr/>
                <p14:nvPr/>
              </p14:nvContentPartPr>
              <p14:xfrm>
                <a:off x="9353660" y="410960"/>
                <a:ext cx="154440" cy="80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517899A-0226-2595-CC7A-C0290C5E74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36020" y="393320"/>
                  <a:ext cx="190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FA9CD06-7249-DEBE-0444-0FC040D86052}"/>
                    </a:ext>
                  </a:extLst>
                </p14:cNvPr>
                <p14:cNvContentPartPr/>
                <p14:nvPr/>
              </p14:nvContentPartPr>
              <p14:xfrm>
                <a:off x="9661460" y="149600"/>
                <a:ext cx="50400" cy="1283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FA9CD06-7249-DEBE-0444-0FC040D8605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43820" y="131960"/>
                  <a:ext cx="86040" cy="13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0B5F817-84F9-01CC-AE64-AD2BDEBAB71A}"/>
                    </a:ext>
                  </a:extLst>
                </p14:cNvPr>
                <p14:cNvContentPartPr/>
                <p14:nvPr/>
              </p14:nvContentPartPr>
              <p14:xfrm>
                <a:off x="9886820" y="294680"/>
                <a:ext cx="240480" cy="167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0B5F817-84F9-01CC-AE64-AD2BDEBAB71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868820" y="276680"/>
                  <a:ext cx="276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E64EF72-FD64-07CE-1138-0C0B5693ECA9}"/>
                    </a:ext>
                  </a:extLst>
                </p14:cNvPr>
                <p14:cNvContentPartPr/>
                <p14:nvPr/>
              </p14:nvContentPartPr>
              <p14:xfrm>
                <a:off x="10072580" y="403040"/>
                <a:ext cx="45720" cy="216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E64EF72-FD64-07CE-1138-0C0B5693ECA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054580" y="385400"/>
                  <a:ext cx="81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BA76573-40A4-5586-B90C-58E60682657A}"/>
                    </a:ext>
                  </a:extLst>
                </p14:cNvPr>
                <p14:cNvContentPartPr/>
                <p14:nvPr/>
              </p14:nvContentPartPr>
              <p14:xfrm>
                <a:off x="8484620" y="623720"/>
                <a:ext cx="2126160" cy="124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BA76573-40A4-5586-B90C-58E60682657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466620" y="605720"/>
                  <a:ext cx="2161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B09619E-241A-7B60-B707-84118E364AC9}"/>
                    </a:ext>
                  </a:extLst>
                </p14:cNvPr>
                <p14:cNvContentPartPr/>
                <p14:nvPr/>
              </p14:nvContentPartPr>
              <p14:xfrm>
                <a:off x="8854340" y="824960"/>
                <a:ext cx="128520" cy="180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B09619E-241A-7B60-B707-84118E364AC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36340" y="807320"/>
                  <a:ext cx="164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3BBF2AC-C3E6-3050-1032-EBA060CDEBDA}"/>
                    </a:ext>
                  </a:extLst>
                </p14:cNvPr>
                <p14:cNvContentPartPr/>
                <p14:nvPr/>
              </p14:nvContentPartPr>
              <p14:xfrm>
                <a:off x="9231260" y="835760"/>
                <a:ext cx="113760" cy="123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3BBF2AC-C3E6-3050-1032-EBA060CDEBD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13620" y="818120"/>
                  <a:ext cx="149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CA23619-4914-F47D-3C73-7E2910DA5D91}"/>
                    </a:ext>
                  </a:extLst>
                </p14:cNvPr>
                <p14:cNvContentPartPr/>
                <p14:nvPr/>
              </p14:nvContentPartPr>
              <p14:xfrm>
                <a:off x="8924540" y="1156520"/>
                <a:ext cx="129600" cy="137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CA23619-4914-F47D-3C73-7E2910DA5D9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906900" y="1138520"/>
                  <a:ext cx="165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BF05938-F630-CAA8-8724-175B41396C24}"/>
                    </a:ext>
                  </a:extLst>
                </p14:cNvPr>
                <p14:cNvContentPartPr/>
                <p14:nvPr/>
              </p14:nvContentPartPr>
              <p14:xfrm>
                <a:off x="9035060" y="1433000"/>
                <a:ext cx="18720" cy="129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BF05938-F630-CAA8-8724-175B41396C2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017420" y="1415000"/>
                  <a:ext cx="54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34D6D2E-82C2-DC29-3371-E2B2FB1EA0DF}"/>
                    </a:ext>
                  </a:extLst>
                </p14:cNvPr>
                <p14:cNvContentPartPr/>
                <p14:nvPr/>
              </p14:nvContentPartPr>
              <p14:xfrm>
                <a:off x="9311540" y="1115120"/>
                <a:ext cx="43560" cy="203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34D6D2E-82C2-DC29-3371-E2B2FB1EA0D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293900" y="1097480"/>
                  <a:ext cx="79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99D8E14-BFEE-FCAA-2096-3C6F6A2E3D0C}"/>
                    </a:ext>
                  </a:extLst>
                </p14:cNvPr>
                <p14:cNvContentPartPr/>
                <p14:nvPr/>
              </p14:nvContentPartPr>
              <p14:xfrm>
                <a:off x="9305060" y="1408160"/>
                <a:ext cx="137160" cy="148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99D8E14-BFEE-FCAA-2096-3C6F6A2E3D0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87060" y="1390520"/>
                  <a:ext cx="172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0B7974-E387-0301-0E12-3B85697EF878}"/>
                    </a:ext>
                  </a:extLst>
                </p14:cNvPr>
                <p14:cNvContentPartPr/>
                <p14:nvPr/>
              </p14:nvContentPartPr>
              <p14:xfrm>
                <a:off x="9135500" y="1672040"/>
                <a:ext cx="43920" cy="80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0B7974-E387-0301-0E12-3B85697EF8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117500" y="1654040"/>
                  <a:ext cx="79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B1C1775-1FCD-DEBA-0555-88825C2F9ECD}"/>
                    </a:ext>
                  </a:extLst>
                </p14:cNvPr>
                <p14:cNvContentPartPr/>
                <p14:nvPr/>
              </p14:nvContentPartPr>
              <p14:xfrm>
                <a:off x="9417740" y="1692560"/>
                <a:ext cx="43200" cy="128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B1C1775-1FCD-DEBA-0555-88825C2F9EC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399740" y="1674560"/>
                  <a:ext cx="78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83D4AEA-5EAE-8EF7-20F9-65E6C27AAAF1}"/>
                    </a:ext>
                  </a:extLst>
                </p14:cNvPr>
                <p14:cNvContentPartPr/>
                <p14:nvPr/>
              </p14:nvContentPartPr>
              <p14:xfrm>
                <a:off x="9726260" y="1451000"/>
                <a:ext cx="55800" cy="354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83D4AEA-5EAE-8EF7-20F9-65E6C27AAAF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08620" y="1433000"/>
                  <a:ext cx="9144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A22E682-3D5C-9827-9D0F-90D15E2280A1}"/>
                  </a:ext>
                </a:extLst>
              </p14:cNvPr>
              <p14:cNvContentPartPr/>
              <p14:nvPr/>
            </p14:nvContentPartPr>
            <p14:xfrm>
              <a:off x="10092020" y="763760"/>
              <a:ext cx="141840" cy="12348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A22E682-3D5C-9827-9D0F-90D15E2280A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074380" y="745760"/>
                <a:ext cx="177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5DCA37C-9BC4-9D5A-E7DE-97BA61D6880B}"/>
                  </a:ext>
                </a:extLst>
              </p14:cNvPr>
              <p14:cNvContentPartPr/>
              <p14:nvPr/>
            </p14:nvContentPartPr>
            <p14:xfrm>
              <a:off x="10171940" y="1014320"/>
              <a:ext cx="14040" cy="1083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5DCA37C-9BC4-9D5A-E7DE-97BA61D6880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153940" y="996320"/>
                <a:ext cx="49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663DC02-3753-B38D-7359-37832ECD09DC}"/>
                  </a:ext>
                </a:extLst>
              </p14:cNvPr>
              <p14:cNvContentPartPr/>
              <p14:nvPr/>
            </p14:nvContentPartPr>
            <p14:xfrm>
              <a:off x="10189580" y="1313480"/>
              <a:ext cx="21960" cy="1756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663DC02-3753-B38D-7359-37832ECD09DC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171580" y="1295840"/>
                <a:ext cx="576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5C82E068-DBB5-F763-CFF9-2979924F7052}"/>
                  </a:ext>
                </a:extLst>
              </p14:cNvPr>
              <p14:cNvContentPartPr/>
              <p14:nvPr/>
            </p14:nvContentPartPr>
            <p14:xfrm>
              <a:off x="10232420" y="1598600"/>
              <a:ext cx="15480" cy="1062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5C82E068-DBB5-F763-CFF9-2979924F7052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214420" y="1580960"/>
                <a:ext cx="51120" cy="1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7932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CAE7-F4D4-C909-54D7-E3FA4922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NAND gate</a:t>
            </a:r>
          </a:p>
        </p:txBody>
      </p:sp>
      <p:pic>
        <p:nvPicPr>
          <p:cNvPr id="5" name="Picture 4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30F99F9A-6857-455F-23B6-788C2A744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0600"/>
            <a:ext cx="4288545" cy="4498857"/>
          </a:xfrm>
          <a:prstGeom prst="rect">
            <a:avLst/>
          </a:prstGeom>
        </p:spPr>
      </p:pic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22D506E0-7EEA-8190-1938-C8B93229B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947414"/>
            <a:ext cx="6485278" cy="28956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9BF98D4-862E-22B0-5723-25E982825196}"/>
              </a:ext>
            </a:extLst>
          </p:cNvPr>
          <p:cNvGrpSpPr/>
          <p:nvPr/>
        </p:nvGrpSpPr>
        <p:grpSpPr>
          <a:xfrm>
            <a:off x="5383940" y="520760"/>
            <a:ext cx="1268280" cy="383400"/>
            <a:chOff x="5383940" y="520760"/>
            <a:chExt cx="126828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E7369D6-180F-F3D7-1FE1-85E281FDBE6B}"/>
                    </a:ext>
                  </a:extLst>
                </p14:cNvPr>
                <p14:cNvContentPartPr/>
                <p14:nvPr/>
              </p14:nvContentPartPr>
              <p14:xfrm>
                <a:off x="5491580" y="686360"/>
                <a:ext cx="31320" cy="217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E7369D6-180F-F3D7-1FE1-85E281FDBE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3940" y="668720"/>
                  <a:ext cx="66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CFBDA6-CFFF-B561-A324-6668253E9F02}"/>
                    </a:ext>
                  </a:extLst>
                </p14:cNvPr>
                <p14:cNvContentPartPr/>
                <p14:nvPr/>
              </p14:nvContentPartPr>
              <p14:xfrm>
                <a:off x="5383940" y="520760"/>
                <a:ext cx="53280" cy="47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CFBDA6-CFFF-B561-A324-6668253E9F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65940" y="502760"/>
                  <a:ext cx="88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B382D2-9FF6-9C25-FBD6-B01C85D3699F}"/>
                    </a:ext>
                  </a:extLst>
                </p14:cNvPr>
                <p14:cNvContentPartPr/>
                <p14:nvPr/>
              </p14:nvContentPartPr>
              <p14:xfrm>
                <a:off x="5626580" y="723800"/>
                <a:ext cx="157320" cy="141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B382D2-9FF6-9C25-FBD6-B01C85D369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08940" y="705800"/>
                  <a:ext cx="192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A0CF8E-C323-1B4C-3DE6-191A23A373E3}"/>
                    </a:ext>
                  </a:extLst>
                </p14:cNvPr>
                <p14:cNvContentPartPr/>
                <p14:nvPr/>
              </p14:nvContentPartPr>
              <p14:xfrm>
                <a:off x="5927540" y="660800"/>
                <a:ext cx="106200" cy="13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A0CF8E-C323-1B4C-3DE6-191A23A373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09540" y="642800"/>
                  <a:ext cx="141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87334A-28E5-017F-989E-CE77CB2982C9}"/>
                    </a:ext>
                  </a:extLst>
                </p14:cNvPr>
                <p14:cNvContentPartPr/>
                <p14:nvPr/>
              </p14:nvContentPartPr>
              <p14:xfrm>
                <a:off x="6097820" y="662960"/>
                <a:ext cx="122040" cy="13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87334A-28E5-017F-989E-CE77CB2982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9820" y="645320"/>
                  <a:ext cx="157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996D1A-55B2-D8B1-8086-5FD5D7D5CF75}"/>
                    </a:ext>
                  </a:extLst>
                </p14:cNvPr>
                <p14:cNvContentPartPr/>
                <p14:nvPr/>
              </p14:nvContentPartPr>
              <p14:xfrm>
                <a:off x="6281780" y="658640"/>
                <a:ext cx="98640" cy="146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996D1A-55B2-D8B1-8086-5FD5D7D5CF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4140" y="641000"/>
                  <a:ext cx="134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646823-7349-43E2-F208-EDDB8B17A896}"/>
                    </a:ext>
                  </a:extLst>
                </p14:cNvPr>
                <p14:cNvContentPartPr/>
                <p14:nvPr/>
              </p14:nvContentPartPr>
              <p14:xfrm>
                <a:off x="6524780" y="539480"/>
                <a:ext cx="121320" cy="29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646823-7349-43E2-F208-EDDB8B17A8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6780" y="521480"/>
                  <a:ext cx="156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0B714B-B72F-AD28-6B5F-B602F0921CB3}"/>
                    </a:ext>
                  </a:extLst>
                </p14:cNvPr>
                <p14:cNvContentPartPr/>
                <p14:nvPr/>
              </p14:nvContentPartPr>
              <p14:xfrm>
                <a:off x="6535580" y="728840"/>
                <a:ext cx="116640" cy="54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0B714B-B72F-AD28-6B5F-B602F0921C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17940" y="711200"/>
                  <a:ext cx="1522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587369-57F4-B8E1-C299-4DCE462A06E2}"/>
              </a:ext>
            </a:extLst>
          </p:cNvPr>
          <p:cNvGrpSpPr/>
          <p:nvPr/>
        </p:nvGrpSpPr>
        <p:grpSpPr>
          <a:xfrm>
            <a:off x="7124540" y="509600"/>
            <a:ext cx="346680" cy="319320"/>
            <a:chOff x="7124540" y="509600"/>
            <a:chExt cx="3466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A5E8C5-5B42-7310-3373-D9E908175C6C}"/>
                    </a:ext>
                  </a:extLst>
                </p14:cNvPr>
                <p14:cNvContentPartPr/>
                <p14:nvPr/>
              </p14:nvContentPartPr>
              <p14:xfrm>
                <a:off x="7124540" y="678440"/>
                <a:ext cx="109440" cy="150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A5E8C5-5B42-7310-3373-D9E908175C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6900" y="660800"/>
                  <a:ext cx="145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CF95E2-3F92-A22E-F317-A6FD2DEFD5C3}"/>
                    </a:ext>
                  </a:extLst>
                </p14:cNvPr>
                <p14:cNvContentPartPr/>
                <p14:nvPr/>
              </p14:nvContentPartPr>
              <p14:xfrm>
                <a:off x="7319300" y="509600"/>
                <a:ext cx="51120" cy="268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CF95E2-3F92-A22E-F317-A6FD2DEFD5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1660" y="491600"/>
                  <a:ext cx="867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7D424B-C5A4-C84C-3DB8-FB7B580F891F}"/>
                    </a:ext>
                  </a:extLst>
                </p14:cNvPr>
                <p14:cNvContentPartPr/>
                <p14:nvPr/>
              </p14:nvContentPartPr>
              <p14:xfrm>
                <a:off x="7452500" y="586280"/>
                <a:ext cx="18720" cy="16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7D424B-C5A4-C84C-3DB8-FB7B580F89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34500" y="568280"/>
                  <a:ext cx="543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E236DB-D826-3DEE-0B21-40CA34EDF350}"/>
              </a:ext>
            </a:extLst>
          </p:cNvPr>
          <p:cNvGrpSpPr/>
          <p:nvPr/>
        </p:nvGrpSpPr>
        <p:grpSpPr>
          <a:xfrm>
            <a:off x="7910780" y="471440"/>
            <a:ext cx="1271880" cy="366480"/>
            <a:chOff x="7910780" y="471440"/>
            <a:chExt cx="127188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34BEB3-C03D-14F5-18FC-4979DA90EBDE}"/>
                    </a:ext>
                  </a:extLst>
                </p14:cNvPr>
                <p14:cNvContentPartPr/>
                <p14:nvPr/>
              </p14:nvContentPartPr>
              <p14:xfrm>
                <a:off x="7910780" y="710480"/>
                <a:ext cx="161280" cy="9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34BEB3-C03D-14F5-18FC-4979DA90EB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93140" y="692840"/>
                  <a:ext cx="196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9105EC-E071-D5ED-3FF2-D1B577E81B5D}"/>
                    </a:ext>
                  </a:extLst>
                </p14:cNvPr>
                <p14:cNvContentPartPr/>
                <p14:nvPr/>
              </p14:nvContentPartPr>
              <p14:xfrm>
                <a:off x="8128580" y="668720"/>
                <a:ext cx="76320" cy="90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9105EC-E071-D5ED-3FF2-D1B577E81B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10580" y="650720"/>
                  <a:ext cx="1119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E293F5-C6A1-3328-7571-2089FA5360A7}"/>
                    </a:ext>
                  </a:extLst>
                </p14:cNvPr>
                <p14:cNvContentPartPr/>
                <p14:nvPr/>
              </p14:nvContentPartPr>
              <p14:xfrm>
                <a:off x="8302100" y="686720"/>
                <a:ext cx="51120" cy="9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E293F5-C6A1-3328-7571-2089FA5360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84460" y="668720"/>
                  <a:ext cx="867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26FE1F-9A6D-2188-3B4C-BF5D89A3C94A}"/>
                    </a:ext>
                  </a:extLst>
                </p14:cNvPr>
                <p14:cNvContentPartPr/>
                <p14:nvPr/>
              </p14:nvContentPartPr>
              <p14:xfrm>
                <a:off x="8326220" y="555320"/>
                <a:ext cx="20880" cy="32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26FE1F-9A6D-2188-3B4C-BF5D89A3C9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08580" y="537320"/>
                  <a:ext cx="56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5E9DD6-B0B2-1769-4A5E-B3293EDF2C6C}"/>
                    </a:ext>
                  </a:extLst>
                </p14:cNvPr>
                <p14:cNvContentPartPr/>
                <p14:nvPr/>
              </p14:nvContentPartPr>
              <p14:xfrm>
                <a:off x="8461940" y="505640"/>
                <a:ext cx="282960" cy="332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5E9DD6-B0B2-1769-4A5E-B3293EDF2C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44300" y="487640"/>
                  <a:ext cx="318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C163EE-BBA5-70C4-6ACF-59F5C7818F2A}"/>
                    </a:ext>
                  </a:extLst>
                </p14:cNvPr>
                <p14:cNvContentPartPr/>
                <p14:nvPr/>
              </p14:nvContentPartPr>
              <p14:xfrm>
                <a:off x="8939660" y="471440"/>
                <a:ext cx="43200" cy="196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C163EE-BBA5-70C4-6ACF-59F5C7818F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21660" y="453440"/>
                  <a:ext cx="78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8B8C20-24C5-A551-64C2-A96B137537B3}"/>
                    </a:ext>
                  </a:extLst>
                </p14:cNvPr>
                <p14:cNvContentPartPr/>
                <p14:nvPr/>
              </p14:nvContentPartPr>
              <p14:xfrm>
                <a:off x="8884580" y="606800"/>
                <a:ext cx="100440" cy="38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8B8C20-24C5-A551-64C2-A96B137537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66580" y="589160"/>
                  <a:ext cx="136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486C5B-614D-43F1-D14C-221C1DCF0F55}"/>
                    </a:ext>
                  </a:extLst>
                </p14:cNvPr>
                <p14:cNvContentPartPr/>
                <p14:nvPr/>
              </p14:nvContentPartPr>
              <p14:xfrm>
                <a:off x="9116420" y="625880"/>
                <a:ext cx="66240" cy="19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486C5B-614D-43F1-D14C-221C1DCF0F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8420" y="608240"/>
                  <a:ext cx="1018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F09EF6-6949-EADD-6D4B-40131A1E2F5A}"/>
              </a:ext>
            </a:extLst>
          </p:cNvPr>
          <p:cNvGrpSpPr/>
          <p:nvPr/>
        </p:nvGrpSpPr>
        <p:grpSpPr>
          <a:xfrm>
            <a:off x="9567500" y="506360"/>
            <a:ext cx="661680" cy="352080"/>
            <a:chOff x="9567500" y="506360"/>
            <a:chExt cx="66168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F5158C-3B28-915C-74A8-B7097494E9FE}"/>
                    </a:ext>
                  </a:extLst>
                </p14:cNvPr>
                <p14:cNvContentPartPr/>
                <p14:nvPr/>
              </p14:nvContentPartPr>
              <p14:xfrm>
                <a:off x="9567500" y="673400"/>
                <a:ext cx="400320" cy="135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F5158C-3B28-915C-74A8-B7097494E9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49500" y="655760"/>
                  <a:ext cx="435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F9949B-F7E2-AAEC-BB7B-7379011CF1B6}"/>
                    </a:ext>
                  </a:extLst>
                </p14:cNvPr>
                <p14:cNvContentPartPr/>
                <p14:nvPr/>
              </p14:nvContentPartPr>
              <p14:xfrm>
                <a:off x="10060700" y="506360"/>
                <a:ext cx="168480" cy="352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F9949B-F7E2-AAEC-BB7B-7379011CF1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42700" y="488360"/>
                  <a:ext cx="20412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D95009-54F9-2B79-71B6-EB6DA2108EA2}"/>
              </a:ext>
            </a:extLst>
          </p:cNvPr>
          <p:cNvGrpSpPr/>
          <p:nvPr/>
        </p:nvGrpSpPr>
        <p:grpSpPr>
          <a:xfrm>
            <a:off x="6096740" y="1210160"/>
            <a:ext cx="819360" cy="353880"/>
            <a:chOff x="6096740" y="1210160"/>
            <a:chExt cx="81936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5364AB-2977-5822-EB03-7B7DBD2FF6EB}"/>
                    </a:ext>
                  </a:extLst>
                </p14:cNvPr>
                <p14:cNvContentPartPr/>
                <p14:nvPr/>
              </p14:nvContentPartPr>
              <p14:xfrm>
                <a:off x="6096740" y="1279640"/>
                <a:ext cx="144360" cy="20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5364AB-2977-5822-EB03-7B7DBD2FF6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79100" y="1261640"/>
                  <a:ext cx="180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A3AA66-EC2E-0303-C958-823DAE85D78F}"/>
                    </a:ext>
                  </a:extLst>
                </p14:cNvPr>
                <p14:cNvContentPartPr/>
                <p14:nvPr/>
              </p14:nvContentPartPr>
              <p14:xfrm>
                <a:off x="6340100" y="1341200"/>
                <a:ext cx="23040" cy="66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A3AA66-EC2E-0303-C958-823DAE85D7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22460" y="1323200"/>
                  <a:ext cx="58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8384C8-9340-9FF3-126F-5762415283C1}"/>
                    </a:ext>
                  </a:extLst>
                </p14:cNvPr>
                <p14:cNvContentPartPr/>
                <p14:nvPr/>
              </p14:nvContentPartPr>
              <p14:xfrm>
                <a:off x="6313100" y="1210160"/>
                <a:ext cx="32400" cy="39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8384C8-9340-9FF3-126F-5762415283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95460" y="1192160"/>
                  <a:ext cx="68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3A92431-4F95-A72E-63B4-C5FCD0160C4A}"/>
                    </a:ext>
                  </a:extLst>
                </p14:cNvPr>
                <p14:cNvContentPartPr/>
                <p14:nvPr/>
              </p14:nvContentPartPr>
              <p14:xfrm>
                <a:off x="6501740" y="1337960"/>
                <a:ext cx="138240" cy="140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3A92431-4F95-A72E-63B4-C5FCD0160C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83740" y="1320320"/>
                  <a:ext cx="173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44E8AE1-B6C5-E450-3C69-C645EB987B2E}"/>
                    </a:ext>
                  </a:extLst>
                </p14:cNvPr>
                <p14:cNvContentPartPr/>
                <p14:nvPr/>
              </p14:nvContentPartPr>
              <p14:xfrm>
                <a:off x="6773180" y="1313480"/>
                <a:ext cx="142920" cy="250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44E8AE1-B6C5-E450-3C69-C645EB987B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5540" y="1295480"/>
                  <a:ext cx="1785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543B20B-3969-9B4C-A381-A7244CEB1AB9}"/>
              </a:ext>
            </a:extLst>
          </p:cNvPr>
          <p:cNvGrpSpPr/>
          <p:nvPr/>
        </p:nvGrpSpPr>
        <p:grpSpPr>
          <a:xfrm>
            <a:off x="5181980" y="1849160"/>
            <a:ext cx="3205080" cy="2047680"/>
            <a:chOff x="5181980" y="1849160"/>
            <a:chExt cx="3205080" cy="20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A3DC9D1-CD49-A784-1AD9-18A47CE2CFFF}"/>
                    </a:ext>
                  </a:extLst>
                </p14:cNvPr>
                <p14:cNvContentPartPr/>
                <p14:nvPr/>
              </p14:nvContentPartPr>
              <p14:xfrm>
                <a:off x="6675620" y="1849160"/>
                <a:ext cx="128880" cy="204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A3DC9D1-CD49-A784-1AD9-18A47CE2CF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57620" y="1831520"/>
                  <a:ext cx="164520" cy="20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7B5D5F-6240-4724-5417-BB9A1CF1BBB8}"/>
                    </a:ext>
                  </a:extLst>
                </p14:cNvPr>
                <p14:cNvContentPartPr/>
                <p14:nvPr/>
              </p14:nvContentPartPr>
              <p14:xfrm>
                <a:off x="5181980" y="2214200"/>
                <a:ext cx="2779920" cy="133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7B5D5F-6240-4724-5417-BB9A1CF1BB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63980" y="2196200"/>
                  <a:ext cx="2815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D051F1-A210-203D-C868-99CBF810354F}"/>
                    </a:ext>
                  </a:extLst>
                </p14:cNvPr>
                <p14:cNvContentPartPr/>
                <p14:nvPr/>
              </p14:nvContentPartPr>
              <p14:xfrm>
                <a:off x="5797220" y="1915040"/>
                <a:ext cx="82800" cy="30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D051F1-A210-203D-C868-99CBF81035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79580" y="1897400"/>
                  <a:ext cx="118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685F37-F4E0-075A-0644-1ED1820F9616}"/>
                    </a:ext>
                  </a:extLst>
                </p14:cNvPr>
                <p14:cNvContentPartPr/>
                <p14:nvPr/>
              </p14:nvContentPartPr>
              <p14:xfrm>
                <a:off x="5803340" y="1960760"/>
                <a:ext cx="198000" cy="173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685F37-F4E0-075A-0644-1ED1820F96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85340" y="1942760"/>
                  <a:ext cx="233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5BE15B-8F76-998E-41F2-560EAB908E7B}"/>
                    </a:ext>
                  </a:extLst>
                </p14:cNvPr>
                <p14:cNvContentPartPr/>
                <p14:nvPr/>
              </p14:nvContentPartPr>
              <p14:xfrm>
                <a:off x="5803700" y="2061200"/>
                <a:ext cx="137160" cy="5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5BE15B-8F76-998E-41F2-560EAB908E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6060" y="2043560"/>
                  <a:ext cx="172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869EEE-C368-1EEC-ADB5-6BE5EFD41EF1}"/>
                    </a:ext>
                  </a:extLst>
                </p14:cNvPr>
                <p14:cNvContentPartPr/>
                <p14:nvPr/>
              </p14:nvContentPartPr>
              <p14:xfrm>
                <a:off x="6085220" y="1952480"/>
                <a:ext cx="27360" cy="21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869EEE-C368-1EEC-ADB5-6BE5EFD41E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67580" y="1934840"/>
                  <a:ext cx="63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27E2C6-983C-D121-90CE-9D50C4DE8992}"/>
                    </a:ext>
                  </a:extLst>
                </p14:cNvPr>
                <p14:cNvContentPartPr/>
                <p14:nvPr/>
              </p14:nvContentPartPr>
              <p14:xfrm>
                <a:off x="6067580" y="1896320"/>
                <a:ext cx="218880" cy="19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27E2C6-983C-D121-90CE-9D50C4DE899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49940" y="1878320"/>
                  <a:ext cx="254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9E9E4D-75F3-11CC-55C6-E9C78FAC891B}"/>
                    </a:ext>
                  </a:extLst>
                </p14:cNvPr>
                <p14:cNvContentPartPr/>
                <p14:nvPr/>
              </p14:nvContentPartPr>
              <p14:xfrm>
                <a:off x="6347660" y="1881200"/>
                <a:ext cx="124560" cy="244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9E9E4D-75F3-11CC-55C6-E9C78FAC89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0020" y="1863200"/>
                  <a:ext cx="160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DC57959-7DDC-9031-BB97-DC84BB373DE0}"/>
                    </a:ext>
                  </a:extLst>
                </p14:cNvPr>
                <p14:cNvContentPartPr/>
                <p14:nvPr/>
              </p14:nvContentPartPr>
              <p14:xfrm>
                <a:off x="6356660" y="1892360"/>
                <a:ext cx="161640" cy="263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C57959-7DDC-9031-BB97-DC84BB373D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39020" y="1874360"/>
                  <a:ext cx="1972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1A2EBF-2A21-D1E3-3BFE-AFE7D5711AD8}"/>
                    </a:ext>
                  </a:extLst>
                </p14:cNvPr>
                <p14:cNvContentPartPr/>
                <p14:nvPr/>
              </p14:nvContentPartPr>
              <p14:xfrm>
                <a:off x="5410220" y="2429480"/>
                <a:ext cx="262800" cy="176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1A2EBF-2A21-D1E3-3BFE-AFE7D5711A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92220" y="2411840"/>
                  <a:ext cx="2984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CB64D2-DB5D-95F7-4F90-CDCCDD2A048F}"/>
                    </a:ext>
                  </a:extLst>
                </p14:cNvPr>
                <p14:cNvContentPartPr/>
                <p14:nvPr/>
              </p14:nvContentPartPr>
              <p14:xfrm>
                <a:off x="5805860" y="2451080"/>
                <a:ext cx="36000" cy="18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CB64D2-DB5D-95F7-4F90-CDCCDD2A04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8220" y="2433080"/>
                  <a:ext cx="71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05EE1E-3E8C-ED71-A3DA-E9C2B3F8F190}"/>
                    </a:ext>
                  </a:extLst>
                </p14:cNvPr>
                <p14:cNvContentPartPr/>
                <p14:nvPr/>
              </p14:nvContentPartPr>
              <p14:xfrm>
                <a:off x="5976140" y="2475560"/>
                <a:ext cx="51480" cy="2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05EE1E-3E8C-ED71-A3DA-E9C2B3F8F1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58500" y="2457560"/>
                  <a:ext cx="87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BB70EC-FAF9-447B-8E91-E885F244E8CC}"/>
                    </a:ext>
                  </a:extLst>
                </p14:cNvPr>
                <p14:cNvContentPartPr/>
                <p14:nvPr/>
              </p14:nvContentPartPr>
              <p14:xfrm>
                <a:off x="6005660" y="2556920"/>
                <a:ext cx="85680" cy="3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BB70EC-FAF9-447B-8E91-E885F244E8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88020" y="2538920"/>
                  <a:ext cx="121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C1FE53-17B0-F81C-9E22-93753A3EBE73}"/>
                    </a:ext>
                  </a:extLst>
                </p14:cNvPr>
                <p14:cNvContentPartPr/>
                <p14:nvPr/>
              </p14:nvContentPartPr>
              <p14:xfrm>
                <a:off x="6193580" y="2421920"/>
                <a:ext cx="39240" cy="195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C1FE53-17B0-F81C-9E22-93753A3EBE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75580" y="2404280"/>
                  <a:ext cx="74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FB37A1-CDDB-898A-1CFB-46F51C57EF2F}"/>
                    </a:ext>
                  </a:extLst>
                </p14:cNvPr>
                <p14:cNvContentPartPr/>
                <p14:nvPr/>
              </p14:nvContentPartPr>
              <p14:xfrm>
                <a:off x="5433260" y="2948240"/>
                <a:ext cx="239400" cy="17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FB37A1-CDDB-898A-1CFB-46F51C57EF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15620" y="2930240"/>
                  <a:ext cx="275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B8744F7-74C8-2C49-4B89-2403533DB42D}"/>
                    </a:ext>
                  </a:extLst>
                </p14:cNvPr>
                <p14:cNvContentPartPr/>
                <p14:nvPr/>
              </p14:nvContentPartPr>
              <p14:xfrm>
                <a:off x="5783900" y="2971280"/>
                <a:ext cx="159120" cy="113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B8744F7-74C8-2C49-4B89-2403533DB42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65900" y="2953640"/>
                  <a:ext cx="194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D33151-FAEA-C945-23D2-AE3E8DE534FF}"/>
                    </a:ext>
                  </a:extLst>
                </p14:cNvPr>
                <p14:cNvContentPartPr/>
                <p14:nvPr/>
              </p14:nvContentPartPr>
              <p14:xfrm>
                <a:off x="6090260" y="2931320"/>
                <a:ext cx="66960" cy="2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D33151-FAEA-C945-23D2-AE3E8DE534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2620" y="2913680"/>
                  <a:ext cx="102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2769AD-2F33-1522-023D-B90911C08E95}"/>
                    </a:ext>
                  </a:extLst>
                </p14:cNvPr>
                <p14:cNvContentPartPr/>
                <p14:nvPr/>
              </p14:nvContentPartPr>
              <p14:xfrm>
                <a:off x="6168740" y="2995760"/>
                <a:ext cx="57960" cy="20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2769AD-2F33-1522-023D-B90911C08E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51100" y="2978120"/>
                  <a:ext cx="93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39B30CD-9109-8056-DB33-9887899C2C11}"/>
                    </a:ext>
                  </a:extLst>
                </p14:cNvPr>
                <p14:cNvContentPartPr/>
                <p14:nvPr/>
              </p14:nvContentPartPr>
              <p14:xfrm>
                <a:off x="6332540" y="2854280"/>
                <a:ext cx="40320" cy="232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39B30CD-9109-8056-DB33-9887899C2C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14540" y="2836280"/>
                  <a:ext cx="75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CA38C1-EAC2-69BE-C182-196708089F03}"/>
                    </a:ext>
                  </a:extLst>
                </p14:cNvPr>
                <p14:cNvContentPartPr/>
                <p14:nvPr/>
              </p14:nvContentPartPr>
              <p14:xfrm>
                <a:off x="5601380" y="3456200"/>
                <a:ext cx="137160" cy="244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CA38C1-EAC2-69BE-C182-196708089F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3380" y="3438560"/>
                  <a:ext cx="172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F32CF9-F4C8-AB81-6725-23D77428037F}"/>
                    </a:ext>
                  </a:extLst>
                </p14:cNvPr>
                <p14:cNvContentPartPr/>
                <p14:nvPr/>
              </p14:nvContentPartPr>
              <p14:xfrm>
                <a:off x="5931500" y="3495800"/>
                <a:ext cx="67680" cy="46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F32CF9-F4C8-AB81-6725-23D7742803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13500" y="3478160"/>
                  <a:ext cx="103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C4C580-D578-4803-1035-02D321FE0BA3}"/>
                    </a:ext>
                  </a:extLst>
                </p14:cNvPr>
                <p14:cNvContentPartPr/>
                <p14:nvPr/>
              </p14:nvContentPartPr>
              <p14:xfrm>
                <a:off x="5990180" y="3567800"/>
                <a:ext cx="72000" cy="34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C4C580-D578-4803-1035-02D321FE0BA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72540" y="3549800"/>
                  <a:ext cx="107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CB8348-0636-EC4A-822D-5DB968B76660}"/>
                    </a:ext>
                  </a:extLst>
                </p14:cNvPr>
                <p14:cNvContentPartPr/>
                <p14:nvPr/>
              </p14:nvContentPartPr>
              <p14:xfrm>
                <a:off x="6227060" y="3505880"/>
                <a:ext cx="118080" cy="20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CB8348-0636-EC4A-822D-5DB968B766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09060" y="3488240"/>
                  <a:ext cx="153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4F659F-916F-4DF9-7EF0-192BE979369F}"/>
                    </a:ext>
                  </a:extLst>
                </p14:cNvPr>
                <p14:cNvContentPartPr/>
                <p14:nvPr/>
              </p14:nvContentPartPr>
              <p14:xfrm>
                <a:off x="6458180" y="3419480"/>
                <a:ext cx="52560" cy="288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4F659F-916F-4DF9-7EF0-192BE97936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40540" y="3401840"/>
                  <a:ext cx="88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3B9A7A-FE5F-7124-1BF0-2B93C11ED3F4}"/>
                    </a:ext>
                  </a:extLst>
                </p14:cNvPr>
                <p14:cNvContentPartPr/>
                <p14:nvPr/>
              </p14:nvContentPartPr>
              <p14:xfrm>
                <a:off x="6566180" y="3539000"/>
                <a:ext cx="31680" cy="25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3B9A7A-FE5F-7124-1BF0-2B93C11ED3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48540" y="3521360"/>
                  <a:ext cx="67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256151-7E75-DDF2-ABA6-7F03B304260D}"/>
                    </a:ext>
                  </a:extLst>
                </p14:cNvPr>
                <p14:cNvContentPartPr/>
                <p14:nvPr/>
              </p14:nvContentPartPr>
              <p14:xfrm>
                <a:off x="6660140" y="3485000"/>
                <a:ext cx="66600" cy="32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256151-7E75-DDF2-ABA6-7F03B30426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42500" y="3467000"/>
                  <a:ext cx="102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E794C9-65DA-ACAB-6578-75F08CB47100}"/>
                    </a:ext>
                  </a:extLst>
                </p14:cNvPr>
                <p14:cNvContentPartPr/>
                <p14:nvPr/>
              </p14:nvContentPartPr>
              <p14:xfrm>
                <a:off x="6687860" y="3500840"/>
                <a:ext cx="47160" cy="194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E794C9-65DA-ACAB-6578-75F08CB471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860" y="3483200"/>
                  <a:ext cx="82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9A8C1C-FE58-4E37-6BAE-0A577D09B243}"/>
                    </a:ext>
                  </a:extLst>
                </p14:cNvPr>
                <p14:cNvContentPartPr/>
                <p14:nvPr/>
              </p14:nvContentPartPr>
              <p14:xfrm>
                <a:off x="6875060" y="2446760"/>
                <a:ext cx="212760" cy="20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9A8C1C-FE58-4E37-6BAE-0A577D09B24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57420" y="2429120"/>
                  <a:ext cx="248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2A6462-99C9-2622-0827-AC06394E48C9}"/>
                    </a:ext>
                  </a:extLst>
                </p14:cNvPr>
                <p14:cNvContentPartPr/>
                <p14:nvPr/>
              </p14:nvContentPartPr>
              <p14:xfrm>
                <a:off x="7172780" y="2512640"/>
                <a:ext cx="147600" cy="10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2A6462-99C9-2622-0827-AC06394E48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55140" y="2494640"/>
                  <a:ext cx="18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DF153F9-C0D8-0E90-041D-D10ED0CEB856}"/>
                    </a:ext>
                  </a:extLst>
                </p14:cNvPr>
                <p14:cNvContentPartPr/>
                <p14:nvPr/>
              </p14:nvContentPartPr>
              <p14:xfrm>
                <a:off x="7039940" y="1907120"/>
                <a:ext cx="11520" cy="233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DF153F9-C0D8-0E90-041D-D10ED0CEB85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22300" y="1889120"/>
                  <a:ext cx="471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FCEE3F9-C996-03E5-FC79-E6C0BFD6B773}"/>
                    </a:ext>
                  </a:extLst>
                </p14:cNvPr>
                <p14:cNvContentPartPr/>
                <p14:nvPr/>
              </p14:nvContentPartPr>
              <p14:xfrm>
                <a:off x="7004660" y="1893080"/>
                <a:ext cx="180720" cy="198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FCEE3F9-C996-03E5-FC79-E6C0BFD6B7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87020" y="1875440"/>
                  <a:ext cx="2163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3C69FBD-31FF-9489-B891-7006F4F84001}"/>
                    </a:ext>
                  </a:extLst>
                </p14:cNvPr>
                <p14:cNvContentPartPr/>
                <p14:nvPr/>
              </p14:nvContentPartPr>
              <p14:xfrm>
                <a:off x="7304540" y="1900280"/>
                <a:ext cx="30960" cy="188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3C69FBD-31FF-9489-B891-7006F4F840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86540" y="1882280"/>
                  <a:ext cx="66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46FA321-FFC8-EC45-D85F-8A34F48BC007}"/>
                    </a:ext>
                  </a:extLst>
                </p14:cNvPr>
                <p14:cNvContentPartPr/>
                <p14:nvPr/>
              </p14:nvContentPartPr>
              <p14:xfrm>
                <a:off x="7306340" y="1929080"/>
                <a:ext cx="132480" cy="132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46FA321-FFC8-EC45-D85F-8A34F48BC0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88340" y="1911080"/>
                  <a:ext cx="168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A5B740B-7432-EE70-F713-465C7AE95E6A}"/>
                    </a:ext>
                  </a:extLst>
                </p14:cNvPr>
                <p14:cNvContentPartPr/>
                <p14:nvPr/>
              </p14:nvContentPartPr>
              <p14:xfrm>
                <a:off x="7327940" y="1982000"/>
                <a:ext cx="122040" cy="107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A5B740B-7432-EE70-F713-465C7AE95E6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10300" y="1964000"/>
                  <a:ext cx="157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A7FDA3-51C1-278E-A8B1-E2FE38B150A1}"/>
                    </a:ext>
                  </a:extLst>
                </p14:cNvPr>
                <p14:cNvContentPartPr/>
                <p14:nvPr/>
              </p14:nvContentPartPr>
              <p14:xfrm>
                <a:off x="7556180" y="1941320"/>
                <a:ext cx="17640" cy="122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A7FDA3-51C1-278E-A8B1-E2FE38B150A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38540" y="1923320"/>
                  <a:ext cx="53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EEB709-19B6-BCCE-EC36-1CF2913AEA5A}"/>
                    </a:ext>
                  </a:extLst>
                </p14:cNvPr>
                <p14:cNvContentPartPr/>
                <p14:nvPr/>
              </p14:nvContentPartPr>
              <p14:xfrm>
                <a:off x="7568420" y="1863200"/>
                <a:ext cx="128520" cy="168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EEB709-19B6-BCCE-EC36-1CF2913AEA5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0780" y="1845560"/>
                  <a:ext cx="164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2F29D6-D921-99D0-9776-2F858A11627A}"/>
                    </a:ext>
                  </a:extLst>
                </p14:cNvPr>
                <p14:cNvContentPartPr/>
                <p14:nvPr/>
              </p14:nvContentPartPr>
              <p14:xfrm>
                <a:off x="7789460" y="1897040"/>
                <a:ext cx="75600" cy="144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2F29D6-D921-99D0-9776-2F858A11627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71820" y="1879040"/>
                  <a:ext cx="111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DE09AFD-C98F-BFEE-98BB-951EC60E91CF}"/>
                    </a:ext>
                  </a:extLst>
                </p14:cNvPr>
                <p14:cNvContentPartPr/>
                <p14:nvPr/>
              </p14:nvContentPartPr>
              <p14:xfrm>
                <a:off x="7842380" y="1869680"/>
                <a:ext cx="109440" cy="156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DE09AFD-C98F-BFEE-98BB-951EC60E91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4740" y="1851680"/>
                  <a:ext cx="145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5E4AB8-E617-C2EE-6B2F-CD818C538871}"/>
                    </a:ext>
                  </a:extLst>
                </p14:cNvPr>
                <p14:cNvContentPartPr/>
                <p14:nvPr/>
              </p14:nvContentPartPr>
              <p14:xfrm>
                <a:off x="7536380" y="2462240"/>
                <a:ext cx="57960" cy="21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5E4AB8-E617-C2EE-6B2F-CD818C53887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18740" y="2444600"/>
                  <a:ext cx="93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B65A20-FCAC-5EF0-1DF5-86E18B05EEC3}"/>
                    </a:ext>
                  </a:extLst>
                </p14:cNvPr>
                <p14:cNvContentPartPr/>
                <p14:nvPr/>
              </p14:nvContentPartPr>
              <p14:xfrm>
                <a:off x="7557980" y="2549000"/>
                <a:ext cx="85680" cy="19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B65A20-FCAC-5EF0-1DF5-86E18B05EEC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40340" y="2531000"/>
                  <a:ext cx="1213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A8047FE-BBF5-B1D3-4B76-A39FADBB3485}"/>
                    </a:ext>
                  </a:extLst>
                </p14:cNvPr>
                <p14:cNvContentPartPr/>
                <p14:nvPr/>
              </p14:nvContentPartPr>
              <p14:xfrm>
                <a:off x="7807100" y="2384120"/>
                <a:ext cx="238320" cy="29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A8047FE-BBF5-B1D3-4B76-A39FADBB34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9460" y="2366480"/>
                  <a:ext cx="273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ED7A0E-9766-31C6-1EAA-BEEC99EE0B30}"/>
                    </a:ext>
                  </a:extLst>
                </p14:cNvPr>
                <p14:cNvContentPartPr/>
                <p14:nvPr/>
              </p14:nvContentPartPr>
              <p14:xfrm>
                <a:off x="8158100" y="2315000"/>
                <a:ext cx="36000" cy="223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ED7A0E-9766-31C6-1EAA-BEEC99EE0B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40100" y="2297360"/>
                  <a:ext cx="71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2F08AC-6A06-7F91-A272-98C9258DA351}"/>
                    </a:ext>
                  </a:extLst>
                </p14:cNvPr>
                <p14:cNvContentPartPr/>
                <p14:nvPr/>
              </p14:nvContentPartPr>
              <p14:xfrm>
                <a:off x="7179260" y="2493920"/>
                <a:ext cx="126000" cy="212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2F08AC-6A06-7F91-A272-98C9258DA35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61620" y="2476280"/>
                  <a:ext cx="161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FF6AC4C-EC1E-126D-4A1E-290D6C4A7DC0}"/>
                    </a:ext>
                  </a:extLst>
                </p14:cNvPr>
                <p14:cNvContentPartPr/>
                <p14:nvPr/>
              </p14:nvContentPartPr>
              <p14:xfrm>
                <a:off x="7274300" y="2630360"/>
                <a:ext cx="44640" cy="56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FF6AC4C-EC1E-126D-4A1E-290D6C4A7D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56300" y="2612360"/>
                  <a:ext cx="80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5B094-C510-8BD4-821E-1E3758581D1B}"/>
                    </a:ext>
                  </a:extLst>
                </p14:cNvPr>
                <p14:cNvContentPartPr/>
                <p14:nvPr/>
              </p14:nvContentPartPr>
              <p14:xfrm>
                <a:off x="7074500" y="2924840"/>
                <a:ext cx="217800" cy="176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5B094-C510-8BD4-821E-1E3758581D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56860" y="2906840"/>
                  <a:ext cx="253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282958-A8D6-9F72-33FF-C5A1363BBA22}"/>
                    </a:ext>
                  </a:extLst>
                </p14:cNvPr>
                <p14:cNvContentPartPr/>
                <p14:nvPr/>
              </p14:nvContentPartPr>
              <p14:xfrm>
                <a:off x="7362140" y="2987120"/>
                <a:ext cx="116280" cy="50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282958-A8D6-9F72-33FF-C5A1363BBA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44500" y="2969120"/>
                  <a:ext cx="151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4CB5BB-5C5B-C492-6B6D-434F2E57B8E8}"/>
                    </a:ext>
                  </a:extLst>
                </p14:cNvPr>
                <p14:cNvContentPartPr/>
                <p14:nvPr/>
              </p14:nvContentPartPr>
              <p14:xfrm>
                <a:off x="7645460" y="2931680"/>
                <a:ext cx="123120" cy="50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4CB5BB-5C5B-C492-6B6D-434F2E57B8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27460" y="2913680"/>
                  <a:ext cx="158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DBD32EE-A463-E0EF-7561-95B78A5542E3}"/>
                    </a:ext>
                  </a:extLst>
                </p14:cNvPr>
                <p14:cNvContentPartPr/>
                <p14:nvPr/>
              </p14:nvContentPartPr>
              <p14:xfrm>
                <a:off x="7744820" y="3015920"/>
                <a:ext cx="105480" cy="38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DBD32EE-A463-E0EF-7561-95B78A5542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27180" y="2997920"/>
                  <a:ext cx="141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3A4BC1-A55A-C40D-0E79-DE905EAA34D3}"/>
                    </a:ext>
                  </a:extLst>
                </p14:cNvPr>
                <p14:cNvContentPartPr/>
                <p14:nvPr/>
              </p14:nvContentPartPr>
              <p14:xfrm>
                <a:off x="8022380" y="2925560"/>
                <a:ext cx="135000" cy="28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3A4BC1-A55A-C40D-0E79-DE905EAA34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04740" y="2907560"/>
                  <a:ext cx="170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710D87-92A1-5F3F-926A-02714ED41917}"/>
                    </a:ext>
                  </a:extLst>
                </p14:cNvPr>
                <p14:cNvContentPartPr/>
                <p14:nvPr/>
              </p14:nvContentPartPr>
              <p14:xfrm>
                <a:off x="8219660" y="2839160"/>
                <a:ext cx="64440" cy="265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710D87-92A1-5F3F-926A-02714ED419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02020" y="2821160"/>
                  <a:ext cx="1000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8537EB9-8558-CC29-FA68-A9F1CE9849C8}"/>
                    </a:ext>
                  </a:extLst>
                </p14:cNvPr>
                <p14:cNvContentPartPr/>
                <p14:nvPr/>
              </p14:nvContentPartPr>
              <p14:xfrm>
                <a:off x="7248740" y="3419840"/>
                <a:ext cx="138960" cy="269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8537EB9-8558-CC29-FA68-A9F1CE9849C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30740" y="3401840"/>
                  <a:ext cx="174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6C99D12-CC99-0A6C-7E1E-35770510B551}"/>
                    </a:ext>
                  </a:extLst>
                </p14:cNvPr>
                <p14:cNvContentPartPr/>
                <p14:nvPr/>
              </p14:nvContentPartPr>
              <p14:xfrm>
                <a:off x="7569140" y="3523880"/>
                <a:ext cx="90360" cy="5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6C99D12-CC99-0A6C-7E1E-35770510B5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51140" y="3506240"/>
                  <a:ext cx="126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4F0801-83ED-5095-F69C-E675D35FA83A}"/>
                    </a:ext>
                  </a:extLst>
                </p14:cNvPr>
                <p14:cNvContentPartPr/>
                <p14:nvPr/>
              </p14:nvContentPartPr>
              <p14:xfrm>
                <a:off x="7639340" y="3591200"/>
                <a:ext cx="85680" cy="47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4F0801-83ED-5095-F69C-E675D35FA83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21340" y="3573560"/>
                  <a:ext cx="121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313F70-C417-74B8-2325-94E5D72A0D82}"/>
                    </a:ext>
                  </a:extLst>
                </p14:cNvPr>
                <p14:cNvContentPartPr/>
                <p14:nvPr/>
              </p14:nvContentPartPr>
              <p14:xfrm>
                <a:off x="7946780" y="3463760"/>
                <a:ext cx="57960" cy="212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313F70-C417-74B8-2325-94E5D72A0D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28780" y="3446120"/>
                  <a:ext cx="936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530C580-A048-1F1E-93CD-E337A10F93B7}"/>
                    </a:ext>
                  </a:extLst>
                </p14:cNvPr>
                <p14:cNvContentPartPr/>
                <p14:nvPr/>
              </p14:nvContentPartPr>
              <p14:xfrm>
                <a:off x="8115980" y="3514520"/>
                <a:ext cx="25560" cy="30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530C580-A048-1F1E-93CD-E337A10F93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97980" y="3496880"/>
                  <a:ext cx="61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12D983-D6F0-07F5-57AF-72EB706FEE60}"/>
                    </a:ext>
                  </a:extLst>
                </p14:cNvPr>
                <p14:cNvContentPartPr/>
                <p14:nvPr/>
              </p14:nvContentPartPr>
              <p14:xfrm>
                <a:off x="8290580" y="3435320"/>
                <a:ext cx="78120" cy="35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12D983-D6F0-07F5-57AF-72EB706FEE6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72940" y="3417320"/>
                  <a:ext cx="11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BFDC09B-60E1-6B13-A339-D909F7ED3469}"/>
                    </a:ext>
                  </a:extLst>
                </p14:cNvPr>
                <p14:cNvContentPartPr/>
                <p14:nvPr/>
              </p14:nvContentPartPr>
              <p14:xfrm>
                <a:off x="8278700" y="3478520"/>
                <a:ext cx="108360" cy="154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BFDC09B-60E1-6B13-A339-D909F7ED346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60700" y="3460520"/>
                  <a:ext cx="144000" cy="19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2437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So</a:t>
            </a:r>
            <a:r>
              <a:rPr spc="170" dirty="0"/>
              <a:t> </a:t>
            </a:r>
            <a:r>
              <a:rPr dirty="0"/>
              <a:t>are</a:t>
            </a:r>
            <a:r>
              <a:rPr spc="170" dirty="0"/>
              <a:t> </a:t>
            </a:r>
            <a:r>
              <a:rPr dirty="0"/>
              <a:t>perceptrons</a:t>
            </a:r>
            <a:r>
              <a:rPr spc="145" dirty="0"/>
              <a:t> </a:t>
            </a:r>
            <a:r>
              <a:rPr spc="55" dirty="0"/>
              <a:t>just</a:t>
            </a:r>
            <a:r>
              <a:rPr spc="190" dirty="0"/>
              <a:t> </a:t>
            </a:r>
            <a:r>
              <a:rPr dirty="0"/>
              <a:t>more</a:t>
            </a:r>
            <a:r>
              <a:rPr spc="170" dirty="0"/>
              <a:t> </a:t>
            </a:r>
            <a:r>
              <a:rPr spc="75" dirty="0"/>
              <a:t>complex</a:t>
            </a:r>
            <a:r>
              <a:rPr spc="55" dirty="0"/>
              <a:t> </a:t>
            </a:r>
            <a:r>
              <a:rPr spc="75" dirty="0"/>
              <a:t>NAND</a:t>
            </a:r>
            <a:r>
              <a:rPr spc="165" dirty="0"/>
              <a:t> </a:t>
            </a:r>
            <a:r>
              <a:rPr spc="-10" dirty="0"/>
              <a:t>gates?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7419" y="1122153"/>
            <a:ext cx="9768205" cy="42805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5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strength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lies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algorithms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45" dirty="0">
                <a:latin typeface="Calibri"/>
                <a:cs typeface="Calibri"/>
              </a:rPr>
              <a:t>weights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55" dirty="0">
                <a:latin typeface="Calibri"/>
                <a:cs typeface="Calibri"/>
              </a:rPr>
              <a:t>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</a:t>
            </a:r>
            <a:endParaRPr sz="2400">
              <a:latin typeface="Calibri"/>
              <a:cs typeface="Calibri"/>
            </a:endParaRPr>
          </a:p>
          <a:p>
            <a:pPr marR="4667885" algn="r">
              <a:lnSpc>
                <a:spcPts val="2735"/>
              </a:lnSpc>
            </a:pPr>
            <a:r>
              <a:rPr sz="2400" spc="50" dirty="0">
                <a:latin typeface="Calibri"/>
                <a:cs typeface="Calibri"/>
              </a:rPr>
              <a:t>something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</a:t>
            </a:r>
            <a:endParaRPr sz="2400">
              <a:latin typeface="Calibri"/>
              <a:cs typeface="Calibri"/>
            </a:endParaRPr>
          </a:p>
          <a:p>
            <a:pPr marL="227329" marR="4721860" indent="-227329" algn="r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27329" algn="l"/>
              </a:tabLst>
            </a:pPr>
            <a:r>
              <a:rPr sz="2800" spc="-20" dirty="0">
                <a:latin typeface="Calibri"/>
                <a:cs typeface="Calibri"/>
              </a:rPr>
              <a:t>What’s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so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basically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presolve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solve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those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‘learning’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don’t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basic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architecture,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let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tune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itself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get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right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answer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627831"/>
            <a:ext cx="9742805" cy="12204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39395" marR="5080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0665" algn="l"/>
                <a:tab pos="1181100" algn="l"/>
              </a:tabLst>
            </a:pPr>
            <a:r>
              <a:rPr sz="2800" spc="75" dirty="0">
                <a:latin typeface="Calibri"/>
                <a:cs typeface="Calibri"/>
              </a:rPr>
              <a:t>If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	want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should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change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45" dirty="0">
                <a:latin typeface="Calibri"/>
                <a:cs typeface="Calibri"/>
              </a:rPr>
              <a:t>in 	</a:t>
            </a:r>
            <a:r>
              <a:rPr sz="2800" spc="55" dirty="0">
                <a:latin typeface="Calibri"/>
                <a:cs typeface="Calibri"/>
              </a:rPr>
              <a:t>weight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synapse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corresponding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small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change 	</a:t>
            </a:r>
            <a:r>
              <a:rPr sz="2800" spc="7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18D8DF-FFA3-D941-9F27-C061F4AB49A3}"/>
              </a:ext>
            </a:extLst>
          </p:cNvPr>
          <p:cNvGrpSpPr/>
          <p:nvPr/>
        </p:nvGrpSpPr>
        <p:grpSpPr>
          <a:xfrm>
            <a:off x="8133620" y="2780840"/>
            <a:ext cx="2959920" cy="1427400"/>
            <a:chOff x="8133620" y="2780840"/>
            <a:chExt cx="2959920" cy="14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5E858E-EF36-3882-3B0D-4F5FC2EA5596}"/>
                    </a:ext>
                  </a:extLst>
                </p14:cNvPr>
                <p14:cNvContentPartPr/>
                <p14:nvPr/>
              </p14:nvContentPartPr>
              <p14:xfrm>
                <a:off x="9856580" y="2780840"/>
                <a:ext cx="105120" cy="1427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5E858E-EF36-3882-3B0D-4F5FC2EA55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38580" y="2762840"/>
                  <a:ext cx="14076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C63540-9CA1-60AB-9CD3-7C073AD11933}"/>
                    </a:ext>
                  </a:extLst>
                </p14:cNvPr>
                <p14:cNvContentPartPr/>
                <p14:nvPr/>
              </p14:nvContentPartPr>
              <p14:xfrm>
                <a:off x="8133620" y="3572120"/>
                <a:ext cx="2959920" cy="103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C63540-9CA1-60AB-9CD3-7C073AD119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15980" y="3554480"/>
                  <a:ext cx="299556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B09597-B22F-2FDD-87A6-628A44060F99}"/>
                  </a:ext>
                </a:extLst>
              </p14:cNvPr>
              <p14:cNvContentPartPr/>
              <p14:nvPr/>
            </p14:nvContentPartPr>
            <p14:xfrm>
              <a:off x="8825540" y="1724600"/>
              <a:ext cx="1009800" cy="91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B09597-B22F-2FDD-87A6-628A44060F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2540" y="1661960"/>
                <a:ext cx="11354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0FEA14A-319A-C656-B088-D555C3F69978}"/>
                  </a:ext>
                </a:extLst>
              </p14:cNvPr>
              <p14:cNvContentPartPr/>
              <p14:nvPr/>
            </p14:nvContentPartPr>
            <p14:xfrm>
              <a:off x="9741020" y="767000"/>
              <a:ext cx="1239120" cy="65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0FEA14A-319A-C656-B088-D555C3F699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78380" y="704360"/>
                <a:ext cx="13647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B47745F-9A91-E020-C6C5-CAA21E461A02}"/>
                  </a:ext>
                </a:extLst>
              </p14:cNvPr>
              <p14:cNvContentPartPr/>
              <p14:nvPr/>
            </p14:nvContentPartPr>
            <p14:xfrm>
              <a:off x="9073940" y="2697680"/>
              <a:ext cx="1693800" cy="9248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B47745F-9A91-E020-C6C5-CAA21E461A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10940" y="2634680"/>
                <a:ext cx="1819440" cy="10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878BF41-BA73-1383-741B-B711079C5D5E}"/>
              </a:ext>
            </a:extLst>
          </p:cNvPr>
          <p:cNvGrpSpPr/>
          <p:nvPr/>
        </p:nvGrpSpPr>
        <p:grpSpPr>
          <a:xfrm>
            <a:off x="8354660" y="280640"/>
            <a:ext cx="2529360" cy="2183400"/>
            <a:chOff x="8354660" y="280640"/>
            <a:chExt cx="2529360" cy="21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7CB330-BE42-5D4F-6DD1-6F89679A847C}"/>
                    </a:ext>
                  </a:extLst>
                </p14:cNvPr>
                <p14:cNvContentPartPr/>
                <p14:nvPr/>
              </p14:nvContentPartPr>
              <p14:xfrm>
                <a:off x="9697460" y="728840"/>
                <a:ext cx="147960" cy="173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7CB330-BE42-5D4F-6DD1-6F89679A847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79460" y="711200"/>
                  <a:ext cx="183600" cy="17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EB6652-B48D-1832-0A0C-840AB5FB1EBD}"/>
                    </a:ext>
                  </a:extLst>
                </p14:cNvPr>
                <p14:cNvContentPartPr/>
                <p14:nvPr/>
              </p14:nvContentPartPr>
              <p14:xfrm>
                <a:off x="8354660" y="1692920"/>
                <a:ext cx="2529360" cy="142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EB6652-B48D-1832-0A0C-840AB5FB1E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37020" y="1675280"/>
                  <a:ext cx="2565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0DD697-46AC-5435-82D9-2D4ABBBBFCFE}"/>
                    </a:ext>
                  </a:extLst>
                </p14:cNvPr>
                <p14:cNvContentPartPr/>
                <p14:nvPr/>
              </p14:nvContentPartPr>
              <p14:xfrm>
                <a:off x="8806820" y="335360"/>
                <a:ext cx="22320" cy="299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0DD697-46AC-5435-82D9-2D4ABBBBFC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89180" y="317360"/>
                  <a:ext cx="57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3320A3-35DC-5D0D-A2A5-A875F6F47096}"/>
                    </a:ext>
                  </a:extLst>
                </p14:cNvPr>
                <p14:cNvContentPartPr/>
                <p14:nvPr/>
              </p14:nvContentPartPr>
              <p14:xfrm>
                <a:off x="8826620" y="280640"/>
                <a:ext cx="109080" cy="18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3320A3-35DC-5D0D-A2A5-A875F6F4709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08620" y="262640"/>
                  <a:ext cx="144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59739C8-201A-7F26-8DE6-AAB226669389}"/>
                    </a:ext>
                  </a:extLst>
                </p14:cNvPr>
                <p14:cNvContentPartPr/>
                <p14:nvPr/>
              </p14:nvContentPartPr>
              <p14:xfrm>
                <a:off x="8933900" y="363800"/>
                <a:ext cx="131040" cy="19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59739C8-201A-7F26-8DE6-AAB22666938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16260" y="345800"/>
                  <a:ext cx="166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6E2D74-C28E-8518-2DA8-19393C985E3A}"/>
                    </a:ext>
                  </a:extLst>
                </p14:cNvPr>
                <p14:cNvContentPartPr/>
                <p14:nvPr/>
              </p14:nvContentPartPr>
              <p14:xfrm>
                <a:off x="9138380" y="398360"/>
                <a:ext cx="77760" cy="11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6E2D74-C28E-8518-2DA8-19393C985E3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20740" y="380720"/>
                  <a:ext cx="113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3A2237-6C8E-109E-602B-2023490C44DA}"/>
                    </a:ext>
                  </a:extLst>
                </p14:cNvPr>
                <p14:cNvContentPartPr/>
                <p14:nvPr/>
              </p14:nvContentPartPr>
              <p14:xfrm>
                <a:off x="9342860" y="403400"/>
                <a:ext cx="47520" cy="12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3A2237-6C8E-109E-602B-2023490C44D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24860" y="385400"/>
                  <a:ext cx="83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6455CD-0080-23A3-225E-A2EF88A70CF1}"/>
                    </a:ext>
                  </a:extLst>
                </p14:cNvPr>
                <p14:cNvContentPartPr/>
                <p14:nvPr/>
              </p14:nvContentPartPr>
              <p14:xfrm>
                <a:off x="9459140" y="401240"/>
                <a:ext cx="230040" cy="235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6455CD-0080-23A3-225E-A2EF88A70CF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441500" y="383600"/>
                  <a:ext cx="2656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A488C32-70F8-15E7-621E-55866470FDBC}"/>
                    </a:ext>
                  </a:extLst>
                </p14:cNvPr>
                <p14:cNvContentPartPr/>
                <p14:nvPr/>
              </p14:nvContentPartPr>
              <p14:xfrm>
                <a:off x="9661820" y="418880"/>
                <a:ext cx="74520" cy="123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A488C32-70F8-15E7-621E-55866470FD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4180" y="400880"/>
                  <a:ext cx="110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B14620-9EEA-171F-56E7-9230AFA753E7}"/>
                    </a:ext>
                  </a:extLst>
                </p14:cNvPr>
                <p14:cNvContentPartPr/>
                <p14:nvPr/>
              </p14:nvContentPartPr>
              <p14:xfrm>
                <a:off x="9717980" y="282440"/>
                <a:ext cx="109440" cy="27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B14620-9EEA-171F-56E7-9230AFA753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99980" y="264440"/>
                  <a:ext cx="145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E013E0-1DE7-8A37-D363-4894AB8301B9}"/>
                    </a:ext>
                  </a:extLst>
                </p14:cNvPr>
                <p14:cNvContentPartPr/>
                <p14:nvPr/>
              </p14:nvContentPartPr>
              <p14:xfrm>
                <a:off x="9808340" y="395840"/>
                <a:ext cx="51480" cy="5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E013E0-1DE7-8A37-D363-4894AB8301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90340" y="377840"/>
                  <a:ext cx="87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E34DF6-B6C7-1E77-3432-BC9BF5285DFA}"/>
                    </a:ext>
                  </a:extLst>
                </p14:cNvPr>
                <p14:cNvContentPartPr/>
                <p14:nvPr/>
              </p14:nvContentPartPr>
              <p14:xfrm>
                <a:off x="9935420" y="400160"/>
                <a:ext cx="72360" cy="86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E34DF6-B6C7-1E77-3432-BC9BF5285D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17420" y="382160"/>
                  <a:ext cx="108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519E03-8007-35BD-A99B-8D99A3C33228}"/>
                    </a:ext>
                  </a:extLst>
                </p14:cNvPr>
                <p14:cNvContentPartPr/>
                <p14:nvPr/>
              </p14:nvContentPartPr>
              <p14:xfrm>
                <a:off x="10057460" y="388640"/>
                <a:ext cx="53640" cy="74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519E03-8007-35BD-A99B-8D99A3C332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39460" y="370640"/>
                  <a:ext cx="89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6530B4-B6F7-D7CC-CD11-1F3820DA3723}"/>
                    </a:ext>
                  </a:extLst>
                </p14:cNvPr>
                <p14:cNvContentPartPr/>
                <p14:nvPr/>
              </p14:nvContentPartPr>
              <p14:xfrm>
                <a:off x="10186340" y="382880"/>
                <a:ext cx="188280" cy="66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6530B4-B6F7-D7CC-CD11-1F3820DA372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8700" y="365240"/>
                  <a:ext cx="223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661FF1-2981-BD8A-BAA8-1E9F817C993E}"/>
                    </a:ext>
                  </a:extLst>
                </p14:cNvPr>
                <p14:cNvContentPartPr/>
                <p14:nvPr/>
              </p14:nvContentPartPr>
              <p14:xfrm>
                <a:off x="9098420" y="1305200"/>
                <a:ext cx="125280" cy="23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661FF1-2981-BD8A-BAA8-1E9F817C993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80780" y="1287200"/>
                  <a:ext cx="160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7EDD64-78E2-5DA2-E97E-B4B3F794081C}"/>
                    </a:ext>
                  </a:extLst>
                </p14:cNvPr>
                <p14:cNvContentPartPr/>
                <p14:nvPr/>
              </p14:nvContentPartPr>
              <p14:xfrm>
                <a:off x="9336740" y="1323920"/>
                <a:ext cx="92160" cy="187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7EDD64-78E2-5DA2-E97E-B4B3F794081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19100" y="1306280"/>
                  <a:ext cx="12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E2D2EF-5875-79E4-D976-6057B87EB4AB}"/>
                    </a:ext>
                  </a:extLst>
                </p14:cNvPr>
                <p14:cNvContentPartPr/>
                <p14:nvPr/>
              </p14:nvContentPartPr>
              <p14:xfrm>
                <a:off x="10335020" y="988400"/>
                <a:ext cx="38520" cy="273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E2D2EF-5875-79E4-D976-6057B87EB4A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17380" y="970760"/>
                  <a:ext cx="741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A86C3D8-7CF3-7BD4-9045-65216AC105A1}"/>
                    </a:ext>
                  </a:extLst>
                </p14:cNvPr>
                <p14:cNvContentPartPr/>
                <p14:nvPr/>
              </p14:nvContentPartPr>
              <p14:xfrm>
                <a:off x="10531580" y="1091720"/>
                <a:ext cx="106200" cy="17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A86C3D8-7CF3-7BD4-9045-65216AC105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13580" y="1073720"/>
                  <a:ext cx="141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E903EA-9183-7CE4-EE88-AC47F51F995B}"/>
                    </a:ext>
                  </a:extLst>
                </p14:cNvPr>
                <p14:cNvContentPartPr/>
                <p14:nvPr/>
              </p14:nvContentPartPr>
              <p14:xfrm>
                <a:off x="10758740" y="1144280"/>
                <a:ext cx="18360" cy="9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E903EA-9183-7CE4-EE88-AC47F51F99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41100" y="1126280"/>
                  <a:ext cx="54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6EAFFB-0A7B-095E-687D-A07DAB969500}"/>
                    </a:ext>
                  </a:extLst>
                </p14:cNvPr>
                <p14:cNvContentPartPr/>
                <p14:nvPr/>
              </p14:nvContentPartPr>
              <p14:xfrm>
                <a:off x="9606380" y="1774640"/>
                <a:ext cx="113400" cy="41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6EAFFB-0A7B-095E-687D-A07DAB9695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88740" y="1757000"/>
                  <a:ext cx="149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D65204-EAE8-0DEE-A5AE-3775B1416583}"/>
                    </a:ext>
                  </a:extLst>
                </p14:cNvPr>
                <p14:cNvContentPartPr/>
                <p14:nvPr/>
              </p14:nvContentPartPr>
              <p14:xfrm>
                <a:off x="9654980" y="1780400"/>
                <a:ext cx="83520" cy="85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D65204-EAE8-0DEE-A5AE-3775B141658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636980" y="1762760"/>
                  <a:ext cx="1191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117671F-C229-45EC-2D54-21B78F056AFC}"/>
              </a:ext>
            </a:extLst>
          </p:cNvPr>
          <p:cNvGrpSpPr/>
          <p:nvPr/>
        </p:nvGrpSpPr>
        <p:grpSpPr>
          <a:xfrm>
            <a:off x="9837140" y="825320"/>
            <a:ext cx="119880" cy="292320"/>
            <a:chOff x="9837140" y="825320"/>
            <a:chExt cx="11988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8782F2-32C2-4FFB-15A5-F2E6EB4F62E7}"/>
                    </a:ext>
                  </a:extLst>
                </p14:cNvPr>
                <p14:cNvContentPartPr/>
                <p14:nvPr/>
              </p14:nvContentPartPr>
              <p14:xfrm>
                <a:off x="9838580" y="858080"/>
                <a:ext cx="117720" cy="25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8782F2-32C2-4FFB-15A5-F2E6EB4F62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20580" y="840080"/>
                  <a:ext cx="153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53FCFB-6D07-D378-15E5-9EB494C79383}"/>
                    </a:ext>
                  </a:extLst>
                </p14:cNvPr>
                <p14:cNvContentPartPr/>
                <p14:nvPr/>
              </p14:nvContentPartPr>
              <p14:xfrm>
                <a:off x="9837140" y="825320"/>
                <a:ext cx="119880" cy="134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53FCFB-6D07-D378-15E5-9EB494C7938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19140" y="807680"/>
                  <a:ext cx="15552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1AA14A-BF08-368F-0879-FB1BC2733BA6}"/>
              </a:ext>
            </a:extLst>
          </p:cNvPr>
          <p:cNvGrpSpPr/>
          <p:nvPr/>
        </p:nvGrpSpPr>
        <p:grpSpPr>
          <a:xfrm>
            <a:off x="6666260" y="2803296"/>
            <a:ext cx="871920" cy="678960"/>
            <a:chOff x="4819100" y="5573000"/>
            <a:chExt cx="87192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D40B52-FFC0-AA73-5FDB-1E7CE73E6C7A}"/>
                    </a:ext>
                  </a:extLst>
                </p14:cNvPr>
                <p14:cNvContentPartPr/>
                <p14:nvPr/>
              </p14:nvContentPartPr>
              <p14:xfrm>
                <a:off x="4974620" y="5573000"/>
                <a:ext cx="191160" cy="678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94D0652-DA92-300A-8494-2086F5126A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56620" y="5555000"/>
                  <a:ext cx="2268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8A5C93-BF6A-DDED-01FC-F61ADB81143F}"/>
                    </a:ext>
                  </a:extLst>
                </p14:cNvPr>
                <p14:cNvContentPartPr/>
                <p14:nvPr/>
              </p14:nvContentPartPr>
              <p14:xfrm>
                <a:off x="4819100" y="5866760"/>
                <a:ext cx="261000" cy="16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49E57F5-565E-8C16-F5E7-B6647D0F7C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01460" y="5848760"/>
                  <a:ext cx="296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F33298-1F5C-2EDB-29EB-6436E050D7FB}"/>
                    </a:ext>
                  </a:extLst>
                </p14:cNvPr>
                <p14:cNvContentPartPr/>
                <p14:nvPr/>
              </p14:nvContentPartPr>
              <p14:xfrm>
                <a:off x="5239940" y="5750480"/>
                <a:ext cx="61920" cy="250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48D9F32-A165-452B-1603-590AE89E15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22300" y="5732480"/>
                  <a:ext cx="975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C43824B-3DCC-01A6-2ACA-7D0FB0534BA0}"/>
                    </a:ext>
                  </a:extLst>
                </p14:cNvPr>
                <p14:cNvContentPartPr/>
                <p14:nvPr/>
              </p14:nvContentPartPr>
              <p14:xfrm>
                <a:off x="5376740" y="5827520"/>
                <a:ext cx="56160" cy="15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1DCD03-B883-247B-3024-5D3AEAEFB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8740" y="5809880"/>
                  <a:ext cx="91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A53607-575F-24AD-0497-C68B297D6B75}"/>
                    </a:ext>
                  </a:extLst>
                </p14:cNvPr>
                <p14:cNvContentPartPr/>
                <p14:nvPr/>
              </p14:nvContentPartPr>
              <p14:xfrm>
                <a:off x="5466380" y="5790440"/>
                <a:ext cx="58320" cy="136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811C97E-B509-E93E-7E94-3A71E986118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48740" y="5772440"/>
                  <a:ext cx="93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65020A-A995-C183-5790-297F38C74DE3}"/>
                    </a:ext>
                  </a:extLst>
                </p14:cNvPr>
                <p14:cNvContentPartPr/>
                <p14:nvPr/>
              </p14:nvContentPartPr>
              <p14:xfrm>
                <a:off x="5612540" y="5766320"/>
                <a:ext cx="78480" cy="259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45ED43-12EE-5CE5-2060-80D6C92195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94900" y="5748320"/>
                  <a:ext cx="11412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8A6D72-E12D-2913-9AD9-ECDCF78656C4}"/>
              </a:ext>
            </a:extLst>
          </p:cNvPr>
          <p:cNvGrpSpPr/>
          <p:nvPr/>
        </p:nvGrpSpPr>
        <p:grpSpPr>
          <a:xfrm>
            <a:off x="7749860" y="2644176"/>
            <a:ext cx="1856520" cy="981000"/>
            <a:chOff x="5902700" y="5413880"/>
            <a:chExt cx="185652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36EF27-9E73-1F99-0FCA-487F3033C96A}"/>
                    </a:ext>
                  </a:extLst>
                </p14:cNvPr>
                <p14:cNvContentPartPr/>
                <p14:nvPr/>
              </p14:nvContentPartPr>
              <p14:xfrm>
                <a:off x="5902700" y="5903840"/>
                <a:ext cx="57240" cy="5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117A55-9574-0922-6652-4C696813FD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85060" y="5886200"/>
                  <a:ext cx="92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778627E-A525-557B-780C-D4D61E063FB5}"/>
                    </a:ext>
                  </a:extLst>
                </p14:cNvPr>
                <p14:cNvContentPartPr/>
                <p14:nvPr/>
              </p14:nvContentPartPr>
              <p14:xfrm>
                <a:off x="5963180" y="5952080"/>
                <a:ext cx="30240" cy="3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A23BC7-FC56-8008-B895-B932B86C13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45180" y="5934080"/>
                  <a:ext cx="65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13DA1A-B301-D9A9-EBE0-F649644122FC}"/>
                    </a:ext>
                  </a:extLst>
                </p14:cNvPr>
                <p14:cNvContentPartPr/>
                <p14:nvPr/>
              </p14:nvContentPartPr>
              <p14:xfrm>
                <a:off x="6458900" y="5421440"/>
                <a:ext cx="92520" cy="37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A618BD2-6973-42AA-0908-91DE863B58C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40900" y="5403440"/>
                  <a:ext cx="128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F971DE2-9307-6ABF-1C38-9FCD45F9AACD}"/>
                    </a:ext>
                  </a:extLst>
                </p14:cNvPr>
                <p14:cNvContentPartPr/>
                <p14:nvPr/>
              </p14:nvContentPartPr>
              <p14:xfrm>
                <a:off x="6158660" y="5777840"/>
                <a:ext cx="947880" cy="80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0888C21-C46E-B300-00E5-18303725FCC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40660" y="5759840"/>
                  <a:ext cx="983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F099EA-F8F2-0EAF-DC2C-5AA74103EBE7}"/>
                    </a:ext>
                  </a:extLst>
                </p14:cNvPr>
                <p14:cNvContentPartPr/>
                <p14:nvPr/>
              </p14:nvContentPartPr>
              <p14:xfrm>
                <a:off x="6391580" y="6042800"/>
                <a:ext cx="19440" cy="35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422308-0FD5-8F9B-CC8C-9B9E99411A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373580" y="6024800"/>
                  <a:ext cx="55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457C2E-AB3A-609C-EE03-33A77185BCEC}"/>
                    </a:ext>
                  </a:extLst>
                </p14:cNvPr>
                <p14:cNvContentPartPr/>
                <p14:nvPr/>
              </p14:nvContentPartPr>
              <p14:xfrm>
                <a:off x="6551420" y="6179960"/>
                <a:ext cx="1893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DBA1016-3810-4C6C-DDE4-2996F454E8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33780" y="6162320"/>
                  <a:ext cx="225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40E017-5F73-4633-726D-CE900F6DBA40}"/>
                    </a:ext>
                  </a:extLst>
                </p14:cNvPr>
                <p14:cNvContentPartPr/>
                <p14:nvPr/>
              </p14:nvContentPartPr>
              <p14:xfrm>
                <a:off x="6670940" y="6103280"/>
                <a:ext cx="26280" cy="176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E52C9E-EBCE-464F-AB95-9E9C301092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53300" y="6085280"/>
                  <a:ext cx="6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17E6A1-EF83-E00C-55B9-157587AF65EA}"/>
                    </a:ext>
                  </a:extLst>
                </p14:cNvPr>
                <p14:cNvContentPartPr/>
                <p14:nvPr/>
              </p14:nvContentPartPr>
              <p14:xfrm>
                <a:off x="6912500" y="6024080"/>
                <a:ext cx="231840" cy="228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6CCA3AB-B90D-8D4E-5CBE-1D39BCD7E29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94500" y="6006080"/>
                  <a:ext cx="267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D5B6F3-64FB-9371-31D4-5F7D7B3E2413}"/>
                    </a:ext>
                  </a:extLst>
                </p14:cNvPr>
                <p14:cNvContentPartPr/>
                <p14:nvPr/>
              </p14:nvContentPartPr>
              <p14:xfrm>
                <a:off x="7294460" y="5890160"/>
                <a:ext cx="103680" cy="20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2806E3-CEAC-F38E-C594-0D511D9F7FA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76820" y="5872520"/>
                  <a:ext cx="139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7DA218-7FC3-2512-391D-782E650551AF}"/>
                    </a:ext>
                  </a:extLst>
                </p14:cNvPr>
                <p14:cNvContentPartPr/>
                <p14:nvPr/>
              </p14:nvContentPartPr>
              <p14:xfrm>
                <a:off x="7453580" y="5771720"/>
                <a:ext cx="118080" cy="151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3F1E0A-1BF1-B245-7D72-6556F1D3ED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35580" y="5754080"/>
                  <a:ext cx="153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40320B-79F2-5438-381F-8E539B368EB2}"/>
                    </a:ext>
                  </a:extLst>
                </p14:cNvPr>
                <p14:cNvContentPartPr/>
                <p14:nvPr/>
              </p14:nvContentPartPr>
              <p14:xfrm>
                <a:off x="7092860" y="5653280"/>
                <a:ext cx="666360" cy="102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9104BA-0716-5848-47F4-FB6691AD186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4860" y="5635280"/>
                  <a:ext cx="702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EF8075-FB41-8D9B-38ED-FFCFE055B2CE}"/>
                    </a:ext>
                  </a:extLst>
                </p14:cNvPr>
                <p14:cNvContentPartPr/>
                <p14:nvPr/>
              </p14:nvContentPartPr>
              <p14:xfrm>
                <a:off x="6398780" y="5417480"/>
                <a:ext cx="148320" cy="8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AEBA11-0860-1659-892A-6839B20038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80780" y="5399480"/>
                  <a:ext cx="18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BA1972-8D39-5C37-1C7F-E934D7D7B840}"/>
                    </a:ext>
                  </a:extLst>
                </p14:cNvPr>
                <p14:cNvContentPartPr/>
                <p14:nvPr/>
              </p14:nvContentPartPr>
              <p14:xfrm>
                <a:off x="6369980" y="5739680"/>
                <a:ext cx="3240" cy="3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FBD5B51-B554-3986-C720-7D87D8E98F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1980" y="5721680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9A87A0-0388-D4C1-F4E5-FF5D6CC8560A}"/>
                    </a:ext>
                  </a:extLst>
                </p14:cNvPr>
                <p14:cNvContentPartPr/>
                <p14:nvPr/>
              </p14:nvContentPartPr>
              <p14:xfrm>
                <a:off x="6384380" y="5413880"/>
                <a:ext cx="118800" cy="288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1C37216-5FBC-E8E3-1257-7B5E4E15160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66740" y="5395880"/>
                  <a:ext cx="154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5496D2-FBE2-1EF4-37D4-3A6178C9B52F}"/>
                    </a:ext>
                  </a:extLst>
                </p14:cNvPr>
                <p14:cNvContentPartPr/>
                <p14:nvPr/>
              </p14:nvContentPartPr>
              <p14:xfrm>
                <a:off x="6371780" y="5705480"/>
                <a:ext cx="200520" cy="5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5A96B9D-FE69-C7F3-70B8-B520A55BEEB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353780" y="5687840"/>
                  <a:ext cx="236160" cy="87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720580" cy="22288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2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NN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classifies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4…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ts val="228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slightly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small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change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3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155065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our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698355" cy="22180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change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invert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  <a:p>
            <a:pPr marL="1155065" marR="310515" lvl="2" indent="-228600">
              <a:lnSpc>
                <a:spcPts val="2160"/>
              </a:lnSpc>
              <a:spcBef>
                <a:spcPts val="53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This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propagates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NN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radically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everything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fashion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precalculate</a:t>
            </a:r>
            <a:endParaRPr sz="20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You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fixed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incorrect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classification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593132"/>
            <a:ext cx="9484360" cy="16046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this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important?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perceptrons,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challenging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will 	</a:t>
            </a:r>
            <a:r>
              <a:rPr sz="2400" spc="70" dirty="0">
                <a:latin typeface="Calibri"/>
                <a:cs typeface="Calibri"/>
              </a:rPr>
              <a:t>allow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complex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circumvent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was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946" y="10748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779366"/>
            <a:ext cx="9826625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0" dirty="0">
                <a:latin typeface="Calibri"/>
                <a:cs typeface="Calibri"/>
              </a:rPr>
              <a:t>Looks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as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before…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-10" dirty="0">
                <a:latin typeface="Calibri"/>
                <a:cs typeface="Calibri"/>
              </a:rPr>
              <a:t>However,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anything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273" y="5124703"/>
            <a:ext cx="1905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065" algn="l"/>
              </a:tabLst>
            </a:pP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(x</a:t>
            </a:r>
            <a:r>
              <a:rPr sz="975" spc="-15" baseline="25641" dirty="0">
                <a:latin typeface="Arial"/>
                <a:cs typeface="Arial"/>
              </a:rPr>
              <a:t>●</a:t>
            </a:r>
            <a:r>
              <a:rPr sz="2000" spc="-10" dirty="0">
                <a:latin typeface="Calibri"/>
                <a:cs typeface="Calibri"/>
              </a:rPr>
              <a:t>w+b)=</a:t>
            </a:r>
            <a:r>
              <a:rPr sz="2000" spc="-10" dirty="0">
                <a:latin typeface="Symbol"/>
                <a:cs typeface="Symbol"/>
              </a:rPr>
              <a:t></a:t>
            </a:r>
            <a:r>
              <a:rPr sz="2000" spc="-10" dirty="0">
                <a:latin typeface="Calibri"/>
                <a:cs typeface="Calibri"/>
              </a:rPr>
              <a:t>(z)=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71544" y="5309996"/>
            <a:ext cx="562610" cy="17145"/>
          </a:xfrm>
          <a:custGeom>
            <a:avLst/>
            <a:gdLst/>
            <a:ahLst/>
            <a:cxnLst/>
            <a:rect l="l" t="t" r="r" b="b"/>
            <a:pathLst>
              <a:path w="562610" h="17145">
                <a:moveTo>
                  <a:pt x="562355" y="0"/>
                </a:moveTo>
                <a:lnTo>
                  <a:pt x="0" y="0"/>
                </a:lnTo>
                <a:lnTo>
                  <a:pt x="0" y="16763"/>
                </a:lnTo>
                <a:lnTo>
                  <a:pt x="562355" y="16763"/>
                </a:lnTo>
                <a:lnTo>
                  <a:pt x="5623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86554" y="5043373"/>
            <a:ext cx="13335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5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4078" y="5321300"/>
            <a:ext cx="63119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450" spc="-10" dirty="0">
                <a:latin typeface="Cambria Math"/>
                <a:cs typeface="Cambria Math"/>
              </a:rPr>
              <a:t>1+𝑒</a:t>
            </a:r>
            <a:r>
              <a:rPr sz="1800" spc="-15" baseline="20833" dirty="0">
                <a:latin typeface="Cambria Math"/>
                <a:cs typeface="Cambria Math"/>
              </a:rPr>
              <a:t>−𝑧</a:t>
            </a:r>
            <a:endParaRPr sz="1800" baseline="20833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216" y="873776"/>
            <a:ext cx="5224730" cy="23024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Similarities</a:t>
            </a:r>
            <a:r>
              <a:rPr spc="240" dirty="0"/>
              <a:t> </a:t>
            </a:r>
            <a:r>
              <a:rPr dirty="0"/>
              <a:t>between</a:t>
            </a:r>
            <a:r>
              <a:rPr spc="270" dirty="0"/>
              <a:t> </a:t>
            </a:r>
            <a:r>
              <a:rPr dirty="0"/>
              <a:t>Perceptrons</a:t>
            </a:r>
            <a:r>
              <a:rPr spc="229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spc="90" dirty="0"/>
              <a:t>Sigmoids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1233881"/>
            <a:ext cx="257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2175" spc="-15" baseline="24904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515" y="1489075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59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52442" y="112141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0051" y="1508886"/>
            <a:ext cx="8534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1+𝑒</a:t>
            </a:r>
            <a:r>
              <a:rPr sz="2475" spc="67" baseline="20202" dirty="0">
                <a:latin typeface="Cambria Math"/>
                <a:cs typeface="Cambria Math"/>
              </a:rPr>
              <a:t>−𝑧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3473" y="1739011"/>
            <a:ext cx="8950960" cy="1203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~1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z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large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</a:t>
            </a:r>
            <a:r>
              <a:rPr sz="2400" dirty="0">
                <a:latin typeface="Calibri"/>
                <a:cs typeface="Calibri"/>
              </a:rPr>
              <a:t>(z)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~0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smoothed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sudden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changes…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3125" y="3819145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spc="105" dirty="0"/>
              <a:t>is</a:t>
            </a:r>
            <a:r>
              <a:rPr spc="95" dirty="0"/>
              <a:t> </a:t>
            </a:r>
            <a:r>
              <a:rPr spc="50" dirty="0"/>
              <a:t>smoothness</a:t>
            </a:r>
            <a:r>
              <a:rPr spc="80" dirty="0"/>
              <a:t> </a:t>
            </a:r>
            <a:r>
              <a:rPr spc="40" dirty="0"/>
              <a:t>crucial?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0924" y="1233881"/>
            <a:ext cx="257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2175" spc="-15" baseline="24904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7515" y="1489075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59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52442" y="112141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0051" y="1508886"/>
            <a:ext cx="8534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1+𝑒</a:t>
            </a:r>
            <a:r>
              <a:rPr sz="2475" spc="67" baseline="20202" dirty="0">
                <a:latin typeface="Cambria Math"/>
                <a:cs typeface="Cambria Math"/>
              </a:rPr>
              <a:t>−𝑧</a:t>
            </a:r>
            <a:endParaRPr sz="2475" baseline="20202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8074" y="1743582"/>
            <a:ext cx="8041640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25" dirty="0">
                <a:latin typeface="Calibri"/>
                <a:cs typeface="Calibri"/>
              </a:rPr>
              <a:t>Now,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change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specific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5" dirty="0">
                <a:latin typeface="Symbol"/>
                <a:cs typeface="Symbol"/>
              </a:rPr>
              <a:t></a:t>
            </a: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small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change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689" y="3991736"/>
            <a:ext cx="80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libri"/>
                <a:cs typeface="Calibri"/>
              </a:rPr>
              <a:t>j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73" y="3814953"/>
            <a:ext cx="532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all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weights,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4120" y="4051172"/>
            <a:ext cx="3511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20" dirty="0">
                <a:latin typeface="Cambria Math"/>
                <a:cs typeface="Cambria Math"/>
              </a:rPr>
              <a:t>𝜕𝑤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88732" y="4138040"/>
            <a:ext cx="11493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125" dirty="0">
                <a:latin typeface="Cambria Math"/>
                <a:cs typeface="Cambria Math"/>
              </a:rPr>
              <a:t>𝑗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6877" y="3718941"/>
            <a:ext cx="11798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5320" algn="l"/>
              </a:tabLst>
            </a:pPr>
            <a:r>
              <a:rPr sz="1750" u="heavy" spc="7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𝜕𝑜𝑢𝑡</a:t>
            </a:r>
            <a:r>
              <a:rPr sz="1750" u="none" dirty="0">
                <a:latin typeface="Cambria Math"/>
                <a:cs typeface="Cambria Math"/>
              </a:rPr>
              <a:t>	</a:t>
            </a:r>
            <a:r>
              <a:rPr sz="1750" u="heavy" spc="7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𝜕𝑜𝑢𝑡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0401" y="4051172"/>
            <a:ext cx="2959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75" dirty="0">
                <a:latin typeface="Cambria Math"/>
                <a:cs typeface="Cambria Math"/>
              </a:rPr>
              <a:t>𝜕𝑏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35036" y="3814953"/>
            <a:ext cx="3427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6600" algn="l"/>
              </a:tabLst>
            </a:pPr>
            <a:r>
              <a:rPr sz="2400" spc="-50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	represent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partial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3473" y="4260832"/>
            <a:ext cx="9204325" cy="11423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Calibri"/>
                <a:cs typeface="Calibri"/>
              </a:rPr>
              <a:t>derivatives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respect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bias.</a:t>
            </a:r>
            <a:endParaRPr sz="2400" dirty="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essentially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approximating 	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7762" y="3459860"/>
            <a:ext cx="14732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60" dirty="0">
                <a:latin typeface="Cambria Math"/>
                <a:cs typeface="Cambria Math"/>
              </a:rPr>
              <a:t>𝑗</a:t>
            </a:r>
            <a:endParaRPr sz="205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15790" y="3448430"/>
            <a:ext cx="741045" cy="22860"/>
          </a:xfrm>
          <a:custGeom>
            <a:avLst/>
            <a:gdLst/>
            <a:ahLst/>
            <a:cxnLst/>
            <a:rect l="l" t="t" r="r" b="b"/>
            <a:pathLst>
              <a:path w="741045" h="22860">
                <a:moveTo>
                  <a:pt x="740663" y="0"/>
                </a:moveTo>
                <a:lnTo>
                  <a:pt x="0" y="0"/>
                </a:lnTo>
                <a:lnTo>
                  <a:pt x="0" y="22860"/>
                </a:lnTo>
                <a:lnTo>
                  <a:pt x="740663" y="22860"/>
                </a:lnTo>
                <a:lnTo>
                  <a:pt x="740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912867" y="3600653"/>
            <a:ext cx="14732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160" dirty="0">
                <a:latin typeface="Cambria Math"/>
                <a:cs typeface="Cambria Math"/>
              </a:rPr>
              <a:t>𝑗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14109" y="3448430"/>
            <a:ext cx="741045" cy="22860"/>
          </a:xfrm>
          <a:custGeom>
            <a:avLst/>
            <a:gdLst/>
            <a:ahLst/>
            <a:cxnLst/>
            <a:rect l="l" t="t" r="r" b="b"/>
            <a:pathLst>
              <a:path w="741045" h="22860">
                <a:moveTo>
                  <a:pt x="740663" y="0"/>
                </a:moveTo>
                <a:lnTo>
                  <a:pt x="0" y="0"/>
                </a:lnTo>
                <a:lnTo>
                  <a:pt x="0" y="22860"/>
                </a:lnTo>
                <a:lnTo>
                  <a:pt x="740663" y="22860"/>
                </a:lnTo>
                <a:lnTo>
                  <a:pt x="740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03852" y="2925825"/>
            <a:ext cx="255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0385" algn="l"/>
              </a:tabLst>
            </a:pPr>
            <a:r>
              <a:rPr sz="2800" spc="-20" dirty="0">
                <a:latin typeface="Cambria Math"/>
                <a:cs typeface="Cambria Math"/>
              </a:rPr>
              <a:t>𝜕𝑜𝑢𝑡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0" dirty="0">
                <a:latin typeface="Cambria Math"/>
                <a:cs typeface="Cambria Math"/>
              </a:rPr>
              <a:t>𝜕𝑜𝑢𝑡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12898" y="3194049"/>
            <a:ext cx="4201160" cy="68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95"/>
              </a:spcBef>
              <a:tabLst>
                <a:tab pos="1272540" algn="l"/>
                <a:tab pos="2603500" algn="l"/>
              </a:tabLst>
            </a:pPr>
            <a:r>
              <a:rPr sz="2800" dirty="0">
                <a:latin typeface="Cambria Math"/>
                <a:cs typeface="Cambria Math"/>
              </a:rPr>
              <a:t>∆𝑜𝑢𝑡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~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lang="el-GR" sz="1800" dirty="0"/>
              <a:t>Σ</a:t>
            </a:r>
            <a:r>
              <a:rPr sz="2800" dirty="0">
                <a:latin typeface="Cambria Math"/>
                <a:cs typeface="Cambria Math"/>
              </a:rPr>
              <a:t>	∆𝑤</a:t>
            </a:r>
            <a:r>
              <a:rPr sz="3075" baseline="-16260" dirty="0">
                <a:latin typeface="Cambria Math"/>
                <a:cs typeface="Cambria Math"/>
              </a:rPr>
              <a:t>𝑗</a:t>
            </a:r>
            <a:r>
              <a:rPr sz="3075" spc="307" baseline="-1626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+</a:t>
            </a:r>
            <a:endParaRPr sz="2800" dirty="0">
              <a:latin typeface="Cambria Math"/>
              <a:cs typeface="Cambria Math"/>
            </a:endParaRPr>
          </a:p>
          <a:p>
            <a:pPr marL="1887220">
              <a:lnSpc>
                <a:spcPts val="2615"/>
              </a:lnSpc>
              <a:tabLst>
                <a:tab pos="3772535" algn="l"/>
              </a:tabLst>
            </a:pPr>
            <a:r>
              <a:rPr sz="2800" spc="-25" dirty="0">
                <a:latin typeface="Cambria Math"/>
                <a:cs typeface="Cambria Math"/>
              </a:rPr>
              <a:t>𝜕𝑤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5" dirty="0">
                <a:latin typeface="Cambria Math"/>
                <a:cs typeface="Cambria Math"/>
              </a:rPr>
              <a:t>𝜕𝑏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02526" y="3194049"/>
            <a:ext cx="4292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mbria Math"/>
                <a:cs typeface="Cambria Math"/>
              </a:rPr>
              <a:t>∆𝑏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1220188"/>
            <a:ext cx="9418955" cy="19977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75" dirty="0">
                <a:latin typeface="Calibri"/>
                <a:cs typeface="Calibri"/>
              </a:rPr>
              <a:t>In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actual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doesn’t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matter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much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Smoothness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lets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approximation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given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last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slide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ts val="2740"/>
              </a:lnSpc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It’s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bonus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derivatives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40"/>
              </a:lnSpc>
            </a:pPr>
            <a:r>
              <a:rPr sz="2400" spc="105" dirty="0">
                <a:latin typeface="Calibri"/>
                <a:cs typeface="Calibri"/>
              </a:rPr>
              <a:t>will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doing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Sigmoid </a:t>
            </a:r>
            <a:r>
              <a:rPr spc="35" dirty="0"/>
              <a:t>Neurons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889423"/>
            <a:ext cx="9102725" cy="228409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50" dirty="0">
                <a:latin typeface="Calibri"/>
                <a:cs typeface="Calibri"/>
              </a:rPr>
              <a:t>Now,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25" dirty="0">
                <a:latin typeface="Calibri"/>
                <a:cs typeface="Calibri"/>
              </a:rPr>
              <a:t>NN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Perceptron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0" dirty="0">
                <a:latin typeface="Calibri"/>
                <a:cs typeface="Calibri"/>
              </a:rPr>
              <a:t>0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1;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no;</a:t>
            </a:r>
            <a:endParaRPr sz="20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60" dirty="0">
                <a:latin typeface="Calibri"/>
                <a:cs typeface="Calibri"/>
              </a:rPr>
              <a:t>Since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sigmoids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setup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criteria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saying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Maybe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&gt;0.5,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9.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295" y="788162"/>
            <a:ext cx="6988936" cy="335508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Neural</a:t>
            </a:r>
            <a:r>
              <a:rPr spc="235" dirty="0"/>
              <a:t> </a:t>
            </a:r>
            <a:r>
              <a:rPr dirty="0"/>
              <a:t>Network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18713" y="1573911"/>
            <a:ext cx="6229350" cy="4039235"/>
            <a:chOff x="3418713" y="1573911"/>
            <a:chExt cx="6229350" cy="40392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8713" y="1573911"/>
              <a:ext cx="6229144" cy="33788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02555" y="4958714"/>
              <a:ext cx="1742439" cy="650875"/>
            </a:xfrm>
            <a:custGeom>
              <a:avLst/>
              <a:gdLst/>
              <a:ahLst/>
              <a:cxnLst/>
              <a:rect l="l" t="t" r="r" b="b"/>
              <a:pathLst>
                <a:path w="1742439" h="650875">
                  <a:moveTo>
                    <a:pt x="1742186" y="0"/>
                  </a:moveTo>
                  <a:lnTo>
                    <a:pt x="1738962" y="44152"/>
                  </a:lnTo>
                  <a:lnTo>
                    <a:pt x="1729570" y="86499"/>
                  </a:lnTo>
                  <a:lnTo>
                    <a:pt x="1714432" y="126652"/>
                  </a:lnTo>
                  <a:lnTo>
                    <a:pt x="1693968" y="164225"/>
                  </a:lnTo>
                  <a:lnTo>
                    <a:pt x="1668598" y="198828"/>
                  </a:lnTo>
                  <a:lnTo>
                    <a:pt x="1638744" y="230076"/>
                  </a:lnTo>
                  <a:lnTo>
                    <a:pt x="1604826" y="257580"/>
                  </a:lnTo>
                  <a:lnTo>
                    <a:pt x="1567264" y="280952"/>
                  </a:lnTo>
                  <a:lnTo>
                    <a:pt x="1526480" y="299805"/>
                  </a:lnTo>
                  <a:lnTo>
                    <a:pt x="1482894" y="313751"/>
                  </a:lnTo>
                  <a:lnTo>
                    <a:pt x="1436926" y="322403"/>
                  </a:lnTo>
                  <a:lnTo>
                    <a:pt x="1388999" y="325374"/>
                  </a:lnTo>
                  <a:lnTo>
                    <a:pt x="1224280" y="325374"/>
                  </a:lnTo>
                  <a:lnTo>
                    <a:pt x="1176352" y="328341"/>
                  </a:lnTo>
                  <a:lnTo>
                    <a:pt x="1130384" y="336986"/>
                  </a:lnTo>
                  <a:lnTo>
                    <a:pt x="1086798" y="350923"/>
                  </a:lnTo>
                  <a:lnTo>
                    <a:pt x="1046014" y="369763"/>
                  </a:lnTo>
                  <a:lnTo>
                    <a:pt x="1008452" y="393121"/>
                  </a:lnTo>
                  <a:lnTo>
                    <a:pt x="974534" y="420609"/>
                  </a:lnTo>
                  <a:lnTo>
                    <a:pt x="944680" y="451842"/>
                  </a:lnTo>
                  <a:lnTo>
                    <a:pt x="919310" y="486432"/>
                  </a:lnTo>
                  <a:lnTo>
                    <a:pt x="898846" y="523993"/>
                  </a:lnTo>
                  <a:lnTo>
                    <a:pt x="883708" y="564138"/>
                  </a:lnTo>
                  <a:lnTo>
                    <a:pt x="874316" y="606480"/>
                  </a:lnTo>
                  <a:lnTo>
                    <a:pt x="871093" y="650633"/>
                  </a:lnTo>
                  <a:lnTo>
                    <a:pt x="867869" y="606480"/>
                  </a:lnTo>
                  <a:lnTo>
                    <a:pt x="858477" y="564138"/>
                  </a:lnTo>
                  <a:lnTo>
                    <a:pt x="843339" y="523993"/>
                  </a:lnTo>
                  <a:lnTo>
                    <a:pt x="822875" y="486432"/>
                  </a:lnTo>
                  <a:lnTo>
                    <a:pt x="797505" y="451842"/>
                  </a:lnTo>
                  <a:lnTo>
                    <a:pt x="767651" y="420609"/>
                  </a:lnTo>
                  <a:lnTo>
                    <a:pt x="733733" y="393121"/>
                  </a:lnTo>
                  <a:lnTo>
                    <a:pt x="696171" y="369763"/>
                  </a:lnTo>
                  <a:lnTo>
                    <a:pt x="655387" y="350923"/>
                  </a:lnTo>
                  <a:lnTo>
                    <a:pt x="611801" y="336986"/>
                  </a:lnTo>
                  <a:lnTo>
                    <a:pt x="565833" y="328341"/>
                  </a:lnTo>
                  <a:lnTo>
                    <a:pt x="517906" y="325374"/>
                  </a:lnTo>
                  <a:lnTo>
                    <a:pt x="353060" y="325374"/>
                  </a:lnTo>
                  <a:lnTo>
                    <a:pt x="305134" y="322403"/>
                  </a:lnTo>
                  <a:lnTo>
                    <a:pt x="259174" y="313751"/>
                  </a:lnTo>
                  <a:lnTo>
                    <a:pt x="215598" y="299805"/>
                  </a:lnTo>
                  <a:lnTo>
                    <a:pt x="174827" y="280952"/>
                  </a:lnTo>
                  <a:lnTo>
                    <a:pt x="137280" y="257580"/>
                  </a:lnTo>
                  <a:lnTo>
                    <a:pt x="103378" y="230076"/>
                  </a:lnTo>
                  <a:lnTo>
                    <a:pt x="73539" y="198828"/>
                  </a:lnTo>
                  <a:lnTo>
                    <a:pt x="48184" y="164225"/>
                  </a:lnTo>
                  <a:lnTo>
                    <a:pt x="27733" y="126652"/>
                  </a:lnTo>
                  <a:lnTo>
                    <a:pt x="12605" y="86499"/>
                  </a:lnTo>
                  <a:lnTo>
                    <a:pt x="3221" y="44152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680" y="3073095"/>
            <a:ext cx="1415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2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76195" y="1573911"/>
            <a:ext cx="650875" cy="3490595"/>
          </a:xfrm>
          <a:custGeom>
            <a:avLst/>
            <a:gdLst/>
            <a:ahLst/>
            <a:cxnLst/>
            <a:rect l="l" t="t" r="r" b="b"/>
            <a:pathLst>
              <a:path w="650875" h="3490595">
                <a:moveTo>
                  <a:pt x="650621" y="3490468"/>
                </a:moveTo>
                <a:lnTo>
                  <a:pt x="606468" y="3487244"/>
                </a:lnTo>
                <a:lnTo>
                  <a:pt x="564121" y="3477852"/>
                </a:lnTo>
                <a:lnTo>
                  <a:pt x="523968" y="3462714"/>
                </a:lnTo>
                <a:lnTo>
                  <a:pt x="486395" y="3442250"/>
                </a:lnTo>
                <a:lnTo>
                  <a:pt x="451792" y="3416880"/>
                </a:lnTo>
                <a:lnTo>
                  <a:pt x="420544" y="3387026"/>
                </a:lnTo>
                <a:lnTo>
                  <a:pt x="393040" y="3353108"/>
                </a:lnTo>
                <a:lnTo>
                  <a:pt x="369668" y="3315546"/>
                </a:lnTo>
                <a:lnTo>
                  <a:pt x="350815" y="3274762"/>
                </a:lnTo>
                <a:lnTo>
                  <a:pt x="336869" y="3231176"/>
                </a:lnTo>
                <a:lnTo>
                  <a:pt x="328217" y="3185208"/>
                </a:lnTo>
                <a:lnTo>
                  <a:pt x="325247" y="3137281"/>
                </a:lnTo>
                <a:lnTo>
                  <a:pt x="325247" y="2098421"/>
                </a:lnTo>
                <a:lnTo>
                  <a:pt x="322276" y="2050493"/>
                </a:lnTo>
                <a:lnTo>
                  <a:pt x="313625" y="2004525"/>
                </a:lnTo>
                <a:lnTo>
                  <a:pt x="299680" y="1960939"/>
                </a:lnTo>
                <a:lnTo>
                  <a:pt x="280829" y="1920155"/>
                </a:lnTo>
                <a:lnTo>
                  <a:pt x="257462" y="1882593"/>
                </a:lnTo>
                <a:lnTo>
                  <a:pt x="229965" y="1848675"/>
                </a:lnTo>
                <a:lnTo>
                  <a:pt x="198727" y="1818821"/>
                </a:lnTo>
                <a:lnTo>
                  <a:pt x="164135" y="1793451"/>
                </a:lnTo>
                <a:lnTo>
                  <a:pt x="126579" y="1772987"/>
                </a:lnTo>
                <a:lnTo>
                  <a:pt x="86445" y="1757849"/>
                </a:lnTo>
                <a:lnTo>
                  <a:pt x="44123" y="1748457"/>
                </a:lnTo>
                <a:lnTo>
                  <a:pt x="0" y="1745234"/>
                </a:lnTo>
                <a:lnTo>
                  <a:pt x="44123" y="1742010"/>
                </a:lnTo>
                <a:lnTo>
                  <a:pt x="86445" y="1732618"/>
                </a:lnTo>
                <a:lnTo>
                  <a:pt x="126579" y="1717480"/>
                </a:lnTo>
                <a:lnTo>
                  <a:pt x="164135" y="1697016"/>
                </a:lnTo>
                <a:lnTo>
                  <a:pt x="198727" y="1671646"/>
                </a:lnTo>
                <a:lnTo>
                  <a:pt x="229965" y="1641792"/>
                </a:lnTo>
                <a:lnTo>
                  <a:pt x="257462" y="1607874"/>
                </a:lnTo>
                <a:lnTo>
                  <a:pt x="280829" y="1570312"/>
                </a:lnTo>
                <a:lnTo>
                  <a:pt x="299680" y="1529528"/>
                </a:lnTo>
                <a:lnTo>
                  <a:pt x="313625" y="1485942"/>
                </a:lnTo>
                <a:lnTo>
                  <a:pt x="322276" y="1439974"/>
                </a:lnTo>
                <a:lnTo>
                  <a:pt x="325247" y="1392047"/>
                </a:lnTo>
                <a:lnTo>
                  <a:pt x="325247" y="353187"/>
                </a:lnTo>
                <a:lnTo>
                  <a:pt x="328217" y="305259"/>
                </a:lnTo>
                <a:lnTo>
                  <a:pt x="336869" y="259291"/>
                </a:lnTo>
                <a:lnTo>
                  <a:pt x="350815" y="215705"/>
                </a:lnTo>
                <a:lnTo>
                  <a:pt x="369668" y="174921"/>
                </a:lnTo>
                <a:lnTo>
                  <a:pt x="393040" y="137359"/>
                </a:lnTo>
                <a:lnTo>
                  <a:pt x="420544" y="103441"/>
                </a:lnTo>
                <a:lnTo>
                  <a:pt x="451792" y="73587"/>
                </a:lnTo>
                <a:lnTo>
                  <a:pt x="486395" y="48217"/>
                </a:lnTo>
                <a:lnTo>
                  <a:pt x="523968" y="27753"/>
                </a:lnTo>
                <a:lnTo>
                  <a:pt x="564121" y="12615"/>
                </a:lnTo>
                <a:lnTo>
                  <a:pt x="606468" y="3223"/>
                </a:lnTo>
                <a:lnTo>
                  <a:pt x="650621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61305" y="4616957"/>
            <a:ext cx="3776345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10" dirty="0">
                <a:latin typeface="Calibri"/>
                <a:cs typeface="Calibri"/>
              </a:rPr>
              <a:t> Layer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Layer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33107" y="3944746"/>
            <a:ext cx="1742439" cy="650875"/>
          </a:xfrm>
          <a:custGeom>
            <a:avLst/>
            <a:gdLst/>
            <a:ahLst/>
            <a:cxnLst/>
            <a:rect l="l" t="t" r="r" b="b"/>
            <a:pathLst>
              <a:path w="1742440" h="650875">
                <a:moveTo>
                  <a:pt x="1742313" y="0"/>
                </a:moveTo>
                <a:lnTo>
                  <a:pt x="1739089" y="44123"/>
                </a:lnTo>
                <a:lnTo>
                  <a:pt x="1729697" y="86445"/>
                </a:lnTo>
                <a:lnTo>
                  <a:pt x="1714559" y="126579"/>
                </a:lnTo>
                <a:lnTo>
                  <a:pt x="1694095" y="164135"/>
                </a:lnTo>
                <a:lnTo>
                  <a:pt x="1668725" y="198727"/>
                </a:lnTo>
                <a:lnTo>
                  <a:pt x="1638871" y="229965"/>
                </a:lnTo>
                <a:lnTo>
                  <a:pt x="1604953" y="257462"/>
                </a:lnTo>
                <a:lnTo>
                  <a:pt x="1567391" y="280829"/>
                </a:lnTo>
                <a:lnTo>
                  <a:pt x="1526607" y="299680"/>
                </a:lnTo>
                <a:lnTo>
                  <a:pt x="1483021" y="313625"/>
                </a:lnTo>
                <a:lnTo>
                  <a:pt x="1437053" y="322276"/>
                </a:lnTo>
                <a:lnTo>
                  <a:pt x="1389126" y="325246"/>
                </a:lnTo>
                <a:lnTo>
                  <a:pt x="1224407" y="325246"/>
                </a:lnTo>
                <a:lnTo>
                  <a:pt x="1176479" y="328217"/>
                </a:lnTo>
                <a:lnTo>
                  <a:pt x="1130511" y="336869"/>
                </a:lnTo>
                <a:lnTo>
                  <a:pt x="1086925" y="350815"/>
                </a:lnTo>
                <a:lnTo>
                  <a:pt x="1046141" y="369668"/>
                </a:lnTo>
                <a:lnTo>
                  <a:pt x="1008579" y="393040"/>
                </a:lnTo>
                <a:lnTo>
                  <a:pt x="974661" y="420544"/>
                </a:lnTo>
                <a:lnTo>
                  <a:pt x="944807" y="451792"/>
                </a:lnTo>
                <a:lnTo>
                  <a:pt x="919437" y="486395"/>
                </a:lnTo>
                <a:lnTo>
                  <a:pt x="898973" y="523968"/>
                </a:lnTo>
                <a:lnTo>
                  <a:pt x="883835" y="564121"/>
                </a:lnTo>
                <a:lnTo>
                  <a:pt x="874443" y="606468"/>
                </a:lnTo>
                <a:lnTo>
                  <a:pt x="871220" y="650620"/>
                </a:lnTo>
                <a:lnTo>
                  <a:pt x="867996" y="606468"/>
                </a:lnTo>
                <a:lnTo>
                  <a:pt x="858604" y="564121"/>
                </a:lnTo>
                <a:lnTo>
                  <a:pt x="843466" y="523968"/>
                </a:lnTo>
                <a:lnTo>
                  <a:pt x="823002" y="486395"/>
                </a:lnTo>
                <a:lnTo>
                  <a:pt x="797632" y="451792"/>
                </a:lnTo>
                <a:lnTo>
                  <a:pt x="767778" y="420544"/>
                </a:lnTo>
                <a:lnTo>
                  <a:pt x="733860" y="393040"/>
                </a:lnTo>
                <a:lnTo>
                  <a:pt x="696298" y="369668"/>
                </a:lnTo>
                <a:lnTo>
                  <a:pt x="655514" y="350815"/>
                </a:lnTo>
                <a:lnTo>
                  <a:pt x="611928" y="336869"/>
                </a:lnTo>
                <a:lnTo>
                  <a:pt x="565960" y="328217"/>
                </a:lnTo>
                <a:lnTo>
                  <a:pt x="518033" y="325246"/>
                </a:lnTo>
                <a:lnTo>
                  <a:pt x="353187" y="325246"/>
                </a:lnTo>
                <a:lnTo>
                  <a:pt x="305259" y="322276"/>
                </a:lnTo>
                <a:lnTo>
                  <a:pt x="259291" y="313625"/>
                </a:lnTo>
                <a:lnTo>
                  <a:pt x="215705" y="299680"/>
                </a:lnTo>
                <a:lnTo>
                  <a:pt x="174921" y="280829"/>
                </a:lnTo>
                <a:lnTo>
                  <a:pt x="137359" y="257462"/>
                </a:lnTo>
                <a:lnTo>
                  <a:pt x="103441" y="229965"/>
                </a:lnTo>
                <a:lnTo>
                  <a:pt x="73587" y="198727"/>
                </a:lnTo>
                <a:lnTo>
                  <a:pt x="48217" y="164135"/>
                </a:lnTo>
                <a:lnTo>
                  <a:pt x="27753" y="126579"/>
                </a:lnTo>
                <a:lnTo>
                  <a:pt x="12615" y="86445"/>
                </a:lnTo>
                <a:lnTo>
                  <a:pt x="3223" y="44123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4704" y="696595"/>
            <a:ext cx="4665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Layer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Neural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Four</a:t>
            </a:r>
            <a:r>
              <a:rPr spc="170" dirty="0"/>
              <a:t> </a:t>
            </a:r>
            <a:r>
              <a:rPr spc="55" dirty="0"/>
              <a:t>Layer</a:t>
            </a:r>
            <a:r>
              <a:rPr spc="195" dirty="0"/>
              <a:t> </a:t>
            </a:r>
            <a:r>
              <a:rPr spc="55" dirty="0"/>
              <a:t>Neural</a:t>
            </a:r>
            <a:r>
              <a:rPr spc="16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441952"/>
            <a:ext cx="5965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perceptron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(MLP)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1602"/>
            <a:ext cx="9824085" cy="192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850"/>
              </a:lnSpc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Depends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3329"/>
              </a:lnSpc>
              <a:spcBef>
                <a:spcPts val="309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ts val="2565"/>
              </a:lnSpc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595"/>
              </a:lnSpc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(0,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145" dirty="0">
                <a:latin typeface="Calibri"/>
                <a:cs typeface="Calibri"/>
              </a:rPr>
              <a:t>…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9)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861550" cy="16040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Input: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215" dirty="0">
                <a:latin typeface="Calibri"/>
                <a:cs typeface="Calibri"/>
              </a:rPr>
              <a:t>x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64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pixel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greyscale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4096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values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1, 	</a:t>
            </a:r>
            <a:r>
              <a:rPr sz="2400" spc="55" dirty="0">
                <a:latin typeface="Calibri"/>
                <a:cs typeface="Calibri"/>
              </a:rPr>
              <a:t>which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greyscale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intensity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pixel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9716135" cy="18821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Output: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110" dirty="0">
                <a:latin typeface="Calibri"/>
                <a:cs typeface="Calibri"/>
              </a:rPr>
              <a:t>0-</a:t>
            </a:r>
            <a:r>
              <a:rPr sz="2800" spc="35" dirty="0">
                <a:latin typeface="Calibri"/>
                <a:cs typeface="Calibri"/>
              </a:rPr>
              <a:t>9</a:t>
            </a:r>
            <a:endParaRPr sz="2800">
              <a:latin typeface="Calibri"/>
              <a:cs typeface="Calibri"/>
            </a:endParaRPr>
          </a:p>
          <a:p>
            <a:pPr marL="696595" marR="281305" lvl="1" indent="-227329" algn="just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 	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only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‘yes’</a:t>
            </a:r>
            <a:endParaRPr sz="2400">
              <a:latin typeface="Calibri"/>
              <a:cs typeface="Calibri"/>
            </a:endParaRPr>
          </a:p>
          <a:p>
            <a:pPr marL="1153160" lvl="2" indent="-226695" algn="just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53160" algn="l"/>
              </a:tabLst>
            </a:pPr>
            <a:r>
              <a:rPr sz="2000" spc="50" dirty="0">
                <a:latin typeface="Calibri"/>
                <a:cs typeface="Calibri"/>
              </a:rPr>
              <a:t>Recall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‘yes’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is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being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greater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value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(e.g.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output&gt;0.5)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630428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Hidden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layers?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science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Driven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10" dirty="0"/>
              <a:t> </a:t>
            </a:r>
            <a:r>
              <a:rPr dirty="0"/>
              <a:t>do</a:t>
            </a:r>
            <a:r>
              <a:rPr spc="190" dirty="0"/>
              <a:t> </a:t>
            </a:r>
            <a:r>
              <a:rPr dirty="0"/>
              <a:t>we</a:t>
            </a:r>
            <a:r>
              <a:rPr spc="210" dirty="0"/>
              <a:t> </a:t>
            </a:r>
            <a:r>
              <a:rPr spc="85" dirty="0"/>
              <a:t>design</a:t>
            </a:r>
            <a:r>
              <a:rPr spc="190" dirty="0"/>
              <a:t> </a:t>
            </a:r>
            <a:r>
              <a:rPr dirty="0"/>
              <a:t>our</a:t>
            </a:r>
            <a:r>
              <a:rPr spc="190" dirty="0"/>
              <a:t> </a:t>
            </a:r>
            <a:r>
              <a:rPr spc="60" dirty="0"/>
              <a:t>Neural</a:t>
            </a:r>
            <a:r>
              <a:rPr spc="175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0" dirty="0"/>
              <a:t>Topology?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3734"/>
            <a:ext cx="8293100" cy="127508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Note: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55" dirty="0">
                <a:latin typeface="Calibri"/>
                <a:cs typeface="Calibri"/>
              </a:rPr>
              <a:t>These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feed-forward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neural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5" dirty="0">
                <a:latin typeface="Calibri"/>
                <a:cs typeface="Calibri"/>
              </a:rPr>
              <a:t>All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forward,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never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backward,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during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844" y="1036319"/>
            <a:ext cx="550545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Aside:</a:t>
            </a:r>
            <a:r>
              <a:rPr spc="245" dirty="0"/>
              <a:t> </a:t>
            </a:r>
            <a:r>
              <a:rPr dirty="0"/>
              <a:t>Recurrent</a:t>
            </a:r>
            <a:r>
              <a:rPr spc="215" dirty="0"/>
              <a:t> </a:t>
            </a:r>
            <a:r>
              <a:rPr spc="60" dirty="0"/>
              <a:t>Neural</a:t>
            </a:r>
            <a:r>
              <a:rPr spc="21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4187697"/>
            <a:ext cx="9746615" cy="2298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Note:</a:t>
            </a:r>
            <a:endParaRPr sz="260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65" dirty="0">
                <a:latin typeface="Calibri"/>
                <a:cs typeface="Calibri"/>
              </a:rPr>
              <a:t>The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actually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input</a:t>
            </a:r>
            <a:endParaRPr lang="en-US" sz="2200" spc="-10" dirty="0">
              <a:latin typeface="Calibri"/>
              <a:cs typeface="Calibri"/>
            </a:endParaRPr>
          </a:p>
          <a:p>
            <a:pPr marL="697865" lvl="1" indent="-228600">
              <a:lnSpc>
                <a:spcPts val="2620"/>
              </a:lnSpc>
              <a:buFont typeface="Arial"/>
              <a:buChar char="•"/>
              <a:tabLst>
                <a:tab pos="697865" algn="l"/>
              </a:tabLst>
            </a:pPr>
            <a:r>
              <a:rPr lang="en-US" sz="2200" spc="-10" dirty="0">
                <a:latin typeface="Calibri"/>
                <a:cs typeface="Calibri"/>
              </a:rPr>
              <a:t>RNN has memory</a:t>
            </a:r>
            <a:endParaRPr sz="22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kind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dependence,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behavior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evolve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over time</a:t>
            </a:r>
            <a:endParaRPr sz="2200" dirty="0">
              <a:latin typeface="Calibri"/>
              <a:cs typeface="Calibri"/>
            </a:endParaRPr>
          </a:p>
          <a:p>
            <a:pPr marL="697865" lvl="1" indent="-228600">
              <a:lnSpc>
                <a:spcPts val="2355"/>
              </a:lnSpc>
              <a:buFont typeface="Arial"/>
              <a:buChar char="•"/>
              <a:tabLst>
                <a:tab pos="697865" algn="l"/>
              </a:tabLst>
            </a:pPr>
            <a:r>
              <a:rPr sz="2200" spc="80" dirty="0">
                <a:latin typeface="Calibri"/>
                <a:cs typeface="Calibri"/>
              </a:rPr>
              <a:t>This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is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necessary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cant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fed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back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65" dirty="0">
                <a:latin typeface="Calibri"/>
                <a:cs typeface="Calibri"/>
              </a:rPr>
              <a:t>in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be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evaluated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intantaneously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871" y="1199807"/>
            <a:ext cx="8528939" cy="226162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Getting</a:t>
            </a:r>
            <a:r>
              <a:rPr spc="105" dirty="0"/>
              <a:t> </a:t>
            </a:r>
            <a:r>
              <a:rPr spc="60" dirty="0"/>
              <a:t>back</a:t>
            </a:r>
            <a:r>
              <a:rPr spc="40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24" y="3053560"/>
            <a:ext cx="9770110" cy="29851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6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different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images</a:t>
            </a:r>
            <a:endParaRPr sz="28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</a:tabLst>
            </a:pPr>
            <a:r>
              <a:rPr sz="2400" spc="85" dirty="0">
                <a:latin typeface="Calibri"/>
                <a:cs typeface="Calibri"/>
              </a:rPr>
              <a:t>Building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algorithm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automatically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bit 	</a:t>
            </a:r>
            <a:r>
              <a:rPr sz="2400" dirty="0">
                <a:latin typeface="Calibri"/>
                <a:cs typeface="Calibri"/>
              </a:rPr>
              <a:t>outside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relatively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do-</a:t>
            </a:r>
            <a:r>
              <a:rPr sz="2400" spc="-10" dirty="0">
                <a:latin typeface="Calibri"/>
                <a:cs typeface="Calibri"/>
              </a:rPr>
              <a:t>able.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will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6595" marR="6985" lvl="1" indent="-227329">
              <a:lnSpc>
                <a:spcPct val="90000"/>
              </a:lnSpc>
              <a:spcBef>
                <a:spcPts val="50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Once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taking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single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segmenting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using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digit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classifier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assign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segmentation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highly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339" y="1487627"/>
            <a:ext cx="3600123" cy="6482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5294" y="1486772"/>
            <a:ext cx="4350385" cy="6422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084445" y="1549908"/>
            <a:ext cx="1516380" cy="355600"/>
            <a:chOff x="5084445" y="1549908"/>
            <a:chExt cx="1516380" cy="355600"/>
          </a:xfrm>
        </p:grpSpPr>
        <p:sp>
          <p:nvSpPr>
            <p:cNvPr id="7" name="object 7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1331976" y="0"/>
                  </a:moveTo>
                  <a:lnTo>
                    <a:pt x="1331976" y="85725"/>
                  </a:lnTo>
                  <a:lnTo>
                    <a:pt x="0" y="85725"/>
                  </a:lnTo>
                  <a:lnTo>
                    <a:pt x="0" y="257175"/>
                  </a:lnTo>
                  <a:lnTo>
                    <a:pt x="1331976" y="257175"/>
                  </a:lnTo>
                  <a:lnTo>
                    <a:pt x="1331976" y="342900"/>
                  </a:lnTo>
                  <a:lnTo>
                    <a:pt x="1503426" y="171450"/>
                  </a:lnTo>
                  <a:lnTo>
                    <a:pt x="13319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0795" y="1556258"/>
              <a:ext cx="1503680" cy="342900"/>
            </a:xfrm>
            <a:custGeom>
              <a:avLst/>
              <a:gdLst/>
              <a:ahLst/>
              <a:cxnLst/>
              <a:rect l="l" t="t" r="r" b="b"/>
              <a:pathLst>
                <a:path w="1503679" h="342900">
                  <a:moveTo>
                    <a:pt x="0" y="85725"/>
                  </a:moveTo>
                  <a:lnTo>
                    <a:pt x="1331976" y="85725"/>
                  </a:lnTo>
                  <a:lnTo>
                    <a:pt x="1331976" y="0"/>
                  </a:lnTo>
                  <a:lnTo>
                    <a:pt x="1503426" y="171450"/>
                  </a:lnTo>
                  <a:lnTo>
                    <a:pt x="1331976" y="342900"/>
                  </a:lnTo>
                  <a:lnTo>
                    <a:pt x="1331976" y="257175"/>
                  </a:lnTo>
                  <a:lnTo>
                    <a:pt x="0" y="25717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520565" cy="45472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inputs?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28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scanned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handwritten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digits</a:t>
            </a:r>
            <a:endParaRPr sz="2400">
              <a:latin typeface="Calibri"/>
              <a:cs typeface="Calibri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784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</a:t>
            </a:r>
            <a:endParaRPr sz="2400">
              <a:latin typeface="Calibri"/>
              <a:cs typeface="Calibri"/>
            </a:endParaRPr>
          </a:p>
          <a:p>
            <a:pPr marL="697230" marR="454659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5" dirty="0">
                <a:latin typeface="Calibri"/>
                <a:cs typeface="Calibri"/>
              </a:rPr>
              <a:t>greyscale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0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white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black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only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15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neurons, 	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how 	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9572" y="888092"/>
            <a:ext cx="4484370" cy="36436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lvl="1" indent="-227329" algn="just">
              <a:lnSpc>
                <a:spcPts val="2735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80" dirty="0">
                <a:latin typeface="Calibri"/>
                <a:cs typeface="Calibri"/>
              </a:rPr>
              <a:t>10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</a:t>
            </a:r>
            <a:endParaRPr sz="2400">
              <a:latin typeface="Calibri"/>
              <a:cs typeface="Calibri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representing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digit</a:t>
            </a:r>
            <a:endParaRPr sz="2400">
              <a:latin typeface="Calibri"/>
              <a:cs typeface="Calibri"/>
            </a:endParaRPr>
          </a:p>
          <a:p>
            <a:pPr marL="697230" marR="5080" lvl="1" indent="-227329" algn="just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given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digit,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while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 	</a:t>
            </a:r>
            <a:r>
              <a:rPr sz="2400" spc="50" dirty="0">
                <a:latin typeface="Calibri"/>
                <a:cs typeface="Calibri"/>
              </a:rPr>
              <a:t>should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</a:t>
            </a:r>
            <a:endParaRPr sz="2400">
              <a:latin typeface="Calibri"/>
              <a:cs typeface="Calibri"/>
            </a:endParaRPr>
          </a:p>
          <a:p>
            <a:pPr marL="697230" marR="41910" lvl="1" indent="-227329">
              <a:lnSpc>
                <a:spcPct val="90000"/>
              </a:lnSpc>
              <a:spcBef>
                <a:spcPts val="4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reality,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neuron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highest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spc="-10" dirty="0">
                <a:latin typeface="Calibri"/>
                <a:cs typeface="Calibri"/>
              </a:rPr>
              <a:t>activated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08" y="1172336"/>
            <a:ext cx="500062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40" dirty="0"/>
              <a:t> </a:t>
            </a:r>
            <a:r>
              <a:rPr spc="55" dirty="0"/>
              <a:t>ANN</a:t>
            </a:r>
            <a:r>
              <a:rPr spc="145" dirty="0"/>
              <a:t> </a:t>
            </a:r>
            <a:r>
              <a:rPr dirty="0"/>
              <a:t>for</a:t>
            </a:r>
            <a:r>
              <a:rPr spc="145" dirty="0"/>
              <a:t> </a:t>
            </a:r>
            <a:r>
              <a:rPr spc="65" dirty="0"/>
              <a:t>Handwriting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888092"/>
            <a:ext cx="10240010" cy="25533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Why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10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4?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working</a:t>
            </a:r>
            <a:endParaRPr sz="2400">
              <a:latin typeface="Calibri"/>
              <a:cs typeface="Calibri"/>
            </a:endParaRPr>
          </a:p>
          <a:p>
            <a:pPr marL="1155065" lvl="2" indent="-227965">
              <a:lnSpc>
                <a:spcPts val="2280"/>
              </a:lnSpc>
              <a:spcBef>
                <a:spcPts val="295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6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‘0’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basically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summing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85" dirty="0">
                <a:latin typeface="Calibri"/>
                <a:cs typeface="Calibri"/>
              </a:rPr>
              <a:t>all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and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trying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digit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is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0.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75" dirty="0">
                <a:latin typeface="Calibri"/>
                <a:cs typeface="Calibri"/>
              </a:rPr>
              <a:t>So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hidden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layer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doing?</a:t>
            </a:r>
            <a:endParaRPr sz="20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19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heuristic,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4901" y="4082329"/>
            <a:ext cx="1606123" cy="160179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30" dirty="0"/>
              <a:t> </a:t>
            </a:r>
            <a:r>
              <a:rPr dirty="0"/>
              <a:t>does</a:t>
            </a:r>
            <a:r>
              <a:rPr spc="220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55" dirty="0"/>
              <a:t>hidden</a:t>
            </a:r>
            <a:r>
              <a:rPr spc="210" dirty="0"/>
              <a:t> </a:t>
            </a:r>
            <a:r>
              <a:rPr dirty="0"/>
              <a:t>layer</a:t>
            </a:r>
            <a:r>
              <a:rPr spc="235" dirty="0"/>
              <a:t> </a:t>
            </a:r>
            <a:r>
              <a:rPr dirty="0"/>
              <a:t>neuron</a:t>
            </a:r>
            <a:r>
              <a:rPr spc="200" dirty="0"/>
              <a:t> </a:t>
            </a:r>
            <a:r>
              <a:rPr spc="60" dirty="0"/>
              <a:t>find</a:t>
            </a:r>
            <a:r>
              <a:rPr spc="235" dirty="0"/>
              <a:t> </a:t>
            </a:r>
            <a:r>
              <a:rPr dirty="0"/>
              <a:t>a</a:t>
            </a:r>
            <a:r>
              <a:rPr spc="215" dirty="0"/>
              <a:t> </a:t>
            </a:r>
            <a:r>
              <a:rPr spc="75" dirty="0"/>
              <a:t>specific</a:t>
            </a:r>
            <a:r>
              <a:rPr spc="135" dirty="0"/>
              <a:t> </a:t>
            </a:r>
            <a:r>
              <a:rPr spc="-10" dirty="0"/>
              <a:t>image?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457" y="4323763"/>
            <a:ext cx="10267315" cy="12115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55" dirty="0">
                <a:latin typeface="Calibri"/>
                <a:cs typeface="Calibri"/>
              </a:rPr>
              <a:t>Recall,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single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90" dirty="0">
                <a:latin typeface="Calibri"/>
                <a:cs typeface="Calibri"/>
              </a:rPr>
              <a:t>So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I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I 	</a:t>
            </a:r>
            <a:r>
              <a:rPr sz="2400" spc="55" dirty="0">
                <a:latin typeface="Calibri"/>
                <a:cs typeface="Calibri"/>
              </a:rPr>
              <a:t>bias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245" y="1076124"/>
            <a:ext cx="3098677" cy="30986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2915" y="731393"/>
            <a:ext cx="4478274" cy="372757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19496" y="2891535"/>
            <a:ext cx="1137920" cy="738505"/>
          </a:xfrm>
          <a:custGeom>
            <a:avLst/>
            <a:gdLst/>
            <a:ahLst/>
            <a:cxnLst/>
            <a:rect l="l" t="t" r="r" b="b"/>
            <a:pathLst>
              <a:path w="1137920" h="738504">
                <a:moveTo>
                  <a:pt x="1071722" y="38803"/>
                </a:moveTo>
                <a:lnTo>
                  <a:pt x="0" y="732663"/>
                </a:lnTo>
                <a:lnTo>
                  <a:pt x="3428" y="737996"/>
                </a:lnTo>
                <a:lnTo>
                  <a:pt x="1075166" y="44127"/>
                </a:lnTo>
                <a:lnTo>
                  <a:pt x="1071722" y="38803"/>
                </a:lnTo>
                <a:close/>
              </a:path>
              <a:path w="1137920" h="738504">
                <a:moveTo>
                  <a:pt x="1118605" y="31876"/>
                </a:moveTo>
                <a:lnTo>
                  <a:pt x="1082421" y="31876"/>
                </a:lnTo>
                <a:lnTo>
                  <a:pt x="1085850" y="37211"/>
                </a:lnTo>
                <a:lnTo>
                  <a:pt x="1075166" y="44127"/>
                </a:lnTo>
                <a:lnTo>
                  <a:pt x="1094104" y="73405"/>
                </a:lnTo>
                <a:lnTo>
                  <a:pt x="1118605" y="31876"/>
                </a:lnTo>
                <a:close/>
              </a:path>
              <a:path w="1137920" h="738504">
                <a:moveTo>
                  <a:pt x="1082421" y="31876"/>
                </a:moveTo>
                <a:lnTo>
                  <a:pt x="1071722" y="38803"/>
                </a:lnTo>
                <a:lnTo>
                  <a:pt x="1075166" y="44127"/>
                </a:lnTo>
                <a:lnTo>
                  <a:pt x="1085850" y="37211"/>
                </a:lnTo>
                <a:lnTo>
                  <a:pt x="1082421" y="31876"/>
                </a:lnTo>
                <a:close/>
              </a:path>
              <a:path w="1137920" h="738504">
                <a:moveTo>
                  <a:pt x="1137411" y="0"/>
                </a:moveTo>
                <a:lnTo>
                  <a:pt x="1052702" y="9398"/>
                </a:lnTo>
                <a:lnTo>
                  <a:pt x="1071722" y="38803"/>
                </a:lnTo>
                <a:lnTo>
                  <a:pt x="1082421" y="31876"/>
                </a:lnTo>
                <a:lnTo>
                  <a:pt x="1118605" y="31876"/>
                </a:lnTo>
                <a:lnTo>
                  <a:pt x="113741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08482" y="3420115"/>
            <a:ext cx="9935845" cy="200278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229870" algn="ctr">
              <a:lnSpc>
                <a:spcPct val="100000"/>
              </a:lnSpc>
              <a:spcBef>
                <a:spcPts val="42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8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110" dirty="0">
                <a:latin typeface="Calibri"/>
                <a:cs typeface="Calibri"/>
              </a:rPr>
              <a:t>I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design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hidden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neuron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which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tells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if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 	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box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filled</a:t>
            </a:r>
            <a:endParaRPr sz="2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  <a:tab pos="5300980" algn="l"/>
              </a:tabLst>
            </a:pPr>
            <a:r>
              <a:rPr sz="2400" spc="-20" dirty="0">
                <a:latin typeface="Calibri"/>
                <a:cs typeface="Calibri"/>
              </a:rPr>
              <a:t>We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74130" y="3058541"/>
            <a:ext cx="540385" cy="534670"/>
            <a:chOff x="5874130" y="30585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263779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9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8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80480" y="30648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Let’s</a:t>
            </a:r>
            <a:r>
              <a:rPr spc="110" dirty="0"/>
              <a:t> </a:t>
            </a:r>
            <a:r>
              <a:rPr dirty="0"/>
              <a:t>do</a:t>
            </a:r>
            <a:r>
              <a:rPr spc="85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85" dirty="0"/>
              <a:t>simple</a:t>
            </a:r>
            <a:r>
              <a:rPr spc="110" dirty="0"/>
              <a:t> </a:t>
            </a:r>
            <a:r>
              <a:rPr spc="6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1091" y="3915536"/>
            <a:ext cx="3646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5430" algn="l"/>
              </a:tabLst>
            </a:pPr>
            <a:r>
              <a:rPr sz="2800" dirty="0">
                <a:latin typeface="Calibri"/>
                <a:cs typeface="Calibri"/>
              </a:rPr>
              <a:t>Recall: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(x</a:t>
            </a:r>
            <a:r>
              <a:rPr sz="1950" spc="-15" baseline="25641" dirty="0">
                <a:latin typeface="Arial"/>
                <a:cs typeface="Arial"/>
              </a:rPr>
              <a:t>●</a:t>
            </a:r>
            <a:r>
              <a:rPr sz="2800" spc="-10" dirty="0">
                <a:latin typeface="Calibri"/>
                <a:cs typeface="Calibri"/>
              </a:rPr>
              <a:t>w+b)=</a:t>
            </a:r>
            <a:r>
              <a:rPr sz="2800" spc="-10" dirty="0">
                <a:latin typeface="Symbol"/>
                <a:cs typeface="Symbol"/>
              </a:rPr>
              <a:t></a:t>
            </a:r>
            <a:r>
              <a:rPr sz="2800" spc="-10" dirty="0">
                <a:latin typeface="Calibri"/>
                <a:cs typeface="Calibri"/>
              </a:rPr>
              <a:t>(z)=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69283" y="4169664"/>
            <a:ext cx="786765" cy="22860"/>
          </a:xfrm>
          <a:custGeom>
            <a:avLst/>
            <a:gdLst/>
            <a:ahLst/>
            <a:cxnLst/>
            <a:rect l="l" t="t" r="r" b="b"/>
            <a:pathLst>
              <a:path w="786764" h="22860">
                <a:moveTo>
                  <a:pt x="786384" y="0"/>
                </a:moveTo>
                <a:lnTo>
                  <a:pt x="0" y="0"/>
                </a:lnTo>
                <a:lnTo>
                  <a:pt x="0" y="22860"/>
                </a:lnTo>
                <a:lnTo>
                  <a:pt x="786384" y="22860"/>
                </a:lnTo>
                <a:lnTo>
                  <a:pt x="786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74209" y="3802760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7217" y="4189857"/>
            <a:ext cx="5060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Cambria Math"/>
                <a:cs typeface="Cambria Math"/>
              </a:rPr>
              <a:t>1+𝑒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4041" y="4157853"/>
            <a:ext cx="30543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ambria Math"/>
                <a:cs typeface="Cambria Math"/>
              </a:rPr>
              <a:t>−𝑧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691" y="4447413"/>
            <a:ext cx="5015865" cy="17710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w1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spc="10" dirty="0">
                <a:latin typeface="Calibri"/>
                <a:cs typeface="Calibri"/>
              </a:rPr>
              <a:t>dramatically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lowering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130" dirty="0">
                <a:latin typeface="Calibri"/>
                <a:cs typeface="Calibri"/>
              </a:rPr>
              <a:t>x2-</a:t>
            </a:r>
            <a:r>
              <a:rPr sz="2400" spc="120" dirty="0">
                <a:latin typeface="Calibri"/>
                <a:cs typeface="Calibri"/>
              </a:rPr>
              <a:t>x4</a:t>
            </a:r>
            <a:endParaRPr sz="2400">
              <a:latin typeface="Calibri"/>
              <a:cs typeface="Calibri"/>
            </a:endParaRPr>
          </a:p>
          <a:p>
            <a:pPr marL="240029" marR="325120" indent="-227329" algn="just">
              <a:lnSpc>
                <a:spcPts val="259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high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if 	</a:t>
            </a:r>
            <a:r>
              <a:rPr sz="2400" spc="145" dirty="0">
                <a:latin typeface="Calibri"/>
                <a:cs typeface="Calibri"/>
              </a:rPr>
              <a:t>x1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dark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5" dirty="0">
                <a:latin typeface="Calibri"/>
                <a:cs typeface="Calibri"/>
              </a:rPr>
              <a:t> x2-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light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12544" y="1198206"/>
          <a:ext cx="2286000" cy="223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x4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8" name="object 18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22" name="object 22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6" name="object 26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30" name="object 30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Back</a:t>
            </a:r>
            <a:r>
              <a:rPr spc="50" dirty="0"/>
              <a:t> </a:t>
            </a:r>
            <a:r>
              <a:rPr dirty="0"/>
              <a:t>to</a:t>
            </a:r>
            <a:r>
              <a:rPr spc="160" dirty="0"/>
              <a:t> </a:t>
            </a:r>
            <a:r>
              <a:rPr dirty="0"/>
              <a:t>the</a:t>
            </a:r>
            <a:r>
              <a:rPr spc="135" dirty="0"/>
              <a:t> </a:t>
            </a:r>
            <a:r>
              <a:rPr spc="50" dirty="0"/>
              <a:t>task</a:t>
            </a:r>
            <a:r>
              <a:rPr spc="60" dirty="0"/>
              <a:t> </a:t>
            </a:r>
            <a:r>
              <a:rPr dirty="0"/>
              <a:t>at</a:t>
            </a:r>
            <a:r>
              <a:rPr spc="160" dirty="0"/>
              <a:t> </a:t>
            </a:r>
            <a:r>
              <a:rPr spc="-20" dirty="0"/>
              <a:t>hand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691" y="4566666"/>
            <a:ext cx="487489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pixels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heavily,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while 	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 	</a:t>
            </a:r>
            <a:r>
              <a:rPr sz="2400" spc="70" dirty="0">
                <a:latin typeface="Calibri"/>
                <a:cs typeface="Calibri"/>
              </a:rPr>
              <a:t>pixels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5263" y="1299844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4" h="1670685">
                <a:moveTo>
                  <a:pt x="0" y="835278"/>
                </a:moveTo>
                <a:lnTo>
                  <a:pt x="1322" y="787872"/>
                </a:lnTo>
                <a:lnTo>
                  <a:pt x="5242" y="741161"/>
                </a:lnTo>
                <a:lnTo>
                  <a:pt x="11690" y="695214"/>
                </a:lnTo>
                <a:lnTo>
                  <a:pt x="20594" y="650104"/>
                </a:lnTo>
                <a:lnTo>
                  <a:pt x="31884" y="605899"/>
                </a:lnTo>
                <a:lnTo>
                  <a:pt x="45490" y="562671"/>
                </a:lnTo>
                <a:lnTo>
                  <a:pt x="61341" y="520490"/>
                </a:lnTo>
                <a:lnTo>
                  <a:pt x="79367" y="479427"/>
                </a:lnTo>
                <a:lnTo>
                  <a:pt x="99496" y="439551"/>
                </a:lnTo>
                <a:lnTo>
                  <a:pt x="121659" y="400934"/>
                </a:lnTo>
                <a:lnTo>
                  <a:pt x="145785" y="363645"/>
                </a:lnTo>
                <a:lnTo>
                  <a:pt x="171804" y="327756"/>
                </a:lnTo>
                <a:lnTo>
                  <a:pt x="199644" y="293337"/>
                </a:lnTo>
                <a:lnTo>
                  <a:pt x="229235" y="260457"/>
                </a:lnTo>
                <a:lnTo>
                  <a:pt x="260507" y="229189"/>
                </a:lnTo>
                <a:lnTo>
                  <a:pt x="293389" y="199601"/>
                </a:lnTo>
                <a:lnTo>
                  <a:pt x="327810" y="171765"/>
                </a:lnTo>
                <a:lnTo>
                  <a:pt x="363701" y="145751"/>
                </a:lnTo>
                <a:lnTo>
                  <a:pt x="400990" y="121630"/>
                </a:lnTo>
                <a:lnTo>
                  <a:pt x="439607" y="99471"/>
                </a:lnTo>
                <a:lnTo>
                  <a:pt x="479482" y="79346"/>
                </a:lnTo>
                <a:lnTo>
                  <a:pt x="520543" y="61324"/>
                </a:lnTo>
                <a:lnTo>
                  <a:pt x="562721" y="45477"/>
                </a:lnTo>
                <a:lnTo>
                  <a:pt x="605944" y="31875"/>
                </a:lnTo>
                <a:lnTo>
                  <a:pt x="650143" y="20588"/>
                </a:lnTo>
                <a:lnTo>
                  <a:pt x="695246" y="11686"/>
                </a:lnTo>
                <a:lnTo>
                  <a:pt x="741184" y="5240"/>
                </a:lnTo>
                <a:lnTo>
                  <a:pt x="787885" y="1321"/>
                </a:lnTo>
                <a:lnTo>
                  <a:pt x="835279" y="0"/>
                </a:lnTo>
                <a:lnTo>
                  <a:pt x="882672" y="1321"/>
                </a:lnTo>
                <a:lnTo>
                  <a:pt x="929373" y="5240"/>
                </a:lnTo>
                <a:lnTo>
                  <a:pt x="975311" y="11686"/>
                </a:lnTo>
                <a:lnTo>
                  <a:pt x="1020414" y="20588"/>
                </a:lnTo>
                <a:lnTo>
                  <a:pt x="1064613" y="31875"/>
                </a:lnTo>
                <a:lnTo>
                  <a:pt x="1107836" y="45477"/>
                </a:lnTo>
                <a:lnTo>
                  <a:pt x="1150014" y="61324"/>
                </a:lnTo>
                <a:lnTo>
                  <a:pt x="1191075" y="79346"/>
                </a:lnTo>
                <a:lnTo>
                  <a:pt x="1230950" y="99471"/>
                </a:lnTo>
                <a:lnTo>
                  <a:pt x="1269567" y="121630"/>
                </a:lnTo>
                <a:lnTo>
                  <a:pt x="1306856" y="145751"/>
                </a:lnTo>
                <a:lnTo>
                  <a:pt x="1342747" y="171765"/>
                </a:lnTo>
                <a:lnTo>
                  <a:pt x="1377168" y="199601"/>
                </a:lnTo>
                <a:lnTo>
                  <a:pt x="1410050" y="229189"/>
                </a:lnTo>
                <a:lnTo>
                  <a:pt x="1441322" y="260457"/>
                </a:lnTo>
                <a:lnTo>
                  <a:pt x="1470913" y="293337"/>
                </a:lnTo>
                <a:lnTo>
                  <a:pt x="1498753" y="327756"/>
                </a:lnTo>
                <a:lnTo>
                  <a:pt x="1524772" y="363645"/>
                </a:lnTo>
                <a:lnTo>
                  <a:pt x="1548898" y="400934"/>
                </a:lnTo>
                <a:lnTo>
                  <a:pt x="1571061" y="439551"/>
                </a:lnTo>
                <a:lnTo>
                  <a:pt x="1591190" y="479427"/>
                </a:lnTo>
                <a:lnTo>
                  <a:pt x="1609216" y="520490"/>
                </a:lnTo>
                <a:lnTo>
                  <a:pt x="1625067" y="562671"/>
                </a:lnTo>
                <a:lnTo>
                  <a:pt x="1638673" y="605899"/>
                </a:lnTo>
                <a:lnTo>
                  <a:pt x="1649963" y="650104"/>
                </a:lnTo>
                <a:lnTo>
                  <a:pt x="1658867" y="695214"/>
                </a:lnTo>
                <a:lnTo>
                  <a:pt x="1665315" y="741161"/>
                </a:lnTo>
                <a:lnTo>
                  <a:pt x="1669235" y="787872"/>
                </a:lnTo>
                <a:lnTo>
                  <a:pt x="1670558" y="835278"/>
                </a:lnTo>
                <a:lnTo>
                  <a:pt x="1669235" y="882672"/>
                </a:lnTo>
                <a:lnTo>
                  <a:pt x="1665315" y="929372"/>
                </a:lnTo>
                <a:lnTo>
                  <a:pt x="1658867" y="975307"/>
                </a:lnTo>
                <a:lnTo>
                  <a:pt x="1649963" y="1020408"/>
                </a:lnTo>
                <a:lnTo>
                  <a:pt x="1638673" y="1064603"/>
                </a:lnTo>
                <a:lnTo>
                  <a:pt x="1625067" y="1107822"/>
                </a:lnTo>
                <a:lnTo>
                  <a:pt x="1609216" y="1149995"/>
                </a:lnTo>
                <a:lnTo>
                  <a:pt x="1591190" y="1191052"/>
                </a:lnTo>
                <a:lnTo>
                  <a:pt x="1571061" y="1230921"/>
                </a:lnTo>
                <a:lnTo>
                  <a:pt x="1548898" y="1269532"/>
                </a:lnTo>
                <a:lnTo>
                  <a:pt x="1524772" y="1306815"/>
                </a:lnTo>
                <a:lnTo>
                  <a:pt x="1498753" y="1342699"/>
                </a:lnTo>
                <a:lnTo>
                  <a:pt x="1470913" y="1377115"/>
                </a:lnTo>
                <a:lnTo>
                  <a:pt x="1441322" y="1409990"/>
                </a:lnTo>
                <a:lnTo>
                  <a:pt x="1410050" y="1441255"/>
                </a:lnTo>
                <a:lnTo>
                  <a:pt x="1377168" y="1470840"/>
                </a:lnTo>
                <a:lnTo>
                  <a:pt x="1342747" y="1498674"/>
                </a:lnTo>
                <a:lnTo>
                  <a:pt x="1306856" y="1524686"/>
                </a:lnTo>
                <a:lnTo>
                  <a:pt x="1269567" y="1548805"/>
                </a:lnTo>
                <a:lnTo>
                  <a:pt x="1230950" y="1570963"/>
                </a:lnTo>
                <a:lnTo>
                  <a:pt x="1191075" y="1591087"/>
                </a:lnTo>
                <a:lnTo>
                  <a:pt x="1150014" y="1609107"/>
                </a:lnTo>
                <a:lnTo>
                  <a:pt x="1107836" y="1624954"/>
                </a:lnTo>
                <a:lnTo>
                  <a:pt x="1064613" y="1638556"/>
                </a:lnTo>
                <a:lnTo>
                  <a:pt x="1020414" y="1649843"/>
                </a:lnTo>
                <a:lnTo>
                  <a:pt x="975311" y="1658744"/>
                </a:lnTo>
                <a:lnTo>
                  <a:pt x="929373" y="1665190"/>
                </a:lnTo>
                <a:lnTo>
                  <a:pt x="882672" y="1669109"/>
                </a:lnTo>
                <a:lnTo>
                  <a:pt x="835279" y="1670430"/>
                </a:lnTo>
                <a:lnTo>
                  <a:pt x="787885" y="1669109"/>
                </a:lnTo>
                <a:lnTo>
                  <a:pt x="741184" y="1665190"/>
                </a:lnTo>
                <a:lnTo>
                  <a:pt x="695246" y="1658744"/>
                </a:lnTo>
                <a:lnTo>
                  <a:pt x="650143" y="1649843"/>
                </a:lnTo>
                <a:lnTo>
                  <a:pt x="605944" y="1638556"/>
                </a:lnTo>
                <a:lnTo>
                  <a:pt x="562721" y="1624954"/>
                </a:lnTo>
                <a:lnTo>
                  <a:pt x="520543" y="1609107"/>
                </a:lnTo>
                <a:lnTo>
                  <a:pt x="479482" y="1591087"/>
                </a:lnTo>
                <a:lnTo>
                  <a:pt x="439607" y="1570963"/>
                </a:lnTo>
                <a:lnTo>
                  <a:pt x="400990" y="1548805"/>
                </a:lnTo>
                <a:lnTo>
                  <a:pt x="363701" y="1524686"/>
                </a:lnTo>
                <a:lnTo>
                  <a:pt x="327810" y="1498674"/>
                </a:lnTo>
                <a:lnTo>
                  <a:pt x="293389" y="1470840"/>
                </a:lnTo>
                <a:lnTo>
                  <a:pt x="260507" y="1441255"/>
                </a:lnTo>
                <a:lnTo>
                  <a:pt x="229235" y="1409990"/>
                </a:lnTo>
                <a:lnTo>
                  <a:pt x="199644" y="1377115"/>
                </a:lnTo>
                <a:lnTo>
                  <a:pt x="171804" y="1342699"/>
                </a:lnTo>
                <a:lnTo>
                  <a:pt x="145785" y="1306815"/>
                </a:lnTo>
                <a:lnTo>
                  <a:pt x="121659" y="1269532"/>
                </a:lnTo>
                <a:lnTo>
                  <a:pt x="99496" y="1230921"/>
                </a:lnTo>
                <a:lnTo>
                  <a:pt x="79367" y="1191052"/>
                </a:lnTo>
                <a:lnTo>
                  <a:pt x="61341" y="1149995"/>
                </a:lnTo>
                <a:lnTo>
                  <a:pt x="45490" y="1107822"/>
                </a:lnTo>
                <a:lnTo>
                  <a:pt x="31884" y="1064603"/>
                </a:lnTo>
                <a:lnTo>
                  <a:pt x="20594" y="1020408"/>
                </a:lnTo>
                <a:lnTo>
                  <a:pt x="11690" y="975307"/>
                </a:lnTo>
                <a:lnTo>
                  <a:pt x="5242" y="929372"/>
                </a:lnTo>
                <a:lnTo>
                  <a:pt x="1322" y="882672"/>
                </a:lnTo>
                <a:lnTo>
                  <a:pt x="0" y="83527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68210" y="1970278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Neuron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6300" y="1121028"/>
            <a:ext cx="4897755" cy="1757680"/>
          </a:xfrm>
          <a:custGeom>
            <a:avLst/>
            <a:gdLst/>
            <a:ahLst/>
            <a:cxnLst/>
            <a:rect l="l" t="t" r="r" b="b"/>
            <a:pathLst>
              <a:path w="4897755" h="1757680">
                <a:moveTo>
                  <a:pt x="1608963" y="1014095"/>
                </a:moveTo>
                <a:lnTo>
                  <a:pt x="1602613" y="1010920"/>
                </a:lnTo>
                <a:lnTo>
                  <a:pt x="1532763" y="975995"/>
                </a:lnTo>
                <a:lnTo>
                  <a:pt x="1532763" y="1010920"/>
                </a:lnTo>
                <a:lnTo>
                  <a:pt x="0" y="1010920"/>
                </a:lnTo>
                <a:lnTo>
                  <a:pt x="0" y="1017270"/>
                </a:lnTo>
                <a:lnTo>
                  <a:pt x="1532763" y="1017270"/>
                </a:lnTo>
                <a:lnTo>
                  <a:pt x="1532763" y="1052195"/>
                </a:lnTo>
                <a:lnTo>
                  <a:pt x="1602613" y="1017270"/>
                </a:lnTo>
                <a:lnTo>
                  <a:pt x="1608963" y="1014095"/>
                </a:lnTo>
                <a:close/>
              </a:path>
              <a:path w="4897755" h="1757680">
                <a:moveTo>
                  <a:pt x="1737995" y="524637"/>
                </a:moveTo>
                <a:lnTo>
                  <a:pt x="1720227" y="505841"/>
                </a:lnTo>
                <a:lnTo>
                  <a:pt x="1679448" y="462661"/>
                </a:lnTo>
                <a:lnTo>
                  <a:pt x="1667433" y="495541"/>
                </a:lnTo>
                <a:lnTo>
                  <a:pt x="308864" y="0"/>
                </a:lnTo>
                <a:lnTo>
                  <a:pt x="306705" y="5842"/>
                </a:lnTo>
                <a:lnTo>
                  <a:pt x="1665262" y="501510"/>
                </a:lnTo>
                <a:lnTo>
                  <a:pt x="1653286" y="534289"/>
                </a:lnTo>
                <a:lnTo>
                  <a:pt x="1737995" y="524637"/>
                </a:lnTo>
                <a:close/>
              </a:path>
              <a:path w="4897755" h="1757680">
                <a:moveTo>
                  <a:pt x="1749679" y="1540129"/>
                </a:moveTo>
                <a:lnTo>
                  <a:pt x="1668907" y="1512951"/>
                </a:lnTo>
                <a:lnTo>
                  <a:pt x="1673720" y="1547482"/>
                </a:lnTo>
                <a:lnTo>
                  <a:pt x="219329" y="1750822"/>
                </a:lnTo>
                <a:lnTo>
                  <a:pt x="220218" y="1757172"/>
                </a:lnTo>
                <a:lnTo>
                  <a:pt x="1674609" y="1553832"/>
                </a:lnTo>
                <a:lnTo>
                  <a:pt x="1679448" y="1588389"/>
                </a:lnTo>
                <a:lnTo>
                  <a:pt x="1741538" y="1545717"/>
                </a:lnTo>
                <a:lnTo>
                  <a:pt x="1749679" y="1540129"/>
                </a:lnTo>
                <a:close/>
              </a:path>
              <a:path w="4897755" h="1757680">
                <a:moveTo>
                  <a:pt x="4897628" y="1014095"/>
                </a:moveTo>
                <a:lnTo>
                  <a:pt x="4891278" y="1010920"/>
                </a:lnTo>
                <a:lnTo>
                  <a:pt x="4821428" y="975995"/>
                </a:lnTo>
                <a:lnTo>
                  <a:pt x="4821428" y="1010920"/>
                </a:lnTo>
                <a:lnTo>
                  <a:pt x="3288665" y="1010920"/>
                </a:lnTo>
                <a:lnTo>
                  <a:pt x="3288665" y="1017270"/>
                </a:lnTo>
                <a:lnTo>
                  <a:pt x="4821428" y="1017270"/>
                </a:lnTo>
                <a:lnTo>
                  <a:pt x="4821428" y="1052195"/>
                </a:lnTo>
                <a:lnTo>
                  <a:pt x="4891278" y="1017270"/>
                </a:lnTo>
                <a:lnTo>
                  <a:pt x="4897628" y="101409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46194" y="1915490"/>
            <a:ext cx="240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7041" y="2808478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7250" y="874521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52026" y="1808479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750" y="1059433"/>
            <a:ext cx="540385" cy="534670"/>
            <a:chOff x="5365750" y="1059433"/>
            <a:chExt cx="540385" cy="534670"/>
          </a:xfrm>
        </p:grpSpPr>
        <p:sp>
          <p:nvSpPr>
            <p:cNvPr id="12" name="object 12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7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8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7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2100" y="1065783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7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7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8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0977" y="1213484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31840" y="1844675"/>
            <a:ext cx="540385" cy="534670"/>
            <a:chOff x="5331840" y="1844675"/>
            <a:chExt cx="540385" cy="534670"/>
          </a:xfrm>
        </p:grpSpPr>
        <p:sp>
          <p:nvSpPr>
            <p:cNvPr id="16" name="object 16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9" y="0"/>
                  </a:moveTo>
                  <a:lnTo>
                    <a:pt x="216367" y="4204"/>
                  </a:lnTo>
                  <a:lnTo>
                    <a:pt x="171742" y="16325"/>
                  </a:lnTo>
                  <a:lnTo>
                    <a:pt x="130650" y="35625"/>
                  </a:lnTo>
                  <a:lnTo>
                    <a:pt x="93834" y="61366"/>
                  </a:lnTo>
                  <a:lnTo>
                    <a:pt x="62041" y="92811"/>
                  </a:lnTo>
                  <a:lnTo>
                    <a:pt x="36016" y="129220"/>
                  </a:lnTo>
                  <a:lnTo>
                    <a:pt x="16504" y="169856"/>
                  </a:lnTo>
                  <a:lnTo>
                    <a:pt x="4250" y="213981"/>
                  </a:lnTo>
                  <a:lnTo>
                    <a:pt x="0" y="260858"/>
                  </a:lnTo>
                  <a:lnTo>
                    <a:pt x="4250" y="307734"/>
                  </a:lnTo>
                  <a:lnTo>
                    <a:pt x="16504" y="351859"/>
                  </a:lnTo>
                  <a:lnTo>
                    <a:pt x="36016" y="392495"/>
                  </a:lnTo>
                  <a:lnTo>
                    <a:pt x="62041" y="428904"/>
                  </a:lnTo>
                  <a:lnTo>
                    <a:pt x="93834" y="460349"/>
                  </a:lnTo>
                  <a:lnTo>
                    <a:pt x="130650" y="486090"/>
                  </a:lnTo>
                  <a:lnTo>
                    <a:pt x="171742" y="505390"/>
                  </a:lnTo>
                  <a:lnTo>
                    <a:pt x="216367" y="517511"/>
                  </a:lnTo>
                  <a:lnTo>
                    <a:pt x="263779" y="521715"/>
                  </a:lnTo>
                  <a:lnTo>
                    <a:pt x="311190" y="517511"/>
                  </a:lnTo>
                  <a:lnTo>
                    <a:pt x="355815" y="505390"/>
                  </a:lnTo>
                  <a:lnTo>
                    <a:pt x="396907" y="486090"/>
                  </a:lnTo>
                  <a:lnTo>
                    <a:pt x="433723" y="460349"/>
                  </a:lnTo>
                  <a:lnTo>
                    <a:pt x="465516" y="428904"/>
                  </a:lnTo>
                  <a:lnTo>
                    <a:pt x="491541" y="392495"/>
                  </a:lnTo>
                  <a:lnTo>
                    <a:pt x="511053" y="351859"/>
                  </a:lnTo>
                  <a:lnTo>
                    <a:pt x="523307" y="307734"/>
                  </a:lnTo>
                  <a:lnTo>
                    <a:pt x="527558" y="260858"/>
                  </a:lnTo>
                  <a:lnTo>
                    <a:pt x="523307" y="213981"/>
                  </a:lnTo>
                  <a:lnTo>
                    <a:pt x="511053" y="169856"/>
                  </a:lnTo>
                  <a:lnTo>
                    <a:pt x="491541" y="129220"/>
                  </a:lnTo>
                  <a:lnTo>
                    <a:pt x="465516" y="92811"/>
                  </a:lnTo>
                  <a:lnTo>
                    <a:pt x="433723" y="61366"/>
                  </a:lnTo>
                  <a:lnTo>
                    <a:pt x="396907" y="35625"/>
                  </a:lnTo>
                  <a:lnTo>
                    <a:pt x="355815" y="16325"/>
                  </a:lnTo>
                  <a:lnTo>
                    <a:pt x="311190" y="4204"/>
                  </a:lnTo>
                  <a:lnTo>
                    <a:pt x="2637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190" y="1851025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81"/>
                  </a:lnTo>
                  <a:lnTo>
                    <a:pt x="16504" y="169856"/>
                  </a:lnTo>
                  <a:lnTo>
                    <a:pt x="36016" y="129220"/>
                  </a:lnTo>
                  <a:lnTo>
                    <a:pt x="62041" y="92811"/>
                  </a:lnTo>
                  <a:lnTo>
                    <a:pt x="93834" y="61366"/>
                  </a:lnTo>
                  <a:lnTo>
                    <a:pt x="130650" y="35625"/>
                  </a:lnTo>
                  <a:lnTo>
                    <a:pt x="171742" y="16325"/>
                  </a:lnTo>
                  <a:lnTo>
                    <a:pt x="216367" y="4204"/>
                  </a:lnTo>
                  <a:lnTo>
                    <a:pt x="263779" y="0"/>
                  </a:lnTo>
                  <a:lnTo>
                    <a:pt x="311190" y="4204"/>
                  </a:lnTo>
                  <a:lnTo>
                    <a:pt x="355815" y="16325"/>
                  </a:lnTo>
                  <a:lnTo>
                    <a:pt x="396907" y="35625"/>
                  </a:lnTo>
                  <a:lnTo>
                    <a:pt x="433723" y="61366"/>
                  </a:lnTo>
                  <a:lnTo>
                    <a:pt x="465516" y="92811"/>
                  </a:lnTo>
                  <a:lnTo>
                    <a:pt x="491541" y="129220"/>
                  </a:lnTo>
                  <a:lnTo>
                    <a:pt x="511053" y="169856"/>
                  </a:lnTo>
                  <a:lnTo>
                    <a:pt x="523307" y="213981"/>
                  </a:lnTo>
                  <a:lnTo>
                    <a:pt x="527558" y="260858"/>
                  </a:lnTo>
                  <a:lnTo>
                    <a:pt x="523307" y="307734"/>
                  </a:lnTo>
                  <a:lnTo>
                    <a:pt x="511053" y="351859"/>
                  </a:lnTo>
                  <a:lnTo>
                    <a:pt x="491541" y="392495"/>
                  </a:lnTo>
                  <a:lnTo>
                    <a:pt x="465516" y="428904"/>
                  </a:lnTo>
                  <a:lnTo>
                    <a:pt x="433723" y="460349"/>
                  </a:lnTo>
                  <a:lnTo>
                    <a:pt x="396907" y="486090"/>
                  </a:lnTo>
                  <a:lnTo>
                    <a:pt x="355815" y="505390"/>
                  </a:lnTo>
                  <a:lnTo>
                    <a:pt x="311190" y="517511"/>
                  </a:lnTo>
                  <a:lnTo>
                    <a:pt x="263779" y="521715"/>
                  </a:lnTo>
                  <a:lnTo>
                    <a:pt x="216367" y="517511"/>
                  </a:lnTo>
                  <a:lnTo>
                    <a:pt x="171742" y="505390"/>
                  </a:lnTo>
                  <a:lnTo>
                    <a:pt x="130650" y="486090"/>
                  </a:lnTo>
                  <a:lnTo>
                    <a:pt x="93834" y="460349"/>
                  </a:lnTo>
                  <a:lnTo>
                    <a:pt x="62041" y="428904"/>
                  </a:lnTo>
                  <a:lnTo>
                    <a:pt x="36016" y="392495"/>
                  </a:lnTo>
                  <a:lnTo>
                    <a:pt x="16504" y="351859"/>
                  </a:lnTo>
                  <a:lnTo>
                    <a:pt x="4250" y="307734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97195" y="1998979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70321" y="2525141"/>
            <a:ext cx="540385" cy="534670"/>
            <a:chOff x="5370321" y="2525141"/>
            <a:chExt cx="540385" cy="534670"/>
          </a:xfrm>
        </p:grpSpPr>
        <p:sp>
          <p:nvSpPr>
            <p:cNvPr id="20" name="object 20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263778" y="0"/>
                  </a:moveTo>
                  <a:lnTo>
                    <a:pt x="216367" y="4200"/>
                  </a:lnTo>
                  <a:lnTo>
                    <a:pt x="171742" y="16311"/>
                  </a:lnTo>
                  <a:lnTo>
                    <a:pt x="130650" y="35597"/>
                  </a:lnTo>
                  <a:lnTo>
                    <a:pt x="93834" y="61325"/>
                  </a:lnTo>
                  <a:lnTo>
                    <a:pt x="62041" y="92758"/>
                  </a:lnTo>
                  <a:lnTo>
                    <a:pt x="36016" y="129163"/>
                  </a:lnTo>
                  <a:lnTo>
                    <a:pt x="16504" y="169805"/>
                  </a:lnTo>
                  <a:lnTo>
                    <a:pt x="4250" y="213948"/>
                  </a:lnTo>
                  <a:lnTo>
                    <a:pt x="0" y="260858"/>
                  </a:lnTo>
                  <a:lnTo>
                    <a:pt x="4250" y="307730"/>
                  </a:lnTo>
                  <a:lnTo>
                    <a:pt x="16504" y="351843"/>
                  </a:lnTo>
                  <a:lnTo>
                    <a:pt x="36016" y="392462"/>
                  </a:lnTo>
                  <a:lnTo>
                    <a:pt x="62041" y="428851"/>
                  </a:lnTo>
                  <a:lnTo>
                    <a:pt x="93834" y="460275"/>
                  </a:lnTo>
                  <a:lnTo>
                    <a:pt x="130650" y="485996"/>
                  </a:lnTo>
                  <a:lnTo>
                    <a:pt x="171742" y="505279"/>
                  </a:lnTo>
                  <a:lnTo>
                    <a:pt x="216367" y="517388"/>
                  </a:lnTo>
                  <a:lnTo>
                    <a:pt x="263778" y="521588"/>
                  </a:lnTo>
                  <a:lnTo>
                    <a:pt x="311190" y="517388"/>
                  </a:lnTo>
                  <a:lnTo>
                    <a:pt x="355815" y="505279"/>
                  </a:lnTo>
                  <a:lnTo>
                    <a:pt x="396907" y="485996"/>
                  </a:lnTo>
                  <a:lnTo>
                    <a:pt x="433723" y="460275"/>
                  </a:lnTo>
                  <a:lnTo>
                    <a:pt x="465516" y="428851"/>
                  </a:lnTo>
                  <a:lnTo>
                    <a:pt x="491541" y="392462"/>
                  </a:lnTo>
                  <a:lnTo>
                    <a:pt x="511053" y="351843"/>
                  </a:lnTo>
                  <a:lnTo>
                    <a:pt x="523307" y="307730"/>
                  </a:lnTo>
                  <a:lnTo>
                    <a:pt x="527557" y="260858"/>
                  </a:lnTo>
                  <a:lnTo>
                    <a:pt x="523307" y="213948"/>
                  </a:lnTo>
                  <a:lnTo>
                    <a:pt x="511053" y="169805"/>
                  </a:lnTo>
                  <a:lnTo>
                    <a:pt x="491541" y="129163"/>
                  </a:lnTo>
                  <a:lnTo>
                    <a:pt x="465516" y="92758"/>
                  </a:lnTo>
                  <a:lnTo>
                    <a:pt x="433723" y="61325"/>
                  </a:lnTo>
                  <a:lnTo>
                    <a:pt x="396907" y="35597"/>
                  </a:lnTo>
                  <a:lnTo>
                    <a:pt x="355815" y="16311"/>
                  </a:lnTo>
                  <a:lnTo>
                    <a:pt x="311190" y="4200"/>
                  </a:lnTo>
                  <a:lnTo>
                    <a:pt x="26377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6671" y="2531491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69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8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7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8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35548" y="26795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19496" y="2891535"/>
            <a:ext cx="1137920" cy="738505"/>
            <a:chOff x="5619496" y="2891535"/>
            <a:chExt cx="1137920" cy="738505"/>
          </a:xfrm>
        </p:grpSpPr>
        <p:sp>
          <p:nvSpPr>
            <p:cNvPr id="24" name="object 24"/>
            <p:cNvSpPr/>
            <p:nvPr/>
          </p:nvSpPr>
          <p:spPr>
            <a:xfrm>
              <a:off x="5619496" y="2891535"/>
              <a:ext cx="1137920" cy="738505"/>
            </a:xfrm>
            <a:custGeom>
              <a:avLst/>
              <a:gdLst/>
              <a:ahLst/>
              <a:cxnLst/>
              <a:rect l="l" t="t" r="r" b="b"/>
              <a:pathLst>
                <a:path w="1137920" h="738504">
                  <a:moveTo>
                    <a:pt x="1137412" y="0"/>
                  </a:moveTo>
                  <a:lnTo>
                    <a:pt x="1052703" y="9398"/>
                  </a:lnTo>
                  <a:lnTo>
                    <a:pt x="1071714" y="38811"/>
                  </a:lnTo>
                  <a:lnTo>
                    <a:pt x="724166" y="263829"/>
                  </a:lnTo>
                  <a:lnTo>
                    <a:pt x="694702" y="234683"/>
                  </a:lnTo>
                  <a:lnTo>
                    <a:pt x="657885" y="208953"/>
                  </a:lnTo>
                  <a:lnTo>
                    <a:pt x="616788" y="189674"/>
                  </a:lnTo>
                  <a:lnTo>
                    <a:pt x="572173" y="177558"/>
                  </a:lnTo>
                  <a:lnTo>
                    <a:pt x="524764" y="173355"/>
                  </a:lnTo>
                  <a:lnTo>
                    <a:pt x="477342" y="177558"/>
                  </a:lnTo>
                  <a:lnTo>
                    <a:pt x="432727" y="189674"/>
                  </a:lnTo>
                  <a:lnTo>
                    <a:pt x="391629" y="208953"/>
                  </a:lnTo>
                  <a:lnTo>
                    <a:pt x="354812" y="234683"/>
                  </a:lnTo>
                  <a:lnTo>
                    <a:pt x="323024" y="266115"/>
                  </a:lnTo>
                  <a:lnTo>
                    <a:pt x="296989" y="302526"/>
                  </a:lnTo>
                  <a:lnTo>
                    <a:pt x="277482" y="343166"/>
                  </a:lnTo>
                  <a:lnTo>
                    <a:pt x="265226" y="387311"/>
                  </a:lnTo>
                  <a:lnTo>
                    <a:pt x="260985" y="434213"/>
                  </a:lnTo>
                  <a:lnTo>
                    <a:pt x="265226" y="481088"/>
                  </a:lnTo>
                  <a:lnTo>
                    <a:pt x="277482" y="525208"/>
                  </a:lnTo>
                  <a:lnTo>
                    <a:pt x="287667" y="546430"/>
                  </a:lnTo>
                  <a:lnTo>
                    <a:pt x="0" y="732663"/>
                  </a:lnTo>
                  <a:lnTo>
                    <a:pt x="3429" y="737997"/>
                  </a:lnTo>
                  <a:lnTo>
                    <a:pt x="290436" y="552183"/>
                  </a:lnTo>
                  <a:lnTo>
                    <a:pt x="296989" y="565823"/>
                  </a:lnTo>
                  <a:lnTo>
                    <a:pt x="323024" y="602208"/>
                  </a:lnTo>
                  <a:lnTo>
                    <a:pt x="354812" y="633641"/>
                  </a:lnTo>
                  <a:lnTo>
                    <a:pt x="391629" y="659358"/>
                  </a:lnTo>
                  <a:lnTo>
                    <a:pt x="432727" y="678637"/>
                  </a:lnTo>
                  <a:lnTo>
                    <a:pt x="477342" y="690753"/>
                  </a:lnTo>
                  <a:lnTo>
                    <a:pt x="524764" y="694944"/>
                  </a:lnTo>
                  <a:lnTo>
                    <a:pt x="572173" y="690753"/>
                  </a:lnTo>
                  <a:lnTo>
                    <a:pt x="616788" y="678637"/>
                  </a:lnTo>
                  <a:lnTo>
                    <a:pt x="657885" y="659358"/>
                  </a:lnTo>
                  <a:lnTo>
                    <a:pt x="694702" y="633641"/>
                  </a:lnTo>
                  <a:lnTo>
                    <a:pt x="726490" y="602208"/>
                  </a:lnTo>
                  <a:lnTo>
                    <a:pt x="752525" y="565823"/>
                  </a:lnTo>
                  <a:lnTo>
                    <a:pt x="772033" y="525208"/>
                  </a:lnTo>
                  <a:lnTo>
                    <a:pt x="784288" y="481088"/>
                  </a:lnTo>
                  <a:lnTo>
                    <a:pt x="788543" y="434213"/>
                  </a:lnTo>
                  <a:lnTo>
                    <a:pt x="784288" y="387311"/>
                  </a:lnTo>
                  <a:lnTo>
                    <a:pt x="772033" y="343166"/>
                  </a:lnTo>
                  <a:lnTo>
                    <a:pt x="752525" y="302526"/>
                  </a:lnTo>
                  <a:lnTo>
                    <a:pt x="728319" y="268681"/>
                  </a:lnTo>
                  <a:lnTo>
                    <a:pt x="1075156" y="44132"/>
                  </a:lnTo>
                  <a:lnTo>
                    <a:pt x="1094105" y="73406"/>
                  </a:lnTo>
                  <a:lnTo>
                    <a:pt x="1118603" y="31877"/>
                  </a:lnTo>
                  <a:lnTo>
                    <a:pt x="11374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0481" y="3064890"/>
              <a:ext cx="527685" cy="521970"/>
            </a:xfrm>
            <a:custGeom>
              <a:avLst/>
              <a:gdLst/>
              <a:ahLst/>
              <a:cxnLst/>
              <a:rect l="l" t="t" r="r" b="b"/>
              <a:pathLst>
                <a:path w="527685" h="521970">
                  <a:moveTo>
                    <a:pt x="0" y="260858"/>
                  </a:moveTo>
                  <a:lnTo>
                    <a:pt x="4250" y="213948"/>
                  </a:lnTo>
                  <a:lnTo>
                    <a:pt x="16504" y="169805"/>
                  </a:lnTo>
                  <a:lnTo>
                    <a:pt x="36016" y="129163"/>
                  </a:lnTo>
                  <a:lnTo>
                    <a:pt x="62041" y="92758"/>
                  </a:lnTo>
                  <a:lnTo>
                    <a:pt x="93834" y="61325"/>
                  </a:lnTo>
                  <a:lnTo>
                    <a:pt x="130650" y="35597"/>
                  </a:lnTo>
                  <a:lnTo>
                    <a:pt x="171742" y="16311"/>
                  </a:lnTo>
                  <a:lnTo>
                    <a:pt x="216367" y="4200"/>
                  </a:lnTo>
                  <a:lnTo>
                    <a:pt x="263779" y="0"/>
                  </a:lnTo>
                  <a:lnTo>
                    <a:pt x="311190" y="4200"/>
                  </a:lnTo>
                  <a:lnTo>
                    <a:pt x="355815" y="16311"/>
                  </a:lnTo>
                  <a:lnTo>
                    <a:pt x="396907" y="35597"/>
                  </a:lnTo>
                  <a:lnTo>
                    <a:pt x="433723" y="61325"/>
                  </a:lnTo>
                  <a:lnTo>
                    <a:pt x="465516" y="92758"/>
                  </a:lnTo>
                  <a:lnTo>
                    <a:pt x="491541" y="129163"/>
                  </a:lnTo>
                  <a:lnTo>
                    <a:pt x="511053" y="169805"/>
                  </a:lnTo>
                  <a:lnTo>
                    <a:pt x="523307" y="213948"/>
                  </a:lnTo>
                  <a:lnTo>
                    <a:pt x="527558" y="260858"/>
                  </a:lnTo>
                  <a:lnTo>
                    <a:pt x="523307" y="307730"/>
                  </a:lnTo>
                  <a:lnTo>
                    <a:pt x="511053" y="351843"/>
                  </a:lnTo>
                  <a:lnTo>
                    <a:pt x="491541" y="392462"/>
                  </a:lnTo>
                  <a:lnTo>
                    <a:pt x="465516" y="428851"/>
                  </a:lnTo>
                  <a:lnTo>
                    <a:pt x="433723" y="460275"/>
                  </a:lnTo>
                  <a:lnTo>
                    <a:pt x="396907" y="485996"/>
                  </a:lnTo>
                  <a:lnTo>
                    <a:pt x="355815" y="505279"/>
                  </a:lnTo>
                  <a:lnTo>
                    <a:pt x="311190" y="517388"/>
                  </a:lnTo>
                  <a:lnTo>
                    <a:pt x="263779" y="521588"/>
                  </a:lnTo>
                  <a:lnTo>
                    <a:pt x="216367" y="517388"/>
                  </a:lnTo>
                  <a:lnTo>
                    <a:pt x="171742" y="505279"/>
                  </a:lnTo>
                  <a:lnTo>
                    <a:pt x="130650" y="485996"/>
                  </a:lnTo>
                  <a:lnTo>
                    <a:pt x="93834" y="460275"/>
                  </a:lnTo>
                  <a:lnTo>
                    <a:pt x="62041" y="428851"/>
                  </a:lnTo>
                  <a:lnTo>
                    <a:pt x="36016" y="392462"/>
                  </a:lnTo>
                  <a:lnTo>
                    <a:pt x="16504" y="351843"/>
                  </a:lnTo>
                  <a:lnTo>
                    <a:pt x="4250" y="307730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37175" y="3460750"/>
            <a:ext cx="24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x4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39358" y="3212972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w4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1572" y="4241090"/>
            <a:ext cx="2878734" cy="190214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705" y="1063932"/>
            <a:ext cx="3098677" cy="309869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2883"/>
            <a:ext cx="9013825" cy="80962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60" dirty="0">
                <a:latin typeface="Calibri"/>
                <a:cs typeface="Calibri"/>
              </a:rPr>
              <a:t>Then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neuron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3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detecting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4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images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0196" y="823223"/>
            <a:ext cx="3124901" cy="1637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3194" y="4653813"/>
            <a:ext cx="1915896" cy="19158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50" dirty="0"/>
              <a:t>hidden</a:t>
            </a:r>
            <a:r>
              <a:rPr sz="2900" spc="220" dirty="0"/>
              <a:t> </a:t>
            </a:r>
            <a:r>
              <a:rPr sz="2900" dirty="0"/>
              <a:t>layer</a:t>
            </a:r>
            <a:r>
              <a:rPr sz="2900" spc="220" dirty="0"/>
              <a:t> </a:t>
            </a:r>
            <a:r>
              <a:rPr sz="2900" dirty="0"/>
              <a:t>neurons</a:t>
            </a:r>
            <a:r>
              <a:rPr sz="2900" spc="220" dirty="0"/>
              <a:t> </a:t>
            </a:r>
            <a:r>
              <a:rPr sz="2900" spc="50" dirty="0"/>
              <a:t>could</a:t>
            </a:r>
            <a:r>
              <a:rPr sz="2900" spc="220" dirty="0"/>
              <a:t> </a:t>
            </a:r>
            <a:r>
              <a:rPr sz="2900" dirty="0"/>
              <a:t>then</a:t>
            </a:r>
            <a:r>
              <a:rPr sz="2900" spc="225" dirty="0"/>
              <a:t> </a:t>
            </a:r>
            <a:r>
              <a:rPr sz="2900" dirty="0"/>
              <a:t>be</a:t>
            </a:r>
            <a:r>
              <a:rPr sz="2900" spc="220" dirty="0"/>
              <a:t> </a:t>
            </a:r>
            <a:r>
              <a:rPr sz="2900" spc="50" dirty="0"/>
              <a:t>detecting</a:t>
            </a:r>
            <a:r>
              <a:rPr sz="2900" spc="235" dirty="0"/>
              <a:t> </a:t>
            </a:r>
            <a:r>
              <a:rPr sz="2900" dirty="0"/>
              <a:t>other</a:t>
            </a:r>
            <a:r>
              <a:rPr sz="2900" spc="220" dirty="0"/>
              <a:t> </a:t>
            </a:r>
            <a:r>
              <a:rPr sz="2900" spc="75" dirty="0"/>
              <a:t>images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974852" y="3384626"/>
            <a:ext cx="10091420" cy="2903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55" dirty="0">
                <a:latin typeface="Calibri"/>
                <a:cs typeface="Calibri"/>
              </a:rPr>
              <a:t>If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spc="100" dirty="0">
                <a:latin typeface="Calibri"/>
                <a:cs typeface="Calibri"/>
              </a:rPr>
              <a:t>all</a:t>
            </a:r>
            <a:r>
              <a:rPr sz="2200" spc="15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firing, then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assumption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that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seeing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zero.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1770"/>
              </a:lnSpc>
              <a:spcBef>
                <a:spcPts val="17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Obviously</a:t>
            </a:r>
            <a:r>
              <a:rPr sz="1500" spc="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1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toy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example,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don’t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get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carried</a:t>
            </a:r>
            <a:r>
              <a:rPr sz="1500" spc="1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away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trying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poke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holes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it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ts val="2595"/>
              </a:lnSpc>
              <a:buFont typeface="Arial"/>
              <a:buChar char="•"/>
              <a:tabLst>
                <a:tab pos="240665" algn="l"/>
              </a:tabLst>
            </a:pPr>
            <a:r>
              <a:rPr sz="2200" spc="-40" dirty="0">
                <a:latin typeface="Calibri"/>
                <a:cs typeface="Calibri"/>
              </a:rPr>
              <a:t>Now,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can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possibly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why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it’s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better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10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125" dirty="0">
                <a:latin typeface="Calibri"/>
                <a:cs typeface="Calibri"/>
              </a:rPr>
              <a:t> </a:t>
            </a:r>
            <a:r>
              <a:rPr sz="2200" spc="25" dirty="0"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65"/>
              </a:lnSpc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With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above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example,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0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put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weight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hidden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spc="60" dirty="0">
                <a:latin typeface="Calibri"/>
                <a:cs typeface="Calibri"/>
              </a:rPr>
              <a:t>N1</a:t>
            </a:r>
            <a:r>
              <a:rPr sz="2200" spc="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N4,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weaken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But,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50" dirty="0">
                <a:latin typeface="Calibri"/>
                <a:cs typeface="Calibri"/>
              </a:rPr>
              <a:t>if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had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spc="55" dirty="0">
                <a:latin typeface="Calibri"/>
                <a:cs typeface="Calibri"/>
              </a:rPr>
              <a:t>only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4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output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neurons,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our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essentially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75" dirty="0">
                <a:latin typeface="Calibri"/>
                <a:cs typeface="Calibri"/>
              </a:rPr>
              <a:t>2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45" dirty="0">
                <a:latin typeface="Calibri"/>
                <a:cs typeface="Calibri"/>
              </a:rPr>
              <a:t>calculations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First,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figure</a:t>
            </a:r>
            <a:r>
              <a:rPr sz="1500" spc="1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what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1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was</a:t>
            </a:r>
            <a:endParaRPr sz="15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698500" algn="l"/>
              </a:tabLst>
            </a:pPr>
            <a:r>
              <a:rPr sz="1500" dirty="0">
                <a:latin typeface="Calibri"/>
                <a:cs typeface="Calibri"/>
              </a:rPr>
              <a:t>Then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11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would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transform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1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1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binary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129" y="1214374"/>
            <a:ext cx="6019800" cy="179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298" y="1230107"/>
            <a:ext cx="1780786" cy="1785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9083" y="1216710"/>
            <a:ext cx="1915896" cy="19158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52550" y="853185"/>
            <a:ext cx="6289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9600" algn="l"/>
                <a:tab pos="4144645" algn="l"/>
                <a:tab pos="6012180" algn="l"/>
              </a:tabLst>
            </a:pPr>
            <a:r>
              <a:rPr sz="1800" spc="-25" dirty="0">
                <a:latin typeface="Calibri"/>
                <a:cs typeface="Calibri"/>
              </a:rPr>
              <a:t>N1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N2</a:t>
            </a:r>
            <a:r>
              <a:rPr sz="2700" baseline="3086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N3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2700" spc="-37" baseline="3086" dirty="0">
                <a:latin typeface="Calibri"/>
                <a:cs typeface="Calibri"/>
              </a:rPr>
              <a:t>N4</a:t>
            </a:r>
            <a:endParaRPr sz="2700" baseline="3086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29929" y="1954276"/>
            <a:ext cx="812800" cy="197485"/>
            <a:chOff x="8829929" y="1954276"/>
            <a:chExt cx="812800" cy="197485"/>
          </a:xfrm>
        </p:grpSpPr>
        <p:sp>
          <p:nvSpPr>
            <p:cNvPr id="9" name="object 9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707771" y="0"/>
                  </a:moveTo>
                  <a:lnTo>
                    <a:pt x="707771" y="46227"/>
                  </a:lnTo>
                  <a:lnTo>
                    <a:pt x="0" y="46227"/>
                  </a:lnTo>
                  <a:lnTo>
                    <a:pt x="0" y="138557"/>
                  </a:lnTo>
                  <a:lnTo>
                    <a:pt x="707771" y="138557"/>
                  </a:lnTo>
                  <a:lnTo>
                    <a:pt x="707771" y="184658"/>
                  </a:lnTo>
                  <a:lnTo>
                    <a:pt x="800100" y="92328"/>
                  </a:lnTo>
                  <a:lnTo>
                    <a:pt x="70777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36279" y="1960626"/>
              <a:ext cx="800100" cy="184785"/>
            </a:xfrm>
            <a:custGeom>
              <a:avLst/>
              <a:gdLst/>
              <a:ahLst/>
              <a:cxnLst/>
              <a:rect l="l" t="t" r="r" b="b"/>
              <a:pathLst>
                <a:path w="800100" h="184785">
                  <a:moveTo>
                    <a:pt x="0" y="46227"/>
                  </a:moveTo>
                  <a:lnTo>
                    <a:pt x="707771" y="46227"/>
                  </a:lnTo>
                  <a:lnTo>
                    <a:pt x="707771" y="0"/>
                  </a:lnTo>
                  <a:lnTo>
                    <a:pt x="800100" y="92328"/>
                  </a:lnTo>
                  <a:lnTo>
                    <a:pt x="707771" y="184658"/>
                  </a:lnTo>
                  <a:lnTo>
                    <a:pt x="707771" y="138557"/>
                  </a:lnTo>
                  <a:lnTo>
                    <a:pt x="0" y="138557"/>
                  </a:lnTo>
                  <a:lnTo>
                    <a:pt x="0" y="4622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042" y="321386"/>
            <a:ext cx="11663680" cy="866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65" dirty="0"/>
              <a:t>Learning</a:t>
            </a:r>
            <a:r>
              <a:rPr sz="2900" spc="204" dirty="0"/>
              <a:t> </a:t>
            </a:r>
            <a:r>
              <a:rPr sz="2900" dirty="0"/>
              <a:t>how</a:t>
            </a:r>
            <a:r>
              <a:rPr sz="2900" spc="20" dirty="0"/>
              <a:t> </a:t>
            </a:r>
            <a:r>
              <a:rPr sz="2900" spc="75" dirty="0"/>
              <a:t>Artificial</a:t>
            </a:r>
            <a:r>
              <a:rPr sz="2900" spc="190" dirty="0"/>
              <a:t> </a:t>
            </a:r>
            <a:r>
              <a:rPr sz="2900" spc="50" dirty="0"/>
              <a:t>Neural</a:t>
            </a:r>
            <a:r>
              <a:rPr sz="2900" spc="210" dirty="0"/>
              <a:t> </a:t>
            </a:r>
            <a:r>
              <a:rPr sz="2900" dirty="0"/>
              <a:t>Networks</a:t>
            </a:r>
            <a:r>
              <a:rPr sz="2900" spc="195" dirty="0"/>
              <a:t> </a:t>
            </a:r>
            <a:r>
              <a:rPr sz="2900" dirty="0"/>
              <a:t>Learn</a:t>
            </a:r>
            <a:r>
              <a:rPr sz="2900" spc="190" dirty="0"/>
              <a:t> </a:t>
            </a:r>
            <a:r>
              <a:rPr sz="2900" spc="50" dirty="0"/>
              <a:t>with</a:t>
            </a:r>
            <a:r>
              <a:rPr sz="2900" spc="155" dirty="0"/>
              <a:t> </a:t>
            </a:r>
            <a:r>
              <a:rPr sz="2900" dirty="0"/>
              <a:t>your</a:t>
            </a:r>
            <a:r>
              <a:rPr sz="2900" spc="185" dirty="0"/>
              <a:t> </a:t>
            </a:r>
            <a:r>
              <a:rPr sz="2900" spc="110" dirty="0"/>
              <a:t>Biological</a:t>
            </a:r>
            <a:r>
              <a:rPr sz="2900" spc="175" dirty="0"/>
              <a:t> </a:t>
            </a:r>
            <a:r>
              <a:rPr sz="2900" spc="40" dirty="0"/>
              <a:t>Neural </a:t>
            </a:r>
            <a:r>
              <a:rPr sz="2900" spc="-10" dirty="0"/>
              <a:t>network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204366" y="1334488"/>
            <a:ext cx="9429750" cy="290322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We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125" dirty="0">
                <a:latin typeface="Calibri"/>
                <a:cs typeface="Calibri"/>
              </a:rPr>
              <a:t>will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MNIST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Clr>
                <a:srgbClr val="000000"/>
              </a:buClr>
              <a:buFont typeface="Arial"/>
              <a:buChar char="•"/>
              <a:tabLst>
                <a:tab pos="696595" algn="l"/>
              </a:tabLst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http://yann.lecun.com/exdb/mnist/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parts</a:t>
            </a:r>
            <a:endParaRPr sz="24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60,000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images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(28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160" dirty="0">
                <a:latin typeface="Calibri"/>
                <a:cs typeface="Calibri"/>
              </a:rPr>
              <a:t>x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28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pixels,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greyscale)</a:t>
            </a:r>
            <a:endParaRPr sz="2000">
              <a:latin typeface="Calibri"/>
              <a:cs typeface="Calibri"/>
            </a:endParaRPr>
          </a:p>
          <a:p>
            <a:pPr marL="1155065" marR="5080" lvl="2" indent="-228600">
              <a:lnSpc>
                <a:spcPts val="2160"/>
              </a:lnSpc>
              <a:spcBef>
                <a:spcPts val="54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They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scanned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45" dirty="0">
                <a:latin typeface="Calibri"/>
                <a:cs typeface="Calibri"/>
              </a:rPr>
              <a:t>samples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&gt;200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people, </a:t>
            </a:r>
            <a:r>
              <a:rPr sz="2000" spc="360" dirty="0">
                <a:latin typeface="Calibri"/>
                <a:cs typeface="Calibri"/>
              </a:rPr>
              <a:t>½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government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employees,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310" dirty="0">
                <a:latin typeface="Calibri"/>
                <a:cs typeface="Calibri"/>
              </a:rPr>
              <a:t>½ </a:t>
            </a:r>
            <a:r>
              <a:rPr sz="2000" spc="70" dirty="0">
                <a:latin typeface="Calibri"/>
                <a:cs typeface="Calibri"/>
              </a:rPr>
              <a:t>high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school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55" dirty="0">
                <a:latin typeface="Calibri"/>
                <a:cs typeface="Calibri"/>
              </a:rPr>
              <a:t>10,000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40" dirty="0">
                <a:latin typeface="Calibri"/>
                <a:cs typeface="Calibri"/>
              </a:rPr>
              <a:t> images</a:t>
            </a:r>
            <a:endParaRPr sz="2000">
              <a:latin typeface="Calibri"/>
              <a:cs typeface="Calibri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latin typeface="Calibri"/>
                <a:cs typeface="Calibri"/>
              </a:rPr>
              <a:t>These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collected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different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people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Use</a:t>
            </a:r>
            <a:r>
              <a:rPr spc="190" dirty="0"/>
              <a:t> </a:t>
            </a:r>
            <a:r>
              <a:rPr spc="215" dirty="0"/>
              <a:t>x</a:t>
            </a:r>
            <a:r>
              <a:rPr spc="114" dirty="0"/>
              <a:t> </a:t>
            </a:r>
            <a:r>
              <a:rPr spc="60" dirty="0"/>
              <a:t>as</a:t>
            </a:r>
            <a:r>
              <a:rPr spc="195" dirty="0"/>
              <a:t> </a:t>
            </a:r>
            <a:r>
              <a:rPr dirty="0"/>
              <a:t>the</a:t>
            </a:r>
            <a:r>
              <a:rPr spc="204" dirty="0"/>
              <a:t> </a:t>
            </a:r>
            <a:r>
              <a:rPr dirty="0"/>
              <a:t>annotation</a:t>
            </a:r>
            <a:r>
              <a:rPr spc="229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input</a:t>
            </a:r>
            <a:r>
              <a:rPr spc="220" dirty="0"/>
              <a:t> </a:t>
            </a:r>
            <a:r>
              <a:rPr dirty="0"/>
              <a:t>data</a:t>
            </a:r>
            <a:r>
              <a:rPr spc="170" dirty="0"/>
              <a:t> </a:t>
            </a:r>
            <a:r>
              <a:rPr spc="-30" dirty="0"/>
              <a:t>vector,</a:t>
            </a:r>
            <a:r>
              <a:rPr spc="-20" dirty="0"/>
              <a:t> </a:t>
            </a:r>
            <a:r>
              <a:rPr dirty="0"/>
              <a:t>a</a:t>
            </a:r>
            <a:r>
              <a:rPr spc="195" dirty="0"/>
              <a:t> </a:t>
            </a:r>
            <a:r>
              <a:rPr spc="85" dirty="0"/>
              <a:t>784</a:t>
            </a:r>
            <a:r>
              <a:rPr spc="204" dirty="0"/>
              <a:t> </a:t>
            </a:r>
            <a:r>
              <a:rPr spc="90" dirty="0"/>
              <a:t>long 	</a:t>
            </a:r>
            <a:r>
              <a:rPr spc="55" dirty="0"/>
              <a:t>string</a:t>
            </a:r>
            <a:r>
              <a:rPr spc="210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spc="75" dirty="0"/>
              <a:t>digits</a:t>
            </a:r>
            <a:r>
              <a:rPr spc="235" dirty="0"/>
              <a:t> </a:t>
            </a:r>
            <a:r>
              <a:rPr dirty="0"/>
              <a:t>between</a:t>
            </a:r>
            <a:r>
              <a:rPr spc="260" dirty="0"/>
              <a:t> </a:t>
            </a:r>
            <a:r>
              <a:rPr spc="85" dirty="0"/>
              <a:t>0</a:t>
            </a:r>
            <a:r>
              <a:rPr spc="21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spc="85" dirty="0"/>
              <a:t>1</a:t>
            </a:r>
            <a:r>
              <a:rPr spc="210" dirty="0"/>
              <a:t> </a:t>
            </a:r>
            <a:r>
              <a:rPr dirty="0"/>
              <a:t>representing</a:t>
            </a:r>
            <a:r>
              <a:rPr spc="270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45" dirty="0"/>
              <a:t>greyscale 	</a:t>
            </a:r>
            <a:r>
              <a:rPr spc="-10" dirty="0"/>
              <a:t>values.</a:t>
            </a: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0029" algn="l"/>
              </a:tabLst>
            </a:pPr>
            <a:r>
              <a:rPr spc="80" dirty="0"/>
              <a:t>The</a:t>
            </a:r>
            <a:r>
              <a:rPr spc="200" dirty="0"/>
              <a:t> </a:t>
            </a:r>
            <a:r>
              <a:rPr dirty="0"/>
              <a:t>output</a:t>
            </a:r>
            <a:r>
              <a:rPr spc="185" dirty="0"/>
              <a:t> </a:t>
            </a:r>
            <a:r>
              <a:rPr spc="85" dirty="0"/>
              <a:t>is</a:t>
            </a:r>
            <a:r>
              <a:rPr spc="175" dirty="0"/>
              <a:t> </a:t>
            </a:r>
            <a:r>
              <a:rPr dirty="0"/>
              <a:t>then</a:t>
            </a:r>
            <a:r>
              <a:rPr spc="215" dirty="0"/>
              <a:t> </a:t>
            </a:r>
            <a:r>
              <a:rPr dirty="0"/>
              <a:t>a</a:t>
            </a:r>
            <a:r>
              <a:rPr spc="145" dirty="0"/>
              <a:t> </a:t>
            </a:r>
            <a:r>
              <a:rPr dirty="0"/>
              <a:t>vector</a:t>
            </a:r>
            <a:r>
              <a:rPr spc="175" dirty="0"/>
              <a:t> </a:t>
            </a:r>
            <a:r>
              <a:rPr dirty="0"/>
              <a:t>y=y(x)</a:t>
            </a:r>
            <a:r>
              <a:rPr spc="180" dirty="0"/>
              <a:t> </a:t>
            </a:r>
            <a:r>
              <a:rPr dirty="0"/>
              <a:t>with</a:t>
            </a:r>
            <a:r>
              <a:rPr spc="200" dirty="0"/>
              <a:t> </a:t>
            </a:r>
            <a:r>
              <a:rPr spc="85" dirty="0"/>
              <a:t>10</a:t>
            </a:r>
            <a:r>
              <a:rPr spc="185" dirty="0"/>
              <a:t> </a:t>
            </a:r>
            <a:r>
              <a:rPr spc="40" dirty="0"/>
              <a:t>digits.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As</a:t>
            </a:r>
            <a:r>
              <a:rPr spc="195" dirty="0"/>
              <a:t> </a:t>
            </a:r>
            <a:r>
              <a:rPr dirty="0"/>
              <a:t>an</a:t>
            </a:r>
            <a:r>
              <a:rPr spc="195" dirty="0"/>
              <a:t> </a:t>
            </a:r>
            <a:r>
              <a:rPr spc="-10" dirty="0"/>
              <a:t>example: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3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(0,1,0,0,0,0,0,0,0,0)</a:t>
            </a:r>
            <a:endParaRPr sz="2400">
              <a:latin typeface="Calibri"/>
              <a:cs typeface="Calibri"/>
            </a:endParaRPr>
          </a:p>
          <a:p>
            <a:pPr marL="696595" marR="252729" lvl="1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close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y(x)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given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25" dirty="0">
                <a:latin typeface="Calibri"/>
                <a:cs typeface="Calibri"/>
              </a:rPr>
              <a:t>as 	</a:t>
            </a:r>
            <a:r>
              <a:rPr sz="2400" spc="-10" dirty="0">
                <a:latin typeface="Calibri"/>
                <a:cs typeface="Calibri"/>
              </a:rPr>
              <a:t>possible.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-10" dirty="0"/>
              <a:t>We</a:t>
            </a:r>
            <a:r>
              <a:rPr spc="120" dirty="0"/>
              <a:t> </a:t>
            </a:r>
            <a:r>
              <a:rPr dirty="0"/>
              <a:t>need</a:t>
            </a:r>
            <a:r>
              <a:rPr spc="17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55" dirty="0"/>
              <a:t>figure</a:t>
            </a:r>
            <a:r>
              <a:rPr spc="140" dirty="0"/>
              <a:t> </a:t>
            </a:r>
            <a:r>
              <a:rPr dirty="0"/>
              <a:t>out</a:t>
            </a:r>
            <a:r>
              <a:rPr spc="125" dirty="0"/>
              <a:t> </a:t>
            </a:r>
            <a:r>
              <a:rPr dirty="0"/>
              <a:t>what</a:t>
            </a:r>
            <a:r>
              <a:rPr spc="150" dirty="0"/>
              <a:t> </a:t>
            </a:r>
            <a:r>
              <a:rPr dirty="0"/>
              <a:t>we</a:t>
            </a:r>
            <a:r>
              <a:rPr spc="140" dirty="0"/>
              <a:t> </a:t>
            </a:r>
            <a:r>
              <a:rPr dirty="0"/>
              <a:t>want</a:t>
            </a:r>
            <a:r>
              <a:rPr spc="155" dirty="0"/>
              <a:t> </a:t>
            </a:r>
            <a:r>
              <a:rPr dirty="0"/>
              <a:t>to</a:t>
            </a:r>
            <a:r>
              <a:rPr spc="135" dirty="0"/>
              <a:t> </a:t>
            </a:r>
            <a:r>
              <a:rPr spc="35" dirty="0"/>
              <a:t>optimize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Obviously,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images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recognized,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duh….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But</a:t>
            </a:r>
            <a:r>
              <a:rPr spc="215" dirty="0"/>
              <a:t> </a:t>
            </a:r>
            <a:r>
              <a:rPr dirty="0"/>
              <a:t>what</a:t>
            </a:r>
            <a:r>
              <a:rPr spc="245" dirty="0"/>
              <a:t> </a:t>
            </a:r>
            <a:r>
              <a:rPr spc="70" dirty="0"/>
              <a:t>if</a:t>
            </a:r>
            <a:r>
              <a:rPr spc="210" dirty="0"/>
              <a:t> </a:t>
            </a:r>
            <a:r>
              <a:rPr dirty="0"/>
              <a:t>we</a:t>
            </a:r>
            <a:r>
              <a:rPr spc="240" dirty="0"/>
              <a:t> </a:t>
            </a:r>
            <a:r>
              <a:rPr dirty="0"/>
              <a:t>used</a:t>
            </a:r>
            <a:r>
              <a:rPr spc="225" dirty="0"/>
              <a:t> </a:t>
            </a:r>
            <a:r>
              <a:rPr dirty="0"/>
              <a:t>that</a:t>
            </a:r>
            <a:r>
              <a:rPr spc="235" dirty="0"/>
              <a:t> </a:t>
            </a:r>
            <a:r>
              <a:rPr spc="60" dirty="0"/>
              <a:t>as</a:t>
            </a:r>
            <a:r>
              <a:rPr spc="210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objective</a:t>
            </a:r>
            <a:r>
              <a:rPr spc="270" dirty="0"/>
              <a:t> </a:t>
            </a:r>
            <a:r>
              <a:rPr spc="-10" dirty="0"/>
              <a:t>function?</a:t>
            </a:r>
          </a:p>
          <a:p>
            <a:pPr marL="696595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4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NN)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(all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9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train</a:t>
            </a:r>
            <a:r>
              <a:rPr spc="145" dirty="0"/>
              <a:t> </a:t>
            </a:r>
            <a:r>
              <a:rPr dirty="0"/>
              <a:t>your</a:t>
            </a:r>
            <a:r>
              <a:rPr spc="180" dirty="0"/>
              <a:t> </a:t>
            </a:r>
            <a:r>
              <a:rPr spc="85" dirty="0"/>
              <a:t>artificial</a:t>
            </a:r>
            <a:r>
              <a:rPr spc="175" dirty="0"/>
              <a:t> </a:t>
            </a:r>
            <a:r>
              <a:rPr spc="55" dirty="0"/>
              <a:t>neural</a:t>
            </a:r>
            <a:r>
              <a:rPr spc="1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029" algn="l"/>
              </a:tabLst>
            </a:pPr>
            <a:r>
              <a:rPr spc="95" dirty="0"/>
              <a:t>So</a:t>
            </a:r>
            <a:r>
              <a:rPr spc="155" dirty="0"/>
              <a:t> </a:t>
            </a:r>
            <a:r>
              <a:rPr dirty="0"/>
              <a:t>what</a:t>
            </a:r>
            <a:r>
              <a:rPr spc="190" dirty="0"/>
              <a:t> </a:t>
            </a:r>
            <a:r>
              <a:rPr spc="70" dirty="0"/>
              <a:t>if</a:t>
            </a:r>
            <a:r>
              <a:rPr spc="160" dirty="0"/>
              <a:t> </a:t>
            </a:r>
            <a:r>
              <a:rPr dirty="0"/>
              <a:t>we</a:t>
            </a:r>
            <a:r>
              <a:rPr spc="175" dirty="0"/>
              <a:t> </a:t>
            </a:r>
            <a:r>
              <a:rPr dirty="0"/>
              <a:t>defined</a:t>
            </a:r>
            <a:r>
              <a:rPr spc="225" dirty="0"/>
              <a:t> </a:t>
            </a:r>
            <a:r>
              <a:rPr dirty="0"/>
              <a:t>another</a:t>
            </a:r>
            <a:r>
              <a:rPr spc="5" dirty="0"/>
              <a:t> </a:t>
            </a:r>
            <a:r>
              <a:rPr spc="-25" dirty="0"/>
              <a:t>‘cost</a:t>
            </a:r>
            <a:r>
              <a:rPr spc="155" dirty="0"/>
              <a:t> </a:t>
            </a:r>
            <a:r>
              <a:rPr spc="-10" dirty="0"/>
              <a:t>function’?</a:t>
            </a:r>
          </a:p>
          <a:p>
            <a:pPr marL="696595" lvl="1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C(w,b)=Number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classified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easily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>
              <a:latin typeface="Calibri"/>
              <a:cs typeface="Calibri"/>
            </a:endParaRPr>
          </a:p>
          <a:p>
            <a:pPr marL="696595" lvl="1" indent="-227329">
              <a:lnSpc>
                <a:spcPts val="2740"/>
              </a:lnSpc>
              <a:spcBef>
                <a:spcPts val="215"/>
              </a:spcBef>
              <a:buFont typeface="Arial"/>
              <a:buChar char="•"/>
              <a:tabLst>
                <a:tab pos="696595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really,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this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(all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40"/>
              </a:lnSpc>
            </a:pPr>
            <a:r>
              <a:rPr sz="2400" dirty="0"/>
              <a:t>NN)</a:t>
            </a:r>
            <a:r>
              <a:rPr sz="2400" spc="110" dirty="0"/>
              <a:t> </a:t>
            </a:r>
            <a:r>
              <a:rPr sz="2400" dirty="0"/>
              <a:t>or</a:t>
            </a:r>
            <a:r>
              <a:rPr sz="2400" spc="120" dirty="0"/>
              <a:t> </a:t>
            </a:r>
            <a:r>
              <a:rPr sz="2400" dirty="0"/>
              <a:t>b</a:t>
            </a:r>
            <a:r>
              <a:rPr sz="2400" spc="135" dirty="0"/>
              <a:t> </a:t>
            </a:r>
            <a:r>
              <a:rPr sz="2400" spc="60" dirty="0"/>
              <a:t>(all</a:t>
            </a:r>
            <a:r>
              <a:rPr sz="2400" spc="125" dirty="0"/>
              <a:t> </a:t>
            </a:r>
            <a:r>
              <a:rPr sz="2400" dirty="0"/>
              <a:t>the</a:t>
            </a:r>
            <a:r>
              <a:rPr sz="2400" spc="125" dirty="0"/>
              <a:t> </a:t>
            </a:r>
            <a:r>
              <a:rPr sz="2400" spc="50" dirty="0"/>
              <a:t>biases</a:t>
            </a:r>
            <a:r>
              <a:rPr sz="2400" spc="130" dirty="0"/>
              <a:t> </a:t>
            </a:r>
            <a:r>
              <a:rPr sz="2400" spc="60" dirty="0"/>
              <a:t>in</a:t>
            </a:r>
            <a:r>
              <a:rPr sz="2400" spc="120" dirty="0"/>
              <a:t> </a:t>
            </a:r>
            <a:r>
              <a:rPr sz="2400" dirty="0"/>
              <a:t>the</a:t>
            </a:r>
            <a:r>
              <a:rPr sz="2400" spc="130" dirty="0"/>
              <a:t> </a:t>
            </a:r>
            <a:r>
              <a:rPr sz="2400" spc="-25" dirty="0"/>
              <a:t>NN)</a:t>
            </a:r>
            <a:endParaRPr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49E168A7-7537-A9F4-7DB1-22442B006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914400"/>
            <a:ext cx="3596483" cy="83917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210" dirty="0"/>
              <a:t> </a:t>
            </a:r>
            <a:r>
              <a:rPr spc="60" dirty="0"/>
              <a:t>Function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5400" y="1621155"/>
            <a:ext cx="9802495" cy="310324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50" dirty="0">
                <a:latin typeface="Calibri"/>
                <a:cs typeface="Calibri"/>
              </a:rPr>
              <a:t>w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all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weights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</a:t>
            </a:r>
            <a:r>
              <a:rPr sz="2400" spc="-1025" dirty="0">
                <a:latin typeface="Calibri"/>
                <a:cs typeface="Calibri"/>
              </a:rPr>
              <a:t>n</a:t>
            </a:r>
            <a:r>
              <a:rPr lang="en-US" sz="2625" spc="89" baseline="47619" dirty="0">
                <a:latin typeface="Cambria Math"/>
                <a:cs typeface="Cambria Math"/>
              </a:rPr>
              <a:t>𝑥</a:t>
            </a:r>
            <a:r>
              <a:rPr sz="2625" spc="562" baseline="47619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b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110" dirty="0">
                <a:latin typeface="Calibri"/>
                <a:cs typeface="Calibri"/>
              </a:rPr>
              <a:t>all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biases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in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95" dirty="0">
                <a:latin typeface="Calibri"/>
                <a:cs typeface="Calibri"/>
              </a:rPr>
              <a:t>x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dirty="0">
                <a:latin typeface="Calibri"/>
                <a:cs typeface="Calibri"/>
              </a:rPr>
              <a:t>y(x)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desired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95" dirty="0">
                <a:latin typeface="Calibri"/>
                <a:cs typeface="Calibri"/>
              </a:rPr>
              <a:t> x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vector</a:t>
            </a:r>
            <a:endParaRPr sz="2400" dirty="0">
              <a:latin typeface="Calibri"/>
              <a:cs typeface="Calibri"/>
            </a:endParaRPr>
          </a:p>
          <a:p>
            <a:pPr marL="265430" marR="30480" indent="-227329">
              <a:lnSpc>
                <a:spcPts val="2590"/>
              </a:lnSpc>
              <a:spcBef>
                <a:spcPts val="535"/>
              </a:spcBef>
              <a:buFont typeface="Arial"/>
              <a:buChar char="•"/>
              <a:tabLst>
                <a:tab pos="266700" algn="l"/>
              </a:tabLst>
            </a:pPr>
            <a:r>
              <a:rPr sz="2400" spc="-540" dirty="0">
                <a:latin typeface="Calibri"/>
                <a:cs typeface="Calibri"/>
              </a:rPr>
              <a:t>||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y-</a:t>
            </a:r>
            <a:r>
              <a:rPr sz="2400" spc="-350" dirty="0">
                <a:latin typeface="Calibri"/>
                <a:cs typeface="Calibri"/>
              </a:rPr>
              <a:t>a||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have.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10" dirty="0">
                <a:latin typeface="Calibri"/>
                <a:cs typeface="Calibri"/>
              </a:rPr>
              <a:t>Essentially,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we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take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square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of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the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called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quadratic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squared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(MSE)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4C3A06-CDE8-EE3F-1CBD-4389107E9AD5}"/>
              </a:ext>
            </a:extLst>
          </p:cNvPr>
          <p:cNvGrpSpPr/>
          <p:nvPr/>
        </p:nvGrpSpPr>
        <p:grpSpPr>
          <a:xfrm>
            <a:off x="6726740" y="513560"/>
            <a:ext cx="1921320" cy="599400"/>
            <a:chOff x="6726740" y="513560"/>
            <a:chExt cx="192132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3E6732-B6B9-D52E-CAD7-6B3161391D81}"/>
                    </a:ext>
                  </a:extLst>
                </p14:cNvPr>
                <p14:cNvContentPartPr/>
                <p14:nvPr/>
              </p14:nvContentPartPr>
              <p14:xfrm>
                <a:off x="6726740" y="718760"/>
                <a:ext cx="365760" cy="394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3E6732-B6B9-D52E-CAD7-6B3161391D8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09100" y="700760"/>
                  <a:ext cx="4014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70CC8B-3C26-440E-ED48-49D7985E248D}"/>
                    </a:ext>
                  </a:extLst>
                </p14:cNvPr>
                <p14:cNvContentPartPr/>
                <p14:nvPr/>
              </p14:nvContentPartPr>
              <p14:xfrm>
                <a:off x="6966860" y="647480"/>
                <a:ext cx="168480" cy="20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70CC8B-3C26-440E-ED48-49D7985E24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49220" y="629840"/>
                  <a:ext cx="204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8CF573-FD3A-A39C-B53C-476F7D505D6B}"/>
                    </a:ext>
                  </a:extLst>
                </p14:cNvPr>
                <p14:cNvContentPartPr/>
                <p14:nvPr/>
              </p14:nvContentPartPr>
              <p14:xfrm>
                <a:off x="7292660" y="670160"/>
                <a:ext cx="209880" cy="142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8CF573-FD3A-A39C-B53C-476F7D505D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75020" y="652160"/>
                  <a:ext cx="245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FA8242-A907-8B1F-20AE-E66CB1E1E95A}"/>
                    </a:ext>
                  </a:extLst>
                </p14:cNvPr>
                <p14:cNvContentPartPr/>
                <p14:nvPr/>
              </p14:nvContentPartPr>
              <p14:xfrm>
                <a:off x="7574540" y="660440"/>
                <a:ext cx="135720" cy="100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FA8242-A907-8B1F-20AE-E66CB1E1E9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56540" y="642800"/>
                  <a:ext cx="171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C04A5D-6B21-8B14-27DC-43E2D5033D45}"/>
                    </a:ext>
                  </a:extLst>
                </p14:cNvPr>
                <p14:cNvContentPartPr/>
                <p14:nvPr/>
              </p14:nvContentPartPr>
              <p14:xfrm>
                <a:off x="7830140" y="616160"/>
                <a:ext cx="84960" cy="15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C04A5D-6B21-8B14-27DC-43E2D5033D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12500" y="598160"/>
                  <a:ext cx="120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66D16F-C296-78BA-7E25-D705163675FA}"/>
                    </a:ext>
                  </a:extLst>
                </p14:cNvPr>
                <p14:cNvContentPartPr/>
                <p14:nvPr/>
              </p14:nvContentPartPr>
              <p14:xfrm>
                <a:off x="8053340" y="587000"/>
                <a:ext cx="229680" cy="154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66D16F-C296-78BA-7E25-D705163675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35340" y="569000"/>
                  <a:ext cx="265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B51392-A6F8-3F73-E942-DF71D02F6702}"/>
                    </a:ext>
                  </a:extLst>
                </p14:cNvPr>
                <p14:cNvContentPartPr/>
                <p14:nvPr/>
              </p14:nvContentPartPr>
              <p14:xfrm>
                <a:off x="8344940" y="571160"/>
                <a:ext cx="170640" cy="117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B51392-A6F8-3F73-E942-DF71D02F67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27300" y="553520"/>
                  <a:ext cx="206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B39D41-660B-5894-993E-AFC26E913CD8}"/>
                    </a:ext>
                  </a:extLst>
                </p14:cNvPr>
                <p14:cNvContentPartPr/>
                <p14:nvPr/>
              </p14:nvContentPartPr>
              <p14:xfrm>
                <a:off x="8540780" y="513560"/>
                <a:ext cx="107280" cy="134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B39D41-660B-5894-993E-AFC26E913C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23140" y="495560"/>
                  <a:ext cx="1429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E54415-0EE7-C4ED-D645-4659809070F7}"/>
              </a:ext>
            </a:extLst>
          </p:cNvPr>
          <p:cNvGrpSpPr/>
          <p:nvPr/>
        </p:nvGrpSpPr>
        <p:grpSpPr>
          <a:xfrm>
            <a:off x="5952380" y="535520"/>
            <a:ext cx="177840" cy="470880"/>
            <a:chOff x="5952380" y="535520"/>
            <a:chExt cx="17784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92028D-D509-0169-C55C-2CDF90960F8A}"/>
                    </a:ext>
                  </a:extLst>
                </p14:cNvPr>
                <p14:cNvContentPartPr/>
                <p14:nvPr/>
              </p14:nvContentPartPr>
              <p14:xfrm>
                <a:off x="6013940" y="535520"/>
                <a:ext cx="52560" cy="47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92028D-D509-0169-C55C-2CDF90960F8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95940" y="517880"/>
                  <a:ext cx="882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65F049-2A7F-7A91-A4D0-90294204837D}"/>
                    </a:ext>
                  </a:extLst>
                </p14:cNvPr>
                <p14:cNvContentPartPr/>
                <p14:nvPr/>
              </p14:nvContentPartPr>
              <p14:xfrm>
                <a:off x="5952380" y="551360"/>
                <a:ext cx="177840" cy="11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65F049-2A7F-7A91-A4D0-9029420483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4380" y="533720"/>
                  <a:ext cx="213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CFD62F-3899-BC17-C15A-BB158263A8F5}"/>
              </a:ext>
            </a:extLst>
          </p:cNvPr>
          <p:cNvGrpSpPr/>
          <p:nvPr/>
        </p:nvGrpSpPr>
        <p:grpSpPr>
          <a:xfrm>
            <a:off x="6098540" y="88040"/>
            <a:ext cx="849600" cy="302040"/>
            <a:chOff x="6098540" y="88040"/>
            <a:chExt cx="84960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BAF964-8913-B504-2005-3B5414CA9B0C}"/>
                    </a:ext>
                  </a:extLst>
                </p14:cNvPr>
                <p14:cNvContentPartPr/>
                <p14:nvPr/>
              </p14:nvContentPartPr>
              <p14:xfrm>
                <a:off x="6098540" y="179120"/>
                <a:ext cx="250560" cy="21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BAF964-8913-B504-2005-3B5414CA9B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80900" y="161480"/>
                  <a:ext cx="286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DC2B49-1E28-03D2-2A80-0526B1F82A93}"/>
                    </a:ext>
                  </a:extLst>
                </p14:cNvPr>
                <p14:cNvContentPartPr/>
                <p14:nvPr/>
              </p14:nvContentPartPr>
              <p14:xfrm>
                <a:off x="6442340" y="132320"/>
                <a:ext cx="161640" cy="156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DC2B49-1E28-03D2-2A80-0526B1F82A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24340" y="114680"/>
                  <a:ext cx="197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3185CA-D7BE-AA2D-7619-3AAFE561FABE}"/>
                    </a:ext>
                  </a:extLst>
                </p14:cNvPr>
                <p14:cNvContentPartPr/>
                <p14:nvPr/>
              </p14:nvContentPartPr>
              <p14:xfrm>
                <a:off x="6664460" y="185240"/>
                <a:ext cx="118080" cy="113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3185CA-D7BE-AA2D-7619-3AAFE561FAB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46820" y="167600"/>
                  <a:ext cx="153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3CCA1D-FB8A-50F6-ED5D-F9CFAE0DD08E}"/>
                    </a:ext>
                  </a:extLst>
                </p14:cNvPr>
                <p14:cNvContentPartPr/>
                <p14:nvPr/>
              </p14:nvContentPartPr>
              <p14:xfrm>
                <a:off x="6873620" y="88040"/>
                <a:ext cx="65520" cy="221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3CCA1D-FB8A-50F6-ED5D-F9CFAE0DD0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55980" y="70400"/>
                  <a:ext cx="101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F9E697-BB38-353C-378E-4BEB1C6C0AC0}"/>
                    </a:ext>
                  </a:extLst>
                </p14:cNvPr>
                <p14:cNvContentPartPr/>
                <p14:nvPr/>
              </p14:nvContentPartPr>
              <p14:xfrm>
                <a:off x="6835460" y="186680"/>
                <a:ext cx="112680" cy="49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F9E697-BB38-353C-378E-4BEB1C6C0A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17460" y="168680"/>
                  <a:ext cx="1483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1DB910-9F2A-6C13-D670-D2F6823DB9A7}"/>
              </a:ext>
            </a:extLst>
          </p:cNvPr>
          <p:cNvGrpSpPr/>
          <p:nvPr/>
        </p:nvGrpSpPr>
        <p:grpSpPr>
          <a:xfrm>
            <a:off x="7273940" y="120800"/>
            <a:ext cx="407160" cy="182160"/>
            <a:chOff x="7273940" y="120800"/>
            <a:chExt cx="40716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1EB587-8BDA-704B-DB2F-1C8AE5E7D2BD}"/>
                    </a:ext>
                  </a:extLst>
                </p14:cNvPr>
                <p14:cNvContentPartPr/>
                <p14:nvPr/>
              </p14:nvContentPartPr>
              <p14:xfrm>
                <a:off x="7311380" y="120800"/>
                <a:ext cx="47160" cy="182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1EB587-8BDA-704B-DB2F-1C8AE5E7D2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93740" y="102800"/>
                  <a:ext cx="82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4D231A-5BFD-8529-1B60-F56EC07258B4}"/>
                    </a:ext>
                  </a:extLst>
                </p14:cNvPr>
                <p14:cNvContentPartPr/>
                <p14:nvPr/>
              </p14:nvContentPartPr>
              <p14:xfrm>
                <a:off x="7273940" y="171200"/>
                <a:ext cx="258480" cy="92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4D231A-5BFD-8529-1B60-F56EC07258B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55940" y="153200"/>
                  <a:ext cx="294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ED88DD-DFF2-BEAC-7900-64B7A526E328}"/>
                    </a:ext>
                  </a:extLst>
                </p14:cNvPr>
                <p14:cNvContentPartPr/>
                <p14:nvPr/>
              </p14:nvContentPartPr>
              <p14:xfrm>
                <a:off x="7625660" y="128000"/>
                <a:ext cx="55440" cy="122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ED88DD-DFF2-BEAC-7900-64B7A526E3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08020" y="110360"/>
                  <a:ext cx="910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9300BD-74F0-09C7-0DCE-23C9A5078EA2}"/>
              </a:ext>
            </a:extLst>
          </p:cNvPr>
          <p:cNvGrpSpPr/>
          <p:nvPr/>
        </p:nvGrpSpPr>
        <p:grpSpPr>
          <a:xfrm>
            <a:off x="7936700" y="58520"/>
            <a:ext cx="905400" cy="228240"/>
            <a:chOff x="7936700" y="58520"/>
            <a:chExt cx="90540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1E40AA-B52A-29C2-A128-A8A690626B60}"/>
                    </a:ext>
                  </a:extLst>
                </p14:cNvPr>
                <p14:cNvContentPartPr/>
                <p14:nvPr/>
              </p14:nvContentPartPr>
              <p14:xfrm>
                <a:off x="7936700" y="149960"/>
                <a:ext cx="210600" cy="136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1E40AA-B52A-29C2-A128-A8A690626B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18700" y="131960"/>
                  <a:ext cx="246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A5D9A6D-1C38-1036-54D0-12DDAE8D105C}"/>
                    </a:ext>
                  </a:extLst>
                </p14:cNvPr>
                <p14:cNvContentPartPr/>
                <p14:nvPr/>
              </p14:nvContentPartPr>
              <p14:xfrm>
                <a:off x="8289860" y="183440"/>
                <a:ext cx="64080" cy="81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A5D9A6D-1C38-1036-54D0-12DDAE8D105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72220" y="165440"/>
                  <a:ext cx="99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39EA2D-B29E-4F32-11C5-D9AD8549215C}"/>
                    </a:ext>
                  </a:extLst>
                </p14:cNvPr>
                <p14:cNvContentPartPr/>
                <p14:nvPr/>
              </p14:nvContentPartPr>
              <p14:xfrm>
                <a:off x="8452220" y="58520"/>
                <a:ext cx="84960" cy="214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39EA2D-B29E-4F32-11C5-D9AD854921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34220" y="40880"/>
                  <a:ext cx="120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FE2536-0DF6-064A-8754-281B7B705F5D}"/>
                    </a:ext>
                  </a:extLst>
                </p14:cNvPr>
                <p14:cNvContentPartPr/>
                <p14:nvPr/>
              </p14:nvContentPartPr>
              <p14:xfrm>
                <a:off x="8621060" y="157160"/>
                <a:ext cx="81720" cy="109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FE2536-0DF6-064A-8754-281B7B705F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03420" y="139160"/>
                  <a:ext cx="117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AE5C0F-350D-30C1-7444-15B8390EF20C}"/>
                    </a:ext>
                  </a:extLst>
                </p14:cNvPr>
                <p14:cNvContentPartPr/>
                <p14:nvPr/>
              </p14:nvContentPartPr>
              <p14:xfrm>
                <a:off x="8806820" y="77960"/>
                <a:ext cx="35280" cy="20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AE5C0F-350D-30C1-7444-15B8390EF2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88820" y="60320"/>
                  <a:ext cx="7092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ECA441-542F-32E2-CB56-2E1531FFA34E}"/>
              </a:ext>
            </a:extLst>
          </p:cNvPr>
          <p:cNvGrpSpPr/>
          <p:nvPr/>
        </p:nvGrpSpPr>
        <p:grpSpPr>
          <a:xfrm>
            <a:off x="9083300" y="121160"/>
            <a:ext cx="183240" cy="204840"/>
            <a:chOff x="9083300" y="121160"/>
            <a:chExt cx="1832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721F2DF-3C40-5930-FD9D-4CDE0ACE261D}"/>
                    </a:ext>
                  </a:extLst>
                </p14:cNvPr>
                <p14:cNvContentPartPr/>
                <p14:nvPr/>
              </p14:nvContentPartPr>
              <p14:xfrm>
                <a:off x="9083300" y="198200"/>
                <a:ext cx="20520" cy="9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721F2DF-3C40-5930-FD9D-4CDE0ACE26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65300" y="180200"/>
                  <a:ext cx="56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B016DC-4990-277B-982C-EA820A04B29A}"/>
                    </a:ext>
                  </a:extLst>
                </p14:cNvPr>
                <p14:cNvContentPartPr/>
                <p14:nvPr/>
              </p14:nvContentPartPr>
              <p14:xfrm>
                <a:off x="9087260" y="121160"/>
                <a:ext cx="34200" cy="1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B016DC-4990-277B-982C-EA820A04B29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69260" y="103520"/>
                  <a:ext cx="69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4290F7-868A-9839-4492-53B40DC1E04F}"/>
                    </a:ext>
                  </a:extLst>
                </p14:cNvPr>
                <p14:cNvContentPartPr/>
                <p14:nvPr/>
              </p14:nvContentPartPr>
              <p14:xfrm>
                <a:off x="9207860" y="122960"/>
                <a:ext cx="58680" cy="203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4290F7-868A-9839-4492-53B40DC1E0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89860" y="105320"/>
                  <a:ext cx="9432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86E3DD-4CE4-FE2D-BE7F-0D17F0E54564}"/>
              </a:ext>
            </a:extLst>
          </p:cNvPr>
          <p:cNvGrpSpPr/>
          <p:nvPr/>
        </p:nvGrpSpPr>
        <p:grpSpPr>
          <a:xfrm>
            <a:off x="9591980" y="76520"/>
            <a:ext cx="1266120" cy="360720"/>
            <a:chOff x="9591980" y="76520"/>
            <a:chExt cx="126612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5DD098-ECC5-08FB-E3F2-AAE7D14E03C3}"/>
                    </a:ext>
                  </a:extLst>
                </p14:cNvPr>
                <p14:cNvContentPartPr/>
                <p14:nvPr/>
              </p14:nvContentPartPr>
              <p14:xfrm>
                <a:off x="9606380" y="218360"/>
                <a:ext cx="14040" cy="167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5DD098-ECC5-08FB-E3F2-AAE7D14E03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88380" y="200360"/>
                  <a:ext cx="49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56F2E3-165F-3627-D729-AE1E329501B4}"/>
                    </a:ext>
                  </a:extLst>
                </p14:cNvPr>
                <p14:cNvContentPartPr/>
                <p14:nvPr/>
              </p14:nvContentPartPr>
              <p14:xfrm>
                <a:off x="9591980" y="194960"/>
                <a:ext cx="82440" cy="86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56F2E3-165F-3627-D729-AE1E329501B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73980" y="176960"/>
                  <a:ext cx="118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EB53B27-2784-539C-13A9-C8D9E83667C6}"/>
                    </a:ext>
                  </a:extLst>
                </p14:cNvPr>
                <p14:cNvContentPartPr/>
                <p14:nvPr/>
              </p14:nvContentPartPr>
              <p14:xfrm>
                <a:off x="9702500" y="207200"/>
                <a:ext cx="48600" cy="60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EB53B27-2784-539C-13A9-C8D9E83667C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84500" y="189200"/>
                  <a:ext cx="8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B1BF48-8666-9B7E-E62A-87269F6FE79B}"/>
                    </a:ext>
                  </a:extLst>
                </p14:cNvPr>
                <p14:cNvContentPartPr/>
                <p14:nvPr/>
              </p14:nvContentPartPr>
              <p14:xfrm>
                <a:off x="9861980" y="180200"/>
                <a:ext cx="69120" cy="90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B1BF48-8666-9B7E-E62A-87269F6FE79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44340" y="162200"/>
                  <a:ext cx="104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79B889-E581-FCCF-2E19-548FD405092F}"/>
                    </a:ext>
                  </a:extLst>
                </p14:cNvPr>
                <p14:cNvContentPartPr/>
                <p14:nvPr/>
              </p14:nvContentPartPr>
              <p14:xfrm>
                <a:off x="10045940" y="160040"/>
                <a:ext cx="14760" cy="123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79B889-E581-FCCF-2E19-548FD405092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27940" y="142040"/>
                  <a:ext cx="50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25609D-786F-531D-F8AD-0509CFB8DA26}"/>
                    </a:ext>
                  </a:extLst>
                </p14:cNvPr>
                <p14:cNvContentPartPr/>
                <p14:nvPr/>
              </p14:nvContentPartPr>
              <p14:xfrm>
                <a:off x="10010660" y="118280"/>
                <a:ext cx="38160" cy="1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25609D-786F-531D-F8AD-0509CFB8DA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93020" y="100640"/>
                  <a:ext cx="73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C22822-25D9-28CD-9C13-FBC460B0C7D5}"/>
                    </a:ext>
                  </a:extLst>
                </p14:cNvPr>
                <p14:cNvContentPartPr/>
                <p14:nvPr/>
              </p14:nvContentPartPr>
              <p14:xfrm>
                <a:off x="10154660" y="100640"/>
                <a:ext cx="254160" cy="172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C22822-25D9-28CD-9C13-FBC460B0C7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36660" y="83000"/>
                  <a:ext cx="289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472F26-BD60-3663-FF1B-23678D78C08D}"/>
                    </a:ext>
                  </a:extLst>
                </p14:cNvPr>
                <p14:cNvContentPartPr/>
                <p14:nvPr/>
              </p14:nvContentPartPr>
              <p14:xfrm>
                <a:off x="10380380" y="76520"/>
                <a:ext cx="33840" cy="1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472F26-BD60-3663-FF1B-23678D78C08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62380" y="58880"/>
                  <a:ext cx="69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8CFFD8-EE36-4FE7-B596-3F80C99AF731}"/>
                    </a:ext>
                  </a:extLst>
                </p14:cNvPr>
                <p14:cNvContentPartPr/>
                <p14:nvPr/>
              </p14:nvContentPartPr>
              <p14:xfrm>
                <a:off x="10502420" y="175160"/>
                <a:ext cx="115920" cy="76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8CFFD8-EE36-4FE7-B596-3F80C99AF73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84420" y="157160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491C72-ACA2-FBC4-0A5C-C5485DDD1415}"/>
                    </a:ext>
                  </a:extLst>
                </p14:cNvPr>
                <p14:cNvContentPartPr/>
                <p14:nvPr/>
              </p14:nvContentPartPr>
              <p14:xfrm>
                <a:off x="10663340" y="147080"/>
                <a:ext cx="109080" cy="290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491C72-ACA2-FBC4-0A5C-C5485DDD14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45700" y="129080"/>
                  <a:ext cx="144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2A6230-2D31-936F-C3F9-458967DB32D9}"/>
                    </a:ext>
                  </a:extLst>
                </p14:cNvPr>
                <p14:cNvContentPartPr/>
                <p14:nvPr/>
              </p14:nvContentPartPr>
              <p14:xfrm>
                <a:off x="10848380" y="288920"/>
                <a:ext cx="9720" cy="3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2A6230-2D31-936F-C3F9-458967DB32D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30380" y="271280"/>
                  <a:ext cx="45360" cy="38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210" dirty="0"/>
              <a:t> </a:t>
            </a:r>
            <a:r>
              <a:rPr spc="60" dirty="0"/>
              <a:t>Function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48994" y="1779777"/>
            <a:ext cx="9098915" cy="19875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going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155" dirty="0">
                <a:latin typeface="Calibri"/>
                <a:cs typeface="Calibri"/>
              </a:rPr>
              <a:t>z</a:t>
            </a:r>
            <a:r>
              <a:rPr sz="2400" spc="200" dirty="0">
                <a:latin typeface="Calibri"/>
                <a:cs typeface="Calibri"/>
              </a:rPr>
              <a:t>e</a:t>
            </a:r>
            <a:r>
              <a:rPr sz="2400" spc="-310" dirty="0">
                <a:latin typeface="Calibri"/>
                <a:cs typeface="Calibri"/>
              </a:rPr>
              <a:t>r</a:t>
            </a:r>
            <a:r>
              <a:rPr sz="2400" spc="200" dirty="0">
                <a:latin typeface="Calibri"/>
                <a:cs typeface="Calibri"/>
              </a:rPr>
              <a:t>o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small,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actual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close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inputs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60" dirty="0">
                <a:latin typeface="Calibri"/>
                <a:cs typeface="Calibri"/>
              </a:rPr>
              <a:t>If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NN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outputting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garbage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-35" dirty="0">
                <a:latin typeface="Calibri"/>
                <a:cs typeface="Calibri"/>
              </a:rPr>
              <a:t>We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minimize</a:t>
            </a:r>
            <a:r>
              <a:rPr sz="2400" spc="85" dirty="0">
                <a:latin typeface="Calibri"/>
                <a:cs typeface="Calibri"/>
              </a:rPr>
              <a:t> C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tuning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w,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b</a:t>
            </a:r>
            <a:endParaRPr sz="2400" dirty="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65430" algn="l"/>
              </a:tabLst>
            </a:pPr>
            <a:r>
              <a:rPr sz="2400" spc="7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algorithm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9" name="Picture 8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650FA1B9-9FA1-606D-8D52-36111D078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634" y="730450"/>
            <a:ext cx="3596483" cy="83917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Gradient</a:t>
            </a:r>
            <a:r>
              <a:rPr spc="350" dirty="0"/>
              <a:t> </a:t>
            </a:r>
            <a:r>
              <a:rPr spc="35" dirty="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798" y="1149807"/>
            <a:ext cx="971169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Let’s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minimize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C(v),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v </a:t>
            </a:r>
            <a:r>
              <a:rPr sz="2800" spc="85" dirty="0">
                <a:latin typeface="Calibri"/>
                <a:cs typeface="Calibri"/>
              </a:rPr>
              <a:t>is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vector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inputs.</a:t>
            </a:r>
            <a:endParaRPr sz="2800">
              <a:latin typeface="Calibri"/>
              <a:cs typeface="Calibri"/>
            </a:endParaRPr>
          </a:p>
          <a:p>
            <a:pPr marL="697230" marR="403225" lvl="1" indent="-227329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85" dirty="0">
                <a:latin typeface="Calibri"/>
                <a:cs typeface="Calibri"/>
              </a:rPr>
              <a:t>This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single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v </a:t>
            </a:r>
            <a:r>
              <a:rPr sz="2400" spc="60" dirty="0">
                <a:latin typeface="Calibri"/>
                <a:cs typeface="Calibri"/>
              </a:rPr>
              <a:t>being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million 	</a:t>
            </a:r>
            <a:r>
              <a:rPr sz="2400" dirty="0">
                <a:latin typeface="Calibri"/>
                <a:cs typeface="Calibri"/>
              </a:rPr>
              <a:t>variables,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v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being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vector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with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length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1,000,000.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visualization,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let’s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it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2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636" y="3386277"/>
            <a:ext cx="3651590" cy="302533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Minimization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976" y="1354055"/>
            <a:ext cx="7588884" cy="30054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65430" algn="l"/>
              </a:tabLst>
            </a:pPr>
            <a:r>
              <a:rPr sz="2800" spc="95" dirty="0">
                <a:latin typeface="Calibri"/>
                <a:cs typeface="Calibri"/>
              </a:rPr>
              <a:t>This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seems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enough…</a:t>
            </a:r>
            <a:endParaRPr sz="28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722630" algn="l"/>
              </a:tabLst>
            </a:pPr>
            <a:r>
              <a:rPr sz="2400" spc="95" dirty="0">
                <a:latin typeface="Calibri"/>
                <a:cs typeface="Calibri"/>
              </a:rPr>
              <a:t>I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what’s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big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deal?</a:t>
            </a:r>
            <a:endParaRPr sz="24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10</a:t>
            </a:r>
            <a:r>
              <a:rPr sz="2400" spc="104" baseline="24305" dirty="0">
                <a:latin typeface="Calibri"/>
                <a:cs typeface="Calibri"/>
              </a:rPr>
              <a:t>6</a:t>
            </a:r>
            <a:r>
              <a:rPr sz="2400" spc="517" baseline="24305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22630" marR="2011680" lvl="1" indent="-227965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723900" algn="l"/>
              </a:tabLst>
            </a:pPr>
            <a:r>
              <a:rPr sz="2400" spc="70" dirty="0">
                <a:latin typeface="Calibri"/>
                <a:cs typeface="Calibri"/>
              </a:rPr>
              <a:t>Calculus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also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tractable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0" dirty="0">
                <a:latin typeface="Calibri"/>
                <a:cs typeface="Calibri"/>
              </a:rPr>
              <a:t>huge 	</a:t>
            </a:r>
            <a:r>
              <a:rPr sz="2400" spc="45" dirty="0">
                <a:latin typeface="Calibri"/>
                <a:cs typeface="Calibri"/>
              </a:rPr>
              <a:t>dimensionalities</a:t>
            </a:r>
            <a:endParaRPr sz="2400">
              <a:latin typeface="Calibri"/>
              <a:cs typeface="Calibri"/>
            </a:endParaRPr>
          </a:p>
          <a:p>
            <a:pPr marL="722630" lvl="1" indent="-22796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722630" algn="l"/>
              </a:tabLst>
            </a:pPr>
            <a:r>
              <a:rPr sz="2400" dirty="0">
                <a:latin typeface="Calibri"/>
                <a:cs typeface="Calibri"/>
              </a:rPr>
              <a:t>However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still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principles</a:t>
            </a:r>
            <a:endParaRPr sz="2400">
              <a:latin typeface="Calibri"/>
              <a:cs typeface="Calibri"/>
            </a:endParaRPr>
          </a:p>
          <a:p>
            <a:pPr marL="1181100" marR="30480" lvl="2" indent="-228600">
              <a:lnSpc>
                <a:spcPts val="2160"/>
              </a:lnSpc>
              <a:spcBef>
                <a:spcPts val="565"/>
              </a:spcBef>
              <a:buFont typeface="Arial"/>
              <a:buChar char="•"/>
              <a:tabLst>
                <a:tab pos="1181100" algn="l"/>
              </a:tabLst>
            </a:pPr>
            <a:r>
              <a:rPr sz="2000" spc="55" dirty="0">
                <a:latin typeface="Calibri"/>
                <a:cs typeface="Calibri"/>
              </a:rPr>
              <a:t>Imagine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here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then </a:t>
            </a:r>
            <a:r>
              <a:rPr sz="2000" spc="60" dirty="0">
                <a:latin typeface="Calibri"/>
                <a:cs typeface="Calibri"/>
              </a:rPr>
              <a:t>roll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bottom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40" dirty="0">
                <a:latin typeface="Calibri"/>
                <a:cs typeface="Calibri"/>
              </a:rPr>
              <a:t>valley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3203" y="2031364"/>
            <a:ext cx="3847210" cy="312966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074F-AC7E-914D-A959-EA39C5E9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Example gradient descent </a:t>
            </a: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75AA500-78A5-C021-608E-7140E649F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71600"/>
            <a:ext cx="823359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662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AEA9-920B-EFE9-9036-09D4D67F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14986"/>
            <a:ext cx="10328275" cy="492443"/>
          </a:xfrm>
        </p:spPr>
        <p:txBody>
          <a:bodyPr/>
          <a:lstStyle/>
          <a:p>
            <a:r>
              <a:rPr lang="en-US" dirty="0"/>
              <a:t>Example gradient descent </a:t>
            </a:r>
          </a:p>
        </p:txBody>
      </p:sp>
      <p:pic>
        <p:nvPicPr>
          <p:cNvPr id="5" name="Picture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23162ADB-FAF8-5B64-F230-47336D481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5134366" cy="3625603"/>
          </a:xfrm>
          <a:prstGeom prst="rect">
            <a:avLst/>
          </a:prstGeom>
        </p:spPr>
      </p:pic>
      <p:pic>
        <p:nvPicPr>
          <p:cNvPr id="7" name="Picture 6" descr="A graph of a path&#10;&#10;AI-generated content may be incorrect.">
            <a:extLst>
              <a:ext uri="{FF2B5EF4-FFF2-40B4-BE49-F238E27FC236}">
                <a16:creationId xmlns:a16="http://schemas.microsoft.com/office/drawing/2014/main" id="{355CC245-B793-273D-57C0-B5220821D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219200"/>
            <a:ext cx="5975616" cy="48920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C9B9A60-4C95-1A7E-1EE6-BFD184A2A0CF}"/>
              </a:ext>
            </a:extLst>
          </p:cNvPr>
          <p:cNvGrpSpPr/>
          <p:nvPr/>
        </p:nvGrpSpPr>
        <p:grpSpPr>
          <a:xfrm>
            <a:off x="2580260" y="5433320"/>
            <a:ext cx="960840" cy="260640"/>
            <a:chOff x="2580260" y="5433320"/>
            <a:chExt cx="96084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548933-58B0-C0E8-1A8D-063D9DC70314}"/>
                    </a:ext>
                  </a:extLst>
                </p14:cNvPr>
                <p14:cNvContentPartPr/>
                <p14:nvPr/>
              </p14:nvContentPartPr>
              <p14:xfrm>
                <a:off x="2580260" y="5525480"/>
                <a:ext cx="889560" cy="38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548933-58B0-C0E8-1A8D-063D9DC703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62260" y="5507480"/>
                  <a:ext cx="925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C4AF0D-C903-F146-3605-A7D0F10ACB78}"/>
                    </a:ext>
                  </a:extLst>
                </p14:cNvPr>
                <p14:cNvContentPartPr/>
                <p14:nvPr/>
              </p14:nvContentPartPr>
              <p14:xfrm>
                <a:off x="3375500" y="5433320"/>
                <a:ext cx="165600" cy="260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C4AF0D-C903-F146-3605-A7D0F10ACB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57500" y="5415680"/>
                  <a:ext cx="2012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9337C0-F132-C0B2-8BAC-FB174E640982}"/>
              </a:ext>
            </a:extLst>
          </p:cNvPr>
          <p:cNvGrpSpPr/>
          <p:nvPr/>
        </p:nvGrpSpPr>
        <p:grpSpPr>
          <a:xfrm>
            <a:off x="2496380" y="5976920"/>
            <a:ext cx="905760" cy="286560"/>
            <a:chOff x="2496380" y="5976920"/>
            <a:chExt cx="90576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2A36F7-4C40-F5E8-3861-3C08876044CD}"/>
                    </a:ext>
                  </a:extLst>
                </p14:cNvPr>
                <p14:cNvContentPartPr/>
                <p14:nvPr/>
              </p14:nvContentPartPr>
              <p14:xfrm>
                <a:off x="2496380" y="5976920"/>
                <a:ext cx="149400" cy="258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2A36F7-4C40-F5E8-3861-3C08876044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8740" y="5958920"/>
                  <a:ext cx="1850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1340CE-259A-A99A-D9C2-B603218ECFC4}"/>
                    </a:ext>
                  </a:extLst>
                </p14:cNvPr>
                <p14:cNvContentPartPr/>
                <p14:nvPr/>
              </p14:nvContentPartPr>
              <p14:xfrm>
                <a:off x="2759540" y="6006800"/>
                <a:ext cx="48240" cy="195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1340CE-259A-A99A-D9C2-B603218ECF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1900" y="5989160"/>
                  <a:ext cx="83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0E7ECAC-9E4D-5EF1-B9CF-342DED54A1BE}"/>
                    </a:ext>
                  </a:extLst>
                </p14:cNvPr>
                <p14:cNvContentPartPr/>
                <p14:nvPr/>
              </p14:nvContentPartPr>
              <p14:xfrm>
                <a:off x="2724260" y="6089600"/>
                <a:ext cx="52200" cy="67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0E7ECAC-9E4D-5EF1-B9CF-342DED54A1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06620" y="6071960"/>
                  <a:ext cx="87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3AA251-4D86-5C8A-627B-EDD61413A6CB}"/>
                    </a:ext>
                  </a:extLst>
                </p14:cNvPr>
                <p14:cNvContentPartPr/>
                <p14:nvPr/>
              </p14:nvContentPartPr>
              <p14:xfrm>
                <a:off x="2884100" y="6043880"/>
                <a:ext cx="186120" cy="178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3AA251-4D86-5C8A-627B-EDD61413A6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66460" y="6026240"/>
                  <a:ext cx="221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95A35C-23A7-08AE-AC74-9FF6D82C8816}"/>
                    </a:ext>
                  </a:extLst>
                </p14:cNvPr>
                <p14:cNvContentPartPr/>
                <p14:nvPr/>
              </p14:nvContentPartPr>
              <p14:xfrm>
                <a:off x="3099740" y="6029840"/>
                <a:ext cx="63720" cy="227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95A35C-23A7-08AE-AC74-9FF6D82C88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81740" y="6012200"/>
                  <a:ext cx="99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F5676C-98E1-2CE9-8840-353B564BF65C}"/>
                    </a:ext>
                  </a:extLst>
                </p14:cNvPr>
                <p14:cNvContentPartPr/>
                <p14:nvPr/>
              </p14:nvContentPartPr>
              <p14:xfrm>
                <a:off x="3135740" y="6037040"/>
                <a:ext cx="73800" cy="126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F5676C-98E1-2CE9-8840-353B564BF6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8100" y="6019040"/>
                  <a:ext cx="109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64AA94-DFF6-DC7D-412C-37ED46CF9297}"/>
                    </a:ext>
                  </a:extLst>
                </p14:cNvPr>
                <p14:cNvContentPartPr/>
                <p14:nvPr/>
              </p14:nvContentPartPr>
              <p14:xfrm>
                <a:off x="3304940" y="6019400"/>
                <a:ext cx="97200" cy="244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64AA94-DFF6-DC7D-412C-37ED46CF92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87300" y="6001400"/>
                  <a:ext cx="13284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4EA7B-3BB7-1F2D-BBD6-1F4E56A13804}"/>
              </a:ext>
            </a:extLst>
          </p:cNvPr>
          <p:cNvGrpSpPr/>
          <p:nvPr/>
        </p:nvGrpSpPr>
        <p:grpSpPr>
          <a:xfrm>
            <a:off x="1142780" y="2206280"/>
            <a:ext cx="1671840" cy="819000"/>
            <a:chOff x="1142780" y="2206280"/>
            <a:chExt cx="1671840" cy="81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992124-7B9E-1DBF-18C8-FF38AD8E1C97}"/>
                    </a:ext>
                  </a:extLst>
                </p14:cNvPr>
                <p14:cNvContentPartPr/>
                <p14:nvPr/>
              </p14:nvContentPartPr>
              <p14:xfrm>
                <a:off x="1142780" y="2664920"/>
                <a:ext cx="177120" cy="227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992124-7B9E-1DBF-18C8-FF38AD8E1C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4780" y="2646920"/>
                  <a:ext cx="212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C0E54C-852B-BBC3-EA0E-16ABCDD6961F}"/>
                    </a:ext>
                  </a:extLst>
                </p14:cNvPr>
                <p14:cNvContentPartPr/>
                <p14:nvPr/>
              </p14:nvContentPartPr>
              <p14:xfrm>
                <a:off x="1359500" y="2711000"/>
                <a:ext cx="102240" cy="109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C0E54C-852B-BBC3-EA0E-16ABCDD696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41860" y="2693360"/>
                  <a:ext cx="137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568248-78ED-6CD4-EC11-FDA95D3AD70A}"/>
                    </a:ext>
                  </a:extLst>
                </p14:cNvPr>
                <p14:cNvContentPartPr/>
                <p14:nvPr/>
              </p14:nvContentPartPr>
              <p14:xfrm>
                <a:off x="1500620" y="2609120"/>
                <a:ext cx="124200" cy="169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568248-78ED-6CD4-EC11-FDA95D3AD7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82980" y="2591120"/>
                  <a:ext cx="159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AFFBF0-BCAB-9422-F338-E99CCD1F9407}"/>
                    </a:ext>
                  </a:extLst>
                </p14:cNvPr>
                <p14:cNvContentPartPr/>
                <p14:nvPr/>
              </p14:nvContentPartPr>
              <p14:xfrm>
                <a:off x="1663700" y="2436320"/>
                <a:ext cx="69120" cy="344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AFFBF0-BCAB-9422-F338-E99CCD1F94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45700" y="2418680"/>
                  <a:ext cx="104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EF6E587-0827-7238-0BAD-69D32C059F06}"/>
                    </a:ext>
                  </a:extLst>
                </p14:cNvPr>
                <p14:cNvContentPartPr/>
                <p14:nvPr/>
              </p14:nvContentPartPr>
              <p14:xfrm>
                <a:off x="1609340" y="2538200"/>
                <a:ext cx="128520" cy="54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EF6E587-0827-7238-0BAD-69D32C059F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1340" y="2520560"/>
                  <a:ext cx="164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AD022C-2C11-1CB6-8657-5490E2292CD4}"/>
                    </a:ext>
                  </a:extLst>
                </p14:cNvPr>
                <p14:cNvContentPartPr/>
                <p14:nvPr/>
              </p14:nvContentPartPr>
              <p14:xfrm>
                <a:off x="1940180" y="2206280"/>
                <a:ext cx="97920" cy="819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AD022C-2C11-1CB6-8657-5490E2292C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22540" y="2188640"/>
                  <a:ext cx="13356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8B3499-A659-1746-E431-4A4467C69201}"/>
                    </a:ext>
                  </a:extLst>
                </p14:cNvPr>
                <p14:cNvContentPartPr/>
                <p14:nvPr/>
              </p14:nvContentPartPr>
              <p14:xfrm>
                <a:off x="2216660" y="2493560"/>
                <a:ext cx="63000" cy="12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8B3499-A659-1746-E431-4A4467C692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98660" y="2475920"/>
                  <a:ext cx="98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D74958-A450-AF5E-ABF1-DDD5FC1D893F}"/>
                    </a:ext>
                  </a:extLst>
                </p14:cNvPr>
                <p14:cNvContentPartPr/>
                <p14:nvPr/>
              </p14:nvContentPartPr>
              <p14:xfrm>
                <a:off x="2202980" y="2525240"/>
                <a:ext cx="97560" cy="252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D74958-A450-AF5E-ABF1-DDD5FC1D89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84980" y="2507600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782778-1A1A-7DB5-1CD7-420F60DC6208}"/>
                    </a:ext>
                  </a:extLst>
                </p14:cNvPr>
                <p14:cNvContentPartPr/>
                <p14:nvPr/>
              </p14:nvContentPartPr>
              <p14:xfrm>
                <a:off x="2220620" y="2419040"/>
                <a:ext cx="97200" cy="13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782778-1A1A-7DB5-1CD7-420F60DC620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02620" y="2401400"/>
                  <a:ext cx="132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E285BE-751B-9577-A2C7-6E758100FA9F}"/>
                    </a:ext>
                  </a:extLst>
                </p14:cNvPr>
                <p14:cNvContentPartPr/>
                <p14:nvPr/>
              </p14:nvContentPartPr>
              <p14:xfrm>
                <a:off x="2249060" y="2555840"/>
                <a:ext cx="87120" cy="10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E285BE-751B-9577-A2C7-6E758100FA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1060" y="2538200"/>
                  <a:ext cx="122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51EFC3-E387-58FB-DB52-8EF7CCC12393}"/>
                    </a:ext>
                  </a:extLst>
                </p14:cNvPr>
                <p14:cNvContentPartPr/>
                <p14:nvPr/>
              </p14:nvContentPartPr>
              <p14:xfrm>
                <a:off x="2283260" y="2646920"/>
                <a:ext cx="118800" cy="11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51EFC3-E387-58FB-DB52-8EF7CCC123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65620" y="2628920"/>
                  <a:ext cx="154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396DE8A-43A5-1859-8BCB-1D534F44511C}"/>
                    </a:ext>
                  </a:extLst>
                </p14:cNvPr>
                <p14:cNvContentPartPr/>
                <p14:nvPr/>
              </p14:nvContentPartPr>
              <p14:xfrm>
                <a:off x="2402780" y="2540720"/>
                <a:ext cx="72000" cy="9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396DE8A-43A5-1859-8BCB-1D534F4451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4780" y="2523080"/>
                  <a:ext cx="107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2F8ED3-3BA1-37C3-B8EB-4374A8B6C152}"/>
                    </a:ext>
                  </a:extLst>
                </p14:cNvPr>
                <p14:cNvContentPartPr/>
                <p14:nvPr/>
              </p14:nvContentPartPr>
              <p14:xfrm>
                <a:off x="2526260" y="2453600"/>
                <a:ext cx="68040" cy="13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2F8ED3-3BA1-37C3-B8EB-4374A8B6C1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08260" y="2435600"/>
                  <a:ext cx="103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AE104D-E047-D565-4C24-026CA6713480}"/>
                    </a:ext>
                  </a:extLst>
                </p14:cNvPr>
                <p14:cNvContentPartPr/>
                <p14:nvPr/>
              </p14:nvContentPartPr>
              <p14:xfrm>
                <a:off x="2645780" y="2429120"/>
                <a:ext cx="76320" cy="8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AE104D-E047-D565-4C24-026CA67134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27780" y="2411480"/>
                  <a:ext cx="111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99D78C-31C4-6F65-C51F-9FFA87CE54D6}"/>
                    </a:ext>
                  </a:extLst>
                </p14:cNvPr>
                <p14:cNvContentPartPr/>
                <p14:nvPr/>
              </p14:nvContentPartPr>
              <p14:xfrm>
                <a:off x="2745860" y="2285840"/>
                <a:ext cx="68760" cy="161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99D78C-31C4-6F65-C51F-9FFA87CE54D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7860" y="2267840"/>
                  <a:ext cx="104400" cy="19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113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1635</TotalTime>
  <Words>3399</Words>
  <Application>Microsoft Office PowerPoint</Application>
  <PresentationFormat>Widescreen</PresentationFormat>
  <Paragraphs>441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Arial</vt:lpstr>
      <vt:lpstr>Calibri</vt:lpstr>
      <vt:lpstr>Cambria Math</vt:lpstr>
      <vt:lpstr>PT Sans</vt:lpstr>
      <vt:lpstr>Symbol</vt:lpstr>
      <vt:lpstr>Times New Roman</vt:lpstr>
      <vt:lpstr>Office Theme</vt:lpstr>
      <vt:lpstr>ECE 105: Introduction to Electrical Engineering</vt:lpstr>
      <vt:lpstr>Timeframe</vt:lpstr>
      <vt:lpstr>Why Deep Neural Networks?</vt:lpstr>
      <vt:lpstr>What’s so deep about Deep Neural Networks?</vt:lpstr>
      <vt:lpstr>Fundamental Unit of a Neural Network</vt:lpstr>
      <vt:lpstr>Fundamental Unit of a Neural Network</vt:lpstr>
      <vt:lpstr>Fundamental Unit of a Neural Network</vt:lpstr>
      <vt:lpstr>Activation functions of a Neural Network</vt:lpstr>
      <vt:lpstr>Operation of a neural network</vt:lpstr>
      <vt:lpstr>PowerPoint Presentation</vt:lpstr>
      <vt:lpstr>Training of an Artificial Neural Network</vt:lpstr>
      <vt:lpstr>Training of an Artificial Neural Network</vt:lpstr>
      <vt:lpstr>Handwriting Recognition</vt:lpstr>
      <vt:lpstr>Approach</vt:lpstr>
      <vt:lpstr>Perceptron</vt:lpstr>
      <vt:lpstr>What can we answer with a perceptron?</vt:lpstr>
      <vt:lpstr>How would we decide this?</vt:lpstr>
      <vt:lpstr>How would we decide this?</vt:lpstr>
      <vt:lpstr>How would we decide this?</vt:lpstr>
      <vt:lpstr>Addition of other nodes increases complexity</vt:lpstr>
      <vt:lpstr>How does information change through layers?</vt:lpstr>
      <vt:lpstr>Perceptrons</vt:lpstr>
      <vt:lpstr>PowerPoint Presentation</vt:lpstr>
      <vt:lpstr>Perceptrons</vt:lpstr>
      <vt:lpstr>Perceptrons for logical functions?</vt:lpstr>
      <vt:lpstr>AND gate</vt:lpstr>
      <vt:lpstr>AND gate</vt:lpstr>
      <vt:lpstr>AND gate</vt:lpstr>
      <vt:lpstr>OR gate</vt:lpstr>
      <vt:lpstr>NAND gate</vt:lpstr>
      <vt:lpstr>So are perceptrons just more complex NAND gates?</vt:lpstr>
      <vt:lpstr>Sigmoid Neurons</vt:lpstr>
      <vt:lpstr>Sigmoid Neurons</vt:lpstr>
      <vt:lpstr>Sigmoid Neurons</vt:lpstr>
      <vt:lpstr>Sigmoid Neurons</vt:lpstr>
      <vt:lpstr>Sigmoid Neurons</vt:lpstr>
      <vt:lpstr>Similarities between Perceptrons and Sigmoids</vt:lpstr>
      <vt:lpstr>Why is smoothness crucial?</vt:lpstr>
      <vt:lpstr>Sigmoid Neurons</vt:lpstr>
      <vt:lpstr>Sigmoid Neurons</vt:lpstr>
      <vt:lpstr>Neural Network Architecture</vt:lpstr>
      <vt:lpstr>Four Layer Neural Network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How do we design our Neural Network Topology?</vt:lpstr>
      <vt:lpstr>Aside: Recurrent Neural Networks</vt:lpstr>
      <vt:lpstr>Getting back to handwriting</vt:lpstr>
      <vt:lpstr>An ANN for Handwriting</vt:lpstr>
      <vt:lpstr>An ANN for Handwriting</vt:lpstr>
      <vt:lpstr>An ANN for Handwriting</vt:lpstr>
      <vt:lpstr>How does the hidden layer neuron find a specific image?</vt:lpstr>
      <vt:lpstr>Let’s do a simple example</vt:lpstr>
      <vt:lpstr>Let’s do a simple example</vt:lpstr>
      <vt:lpstr>Back to the task at hand</vt:lpstr>
      <vt:lpstr>Other hidden layer neurons could then be detecting other images</vt:lpstr>
      <vt:lpstr>Other hidden layer neurons could then be detecting other images</vt:lpstr>
      <vt:lpstr>Learning how Artificial Neural Networks Learn with your Biological Neural network</vt:lpstr>
      <vt:lpstr>How to train your artificial neural network</vt:lpstr>
      <vt:lpstr>How to train your artificial neural network</vt:lpstr>
      <vt:lpstr>How to train your artificial neural network</vt:lpstr>
      <vt:lpstr>Cost Function</vt:lpstr>
      <vt:lpstr>Cost Function</vt:lpstr>
      <vt:lpstr>Gradient Descent</vt:lpstr>
      <vt:lpstr>Minimization</vt:lpstr>
      <vt:lpstr>Example gradient descent </vt:lpstr>
      <vt:lpstr>Example gradient descent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8</cp:revision>
  <dcterms:created xsi:type="dcterms:W3CDTF">2025-10-29T20:32:48Z</dcterms:created>
  <dcterms:modified xsi:type="dcterms:W3CDTF">2025-11-07T07:40:30Z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2025-10-29T00:00:00Z</vt:filetime>
  </property>
  <property fmtid="{D5CDD505-2E9C-101B-9397-08002B2CF9AE}" pid="5" name="Producer">
    <vt:lpwstr>Microsoft® PowerPoint® for Microsoft 365</vt:lpwstr>
  </property>
</Properties>
</file>