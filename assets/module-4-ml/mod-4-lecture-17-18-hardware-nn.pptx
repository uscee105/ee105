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794" r:id="rId2"/>
    <p:sldId id="806" r:id="rId3"/>
    <p:sldId id="851" r:id="rId4"/>
    <p:sldId id="795" r:id="rId5"/>
    <p:sldId id="852" r:id="rId6"/>
    <p:sldId id="807" r:id="rId7"/>
    <p:sldId id="809" r:id="rId8"/>
    <p:sldId id="810" r:id="rId9"/>
    <p:sldId id="853" r:id="rId10"/>
    <p:sldId id="798" r:id="rId11"/>
    <p:sldId id="800" r:id="rId12"/>
    <p:sldId id="801" r:id="rId13"/>
    <p:sldId id="802" r:id="rId14"/>
    <p:sldId id="797" r:id="rId15"/>
    <p:sldId id="799" r:id="rId16"/>
    <p:sldId id="803" r:id="rId17"/>
    <p:sldId id="854" r:id="rId18"/>
    <p:sldId id="804" r:id="rId19"/>
    <p:sldId id="805" r:id="rId20"/>
    <p:sldId id="812" r:id="rId21"/>
    <p:sldId id="796" r:id="rId22"/>
    <p:sldId id="811" r:id="rId23"/>
    <p:sldId id="814" r:id="rId24"/>
    <p:sldId id="815" r:id="rId25"/>
    <p:sldId id="844" r:id="rId26"/>
    <p:sldId id="845" r:id="rId27"/>
    <p:sldId id="846" r:id="rId28"/>
    <p:sldId id="847" r:id="rId29"/>
    <p:sldId id="839" r:id="rId30"/>
    <p:sldId id="816" r:id="rId31"/>
    <p:sldId id="817" r:id="rId32"/>
    <p:sldId id="818" r:id="rId33"/>
    <p:sldId id="819" r:id="rId34"/>
    <p:sldId id="820" r:id="rId35"/>
    <p:sldId id="821" r:id="rId36"/>
    <p:sldId id="822" r:id="rId37"/>
    <p:sldId id="823" r:id="rId38"/>
    <p:sldId id="824" r:id="rId39"/>
    <p:sldId id="825" r:id="rId40"/>
    <p:sldId id="826" r:id="rId41"/>
    <p:sldId id="827" r:id="rId42"/>
    <p:sldId id="828" r:id="rId43"/>
    <p:sldId id="829" r:id="rId44"/>
    <p:sldId id="830" r:id="rId45"/>
    <p:sldId id="831" r:id="rId46"/>
    <p:sldId id="834" r:id="rId47"/>
    <p:sldId id="835" r:id="rId48"/>
    <p:sldId id="836" r:id="rId49"/>
    <p:sldId id="837" r:id="rId50"/>
    <p:sldId id="838" r:id="rId51"/>
    <p:sldId id="840" r:id="rId52"/>
    <p:sldId id="849" r:id="rId53"/>
    <p:sldId id="85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88872" autoAdjust="0"/>
  </p:normalViewPr>
  <p:slideViewPr>
    <p:cSldViewPr snapToGrid="0">
      <p:cViewPr varScale="1">
        <p:scale>
          <a:sx n="123" d="100"/>
          <a:sy n="123" d="100"/>
        </p:scale>
        <p:origin x="504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2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525 69 6449 0 0,'0'-2'127'0'0,"1"0"0"0"0,-1 0 0 0 0,0 1 0 0 0,0-1 0 0 0,0 0 0 0 0,0 0-1 0 0,0 0 1 0 0,0 0 0 0 0,0 0 0 0 0,-1 0 0 0 0,1 0 0 0 0,-1 1 0 0 0,1-1 0 0 0,-1 0-1 0 0,0 0 1 0 0,0 0 0 0 0,0 1 0 0 0,0-1 0 0 0,0 1 0 0 0,0-1 0 0 0,0 0 0 0 0,0 1-1 0 0,-1 0 1 0 0,1-1 0 0 0,0 1 0 0 0,-1 0 0 0 0,1 0 0 0 0,-1 0 0 0 0,-3-2 0 0 0,1 0 93 0 0,0 1-1 0 0,-1 0 1 0 0,1 0 0 0 0,-1 0 0 0 0,1 0 0 0 0,-1 1 0 0 0,0 0 0 0 0,1 0 0 0 0,-1 0 0 0 0,-9 0 0 0 0,1 2 84 0 0,1 1 1 0 0,-1 1-1 0 0,0 0 0 0 0,1 0 1 0 0,-1 1-1 0 0,1 1 1 0 0,0 0-1 0 0,1 1 1 0 0,-16 9-1 0 0,-13 11 336 0 0,-41 36-1 0 0,69-53-473 0 0,-7 6 63 0 0,-68 58 372 0 0,79-65-579 0 0,1-1-1 0 0,0 1 1 0 0,0 0-1 0 0,1 1 1 0 0,0 0-1 0 0,1 0 1 0 0,0 0-1 0 0,-5 12 1 0 0,9-19-25 0 0,0 0-1 0 0,1 0 1 0 0,-1 0 0 0 0,1 0 0 0 0,0 0 0 0 0,0 0-1 0 0,0 1 1 0 0,0-1 0 0 0,0 0 0 0 0,0 0 0 0 0,0 0-1 0 0,1 0 1 0 0,-1 0 0 0 0,1 0 0 0 0,-1 0 0 0 0,1 0-1 0 0,0 0 1 0 0,0 0 0 0 0,0-1 0 0 0,0 1-1 0 0,0 0 1 0 0,0 0 0 0 0,0-1 0 0 0,1 1 0 0 0,-1-1-1 0 0,1 1 1 0 0,-1-1 0 0 0,1 0 0 0 0,0 1 0 0 0,-1-1-1 0 0,1 0 1 0 0,0 0 0 0 0,0 0 0 0 0,0 0 0 0 0,0 0-1 0 0,-1-1 1 0 0,4 1 0 0 0,10 4-57 0 0,0 0 1 0 0,1-2 0 0 0,30 4-1 0 0,-27-5-78 0 0,-8 0 119 0 0,30 4-168 0 0,-1 2 1 0 0,52 16-1 0 0,-82-21 160 0 0,0 1 0 0 0,0 0 1 0 0,-1 0-1 0 0,1 1 0 0 0,-1 0 0 0 0,0 1 0 0 0,-1 0 0 0 0,1 0 0 0 0,-1 1 0 0 0,0 0 0 0 0,-1 1 0 0 0,0-1 0 0 0,0 2 0 0 0,8 11 1 0 0,-12-13 44 0 0,0 0 0 0 0,-1 0 0 0 0,0-1 1 0 0,0 1-1 0 0,-1 1 0 0 0,0-1 1 0 0,0 0-1 0 0,0 0 0 0 0,-1 0 1 0 0,0 0-1 0 0,-1 1 0 0 0,0-1 0 0 0,0 0 1 0 0,0 0-1 0 0,-1 0 0 0 0,0 0 1 0 0,-4 11-1 0 0,-6 11 143 0 0,-2 0 1 0 0,-26 43-1 0 0,36-66-142 0 0,-17 31-98 0 0,-3-2 1 0 0,-1-1-1 0 0,-1-1 1 0 0,-2-2-1 0 0,-2 0 1 0 0,-38 31-1 0 0,49-50-3453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29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0 501 4609 0 0,'9'-7'583'0'0,"0"0"1"0"0,-1 0-1 0 0,0-1 0 0 0,-1 0 0 0 0,0-1 1 0 0,12-18-1 0 0,30-60 1346 0 0,-47 83-1824 0 0,7-15-87 0 0,-1 0 0 0 0,-1-1 0 0 0,0 0 0 0 0,-2-1 0 0 0,0 1 0 0 0,-1-1 0 0 0,-1 0 0 0 0,-1 0-1 0 0,-1 0 1 0 0,-1 0 0 0 0,-1 0 0 0 0,-1-1 0 0 0,-5-26 0 0 0,7 47-25 0 0,0 0 1 0 0,0 0-1 0 0,0 0 1 0 0,-1 0-1 0 0,1 0 1 0 0,0 0-1 0 0,0 0 1 0 0,-1 0-1 0 0,1 0 1 0 0,0 0-1 0 0,-1 0 1 0 0,1 1-1 0 0,-1-1 1 0 0,1 0-1 0 0,-1 0 0 0 0,0 0 1 0 0,1 1-1 0 0,-1-1 1 0 0,0 0-1 0 0,1 1 1 0 0,-1-1-1 0 0,0 0 1 0 0,0 1-1 0 0,-1-1 1 0 0,1 1 3 0 0,0 0 1 0 0,0 0 0 0 0,0 1-1 0 0,0-1 1 0 0,0 0 0 0 0,1 1-1 0 0,-1-1 1 0 0,0 0 0 0 0,0 1-1 0 0,0 0 1 0 0,0-1 0 0 0,1 1-1 0 0,-1-1 1 0 0,0 1 0 0 0,1 0-1 0 0,-1-1 1 0 0,0 1 0 0 0,1 0-1 0 0,-1 1 1 0 0,-5 7-14 0 0,1-1 0 0 0,0 1-1 0 0,-5 13 1 0 0,1 1 236 0 0,0 1 0 0 0,2 0 0 0 0,0 0 0 0 0,-6 48-1 0 0,13-66-145 0 0,0 0 0 0 0,0 0 0 0 0,0 1 0 0 0,1-1 0 0 0,0 0 0 0 0,0 0 0 0 0,0 1 0 0 0,1-1 0 0 0,0 0-1 0 0,5 11 1 0 0,-4-13-11 0 0,-1-1 0 0 0,1 1 0 0 0,0 0 0 0 0,0-1 0 0 0,1 1 0 0 0,-1-1 0 0 0,1 0 0 0 0,-1 0 0 0 0,1 0 0 0 0,0-1 0 0 0,0 1 0 0 0,0-1 0 0 0,1 0-1 0 0,-1 0 1 0 0,0-1 0 0 0,8 3 0 0 0,-5-3 22 0 0,0 0 0 0 0,0 0 0 0 0,0-1-1 0 0,1 0 1 0 0,-1 0 0 0 0,0 0 0 0 0,0-1 0 0 0,0 0-1 0 0,0-1 1 0 0,0 1 0 0 0,0-1 0 0 0,0-1-1 0 0,0 0 1 0 0,-1 1 0 0 0,9-6 0 0 0,11-7-189 0 0,0-2 1 0 0,29-24 0 0 0,-42 31-42 0 0,2-3-98 0 0,0-1 0 0 0,-1 0 0 0 0,-1-2 0 0 0,23-32 0 0 0,16-20 196 0 0,-52 68 81 0 0,0-1 0 0 0,0 1-1 0 0,1 0 1 0 0,-1-1 0 0 0,0 1-1 0 0,1 0 1 0 0,-1-1 0 0 0,0 1 0 0 0,1 0-1 0 0,-1-1 1 0 0,0 1 0 0 0,1 0 0 0 0,-1 0-1 0 0,0-1 1 0 0,1 1 0 0 0,-1 0-1 0 0,1 0 1 0 0,-1 0 0 0 0,1 0 0 0 0,-1-1-1 0 0,1 1 1 0 0,-1 0 0 0 0,0 0-1 0 0,1 0 1 0 0,-1 0 0 0 0,1 0 0 0 0,-1 0-1 0 0,1 0 1 0 0,-1 0 0 0 0,1 0-1 0 0,-1 0 1 0 0,1 1 0 0 0,0-1 0 0 0,6 16 898 0 0,-1 42 249 0 0,-5-35-953 0 0,1-1 47 0 0,-2-15-256 0 0,1 0 1 0 0,-1 0-1 0 0,1 0 0 0 0,0 0 1 0 0,1 0-1 0 0,-1 0 1 0 0,2 0-1 0 0,-1-1 0 0 0,1 1 1 0 0,0-1-1 0 0,3 7 1 0 0,-5-12-24 0 0,0-1 0 0 0,1 1 1 0 0,-1-1-1 0 0,0 1 0 0 0,0-1 1 0 0,0 1-1 0 0,0-1 0 0 0,1 1 1 0 0,-1-1-1 0 0,0 0 1 0 0,0 0-1 0 0,1 0 0 0 0,-1 0 1 0 0,0 0-1 0 0,0 0 0 0 0,1 0 1 0 0,-1 0-1 0 0,0 0 0 0 0,0-1 1 0 0,1 1-1 0 0,-1 0 0 0 0,0-1 1 0 0,0 1-1 0 0,0-1 0 0 0,1 0 1 0 0,-1 1-1 0 0,0-1 0 0 0,0 0 1 0 0,0 1-1 0 0,0-1 0 0 0,0 0 1 0 0,-1 0-1 0 0,3-2 1 0 0,33-34-42 0 0,-34 35 46 0 0,11-15-97 0 0,-1-1 0 0 0,18-34 0 0 0,-24 39 238 0 0,1 0-1 0 0,1 0 0 0 0,0 0 0 0 0,1 1 0 0 0,0 0 0 0 0,1 1 0 0 0,16-16 0 0 0,-25 27-123 0 0,-1-1-1 0 0,1 1 1 0 0,0-1 0 0 0,0 0-1 0 0,0 1 1 0 0,-1-1-1 0 0,1 1 1 0 0,0 0-1 0 0,0-1 1 0 0,0 1 0 0 0,0 0-1 0 0,0-1 1 0 0,0 1-1 0 0,0 0 1 0 0,0 0 0 0 0,-1 0-1 0 0,1 0 1 0 0,0 0-1 0 0,0 0 1 0 0,0 0-1 0 0,0 0 1 0 0,0 0 0 0 0,0 1-1 0 0,0-1 1 0 0,0 0-1 0 0,1 1 1 0 0,0 0 1 0 0,-1 1-1 0 0,1-1 1 0 0,0 0 0 0 0,-1 1 0 0 0,0-1-1 0 0,1 1 1 0 0,-1 0 0 0 0,0-1 0 0 0,0 1-1 0 0,0 0 1 0 0,2 3 0 0 0,1 7 133 0 0,0 0 1 0 0,-1 0 0 0 0,3 16 0 0 0,-6-23-5 0 0,5 21 202 0 0,1-1-1 0 0,11 30 1 0 0,-13-44-882 0 0,1-1 1 0 0,0 0 0 0 0,0 0-1 0 0,11 14 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6 5529 0 0,'0'0'55'0'0,"0"0"0"0"0,0 0 0 0 0,0 0 1 0 0,0-1-1 0 0,0 1 0 0 0,0 0 0 0 0,0 0 0 0 0,0-1 0 0 0,0 1 0 0 0,0 0 0 0 0,0 0 0 0 0,0 0 0 0 0,0-1 0 0 0,0 1 0 0 0,0 0 1 0 0,-1 0-1 0 0,1 0 0 0 0,0-1 0 0 0,0 1 0 0 0,0 0 0 0 0,0 0 0 0 0,0 0 0 0 0,-1 0 0 0 0,1 0 0 0 0,0-1 0 0 0,0 1 0 0 0,0 0 1 0 0,-1 0-1 0 0,1 0 0 0 0,0 0 0 0 0,0 0 0 0 0,-1 0 0 0 0,1 0 0 0 0,0 0 0 0 0,0 0 0 0 0,0 0 0 0 0,-1 0 0 0 0,1 0 1 0 0,0 0-1 0 0,0 0 0 0 0,-1 0 0 0 0,1 0 0 0 0,0 0 0 0 0,0 0 0 0 0,0 0 0 0 0,-1 0 0 0 0,1 0 0 0 0,0 0 0 0 0,-1 1 0 0 0,-17 8 1928 0 0,-14 17 578 0 0,20-15-1893 0 0,0 1 0 0 0,1 1 0 0 0,1 0 0 0 0,-16 24 0 0 0,24-33-476 0 0,0 0-1 0 0,0 0 0 0 0,0 0 1 0 0,1 1-1 0 0,-1-1 0 0 0,1 0 1 0 0,0 1-1 0 0,1-1 1 0 0,-2 9-1 0 0,3-10-147 0 0,-1-1 1 0 0,0 1-1 0 0,1-1 0 0 0,-1 1 1 0 0,1-1-1 0 0,0 1 1 0 0,0-1-1 0 0,0 0 0 0 0,0 1 1 0 0,0-1-1 0 0,0 0 0 0 0,1 0 1 0 0,-1 0-1 0 0,1 0 1 0 0,-1 0-1 0 0,1 0 0 0 0,0 0 1 0 0,3 3-1 0 0,28 18-41 0 0,-23-17 2 0 0,-1 1-1 0 0,0 0 0 0 0,-1 0 0 0 0,1 0 0 0 0,12 16 0 0 0,-19-20-3 0 0,0 1 1 0 0,-1-1-1 0 0,1 0 1 0 0,0 0-1 0 0,-1 1 0 0 0,0-1 1 0 0,0 0-1 0 0,0 1 1 0 0,0-1-1 0 0,-1 1 0 0 0,1 0 1 0 0,-1-1-1 0 0,0 1 0 0 0,0-1 1 0 0,0 1-1 0 0,-1 0 1 0 0,1-1-1 0 0,-1 1 0 0 0,0-1 1 0 0,0 1-1 0 0,0-1 1 0 0,-3 6-1 0 0,-42 67-1668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3681 0 0,'8'-6'51'0'0,"-4"3"334"0"0,0 0 1 0 0,0 0 0 0 0,0 1-1 0 0,0-1 1 0 0,0 1 0 0 0,1 0-1 0 0,-1 0 1 0 0,1 0-1 0 0,0 0 1 0 0,8-1 0 0 0,-13 4-293 0 0,0-1 0 0 0,1 0 0 0 0,-1 1 0 0 0,0-1 1 0 0,0 1-1 0 0,0-1 0 0 0,1 1 0 0 0,-1-1 0 0 0,0 0 0 0 0,0 1 1 0 0,0-1-1 0 0,0 1 0 0 0,0-1 0 0 0,0 1 0 0 0,0-1 0 0 0,0 1 1 0 0,0-1-1 0 0,0 1 0 0 0,0-1 0 0 0,0 1 0 0 0,0-1 1 0 0,0 1-1 0 0,0-1 0 0 0,-1 1 0 0 0,1-1 0 0 0,0 1 0 0 0,0-1 1 0 0,0 0-1 0 0,-1 1 0 0 0,1-1 0 0 0,0 1 0 0 0,-1-1 0 0 0,1 0 1 0 0,-1 1-1 0 0,-11 23 917 0 0,10-21-686 0 0,-5 11 24 0 0,0-1-1 0 0,1 1 0 0 0,1 1 1 0 0,0-1-1 0 0,1 1 0 0 0,1 0 1 0 0,0 0-1 0 0,-1 15 0 0 0,4-26-274 0 0,0 0 0 0 0,0 1 0 0 0,0-1 0 0 0,1 0 0 0 0,-1 0 0 0 0,1 0 0 0 0,0 0-1 0 0,0 0 1 0 0,0 0 0 0 0,0-1 0 0 0,1 1 0 0 0,0 0 0 0 0,0-1 0 0 0,0 1 0 0 0,0-1 0 0 0,0 1-1 0 0,1-1 1 0 0,-1 0 0 0 0,1 0 0 0 0,0 0 0 0 0,0 0 0 0 0,0-1 0 0 0,0 1 0 0 0,1-1 0 0 0,-1 0 0 0 0,1 0-1 0 0,-1 0 1 0 0,1 0 0 0 0,0 0 0 0 0,0-1 0 0 0,0 0 0 0 0,0 0 0 0 0,0 0 0 0 0,5 0 0 0 0,-1 0 6 0 0,0 0 0 0 0,-1-1 1 0 0,1 0-1 0 0,0-1 1 0 0,0 0-1 0 0,-1 0 1 0 0,1 0-1 0 0,0-1 0 0 0,-1 0 1 0 0,1-1-1 0 0,-1 0 1 0 0,0 0-1 0 0,0 0 0 0 0,0-1 1 0 0,-1 0-1 0 0,11-8 1 0 0,-14 10-62 0 0,1-1 1 0 0,-1 0-1 0 0,1 0 1 0 0,-1-1-1 0 0,0 1 1 0 0,0 0-1 0 0,0-1 1 0 0,-1 0-1 0 0,1 0 1 0 0,-1 0-1 0 0,0 0 1 0 0,0 0-1 0 0,-1 0 1 0 0,1 0 0 0 0,-1-1-1 0 0,0 1 1 0 0,0-1-1 0 0,0 1 1 0 0,0-1-1 0 0,-1 1 1 0 0,0-1-1 0 0,0 1 1 0 0,0-1-1 0 0,-1 0 1 0 0,1 1-1 0 0,-1-1 1 0 0,0 1-1 0 0,0 0 1 0 0,-3-6-1 0 0,-1-2 259 0 0,0 1-1 0 0,-1-1 0 0 0,-14-18 1 0 0,-6 3-995 0 0,23 25-59 0 0,-1-1 0 0 0,0 1-1 0 0,1-1 1 0 0,-1 1 0 0 0,0 0 0 0 0,-6-1-1 0 0,-5-1-5711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6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0 102 3681 0 0,'44'54'9179'0'0,"-39"-45"-8302"0"0,2 0 0 0 0,-1 0 0 0 0,1-1 0 0 0,0 0 0 0 0,1 0 0 0 0,0-1 0 0 0,13 10 0 0 0,-20-16-858 0 0,-1-1 0 0 0,0 0-1 0 0,0 0 1 0 0,1 1 0 0 0,-1-1-1 0 0,0 0 1 0 0,1 0 0 0 0,-1 0-1 0 0,0 1 1 0 0,1-1 0 0 0,-1 0-1 0 0,0 0 1 0 0,1 0 0 0 0,-1 0-1 0 0,0 0 1 0 0,1 0 0 0 0,-1 0-1 0 0,1 0 1 0 0,-1 0 0 0 0,0 0-1 0 0,1 0 1 0 0,-1 0 0 0 0,0 0-1 0 0,1 0 1 0 0,-1 0 0 0 0,0 0-1 0 0,1 0 1 0 0,-1 0 0 0 0,0-1-1 0 0,1 1 1 0 0,-1 0 0 0 0,0 0-1 0 0,1 0 1 0 0,-1-1 0 0 0,1 1-1 0 0,1-15 473 0 0,-9-22 216 0 0,6 34-600 0 0,-2-9-185 0 0,0 0 0 0 0,1 0-1 0 0,0-1 1 0 0,1 1 0 0 0,0 0 0 0 0,1-1 0 0 0,1 1 0 0 0,0 0 0 0 0,0 0 0 0 0,6-23 0 0 0,1 16-7417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0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0 6913 0 0,'0'1'23'0'0,"0"-1"0"0"0,0 0 0 0 0,0 1 0 0 0,0-1 0 0 0,0 1 0 0 0,-1-1 0 0 0,1 0 0 0 0,0 1 0 0 0,0-1 0 0 0,0 0 0 0 0,0 1 0 0 0,0-1 0 0 0,0 0 0 0 0,-1 1 0 0 0,1-1 0 0 0,0 0 0 0 0,0 1 0 0 0,-1-1-1 0 0,1 0 1 0 0,0 0 0 0 0,0 1 0 0 0,-1-1 0 0 0,1 0 0 0 0,0 0 0 0 0,-1 1 0 0 0,1-1 0 0 0,0 0 0 0 0,-1 0 0 0 0,1 0 0 0 0,0 0 0 0 0,-1 0 0 0 0,1 1 0 0 0,0-1 0 0 0,-1 0 0 0 0,-18 8 502 0 0,15-7 174 0 0,-48 25 4858 0 0,45-22-5148 0 0,0 0 0 0 0,0 0 0 0 0,1 1 0 0 0,0 0 0 0 0,0 0 0 0 0,0 0 0 0 0,1 1 0 0 0,-1 0 0 0 0,-4 8 0 0 0,9-13-378 0 0,1 0 1 0 0,0 0-1 0 0,-1 0 1 0 0,1 0-1 0 0,0 0 1 0 0,-1 1-1 0 0,1-1 1 0 0,0 0-1 0 0,0 0 1 0 0,0 0-1 0 0,0 1 1 0 0,0-1-1 0 0,1 0 1 0 0,-1 0-1 0 0,0 0 1 0 0,0 0-1 0 0,1 1 1 0 0,-1-1-1 0 0,1 0 1 0 0,-1 0-1 0 0,1 0 1 0 0,-1 0-1 0 0,1 0 1 0 0,0 0-1 0 0,-1 0 1 0 0,1 0-1 0 0,0 0 1 0 0,0-1-1 0 0,0 1 1 0 0,0 0-1 0 0,0 0 1 0 0,0-1-1 0 0,0 1 1 0 0,0 0-1 0 0,0-1 1 0 0,2 1-1 0 0,48 24 33 0 0,-40-21 67 0 0,1 1-62 0 0,1 0 0 0 0,-1 1-1 0 0,0 1 1 0 0,0 0 0 0 0,15 12-1 0 0,-25-17-58 0 0,0-1-1 0 0,0 1 1 0 0,-1 0-1 0 0,1 0 1 0 0,0 0-1 0 0,-1 0 0 0 0,1 0 1 0 0,-1 0-1 0 0,0 1 1 0 0,0-1-1 0 0,0 0 1 0 0,0 1-1 0 0,0-1 1 0 0,0 1-1 0 0,0-1 0 0 0,-1 1 1 0 0,1-1-1 0 0,-1 1 1 0 0,0-1-1 0 0,0 1 1 0 0,0 0-1 0 0,0-1 1 0 0,0 1-1 0 0,-1-1 1 0 0,1 1-1 0 0,-1-1 0 0 0,0 1 1 0 0,1-1-1 0 0,-1 1 1 0 0,0-1-1 0 0,0 1 1 0 0,-1-1-1 0 0,1 0 1 0 0,0 0-1 0 0,-4 4 0 0 0,-4 5-34 0 0,0 0-1 0 0,-1 0 0 0 0,-1-1 0 0 0,-17 14 0 0 0,8-9-109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1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53 138 6449 0 0,'-15'1'1258'0'0,"12"0"-764"0"0,-1-1 0 0 0,1 0 0 0 0,-1 0 0 0 0,0 0 0 0 0,0 0 0 0 0,1-1 0 0 0,-1 1 0 0 0,-5-2 0 0 0,44-13 3172 0 0,253-55-3185 0 0,-238 59-594 0 0,32-4 7 0 0,-1 3-1 0 0,88-1 1 0 0,167 14 29 0 0,-67 19 30 0 0,-107-6 34 0 0,-147-13 13 0 0,848 43 64 0 0,-544-44 25 0 0,547 10 398 0 0,605 22 1597 0 0,-1378-33-4002 0 0,-53-2-4073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2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4860 2 10594 0 0,'1'0'49'0'0,"0"0"1"0"0,0-1-1 0 0,0 1 0 0 0,-1 0 0 0 0,1 0 0 0 0,0 0 1 0 0,0 0-1 0 0,0 0 0 0 0,0 0 0 0 0,0 0 0 0 0,0 0 0 0 0,0 0 1 0 0,-1 0-1 0 0,1 0 0 0 0,0 1 0 0 0,0-1 0 0 0,0 0 0 0 0,0 1 1 0 0,-1-1-1 0 0,1 0 0 0 0,0 1 0 0 0,0-1 0 0 0,-1 1 1 0 0,1-1-1 0 0,0 1 0 0 0,0 0 0 0 0,20 17 24 0 0,-15-12 75 0 0,-1 0 0 0 0,0 0-1 0 0,0 1 1 0 0,-1 0 0 0 0,0 0 0 0 0,0 0 0 0 0,-1 0 0 0 0,0 1 0 0 0,0-1 0 0 0,0 1 0 0 0,-1 0 0 0 0,2 12 0 0 0,0 12 978 0 0,0 59-1 0 0,-3-61-672 0 0,-6 239 314 0 0,2 55-104 0 0,36 95-619 0 0,-11-170-24 0 0,2-34 279 0 0,9-1 0 0 0,63 217 0 0 0,-92-419-213 0 0,17 87 440 0 0,-19-90-387 0 0,-1 0 0 0 0,-1 0 0 0 0,1 0 0 0 0,-2 1 0 0 0,1-1-1 0 0,-1 0 1 0 0,-1 0 0 0 0,-3 15 0 0 0,3-21-141 0 0,0 1-1 0 0,0 0 0 0 0,0-1 1 0 0,-1 0-1 0 0,1 1 1 0 0,-1-1-1 0 0,0 0 0 0 0,0 0 1 0 0,0-1-1 0 0,0 1 0 0 0,0 0 1 0 0,-1-1-1 0 0,1 0 1 0 0,-1 0-1 0 0,0 0 0 0 0,1 0 1 0 0,-1-1-1 0 0,0 1 1 0 0,0-1-1 0 0,-7 1 0 0 0,-11 2-6 0 0,1-1 0 0 0,-39 1 0 0 0,35-3 43 0 0,-796 72 992 0 0,-45 27-2995 0 0,166-25-1303 0 0,-796 0 291 0 0,460-76 970 0 0,972-1 937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32.8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84 5985 0 0,'2'-7'374'0'0,"1"0"-1"0"0,1 0 1 0 0,-1 0-1 0 0,1 0 1 0 0,7-9-1 0 0,9-17 3713 0 0,-15 54-1234 0 0,-1-4-2859 0 0,4 112 1201 0 0,-6-76-736 0 0,12 72-1 0 0,33 76-292 0 0,92 247-1 0 0,32 127-187 0 0,-151-459 619 0 0,-6 1-1 0 0,-4 1 1 0 0,-9 180 0 0 0,-11-205 504 0 0,6-61-1058 0 0,-1 38-1 0 0,5-65-1611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8.0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267 1398 2401 0 0,'-11'2'171'0'0,"1"1"0"0"0,0 1 0 0 0,1 0 0 0 0,-1 0 0 0 0,1 1 0 0 0,-17 10 0 0 0,-49 43 1941 0 0,31-22-1305 0 0,-19 20 5013 0 0,79-70-4279 0 0,1 1-1 0 0,35-21 0 0 0,3-2-964 0 0,116-94 261 0 0,191-133-100 0 0,145-44 335 0 0,-259 158-573 0 0,25-14-270 0 0,175-102-152 0 0,-369 216-74 0 0,155-113-1012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8.62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126 124 5529 0 0,'5'-13'623'0'0,"1"0"0"0"0,11-18 0 0 0,-11 20 666 0 0,0 1 0 0 0,-1-1 1 0 0,0 1-1 0 0,4-15 0 0 0,-17 31 1669 0 0,-2 8-2338 0 0,-23 58-436 0 0,3 2-1 0 0,4 1 1 0 0,-28 127-1 0 0,47-176-68 0 0,1 0-1 0 0,2 1 1 0 0,0 0-1 0 0,1 38 1 0 0,3-59-95 0 0,1 1 1 0 0,-1 0-1 0 0,1-1 1 0 0,0 1-1 0 0,1-1 0 0 0,-1 1 1 0 0,1-1-1 0 0,1 0 1 0 0,-1 1-1 0 0,1-1 0 0 0,0 0 1 0 0,0-1-1 0 0,1 1 1 0 0,0-1-1 0 0,0 1 1 0 0,0-1-1 0 0,1 0 0 0 0,-1 0 1 0 0,1-1-1 0 0,0 0 1 0 0,1 1-1 0 0,-1-2 0 0 0,9 6 1 0 0,3-2 63 0 0,0 0 0 0 0,1 0 0 0 0,0-2 1 0 0,0-1-1 0 0,0 0 0 0 0,1-1 0 0 0,-1 0 0 0 0,1-2 0 0 0,0-1 1 0 0,-1 0-1 0 0,1-1 0 0 0,22-4 0 0 0,24-7-77 0 0,-1-4 1 0 0,70-25-1 0 0,-30 8-1749 0 0,-84 27-185 0 0,-3 1-4201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9.2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58 33 6913 0 0,'-2'-1'144'0'0,"-39"-7"1177"0"0,26-1 1735 0 0,20 7-2468 0 0,0 0 0 0 0,0 1-1 0 0,0 0 1 0 0,0 0-1 0 0,0 0 1 0 0,8 1-1 0 0,144-3 1546 0 0,-45 0-1269 0 0,172 17 0 0 0,-277-13-850 0 0,-1 0 0 0 0,1 0 0 0 0,0 1 0 0 0,-1-1 0 0 0,0 2-1 0 0,1-1 1 0 0,9 6 0 0 0,-14-7 9 0 0,0 1 0 0 0,0-1 0 0 0,0 1-1 0 0,0 0 1 0 0,0-1 0 0 0,0 1 0 0 0,-1 0 0 0 0,1 0 0 0 0,0 0-1 0 0,-1 1 1 0 0,0-1 0 0 0,0 0 0 0 0,0 0 0 0 0,0 1 0 0 0,0-1-1 0 0,0 1 1 0 0,0-1 0 0 0,-1 1 0 0 0,1-1 0 0 0,-1 1 0 0 0,0-1-1 0 0,0 5 1 0 0,-2 27 208 0 0,-2-1-1 0 0,-1 1 1 0 0,-2-1-1 0 0,-1 0 0 0 0,-18 46 1 0 0,-1 7-91 0 0,26-83-265 0 0,-3 18 223 0 0,9-11-3130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49.8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91 5529 0 0,'-5'-63'2716'0'0,"5"36"6939"0"0,6 141-8401 0 0,36 200 1 0 0,-8-87-1110 0 0,-27-170-116 0 0,62 454 235 0 0,-65-491-287 0 0,29 208 233 0 0,-30-188-378 0 0,-1 0-1 0 0,-2 1 1 0 0,-9 66-1 0 0,9-106 2 0 0,0 1-81 0 0,0 0 0 0 0,-1 0 1 0 0,1 0-1 0 0,0 0 0 0 0,-1 0 1 0 0,1 0-1 0 0,-1-1 0 0 0,0 1 1 0 0,0 0-1 0 0,0 0 0 0 0,0 0 1 0 0,-2 2-1 0 0,0-5-1242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0.8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54 5497 0 0,'-1'0'15'0'0,"0"0"-1"0"0,0-1 1 0 0,1 1 0 0 0,-1 0-1 0 0,0-1 1 0 0,1 1 0 0 0,-1-1-1 0 0,0 1 1 0 0,1-1 0 0 0,-1 1-1 0 0,1-1 1 0 0,-1 0-1 0 0,1 1 1 0 0,-1-1 0 0 0,1 0-1 0 0,-1 1 1 0 0,1-1 0 0 0,-1 0-1 0 0,1 0 1 0 0,0 1 0 0 0,0-1-1 0 0,-1 0 1 0 0,1 0 0 0 0,0 0-1 0 0,0 1 1 0 0,0-1-1 0 0,0 0 1 0 0,0 0 0 0 0,0 0-1 0 0,0 1 1 0 0,0-1 0 0 0,0 0-1 0 0,0 0 1 0 0,1-1 0 0 0,0 1 7 0 0,1-1 0 0 0,-1 1 0 0 0,1 0 0 0 0,-1-1 0 0 0,1 1 0 0 0,0 0 0 0 0,0 0 0 0 0,-1 0 0 0 0,1 0 0 0 0,0 1 0 0 0,0-1 0 0 0,0 0 0 0 0,0 1 0 0 0,2-1 0 0 0,30-5 1205 0 0,-1 2 0 0 0,1 1 0 0 0,0 2 0 0 0,53 4 0 0 0,-43-2-517 0 0,328 26 1946 0 0,-202-13-2324 0 0,510 51-95 0 0,142 11 626 0 0,4-66-37 0 0,-548-26-845 0 0,334-16 766 0 0,-1 28-522 0 0,-598 4-233 0 0,32 2-56 0 0,-42-2 68 0 0,0 1 1 0 0,-1-1-1 0 0,1 1 1 0 0,0-1-1 0 0,0 1 1 0 0,-1 0-1 0 0,1 0 1 0 0,0 0-1 0 0,-1 1 0 0 0,1-1 1 0 0,4 4-1 0 0,-3 0 185 0 0,0-1 0 0 0,-1 1 0 0 0,1 1-1 0 0,-1-1 1 0 0,0 1 0 0 0,0-1 0 0 0,-1 1-1 0 0,0 0 1 0 0,2 6 0 0 0,11 60 52 0 0,-10-44-70 0 0,92 420 304 0 0,36-9-332 0 0,-16-90-194 0 0,-92-257 45 0 0,24 175-1 0 0,-47-247 10 0 0,13 166-21 0 0,-15-164 14 0 0,-1 0 0 0 0,-1 0 0 0 0,0 0 0 0 0,-2-1 0 0 0,0 1 1 0 0,-11 28-1 0 0,13-45 15 0 0,0-1 1 0 0,-1 1 0 0 0,0 0-1 0 0,0-1 1 0 0,0 1 0 0 0,0-1-1 0 0,-1 0 1 0 0,0 0 0 0 0,1-1-1 0 0,-1 1 1 0 0,-1-1-1 0 0,1 0 1 0 0,0 0 0 0 0,-1 0-1 0 0,0 0 1 0 0,0-1 0 0 0,1 0-1 0 0,-1 0 1 0 0,-1 0 0 0 0,-6 1-1 0 0,-11 2 78 0 0,0-1-1 0 0,0-1 1 0 0,-34-1-1 0 0,17 0-44 0 0,-1700 42-190 0 0,1435-45-312 0 0,-651-14-84 0 0,-65 11 1620 0 0,980 6-1041 0 0,-63 1 111 0 0,92-4-253 0 0,0 0 0 0 0,0 0 1 0 0,1-1-1 0 0,-1 0 1 0 0,0-1-1 0 0,-14-6 0 0 0,18 4-722 0 0,4 0-221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2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31 4145 0 0,'-12'-22'617'0'0,"10"13"720"0"0,12 14 983 0 0,-4 2-1762 0 0,0-1 1 0 0,0 1-1 0 0,-1 1 1 0 0,0-1-1 0 0,0 1 0 0 0,-1 0 1 0 0,0 0-1 0 0,5 15 0 0 0,19 74 1187 0 0,-23-80-1413 0 0,10 61 824 0 0,11 160 1 0 0,-3-20-1027 0 0,-17-180-496 0 0,2 0 0 0 0,2-1 1 0 0,23 61-1 0 0,-22-72-580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5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11 167 3681 0 0,'-2'-4'269'0'0,"0"1"0"0"0,1-1 0 0 0,0 0 0 0 0,0 0 0 0 0,0 0 0 0 0,0 1 0 0 0,0-1 0 0 0,1 0 0 0 0,0 0 0 0 0,-1 0 0 0 0,2 0 0 0 0,0-7 0 0 0,-1 4 96 0 0,1 0-1 0 0,1 0 1 0 0,-1 0-1 0 0,1 1 1 0 0,1-1 0 0 0,3-8-1 0 0,-4 11-194 0 0,0 1 0 0 0,1-1 0 0 0,-1 1 0 0 0,1 0-1 0 0,0 0 1 0 0,-1 0 0 0 0,1 0 0 0 0,1 0 0 0 0,-1 0 0 0 0,0 1 0 0 0,1 0 0 0 0,-1 0 0 0 0,1 0-1 0 0,7-3 1 0 0,-4 3 47 0 0,-1 0 1 0 0,1 0-1 0 0,0 1 0 0 0,0 0 0 0 0,0 1 0 0 0,0-1 0 0 0,0 1 1 0 0,9 1-1 0 0,-3 1 53 0 0,0 0 1 0 0,0 1-1 0 0,0 1 1 0 0,0 0-1 0 0,-1 0 1 0 0,1 1-1 0 0,-1 1 1 0 0,20 12 0 0 0,-15-6-161 0 0,0 1 0 0 0,-1 1 0 0 0,-1 0 1 0 0,0 1-1 0 0,-1 0 0 0 0,18 26 1 0 0,-28-35-90 0 0,1 1 1 0 0,-1 0 0 0 0,0 0 0 0 0,0 0-1 0 0,-1 1 1 0 0,0-1 0 0 0,0 1 0 0 0,-1 0-1 0 0,0 0 1 0 0,0 0 0 0 0,-1 0 0 0 0,0 0-1 0 0,-1 0 1 0 0,1 0 0 0 0,-2 0 0 0 0,1 0-1 0 0,-1 0 1 0 0,0 0 0 0 0,-4 13-1 0 0,2-14 49 0 0,0 1-1 0 0,-1-1 0 0 0,1 0 0 0 0,-2 0 0 0 0,1 0 0 0 0,-1-1 1 0 0,0 1-1 0 0,0-1 0 0 0,-1 0 0 0 0,0-1 0 0 0,0 0 0 0 0,-7 5 0 0 0,-8 5 162 0 0,-1-2-1 0 0,-34 15 0 0 0,-11 7-1435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1.9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0,'3'2'271'0'0,"1"-1"-1"0"0,-1 2 0 0 0,0-1 0 0 0,0 0 1 0 0,-1 0-1 0 0,1 1 0 0 0,0 0 0 0 0,-1-1 0 0 0,1 1 1 0 0,-1 0-1 0 0,0 0 0 0 0,2 4 0 0 0,3 5 501 0 0,0 1 0 0 0,-1 0 0 0 0,-1 0 0 0 0,0 1-1 0 0,0-1 1 0 0,-1 1 0 0 0,-1 0 0 0 0,1 16 0 0 0,6 120 513 0 0,-9-93-971 0 0,0-41-311 0 0,5 57 26 0 0,-6-67-40 0 0,2 0 0 0 0,-1 1-1 0 0,1-1 1 0 0,0 0 0 0 0,0 0 0 0 0,0 0 0 0 0,1-1 0 0 0,6 11-1 0 0,-8-16-24 0 0,-1 1 0 0 0,0 0 0 0 0,1-1 0 0 0,-1 1 0 0 0,1-1 0 0 0,-1 1 0 0 0,1-1 0 0 0,-1 1 0 0 0,1-1 0 0 0,-1 1 0 0 0,1-1 0 0 0,0 0 0 0 0,-1 1 0 0 0,1-1 0 0 0,0 0 0 0 0,-1 0 0 0 0,1 1 0 0 0,0-1 0 0 0,-1 0-1 0 0,1 0 1 0 0,0 0 0 0 0,-1 0 0 0 0,1 0 0 0 0,0 0 0 0 0,0 0 0 0 0,-1 0 0 0 0,1 0 0 0 0,1 0 0 0 0,-1-1-22 0 0,1 0 1 0 0,0 0-1 0 0,-1 0 0 0 0,1 0 0 0 0,-1 0 1 0 0,1 0-1 0 0,-1 0 0 0 0,0 0 0 0 0,1-1 1 0 0,-1 1-1 0 0,1-2 0 0 0,26-45-640 0 0,-25 43 633 0 0,41-99-8 0 0,-32 72 251 0 0,2 0-1 0 0,0 2 1 0 0,34-53-1 0 0,-47 82-104 0 0,0-1 0 0 0,0 1 0 0 0,0-1-1 0 0,0 1 1 0 0,0 0 0 0 0,0-1 0 0 0,0 1 0 0 0,1 0 0 0 0,-1 0 0 0 0,0 0-1 0 0,1 0 1 0 0,-1 0 0 0 0,1 0 0 0 0,-1 0 0 0 0,1 0 0 0 0,-1 1 0 0 0,1-1-1 0 0,0 0 1 0 0,-1 1 0 0 0,1 0 0 0 0,0-1 0 0 0,0 1 0 0 0,-1 0 0 0 0,1 0 0 0 0,0 0-1 0 0,1 0 1 0 0,-1 1-22 0 0,0 0-1 0 0,0 0 1 0 0,0 0-1 0 0,0 1 1 0 0,-1-1-1 0 0,1 0 1 0 0,-1 1-1 0 0,1 0 1 0 0,-1-1-1 0 0,1 1 0 0 0,-1 0 1 0 0,0-1-1 0 0,0 1 1 0 0,0 0-1 0 0,0 0 1 0 0,0 0-1 0 0,0 0 1 0 0,-1 0-1 0 0,1 0 1 0 0,-1 0-1 0 0,1 3 1 0 0,6 30 246 0 0,-2-1 0 0 0,1 58 0 0 0,0 4-1391 0 0,-3-76-958 0 0,0 0 1 0 0,11 35 0 0 0,-5-29-3820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2.3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56 179 11058 0 0,'2'2'5009'0'0,"-3"3"-3826"0"0,2-1-429 0 0,3 5-515 0 0,0 1 0 0 0,1-1 0 0 0,0 0 0 0 0,0 0 0 0 0,1 0 0 0 0,0-1 1 0 0,1 0-1 0 0,-1 0 0 0 0,16 13 0 0 0,-20-19-227 0 0,1 1 0 0 0,0-1 0 0 0,0 0 0 0 0,1 1 0 0 0,-1-1 0 0 0,0 0 0 0 0,1-1 0 0 0,-1 1 0 0 0,1-1 0 0 0,-1 1 0 0 0,1-1 0 0 0,0 0 0 0 0,-1-1 1 0 0,1 1-1 0 0,0-1 0 0 0,0 1 0 0 0,0-1 0 0 0,0 0 0 0 0,-1 0 0 0 0,1-1 0 0 0,0 1 0 0 0,0-1 0 0 0,0 0 0 0 0,-1 0 0 0 0,1 0 0 0 0,0-1 0 0 0,-1 1 0 0 0,1-1 0 0 0,-1 0 0 0 0,6-3 0 0 0,-6 2 2 0 0,0 1 0 0 0,0-1 0 0 0,0 1 0 0 0,-1-1 0 0 0,1 0 0 0 0,-1 0 0 0 0,1 0 0 0 0,-1-1 0 0 0,0 1-1 0 0,0-1 1 0 0,0 1 0 0 0,-1-1 0 0 0,1 1 0 0 0,-1-1 0 0 0,1-6 0 0 0,-1 3 11 0 0,0 1-1 0 0,-1 0 1 0 0,0-1 0 0 0,0 1-1 0 0,-1-1 1 0 0,0 1 0 0 0,0 0 0 0 0,0 0-1 0 0,-3-7 1 0 0,0 0 66 0 0,-1 1-1 0 0,-1-1 1 0 0,0 1-1 0 0,-1 0 1 0 0,0 0-1 0 0,-1 1 1 0 0,0 0-1 0 0,-13-13 1 0 0,15 18-59 0 0,-1 1 0 0 0,1 0-1 0 0,-1 0 1 0 0,1 1 0 0 0,-1 0 0 0 0,-1 0 0 0 0,1 1 0 0 0,0 0 0 0 0,-1 0 0 0 0,0 1 0 0 0,1 0 0 0 0,-1 0 0 0 0,-12-1-1 0 0,16 3-117 0 0,1-1 0 0 0,-1 1 0 0 0,1 0 0 0 0,0 0 0 0 0,-1 1 0 0 0,1-1-1 0 0,0 1 1 0 0,-1 0 0 0 0,1 0 0 0 0,0 0 0 0 0,-1 0 0 0 0,1 0 0 0 0,0 1-1 0 0,0-1 1 0 0,0 1 0 0 0,0 0 0 0 0,1 0 0 0 0,-1 0 0 0 0,0 0-1 0 0,1 1 1 0 0,0-1 0 0 0,-1 1 0 0 0,1-1 0 0 0,0 1 0 0 0,0 0 0 0 0,0 0-1 0 0,1 0 1 0 0,-1 0 0 0 0,1 0 0 0 0,0 0 0 0 0,-1 0 0 0 0,2 1-1 0 0,-1-1 1 0 0,-1 4 0 0 0,2 27-3120 0 0,4-19-2830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2.7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73 6913 0 0,'-1'-18'290'0'0,"0"15"200"0"0,1 1 0 0 0,-1-1 0 0 0,1 0 0 0 0,0 1 0 0 0,0-1 0 0 0,0 0 0 0 0,0 1 0 0 0,1-6 1 0 0,8 4 1654 0 0,9 11-1269 0 0,-12-4-612 0 0,0 1 1 0 0,0 0-1 0 0,-1 1 0 0 0,1 0 1 0 0,-1 0-1 0 0,0 0 0 0 0,-1 0 0 0 0,1 1 1 0 0,-1-1-1 0 0,0 1 0 0 0,6 12 1 0 0,-2 2 336 0 0,0 1 0 0 0,8 32 0 0 0,-10-29-123 0 0,15 35 1 0 0,-18-52-398 0 0,0 0 0 0 0,1-1 1 0 0,0 1-1 0 0,0-1 1 0 0,0 0-1 0 0,1 0 0 0 0,0 0 1 0 0,1 0-1 0 0,6 5 1 0 0,-12-11-90 0 0,1 1 0 0 0,0 0 0 0 0,-1-1 1 0 0,1 1-1 0 0,0-1 0 0 0,0 1 0 0 0,0-1 1 0 0,-1 1-1 0 0,1-1 0 0 0,0 0 0 0 0,0 1 1 0 0,0-1-1 0 0,0 0 0 0 0,0 0 1 0 0,0 0-1 0 0,0 0 0 0 0,-1 1 0 0 0,1-1 1 0 0,0 0-1 0 0,0 0 0 0 0,0-1 0 0 0,0 1 1 0 0,0 0-1 0 0,0 0 0 0 0,1-1 0 0 0,0 0 10 0 0,-1 0 0 0 0,0 0 0 0 0,0 0 0 0 0,1 0 0 0 0,-1 0-1 0 0,0-1 1 0 0,0 1 0 0 0,0 0 0 0 0,0-1 0 0 0,-1 1-1 0 0,1-1 1 0 0,0 1 0 0 0,0-3 0 0 0,3-7-79 0 0,-1-1-1 0 0,0 1 1 0 0,1-17 0 0 0,-3 18-295 0 0,3-12 290 0 0,1 0 0 0 0,1 0-1 0 0,1 1 1 0 0,1 0 0 0 0,12-24-1 0 0,-16 37 61 0 0,0 1 0 0 0,0 0 1 0 0,1 0-1 0 0,0 0 0 0 0,0 1 0 0 0,0-1 0 0 0,1 1 0 0 0,0 1 0 0 0,0-1 0 0 0,1 1 0 0 0,0 0 1 0 0,-1 0-1 0 0,2 1 0 0 0,-1 0 0 0 0,0 0 0 0 0,1 1 0 0 0,9-4 0 0 0,-14 7 52 0 0,0-1-1 0 0,1 1 0 0 0,-1 0 1 0 0,0-1-1 0 0,1 2 0 0 0,-1-1 1 0 0,0 0-1 0 0,1 1 0 0 0,-1-1 1 0 0,0 1-1 0 0,1 0 0 0 0,-1 0 1 0 0,0 0-1 0 0,0 1 0 0 0,0-1 1 0 0,0 1-1 0 0,0-1 1 0 0,0 1-1 0 0,-1 0 0 0 0,1 0 1 0 0,0 1-1 0 0,-1-1 0 0 0,0 0 1 0 0,1 1-1 0 0,-1-1 0 0 0,0 1 1 0 0,0 0-1 0 0,-1 0 0 0 0,1 0 1 0 0,1 3-1 0 0,6 12 280 0 0,-1 0 1 0 0,-1 1-1 0 0,9 37 0 0 0,-10-36-215 0 0,20 85 170 0 0,12 38-483 0 0,-15-67-2363 0 0,-16-52 1622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3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1 396 8290 0 0,'32'-9'1401'0'0,"1"-1"0"0"0,-1-2 0 0 0,-1 0 0 0 0,0-3 0 0 0,41-25 0 0 0,-64 34-1086 0 0,0 0 0 0 0,0 0 0 0 0,-1-1 0 0 0,1 0 0 0 0,-1-1 0 0 0,-1 0 0 0 0,0 0 0 0 0,0 0 1 0 0,8-15-1 0 0,-11 15-216 0 0,0 0 0 0 0,0 1 0 0 0,-1-1 1 0 0,0 0-1 0 0,-1 0 0 0 0,1-1 1 0 0,-2 1-1 0 0,1 0 0 0 0,-1 0 0 0 0,0 0 1 0 0,-1-1-1 0 0,0 1 0 0 0,-3-12 1 0 0,3 12-45 0 0,-1 1 0 0 0,0 0 0 0 0,0 0 1 0 0,-1 0-1 0 0,0 1 0 0 0,0-1 1 0 0,-9-11-1 0 0,11 16-44 0 0,0 1-1 0 0,0-1 1 0 0,0 1 0 0 0,-1 0 0 0 0,1-1-1 0 0,-1 1 1 0 0,1 0 0 0 0,-1 0 0 0 0,1 0-1 0 0,-1 0 1 0 0,0 0 0 0 0,1 1 0 0 0,-1-1-1 0 0,0 0 1 0 0,0 1 0 0 0,1-1 0 0 0,-1 1-1 0 0,0 0 1 0 0,0 0 0 0 0,0 0 0 0 0,0-1-1 0 0,0 2 1 0 0,1-1 0 0 0,-1 0 0 0 0,0 0-1 0 0,0 1 1 0 0,0-1 0 0 0,0 1 0 0 0,1-1-1 0 0,-1 1 1 0 0,0 0 0 0 0,1-1 0 0 0,-1 1-1 0 0,0 0 1 0 0,1 0 0 0 0,-3 2 0 0 0,-4 3-16 0 0,1 1 1 0 0,-1-1-1 0 0,1 1 1 0 0,1 1 0 0 0,-1-1-1 0 0,1 1 1 0 0,0 0-1 0 0,1 1 1 0 0,0-1-1 0 0,1 1 1 0 0,-5 10 0 0 0,1 1-48 0 0,1 1 1 0 0,0 0-1 0 0,-6 41 1 0 0,12-53 51 0 0,0 0-1 0 0,0-1 1 0 0,1 1 0 0 0,0 0-1 0 0,1 0 1 0 0,0 0 0 0 0,0 0-1 0 0,1 0 1 0 0,0-1 0 0 0,0 1-1 0 0,1-1 1 0 0,1 1 0 0 0,-1-1-1 0 0,1 0 1 0 0,9 13 0 0 0,-6-11-11 0 0,1 0 1 0 0,1-1 0 0 0,0 0-1 0 0,0-1 1 0 0,1 0 0 0 0,0 0 0 0 0,0-1-1 0 0,1 0 1 0 0,0 0 0 0 0,18 6-1 0 0,-5-2-468 0 0,0-2-1 0 0,0-1 1 0 0,1-1 0 0 0,0-1-1 0 0,40 4 1 0 0,-24-8-6349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4.2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34 1376 0 0,'-2'-3'547'0'0,"-12"-20"4213"0"0,13 22-4526 0 0,1 1-1 0 0,-1-1 1 0 0,1 0-1 0 0,-1 1 1 0 0,1-1-1 0 0,-1 1 0 0 0,0 0 1 0 0,1-1-1 0 0,-1 1 1 0 0,0-1-1 0 0,1 1 1 0 0,-1 0-1 0 0,0-1 1 0 0,0 1-1 0 0,1 0 1 0 0,-1 0-1 0 0,0 0 1 0 0,0 0-1 0 0,1 0 1 0 0,-1 0-1 0 0,0 0 1 0 0,0 0-1 0 0,1 0 1 0 0,-1 0-1 0 0,0 0 1 0 0,0 0-1 0 0,1 0 1 0 0,-1 1-1 0 0,0-1 1 0 0,0 0-1 0 0,1 0 1 0 0,-1 1-1 0 0,0-1 1 0 0,-1 2 607 0 0,2-2-774 0 0,0 1 1 0 0,-1-1-1 0 0,1 0 1 0 0,0 0-1 0 0,0 0 1 0 0,0 0-1 0 0,0 1 1 0 0,0-1-1 0 0,0 0 1 0 0,0 0-1 0 0,0 0 1 0 0,0 1-1 0 0,0-1 1 0 0,0 0-1 0 0,0 0 1 0 0,0 0-1 0 0,2 3 1081 0 0,-2-3-1080 0 0,11 9 795 0 0,12 2-493 0 0,17 3 121 0 0,0-3 1 0 0,0-1-1 0 0,74 9 1 0 0,126-3-168 0 0,-227-16-284 0 0,727 7 649 0 0,-463-8-466 0 0,404-9-59 0 0,-4-50-716 0 0,-594 49-1627 0 0,-45 7-4960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4.7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318 40 2897 0 0,'0'-2'331'0'0,"0"0"1"0"0,0 0 0 0 0,0 1 0 0 0,1-1 0 0 0,-1 0 0 0 0,0 0 0 0 0,1 1-1 0 0,0-1 1 0 0,-1 1 0 0 0,1-1 0 0 0,0 0 0 0 0,0 1 0 0 0,0-1-1 0 0,0 1 1 0 0,0 0 0 0 0,0-1 0 0 0,0 1 0 0 0,1 0 0 0 0,-1 0-1 0 0,0-1 1 0 0,1 1 0 0 0,-1 0 0 0 0,1 1 0 0 0,-1-1 0 0 0,1 0-1 0 0,-1 0 1 0 0,1 1 0 0 0,2-2 0 0 0,-5 5 28 0 0,1 0-1 0 0,-1 0 1 0 0,0 0 0 0 0,0 0 0 0 0,0 0-1 0 0,0 0 1 0 0,0-1 0 0 0,-1 1-1 0 0,1-1 1 0 0,-3 4 0 0 0,-26 33 271 0 0,-2-2 0 0 0,-1-1 0 0 0,-59 49 0 0 0,-3 4 76 0 0,92-87-686 0 0,-4 5 66 0 0,1 0 0 0 0,-1 0 1 0 0,1 0-1 0 0,0 1 0 0 0,-4 9 0 0 0,9-16-70 0 0,0 0-1 0 0,0 1 0 0 0,1-1 0 0 0,-1 1 0 0 0,0-1 1 0 0,1 1-1 0 0,0-1 0 0 0,-1 1 0 0 0,1-1 0 0 0,0 1 1 0 0,0-1-1 0 0,0 1 0 0 0,0 0 0 0 0,0-1 0 0 0,0 1 1 0 0,0-1-1 0 0,0 1 0 0 0,1-1 0 0 0,-1 1 1 0 0,1-1-1 0 0,-1 1 0 0 0,1-1 0 0 0,-1 1 0 0 0,1-1 1 0 0,0 0-1 0 0,0 1 0 0 0,0-1 0 0 0,0 0 0 0 0,0 0 1 0 0,0 1-1 0 0,0-1 0 0 0,0 0 0 0 0,0 0 0 0 0,1 0 1 0 0,-1 0-1 0 0,0-1 0 0 0,1 1 0 0 0,1 1 0 0 0,7 3 40 0 0,-1-1-1 0 0,1 0 1 0 0,0-1-1 0 0,1 0 1 0 0,-1-1-1 0 0,0 0 0 0 0,22 2 1 0 0,79-5-903 0 0,-74-1-370 0 0,9 1-5716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5.3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5 8754 0 0,'-2'-1'134'0'0,"0"0"-1"0"0,0 1 1 0 0,0-1 0 0 0,0 1-1 0 0,0-1 1 0 0,0 1 0 0 0,0 0-1 0 0,0 0 1 0 0,0 0 0 0 0,0 0-1 0 0,0 0 1 0 0,0 1 0 0 0,0-1-1 0 0,0 0 1 0 0,0 1 0 0 0,0 0 0 0 0,0-1-1 0 0,-3 3 1 0 0,4-3-11 0 0,-1 1 0 0 0,1 0 0 0 0,0 0 0 0 0,0 0 0 0 0,0 1 0 0 0,0-1 0 0 0,1 0 0 0 0,-1 0 0 0 0,0 0 0 0 0,0 1 0 0 0,1-1 0 0 0,-1 0 0 0 0,0 1 1 0 0,1-1-1 0 0,0 1 0 0 0,-1-1 0 0 0,1 0 0 0 0,0 1 0 0 0,0-1 0 0 0,-1 1 0 0 0,1-1 0 0 0,1 1 0 0 0,-1-1 0 0 0,0 1 0 0 0,0-1 0 0 0,0 1 0 0 0,2 2 0 0 0,3 14 275 0 0,1 0 1 0 0,0-1-1 0 0,2 0 0 0 0,0 0 0 0 0,1-1 1 0 0,0 0-1 0 0,2 0 0 0 0,0-1 0 0 0,21 23 1 0 0,14 8-185 0 0,74 58 0 0 0,-62-55 256 0 0,-7-9-278 0 0,-34-28-146 0 0,0 1 1 0 0,-1 0-1 0 0,-1 1 1 0 0,0 1 0 0 0,-1 0-1 0 0,-1 1 1 0 0,13 19-1 0 0,-25-32-42 0 0,1 0 0 0 0,0 0-1 0 0,-1 0 1 0 0,0 1 0 0 0,0-1-1 0 0,0 1 1 0 0,0-1 0 0 0,0 0-1 0 0,-1 1 1 0 0,0 0 0 0 0,1-1-1 0 0,-1 1 1 0 0,-1-1 0 0 0,1 1-1 0 0,0-1 1 0 0,-2 7 0 0 0,0-5 31 0 0,0 0 1 0 0,-1 0 0 0 0,1 0 0 0 0,-1 0 0 0 0,0 0 0 0 0,0-1 0 0 0,0 1-1 0 0,-1-1 1 0 0,-7 7 0 0 0,-6 4 190 0 0,-2-1-1 0 0,0 0 1 0 0,0-2-1 0 0,-24 12 1 0 0,31-18-90 0 0,-12 7-127 0 0,-14 8 194 0 0,-36 25 1 0 0,62-37-931 0 0,1 0 0 0 0,0 1-1 0 0,-17 19 1 0 0,16-12-6310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5.9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237 12 7834 0 0,'3'-12'2838'0'0,"3"17"-706"0"0,5 16-522 0 0,-10-11-1325 0 0,-1 0 0 0 0,0-1-1 0 0,-1 1 1 0 0,0 0 0 0 0,0-1 0 0 0,-1 1 0 0 0,0 0 0 0 0,-7 17 0 0 0,2-5 85 0 0,-68 225 1968 0 0,30-104-1847 0 0,-43 228 0 0 0,81-319-508 0 0,4-18-981 0 0,-14 50 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2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55 3225 0 0,'20'-55'11738'0'0,"-10"74"-10043"0"0,25 69 165 0 0,120 286 1472 0 0,-105-268-3155 0 0,91 143 1 0 0,-140-247-199 0 0,49 67-171 0 0,-46-64-37 0 0,1 1 0 0 0,0-1 1 0 0,0 0-1 0 0,1 0 0 0 0,-1-1 0 0 0,1 0 1 0 0,0 0-1 0 0,0 0 0 0 0,11 4 0 0 0,-9-6-1727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3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44 145 8290 0 0,'-5'-1'483'0'0,"-19"-5"-610"0"0,23 6 320 0 0,0 0-1 0 0,1 0 0 0 0,-1 0 0 0 0,0-1 0 0 0,0 1 0 0 0,1 0 1 0 0,-1-1-1 0 0,0 1 0 0 0,1 0 0 0 0,-1-1 0 0 0,0 1 1 0 0,1-1-1 0 0,-1 1 0 0 0,0-1 0 0 0,1 1 0 0 0,-1-1 1 0 0,1 1-1 0 0,-1-1 0 0 0,1 0 0 0 0,-1 1 0 0 0,1-1 1 0 0,-1-1-1 0 0,2 1 107 0 0,1-1 1 0 0,-1 0-1 0 0,0 1 1 0 0,1-1 0 0 0,-1 1-1 0 0,1 0 1 0 0,-1-1-1 0 0,1 1 1 0 0,0 0-1 0 0,-1 0 1 0 0,1 0-1 0 0,0 0 1 0 0,0 0 0 0 0,0 1-1 0 0,0-1 1 0 0,0 0-1 0 0,2 1 1 0 0,3-3 37 0 0,216-87-849 0 0,-189 76-1048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6.8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64 212 1376 0 0,'0'-18'625'0'0,"-8"-13"5223"0"0,8 30-5511 0 0,-1-1 0 0 0,0 0 0 0 0,1 1 0 0 0,-1-1 0 0 0,0 0 0 0 0,0 1 0 0 0,0-1 0 0 0,0 1 0 0 0,0 0 0 0 0,0-1 0 0 0,-1 1 0 0 0,1 0 0 0 0,0-1 0 0 0,-1 1 0 0 0,1 0 0 0 0,-1 0-1 0 0,0 0 1 0 0,1 1 0 0 0,-1-1 0 0 0,1 0 0 0 0,-1 0 0 0 0,0 1 0 0 0,0-1 0 0 0,1 1 0 0 0,-4-1 0 0 0,4 1-252 0 0,1 0 0 0 0,-1 0 0 0 0,0 1 0 0 0,1-1-1 0 0,-1 0 1 0 0,0 0 0 0 0,1 0 0 0 0,-1 1 0 0 0,0-1-1 0 0,1 0 1 0 0,-1 0 0 0 0,0 1 0 0 0,1-1 0 0 0,-1 1 0 0 0,1-1-1 0 0,-1 1 1 0 0,1-1 0 0 0,-1 1 0 0 0,1-1 0 0 0,-1 1-1 0 0,1-1 1 0 0,-1 1 0 0 0,1-1 0 0 0,0 1 0 0 0,-1 1 0 0 0,-4 23 750 0 0,10 23-355 0 0,8-2-73 0 0,2-1 0 0 0,2 0 0 0 0,1-2 0 0 0,3 0 0 0 0,51 79 0 0 0,-67-113-474 0 0,1-1 1 0 0,1 0 0 0 0,-1-1-1 0 0,1 0 1 0 0,0 0-1 0 0,1 0 1 0 0,0-1 0 0 0,0 0-1 0 0,0-1 1 0 0,10 5-1 0 0,-16-8 47 0 0,1-1-1 0 0,-1 0 1 0 0,1 0-1 0 0,-1 0 1 0 0,1 0-1 0 0,0-1 1 0 0,-1 1-1 0 0,1-1 1 0 0,0 1-1 0 0,0-1 1 0 0,-1 0-1 0 0,1 0 1 0 0,0 0-1 0 0,0-1 1 0 0,-1 1-1 0 0,1-1 1 0 0,0 1-1 0 0,-1-1 1 0 0,1 0-1 0 0,0 0 1 0 0,-1 0-1 0 0,1-1 1 0 0,-1 1-1 0 0,0 0 1 0 0,1-1-1 0 0,-1 0 0 0 0,0 1 1 0 0,0-1-1 0 0,0 0 1 0 0,0 0-1 0 0,0 0 1 0 0,0 0-1 0 0,-1-1 1 0 0,1 1-1 0 0,-1 0 1 0 0,0-1-1 0 0,1 1 1 0 0,-1-1-1 0 0,1-4 1 0 0,12-45-342 0 0,-14 46 311 0 0,2-1 0 0 0,-1 0 0 0 0,1 1 0 0 0,-1-1-1 0 0,2 1 1 0 0,-1-1 0 0 0,1 1 0 0 0,0 0 0 0 0,6-9-1 0 0,-8 14 51 0 0,0 0 0 0 0,1 0 0 0 0,-1 0 0 0 0,0 0 0 0 0,1 1 0 0 0,-1-1 0 0 0,0 1 0 0 0,1-1 0 0 0,-1 1 0 0 0,1-1 0 0 0,-1 1-1 0 0,1 0 1 0 0,-1 0 0 0 0,1 0 0 0 0,-1 0 0 0 0,1 0 0 0 0,-1 0 0 0 0,1 0 0 0 0,-1 0 0 0 0,1 0 0 0 0,-1 1 0 0 0,1-1 0 0 0,-1 1 0 0 0,1-1 0 0 0,-1 1-1 0 0,3 1 1 0 0,40 23-38 0 0,-35-19 35 0 0,20 12 172 0 0,0-1-1 0 0,1-2 0 0 0,41 15 0 0 0,-60-26-88 0 0,-1-1 0 0 0,1-1-1 0 0,0 0 1 0 0,1 0 0 0 0,21 0-1 0 0,-27-3-59 0 0,0 1-1 0 0,0-1 1 0 0,0 0-1 0 0,0 0 0 0 0,-1-1 1 0 0,1 1-1 0 0,0-1 1 0 0,-1 0-1 0 0,1-1 0 0 0,-1 0 1 0 0,0 0-1 0 0,6-4 1 0 0,-4 1 25 0 0,-1 0 1 0 0,0 0-1 0 0,0 0 1 0 0,-1-1 0 0 0,0 0-1 0 0,0 0 1 0 0,0 0 0 0 0,-1-1-1 0 0,0 1 1 0 0,-1-1-1 0 0,0 0 1 0 0,0 0 0 0 0,2-12-1 0 0,3-14 37 0 0,-3 0 0 0 0,2-36 0 0 0,-2 17-56 0 0,7-88-218 0 0,-4 31-4185 0 0,-6 89-2158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7.3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392 12 6449 0 0,'-2'-1'194'0'0,"0"-1"-1"0"0,0 1 1 0 0,-1 0-1 0 0,1-1 1 0 0,0 1-1 0 0,-1 1 1 0 0,1-1-1 0 0,-1 0 1 0 0,1 1-1 0 0,-1-1 1 0 0,1 1-1 0 0,-1-1 1 0 0,0 1-1 0 0,1 0 1 0 0,-1 0-1 0 0,-4 1 1 0 0,-46 5 2360 0 0,27 1-1897 0 0,1 1 0 0 0,0 1-1 0 0,0 1 1 0 0,0 1 0 0 0,1 1-1 0 0,1 1 1 0 0,0 1 0 0 0,1 1-1 0 0,-26 23 1 0 0,46-36-634 0 0,0-1 1 0 0,0 1-1 0 0,0-1 0 0 0,0 1 1 0 0,1 0-1 0 0,-1 0 0 0 0,0 0 1 0 0,1 0-1 0 0,-1 0 0 0 0,1 0 1 0 0,0 0-1 0 0,0 1 0 0 0,0-1 1 0 0,0 0-1 0 0,0 1 0 0 0,0-1 0 0 0,1 0 1 0 0,-1 1-1 0 0,1-1 0 0 0,-1 1 1 0 0,1-1-1 0 0,0 1 0 0 0,0 2 1 0 0,1-1-48 0 0,1-1 0 0 0,-1 0 0 0 0,1 0 0 0 0,0 1 0 0 0,0-1 0 0 0,0 0 0 0 0,0-1 0 0 0,0 1 0 0 0,0 0 0 0 0,1 0 0 0 0,-1-1 0 0 0,1 0 0 0 0,0 1 0 0 0,0-1 0 0 0,5 3 0 0 0,19 11-85 0 0,1-2 0 0 0,54 21-1 0 0,-58-26 222 0 0,0 1-1 0 0,-1 1 0 0 0,0 0 1 0 0,-1 2-1 0 0,25 18 0 0 0,-44-28-99 0 0,1 0 0 0 0,0 0 0 0 0,-1 1 1 0 0,0-1-1 0 0,0 1 0 0 0,0 0 0 0 0,0 0 0 0 0,0 0 0 0 0,-1 0 0 0 0,0 0 0 0 0,0 0 0 0 0,0 1 1 0 0,0-1-1 0 0,-1 1 0 0 0,1-1 0 0 0,-1 1 0 0 0,0 0 0 0 0,-1-1 0 0 0,1 1 0 0 0,-1 0 0 0 0,0 0 1 0 0,0 0-1 0 0,-1-1 0 0 0,1 1 0 0 0,-1 0 0 0 0,0-1 0 0 0,0 1 0 0 0,-1 0 0 0 0,1-1 0 0 0,-1 1 1 0 0,0-1-1 0 0,0 0 0 0 0,-6 8 0 0 0,-3 5 213 0 0,-2 0 0 0 0,0-1-1 0 0,0 0 1 0 0,-2-1 0 0 0,0-1 0 0 0,-24 18 0 0 0,-67 43 678 0 0,92-66-1310 0 0,0-1 1 0 0,-1-1-1 0 0,0 0 1 0 0,0-1-1 0 0,-31 7 1 0 0,29-11-6753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7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525 274 7834 0 0,'-82'-7'989'0'0,"-103"6"0"0"0,-39-3 2431 0 0,221 3-3282 0 0,0 1 0 0 0,0 0 0 0 0,0-1 0 0 0,1 1 0 0 0,-1-1 0 0 0,0 0 0 0 0,0 0 0 0 0,-5-3 0 0 0,7 4-112 0 0,1 0 0 0 0,0 0-1 0 0,0 0 1 0 0,0 0 0 0 0,0 0 0 0 0,0-1-1 0 0,-1 1 1 0 0,1 0 0 0 0,0 0 0 0 0,0 0-1 0 0,0 0 1 0 0,0-1 0 0 0,0 1 0 0 0,0 0-1 0 0,0 0 1 0 0,0 0 0 0 0,0-1 0 0 0,-1 1-1 0 0,1 0 1 0 0,0 0 0 0 0,0-1 0 0 0,0 1-1 0 0,0 0 1 0 0,0 0 0 0 0,0 0 0 0 0,0-1-1 0 0,1 1 1 0 0,-1 0 0 0 0,0 0 0 0 0,0 0-1 0 0,0-1 1 0 0,0 1 0 0 0,0 0 0 0 0,0 0-1 0 0,0 0 1 0 0,0-1 0 0 0,0 1 0 0 0,1 0-1 0 0,-1 0 1 0 0,16-10 721 0 0,20-4-408 0 0,0 2 0 0 0,1 1-1 0 0,50-7 1 0 0,117-7-48 0 0,-181 23-205 0 0,257-27 753 0 0,1021-79 999 0 0,146 93-1887 0 0,-896 18 34 0 0,-527-3-81 0 0,-10 1-422 0 0,-1-1 0 0 0,0 0 1 0 0,25-5-1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8.4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4226 1 456 0 0,'13'9'916'0'0,"-1"0"0"0"0,0 1 0 0 0,0 1 0 0 0,-1 0 0 0 0,-1 1 0 0 0,0 0-1 0 0,12 17 1 0 0,-10-9-203 0 0,-1 0-1 0 0,-1 0 1 0 0,-1 1-1 0 0,9 31 1 0 0,-2 12 24 0 0,-3 1 0 0 0,7 100 0 0 0,-15-115-284 0 0,80 571 1670 0 0,-65-499-1516 0 0,-5 1 1 0 0,-6 0 0 0 0,-4 0-1 0 0,-15 140 1 0 0,9-245-581 0 0,-1 1 0 0 0,-1-1 0 0 0,-1 0 0 0 0,-8 25 0 0 0,10-39-13 0 0,1 0-1 0 0,-1 0 1 0 0,0 0 0 0 0,0 0 0 0 0,-1 0-1 0 0,1 0 1 0 0,-1-1 0 0 0,0 1 0 0 0,0-1-1 0 0,0 0 1 0 0,0 1 0 0 0,-1-2 0 0 0,1 1 0 0 0,-1 0-1 0 0,0-1 1 0 0,0 1 0 0 0,0-1 0 0 0,0 0-1 0 0,0-1 1 0 0,0 1 0 0 0,0-1 0 0 0,-1 1-1 0 0,-6 0 1 0 0,-41 2 329 0 0,-1-2 0 0 0,-88-8 0 0 0,62 1-92 0 0,-1378 14-2130 0 0,168 105 1521 0 0,298 21 1335 0 0,836-103-678 0 0,10-2-831 0 0,47-16-5457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7:58.8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390 15 4145 0 0,'-5'-3'112'0'0,"0"1"-1"0"0,0 0 1 0 0,0 0 0 0 0,0 1 0 0 0,-1-1-1 0 0,1 1 1 0 0,0 0 0 0 0,-1 1-1 0 0,1-1 1 0 0,-1 1 0 0 0,1 0 0 0 0,-1 1-1 0 0,1-1 1 0 0,-10 3 0 0 0,-9 2 711 0 0,-43 16 0 0 0,65-21-792 0 0,-9 4 216 0 0,1 0 0 0 0,-1 1 1 0 0,1 0-1 0 0,0 1 1 0 0,0 0-1 0 0,0 1 1 0 0,1 0-1 0 0,0 0 0 0 0,1 1 1 0 0,0 0-1 0 0,0 0 1 0 0,0 1-1 0 0,-9 14 1 0 0,8-8 42 0 0,1 1-1 0 0,1 0 1 0 0,0 0 0 0 0,1 1 0 0 0,1-1 0 0 0,0 1 0 0 0,2 1 0 0 0,-3 21 0 0 0,-3 52 1086 0 0,5 145 0 0 0,28 92 497 0 0,90 319 1120 0 0,-40-279-2287 0 0,-57-279-980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5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126 297 6449 0 0,'-30'1'1796'0'0,"22"0"-1514"0"0,-1 0 0 0 0,0-1 0 0 0,1 0 0 0 0,-1-1 0 0 0,1 0 0 0 0,-1 0 0 0 0,0 0 0 0 0,1-1 0 0 0,-11-4 0 0 0,21 4-125 0 0,-1 0 1 0 0,0 1-1 0 0,1-1 0 0 0,-1 1 1 0 0,1 0-1 0 0,-1-1 1 0 0,1 1-1 0 0,-1 0 0 0 0,1 0 1 0 0,0 0-1 0 0,0 0 0 0 0,-1 0 1 0 0,3 0-1 0 0,-3 0-70 0 0,47-22 11 0 0,2 2 0 0 0,0 2 0 0 0,65-15 0 0 0,163-24 284 0 0,-187 41-68 0 0,533-67 486 0 0,-505 76-812 0 0,0 4 0 0 0,154 15 0 0 0,-187-2 3 0 0,-2 4 0 0 0,0 4 0 0 0,163 55 0 0 0,-202-54 28 0 0,0 2 0 0 0,-1 2-1 0 0,-1 2 1 0 0,-1 2 0 0 0,-1 2-1 0 0,44 39 1 0 0,-41-26 10 0 0,0 2 1 0 0,-3 2-1 0 0,-2 2 0 0 0,53 82 1 0 0,-62-83 40 0 0,-3 1 1 0 0,-2 1 0 0 0,-1 1 0 0 0,-3 1 0 0 0,-3 1-1 0 0,-1 1 1 0 0,-3 0 0 0 0,-1 2 0 0 0,-4-1 0 0 0,5 70-1 0 0,-13-25 286 0 0,-18 174-1 0 0,-40 96 462 0 0,40-265-487 0 0,-3 13-64 0 0,-5-1 1 0 0,-46 133-1 0 0,30-140 146 0 0,-5-2-1 0 0,-4-1 1 0 0,-93 141-1 0 0,98-180-183 0 0,-3-2 0 0 0,-3-2 0 0 0,-2-2 0 0 0,-3-3 0 0 0,-119 95 0 0 0,142-128-91 0 0,0-1 0 0 0,-2-2 0 0 0,0-1 0 0 0,-2-2 0 0 0,-70 25 0 0 0,84-38 475 0 0,12-6-1670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5.9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56 174 400 0 0,'7'-18'1125'0'0,"-1"-1"1"0"0,0 0-1 0 0,-2 0 0 0 0,0-1 0 0 0,-1 1 1 0 0,-1-1-1 0 0,-5-19 5881 0 0,-13 87-6158 0 0,-3 25-589 0 0,2 0-1 0 0,4 1 0 0 0,-7 137 0 0 0,20-198-229 0 0,1 1 0 0 0,0-1 0 0 0,0 1 0 0 0,2-1 0 0 0,-1 0 0 0 0,2 0 0 0 0,0 0 0 0 0,7 17 0 0 0,-7-23 38 0 0,-1-1 1 0 0,1 1 0 0 0,1-1 0 0 0,-1 0-1 0 0,1 0 1 0 0,0 0 0 0 0,0-1-1 0 0,1 0 1 0 0,0 0 0 0 0,0 0 0 0 0,0-1-1 0 0,0 0 1 0 0,1 0 0 0 0,-1 0 0 0 0,1-1-1 0 0,10 4 1 0 0,8-1 173 0 0,0 0 1 0 0,0-1-1 0 0,0-2 1 0 0,1 0-1 0 0,-1-2 1 0 0,40-3-1 0 0,55 4-1612 0 0,-105 0-3229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6.7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21 8290 0 0,'0'-1'262'0'0,"-1"1"0"0"0,1-1 0 0 0,-1 1 0 0 0,1-1 0 0 0,0 0 0 0 0,-1 0 0 0 0,1 1 0 0 0,0-1 1 0 0,0 0-1 0 0,0 1 0 0 0,0-1 0 0 0,-1 0 0 0 0,1 0 0 0 0,0 1 0 0 0,0-1 0 0 0,0 0 0 0 0,1 0 0 0 0,-1 1 0 0 0,0-1 1 0 0,0 0-1 0 0,0 0 0 0 0,0 1 0 0 0,1-1 0 0 0,-1 0 0 0 0,0 1 0 0 0,1-2 0 0 0,0 2-153 0 0,-1 0 0 0 0,1 0 0 0 0,0 0 0 0 0,-1 0 0 0 0,1 0 0 0 0,-1 0-1 0 0,1 0 1 0 0,-1 0 0 0 0,1 0 0 0 0,0 0 0 0 0,-1 0 0 0 0,1 0 0 0 0,-1 1 0 0 0,1-1 0 0 0,-1 0 0 0 0,1 0 0 0 0,-1 1-1 0 0,1-1 1 0 0,-1 0 0 0 0,1 1 0 0 0,-1-1 0 0 0,0 1 0 0 0,1-1 0 0 0,-1 0 0 0 0,1 1 0 0 0,-1-1 0 0 0,0 1 0 0 0,0-1-1 0 0,1 1 1 0 0,-1-1 0 0 0,0 1 0 0 0,0-1 0 0 0,1 1 0 0 0,-1-1 0 0 0,0 2 0 0 0,8 15 313 0 0,-1-1-1 0 0,-1 1 1 0 0,-1 1 0 0 0,0-1 0 0 0,3 29-1 0 0,5 95-52 0 0,-12-117-349 0 0,20 177 184 0 0,-15-168-697 0 0,2 0-1 0 0,1-1 1 0 0,1 0-1 0 0,15 31 1 0 0,-22-55-1582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1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9 417 1840 0 0,'-2'-12'430'0'0,"-1"-1"0"0"0,2 1 0 0 0,-1-1 0 0 0,2 1 0 0 0,0-1 0 0 0,0 1 0 0 0,1-1 0 0 0,1 1 1 0 0,0-1-1 0 0,1 1 0 0 0,0 0 0 0 0,1 0 0 0 0,0 0 0 0 0,1 1 0 0 0,0-1 0 0 0,1 1 0 0 0,0 0 0 0 0,1 1 0 0 0,0-1 0 0 0,1 1 0 0 0,0 1 0 0 0,0-1 0 0 0,1 1 0 0 0,15-12 0 0 0,6-2 1124 0 0,54-31-1 0 0,-73 48-1298 0 0,1 0 0 0 0,0 0 0 0 0,0 1 0 0 0,0 1 0 0 0,1 0 0 0 0,0 1 0 0 0,-1 0 0 0 0,18-2 0 0 0,-27 5-201 0 0,0 0 0 0 0,0 0 0 0 0,-1 0 0 0 0,1 1 0 0 0,0-1 0 0 0,0 1 0 0 0,-1-1 0 0 0,1 1 0 0 0,-1 0 0 0 0,1 0 0 0 0,0 0 0 0 0,-1 0 0 0 0,1 0 0 0 0,-1 1 0 0 0,0-1 0 0 0,0 1 0 0 0,1 0 0 0 0,-1-1 0 0 0,2 3 0 0 0,-1 0 30 0 0,-1 0 0 0 0,1-1-1 0 0,-1 1 1 0 0,0 0 0 0 0,0 0 0 0 0,-1 0 0 0 0,1 1-1 0 0,-1-1 1 0 0,1 0 0 0 0,0 9 0 0 0,-1 2 84 0 0,0 0 0 0 0,-1 0 1 0 0,0 0-1 0 0,-1 1 0 0 0,-6 27 0 0 0,-4-4-98 0 0,-2 0 0 0 0,-1 0 0 0 0,-38 70 0 0 0,-2 6 3 0 0,53-114-70 0 0,0 1 0 0 0,0 0 0 0 0,0 0 0 0 0,1 0 1 0 0,-1 0-1 0 0,0 0 0 0 0,1 0 0 0 0,0 0 0 0 0,-1 0 1 0 0,1 0-1 0 0,0 0 0 0 0,0 0 0 0 0,0 0 0 0 0,0 0 1 0 0,0 0-1 0 0,1 0 0 0 0,-1 0 0 0 0,1 0 0 0 0,-1 0 1 0 0,1 0-1 0 0,0 0 0 0 0,0 0 0 0 0,0 0 0 0 0,1 2 1 0 0,0-2 2 0 0,0-1 0 0 0,0 0 1 0 0,0 1-1 0 0,0-1 1 0 0,0 0-1 0 0,1 0 0 0 0,-1 0 1 0 0,0 0-1 0 0,1-1 1 0 0,-1 1-1 0 0,1 0 0 0 0,-1-1 1 0 0,0 0-1 0 0,1 0 1 0 0,-1 0-1 0 0,1 0 0 0 0,-1 0 1 0 0,1 0-1 0 0,4-1 1 0 0,44-8 638 0 0,67-21 1 0 0,-29 6-1721 0 0,2 7-5312 0 0,-61 15-237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4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1 538 4609 0 0,'1'1'87'0'0,"0"-1"1"0"0,0 0-1 0 0,0 1 1 0 0,0-1-1 0 0,1 0 0 0 0,-1 0 1 0 0,0 0-1 0 0,0 0 1 0 0,0 0-1 0 0,0 0 0 0 0,1 0 1 0 0,-1 0-1 0 0,0 0 1 0 0,0-1-1 0 0,0 1 0 0 0,0 0 1 0 0,0-1-1 0 0,2 0 1 0 0,26-11 1633 0 0,-23 9-1390 0 0,30-12 687 0 0,-2-1 1 0 0,0-2-1 0 0,-1-2 1 0 0,51-38 0 0 0,-72 47-996 0 0,0 1 0 0 0,0-1 0 0 0,-1-1 0 0 0,-1 0 0 0 0,0 0 1 0 0,-1-1-1 0 0,0-1 0 0 0,-1 1 0 0 0,0-1 0 0 0,-1-1 0 0 0,-1 1 1 0 0,0-1-1 0 0,7-31 0 0 0,-11 34 12 0 0,0 0-1 0 0,-1 0 1 0 0,0 1-1 0 0,-1-1 1 0 0,0 0 0 0 0,-1 0-1 0 0,-1 0 1 0 0,-3-16-1 0 0,4 25-15 0 0,0 0-1 0 0,0 0 0 0 0,0 0 1 0 0,0 0-1 0 0,0 0 0 0 0,-1 0 1 0 0,0 0-1 0 0,1 0 1 0 0,-1 0-1 0 0,0 1 0 0 0,-1-1 1 0 0,1 1-1 0 0,0 0 0 0 0,-1-1 1 0 0,1 1-1 0 0,-1 0 0 0 0,1 0 1 0 0,-1 1-1 0 0,0-1 0 0 0,0 1 1 0 0,0-1-1 0 0,0 1 0 0 0,0 0 1 0 0,0 0-1 0 0,0 0 0 0 0,-1 0 1 0 0,1 1-1 0 0,0 0 0 0 0,0-1 1 0 0,-1 1-1 0 0,1 0 0 0 0,0 0 1 0 0,-1 1-1 0 0,-4 0 0 0 0,-2 1 46 0 0,0 1-1 0 0,0 0 0 0 0,1 0 1 0 0,-1 1-1 0 0,1 0 0 0 0,0 1 0 0 0,0 0 1 0 0,0 0-1 0 0,1 1 0 0 0,0 0 1 0 0,0 1-1 0 0,0-1 0 0 0,1 2 0 0 0,0-1 1 0 0,0 1-1 0 0,1 0 0 0 0,0 0 1 0 0,0 1-1 0 0,1 0 0 0 0,0 0 0 0 0,1 0 1 0 0,0 0-1 0 0,0 1 0 0 0,1 0 1 0 0,-3 15-1 0 0,4-17-92 0 0,0 0 0 0 0,0 0 1 0 0,1 1-1 0 0,1-1 0 0 0,0 0 0 0 0,0 0 0 0 0,0 1 1 0 0,1-1-1 0 0,0 0 0 0 0,0 0 0 0 0,1 1 0 0 0,1-1 1 0 0,-1-1-1 0 0,1 1 0 0 0,0 0 0 0 0,1-1 0 0 0,0 1 1 0 0,0-1-1 0 0,1 0 0 0 0,-1 0 0 0 0,1-1 1 0 0,1 1-1 0 0,0-1 0 0 0,-1-1 0 0 0,2 1 0 0 0,-1-1 1 0 0,1 0-1 0 0,0 0 0 0 0,0-1 0 0 0,0 1 0 0 0,12 4 1 0 0,3-2-1290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7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152 15 4489 0 0,'0'-1'18'0'0,"0"1"0"0"0,0-1 1 0 0,0 1-1 0 0,0-1 0 0 0,0 1 1 0 0,0-1-1 0 0,0 0 0 0 0,-1 1 0 0 0,1-1 1 0 0,0 1-1 0 0,0-1 0 0 0,0 1 0 0 0,-1-1 1 0 0,1 1-1 0 0,0-1 0 0 0,0 1 1 0 0,-1-1-1 0 0,1 1 0 0 0,0 0 0 0 0,-1-1 1 0 0,1 1-1 0 0,-1 0 0 0 0,1-1 0 0 0,0 1 1 0 0,-1 0-1 0 0,1-1 0 0 0,-1 1 0 0 0,1 0 1 0 0,-1 0-1 0 0,1-1 0 0 0,-1 1 1 0 0,1 0-1 0 0,-1 0 0 0 0,0 0 0 0 0,-25 4 2828 0 0,-21 19 1981 0 0,42-18-4502 0 0,-1-1-1 0 0,1 1 0 0 0,-1 0 1 0 0,1 0-1 0 0,1 0 0 0 0,-1 1 1 0 0,1 0-1 0 0,0 0 0 0 0,0 0 1 0 0,1 0-1 0 0,0 1 0 0 0,0-1 1 0 0,0 1-1 0 0,-2 10 1 0 0,4-12-244 0 0,0 0 0 0 0,0 0 0 0 0,1 0 0 0 0,0 0 0 0 0,0 0 1 0 0,1 0-1 0 0,-1 0 0 0 0,1 0 0 0 0,0 0 0 0 0,0 0 0 0 0,0 0 1 0 0,1-1-1 0 0,0 1 0 0 0,0-1 0 0 0,0 1 0 0 0,1-1 0 0 0,-1 1 0 0 0,1-1 1 0 0,0 0-1 0 0,0 0 0 0 0,6 5 0 0 0,5 2 163 0 0,-1 0 0 0 0,31 17 0 0 0,-30-20-196 0 0,0 1 0 0 0,0 0 0 0 0,-1 1 0 0 0,-1 0 0 0 0,19 19 0 0 0,-28-26-63 0 0,-1 0 0 0 0,0 0 0 0 0,0 1 0 0 0,0-1 0 0 0,0 0 0 0 0,-1 1 0 0 0,1-1 0 0 0,-1 1 0 0 0,0 0 0 0 0,0-1 0 0 0,0 1 0 0 0,-1 0 0 0 0,1 0 0 0 0,-1-1 1 0 0,0 1-1 0 0,0 0 0 0 0,0 0 0 0 0,-1 0 0 0 0,1-1 0 0 0,-1 1 0 0 0,0 0 0 0 0,0-1 0 0 0,0 1 0 0 0,0 0 0 0 0,-1-1 0 0 0,0 1 0 0 0,1-1 0 0 0,-5 6 0 0 0,0 0-204 0 0,-1 0 1 0 0,0-1-1 0 0,0 0 1 0 0,-1 0 0 0 0,0 0-1 0 0,0-1 1 0 0,-16 11 0 0 0,14-12-666 0 0,0 0 1 0 0,0-1-1 0 0,-1 0 1 0 0,-11 4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8.1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37 456 0 0,'9'-14'1085'0'0,"13"-8"8561"0"0,-22 22-9454 0 0,0 1-1 0 0,1-1 0 0 0,-1 1 0 0 0,0-1 0 0 0,0 1 0 0 0,1-1 1 0 0,-1 1-1 0 0,0-1 0 0 0,0 1 0 0 0,0-1 0 0 0,0 1 1 0 0,0-1-1 0 0,0 1 0 0 0,1 0 0 0 0,-1-1 0 0 0,0 1 0 0 0,-1-1 1 0 0,1 1-1 0 0,0-1 0 0 0,0 1 0 0 0,0 0 0 0 0,1 23 1137 0 0,-1-1-834 0 0,1 0 0 0 0,1 0 0 0 0,7 30 0 0 0,-7-45-477 0 0,0 0 0 0 0,0-1 0 0 0,1 1 0 0 0,0-1 0 0 0,0 1 0 0 0,1-1 0 0 0,-1-1 0 0 0,2 1 0 0 0,-1 0 0 0 0,1-1 0 0 0,0 0 0 0 0,0 0 0 0 0,10 8 0 0 0,-14-13-32 0 0,0 0 1 0 0,0 0-1 0 0,0 0 1 0 0,1 0 0 0 0,-1-1-1 0 0,0 1 1 0 0,1 0-1 0 0,-1-1 1 0 0,0 1-1 0 0,1 0 1 0 0,-1-1 0 0 0,1 0-1 0 0,-1 1 1 0 0,1-1-1 0 0,0 0 1 0 0,-1 0 0 0 0,1 0-1 0 0,-1 0 1 0 0,1 0-1 0 0,-1 0 1 0 0,1 0-1 0 0,-1-1 1 0 0,1 1 0 0 0,2-1-1 0 0,-2-1-40 0 0,0 1 0 0 0,0-1 0 0 0,0 0 0 0 0,0 1 0 0 0,0-1 0 0 0,0 0 1 0 0,0 0-1 0 0,0 0 0 0 0,-1-1 0 0 0,1 1 0 0 0,-1 0 0 0 0,0-1 0 0 0,1-2 0 0 0,4-9-227 0 0,-1 0-1 0 0,-1 0 1 0 0,5-28 0 0 0,-9 41 282 0 0,1-6 223 0 0,1-1 1 0 0,0 1 0 0 0,0-1 0 0 0,1 1 0 0 0,-1-1-1 0 0,2 1 1 0 0,3-7 0 0 0,-6 13-162 0 0,0 0-1 0 0,-1 0 1 0 0,1 0-1 0 0,0 0 1 0 0,0 0-1 0 0,0 1 1 0 0,-1-1-1 0 0,1 0 1 0 0,0 0 0 0 0,0 1-1 0 0,0-1 1 0 0,0 0-1 0 0,1 1 1 0 0,-1-1-1 0 0,0 1 1 0 0,0-1-1 0 0,0 1 1 0 0,0 0 0 0 0,0 0-1 0 0,3-1 1 0 0,-2 2-22 0 0,0-1-1 0 0,0 1 1 0 0,-1-1 0 0 0,1 1 0 0 0,0 0 0 0 0,0 0 0 0 0,-1 0 0 0 0,1 0 0 0 0,0 0-1 0 0,-1 0 1 0 0,1 0 0 0 0,-1 0 0 0 0,1 1 0 0 0,-1-1 0 0 0,0 1 0 0 0,0-1 0 0 0,2 4-1 0 0,25 33 979 0 0,-14-18-1130 0 0,0-2-1 0 0,27 28 1 0 0,-31-36-785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8.6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31 32 3681 0 0,'-8'-10'3204'0'0,"7"8"-2675"0"0,0 1-1 0 0,0-1 1 0 0,1 1-1 0 0,-1-1 0 0 0,0 1 1 0 0,-1 0-1 0 0,0-2 529 0 0,1 2-528 0 0,0 0-1 0 0,-1 0 1 0 0,1 0-1 0 0,-1 0 0 0 0,1 0 1 0 0,-1 0-1 0 0,-1 0 1 0 0,6 11 3475 0 0,1 12-3392 0 0,-4-22-501 0 0,8 54 514 0 0,-3 0-1 0 0,-2 69 1 0 0,4 49-602 0 0,11-57-889 0 0,-10-83-101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00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6913 0 0,'8'3'12335'0'0,"-2"13"-11859"0"0,0 0 0 0 0,-1 0 0 0 0,0 0 0 0 0,-2 1 0 0 0,4 31 0 0 0,-3 95-89 0 0,-1-36-431 0 0,0-66-1023 0 0,1 0-4122 0 0,1-4-1768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1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1 121 10594 0 0,'2'-3'472'0'0,"3"-1"96"0"0,0 1-455 0 0,2 1-113 0 0,-2-1 0 0 0,2 0 0 0 0,1-1 248 0 0,3 0 24 0 0,14-6 8 0 0,10-2 0 0 0,9-3-184 0 0,0 0-32 0 0,-2 3 0 0 0,-2 1-64 0 0,-3 1 0 0 0,-4 1 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09.7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371 127 7802 0 0,'-13'0'68'0'0,"-62"-3"450"0"0,0-3-1 0 0,-113-24 1 0 0,187 30-479 0 0,0 0 0 0 0,0-1-1 0 0,0 1 1 0 0,0 0 0 0 0,0 0-1 0 0,0-1 1 0 0,0 1 0 0 0,0 0 0 0 0,0-1-1 0 0,1 1 1 0 0,-1-1 0 0 0,0 1-1 0 0,0-1 1 0 0,0 1 0 0 0,0-1-1 0 0,1 0 1 0 0,-1 1 0 0 0,0-1-1 0 0,1 0 1 0 0,-1 0 0 0 0,0-1-1 0 0,1 2-1 0 0,0-1 0 0 0,0 1-1 0 0,1-1 1 0 0,-1 0-1 0 0,0 1 1 0 0,1-1 0 0 0,-1 1-1 0 0,0-1 1 0 0,1 1-1 0 0,-1-1 1 0 0,1 0 0 0 0,-1 1-1 0 0,1 0 1 0 0,-1-1-1 0 0,1 1 1 0 0,-1-1 0 0 0,1 1-1 0 0,0 0 1 0 0,-1-1-1 0 0,1 1 1 0 0,0 0 0 0 0,0-1-1 0 0,46-14 1041 0 0,-44 14-1051 0 0,71-13 561 0 0,1 4 1 0 0,0 2 0 0 0,89 3 0 0 0,-63 3-299 0 0,515-8 1167 0 0,640 74 1 0 0,-346 12-828 0 0,-482-33-930 0 0,-147 7-3845 0 0,-237-41 2939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0.3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3548 1 456 0 0,'-1'1'116'0'0,"0"1"0"0"0,0 0 0 0 0,0 0 0 0 0,0 0 0 0 0,1 0-1 0 0,-1 0 1 0 0,0 0 0 0 0,1 0 0 0 0,0 0 0 0 0,-1 0 0 0 0,1 0 0 0 0,0 0 0 0 0,0 0 0 0 0,1 4-1 0 0,4 37 3035 0 0,-3-28-1683 0 0,3 10-119 0 0,1-1 1 0 0,1 0 0 0 0,1 0-1 0 0,1-1 1 0 0,18 32-1 0 0,7 20 64 0 0,14 47 65 0 0,-6 3 1 0 0,44 216-1 0 0,-76-286-1426 0 0,101 472 134 0 0,-50-261 498 0 0,-53-216-560 0 0,-2 0 0 0 0,-3 0 0 0 0,-3 72 0 0 0,0-115-122 0 0,-1 1 0 0 0,0-1 1 0 0,0 0-1 0 0,0 0 0 0 0,-1 0 1 0 0,0 0-1 0 0,-1 0 1 0 0,-5 13-1 0 0,5-16 11 0 0,0 0-1 0 0,0-1 1 0 0,-1 1 0 0 0,1-1 0 0 0,-1 1-1 0 0,1-1 1 0 0,-1 0 0 0 0,0-1-1 0 0,0 1 1 0 0,0-1 0 0 0,-1 0 0 0 0,1 0-1 0 0,-1 0 1 0 0,-6 2 0 0 0,-21 5 29 0 0,0-1 1 0 0,0-2-1 0 0,-66 5 1 0 0,-103-10-13 0 0,52-2 9 0 0,-326-4 256 0 0,246-1-281 0 0,-1103-49-157 0 0,1206 48 144 0 0,-1 7 0 0 0,1 4 0 0 0,-234 41 0 0 0,276-29-17 0 0,-320 56-504 0 0,374-68-1096 0 0,-37-1-1 0 0,36-4-5307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0.8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66 1 5497 0 0,'-18'41'4458'0'0,"11"-25"-3847"0"0,0 0 0 0 0,1 0 0 0 0,1 0 0 0 0,0 1 0 0 0,2 0 0 0 0,-4 24 0 0 0,0 107 877 0 0,7-138-1422 0 0,2 130 620 0 0,6-1 0 0 0,6 0 0 0 0,43 182-1 0 0,156 393 1871 0 0,-203-689-2496 0 0,46 149 656 0 0,-50-151-682 0 0,-2 0 0 0 0,0 1-1 0 0,-2-1 1 0 0,0 1 0 0 0,-3 39-1 0 0,1-63-74 0 0,0 1 0 0 0,-1-1 0 0 0,1 1 0 0 0,0 0 0 0 0,0-1 0 0 0,0 1-1 0 0,0-1 1 0 0,0 1 0 0 0,0 0 0 0 0,0-1 0 0 0,1 1 0 0 0,-1-1 0 0 0,0 1 0 0 0,0 0-1 0 0,0-1 1 0 0,1 1 0 0 0,-1-1 0 0 0,0 1 0 0 0,0-1 0 0 0,1 1 0 0 0,-1-1 0 0 0,0 1-1 0 0,1-1 1 0 0,0 1 0 0 0,3-1-934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2.1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6165 2529 1840 0 0,'7'4'96'0'0,"0"-2"0"0"0,0 1-1 0 0,0-1 1 0 0,1 0 0 0 0,-1 0 0 0 0,1-1-1 0 0,-1 0 1 0 0,10 0 0 0 0,10 2 444 0 0,15 1 416 0 0,-32-4-328 0 0,0 1 1 0 0,0 0-1 0 0,1 1 1 0 0,-1 0-1 0 0,0 0 1 0 0,0 1-1 0 0,11 5 1 0 0,-21-8-428 0 0,1 1 1 0 0,0-1-1 0 0,-1 0 0 0 0,1 1 1 0 0,0-1-1 0 0,-1 0 0 0 0,1 1 1 0 0,-1-1-1 0 0,1 1 0 0 0,0-1 1 0 0,-1 1-1 0 0,1-1 0 0 0,-1 1 1 0 0,0 0-1 0 0,1-1 0 0 0,-1 1 1 0 0,1 0-1 0 0,-1-1 0 0 0,0 1 1 0 0,0 0-1 0 0,1-1 0 0 0,-1 1 1 0 0,0 0-1 0 0,0-1 0 0 0,0 1 1 0 0,0 0-1 0 0,0 0 0 0 0,0-1 1 0 0,0 2-1 0 0,0 0 22 0 0,-1-1 0 0 0,0 1 0 0 0,0-1-1 0 0,0 1 1 0 0,1-1 0 0 0,-1 0 0 0 0,-1 1 0 0 0,1-1 0 0 0,0 0 0 0 0,0 0-1 0 0,0 0 1 0 0,-3 2 0 0 0,-2 1 39 0 0,0 0 0 0 0,0-1 0 0 0,0 0 0 0 0,0 0 0 0 0,-11 3 0 0 0,-32 3-29 0 0,-1-3 0 0 0,-78 1 0 0 0,46-4-224 0 0,-245 28 733 0 0,-80 4-458 0 0,-652-61 228 0 0,741 6-410 0 0,-585-62 284 0 0,225-46-386 0 0,551 96 0 0 0,2-7 0 0 0,2-5 0 0 0,-150-75 0 0 0,-23-61 334 0 0,205 121-291 0 0,4-1-77 0 0,2-4-1 0 0,3-3 1 0 0,3-4-1 0 0,4-4 1 0 0,-109-136 0 0 0,138 148 147 0 0,-69-127 1 0 0,-16-80 577 0 0,117 240-783 0 0,-109-248-320 0 0,91 194 407 0 0,-31-121 1 0 0,57 180 4 0 0,-37-128 0 0 0,37 137 0 0 0,0 2 0 0 0,-1-1 0 0 0,-1 1 0 0 0,0 0 0 0 0,-1 0 0 0 0,0 1 0 0 0,-20-21 0 0 0,28 33-29 0 0,0 0 0 0 0,0 0 0 0 0,0-1 0 0 0,-1 1 0 0 0,1 0 0 0 0,0 0 0 0 0,-1 0 0 0 0,1 0 0 0 0,-1 1 0 0 0,1-1 0 0 0,-1 0 0 0 0,1 1 0 0 0,-1-1 0 0 0,0 1 0 0 0,1-1 0 0 0,-4 0 0 0 0,4 2 49 0 0,0-1 0 0 0,0 0 0 0 0,0 0 0 0 0,0 1 0 0 0,0-1 0 0 0,0 0 0 0 0,0 1 0 0 0,0-1 0 0 0,1 1 0 0 0,-1 0 0 0 0,0-1 0 0 0,0 1 0 0 0,0-1 0 0 0,1 1 0 0 0,-1 0 0 0 0,0 0 0 0 0,1-1 0 0 0,-1 1 0 0 0,1 0 0 0 0,-1 0 0 0 0,0 1 0 0 0,-2 6-470 0 0,-1 1 0 0 0,2-1 0 0 0,-1 1 0 0 0,1 0 0 0 0,-1 11 0 0 0,-1 2-4653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12.7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180 330 8986 0 0,'-10'48'1415'0'0,"4"-23"-1062"0"0,-15 56 28 0 0,-39 100 0 0 0,-16 61-671 0 0,75-238 304 0 0,-1 0 41 0 0,1 0 0 0 0,0-1 0 0 0,1 1-1 0 0,-1 0 1 0 0,1 0 0 0 0,-1 0 0 0 0,1-1-1 0 0,0 1 1 0 0,1 0 0 0 0,-1 0-1 0 0,2 4 1 0 0,-2-7-2 0 0,1-1 1 0 0,0 0-1 0 0,-1 1 0 0 0,1-1 0 0 0,0 0 1 0 0,0 0-1 0 0,-1 0 0 0 0,1 0 1 0 0,0 1-1 0 0,0-1 0 0 0,0 0 0 0 0,-1 0 1 0 0,1-1-1 0 0,0 1 0 0 0,0 0 0 0 0,-1 0 1 0 0,1 0-1 0 0,0 0 0 0 0,0-1 0 0 0,-1 1 1 0 0,1 0-1 0 0,0-1 0 0 0,-1 1 0 0 0,1-1 1 0 0,0 1-1 0 0,-1 0 0 0 0,1-1 0 0 0,-1 1 1 0 0,1-1-1 0 0,-1 0 0 0 0,2 0 0 0 0,19-19 484 0 0,-10 6-489 0 0,1-1 0 0 0,-2 0 0 0 0,0-1 0 0 0,0 0 0 0 0,-2-1 0 0 0,0 0 0 0 0,-1 0-1 0 0,-1-1 1 0 0,0 1 0 0 0,-1-2 0 0 0,3-28 0 0 0,-2-13-79 0 0,-2-1 0 0 0,-7-75-1 0 0,1 73 848 0 0,9-111 0 0 0,-3 140-446 0 0,23-127 1789 0 0,-27 160-2121 0 0,1 0-1 0 0,-1 0 1 0 0,0 0 0 0 0,1 0-1 0 0,-1 0 1 0 0,0 0 0 0 0,1 1-1 0 0,-1-1 1 0 0,1 0-1 0 0,-1 0 1 0 0,1 1 0 0 0,0-1-1 0 0,-1 0 1 0 0,1 0 0 0 0,0 1-1 0 0,0-1 1 0 0,-1 1 0 0 0,1-1-1 0 0,0 1 1 0 0,0-1-1 0 0,0 1 1 0 0,0-1 0 0 0,-1 1-1 0 0,3-1 1 0 0,-1 1-12 0 0,1 0-1 0 0,0 0 1 0 0,-1-1 0 0 0,1 1-1 0 0,-1 1 1 0 0,1-1 0 0 0,-1 0-1 0 0,1 1 1 0 0,3 0-1 0 0,5 3 37 0 0,0 1 0 0 0,0-1 0 0 0,11 8-1 0 0,-20-11-1 0 0,53 30 358 0 0,-10-6 437 0 0,75 32 1 0 0,-81-43-1182 0 0,-1 2 0 0 0,0 2 0 0 0,-1 2 0 0 0,52 36 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225 2161 8002 0 0,'-6'0'173'0'0,"0"-1"0"0"0,0-1 1 0 0,0 1-1 0 0,0-1 1 0 0,0 0-1 0 0,0 0 0 0 0,1-1 1 0 0,-1 0-1 0 0,1 0 0 0 0,0 0 1 0 0,0-1-1 0 0,-6-5 0 0 0,-6-5 1054 0 0,1 0-1 0 0,-17-20 1 0 0,24 22-800 0 0,0-1-1 0 0,1 0 1 0 0,0 0 0 0 0,1-1 0 0 0,1 0-1 0 0,0 0 1 0 0,0 0 0 0 0,2-1 0 0 0,0 0-1 0 0,0 0 1 0 0,2 0 0 0 0,-2-26 0 0 0,2 1-97 0 0,2-1 1 0 0,2 0 0 0 0,11-64 0 0 0,-4 63-217 0 0,1 1-1 0 0,2 0 1 0 0,27-60 0 0 0,67-114 29 0 0,-82 170-142 0 0,8-13-11 0 0,2 2 1 0 0,3 1-1 0 0,77-88 1 0 0,-52 77-14 0 0,4 4-1 0 0,86-66 1 0 0,-75 70-10 0 0,1 5 0 0 0,4 2 0 0 0,146-66 0 0 0,254-70-99 0 0,-387 158 94 0 0,1 4 0 0 0,1 5 1 0 0,119-11-1 0 0,-170 28-58 0 0,0 2 0 0 0,0 2 0 0 0,0 1 0 0 0,-1 3-1 0 0,54 13 1 0 0,-68-10-37 0 0,-1 1 0 0 0,1 1-1 0 0,-2 2 1 0 0,1 1 0 0 0,-2 1-1 0 0,0 2 1 0 0,-1 0 0 0 0,33 27-1 0 0,-35-21-131 0 0,0 0 0 0 0,-2 2 0 0 0,0 1 0 0 0,30 44 0 0 0,-29-39-3893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31 8290 0 0,'0'0'42'0'0,"-1"0"0"0"0,1 0 0 0 0,0-1 1 0 0,-1 1-1 0 0,1 0 0 0 0,-1 0 0 0 0,1 0 1 0 0,0-1-1 0 0,-1 1 0 0 0,1 0 0 0 0,0-1 0 0 0,0 1 1 0 0,-1 0-1 0 0,1-1 0 0 0,0 1 0 0 0,-1 0 1 0 0,1-1-1 0 0,0 1 0 0 0,0 0 0 0 0,0-1 0 0 0,0 1 1 0 0,-1-1-1 0 0,1 1 0 0 0,0 0 0 0 0,0-1 0 0 0,0 1 1 0 0,0-1-1 0 0,0 1 0 0 0,0-1 0 0 0,0 1 1 0 0,0 0-1 0 0,0-1 0 0 0,0 1 0 0 0,0-1 0 0 0,0 1 1 0 0,0 0-1 0 0,1-1 0 0 0,16-9 2317 0 0,-12 8-1881 0 0,1 1 0 0 0,-1 0 0 0 0,0 0 0 0 0,0 0 0 0 0,1 0 0 0 0,-1 1-1 0 0,0 0 1 0 0,1 0 0 0 0,-1 0 0 0 0,1 1 0 0 0,-1-1 0 0 0,10 4 0 0 0,-7-1-218 0 0,0 0 1 0 0,0 0 0 0 0,0 1-1 0 0,-1 1 1 0 0,1-1 0 0 0,-1 1-1 0 0,9 8 1 0 0,0 2-168 0 0,-1 1 0 0 0,0 0 0 0 0,-1 1 0 0 0,-1 1 0 0 0,15 28 0 0 0,-2-3 43 0 0,-3-6 66 0 0,-2 1 0 0 0,30 73 0 0 0,-46-98-174 0 0,-1 0-1 0 0,-1 0 1 0 0,0 0-1 0 0,-1 0 1 0 0,-1 0-1 0 0,0 0 0 0 0,0 1 1 0 0,-1-1-1 0 0,-1 0 1 0 0,0 1-1 0 0,-1-1 1 0 0,-1 0-1 0 0,-6 21 0 0 0,-2-6 26 0 0,-2 0-1 0 0,0-1 0 0 0,-2-1 0 0 0,-1 0 0 0 0,-26 32 0 0 0,6-14-399 0 0,-81 75 0 0 0,115-117 281 0 0,-6 6-225 0 0,-1 0 1 0 0,1-1 0 0 0,-2 0 0 0 0,1 0-1 0 0,-1-1 1 0 0,0 0 0 0 0,-11 5-1 0 0,2-8 262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2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11058 0 0,'-1'0'28'0'0,"1"0"-1"0"0,0 0 0 0 0,0 0 1 0 0,0 0-1 0 0,0 0 1 0 0,-1 0-1 0 0,1 0 0 0 0,0 0 1 0 0,0 0-1 0 0,0 0 0 0 0,0 0 1 0 0,-1 0-1 0 0,1 0 1 0 0,0 0-1 0 0,0 0 0 0 0,0 0 1 0 0,0 0-1 0 0,-1 0 0 0 0,1 0 1 0 0,0 0-1 0 0,0 0 0 0 0,0 1 1 0 0,0-1-1 0 0,0 0 1 0 0,-1 0-1 0 0,1 0 0 0 0,0 0 1 0 0,0 0-1 0 0,0 0 0 0 0,0 1 1 0 0,0-1-1 0 0,0 0 1 0 0,0 0-1 0 0,0 0 0 0 0,0 0 1 0 0,-1 0-1 0 0,1 1 0 0 0,0-1 1 0 0,0 0-1 0 0,0 0 1 0 0,0 0-1 0 0,0 0 0 0 0,0 1 1 0 0,0-1-1 0 0,0 0 0 0 0,0 0 1 0 0,0 0-1 0 0,0 1 0 0 0,0-1 1 0 0,0 0-1 0 0,0 0 1 0 0,1 0-1 0 0,-1 0 0 0 0,0 0 1 0 0,0 1-1 0 0,0-1 0 0 0,0 0 1 0 0,0 0-1 0 0,0 25 995 0 0,5 29 710 0 0,9 80 963 0 0,-5-36-1970 0 0,32 147 0 0 0,-31-211-1306 0 0,18 40 1 0 0,-13-40-603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3.2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503 7 10594 0 0,'-2'-1'51'0'0,"1"0"0"0"0,-1 0 0 0 0,0 1 0 0 0,0-1-1 0 0,0 0 1 0 0,0 1 0 0 0,0-1 0 0 0,0 1 0 0 0,-1 0 0 0 0,1-1-1 0 0,0 1 1 0 0,0 0 0 0 0,0 0 0 0 0,0 0 0 0 0,0 1-1 0 0,0-1 1 0 0,0 1 0 0 0,0-1 0 0 0,0 1 0 0 0,0-1 0 0 0,-4 3-1 0 0,-46 25-215 0 0,36-18 626 0 0,-9 5-271 0 0,0 1 0 0 0,1 2 1 0 0,1 1-1 0 0,0 0 0 0 0,2 2 0 0 0,0 0 0 0 0,1 1 1 0 0,2 2-1 0 0,0-1 0 0 0,1 2 0 0 0,2 1 0 0 0,1 0 1 0 0,0 0-1 0 0,2 1 0 0 0,-13 47 0 0 0,7-20-233 0 0,3 1 0 0 0,2 1 0 0 0,3 1-1 0 0,-6 95 1 0 0,16-132 24 0 0,1 0 0 0 0,1 0 0 0 0,1 0 0 0 0,0 0 0 0 0,2 0 0 0 0,0-1 0 0 0,1 0 0 0 0,1 0 0 0 0,11 21 1 0 0,-12-27 5 0 0,2-1 1 0 0,0 1 0 0 0,0-1-1 0 0,1-1 1 0 0,0 0 0 0 0,1 0 0 0 0,1-1-1 0 0,-1 0 1 0 0,1-1 0 0 0,1 0 0 0 0,0-1-1 0 0,0 0 1 0 0,20 9 0 0 0,-4-6 197 0 0,0-1 1 0 0,1-2 0 0 0,0 0-1 0 0,0-2 1 0 0,1-1 0 0 0,-1-2-1 0 0,1-1 1 0 0,0-1-1 0 0,0-1 1 0 0,0-2 0 0 0,0-1-1 0 0,-1-1 1 0 0,1-2 0 0 0,-1 0-1 0 0,0-3 1 0 0,-1 0-1 0 0,0-1 1 0 0,0-2 0 0 0,-1-1-1 0 0,32-21 1 0 0,-45 24-15 0 0,-1-1 1 0 0,0 0-1 0 0,0 0 0 0 0,-2-1 1 0 0,1-1-1 0 0,-1 0 0 0 0,-1 0 1 0 0,-1-1-1 0 0,0-1 0 0 0,0 1 1 0 0,-2-1-1 0 0,0-1 0 0 0,0 1 1 0 0,-2-1-1 0 0,0-1 0 0 0,0 1 1 0 0,-2 0-1 0 0,0-1 0 0 0,-1 0 1 0 0,-1 0-1 0 0,0 0 0 0 0,-1 0 1 0 0,-1 1-1 0 0,-4-23 1 0 0,-2-8-96 0 0,-2 0 0 0 0,-2 1 0 0 0,-2 0 0 0 0,-2 1 0 0 0,-2 1 1 0 0,-2 0-1 0 0,-35-58 0 0 0,46 90-77 0 0,-1 0 0 0 0,0 1 0 0 0,0 1 0 0 0,-1-1 0 0 0,0 1 0 0 0,-1 1 0 0 0,0 0 0 0 0,0 1 0 0 0,-1 0 0 0 0,0 0 0 0 0,-1 2 0 0 0,-25-11 0 0 0,14 9-422 0 0,-1 1-1 0 0,0 2 1 0 0,0 0-1 0 0,-1 2 1 0 0,1 0 0 0 0,-33 2-1 0 0,21 2-6901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39.7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165 810 9218 0 0,'-15'1'104'0'0,"0"2"0"0"0,0 0 1 0 0,-14 5-1 0 0,25-7-105 0 0,-10 2 561 0 0,0 0 0 0 0,0-1 0 0 0,-27 0 1 0 0,41-3-494 0 0,-1 1 1 0 0,1 0 0 0 0,0-1 0 0 0,-1 1-1 0 0,1 0 1 0 0,0-1 0 0 0,0 1-1 0 0,-1 0 1 0 0,1-1 0 0 0,0 1 0 0 0,0-1-1 0 0,0 1 1 0 0,-1-1 0 0 0,1 1 0 0 0,0-1-1 0 0,0 1 1 0 0,0 0 0 0 0,0-1 0 0 0,0 1-1 0 0,0-1 1 0 0,0 1 0 0 0,0-1 0 0 0,0 1-1 0 0,0-1 1 0 0,0 1 0 0 0,1-1 0 0 0,-1 1-1 0 0,0 0 1 0 0,0-1 0 0 0,0 1 0 0 0,0-1-1 0 0,1 1 1 0 0,-1 0 0 0 0,0-1 0 0 0,0 1-1 0 0,1-1 1 0 0,-1 1 0 0 0,0 0 0 0 0,1-1-1 0 0,10-18 952 0 0,1 4-773 0 0,0 2-1 0 0,1-1 1 0 0,1 2 0 0 0,0 0-1 0 0,0 0 1 0 0,2 2-1 0 0,22-13 1 0 0,-4 1-130 0 0,92-65-85 0 0,95-60-36 0 0,-161 112-4 0 0,116-51 0 0 0,-35 30 9 0 0,229-59 0 0 0,-292 97 31 0 0,284-57 418 0 0,-179 51-310 0 0,270 1 0 0 0,-346 25-93 0 0,0 5 1 0 0,-1 5-1 0 0,203 50 1 0 0,-189-26 35 0 0,-1 4 0 0 0,208 105 0 0 0,-241-98-18 0 0,-2 3 1 0 0,-2 4-1 0 0,-3 4 1 0 0,86 80-1 0 0,-156-130 20 0 0,-1 0-1 0 0,1 1 1 0 0,-1 0-1 0 0,-1 1 1 0 0,0 0 0 0 0,0 0-1 0 0,-1 0 1 0 0,7 16-1 0 0,-11-21-29 0 0,-1 1 0 0 0,1-1 0 0 0,-1 1 0 0 0,0-1-1 0 0,-1 1 1 0 0,1-1 0 0 0,-1 1 0 0 0,0 0 0 0 0,0-1 0 0 0,-1 1-1 0 0,0-1 1 0 0,0 1 0 0 0,0-1 0 0 0,-1 1 0 0 0,1-1-1 0 0,-1 0 1 0 0,-1 1 0 0 0,1-1 0 0 0,-7 9-1 0 0,5-7-225 0 0,-1 1-1 0 0,1-1 1 0 0,-2-1-1 0 0,1 1 1 0 0,-1-1-1 0 0,0 1 1 0 0,-1-2-1 0 0,1 1 1 0 0,-1-1-1 0 0,0 0 1 0 0,0 0-1 0 0,-1-1 1 0 0,-9 4-1 0 0,-5-3-6585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0.2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134 1 5985 0 0,'0'0'36'0'0,"-1"0"0"0"0,0 0 0 0 0,0 1 0 0 0,0-1-1 0 0,0 0 1 0 0,0 1 0 0 0,0-1 0 0 0,0 1 0 0 0,0-1-1 0 0,1 1 1 0 0,-1-1 0 0 0,0 1 0 0 0,0-1 0 0 0,1 1 0 0 0,-1 0-1 0 0,0 0 1 0 0,1-1 0 0 0,-1 1 0 0 0,1 0 0 0 0,-1 0 0 0 0,1 0-1 0 0,-1-1 1 0 0,1 1 0 0 0,-1 0 0 0 0,1 0 0 0 0,-1 2-1 0 0,1 0 135 0 0,-1 0 0 0 0,1 1-1 0 0,0-1 1 0 0,0 1-1 0 0,0-1 1 0 0,0 1-1 0 0,2 6 1 0 0,1 2 707 0 0,1 1-1 0 0,0-1 1 0 0,9 18 0 0 0,91 171 4151 0 0,61 96-3508 0 0,-162-291-1463 0 0,0-1 0 0 0,0 1 0 0 0,0 0-1 0 0,-1 0 1 0 0,0 0 0 0 0,0 0 0 0 0,0 1 0 0 0,-1-1 0 0 0,0 0 0 0 0,0 1-1 0 0,0 10 1 0 0,-2-11 14 0 0,0-1 0 0 0,0 0 0 0 0,-1 1-1 0 0,1-1 1 0 0,-1 0 0 0 0,0 0 0 0 0,-1 0 0 0 0,1 0-1 0 0,-1-1 1 0 0,0 1 0 0 0,0-1 0 0 0,0 1 0 0 0,-1-1 0 0 0,-5 5-1 0 0,-16 14 85 0 0,-1-1-1 0 0,-1-1 1 0 0,0-1-1 0 0,-2-2 0 0 0,-1 0 1 0 0,0-2-1 0 0,-1-2 1 0 0,0 0-1 0 0,-45 12 1 0 0,33-18-1109 0 0,26-8-37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0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2 3681 0 0,'0'0'284'0'0,"-32"-2"-184"0"0,28 3-50 0 0,1 0 0 0 0,0 0 0 0 0,0 0 0 0 0,0 0 0 0 0,1 0 0 0 0,-1 1 0 0 0,0-1 0 0 0,0 1 0 0 0,-2 2 0 0 0,4-3-32 0 0,1-1 0 0 0,0 0 1 0 0,0 0-1 0 0,0 0 0 0 0,0 0 1 0 0,-1 1-1 0 0,1-1 0 0 0,0 0 1 0 0,0 0-1 0 0,0 1 0 0 0,0-1 1 0 0,0 0-1 0 0,0 0 0 0 0,0 1 1 0 0,0-1-1 0 0,0 0 0 0 0,-1 0 1 0 0,1 0-1 0 0,0 1 0 0 0,0-1 1 0 0,0 0-1 0 0,0 1 0 0 0,0-1 1 0 0,1 0-1 0 0,-1 0 0 0 0,0 0 1 0 0,0 1-1 0 0,0-1 0 0 0,0 0 1 0 0,0 0-1 0 0,0 1 0 0 0,0-1 1 0 0,0 0-1 0 0,1 0 0 0 0,-1 0 1 0 0,0 1-1 0 0,0-1 0 0 0,0 0 1 0 0,21 8-319 0 0,-16-7-283 0 0,15 0-1407 0 0,-17-5 1735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4.1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29 104 5529 0 0,'-2'-1'145'0'0,"0"1"1"0"0,0-1-1 0 0,1 0 0 0 0,-1 0 1 0 0,1-1-1 0 0,-1 1 0 0 0,1 0 0 0 0,-1 0 1 0 0,1-1-1 0 0,-1 1 0 0 0,1-1 0 0 0,0 1 1 0 0,0-1-1 0 0,0 0 0 0 0,0 1 1 0 0,0-1-1 0 0,0 0 0 0 0,1 0 0 0 0,-1 0 1 0 0,0 1-1 0 0,1-1 0 0 0,-1 0 0 0 0,1 0 1 0 0,0 0-1 0 0,0 0 0 0 0,0 0 0 0 0,0 0 1 0 0,0 0-1 0 0,0 0 0 0 0,0 0 1 0 0,1 0-1 0 0,0-2 0 0 0,0 1 110 0 0,0 0-1 0 0,0 0 1 0 0,1 1 0 0 0,-1-1-1 0 0,1 0 1 0 0,-1 1 0 0 0,1-1 0 0 0,0 1-1 0 0,0 0 1 0 0,0 0 0 0 0,0 0-1 0 0,1 0 1 0 0,-1 0 0 0 0,0 0-1 0 0,1 0 1 0 0,-1 1 0 0 0,1-1-1 0 0,0 1 1 0 0,0 0 0 0 0,4-2-1 0 0,-3 2-140 0 0,1 0 1 0 0,-1 1-1 0 0,0-1 0 0 0,0 1 0 0 0,0 0 0 0 0,1 0 0 0 0,-1 0 0 0 0,0 1 1 0 0,0 0-1 0 0,0-1 0 0 0,0 1 0 0 0,1 1 0 0 0,-1-1 0 0 0,-1 0 0 0 0,5 3 0 0 0,-1 0-71 0 0,-1 0 0 0 0,0 0 0 0 0,1 1 0 0 0,-2 0 0 0 0,1 0 0 0 0,-1 0 0 0 0,0 1 0 0 0,5 5 0 0 0,-1 1-33 0 0,-1 1 0 0 0,-1-1 0 0 0,0 1 0 0 0,0 1 0 0 0,-2-1 0 0 0,1 1 0 0 0,-2 0 0 0 0,5 19 1 0 0,-8-21 4 0 0,0-1 1 0 0,0 1 0 0 0,-1-1 0 0 0,0 0 0 0 0,-1 1 0 0 0,0-1 0 0 0,-6 19 0 0 0,-2 2 169 0 0,-18 40-1 0 0,6-17 301 0 0,20-54-461 0 0,1 0 0 0 0,-1 0 1 0 0,1 1-1 0 0,-1-1 0 0 0,1 0 0 0 0,0 0 0 0 0,-1 0 0 0 0,1 0 0 0 0,0 0 1 0 0,0 1-1 0 0,0-1 0 0 0,0 0 0 0 0,0 0 0 0 0,0 0 0 0 0,1 1 1 0 0,-1-1-1 0 0,0 0 0 0 0,0 0 0 0 0,1 0 0 0 0,-1 0 0 0 0,1 0 1 0 0,-1 0-1 0 0,1 0 0 0 0,-1 0 0 0 0,3 2 0 0 0,-2-2 9 0 0,1 0 0 0 0,-1 0 0 0 0,1 0 0 0 0,0 0 0 0 0,0 0 0 0 0,-1-1 0 0 0,1 1 0 0 0,0 0 0 0 0,0-1-1 0 0,0 0 1 0 0,0 1 0 0 0,0-1 0 0 0,0 0 0 0 0,2 0 0 0 0,9-1 179 0 0,0-1-1 0 0,0 0 1 0 0,20-5-1 0 0,-31 6-159 0 0,36-10-476 0 0,-1-1 0 0 0,0-3-1 0 0,-1 0 1 0 0,43-26-1 0 0,-50 23-2341 0 0,-1-1-1 0 0,46-41 0 0 0,-48 36-1810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4.6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629 127 6913 0 0,'-61'-36'968'0'0,"36"21"363"0"0,0 0 0 0 0,-46-17-1 0 0,62 28-992 0 0,-1 2-1 0 0,0-1 0 0 0,1 1 1 0 0,-1 0-1 0 0,0 1 1 0 0,0 0-1 0 0,0 1 0 0 0,-1 0 1 0 0,1 1-1 0 0,0 0 1 0 0,-16 3-1 0 0,8 1-187 0 0,1 1 0 0 0,1 1-1 0 0,-1 0 1 0 0,1 1 0 0 0,0 0-1 0 0,1 2 1 0 0,0 0 0 0 0,1 0 0 0 0,0 1-1 0 0,0 1 1 0 0,1 0 0 0 0,1 1 0 0 0,0 1-1 0 0,1 0 1 0 0,-14 21 0 0 0,16-20-165 0 0,0 0 0 0 0,1 1 0 0 0,1 0 0 0 0,0 0 0 0 0,1 0 0 0 0,1 1 0 0 0,1 0 0 0 0,0 0 0 0 0,1 1 0 0 0,1-1 0 0 0,0 1 0 0 0,2-1 0 0 0,0 1 0 0 0,1-1 0 0 0,5 31 1 0 0,1-16 0 0 0,2-1 1 0 0,2 0-1 0 0,0-1 1 0 0,2 0 0 0 0,1 0-1 0 0,21 30 1 0 0,-21-39-10 0 0,0-1 1 0 0,1-1-1 0 0,2 0 0 0 0,0-1 1 0 0,0 0-1 0 0,2-2 0 0 0,0 0 1 0 0,36 22-1 0 0,-9-13-135 0 0,1-1 0 0 0,0-3-1 0 0,2-2 1 0 0,1-2 0 0 0,55 12 0 0 0,-70-22 195 0 0,1 0 0 0 0,0-3-1 0 0,0-1 1 0 0,0-1 0 0 0,0-2 0 0 0,0-2 0 0 0,0-1 0 0 0,43-10 0 0 0,-65 10 100 0 0,0-1 1 0 0,-1-1-1 0 0,0 0 1 0 0,1-1-1 0 0,-2 0 1 0 0,1-1-1 0 0,-1 0 1 0 0,0-1-1 0 0,0-1 0 0 0,17-15 1 0 0,-17 11 84 0 0,-1-1 1 0 0,0 1-1 0 0,-1-2 0 0 0,0 1 0 0 0,-1-2 1 0 0,-1 1-1 0 0,-1-1 0 0 0,8-22 0 0 0,1-10 280 0 0,-2-2 0 0 0,12-84 0 0 0,-7-106-50 0 0,-18 200-426 0 0,-1-1 0 0 0,-8-58 0 0 0,6 89-34 0 0,1 0 0 0 0,-1 0 1 0 0,-1 1-1 0 0,0-1 0 0 0,0 1 1 0 0,-1 0-1 0 0,0 0 0 0 0,0 0 1 0 0,-1 0-1 0 0,0 1 0 0 0,-1-1 1 0 0,0 1-1 0 0,0 1 0 0 0,-1-1 1 0 0,-14-12-1 0 0,16 17-90 0 0,0 0 0 0 0,-1 0 0 0 0,1 0 0 0 0,-1 1 0 0 0,1 0 1 0 0,-1 0-1 0 0,0 0 0 0 0,0 0 0 0 0,0 1 0 0 0,0 0 0 0 0,0 1 0 0 0,-10-1 0 0 0,5 2-1386 0 0,1 0 0 0 0,-1 0 0 0 0,-16 5-1 0 0,-15 7-5140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6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0 533 3225 0 0,'1'-7'307'0'0,"0"1"0"0"0,1 0 1 0 0,-1 0-1 0 0,1 0 0 0 0,0 0 1 0 0,1 0-1 0 0,0 0 0 0 0,0 0 1 0 0,0 1-1 0 0,0 0 0 0 0,7-8 1 0 0,47-54 1315 0 0,-54 64-1557 0 0,21-19 376 0 0,0 0 1 0 0,1 2-1 0 0,1 0 1 0 0,1 2-1 0 0,1 1 1 0 0,32-14-1 0 0,185-67 2078 0 0,-137 64-1703 0 0,1 5 1 0 0,1 5-1 0 0,1 5 0 0 0,155-8 1 0 0,-113 23-514 0 0,-1 6 1 0 0,260 39 0 0 0,-263-16-237 0 0,-2 7 0 0 0,-2 6 0 0 0,259 105 0 0 0,-350-119-86 0 0,-1 2-1 0 0,-1 2 1 0 0,-2 3 0 0 0,-1 2-1 0 0,-1 2 1 0 0,-2 2-1 0 0,-2 2 1 0 0,-1 2 0 0 0,62 77-1 0 0,-57-54-115 0 0,-3 2 1 0 0,-3 2-1 0 0,-3 1 0 0 0,-3 3 0 0 0,35 99 0 0 0,-27-40 242 0 0,-6 2 0 0 0,-6 1 0 0 0,-6 1 0 0 0,-6 2-1 0 0,-6 0 1 0 0,-3 145 0 0 0,-16-165 169 0 0,-5 0 0 0 0,-4-1 0 0 0,-6 0 1 0 0,-68 221-1 0 0,-134 265 746 0 0,198-549-995 0 0,-27 66 227 0 0,-111 188-1 0 0,109-228-181 0 0,-3-1-1 0 0,-3-3 1 0 0,-99 96 0 0 0,68-80 29 0 0,-131 177 0 0 0,219-267-107 0 0,-3 7-591 0 0,-1-1 0 0 0,0 0 0 0 0,0 0 0 0 0,-12 10 0 0 0,16-16 413 0 0,1 0 0 0 0,0 0 0 0 0,-1 0 0 0 0,1 0-1 0 0,-1 0 1 0 0,0 0 0 0 0,1-1 0 0 0,-1 1 0 0 0,0-1 0 0 0,1 1 0 0 0,-1-1 0 0 0,0 1-1 0 0,1-1 1 0 0,-1 0 0 0 0,0 0 0 0 0,0 0 0 0 0,0 0 0 0 0,1 0 0 0 0,-1 0-1 0 0,0 0 1 0 0,0-1 0 0 0,1 1 0 0 0,-1-1 0 0 0,0 1 0 0 0,1-1 0 0 0,-1 0 0 0 0,0 0-1 0 0,1 1 1 0 0,-1-1 0 0 0,-2-2 0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6.4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80 6913 0 0,'-11'-37'1303'0'0,"-6"-5"9321"0"0,12 69-9656 0 0,4 67 150 0 0,12 96 1 0 0,-10-177-1085 0 0,0-1-1 0 0,1 0 1 0 0,1 0 0 0 0,0 0 0 0 0,0 0 0 0 0,1 0 0 0 0,1-1 0 0 0,0 1 0 0 0,0-1 0 0 0,1-1 0 0 0,0 1-1 0 0,1-1 1 0 0,1 0 0 0 0,-1 0 0 0 0,2-1 0 0 0,-1 0 0 0 0,1 0 0 0 0,0-1 0 0 0,1-1 0 0 0,0 1-1 0 0,0-1 1 0 0,1-1 0 0 0,0 0 0 0 0,0-1 0 0 0,0 0 0 0 0,1 0 0 0 0,-1-1 0 0 0,18 3 0 0 0,-7-3 5 0 0,-1 0 0 0 0,1-2 0 0 0,-1 0 0 0 0,1-2 1 0 0,0 0-1 0 0,0-2 0 0 0,21-4 0 0 0,-1-2-964 0 0,-1-2 1 0 0,65-25-1 0 0,-71 22-6503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7.1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5985 0 0,'2'-3'318'0'0,"0"1"-1"0"0,1-1 0 0 0,-1 1 1 0 0,1 0-1 0 0,-1 0 0 0 0,1 0 1 0 0,0 0-1 0 0,0 0 0 0 0,0 0 0 0 0,0 1 1 0 0,0 0-1 0 0,5-2 0 0 0,41-12 1892 0 0,-35 12-1750 0 0,1 0 0 0 0,0 2-1 0 0,0-1 1 0 0,1 2 0 0 0,-1 0 0 0 0,0 1 0 0 0,0 0 0 0 0,0 1 0 0 0,0 1 0 0 0,27 8 0 0 0,-34-8-419 0 0,0 1 0 0 0,0-1 0 0 0,0 1 0 0 0,-1 1 0 0 0,1-1 1 0 0,-1 1-1 0 0,0 1 0 0 0,-1-1 0 0 0,1 1 0 0 0,-1 0 0 0 0,0 1 0 0 0,-1-1 0 0 0,0 1 0 0 0,0 0 1 0 0,0 1-1 0 0,-1-1 0 0 0,0 1 0 0 0,0 0 0 0 0,-1 0 0 0 0,3 10 0 0 0,-2-3-93 0 0,-1 1 0 0 0,0-1 0 0 0,-1 1 0 0 0,-1 0 0 0 0,-1 0 0 0 0,0-1 0 0 0,-1 1 0 0 0,0 0 0 0 0,-2 0 0 0 0,0-1-1 0 0,-7 23 1 0 0,-1-8-312 0 0,0-1-1 0 0,-3 0 0 0 0,0-1 0 0 0,-32 46 0 0 0,43-70 303 0 0,0 0-1 0 0,1 0 0 0 0,0 0 1 0 0,0 0-1 0 0,0 0 0 0 0,0 1 1 0 0,0-1-1 0 0,1 0 0 0 0,-1 6 1 0 0,2-9 19 0 0,0 0 0 0 0,0-1 0 0 0,0 1 0 0 0,0 0 0 0 0,0-1 0 0 0,0 1 0 0 0,0 0 0 0 0,0-1 0 0 0,0 1 1 0 0,1 0-1 0 0,-1-1 0 0 0,0 1 0 0 0,1 0 0 0 0,-1-1 0 0 0,0 1 0 0 0,1-1 0 0 0,-1 1 0 0 0,1-1 0 0 0,-1 1 0 0 0,0-1 1 0 0,1 1-1 0 0,-1-1 0 0 0,1 1 0 0 0,1 0 0 0 0,-1-1-111 0 0,1 1 0 0 0,0 0 0 0 0,0-1 0 0 0,0 1 0 0 0,0-1 0 0 0,1 0 0 0 0,-1 0 0 0 0,0 0-1 0 0,0 0 1 0 0,0 0 0 0 0,0 0 0 0 0,3-1 0 0 0,35-7-1418 0 0,-26 5 1271 0 0,0 0-1 0 0,0 1 1 0 0,1 0 0 0 0,-1 1 0 0 0,29 2-1 0 0,-39-1 447 0 0,-1 1 0 0 0,1 0-1 0 0,-1 0 1 0 0,0 0 0 0 0,0 0-1 0 0,1 1 1 0 0,-1-1-1 0 0,0 1 1 0 0,0 0 0 0 0,0 0-1 0 0,0 0 1 0 0,-1 0 0 0 0,1 1-1 0 0,-1-1 1 0 0,1 1-1 0 0,-1-1 1 0 0,0 1 0 0 0,0 0-1 0 0,0 0 1 0 0,0 0 0 0 0,0 0-1 0 0,-1 0 1 0 0,1 0-1 0 0,-1 1 1 0 0,0-1 0 0 0,0 0-1 0 0,0 1 1 0 0,-1-1 0 0 0,1 1-1 0 0,-1 3 1 0 0,1 2 193 0 0,0 0 1 0 0,-1 0 0 0 0,0 0-1 0 0,-1 1 1 0 0,0-1 0 0 0,0 0-1 0 0,-1 0 1 0 0,0-1 0 0 0,-1 1-1 0 0,0 0 1 0 0,0-1 0 0 0,-1 1-1 0 0,-9 14 1 0 0,4-9-585 0 0,0 0 0 0 0,-2-1 0 0 0,1-1 0 0 0,-2 0 0 0 0,0 0 0 0 0,-23 18 0 0 0,16-16-743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7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727 416 5985 0 0,'-15'-76'2369'0'0,"10"42"-684"0"0,-2 0-1 0 0,-1 0 1 0 0,-2 1-1 0 0,-21-50 1 0 0,27 75-1501 0 0,0 0 0 0 0,0 0 0 0 0,-1 1 0 0 0,-1-1 1 0 0,1 1-1 0 0,-1 0 0 0 0,0 1 0 0 0,-1-1 0 0 0,0 1 0 0 0,0 0 1 0 0,0 1-1 0 0,0 0 0 0 0,-1 0 0 0 0,0 1 0 0 0,0-1 0 0 0,0 2 1 0 0,-1-1-1 0 0,1 1 0 0 0,-1 1 0 0 0,0-1 0 0 0,0 2 0 0 0,-12-2 0 0 0,9 2-155 0 0,0 2-1 0 0,0 0 0 0 0,0 0 0 0 0,0 1 0 0 0,0 0 0 0 0,0 1 0 0 0,1 0 1 0 0,0 1-1 0 0,-1 1 0 0 0,1 0 0 0 0,0 0 0 0 0,-17 12 0 0 0,4-1-23 0 0,1 1 1 0 0,0 1-1 0 0,1 1 0 0 0,-23 27 1 0 0,26-25-12 0 0,2 2-1 0 0,0 0 1 0 0,2 1 0 0 0,0 0 0 0 0,2 1 0 0 0,1 1 0 0 0,1 0 0 0 0,-10 34 0 0 0,12-26-45 0 0,1 1 0 0 0,1 0-1 0 0,2 1 1 0 0,2-1 0 0 0,1 1-1 0 0,4 39 1 0 0,-1-59-72 0 0,1-1 0 0 0,1 1 0 0 0,0-1 0 0 0,1 0-1 0 0,1 0 1 0 0,0 0 0 0 0,1-1 0 0 0,11 20 0 0 0,-5-15-81 0 0,1 0 0 0 0,0-1 0 0 0,2 0 0 0 0,0-1 0 0 0,21 19 0 0 0,-3-9 83 0 0,1-1 0 0 0,1-1-1 0 0,1-2 1 0 0,1-2 0 0 0,68 29 0 0 0,-69-35 284 0 0,0-2-1 0 0,2-1 1 0 0,-1-2 0 0 0,1-1 0 0 0,1-2 0 0 0,0-2 0 0 0,63 0-1 0 0,-84-5-21 0 0,0-1 0 0 0,0-1 0 0 0,1-1 0 0 0,-1 0 0 0 0,-1-2-1 0 0,1 0 1 0 0,-1-1 0 0 0,0 0 0 0 0,0-1 0 0 0,0-1-1 0 0,-1-1 1 0 0,-1-1 0 0 0,1 0 0 0 0,-1-1 0 0 0,-1 0 0 0 0,0-1-1 0 0,-1-1 1 0 0,16-18 0 0 0,1-9 109 0 0,-2-2-1 0 0,-1-1 1 0 0,29-65 0 0 0,46-145 254 0 0,-95 233-475 0 0,-1-1-1 0 0,0 0 1 0 0,-2 0-1 0 0,0-1 1 0 0,-2 1-1 0 0,0-1 1 0 0,-1 0-1 0 0,-4-39 1 0 0,0 44-132 0 0,0-1 0 0 0,-2 1 0 0 0,0 0 0 0 0,0 0 0 0 0,-2 1 0 0 0,0-1 0 0 0,-1 1 0 0 0,0 1 0 0 0,-2 0 0 0 0,0 0 0 0 0,-12-15 0 0 0,-23-18-1560 0 0,13 19-3811 0 0,5 5-1117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8.6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7336 1963 10594 0 0,'3'-4'479'0'0,"0"0"0"0"0,1 1-1 0 0,0-1 1 0 0,-1 1 0 0 0,1 0-1 0 0,7-4 1 0 0,12-11 3125 0 0,-40 66-765 0 0,6-25-2930 0 0,-2-1 0 0 0,0-1 0 0 0,-1 1 0 0 0,0-2-1 0 0,-28 29 1 0 0,-100 86-672 0 0,96-93 689 0 0,40-36 74 0 0,-192 165 102 0 0,163-145-73 0 0,-2 0 0 0 0,-1-2 1 0 0,-76 34-1 0 0,-355 106-1265 0 0,-12-39-243 0 0,41-34 1489 0 0,-702 57 0 0 0,919-134 794 0 0,-276-18 0 0 0,337-8-227 0 0,1-8 0 0 0,-230-57 0 0 0,275 43-438 0 0,1-4 1 0 0,3-6-1 0 0,-165-88 1 0 0,151 59-456 0 0,2-5 1 0 0,-177-148 0 0 0,108 68-313 0 0,-262-238-51 0 0,381 322 716 0 0,3-4 1 0 0,4-2-1 0 0,4-4 0 0 0,-93-158 1 0 0,-108-314 1190 0 0,227 458-1375 0 0,4-2-1 0 0,4-1 0 0 0,-29-193 0 0 0,49 200 110 0 0,7 54-5212 0 0,2 22-640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9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208 53 10138 0 0,'-5'-19'878'0'0,"-1"6"1929"0"0,5 13-2706 0 0,0 1 1 0 0,0-1-1 0 0,0 1 0 0 0,1 0 0 0 0,-1 0 1 0 0,0 0-1 0 0,0-1 0 0 0,1 1 1 0 0,-1 0-1 0 0,0 0 0 0 0,1 0 0 0 0,-1 0 1 0 0,1 0-1 0 0,-1 0 0 0 0,1 0 0 0 0,0 0 1 0 0,-1 2-1 0 0,-105 260 1917 0 0,51-119-1675 0 0,54-141-320 0 0,0 0-13 0 0,0 0 0 0 0,0 0 0 0 0,-1-1 0 0 0,1 1 0 0 0,-1 0 0 0 0,1 0 0 0 0,-1-1 0 0 0,0 1 0 0 0,0-1 0 0 0,-4 5 0 0 0,5-36 290 0 0,7-29-853 0 0,19-85-1 0 0,-2 19 711 0 0,-20 97-33 0 0,-3 18 16 0 0,1 0-1 0 0,0 0 0 0 0,0 0 1 0 0,1 0-1 0 0,0 1 1 0 0,1-1-1 0 0,0 1 0 0 0,0-1 1 0 0,5-8-1 0 0,-8 17-98 0 0,0 0 0 0 0,1-1-1 0 0,-1 1 1 0 0,0 0 0 0 0,1-1 0 0 0,-1 1-1 0 0,0 0 1 0 0,1 0 0 0 0,-1-1 0 0 0,0 1-1 0 0,1 0 1 0 0,-1 0 0 0 0,1 0 0 0 0,-1-1-1 0 0,1 1 1 0 0,-1 0 0 0 0,0 0 0 0 0,1 0-1 0 0,-1 0 1 0 0,1 0 0 0 0,-1 0-1 0 0,1 0 1 0 0,-1 0 0 0 0,1 0 0 0 0,-1 0-1 0 0,1 0 1 0 0,-1 0 0 0 0,0 0 0 0 0,1 0-1 0 0,0 1 1 0 0,15 11 623 0 0,6 17 33 0 0,-22-28-692 0 0,60 102 1106 0 0,-46-76-989 0 0,0 0-1 0 0,2-1 0 0 0,1 0 0 0 0,1-2 0 0 0,38 40 1 0 0,-36-47-257 0 0,1-1 0 0 0,0-1-1 0 0,2-1 1 0 0,-1 0 0 0 0,2-2 0 0 0,36 14 0 0 0,-11-7-630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49.7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1 11979 0 0,'4'6'3328'0'0,"4"13"-2393"0"0,-7-3-668 0 0,0 1 0 0 0,-1-1 1 0 0,-1 0-1 0 0,0 1 0 0 0,-4 16 0 0 0,-24 82 451 0 0,14-60-600 0 0,1-4-80 0 0,2-11 18 0 0,-6 47 0 0 0,16-76-50 0 0,1-1 0 0 0,0 0 0 0 0,0 0 0 0 0,2 1 0 0 0,-1-1 1 0 0,1 0-1 0 0,1 0 0 0 0,-1 1 0 0 0,8 18 0 0 0,-7-23 37 0 0,1 1 0 0 0,0-1 0 0 0,0 0 0 0 0,1-1 0 0 0,0 1 0 0 0,0-1 0 0 0,0 1 0 0 0,1-1 0 0 0,-1 0 0 0 0,1-1 0 0 0,1 1 0 0 0,-1-1 1 0 0,0 0-1 0 0,1 0 0 0 0,0-1 0 0 0,0 0 0 0 0,0 0 0 0 0,0 0 0 0 0,1-1 0 0 0,-1 0 0 0 0,1 0 0 0 0,-1 0 0 0 0,1-1 0 0 0,0 0 0 0 0,0 0 0 0 0,-1-1 0 0 0,1 0 0 0 0,7-1 0 0 0,17-2 227 0 0,0-1 1 0 0,0-2-1 0 0,0-1 0 0 0,50-19 1 0 0,-57 18-277 0 0,107-28-1846 0 0,-58 17-5006 0 0,-51 14 1340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50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 10594 0 0,'-5'5'2628'0'0,"4"-4"-2336"0"0,1-1 0 0 0,-1 1 0 0 0,1 0 0 0 0,0 0 0 0 0,-1-1-1 0 0,1 1 1 0 0,0 0 0 0 0,-1 1 0 0 0,-6 31 2741 0 0,7-27-2367 0 0,-20 130 2763 0 0,8 71-3060 0 0,16-41 75 0 0,9-82-2316 0 0,-9-66-900 0 0,1-1 0 0 0,10 25 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8:50.5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915 33 10594 0 0,'-5'-4'117'0'0,"0"1"-1"0"0,0-1 0 0 0,0 1 1 0 0,-1 0-1 0 0,1 0 0 0 0,-1 1 1 0 0,1 0-1 0 0,-1 0 0 0 0,0 0 1 0 0,0 1-1 0 0,0 0 0 0 0,0 0 1 0 0,0 0-1 0 0,0 1 0 0 0,-1 0 1 0 0,-6 1-1 0 0,-16 1 247 0 0,1 3 1 0 0,0 0-1 0 0,0 2 0 0 0,0 1 1 0 0,1 1-1 0 0,0 1 0 0 0,1 1 1 0 0,0 2-1 0 0,-47 31 0 0 0,24-10 483 0 0,2 3 0 0 0,1 2-1 0 0,-72 79 1 0 0,92-88-1001 0 0,2 1 0 0 0,2 1-1 0 0,0 1 1 0 0,2 1 0 0 0,2 1 0 0 0,1 1-1 0 0,2 0 1 0 0,1 1 0 0 0,2 0-1 0 0,-9 49 1 0 0,14-46-48 0 0,1 0 0 0 0,2 1 0 0 0,2-1 0 0 0,1 1 0 0 0,3-1 0 0 0,1 0 0 0 0,1 1 0 0 0,3-1 0 0 0,22 75 0 0 0,-22-94 9 0 0,1 0 0 0 0,1-1 0 0 0,1 0-1 0 0,1 0 1 0 0,1-1 0 0 0,0 0 0 0 0,1-1 0 0 0,1-1 0 0 0,1 0 0 0 0,0-1-1 0 0,1 0 1 0 0,1-1 0 0 0,0-1 0 0 0,1-1 0 0 0,1-1 0 0 0,0 0 0 0 0,1-1-1 0 0,0-1 1 0 0,0-1 0 0 0,1-1 0 0 0,0-1 0 0 0,1 0 0 0 0,-1-2 0 0 0,1 0-1 0 0,33 1 1 0 0,-12-5 155 0 0,-1-2 0 0 0,1-1 0 0 0,-1-3 0 0 0,0-1-1 0 0,0-3 1 0 0,-1-1 0 0 0,51-19 0 0 0,271-132 2209 0 0,-322 141-1721 0 0,44-24 1447 0 0,114-77 1 0 0,-152 88-1084 0 0,-2-2 1 0 0,-1-3-1 0 0,66-73 1 0 0,-105 106-724 0 0,0-1 1 0 0,-1 0-1 0 0,0 0 0 0 0,0 0 1 0 0,0 0-1 0 0,-1-1 0 0 0,0 1 1 0 0,0-1-1 0 0,-1 0 0 0 0,0 0 1 0 0,0 0-1 0 0,2-13 0 0 0,-4 12 10 0 0,0 0 0 0 0,-1-1 0 0 0,0 1 0 0 0,0 0 0 0 0,-1-1 0 0 0,0 1 0 0 0,0 0 0 0 0,-1 0 0 0 0,0 0 0 0 0,-7-13 0 0 0,-14-21 78 0 0,-1 1-1 0 0,-46-57 1 0 0,-72-68 373 0 0,105 124-515 0 0,3 4-834 0 0,-53-44-1 0 0,54 54-1714 0 0,-72-43-1 0 0,47 37-4761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1.9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346 448 920 0 0,'4'-30'838'0'0,"-2"-1"0"0"0,-1 0 0 0 0,-1 1 0 0 0,-2-1 0 0 0,0 0 0 0 0,-3 1 0 0 0,0-1 0 0 0,-2 1 0 0 0,-1 1 0 0 0,-2-1 0 0 0,-20-43 0 0 0,29 70-616 0 0,0 0 1 0 0,-1 0 0 0 0,1 1-1 0 0,-1-1 1 0 0,0 1-1 0 0,0-1 1 0 0,0 1 0 0 0,0 0-1 0 0,0-1 1 0 0,0 1 0 0 0,-1 0-1 0 0,1 1 1 0 0,-1-1-1 0 0,0 0 1 0 0,1 1 0 0 0,-1-1-1 0 0,-4 0 1 0 0,5 1-70 0 0,-1 1 0 0 0,1 0 0 0 0,-1 0 0 0 0,1 0 0 0 0,-1 1 0 0 0,1-1 0 0 0,-1 0 0 0 0,1 1 0 0 0,-1 0-1 0 0,1 0 1 0 0,-1 0 0 0 0,1 0 0 0 0,0 0 0 0 0,0 0 0 0 0,-1 0 0 0 0,1 1 0 0 0,0-1 0 0 0,0 1 0 0 0,0-1 0 0 0,1 1 0 0 0,-4 3 0 0 0,-8 9 150 0 0,1 1 0 0 0,0 1-1 0 0,0-1 1 0 0,2 2 0 0 0,0 0 0 0 0,1 0 0 0 0,-10 27 0 0 0,-37 133 427 0 0,45-136-661 0 0,3 1 0 0 0,1 0 0 0 0,2 1 0 0 0,2-1 0 0 0,2 1 1 0 0,7 78-1 0 0,-3-95-39 0 0,2-1-1 0 0,0 0 1 0 0,2 0 0 0 0,0-1 0 0 0,2 0 0 0 0,1 0 0 0 0,0 0 0 0 0,2-2-1 0 0,1 1 1 0 0,0-2 0 0 0,2 0 0 0 0,28 32 0 0 0,-36-45-83 0 0,2 0 0 0 0,-1-1 0 0 0,1 0 0 0 0,0 0 0 0 0,0-1 0 0 0,1 0 0 0 0,0-1 0 0 0,0 0 1 0 0,0 0-1 0 0,0-1 0 0 0,1 0 0 0 0,0-1 0 0 0,0 0 0 0 0,0-1 0 0 0,0 0 0 0 0,0-1 0 0 0,21 0 0 0 0,-16-3-27 0 0,-1 0 0 0 0,1 0 1 0 0,-1-2-1 0 0,1 0 0 0 0,-1 0 0 0 0,0-2 0 0 0,-1 0 0 0 0,0 0 0 0 0,1-2 0 0 0,-2 1 0 0 0,1-2 1 0 0,13-11-1 0 0,-10 7 65 0 0,-1-1 1 0 0,-1-1 0 0 0,0 0-1 0 0,-1-1 1 0 0,-1 0-1 0 0,-1-1 1 0 0,0-1 0 0 0,-1 0-1 0 0,0 0 1 0 0,-2-1 0 0 0,0-1-1 0 0,-2 0 1 0 0,0 0-1 0 0,6-26 1 0 0,-9 20 96 0 0,0-1 0 0 0,-2 1 0 0 0,0 0-1 0 0,-2-1 1 0 0,-1 1 0 0 0,-1-1 0 0 0,-1 1 0 0 0,-2 0 0 0 0,0 0 0 0 0,-2 0 0 0 0,-11-27 0 0 0,-4-4 112 0 0,-2 1 0 0 0,-3 1 0 0 0,-60-92 0 0 0,85 144-179 0 0,0 0 1 0 0,0 0-1 0 0,-1 0 1 0 0,1 0-1 0 0,-1 1 1 0 0,0-1-1 0 0,1 1 1 0 0,-1-1-1 0 0,0 1 1 0 0,0 0-1 0 0,-1 0 1 0 0,1 0-1 0 0,0 1 1 0 0,-1-1-1 0 0,1 1 1 0 0,-1-1-1 0 0,1 1 1 0 0,-1 0-1 0 0,1 1 1 0 0,-6-1 0 0 0,5 1-33 0 0,0 1 0 0 0,0-1 1 0 0,1 1-1 0 0,-1 1 1 0 0,0-1-1 0 0,0 0 1 0 0,1 1-1 0 0,-1 0 0 0 0,1-1 1 0 0,0 1-1 0 0,-1 1 1 0 0,1-1-1 0 0,0 0 1 0 0,0 1-1 0 0,0 0 1 0 0,1 0-1 0 0,-1 0 0 0 0,1 0 1 0 0,-4 4-1 0 0,-2 6-722 0 0,0 1 0 0 0,0 0 0 0 0,1 0 0 0 0,-9 30 0 0 0,4-6-5955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2.3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11 300 5065 0 0,'-6'-62'2454'0'0,"4"48"-303"0"0,0 0 0 0 0,1 0-1 0 0,2-28 1 0 0,-2 42-2090 0 0,1 0 0 0 0,0 0-1 0 0,0 0 1 0 0,0-1 0 0 0,0 1 0 0 0,0 0 0 0 0,0 0-1 0 0,0 0 1 0 0,0 0 0 0 0,0-1 0 0 0,0 1 0 0 0,0 0-1 0 0,0 0 1 0 0,0 0 0 0 0,0-1 0 0 0,0 1 0 0 0,0 0-1 0 0,0 0 1 0 0,0 0 0 0 0,0 0 0 0 0,0-1 0 0 0,1 1-1 0 0,-1-1 427 0 0,1 1-427 0 0,-1 0 1 0 0,0 0 0 0 0,0 0 0 0 0,0 0 0 0 0,0 0-1 0 0,1-1 1 0 0,-1 1 0 0 0,0 0 0 0 0,0 0 0 0 0,0 0-1 0 0,0 0 1 0 0,1 0 0 0 0,-1 0 0 0 0,0 0 0 0 0,0 0-1 0 0,0 0 1 0 0,0 0 0 0 0,1 0 0 0 0,6 10 658 0 0,3 15-620 0 0,-2 34 195 0 0,-7-45-220 0 0,0-1 1 0 0,1 0 0 0 0,6 18-1 0 0,-8-30-89 0 0,0-1-1 0 0,0 1 1 0 0,0 0 0 0 0,0 0-1 0 0,0-1 1 0 0,0 1-1 0 0,0 0 1 0 0,0-1-1 0 0,1 1 1 0 0,-1 0-1 0 0,0-1 1 0 0,1 1-1 0 0,-1 0 1 0 0,0-1-1 0 0,1 1 1 0 0,-1 0-1 0 0,1-1 1 0 0,-1 1-1 0 0,1-1 1 0 0,-1 1 0 0 0,1-1-1 0 0,-1 1 1 0 0,1-1-1 0 0,0 0 1 0 0,-1 1-1 0 0,1-1 1 0 0,0 0-1 0 0,-1 1 1 0 0,1-1-1 0 0,0 0 1 0 0,-1 0-1 0 0,1 0 1 0 0,0 0-1 0 0,0 1 1 0 0,-1-1 0 0 0,1 0-1 0 0,0 0 1 0 0,-1 0-1 0 0,1 0 1 0 0,0-1-1 0 0,0 1 1 0 0,-1 0-1 0 0,1 0 1 0 0,0 0-1 0 0,-1-1 1 0 0,1 1-1 0 0,0 0 1 0 0,-1 0-1 0 0,1-1 1 0 0,0 1 0 0 0,-1-1-1 0 0,1 1 1 0 0,-1-1-1 0 0,1 1 1 0 0,-1-1-1 0 0,1 1 1 0 0,-1-1-1 0 0,1 1 1 0 0,-1-1-1 0 0,1-1 1 0 0,3-2-180 0 0,-1-1 0 0 0,1 1 0 0 0,-1-1 1 0 0,0 0-1 0 0,-1 0 0 0 0,3-7 0 0 0,19-70-2291 0 0,-17 53 2722 0 0,2-1-1 0 0,1 2 1 0 0,1-1-1 0 0,21-39 1 0 0,-31 68-173 0 0,-1-1 0 0 0,0 0 0 0 0,1 0 0 0 0,-1 0 0 0 0,0 1 0 0 0,1-1 0 0 0,-1 0 0 0 0,1 0 0 0 0,-1 1 0 0 0,1-1-1 0 0,0 0 1 0 0,-1 1 0 0 0,1-1 0 0 0,0 1 0 0 0,-1-1 0 0 0,1 1 0 0 0,0-1 0 0 0,0 1 0 0 0,0 0 0 0 0,-1-1 0 0 0,1 1 0 0 0,0 0 0 0 0,0 0 0 0 0,0-1 0 0 0,0 1 0 0 0,-1 0 0 0 0,1 0 0 0 0,0 0 0 0 0,0 0 0 0 0,0 0 0 0 0,0 0 0 0 0,0 0-1 0 0,0 0 1 0 0,-1 1 0 0 0,1-1 0 0 0,0 0 0 0 0,0 0 0 0 0,0 1 0 0 0,-1-1 0 0 0,1 0 0 0 0,0 1 0 0 0,0-1 0 0 0,-1 1 0 0 0,1-1 0 0 0,0 1 0 0 0,-1 0 0 0 0,1-1 0 0 0,0 1 0 0 0,-1 0 0 0 0,1-1 0 0 0,-1 1 0 0 0,1 0 0 0 0,0 1 0 0 0,4 6 189 0 0,1 1 0 0 0,-1 0 1 0 0,6 17-1 0 0,-7-17-73 0 0,31 80 217 0 0,14 29-37 0 0,-41-101-995 0 0,2 0-1 0 0,-1 0 1 0 0,2-1 0 0 0,17 20 0 0 0,-12-19-6320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2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52 9218 0 0,'-15'5'1157'0'0,"0"-1"0"0"0,0 0 0 0 0,0-1 0 0 0,-31-2 1769 0 0,46-1-2892 0 0,0 0 0 0 0,0 0 0 0 0,0 0 0 0 0,0 0 0 0 0,0 0 0 0 0,0 0 0 0 0,0 0 0 0 0,0 0 0 0 0,0 0 0 0 0,-1 0 0 0 0,1 0 1 0 0,0 0-1 0 0,0 0 0 0 0,0 0 0 0 0,0 0 0 0 0,0 0 0 0 0,10-9 859 0 0,14-6-537 0 0,-7 7-397 0 0,0 1 0 0 0,0 0 0 0 0,1 2 0 0 0,0 0 0 0 0,0 1 0 0 0,0 1 0 0 0,0 0 1 0 0,0 2-1 0 0,1 0 0 0 0,-1 1 0 0 0,1 0 0 0 0,33 7 0 0 0,-30-3-927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315 582 3089 0 0,'0'-6'241'0'0,"0"-1"1"0"0,0 1 0 0 0,-1-1-1 0 0,1 1 1 0 0,-1 0 0 0 0,-1-1-1 0 0,0 1 1 0 0,1 0 0 0 0,-2 0-1 0 0,1 0 1 0 0,-1 0 0 0 0,-3-5 0 0 0,3 5 145 0 0,0 1 0 0 0,0 0 1 0 0,0 0-1 0 0,-1 1 1 0 0,1-1-1 0 0,-1 1 1 0 0,-1-1-1 0 0,1 1 0 0 0,0 0 1 0 0,-1 1-1 0 0,0-1 1 0 0,0 1-1 0 0,-7-4 0 0 0,7 6-69 0 0,-1 0-1 0 0,1 0 0 0 0,-1 0 0 0 0,1 1 1 0 0,-1 0-1 0 0,1 0 0 0 0,-1 0 0 0 0,1 0 1 0 0,-1 1-1 0 0,1 0 0 0 0,-1 0 0 0 0,1 1 1 0 0,0 0-1 0 0,-1 0 0 0 0,1 0 0 0 0,0 0 0 0 0,0 1 1 0 0,1 0-1 0 0,-1 0 0 0 0,0 0 0 0 0,1 0 1 0 0,-5 5-1 0 0,-1 1-7 0 0,0 1 0 0 0,0 0 0 0 0,1 0 0 0 0,0 1 0 0 0,1 0 0 0 0,1 1 0 0 0,-12 23 0 0 0,14-23-251 0 0,0 1 1 0 0,2 0-1 0 0,-1 0 0 0 0,2 0 0 0 0,0 1 0 0 0,0-1 1 0 0,1 1-1 0 0,1-1 0 0 0,0 1 0 0 0,1-1 0 0 0,1 1 1 0 0,0-1-1 0 0,0 0 0 0 0,6 15 0 0 0,-7-22-99 0 0,1 0 0 0 0,0 0 0 0 0,1 0 0 0 0,-1-1 0 0 0,1 1-1 0 0,0-1 1 0 0,1 0 0 0 0,-1 0 0 0 0,1 0 0 0 0,0 0 0 0 0,1 0 0 0 0,-1-1 0 0 0,1 0-1 0 0,-1 0 1 0 0,1 0 0 0 0,1 0 0 0 0,-1-1 0 0 0,0 0 0 0 0,1 0 0 0 0,-1 0 0 0 0,1-1-1 0 0,0 0 1 0 0,0 0 0 0 0,0 0 0 0 0,0-1 0 0 0,0 0 0 0 0,1 0 0 0 0,-1-1 0 0 0,0 1 0 0 0,0-2-1 0 0,0 1 1 0 0,9-2 0 0 0,-3 1-299 0 0,-1-2 0 0 0,0 0 0 0 0,0 0 0 0 0,0-1 0 0 0,0 0 0 0 0,0-1-1 0 0,-1 0 1 0 0,0-1 0 0 0,0 0 0 0 0,13-11 0 0 0,-9 6-129 0 0,-1-1 0 0 0,-1-1 0 0 0,0 0 0 0 0,-1-1 0 0 0,0 0 0 0 0,12-21 0 0 0,-10 10-27 0 0,0 0-1 0 0,-2-1 1 0 0,-1 0-1 0 0,-1-1 1 0 0,-1 0-1 0 0,-1 0 1 0 0,-2-1-1 0 0,4-45 1 0 0,-9 44 424 0 0,-1-1 0 0 0,-1 1 0 0 0,-2-1 0 0 0,-10-43 0 0 0,4 35 1063 0 0,-2 1 0 0 0,-31-68 0 0 0,41 99-468 0 0,-1 0 1 0 0,0 0 0 0 0,0 0 0 0 0,-1 0 0 0 0,0 1 0 0 0,0-1-1 0 0,0 1 1 0 0,0 0 0 0 0,-1 1 0 0 0,-8-7 0 0 0,13 11-420 0 0,-1 0 0 0 0,1 0 0 0 0,0 0 0 0 0,-1 1 0 0 0,1-1 0 0 0,0 0 1 0 0,0 0-1 0 0,-1 1 0 0 0,1-1 0 0 0,0 0 0 0 0,-1 1 0 0 0,1-1 0 0 0,0 0 0 0 0,0 1 0 0 0,0-1 0 0 0,0 1 0 0 0,-1-1 1 0 0,1 0-1 0 0,0 1 0 0 0,0-1 0 0 0,0 1 0 0 0,0-1 0 0 0,0 0 0 0 0,0 1 0 0 0,0-1 0 0 0,0 1 0 0 0,0-1 1 0 0,0 0-1 0 0,0 1 0 0 0,0-1 0 0 0,0 1 0 0 0,0-1 0 0 0,0 0 0 0 0,1 1 0 0 0,-1-1 0 0 0,0 1 0 0 0,0-1 0 0 0,1 1 1 0 0,2 22 474 0 0,132 514 875 0 0,-77-388-1709 0 0,-29-87-6245 0 0,-11-23-940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6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1 513 3225 0 0,'14'-7'1186'0'0,"-1"-1"0"0"0,0-1 0 0 0,0 0 1 0 0,-1-1-1 0 0,0 0 0 0 0,11-13 1 0 0,-8 6-468 0 0,-1 0 0 0 0,-1-1 0 0 0,-1 0 1 0 0,0-1-1 0 0,-2 0 0 0 0,15-34 1 0 0,-19 35-608 0 0,0 0 1 0 0,0 0-1 0 0,-2-1 1 0 0,0 1-1 0 0,2-31 1 0 0,-6 43-113 0 0,0 0 1 0 0,0 0-1 0 0,0-1 1 0 0,-1 1 0 0 0,0 0-1 0 0,0 0 1 0 0,0 0 0 0 0,-1 0-1 0 0,0 0 1 0 0,0 0-1 0 0,0 0 1 0 0,-1 0 0 0 0,0 1-1 0 0,0-1 1 0 0,-1 1 0 0 0,1 0-1 0 0,-1 0 1 0 0,0 0-1 0 0,-1 1 1 0 0,-7-7 0 0 0,12 10 23 0 0,-1 0 0 0 0,0 0 1 0 0,0 0-1 0 0,0 1 0 0 0,1-1 0 0 0,-1 0 1 0 0,0 1-1 0 0,0-1 0 0 0,0 0 1 0 0,0 1-1 0 0,0-1 0 0 0,0 1 0 0 0,0 0 1 0 0,0-1-1 0 0,0 1 0 0 0,-1 0 1 0 0,1 0-1 0 0,0-1 0 0 0,0 1 0 0 0,0 0 1 0 0,0 0-1 0 0,0 0 0 0 0,0 0 1 0 0,-1 1-1 0 0,1-1 0 0 0,0 0 0 0 0,0 0 1 0 0,0 1-1 0 0,0-1 0 0 0,0 1 1 0 0,0-1-1 0 0,0 1 0 0 0,0-1 0 0 0,0 1 1 0 0,0-1-1 0 0,0 1 0 0 0,0 0 0 0 0,0 0 1 0 0,1-1-1 0 0,-1 1 0 0 0,0 0 1 0 0,0 0-1 0 0,1 0 0 0 0,-1 0 0 0 0,1 0 1 0 0,-1 0-1 0 0,1 0 0 0 0,-1 0 1 0 0,1 0-1 0 0,0 0 0 0 0,-1 0 0 0 0,1 0 1 0 0,0 0-1 0 0,0 3 0 0 0,-2 3 169 0 0,1 0 0 0 0,0 1 0 0 0,0-1 0 0 0,1 0 0 0 0,0 1 0 0 0,1-1 0 0 0,1 9 0 0 0,2 0-44 0 0,1 0-1 0 0,0 0 1 0 0,2 0 0 0 0,0-1-1 0 0,0 0 1 0 0,1 0 0 0 0,1-1-1 0 0,1 0 1 0 0,18 20 0 0 0,-7-11-574 0 0,28 25 0 0 0,27 13-5484 0 0,-59-49-484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3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2761 0 0,'4'0'566'0'0,"0"0"1"0"0,0 0 0 0 0,0 1 0 0 0,0 0 0 0 0,0 0 0 0 0,0 0 0 0 0,0 0-1 0 0,0 1 1 0 0,0-1 0 0 0,-1 1 0 0 0,1 0 0 0 0,-1 0 0 0 0,1 1-1 0 0,4 3 1 0 0,1 3 629 0 0,1 0 0 0 0,-1 1 0 0 0,8 12 0 0 0,-10-11-609 0 0,1-1-1 0 0,1-1 0 0 0,14 14 1 0 0,-19-21-524 0 0,-1 1-1 0 0,0-1 1 0 0,1 0 0 0 0,-1 0 0 0 0,1 0 0 0 0,-1-1 0 0 0,1 1 0 0 0,0-1 0 0 0,0 0 0 0 0,0 0-1 0 0,0 0 1 0 0,0-1 0 0 0,0 1 0 0 0,0-1 0 0 0,6 0 0 0 0,-7 0 1 0 0,-1-1 0 0 0,1 1 0 0 0,-1 0 0 0 0,0-1 0 0 0,1 0-1 0 0,-1 0 1 0 0,1 1 0 0 0,-1-1 0 0 0,0-1 0 0 0,0 1 0 0 0,0 0 0 0 0,1-1 0 0 0,-1 1 0 0 0,0-1 0 0 0,-1 1 0 0 0,1-1 0 0 0,0 0 0 0 0,0 0 0 0 0,-1 0 0 0 0,1 0 0 0 0,-1 0-1 0 0,0 0 1 0 0,1 0 0 0 0,0-3 0 0 0,2-5 97 0 0,-1 0 0 0 0,0 0 0 0 0,-1 0 0 0 0,2-17 1 0 0,-1 9-155 0 0,1-7-236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0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8754 0 0,'41'173'8361'0'0,"8"44"-7137"0"0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2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12 14747 0 0,'5'-11'4457'0'0,"-7"15"-3585"0"0,-11 16-624 0 0,9-10-2232 0 0,2 0-441 0 0,2 0-87 0 0,2 1-17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6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290 1 7370 0 0,'-5'-1'506'0'0,"0"1"1"0"0,0 0-1 0 0,0 1 1 0 0,0-1-1 0 0,0 1 1 0 0,1 0-1 0 0,-1 0 1 0 0,0 0 0 0 0,0 1-1 0 0,1 0 1 0 0,-1 0-1 0 0,-6 4 1 0 0,-3 2 503 0 0,0 0 1 0 0,-18 15-1 0 0,17-10-643 0 0,1 0 1 0 0,0 1-1 0 0,1 0 0 0 0,1 1 0 0 0,0 0 0 0 0,1 1 0 0 0,0 0 1 0 0,1 1-1 0 0,1 0 0 0 0,1 1 0 0 0,-12 36 0 0 0,17-44-451 0 0,0 0-1 0 0,1 1 1 0 0,1-1-1 0 0,-1 1 1 0 0,2-1-1 0 0,-1 1 1 0 0,2 0 0 0 0,-1-1-1 0 0,1 1 1 0 0,1 0-1 0 0,0-1 1 0 0,1 0-1 0 0,0 1 1 0 0,0-1-1 0 0,1 0 1 0 0,0-1 0 0 0,1 1-1 0 0,0-1 1 0 0,0 0-1 0 0,1 0 1 0 0,1 0-1 0 0,-1-1 1 0 0,10 9-1 0 0,4 1-6869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4.9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0 409 6449 0 0,'3'2'304'0'0,"0"-1"0"0"0,-1 0-1 0 0,1 1 1 0 0,0-1 0 0 0,0 0 0 0 0,0-1-1 0 0,0 1 1 0 0,0 0 0 0 0,0-1-1 0 0,0 0 1 0 0,0 0 0 0 0,0 0 0 0 0,6 0-1 0 0,41-8 3945 0 0,-41 6-3738 0 0,0-2 0 0 0,0 0 1 0 0,0 0-1 0 0,-1 0 0 0 0,1-1 1 0 0,-1 0-1 0 0,-1-1 0 0 0,1 0 1 0 0,7-7-1 0 0,-6 4-313 0 0,-1 0 0 0 0,0-1 0 0 0,-1 0-1 0 0,1 0 1 0 0,-2 0 0 0 0,11-22 0 0 0,-13 23-204 0 0,0 0-1 0 0,-1-1 0 0 0,0 1 1 0 0,-1-1-1 0 0,1 1 1 0 0,-2-1-1 0 0,1 0 1 0 0,-1 0-1 0 0,-1 0 1 0 0,0 0-1 0 0,0 0 1 0 0,-1 1-1 0 0,-1-1 0 0 0,1 0 1 0 0,-1 0-1 0 0,-1 1 1 0 0,0-1-1 0 0,0 1 1 0 0,-8-15-1 0 0,8 19-4 0 0,-1 0 0 0 0,1 0-1 0 0,-1 0 1 0 0,0 1 0 0 0,0-1 0 0 0,-1 1 0 0 0,1 0-1 0 0,-1 0 1 0 0,0 1 0 0 0,0-1 0 0 0,-9-4-1 0 0,12 7 21 0 0,0 1 0 0 0,0-1 0 0 0,0 0 0 0 0,0 1 0 0 0,0-1 0 0 0,0 1 0 0 0,-1 0 0 0 0,1 0 0 0 0,0 0 0 0 0,0 0 0 0 0,0 0 0 0 0,0 0 0 0 0,0 0 0 0 0,0 1 0 0 0,0-1 0 0 0,-1 1 0 0 0,1 0 0 0 0,0-1 0 0 0,1 1 0 0 0,-1 0 0 0 0,0 0 0 0 0,0 0 0 0 0,0 1 0 0 0,0-1 0 0 0,1 0 0 0 0,-1 1 0 0 0,1-1 0 0 0,-1 1 1 0 0,1-1-1 0 0,-1 1 0 0 0,1 0 0 0 0,0-1 0 0 0,0 1 0 0 0,0 0 0 0 0,0 0 0 0 0,-1 3 0 0 0,-1-1 43 0 0,1 1 1 0 0,0 0 0 0 0,0 0-1 0 0,0 0 1 0 0,1 0 0 0 0,-1 0-1 0 0,1 1 1 0 0,0-1 0 0 0,1 0-1 0 0,-1 1 1 0 0,1-1 0 0 0,0 0-1 0 0,1 1 1 0 0,-1-1 0 0 0,1 0-1 0 0,2 7 1 0 0,-1-6-26 0 0,1 1 0 0 0,0-1 0 0 0,0 1 0 0 0,0-1 0 0 0,1 0 0 0 0,0 0 0 0 0,0-1 0 0 0,1 1 1 0 0,0-1-1 0 0,10 9 0 0 0,0-2-51 0 0,2 0 0 0 0,-1-1 0 0 0,2-1 1 0 0,-1-1-1 0 0,1-1 0 0 0,0 0 0 0 0,33 9 0 0 0,-12-8-1203 0 0,1-2-3804 0 0,4 0-1901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5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0 12443 0 0,'-3'173'6509'0'0,"-5"0"-4238"0"0,-4 231-1889 0 0,16-347-247 0 0,0 4-3959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5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1 237 920 0 0,'12'-44'1285'0'0,"-10"39"-587"0"0,1 0 0 0 0,0-1-1 0 0,0 1 1 0 0,1 0 0 0 0,0 1-1 0 0,-1-1 1 0 0,2 1 0 0 0,-1-1 0 0 0,0 1-1 0 0,1 0 1 0 0,0 1 0 0 0,0-1-1 0 0,0 1 1 0 0,8-4 0 0 0,-8 5-456 0 0,-1-1 0 0 0,1 1 1 0 0,-1 1-1 0 0,1-1 0 0 0,-1 1 1 0 0,1-1-1 0 0,0 1 0 0 0,0 1 1 0 0,0-1-1 0 0,0 1 0 0 0,0 0 0 0 0,0 0 1 0 0,-1 0-1 0 0,1 1 0 0 0,0-1 1 0 0,0 1-1 0 0,0 0 0 0 0,0 1 1 0 0,-1-1-1 0 0,1 1 0 0 0,-1 0 1 0 0,1 0-1 0 0,-1 0 0 0 0,0 1 1 0 0,0 0-1 0 0,0 0 0 0 0,0 0 0 0 0,0 0 1 0 0,5 6-1 0 0,7 10 157 0 0,-1 0 0 0 0,-1 0 0 0 0,0 1 0 0 0,19 41 1 0 0,-11-20-57 0 0,-18-34-323 0 0,0-1-1 0 0,0 0 1 0 0,0 0-1 0 0,1-1 0 0 0,-1 1 1 0 0,2-1-1 0 0,-1 0 0 0 0,0-1 1 0 0,1 1-1 0 0,10 5 1 0 0,-14-9-33 0 0,0 0 0 0 0,1 1 0 0 0,0-2-1 0 0,-1 1 1 0 0,1 0 0 0 0,-1 0 0 0 0,1-1 0 0 0,0 0 0 0 0,0 1 0 0 0,-1-1 0 0 0,1 0 0 0 0,0 0 0 0 0,-1-1 0 0 0,1 1 0 0 0,0-1 0 0 0,-1 1 0 0 0,1-1 0 0 0,0 0 0 0 0,-1 0 0 0 0,1 0 0 0 0,-1 0 0 0 0,1 0 0 0 0,-1 0 0 0 0,0-1 0 0 0,1 1 0 0 0,-1-1 0 0 0,0 0 0 0 0,0 0 0 0 0,0 0 0 0 0,2-3 0 0 0,6-6-119 0 0,0-2 0 0 0,-2 1 0 0 0,1-1 1 0 0,-1 0-1 0 0,8-21 0 0 0,26-76 91 0 0,-22 53 94 0 0,-12 36 22 0 0,-5 11 24 0 0,0 1 0 0 0,1-1 0 0 0,0 0-1 0 0,1 1 1 0 0,0 0 0 0 0,10-14 0 0 0,-14 23-80 0 0,0-1 1 0 0,-1 0-1 0 0,1 0 1 0 0,0 0-1 0 0,0 1 0 0 0,0-1 1 0 0,0 0-1 0 0,0 1 1 0 0,0-1-1 0 0,1 1 1 0 0,-1-1-1 0 0,0 1 1 0 0,0 0-1 0 0,0-1 0 0 0,0 1 1 0 0,0 0-1 0 0,1 0 1 0 0,-1 0-1 0 0,0 0 1 0 0,0 0-1 0 0,0 0 1 0 0,1 0-1 0 0,-1 0 0 0 0,0 1 1 0 0,0-1-1 0 0,0 0 1 0 0,0 1-1 0 0,1-1 1 0 0,-1 1-1 0 0,0-1 1 0 0,0 1-1 0 0,0-1 1 0 0,0 1-1 0 0,0 0 0 0 0,0 0 1 0 0,-1-1-1 0 0,1 1 1 0 0,0 0-1 0 0,0 0 1 0 0,0 0-1 0 0,1 2 1 0 0,4 4 53 0 0,0 1 1 0 0,0 1-1 0 0,7 15 1 0 0,-11-22-54 0 0,18 40 245 0 0,16 46 1 0 0,12 27-148 0 0,-39-99-345 0 0,0-1 0 0 0,0 0 1 0 0,1 0-1 0 0,1-1 0 0 0,13 14 1 0 0,2-4-5247 0 0,1 0-1845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6.2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5 10594 0 0,'-1'0'99'0'0,"1"0"0"0"0,0-1 0 0 0,0 1 0 0 0,-1 0 0 0 0,1-1 0 0 0,0 1-1 0 0,-1 0 1 0 0,1 0 0 0 0,0-1 0 0 0,-1 1 0 0 0,1 0 0 0 0,0 0 0 0 0,-1-1-1 0 0,1 1 1 0 0,-1 0 0 0 0,1 0 0 0 0,0 0 0 0 0,-1 0 0 0 0,1 0 0 0 0,-1 0 0 0 0,1 0-1 0 0,0 0 1 0 0,-1 0 0 0 0,1 0 0 0 0,-1 0 0 0 0,1 0 0 0 0,-1 0 0 0 0,1 0 0 0 0,0 0-1 0 0,-1 0 1 0 0,1 0 0 0 0,-1 0 0 0 0,1 0 0 0 0,0 1 0 0 0,-1-1 0 0 0,1 0 0 0 0,-1 1-1 0 0,4 15 5068 0 0,0-5-5447 0 0,27 135 3426 0 0,-13-56-2649 0 0,4-1 0 0 0,47 127 0 0 0,-64-207-495 0 0,0 1 1 0 0,1-1-1 0 0,0 1 0 0 0,1-1 1 0 0,12 14-1 0 0,-17-21-4 0 0,0-1 1 0 0,1 1-1 0 0,-1 0 0 0 0,1-1 0 0 0,-1 0 0 0 0,1 1 1 0 0,-1-1-1 0 0,1 0 0 0 0,0 0 0 0 0,0 0 1 0 0,0 0-1 0 0,-1 0 0 0 0,1 0 0 0 0,0-1 0 0 0,0 1 1 0 0,0-1-1 0 0,0 1 0 0 0,0-1 0 0 0,1 0 1 0 0,-1 1-1 0 0,0-1 0 0 0,0 0 0 0 0,0-1 0 0 0,0 1 1 0 0,0 0-1 0 0,0 0 0 0 0,0-1 0 0 0,0 1 1 0 0,0-1-1 0 0,0 0 0 0 0,0 0 0 0 0,0 0 0 0 0,0 0 1 0 0,-1 0-1 0 0,4-2 0 0 0,10-10-51 0 0,1-1 0 0 0,-2-1-1 0 0,20-24 1 0 0,-21 22 57 0 0,2 1 1 0 0,-1 1-1 0 0,26-21 0 0 0,-28 28-108 0 0,1 0-1 0 0,-1 1 1 0 0,21-9-1 0 0,-1 4-6133 0 0,-7 5-1023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7.3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1 556 10138 0 0,'532'-109'4698'0'0,"-376"82"-4012"0"0,1258-149 2028 0 0,382 106-2586 0 0,-59 4 888 0 0,-560-13-138 0 0,-1088 73-907 0 0,269-17-449 0 0,-2 28-2853 0 0,-337-3 2997 0 0,60 6-724 0 0,-71-6 939 0 0,1-1 0 0 0,-1 1 0 0 0,0 1 1 0 0,0 0-1 0 0,0 0 0 0 0,14 8 0 0 0,-19-9 186 0 0,0 1 1 0 0,-1-1-1 0 0,1 1 0 0 0,-1 0 0 0 0,0 0 0 0 0,0 0 0 0 0,0 0 0 0 0,0 0 0 0 0,0 1 0 0 0,-1-1 0 0 0,1 1 0 0 0,-1-1 0 0 0,0 1 0 0 0,0-1 0 0 0,0 1 1 0 0,0 5-1 0 0,1 11 1728 0 0,1 36 0 0 0,-3-37-984 0 0,53 626 2551 0 0,52-7-3033 0 0,68 273-580 0 0,-133-676 1029 0 0,16 408 1 0 0,-54-593-760 0 0,-2 1-1 0 0,-3 0 1 0 0,-1-1 0 0 0,-20 84 0 0 0,19-117-30 0 0,0 1-1 0 0,-2-2 0 0 0,0 1 1 0 0,-1-1-1 0 0,-1 0 0 0 0,0-1 1 0 0,-12 16-1 0 0,12-21-14 0 0,-1 1-1 0 0,0-1 1 0 0,0-1-1 0 0,-1 0 1 0 0,0 0-1 0 0,0-1 1 0 0,-1-1 0 0 0,0 0-1 0 0,0 0 1 0 0,-17 5-1 0 0,-15 3-29 0 0,-1-1 0 0 0,-1-3 0 0 0,-53 7 0 0 0,-143 6-253 0 0,200-21 251 0 0,-228 19 40 0 0,-871 53 292 0 0,801-61-776 0 0,-832 29-584 0 0,-2-40 1345 0 0,837-13-145 0 0,-353-4 332 0 0,129 26 411 0 0,232-4-1885 0 0,207-10-1139 0 0,69-2-5409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7.6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0 16131 0 0,'-1'0'41'0'0,"1"0"0"0"0,-1 1 0 0 0,1-1 0 0 0,-1 0 0 0 0,1 0 0 0 0,0 0 0 0 0,-1 0-1 0 0,1 0 1 0 0,-1 1 0 0 0,1-1 0 0 0,0 0 0 0 0,-1 0 0 0 0,1 1 0 0 0,-1-1 0 0 0,1 0-1 0 0,0 0 1 0 0,0 1 0 0 0,-1-1 0 0 0,1 0 0 0 0,0 1 0 0 0,-1-1 0 0 0,1 1 0 0 0,0-1-1 0 0,0 0 1 0 0,0 1 0 0 0,-1-1 0 0 0,1 1 0 0 0,0-1 0 0 0,0 0 0 0 0,0 1 0 0 0,0-1-1 0 0,0 1 1 0 0,0-1 0 0 0,0 1 0 0 0,0-1 0 0 0,0 1 0 0 0,0-1 0 0 0,0 0 0 0 0,0 1-1 0 0,0-1 1 0 0,0 1 0 0 0,1 0 0 0 0,-2 34-605 0 0,1-23 629 0 0,39 770-2130 0 0,47 0 766 0 0,-68-630 1172 0 0,33 505-945 0 0,-39-217 3830 0 0,-11-354-1506 0 0,-1-13 456 0 0,15 126-1 0 0,-5-145-939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19.2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14 563 12443 0 0,'0'0'52'0'0,"-1"0"0"0"0,0 0 0 0 0,1 0 1 0 0,-1 0-1 0 0,1 0 0 0 0,-1 0 0 0 0,1 1 1 0 0,-1-1-1 0 0,1 0 0 0 0,-1 0 0 0 0,1 1 1 0 0,-1-1-1 0 0,1 0 0 0 0,-1 0 0 0 0,1 1 1 0 0,-1-1-1 0 0,1 1 0 0 0,0-1 0 0 0,-1 0 1 0 0,1 1-1 0 0,-1-1 0 0 0,1 1 0 0 0,0-1 1 0 0,0 1-1 0 0,-1-1 0 0 0,1 1 0 0 0,0-1 1 0 0,0 1-1 0 0,-1-1 0 0 0,1 1 0 0 0,0-1 1 0 0,0 1-1 0 0,0-1 0 0 0,0 1 0 0 0,0 0 1 0 0,0-1-1 0 0,0 1 0 0 0,1 0 31 0 0,0 0-1 0 0,1 1 1 0 0,-1-1-1 0 0,0-1 0 0 0,1 1 1 0 0,-1 0-1 0 0,0 0 1 0 0,1 0-1 0 0,-1-1 1 0 0,1 1-1 0 0,0-1 1 0 0,1 1-1 0 0,55 11 153 0 0,-8-7-270 0 0,1-2 0 0 0,-1-3 0 0 0,60-6 0 0 0,152-31 17 0 0,-115 14-116 0 0,-76 13 98 0 0,526-67 206 0 0,61-2 461 0 0,141-14 539 0 0,1 33 52 0 0,2443-81 510 0 0,-1320 108-985 0 0,892 22-300 0 0,-1769 0-352 0 0,-270-3 168 0 0,553 2 330 0 0,-70 25-559 0 0,525 14-4 0 0,-618 54-30 0 0,-510-27 0 0 0,923 73 0 0 0,111-10 0 0 0,-663-52 0 0 0,-381-24 0 0 0,1370 51 0 0 0,-325-15 745 0 0,-1226-52-394 0 0,427 5 244 0 0,292 19 66 0 0,-418 13-405 0 0,-636-52-2741 0 0,-88-4-5680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2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333 427 6449 0 0,'17'-51'965'0'0,"-1"-1"-1"0"0,-3 0 0 0 0,-2-1 0 0 0,4-58 0 0 0,-14 103-778 0 0,-1 0 1 0 0,0 1-1 0 0,0-1 0 0 0,0 0 0 0 0,-1 0 0 0 0,-1 0 0 0 0,-3-13 0 0 0,5 19-61 0 0,-1 0-1 0 0,0 1 1 0 0,0-1 0 0 0,0 0-1 0 0,0 0 1 0 0,0 1 0 0 0,-1-1 0 0 0,1 1-1 0 0,0-1 1 0 0,-1 1 0 0 0,1-1-1 0 0,-1 1 1 0 0,0 0 0 0 0,1 0-1 0 0,-1-1 1 0 0,0 1 0 0 0,0 1 0 0 0,1-1-1 0 0,-1 0 1 0 0,0 0 0 0 0,0 1-1 0 0,0-1 1 0 0,0 1 0 0 0,0-1 0 0 0,0 1-1 0 0,0 0 1 0 0,0 0 0 0 0,0 0-1 0 0,0 0 1 0 0,-1 0 0 0 0,1 1 0 0 0,0-1-1 0 0,0 0 1 0 0,-2 2 0 0 0,-5 0 246 0 0,-1 1 0 0 0,1 1 0 0 0,1-1 0 0 0,-1 2 0 0 0,0-1 0 0 0,1 1 0 0 0,-14 11 1 0 0,-54 50 331 0 0,47-38-362 0 0,25-25-319 0 0,-25 23 181 0 0,-28 34 1 0 0,50-52-183 0 0,0 0 1 0 0,1 1 0 0 0,0 0 0 0 0,0 0 0 0 0,1 1-1 0 0,0 0 1 0 0,1 0 0 0 0,0 0 0 0 0,-2 11-1 0 0,5-17-12 0 0,0 0-1 0 0,1 0 1 0 0,0 0-1 0 0,0 0 1 0 0,0 0-1 0 0,0-1 1 0 0,0 1-1 0 0,1 0 1 0 0,0 0-1 0 0,0 0 1 0 0,0-1-1 0 0,0 1 1 0 0,1 0-1 0 0,1 3 1 0 0,1 0-80 0 0,0-1 1 0 0,0 0-1 0 0,1 0 1 0 0,0-1 0 0 0,0 1-1 0 0,0-1 1 0 0,6 4-1 0 0,9 6-366 0 0,1-1-1 0 0,1-1 0 0 0,30 14 0 0 0,-49-26 390 0 0,6 4-66 0 0,35 16-304 0 0,49 33-1 0 0,-82-47 419 0 0,0 1 0 0 0,0 1 0 0 0,0 0 0 0 0,-1 0 0 0 0,-1 1 0 0 0,1 1-1 0 0,-2-1 1 0 0,1 1 0 0 0,6 14 0 0 0,-12-18-4 0 0,0-1 0 0 0,-1 1 0 0 0,0 1 1 0 0,0-1-1 0 0,-1 0 0 0 0,0 0 0 0 0,0 0 0 0 0,-1 1 0 0 0,1-1 1 0 0,-2 0-1 0 0,1 1 0 0 0,-1-1 0 0 0,0 0 0 0 0,-1 1 0 0 0,0-1 1 0 0,0 0-1 0 0,0 0 0 0 0,-1-1 0 0 0,0 1 0 0 0,0 0 1 0 0,-5 6-1 0 0,-6 9 63 0 0,0-1 1 0 0,-1 0-1 0 0,-1-1 1 0 0,-32 30-1 0 0,27-30 172 0 0,-1-2-1 0 0,-1 0 0 0 0,-1-2 1 0 0,0 0-1 0 0,-29 12 0 0 0,-27 6-7372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0 422 11522 0 0,'3'3'243'0'0,"0"1"0"0"0,1-1 0 0 0,-1 1 0 0 0,1-1 0 0 0,0 0-1 0 0,-1 0 1 0 0,1-1 0 0 0,0 1 0 0 0,1-1 0 0 0,-1 0 0 0 0,0 0-1 0 0,1 0 1 0 0,-1-1 0 0 0,1 0 0 0 0,-1 1 0 0 0,1-2-1 0 0,0 1 1 0 0,0 0 0 0 0,-1-1 0 0 0,1 0 0 0 0,0 0 0 0 0,8-2-1 0 0,-5 1-68 0 0,-1-1-1 0 0,1-1 0 0 0,-1 1 0 0 0,0-1 0 0 0,1-1 0 0 0,-2 1 0 0 0,1-1 0 0 0,0 0 0 0 0,-1-1 0 0 0,1 1 1 0 0,-1-1-1 0 0,-1-1 0 0 0,8-7 0 0 0,3-5-41 0 0,-1-1 0 0 0,-1-1 0 0 0,-1 0 0 0 0,0-1 0 0 0,13-32 0 0 0,-21 43-191 0 0,-1-1 1 0 0,0 0-1 0 0,-1 0 1 0 0,0 0 0 0 0,-1 0-1 0 0,0-1 1 0 0,0 1-1 0 0,-1-1 1 0 0,-1 1-1 0 0,0-1 1 0 0,-1 1-1 0 0,0-1 1 0 0,-5-18-1 0 0,4 25-43 0 0,0 0 0 0 0,0 1-1 0 0,-1-1 1 0 0,1 0 0 0 0,-1 1 0 0 0,-1 0-1 0 0,1-1 1 0 0,-1 1 0 0 0,1 1-1 0 0,-1-1 1 0 0,0 0 0 0 0,0 1 0 0 0,-1 0-1 0 0,1 0 1 0 0,-7-4 0 0 0,9 6 88 0 0,0 0 0 0 0,0 0-1 0 0,-1 0 1 0 0,1 0 0 0 0,0 1 0 0 0,0-1 0 0 0,0 0-1 0 0,-1 1 1 0 0,1 0 0 0 0,0-1 0 0 0,0 1 0 0 0,-1 0 0 0 0,1 0-1 0 0,0 0 1 0 0,-1 1 0 0 0,1-1 0 0 0,0 0 0 0 0,0 1-1 0 0,-1 0 1 0 0,1-1 0 0 0,0 1 0 0 0,0 0 0 0 0,0 0 0 0 0,0 0-1 0 0,0 0 1 0 0,0 1 0 0 0,0-1 0 0 0,0 0 0 0 0,1 1-1 0 0,-1 0 1 0 0,0-1 0 0 0,1 1 0 0 0,-1 0 0 0 0,1 0 0 0 0,0 0-1 0 0,0 0 1 0 0,-2 3 0 0 0,-4 12 145 0 0,0 2 1 0 0,2-1-1 0 0,0 1 0 0 0,1-1 1 0 0,0 1-1 0 0,2 1 0 0 0,0-1 1 0 0,2 0-1 0 0,0 0 0 0 0,1 1 0 0 0,0-1 1 0 0,7 25-1 0 0,-7-38-109 0 0,0 0 1 0 0,1-1-1 0 0,-1 1 1 0 0,1-1-1 0 0,1 0 0 0 0,-1 0 1 0 0,1 0-1 0 0,0 0 0 0 0,0 0 1 0 0,0 0-1 0 0,0-1 0 0 0,1 1 1 0 0,0-1-1 0 0,0 0 1 0 0,0 0-1 0 0,1-1 0 0 0,-1 1 1 0 0,1-1-1 0 0,0 0 0 0 0,0 0 1 0 0,0-1-1 0 0,0 1 1 0 0,0-1-1 0 0,1 0 0 0 0,-1 0 1 0 0,1-1-1 0 0,-1 0 0 0 0,1 0 1 0 0,-1 0-1 0 0,1-1 0 0 0,0 1 1 0 0,0-1-1 0 0,-1-1 1 0 0,1 1-1 0 0,0-1 0 0 0,-1 0 1 0 0,1 0-1 0 0,-1-1 0 0 0,1 1 1 0 0,-1-1-1 0 0,0-1 1 0 0,0 1-1 0 0,9-6 0 0 0,-1-2-135 0 0,1 0-1 0 0,-2-1 1 0 0,1 0 0 0 0,-2-1-1 0 0,1-1 1 0 0,-2 0-1 0 0,0 0 1 0 0,0-1 0 0 0,12-24-1 0 0,-2-3 402 0 0,-3 0-1 0 0,18-59 0 0 0,-35 100-243 0 0,0-1-1 0 0,0 0 1 0 0,0 0-1 0 0,0 1 1 0 0,1-1-1 0 0,-1 0 1 0 0,0 1-1 0 0,0-1 1 0 0,1 1-1 0 0,-1-1 1 0 0,0 0-1 0 0,1 1 1 0 0,-1-1-1 0 0,1 1 1 0 0,-1-1 0 0 0,0 1-1 0 0,1-1 1 0 0,-1 1-1 0 0,1-1 1 0 0,0 1-1 0 0,-1-1 1 0 0,1 1-1 0 0,-1 0 1 0 0,1-1-1 0 0,0 1 1 0 0,-1 0-1 0 0,1 0 1 0 0,-1-1-1 0 0,2 1 1 0 0,-1 0-1 0 0,0 1 0 0 0,0-1-1 0 0,0 1 1 0 0,0-1 0 0 0,0 1 0 0 0,0 0 0 0 0,0-1 0 0 0,0 1 0 0 0,0 0 0 0 0,0-1 0 0 0,0 1 0 0 0,-1 0-1 0 0,1 0 1 0 0,0 0 0 0 0,1 2 0 0 0,25 49 402 0 0,-23-43-355 0 0,21 43 212 0 0,-8-13-185 0 0,2-2 0 0 0,46 71 0 0 0,-64-107-115 0 0,0 1 0 0 0,1 0 0 0 0,-1-1 0 0 0,0 1 0 0 0,0-1 0 0 0,1 0 0 0 0,-1 1 0 0 0,1-1 0 0 0,0 0 0 0 0,-1 0 0 0 0,1 0 0 0 0,0 0 0 0 0,-1 0 0 0 0,1 0 0 0 0,0 0 0 0 0,0-1 0 0 0,0 1 0 0 0,0-1 0 0 0,0 1 0 0 0,2-1 1 0 0,-2 0-2 0 0,0 0 0 0 0,0-1 0 0 0,-1 1 0 0 0,1-1 0 0 0,0 0 0 0 0,0 1 1 0 0,0-1-1 0 0,-1 0 0 0 0,1 0 0 0 0,0 0 0 0 0,-1 0 0 0 0,1-1 0 0 0,-1 1 0 0 0,1 0 1 0 0,-1-1-1 0 0,3-2 0 0 0,4-8-9 0 0,0 0-1 0 0,-1 0 1 0 0,-1-1 0 0 0,9-20 0 0 0,-8 17-20 0 0,12-34 14 0 0,-10 28 47 0 0,20-39 0 0 0,-29 60-33 0 0,0 1 0 0 0,0 0 0 0 0,0 0 0 0 0,0 0-1 0 0,0 0 1 0 0,0 0 0 0 0,0 0 0 0 0,0 0 0 0 0,0-1 0 0 0,1 1 0 0 0,-1 0 0 0 0,0 0 0 0 0,0 0 0 0 0,0 0 0 0 0,0 0 0 0 0,0 0-1 0 0,0 0 1 0 0,0 0 0 0 0,0 0 0 0 0,1-1 0 0 0,-1 1 0 0 0,0 0 0 0 0,0 0 0 0 0,0 0 0 0 0,0 0 0 0 0,0 0 0 0 0,0 0-1 0 0,1 0 1 0 0,-1 0 0 0 0,0 0 0 0 0,0 0 0 0 0,0 0 0 0 0,0 0 0 0 0,0 0 0 0 0,1 0 0 0 0,-1 0 0 0 0,0 0 0 0 0,0 0-1 0 0,0 0 1 0 0,0 0 0 0 0,0 0 0 0 0,0 1 0 0 0,1-1 0 0 0,-1 0 0 0 0,0 0 0 0 0,0 0 0 0 0,0 0 0 0 0,0 0 0 0 0,0 0 0 0 0,0 0-1 0 0,0 0 1 0 0,0 0 0 0 0,1 0 0 0 0,-1 1 0 0 0,0-1 0 0 0,0 0 0 0 0,5 13 8 0 0,3 22 43 0 0,-8-31-36 0 0,6 34-96 0 0,-4-19 235 0 0,2 1 1 0 0,5 20-1 0 0,-7-34-363 0 0,0-1 1 0 0,0-1-1 0 0,0 1 0 0 0,0 0 0 0 0,1 0 0 0 0,0-1 1 0 0,0 1-1 0 0,0-1 0 0 0,0 0 0 0 0,1 0 0 0 0,0 0 1 0 0,6 5-1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3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18 10138 0 0,'1'0'105'0'0,"-1"-1"0"0"0,0 1 0 0 0,0-1 0 0 0,1 1 0 0 0,-1-1 0 0 0,0 1-1 0 0,0-1 1 0 0,0 1 0 0 0,0-1 0 0 0,0 1 0 0 0,0-1 0 0 0,0 1 0 0 0,0-1 0 0 0,0 0 0 0 0,0 1-1 0 0,0-1 1 0 0,0 1 0 0 0,0-1 0 0 0,-1 1 0 0 0,1-1 0 0 0,0 1 0 0 0,0-1 0 0 0,-1 1 0 0 0,1-1-1 0 0,0 1 1 0 0,0-1 0 0 0,-1 1 0 0 0,1 0 0 0 0,-1-1 0 0 0,1 1 0 0 0,0-1 0 0 0,-1 1 0 0 0,1 0 0 0 0,-1-1-1 0 0,1 1 1 0 0,-1 0 0 0 0,1 0 0 0 0,-1-1 0 0 0,-1 1 173 0 0,0 0 1 0 0,0 0-1 0 0,0 1 0 0 0,0-1 1 0 0,0 0-1 0 0,0 1 0 0 0,1-1 1 0 0,-1 1-1 0 0,0 0 0 0 0,0 0 0 0 0,-2 1 1 0 0,-4 2 443 0 0,-1 1-1 0 0,1 1 1 0 0,1 0 0 0 0,-9 7 0 0 0,8-5-557 0 0,0 1 1 0 0,1 0-1 0 0,0 0 1 0 0,1 1-1 0 0,0 0 1 0 0,0 0-1 0 0,1 1 0 0 0,1 0 1 0 0,-6 17-1 0 0,9-23-149 0 0,-1 1-1 0 0,1-1 0 0 0,1 1 0 0 0,-1 0 1 0 0,1 0-1 0 0,0-1 0 0 0,0 1 0 0 0,1 0 1 0 0,-1 0-1 0 0,1-1 0 0 0,1 1 0 0 0,-1-1 0 0 0,1 1 1 0 0,0-1-1 0 0,0 1 0 0 0,1-1 0 0 0,-1 0 1 0 0,1 0-1 0 0,0 0 0 0 0,0-1 0 0 0,5 5 1 0 0,12 12 21 0 0,44 33 0 0 0,-45-39-36 0 0,0 0 0 0 0,-1 1-1 0 0,-1 1 1 0 0,23 28 0 0 0,-36-40-1 0 0,0 1 0 0 0,-1 0 0 0 0,0-1 0 0 0,0 1 0 0 0,0 0 0 0 0,-1 1 0 0 0,0-1 0 0 0,0 0 0 0 0,-1 1-1 0 0,1-1 1 0 0,-1 1 0 0 0,-1-1 0 0 0,1 1 0 0 0,-1-1 0 0 0,0 1 0 0 0,-1 0 0 0 0,0-1 0 0 0,0 1 0 0 0,0-1 0 0 0,-1 1 0 0 0,-2 5 0 0 0,2-5-130 0 0,-1 0 0 0 0,0-1 0 0 0,-1 0 0 0 0,1 1 0 0 0,-1-1-1 0 0,0 0 1 0 0,-1-1 0 0 0,0 1 0 0 0,0-1 0 0 0,0 0 0 0 0,0 0 0 0 0,-7 4 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4.0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70 10594 0 0,'0'-4'269'0'0,"-1"1"-1"0"0,0-1 1 0 0,0 1-1 0 0,0 0 0 0 0,0-1 1 0 0,-1 1-1 0 0,0 0 1 0 0,1 0-1 0 0,-1 0 1 0 0,0 0-1 0 0,0 0 0 0 0,-1 1 1 0 0,1-1-1 0 0,0 1 1 0 0,-1-1-1 0 0,0 1 0 0 0,1 0 1 0 0,-1 0-1 0 0,0 0 1 0 0,0 0-1 0 0,0 0 1 0 0,-1 1-1 0 0,1-1 0 0 0,0 1 1 0 0,0 0-1 0 0,-1 0 1 0 0,1 0-1 0 0,-1 1 1 0 0,1-1-1 0 0,-1 1 0 0 0,1 0 1 0 0,-1 0-1 0 0,1 0 1 0 0,-1 0-1 0 0,1 1 1 0 0,-1-1-1 0 0,1 1 0 0 0,-1 0 1 0 0,-5 2-1 0 0,2 1-178 0 0,1-1 0 0 0,1 1 1 0 0,-1 0-1 0 0,0 0 0 0 0,1 1 0 0 0,0-1 0 0 0,0 1 0 0 0,1 0 0 0 0,-1 1 1 0 0,1-1-1 0 0,0 1 0 0 0,0 0 0 0 0,1 0 0 0 0,0 0 0 0 0,0 0 0 0 0,0 1 1 0 0,1-1-1 0 0,0 1 0 0 0,0 0 0 0 0,1-1 0 0 0,-1 1 0 0 0,1 8 0 0 0,0-4-62 0 0,0 1-1 0 0,1 0 0 0 0,0-1 1 0 0,1 1-1 0 0,0 0 0 0 0,1-1 1 0 0,0 1-1 0 0,1-1 0 0 0,1 1 1 0 0,-1-1-1 0 0,2 0 0 0 0,6 13 1 0 0,-4-14-13 0 0,0 0 1 0 0,1 0-1 0 0,0-1 1 0 0,0 0 0 0 0,1 0-1 0 0,0-1 1 0 0,1 0-1 0 0,0 0 1 0 0,0-1-1 0 0,0-1 1 0 0,1 0-1 0 0,0 0 1 0 0,21 7 0 0 0,-26-11-30 0 0,0 0 1 0 0,0 0-1 0 0,-1-1 0 0 0,1 0 1 0 0,0 0-1 0 0,0 0 1 0 0,0-1-1 0 0,0 0 1 0 0,0 0-1 0 0,0-1 1 0 0,0 1-1 0 0,0-1 1 0 0,0-1-1 0 0,0 1 1 0 0,0-1-1 0 0,0 0 1 0 0,-1 0-1 0 0,1-1 1 0 0,-1 1-1 0 0,0-1 0 0 0,0 0 1 0 0,0-1-1 0 0,0 0 1 0 0,0 1-1 0 0,-1-1 1 0 0,1-1-1 0 0,-1 1 1 0 0,0-1-1 0 0,6-9 1 0 0,-5 6 19 0 0,-1 0 1 0 0,0 0-1 0 0,-1-1 0 0 0,1 1 1 0 0,-2-1-1 0 0,1 1 1 0 0,-1-1-1 0 0,0 0 1 0 0,-1 0-1 0 0,0 0 1 0 0,-1 0-1 0 0,0 0 0 0 0,0 0 1 0 0,-2-13-1 0 0,-1 4-410 0 0,0 1 0 0 0,-8-22 0 0 0,-15-30-5628 0 0,8 30-1030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4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1 130 3225 0 0,'30'3'2223'0'0,"0"2"0"0"0,-1 0 0 0 0,1 2 0 0 0,-1 1 0 0 0,38 17 0 0 0,-46-16-1668 0 0,1 2 0 0 0,-2 0 0 0 0,0 1 0 0 0,23 18-1 0 0,-33-20-631 0 0,1 0 0 0 0,-1 0 0 0 0,-1 1-1 0 0,1 0 1 0 0,-2 1 0 0 0,0 0 0 0 0,0 0-1 0 0,9 22 1 0 0,-14-28 97 0 0,-1-1-1 0 0,1 1 1 0 0,-1 0 0 0 0,0 0-1 0 0,-1-1 1 0 0,0 1-1 0 0,0 0 1 0 0,0 1 0 0 0,0-1-1 0 0,-1 0 1 0 0,0 0 0 0 0,0 0-1 0 0,-1 0 1 0 0,0 0-1 0 0,0 0 1 0 0,0 0 0 0 0,-1 0-1 0 0,0 0 1 0 0,0 0 0 0 0,0-1-1 0 0,-1 1 1 0 0,-5 8-1 0 0,7-13 50 0 0,0 1-1 0 0,1-1 0 0 0,-1 0 1 0 0,0 0-1 0 0,0 1 0 0 0,0-1 1 0 0,-1 0-1 0 0,1 0 0 0 0,0 0 1 0 0,0 0-1 0 0,0 0 0 0 0,-1 0 1 0 0,1-1-1 0 0,0 1 0 0 0,-1 0 1 0 0,1-1-1 0 0,-1 1 0 0 0,1-1 1 0 0,-1 1-1 0 0,1-1 0 0 0,-1 0 1 0 0,1 0-1 0 0,-1 1 0 0 0,0-1 1 0 0,1 0-1 0 0,-1-1 0 0 0,1 1 0 0 0,-1 0 1 0 0,1 0-1 0 0,-1-1 0 0 0,1 1 1 0 0,-1 0-1 0 0,1-1 0 0 0,-1 0 1 0 0,1 1-1 0 0,-1-1 0 0 0,1 0 1 0 0,0 0-1 0 0,0 0 0 0 0,-1 0 1 0 0,1 0-1 0 0,0 0 0 0 0,0 0 1 0 0,0 0-1 0 0,0 0 0 0 0,0 0 1 0 0,-1-3-1 0 0,-3-2 46 0 0,0-2 1 0 0,0 1-1 0 0,1 0 0 0 0,0-1 1 0 0,1 0-1 0 0,-1 0 0 0 0,-2-11 1 0 0,0-15-141 0 0,2-1 1 0 0,1 0-1 0 0,2 0 1 0 0,1 0-1 0 0,2 0 0 0 0,9-47 1 0 0,-7 56-1161 0 0,1 0 0 0 0,16-45 0 0 0,-7 34-5970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0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2 5065 0 0,'-3'-1'299'0'0,"0"1"0"0"0,-1 0 0 0 0,1 0 0 0 0,0 0 0 0 0,-1 0 0 0 0,1 0 0 0 0,0 1 0 0 0,-1 0 0 0 0,1-1 0 0 0,0 1 0 0 0,0 0 0 0 0,0 0 0 0 0,0 1 1 0 0,0-1-1 0 0,0 1 0 0 0,0 0 0 0 0,-3 2 0 0 0,-3 2 459 0 0,0 0 1 0 0,1 1-1 0 0,1 0 1 0 0,-10 10-1 0 0,7-6-155 0 0,2 0 0 0 0,-1 0 0 0 0,1 1 0 0 0,1 0 0 0 0,0 1 0 0 0,1 0-1 0 0,-7 19 1 0 0,12-28-525 0 0,-1 0 1 0 0,1 0-1 0 0,0 0 0 0 0,1 1 0 0 0,-1-1 0 0 0,1 0 0 0 0,0 0 1 0 0,0 1-1 0 0,0-1 0 0 0,1 0 0 0 0,-1 0 0 0 0,1 1 0 0 0,0-1 1 0 0,0 0-1 0 0,1 0 0 0 0,-1 0 0 0 0,1 0 0 0 0,0 0 0 0 0,0 0 0 0 0,0-1 1 0 0,0 1-1 0 0,1-1 0 0 0,-1 1 0 0 0,1-1 0 0 0,0 0 0 0 0,0 0 1 0 0,0 0-1 0 0,6 3 0 0 0,17 11 5 0 0,54 26-1 0 0,-57-32 21 0 0,0 1 0 0 0,0 1 0 0 0,33 26 0 0 0,-54-38-108 0 0,-1 0-1 0 0,1 0 1 0 0,-1 1-1 0 0,1-1 0 0 0,-1 0 1 0 0,1 1-1 0 0,-1-1 1 0 0,0 0-1 0 0,0 1 1 0 0,0 0-1 0 0,0-1 0 0 0,0 1 1 0 0,0 0-1 0 0,0-1 1 0 0,0 1-1 0 0,-1 0 1 0 0,1 0-1 0 0,-1 0 0 0 0,1 0 1 0 0,-1-1-1 0 0,0 1 1 0 0,1 0-1 0 0,-1 0 1 0 0,0 0-1 0 0,0 0 0 0 0,-1 0 1 0 0,1 0-1 0 0,0 0 1 0 0,-1 0-1 0 0,1-1 0 0 0,-1 1 1 0 0,1 0-1 0 0,-1 0 1 0 0,0 0-1 0 0,0-1 1 0 0,0 1-1 0 0,0 0 0 0 0,0-1 1 0 0,0 1-1 0 0,0-1 1 0 0,-1 1-1 0 0,1-1 1 0 0,-1 0-1 0 0,1 0 0 0 0,-3 2 1 0 0,-3 3 4 0 0,-1-1 0 0 0,0 0 1 0 0,0 0-1 0 0,-1-1 0 0 0,1 0 1 0 0,-1-1-1 0 0,0 0 0 0 0,-10 3 1 0 0,-7-1-380 0 0,0-2-153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5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0 432 10594 0 0,'9'1'2728'0'0,"51"-8"-2018"0"0,697-121 1624 0 0,979-41 0 0 0,-337 139-4160 0 0,-513-8-6846 0 0,-726 27 6915 0 0,-74 6 1629 0 0,165-30-1 0 0,-207 25 46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5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4389 1 6209 0 0,'0'0'1'0'0,"1"1"0"0"0,0-1 0 0 0,-1 0-1 0 0,1 1 1 0 0,0-1 0 0 0,-1 1 0 0 0,1-1 0 0 0,0 1-1 0 0,-1-1 1 0 0,1 1 0 0 0,-1-1 0 0 0,1 1 0 0 0,-1 0-1 0 0,1-1 1 0 0,-1 1 0 0 0,0 0 0 0 0,1-1 0 0 0,-1 1-1 0 0,0 0 1 0 0,1 0 0 0 0,-1-1 0 0 0,0 1 0 0 0,0 0-1 0 0,0 0 1 0 0,0 0 0 0 0,5 25 69 0 0,-5-24-55 0 0,4 64 2781 0 0,-7 122 0 0 0,-2-45-236 0 0,20 735 2705 0 0,-1-678-4707 0 0,9-2-1 0 0,69 283 1 0 0,-72-400-333 0 0,-4 2 0 0 0,-3 0 0 0 0,1 86 0 0 0,-13-136-190 0 0,-2 0 0 0 0,-2 0 0 0 0,-1 0 0 0 0,-1 0 0 0 0,-2-1 0 0 0,-1 1 0 0 0,-1-2 0 0 0,-2 1 0 0 0,-2-2 0 0 0,-25 49 0 0 0,23-54-118 0 0,-1 0-1 0 0,-1 0 1 0 0,-1-2 0 0 0,-1 0-1 0 0,-1-1 1 0 0,-1-1 0 0 0,-1-1-1 0 0,-1 0 1 0 0,-1-2 0 0 0,0-1-1 0 0,-1-1 1 0 0,-1-1 0 0 0,0-1-1 0 0,-1-2 1 0 0,0 0 0 0 0,-1-2-1 0 0,-1-1 1 0 0,1-1 0 0 0,-58 7-1 0 0,14-9 308 0 0,-1-3 1 0 0,-119-11-1 0 0,-146-36-260 0 0,206 24-421 0 0,-443-32-2780 0 0,-3 37 1329 0 0,31 2 3160 0 0,-194-51 224 0 0,425 31-3255 0 0,1 8-3704 0 0,206 19 504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6.3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68 12899 0 0,'-29'-36'1083'0'0,"4"6"2785"0"0,20 28-2683 0 0,4 11-648 0 0,3 14-98 0 0,-2-23-428 0 0,297 1657 413 0 0,-239-1306 1251 0 0,-53-295-1458 0 0,-3 1 0 0 0,-3-1-1 0 0,-2 1 1 0 0,-12 70 0 0 0,-5-9-288 0 0,16-83-282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7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1125 11979 0 0,'-67'11'3050'0'0,"61"-11"-2997"0"0,0 0-1 0 0,1 0 1 0 0,-1 0 0 0 0,0 0-1 0 0,0-1 1 0 0,1 0-1 0 0,-1-1 1 0 0,0 1 0 0 0,-7-4-1 0 0,13 5-31 0 0,0 0-1 0 0,-1-1 0 0 0,1 1 0 0 0,0 0 1 0 0,0-1-1 0 0,0 1 0 0 0,0 0 1 0 0,-1 0-1 0 0,1-1 0 0 0,0 1 0 0 0,0 0 1 0 0,0-1-1 0 0,0 1 0 0 0,0 0 1 0 0,0-1-1 0 0,0 1 0 0 0,0 0 0 0 0,0-1 1 0 0,0 1-1 0 0,0 0 0 0 0,0-1 1 0 0,0 1-1 0 0,1 0 0 0 0,-1-1 0 0 0,0 1 1 0 0,0 0-1 0 0,0-1 0 0 0,0 1 0 0 0,0 0 1 0 0,1 0-1 0 0,-1-1 0 0 0,0 1 1 0 0,0 0-1 0 0,1 0 0 0 0,-1-1 0 0 0,0 1 1 0 0,0 0-1 0 0,1 0 0 0 0,-1 0 1 0 0,0-1-1 0 0,0 1 0 0 0,1 0 0 0 0,-1 0 1 0 0,0 0-1 0 0,1 0 0 0 0,-1 0 1 0 0,0 0-1 0 0,1 0 0 0 0,17-11 311 0 0,-18 11-311 0 0,848-391 3451 0 0,-171 153-1803 0 0,-300 116-1144 0 0,-198 62-435 0 0,245-95-99 0 0,-172 61-592 0 0,-142 59-2879 0 0,-86 27-3323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7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265 4 2761 0 0,'6'-2'-351'0'0,"3"1"4127"0"0,-12 19 1951 0 0,-81 180-2412 0 0,-38 103-1771 0 0,104-250-1183 0 0,4 1 0 0 0,1 0 0 0 0,3 1 0 0 0,-4 54 0 0 0,13-89-237 0 0,0 1 0 0 0,2-1 0 0 0,0 1 0 0 0,1-1 0 0 0,1 0 0 0 0,0 1 0 0 0,2-1 0 0 0,7 19 0 0 0,-9-29-70 0 0,1 1 1 0 0,0-1 0 0 0,0 0 0 0 0,1 0-1 0 0,0-1 1 0 0,1 1 0 0 0,-1-1-1 0 0,1 0 1 0 0,1 0 0 0 0,-1-1 0 0 0,1 0-1 0 0,1 0 1 0 0,-1-1 0 0 0,1 0 0 0 0,0 0-1 0 0,0-1 1 0 0,0 0 0 0 0,10 4-1 0 0,0-3 19 0 0,-1 0-1 0 0,1-2 1 0 0,0 0-1 0 0,1-1 1 0 0,-1 0-1 0 0,0-2 1 0 0,0 0-1 0 0,1-1 1 0 0,-1-1-1 0 0,35-8 1 0 0,6-6-905 0 0,109-46 0 0 0,-134 48 166 0 0,25-9-866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0 4609 0 0,'-72'7'1169'0'0,"62"-5"-245"0"0,0 0 1 0 0,0 0 0 0 0,0 1-1 0 0,-18 8 1 0 0,89-4 3208 0 0,-3-3-2316 0 0,87 19 1 0 0,-124-18-1520 0 0,0 0-1 0 0,0 2 0 0 0,0 0 1 0 0,-1 2-1 0 0,0 0 1 0 0,-1 1-1 0 0,24 17 0 0 0,-37-23-300 0 0,-1 0-1 0 0,0 0 0 0 0,-1 0 1 0 0,1 1-1 0 0,-1 0 0 0 0,0 0 1 0 0,0 0-1 0 0,0 0 0 0 0,-1 0 1 0 0,0 1-1 0 0,0 0 0 0 0,0 0 0 0 0,-1 0 1 0 0,1 0-1 0 0,0 7 0 0 0,-1-5-5 0 0,-1 1-1 0 0,-1-1 1 0 0,0 0-1 0 0,0 1 1 0 0,0-1-1 0 0,-1 0 1 0 0,-1 0 0 0 0,1 1-1 0 0,-1-1 1 0 0,-5 11-1 0 0,0-1-373 0 0,0-1 0 0 0,-2 0 0 0 0,0-1-1 0 0,-11 16 1 0 0,1-6-2363 0 0,-30 31-1 0 0,21-27-2843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5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101 111 10594 0 0,'-57'-49'2326'0'0,"49"41"-817"0"0,1 0 0 0 0,1-1 0 0 0,-1 0 1 0 0,-9-18-1 0 0,32 63-1214 0 0,-1 0 0 0 0,-2 2 0 0 0,15 75 1 0 0,8 127 772 0 0,-32-212-1050 0 0,49 432 37 0 0,29 220 62 0 0,88 588-1797 0 0,-164-1222-3507 0 0,0-3-1705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8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64 224 14979 0 0,'-8'-1'105'0'0,"-45"-8"1295"0"0,53 9-1403 0 0,0 0 1 0 0,-1-1-1 0 0,1 1 1 0 0,0 0 0 0 0,0-1-1 0 0,-1 1 1 0 0,1-1-1 0 0,0 1 1 0 0,0 0 0 0 0,0-1-1 0 0,-1 1 1 0 0,1-1-1 0 0,0 1 1 0 0,0-1 0 0 0,0 1-1 0 0,0-1 1 0 0,0 1-1 0 0,0-1 1 0 0,0 1 0 0 0,0-1-1 0 0,0 1 1 0 0,0-1 0 0 0,0 1-1 0 0,0 0 1 0 0,1-1-1 0 0,-1 1 1 0 0,0-1 0 0 0,0 1-1 0 0,0-1 1 0 0,1 1-1 0 0,-1 0 1 0 0,0-1 0 0 0,1 1-1 0 0,-1-1 1 0 0,0 1-1 0 0,0 0 1 0 0,1-1 0 0 0,12-15-312 0 0,-4 11 285 0 0,1 0 0 0 0,0 0-1 0 0,1 1 1 0 0,-1 1 0 0 0,1 0-1 0 0,0 0 1 0 0,-1 1-1 0 0,20-1 1 0 0,-5-1 9 0 0,424-61 917 0 0,822-13-1 0 0,-957 76-130 0 0,683 4 707 0 0,-2 48-3185 0 0,-711-24-1466 0 0,-202-18-2317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4374 0 17972 0 0,'0'1'97'0'0,"-1"0"-1"0"0,1-1 1 0 0,0 1 0 0 0,-1-1 0 0 0,1 1 0 0 0,0 0-1 0 0,0-1 1 0 0,0 1 0 0 0,-1 0 0 0 0,1-1 0 0 0,0 1-1 0 0,0 0 1 0 0,0 0 0 0 0,0-1 0 0 0,0 1-1 0 0,0 0 1 0 0,0-1 0 0 0,1 1 0 0 0,-1 0 0 0 0,0-1-1 0 0,0 1 1 0 0,0 0 0 0 0,1-1 0 0 0,0 2 0 0 0,8 32 218 0 0,-3-12-59 0 0,-1 14-61 0 0,-2 1 0 0 0,-2 0 0 0 0,-1 0 1 0 0,-5 41-1 0 0,-1 40-284 0 0,8-32 27 0 0,22 129-1 0 0,33 84-64 0 0,-12-69 86 0 0,76 637 697 0 0,-89-59 572 0 0,-33-795-1345 0 0,-6 107 233 0 0,6-110-129 0 0,-1 1-1 0 0,0-1 0 0 0,-1 0 0 0 0,0 0 1 0 0,-1 0-1 0 0,0 0 0 0 0,0 0 1 0 0,-12 17-1 0 0,14-24 23 0 0,-1 0 0 0 0,1 0 0 0 0,-1-1 1 0 0,0 1-1 0 0,0-1 0 0 0,0 1 0 0 0,0-1 0 0 0,-1 0 0 0 0,1 0 0 0 0,-1-1 0 0 0,1 1 1 0 0,-1-1-1 0 0,1 0 0 0 0,-1 0 0 0 0,0 0 0 0 0,0 0 0 0 0,1 0 0 0 0,-1-1 1 0 0,0 0-1 0 0,0 0 0 0 0,-6 0 0 0 0,-8-2 38 0 0,0-1 0 0 0,1-1 0 0 0,-27-8 0 0 0,2 0-55 0 0,-262-47-433 0 0,-507-34 0 0 0,-414 59 503 0 0,531 56 209 0 0,3 28 149 0 0,181-32-459 0 0,489-19-74 0 0,0 0 0 0 0,1-1-1 0 0,-1-2 1 0 0,-30-8 0 0 0,18-1-286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29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10450 0 0,'0'0'30'0'0,"0"0"-1"0"0,0 0 1 0 0,0 0 0 0 0,0 0-1 0 0,0 0 1 0 0,-1 0-1 0 0,1 0 1 0 0,0 0-1 0 0,0 0 1 0 0,0 0 0 0 0,0 0-1 0 0,-1 0 1 0 0,1 0-1 0 0,0 0 1 0 0,0 0-1 0 0,0 0 1 0 0,0 0 0 0 0,0 0-1 0 0,-1 0 1 0 0,1 0-1 0 0,0 0 1 0 0,0 0-1 0 0,0 0 1 0 0,0 0 0 0 0,0 0-1 0 0,-1 0 1 0 0,1 1-1 0 0,0-1 1 0 0,0 0-1 0 0,0 0 1 0 0,0 0 0 0 0,0 0-1 0 0,0 0 1 0 0,0 0-1 0 0,0 1 1 0 0,0-1-1 0 0,-1 0 1 0 0,1 0 0 0 0,0 0-1 0 0,0 0 1 0 0,0 1-1 0 0,0-1 1 0 0,0 0 0 0 0,0 0-1 0 0,0 0 1 0 0,0 0-1 0 0,0 0 1 0 0,0 1-1 0 0,-4 16 1564 0 0,0 17 958 0 0,4 45-548 0 0,4-1 0 0 0,17 101 1 0 0,-8-79-1434 0 0,0 12-423 0 0,-2-1-129 0 0,31 125 0 0 0,-29-191-3189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13163 0 0,'1'-1'62'0'0,"1"0"-1"0"0,-1 0 1 0 0,1 0 0 0 0,0 1 0 0 0,-1-1 0 0 0,1 0 0 0 0,0 1-1 0 0,0 0 1 0 0,-1-1 0 0 0,1 1 0 0 0,0 0 0 0 0,0 0-1 0 0,-1 0 1 0 0,1 0 0 0 0,0 0 0 0 0,0 0 0 0 0,-1 1-1 0 0,4 0 1 0 0,37 12 322 0 0,-37-11-374 0 0,1 0 22 0 0,8 2 308 0 0,0 1-1 0 0,-1 1 0 0 0,1 0 0 0 0,-1 1 0 0 0,17 12 1 0 0,-28-17-285 0 0,1 0 0 0 0,-1 0 0 0 0,1 0 0 0 0,-1 1 0 0 0,0-1 0 0 0,0 1 1 0 0,0-1-1 0 0,0 1 0 0 0,0 0 0 0 0,-1 0 0 0 0,1 0 0 0 0,-1 0 0 0 0,0 0 1 0 0,0 0-1 0 0,0 0 0 0 0,0 0 0 0 0,-1 0 0 0 0,1 0 0 0 0,-1 1 0 0 0,0-1 1 0 0,1 0-1 0 0,-2 0 0 0 0,1 1 0 0 0,0-1 0 0 0,-1 0 0 0 0,1 0 0 0 0,-1 1 1 0 0,0-1-1 0 0,0 0 0 0 0,-3 5 0 0 0,-5 11 14 0 0,0 0 0 0 0,-2 0 0 0 0,-26 33 0 0 0,-46 45 207 0 0,71-85-1551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4145 0 0,'3'1'366'0'0,"0"-1"0"0"0,-1 1 0 0 0,1 0-1 0 0,0 0 1 0 0,0 0 0 0 0,0 0 0 0 0,-1 0 0 0 0,1 1 0 0 0,-1 0 0 0 0,1-1 0 0 0,-1 1 0 0 0,0 0-1 0 0,1 0 1 0 0,-1 0 0 0 0,0 0 0 0 0,2 3 0 0 0,-1 0 184 0 0,1 1 0 0 0,-1-1 0 0 0,0 1 0 0 0,-1-1 0 0 0,1 1 0 0 0,-1 0 0 0 0,2 8 0 0 0,0 6 448 0 0,-1 0-1 0 0,-1-1 0 0 0,-1 39 1 0 0,-3-2-133 0 0,3 107 442 0 0,0-142-1253 0 0,2-1 0 0 0,0 0 1 0 0,1 0-1 0 0,2 0 0 0 0,14 37 1 0 0,-20-56-71 0 0,0 0 0 0 0,1 1 0 0 0,-1-1 1 0 0,1 0-1 0 0,0 1 0 0 0,-1-1 1 0 0,1 0-1 0 0,0 1 0 0 0,-1-1 0 0 0,1 0 1 0 0,0 0-1 0 0,0 0 0 0 0,0 0 1 0 0,0 0-1 0 0,0 0 0 0 0,1 0 1 0 0,-1 0-1 0 0,0-1 0 0 0,0 1 0 0 0,0 0 1 0 0,1 0-1 0 0,-1-1 0 0 0,0 1 1 0 0,1-1-1 0 0,-1 0 0 0 0,1 1 0 0 0,1-1 1 0 0,0-1-33 0 0,-1 1 1 0 0,0-1-1 0 0,0 0 1 0 0,0-1-1 0 0,0 1 0 0 0,0 0 1 0 0,0-1-1 0 0,0 1 1 0 0,-1-1-1 0 0,1 1 1 0 0,0-1-1 0 0,-1 0 1 0 0,1 0-1 0 0,-1 0 0 0 0,0 0 1 0 0,2-3-1 0 0,47-78-164 0 0,27-42 546 0 0,-67 112-201 0 0,0 0 0 0 0,1 1 0 0 0,0 0 0 0 0,0 1 0 0 0,2 0 0 0 0,22-15 0 0 0,-33 24-87 0 0,0 1 1 0 0,0-1 0 0 0,0 1 0 0 0,1 0 0 0 0,-1 0-1 0 0,0 0 1 0 0,1 0 0 0 0,-1 0 0 0 0,1 0 0 0 0,-1 1-1 0 0,1-1 1 0 0,-1 1 0 0 0,1-1 0 0 0,-1 1 0 0 0,1 0-1 0 0,0 0 1 0 0,-1 0 0 0 0,1 1 0 0 0,-1-1 0 0 0,1 1-1 0 0,-1-1 1 0 0,1 1 0 0 0,-1 0 0 0 0,1 0-1 0 0,-1 0 1 0 0,0 0 0 0 0,3 2 0 0 0,-1 1 9 0 0,0 0 0 0 0,0 0-1 0 0,0 0 1 0 0,0 1 0 0 0,-1 0 0 0 0,0-1 0 0 0,0 1 0 0 0,0 1-1 0 0,0-1 1 0 0,-1 0 0 0 0,2 6 0 0 0,21 72 337 0 0,2 3-683 0 0,-1-31-5861 0 0,-13-34-1156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0.9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68 6913 0 0,'-26'10'1633'0'0,"23"-8"-772"0"0,-1 0 1 0 0,1 0 0 0 0,-1 0-1 0 0,1 1 1 0 0,0 0 0 0 0,-1-1-1 0 0,2 1 1 0 0,-1 1-1 0 0,0-1 1 0 0,0 0 0 0 0,-3 6-1 0 0,-4 12-1014 0 0,8-15 280 0 0,1 0-1 0 0,-1 0 1 0 0,1 0 0 0 0,0-1 0 0 0,0 1-1 0 0,1 0 1 0 0,0 0 0 0 0,0 0 0 0 0,0 0-1 0 0,1 0 1 0 0,0 0 0 0 0,0 0 0 0 0,2 5-1 0 0,0-1 47 0 0,1-1 0 0 0,0 0-1 0 0,0 0 1 0 0,1 0-1 0 0,0-1 1 0 0,0 1-1 0 0,12 12 1 0 0,-12-14-118 0 0,1-1 1 0 0,-1 0 0 0 0,1 0-1 0 0,1 0 1 0 0,-1-1 0 0 0,1 0-1 0 0,0 0 1 0 0,0-1 0 0 0,1 1-1 0 0,-1-2 1 0 0,1 1 0 0 0,0-1-1 0 0,0 0 1 0 0,0-1 0 0 0,0 0-1 0 0,1 0 1 0 0,-1-1 0 0 0,0 0-1 0 0,1-1 1 0 0,9 0 0 0 0,-14 0-49 0 0,0-1 0 0 0,-1 1 1 0 0,1-1-1 0 0,0 0 1 0 0,0-1-1 0 0,0 1 0 0 0,-1-1 1 0 0,1 1-1 0 0,-1-1 1 0 0,1 0-1 0 0,-1-1 0 0 0,0 1 1 0 0,0 0-1 0 0,0-1 1 0 0,0 0-1 0 0,0 0 0 0 0,0 0 1 0 0,-1 0-1 0 0,1 0 0 0 0,-1 0 1 0 0,0-1-1 0 0,0 1 1 0 0,0-1-1 0 0,-1 1 0 0 0,1-1 1 0 0,-1 0-1 0 0,0 0 1 0 0,0 0-1 0 0,0 1 0 0 0,-1-1 1 0 0,1 0-1 0 0,-1 0 1 0 0,0 0-1 0 0,0-5 0 0 0,-1-5-1 0 0,0 1 0 0 0,-1-1 0 0 0,-1 1 0 0 0,0 0 0 0 0,0 0 0 0 0,-1 0 0 0 0,-1 0 0 0 0,-11-22 0 0 0,7 21-116 0 0,1 0 1 0 0,-2 1 0 0 0,1 0-1 0 0,-2 0 1 0 0,-20-19 0 0 0,-13-1-6493 0 0,21 21-330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1.2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3225 0 0,'2'-2'666'0'0,"0"1"1"0"0,0 0-1 0 0,0-1 1 0 0,0 1 0 0 0,0 0-1 0 0,0 0 1 0 0,1 0-1 0 0,-1 1 1 0 0,0-1 0 0 0,1 0-1 0 0,-1 1 1 0 0,0 0-1 0 0,1-1 1 0 0,-1 1 0 0 0,1 0-1 0 0,-1 0 1 0 0,1 0-1 0 0,-1 1 1 0 0,0-1 0 0 0,1 1-1 0 0,2 0 1 0 0,-2 1-340 0 0,0-1 0 0 0,0 1-1 0 0,0 0 1 0 0,0 0 0 0 0,-1 1 0 0 0,1-1 0 0 0,-1 0 0 0 0,1 1 0 0 0,-1 0 0 0 0,0-1-1 0 0,0 1 1 0 0,0 0 0 0 0,2 4 0 0 0,2 7-255 0 0,0 0 0 0 0,0 1 0 0 0,-1 0 0 0 0,-1 0 0 0 0,3 22 0 0 0,0 14 170 0 0,13 62 62 0 0,-17-102-350 0 0,0 0 0 0 0,1 0 1 0 0,0 0-1 0 0,1-1 0 0 0,0 0 0 0 0,1 0 0 0 0,11 16 0 0 0,-16-25 38 0 0,0 1 0 0 0,0-1-1 0 0,0 0 1 0 0,0 0 0 0 0,0 0 0 0 0,0 0 0 0 0,0 0-1 0 0,1 0 1 0 0,-1 0 0 0 0,0 0 0 0 0,1 0 0 0 0,-1-1-1 0 0,0 1 1 0 0,1-1 0 0 0,-1 1 0 0 0,1-1 0 0 0,-1 1 0 0 0,1-1-1 0 0,-1 0 1 0 0,1 0 0 0 0,0 0 0 0 0,-1 0 0 0 0,1 0-1 0 0,-1 0 1 0 0,1 0 0 0 0,-1 0 0 0 0,1 0 0 0 0,-1-1-1 0 0,1 1 1 0 0,-1-1 0 0 0,1 1 0 0 0,-1-1 0 0 0,0 0-1 0 0,1 1 1 0 0,-1-1 0 0 0,0 0 0 0 0,1 0 0 0 0,-1 0 0 0 0,0 0-1 0 0,2-2 1 0 0,5-5-104 0 0,0-1 1 0 0,-1 0-1 0 0,1 0 0 0 0,7-15 1 0 0,-4 9-61 0 0,223-284-6850 0 0,-233 298 7004 0 0,5-6 212 0 0,0 0 0 0 0,0 1 0 0 0,1 0 0 0 0,0 0 0 0 0,11-7 0 0 0,-16 13-103 0 0,-1-1-1 0 0,0 0 1 0 0,1 0 0 0 0,-1 1-1 0 0,1-1 1 0 0,-1 1-1 0 0,1-1 1 0 0,-1 1-1 0 0,1 0 1 0 0,0-1-1 0 0,-1 1 1 0 0,1 0 0 0 0,-1 0-1 0 0,1 0 1 0 0,-1 0-1 0 0,1 1 1 0 0,0-1-1 0 0,-1 0 1 0 0,1 1-1 0 0,-1-1 1 0 0,1 1-1 0 0,-1-1 1 0 0,1 1 0 0 0,-1 0-1 0 0,0-1 1 0 0,1 1-1 0 0,-1 0 1 0 0,0 0-1 0 0,1 0 1 0 0,-1 0-1 0 0,0 0 1 0 0,0 1 0 0 0,0-1-1 0 0,0 0 1 0 0,0 0-1 0 0,0 1 1 0 0,0-1-1 0 0,1 3 1 0 0,4 10 256 0 0,-1-1-1 0 0,0 1 1 0 0,0 0-1 0 0,-2 0 1 0 0,1 0 0 0 0,-2 1-1 0 0,0-1 1 0 0,0 17 0 0 0,9 54-327 0 0,-9-76-259 0 0,1-1 0 0 0,-1 0 0 0 0,2 0 0 0 0,-1 0 0 0 0,1 0 0 0 0,0-1 0 0 0,9 14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1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64 305 456 0 0,'7'-1'530'0'0,"0"0"-1"0"0,0 0 1 0 0,0-1 0 0 0,0 0-1 0 0,0 0 1 0 0,-1-1 0 0 0,1 0-1 0 0,-1 0 1 0 0,0 0 0 0 0,1-1-1 0 0,8-6 1 0 0,-7 4-251 0 0,0-1 1 0 0,-1 1 0 0 0,0-1-1 0 0,0 0 1 0 0,0-1-1 0 0,-1 0 1 0 0,9-14 0 0 0,-11 15 101 0 0,-1-1-1 0 0,-1 1 1 0 0,1-1 0 0 0,-1 0 0 0 0,-1 0 0 0 0,1 0 0 0 0,-1 0 0 0 0,-1-1 0 0 0,0 1 0 0 0,0-9 0 0 0,0 11 53 0 0,-1 1-1 0 0,0-1 1 0 0,0 0 0 0 0,0 0 0 0 0,0 1-1 0 0,-1-1 1 0 0,0 0 0 0 0,0 1 0 0 0,0 0 0 0 0,-1-1-1 0 0,0 1 1 0 0,0 0 0 0 0,0 0 0 0 0,-8-8 0 0 0,10 12-365 0 0,-1 0 0 0 0,1 0 0 0 0,-1 0 0 0 0,0-1 0 0 0,1 1 0 0 0,-1 1 0 0 0,0-1 0 0 0,0 0 1 0 0,1 0-1 0 0,-1 1 0 0 0,0-1 0 0 0,0 1 0 0 0,0-1 0 0 0,0 1 0 0 0,0 0 0 0 0,0 0 0 0 0,0 0 1 0 0,0 0-1 0 0,-3 0 0 0 0,1 1 2 0 0,-1 1 1 0 0,1-1 0 0 0,0 0 0 0 0,0 1-1 0 0,1 0 1 0 0,-1 0 0 0 0,0 0 0 0 0,-6 5-1 0 0,-1 3 32 0 0,0 0-1 0 0,0 1 0 0 0,1 0 0 0 0,-11 15 1 0 0,14-17-67 0 0,1 1 1 0 0,0-1 0 0 0,0 1-1 0 0,1 0 1 0 0,0 0-1 0 0,1 1 1 0 0,1-1 0 0 0,-1 1-1 0 0,1 0 1 0 0,1 0-1 0 0,-1 13 1 0 0,2-16-21 0 0,1 0 0 0 0,1 0 0 0 0,0 0 0 0 0,0-1 0 0 0,0 1 0 0 0,1 0 0 0 0,0-1 0 0 0,0 1 1 0 0,1-1-1 0 0,0 0 0 0 0,0 1 0 0 0,1-1 0 0 0,0-1 0 0 0,0 1 0 0 0,1-1 0 0 0,9 11 0 0 0,-6-8-20 0 0,1 0 0 0 0,0-1 1 0 0,0-1-1 0 0,1 1 0 0 0,-1-2 0 0 0,2 1 1 0 0,-1-1-1 0 0,1-1 0 0 0,0 0 0 0 0,0 0 1 0 0,21 4-1 0 0,-20-6-1632 0 0,1 0-1 0 0,0-2 1 0 0,20 1-1 0 0,-2-3-5415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13827 0 0,'6'3'580'0'0,"-1"0"0"0"0,1 1 0 0 0,0 0 0 0 0,-1 0 0 0 0,0 0 0 0 0,0 1 0 0 0,0 0 0 0 0,-1 0 0 0 0,7 9 0 0 0,-5-5-165 0 0,-1 0 0 0 0,0 1 0 0 0,0 0 0 0 0,-1 0 0 0 0,4 15-1 0 0,-1 8-183 0 0,-1 1-1 0 0,3 63 0 0 0,-6-58 91 0 0,3 44-171 0 0,12 113 229 0 0,-13-170-389 0 0,0 1-1 0 0,2-1 1 0 0,1-1-1 0 0,0 1 1 0 0,17 29-1 0 0,-16-36-402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26 110 13827 0 0,'-8'22'1415'0'0,"5"-13"-1196"0"0,-1 0 0 0 0,1 1 0 0 0,1-1-1 0 0,0 1 1 0 0,-2 14 0 0 0,4-21-166 0 0,1 0 0 0 0,-1 0 0 0 0,0 0 0 0 0,1 0 0 0 0,-1 0 0 0 0,1 0-1 0 0,0 0 1 0 0,0 0 0 0 0,0 0 0 0 0,0-1 0 0 0,1 1 0 0 0,-1 0 0 0 0,1-1 0 0 0,0 1 0 0 0,0-1 0 0 0,-1 1-1 0 0,2-1 1 0 0,-1 0 0 0 0,0 0 0 0 0,0 0 0 0 0,1 0 0 0 0,3 2 0 0 0,0 0 60 0 0,0-1 0 0 0,1 0 0 0 0,-1 0 0 0 0,1-1-1 0 0,0 1 1 0 0,0-1 0 0 0,0-1 0 0 0,0 0 0 0 0,0 0 0 0 0,0 0 0 0 0,0 0 0 0 0,1-1 0 0 0,-1-1 0 0 0,0 1 0 0 0,0-1 0 0 0,0 0 0 0 0,0-1 0 0 0,0 0 0 0 0,0 0-1 0 0,0 0 1 0 0,7-4 0 0 0,-8 3-7 0 0,1 0-1 0 0,0 0 0 0 0,-1-1 1 0 0,0 0-1 0 0,0-1 0 0 0,0 1 1 0 0,0-1-1 0 0,-1 0 1 0 0,1 0-1 0 0,-1-1 0 0 0,-1 1 1 0 0,1-1-1 0 0,-1-1 0 0 0,0 1 1 0 0,0 0-1 0 0,-1-1 0 0 0,0 0 1 0 0,0 0-1 0 0,-1 0 0 0 0,3-11 1 0 0,-4 13-144 0 0,-1 0 0 0 0,0 1 0 0 0,0-1 0 0 0,0 0 0 0 0,-1 1-1 0 0,1-1 1 0 0,-1 1 0 0 0,-1-1 0 0 0,1 0 0 0 0,0 1 0 0 0,-1 0 0 0 0,0-1 0 0 0,0 1 0 0 0,0 0 0 0 0,-1 0 0 0 0,1 0 0 0 0,-1 0 0 0 0,0 1 0 0 0,0-1 0 0 0,0 1 0 0 0,-1 0 0 0 0,1-1-1 0 0,-1 2 1 0 0,0-1 0 0 0,0 0 0 0 0,-7-3 0 0 0,0 0-128 0 0,0 0 0 0 0,-1 1-1 0 0,1 1 1 0 0,-1 0-1 0 0,0 0 1 0 0,0 2 0 0 0,0-1-1 0 0,0 1 1 0 0,-14 0 0 0 0,-2 2-1160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2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0 2761 0 0,'13'12'18784'0'0,"-22"-3"-16046"0"0,-1 4-4698 0 0,3-1 2058 0 0,0 1 0 0 0,0 0-1 0 0,2 0 1 0 0,0 1-1 0 0,0 0 1 0 0,1 0-1 0 0,1 0 1 0 0,0 0-1 0 0,1 1 1 0 0,1-1-1 0 0,0 0 1 0 0,1 1 0 0 0,2 16-1 0 0,-1-24-144 0 0,0 1-1 0 0,0-1 1 0 0,1 0-1 0 0,-1 0 1 0 0,2 0 0 0 0,-1-1-1 0 0,1 1 1 0 0,0-1-1 0 0,0 1 1 0 0,1-1 0 0 0,0 0-1 0 0,0 0 1 0 0,1 0-1 0 0,-1-1 1 0 0,1 0-1 0 0,0 0 1 0 0,1 0 0 0 0,-1 0-1 0 0,1-1 1 0 0,0 0-1 0 0,0 0 1 0 0,0 0 0 0 0,1-1-1 0 0,-1 0 1 0 0,1 0-1 0 0,0-1 1 0 0,0 0 0 0 0,8 2-1 0 0,12 0-1832 0 0,1-4-5519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3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134 549 6625 0 0,'34'-62'848'0'0,"-18"22"8131"0"0,-29 57-5965 0 0,-27 37-1560 0 0,17-23-727 0 0,4-6-459 0 0,2 0 1 0 0,0 1-1 0 0,2 1 0 0 0,-19 43 1 0 0,33-69-268 0 0,0 1-1 0 0,1-1 1 0 0,-1 1-1 0 0,0-1 1 0 0,1 1 0 0 0,-1-1-1 0 0,1 1 1 0 0,0-1 0 0 0,-1 1-1 0 0,1 0 1 0 0,0-1-1 0 0,0 1 1 0 0,0 0 0 0 0,0-1-1 0 0,0 1 1 0 0,1-1 0 0 0,-1 1-1 0 0,0 0 1 0 0,1-1-1 0 0,-1 1 1 0 0,1-1 0 0 0,0 1-1 0 0,0-1 1 0 0,-1 1 0 0 0,1-1-1 0 0,0 0 1 0 0,0 1 0 0 0,0-1-1 0 0,0 0 1 0 0,0 0-1 0 0,1 1 1 0 0,-1-1 0 0 0,0 0-1 0 0,0 0 1 0 0,3 1 0 0 0,-1-1-35 0 0,0-1-1 0 0,0 1 1 0 0,0-1 0 0 0,-1 1 0 0 0,1-1 0 0 0,0 0 0 0 0,0 0 0 0 0,0 0 0 0 0,0-1 0 0 0,0 1 0 0 0,0-1 0 0 0,0 1 0 0 0,0-1 0 0 0,0 0 0 0 0,-1 0 0 0 0,1 0 0 0 0,0-1 0 0 0,4-2 0 0 0,7-6-34 0 0,-1 0 0 0 0,0-1 1 0 0,-1 0-1 0 0,17-20 0 0 0,-17 18 69 0 0,0 0 0 0 0,1 1-1 0 0,22-17 1 0 0,-33 28 9 0 0,0 0 1 0 0,0 0-1 0 0,0 0 1 0 0,0 0-1 0 0,0 0 1 0 0,0 1 0 0 0,0-1-1 0 0,0 1 1 0 0,0-1-1 0 0,1 1 1 0 0,-1 0-1 0 0,0 0 1 0 0,0 0-1 0 0,0 0 1 0 0,0 0-1 0 0,1 1 1 0 0,-1-1 0 0 0,0 1-1 0 0,0-1 1 0 0,0 1-1 0 0,0 0 1 0 0,0 0-1 0 0,0 0 1 0 0,0 0-1 0 0,0 0 1 0 0,2 1-1 0 0,6 6 113 0 0,0 0-1 0 0,0 0 0 0 0,13 16 0 0 0,11 9 49 0 0,-27-29-266 0 0,0 1 0 0 0,0-1 0 0 0,1 0 1 0 0,-1 0-1 0 0,1-1 0 0 0,0 0 0 0 0,0 0 0 0 0,0-1 1 0 0,0 0-1 0 0,1-1 0 0 0,-1 0 0 0 0,0 0 0 0 0,1 0 1 0 0,-1-1-1 0 0,1-1 0 0 0,-1 1 0 0 0,0-1 0 0 0,1-1 0 0 0,-1 1 1 0 0,12-5-1 0 0,-8 1-99 0 0,-1 0-1 0 0,0-1 1 0 0,0 0 0 0 0,0 0 0 0 0,-1-1-1 0 0,0-1 1 0 0,0 1 0 0 0,-1-2 0 0 0,0 1-1 0 0,0-1 1 0 0,-1-1 0 0 0,0 0 0 0 0,7-12 0 0 0,-4 3-909 0 0,-1-1 0 0 0,0 0 0 0 0,-2-1 0 0 0,0 0 0 0 0,-1 0 1 0 0,-2-1-1 0 0,0 0 0 0 0,-1 0 0 0 0,2-31 0 0 0,-4-75 621 0 0,-10 0 4543 0 0,5 95-2130 0 0,3 19-1032 0 0,0 9-417 0 0,0 1 0 0 0,0-1-1 0 0,0 0 1 0 0,-1 0 0 0 0,1 1-1 0 0,-1-1 1 0 0,0 0 0 0 0,0 1-1 0 0,-1-1 1 0 0,0 1 0 0 0,1-1 0 0 0,-1 1-1 0 0,-6-8 1 0 0,8 11-430 0 0,0 1 1 0 0,-1 0-1 0 0,1 0 0 0 0,-1 0 1 0 0,1 0-1 0 0,-1 0 1 0 0,1-1-1 0 0,-1 1 0 0 0,1 0 1 0 0,-1 0-1 0 0,1 0 0 0 0,-1 0 1 0 0,1 0-1 0 0,-1 0 0 0 0,1 1 1 0 0,-1-1-1 0 0,1 0 0 0 0,0 0 1 0 0,-1 0-1 0 0,1 0 1 0 0,-1 0-1 0 0,1 1 0 0 0,-1-1 1 0 0,1 0-1 0 0,0 0 0 0 0,-1 1 1 0 0,1-1-1 0 0,-1 0 0 0 0,1 1 1 0 0,0-1-1 0 0,0 0 0 0 0,-1 1 1 0 0,1-1-1 0 0,0 1 1 0 0,-1-1-1 0 0,1 0 0 0 0,0 1 1 0 0,0-1-1 0 0,0 1 0 0 0,0-1 1 0 0,-1 1-1 0 0,1-1 0 0 0,0 1 1 0 0,0-1-1 0 0,0 1 0 0 0,0-1 1 0 0,0 1-1 0 0,-6 24 356 0 0,1 10-270 0 0,2 0 0 0 0,2 0-1 0 0,1-1 1 0 0,2 1 0 0 0,1 0 0 0 0,10 43 0 0 0,3-7-6 0 0,50 135 0 0 0,-62-195-248 0 0,7 19 256 0 0,1-1 1 0 0,17 28-1 0 0,-24-49-383 0 0,-1-1 1 0 0,1 0-1 0 0,0 0 1 0 0,1 0-1 0 0,0-1 1 0 0,0 1-1 0 0,0-1 0 0 0,1-1 1 0 0,0 1-1 0 0,0-1 1 0 0,0-1-1 0 0,12 7 1 0 0,0-4-7604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4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35 15755 0 0,'0'0'33'0'0,"0"0"0"0"0,1 0 0 0 0,-1 0-1 0 0,0 0 1 0 0,0-1 0 0 0,0 1 0 0 0,0 0 0 0 0,0 0-1 0 0,0 0 1 0 0,0 0 0 0 0,0-1 0 0 0,0 1-1 0 0,0 0 1 0 0,1 0 0 0 0,-1 0 0 0 0,0 0 0 0 0,0 0-1 0 0,0 0 1 0 0,0-1 0 0 0,0 1 0 0 0,1 0-1 0 0,-1 0 1 0 0,0 0 0 0 0,0 0 0 0 0,0 0 0 0 0,0 0-1 0 0,1 0 1 0 0,-1 0 0 0 0,0 0 0 0 0,0 0-1 0 0,0 0 1 0 0,1 0 0 0 0,-1 0 0 0 0,0 0-1 0 0,0 0 1 0 0,0 0 0 0 0,0 0 0 0 0,1 0 0 0 0,-1 0-1 0 0,0 0 1 0 0,0 0 0 0 0,0 0 0 0 0,0 0-1 0 0,1 0 1 0 0,-1 0 0 0 0,0 1 0 0 0,0-1 0 0 0,0 0-1 0 0,0 0 1 0 0,8 12 1063 0 0,0 14 740 0 0,-8 1-1552 0 0,-1-1 0 0 0,-2 0 1 0 0,0 0-1 0 0,-2 0 1 0 0,-14 46-1 0 0,-6 32 145 0 0,23-95-437 0 0,-5 51-192 0 0,7-58 187 0 0,0 0 1 0 0,0 0-1 0 0,0 0 1 0 0,0 0-1 0 0,0 0 1 0 0,0 0-1 0 0,1 0 1 0 0,-1 0 0 0 0,1 0-1 0 0,-1 0 1 0 0,1-1-1 0 0,0 1 1 0 0,0 0-1 0 0,-1 0 1 0 0,1 0-1 0 0,1-1 1 0 0,-1 1-1 0 0,0-1 1 0 0,0 1-1 0 0,1-1 1 0 0,-1 1 0 0 0,0-1-1 0 0,1 0 1 0 0,0 1-1 0 0,1 0 1 0 0,-2-2-92 0 0,0 0-1 0 0,1 0 1 0 0,-1 0 0 0 0,0 0 0 0 0,0 0 0 0 0,1 0 0 0 0,-1 0 0 0 0,0 0-1 0 0,0-1 1 0 0,1 1 0 0 0,-1 0 0 0 0,0-1 0 0 0,0 1 0 0 0,0-1 0 0 0,1 1 0 0 0,-1-1-1 0 0,0 0 1 0 0,0 0 0 0 0,0 1 0 0 0,0-1 0 0 0,0 0 0 0 0,-1 0 0 0 0,1 0-1 0 0,0 0 1 0 0,0 0 0 0 0,0 0 0 0 0,-1 0 0 0 0,1 0 0 0 0,-1 0 0 0 0,1 0-1 0 0,-1-1 1 0 0,1 1 0 0 0,-1 0 0 0 0,1-2 0 0 0,14-47-1491 0 0,-15 48 1530 0 0,6-42-689 0 0,-1-1 1 0 0,-3 0 0 0 0,-1 0-1 0 0,-8-57 1 0 0,1-33 4002 0 0,10 148 1134 0 0,10 17-3092 0 0,-7-14-765 0 0,-1-2-406 0 0,0-1-1 0 0,1 1 1 0 0,1-2 0 0 0,0 1-1 0 0,0-1 1 0 0,1 0 0 0 0,18 17 0 0 0,-24-26-143 0 0,0 0 0 0 0,0-1 0 0 0,0 1 0 0 0,1-1 0 0 0,-1 0 0 0 0,1 0 0 0 0,-1 0 0 0 0,1 0 0 0 0,0-1 0 0 0,0 1 0 0 0,0-1 1 0 0,0 0-1 0 0,0 0 0 0 0,0-1 0 0 0,0 1 0 0 0,0-1 0 0 0,0 0 0 0 0,0 0 0 0 0,1 0 0 0 0,-1 0 0 0 0,0-1 0 0 0,0 0 1 0 0,0 0-1 0 0,0 0 0 0 0,0 0 0 0 0,0 0 0 0 0,-1-1 0 0 0,1 0 0 0 0,0 0 0 0 0,-1 0 0 0 0,1 0 0 0 0,3-3 0 0 0,11-10-174 0 0,0-1 0 0 0,0 0 0 0 0,18-24 0 0 0,-19 20 300 0 0,1 1 1 0 0,27-22 0 0 0,-44 40-72 0 0,0 1 0 0 0,1-1 1 0 0,-1 0-1 0 0,0 0 0 0 0,1 0 0 0 0,-1 1 0 0 0,1-1 1 0 0,-1 0-1 0 0,1 1 0 0 0,-1 0 0 0 0,1-1 0 0 0,-1 1 1 0 0,1 0-1 0 0,-1 0 0 0 0,1 0 0 0 0,-1 0 0 0 0,1 0 0 0 0,-1 0 1 0 0,1 0-1 0 0,0 0 0 0 0,1 1 0 0 0,-1 0 17 0 0,1 0 0 0 0,0 1-1 0 0,-1-1 1 0 0,1 1 0 0 0,-1-1-1 0 0,0 1 1 0 0,1 0 0 0 0,-1 0-1 0 0,0 0 1 0 0,3 4 0 0 0,3 5 113 0 0,0 0 0 0 0,-1 1 1 0 0,10 23-1 0 0,-16-32-136 0 0,22 47 223 0 0,39 81 93 0 0,-49-108-427 0 0,0-1 1 0 0,1-1 0 0 0,28 31 0 0 0,-39-49-10 0 0,-1 0 0 0 0,1 0 0 0 0,0 0 0 0 0,1-1 0 0 0,-1 1 0 0 0,0-1 0 0 0,1 0 0 0 0,0 0 0 0 0,-1 0 0 0 0,1-1 1 0 0,6 3-1 0 0,5-3-721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4.6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6913 0 0,'-3'10'9172'0'0,"4"6"-4811"0"0,9 21-3027 0 0,-4-18-294 0 0,15 93-289 0 0,12 45-54 0 0,-27-134-557 0 0,1 0-1 0 0,1-1 0 0 0,2 0 1 0 0,18 34-1 0 0,-24-49-116 0 0,1-1 0 0 0,-1 1 0 0 0,1-1 0 0 0,0 0 0 0 0,0 0 0 0 0,1-1 0 0 0,0 1 0 0 0,0-1 0 0 0,0-1 0 0 0,10 7 0 0 0,-11-9-11 0 0,0 0-1 0 0,0 0 1 0 0,-1-1 0 0 0,1 1 0 0 0,0-1-1 0 0,0-1 1 0 0,0 1 0 0 0,0 0 0 0 0,0-1-1 0 0,1 0 1 0 0,-1-1 0 0 0,0 1 0 0 0,0-1-1 0 0,0 0 1 0 0,0 0 0 0 0,0 0 0 0 0,5-3-1 0 0,20-8-178 0 0,0-2-1 0 0,34-20 0 0 0,19-11-1098 0 0,-59 34 659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6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2351 1 13363 0 0,'20'12'4417'0'0,"-11"-4"-4085"0"0,-1 2 1 0 0,0-1-1 0 0,0 1 1 0 0,-1 0-1 0 0,0 1 1 0 0,-1-1-1 0 0,0 1 1 0 0,-1 1 0 0 0,0-1-1 0 0,0 1 1 0 0,-2 0-1 0 0,5 21 1 0 0,0 15-149 0 0,5 90 0 0 0,-13-132-149 0 0,3 85 2 0 0,-4 0 0 0 0,-21 158 0 0 0,11-186-72 0 0,-3 0 0 0 0,-2-1 0 0 0,-3-1 0 0 0,-46 102 0 0 0,49-130 21 0 0,-2 0 0 0 0,-2-2-1 0 0,0 0 1 0 0,-2-1 0 0 0,-1-1-1 0 0,-2-2 1 0 0,0 0 0 0 0,-2-1-1 0 0,-1-2 1 0 0,-52 35 0 0 0,-55 28-566 0 0,-174 81-1 0 0,240-137 823 0 0,0-2 0 0 0,-2-4-1 0 0,-1-3 1 0 0,-135 24 0 0 0,143-39-70 0 0,0-3 0 0 0,0-3 0 0 0,-1-3 0 0 0,1-2 0 0 0,-83-17 0 0 0,33-3-56 0 0,1-6-1 0 0,-114-45 1 0 0,203 66-60 0 0,1 0 1 0 0,-33-20 0 0 0,51 26-140 0 0,-1 0-1 0 0,1 0 1 0 0,0-1 0 0 0,0 0 0 0 0,1 0 0 0 0,-1 0-1 0 0,1-1 1 0 0,0 1 0 0 0,0-1 0 0 0,0 0-1 0 0,1 0 1 0 0,0 0 0 0 0,0-1 0 0 0,0 1-1 0 0,-4-12 1 0 0,7-5-2663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19:36.9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48 6913 0 0,'8'-18'1172'0'0,"-7"17"-746"0"0,1-1 0 0 0,-1 0-1 0 0,-6-23 9867 0 0,5 26-10169 0 0,0-1 1 0 0,0 0-1 0 0,0 1 0 0 0,-10 13 893 0 0,-2 13-765 0 0,2 0 0 0 0,0 0 0 0 0,-9 45 0 0 0,-8 89 556 0 0,24-141-792 0 0,2-11-15 0 0,-5 26 21 0 0,0 48 0 0 0,6-73-17 0 0,0 0 0 0 0,1 0-1 0 0,0-1 1 0 0,0 1 0 0 0,1 0 0 0 0,1 0 0 0 0,-1-1-1 0 0,2 1 1 0 0,7 16 0 0 0,-11-26-16 0 0,0 0 0 0 0,0 0 1 0 0,0 0-1 0 0,0 0 0 0 0,0 0 0 0 0,0 0 1 0 0,1 0-1 0 0,-1 0 0 0 0,0 0 0 0 0,0 0 1 0 0,0 1-1 0 0,0-1 0 0 0,0 0 0 0 0,0 0 1 0 0,0 0-1 0 0,0 0 0 0 0,0 0 1 0 0,1 0-1 0 0,-1 0 0 0 0,0 0 0 0 0,0 0 1 0 0,0 0-1 0 0,0 0 0 0 0,0 0 0 0 0,0 0 1 0 0,0 0-1 0 0,0 0 0 0 0,1 0 0 0 0,-1 0 1 0 0,0 0-1 0 0,0 0 0 0 0,0 0 0 0 0,0 0 1 0 0,0 0-1 0 0,0 0 0 0 0,0 0 0 0 0,0 0 1 0 0,1 0-1 0 0,-1-1 0 0 0,0 1 0 0 0,0 0 1 0 0,0 0-1 0 0,0 0 0 0 0,0 0 0 0 0,0 0 1 0 0,0 0-1 0 0,0 0 0 0 0,0 0 0 0 0,0 0 1 0 0,0 0-1 0 0,0-1 0 0 0,0 1 0 0 0,1 0 1 0 0,-1 0-1 0 0,0 0 0 0 0,0 0 0 0 0,0 0 1 0 0,0 0-1 0 0,0 0 0 0 0,0 0 0 0 0,0-1 1 0 0,0 1-1 0 0,0 0 0 0 0,0 0 0 0 0,0 0 1 0 0,0 0-1 0 0,0 0 0 0 0,-1 0 0 0 0,5-17-692 0 0,1-23-360 0 0,-4 36 914 0 0,4-86 0 0 0,-6 69 297 0 0,1-1 0 0 0,2 1 0 0 0,0-1 0 0 0,1 1 0 0 0,1 0 0 0 0,1 0 0 0 0,10-27 0 0 0,-13 45-73 0 0,-1 0 0 0 0,1 0 0 0 0,0 1 0 0 0,0-1-1 0 0,0 0 1 0 0,0 1 0 0 0,0-1 0 0 0,1 1 0 0 0,-1 0 0 0 0,1 0 0 0 0,-1 0 0 0 0,1 0 0 0 0,0 0 0 0 0,0 1 0 0 0,0-1 0 0 0,0 1-1 0 0,4-2 1 0 0,-1 1 23 0 0,0 1 1 0 0,0 0-1 0 0,1 0 0 0 0,-1 1 0 0 0,0-1 0 0 0,1 1 0 0 0,-1 1 0 0 0,10 1 0 0 0,8 3 336 0 0,0 1 0 0 0,-1 2 0 0 0,36 15 0 0 0,-54-21-330 0 0,4 2-186 0 0,0 1 0 0 0,1-2 0 0 0,0 1 0 0 0,0-1 0 0 0,0-1 0 0 0,0 0 0 0 0,0 0 0 0 0,0-1 0 0 0,1 0 0 0 0,-1-1 0 0 0,16-1 0 0 0,-4-4-8651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1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 7834 0 0,'-1'0'246'0'0,"0"0"1"0"0,0 1-1 0 0,0-1 1 0 0,0 0-1 0 0,0 1 1 0 0,0-1-1 0 0,0 1 1 0 0,0-1-1 0 0,1 1 1 0 0,-1 0-1 0 0,0-1 1 0 0,0 1-1 0 0,0 0 1 0 0,1-1 0 0 0,-1 1-1 0 0,0 0 1 0 0,1 0-1 0 0,-1 0 1 0 0,1 0-1 0 0,-1 0 1 0 0,1 0-1 0 0,-1 0 1 0 0,1 0-1 0 0,0 0 1 0 0,-1 0-1 0 0,1 0 1 0 0,0 0-1 0 0,0 0 1 0 0,0 1-1 0 0,-4 36 713 0 0,4-33-557 0 0,3 159 1042 0 0,1-5-1006 0 0,-23 99-131 0 0,1-33-302 0 0,18-214-167 0 0,1 53 77 0 0,-1-59-333 0 0,1-1 0 0 0,0 0 1 0 0,0 0-1 0 0,1 0 0 0 0,-1 0 0 0 0,1 0 0 0 0,3 6 0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2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 7834 0 0,'-2'0'132'0'0,"1"0"0"0"0,-1 1 1 0 0,1 0-1 0 0,-1-1 1 0 0,1 1-1 0 0,0 0 0 0 0,-1 0 1 0 0,1-1-1 0 0,0 1 0 0 0,0 0 1 0 0,-1 0-1 0 0,1 1 0 0 0,0-1 1 0 0,0 0-1 0 0,0 0 1 0 0,1 0-1 0 0,-1 1 0 0 0,0-1 1 0 0,0 0-1 0 0,1 1 0 0 0,-1-1 1 0 0,0 1-1 0 0,1-1 1 0 0,0 1-1 0 0,-1-1 0 0 0,1 1 1 0 0,0-1-1 0 0,0 1 0 0 0,0-1 1 0 0,0 1-1 0 0,0-1 1 0 0,0 1-1 0 0,0-1 0 0 0,0 1 1 0 0,1-1-1 0 0,-1 1 0 0 0,0-1 1 0 0,1 1-1 0 0,0-1 1 0 0,-1 1-1 0 0,2 0 0 0 0,4 11 398 0 0,0-1 1 0 0,1 0-1 0 0,16 21 0 0 0,-8-11-75 0 0,13 28 163 0 0,32 81 1 0 0,-44-92-288 0 0,1 0-1 0 0,2-1 1 0 0,1-1 0 0 0,38 51 0 0 0,-54-84-345 0 0,0 0-1 0 0,-1 1 1 0 0,1-2-1 0 0,1 1 1 0 0,-1 0 0 0 0,0-1-1 0 0,1 0 1 0 0,0 0-1 0 0,0 0 1 0 0,7 3 0 0 0,-10-6 5 0 0,0 1 1 0 0,1 0 0 0 0,-1-1-1 0 0,0 0 1 0 0,0 0 0 0 0,1 1 0 0 0,-1-1-1 0 0,0-1 1 0 0,0 1 0 0 0,1 0-1 0 0,-1 0 1 0 0,0-1 0 0 0,0 0-1 0 0,0 1 1 0 0,0-1 0 0 0,1 0 0 0 0,-1 0-1 0 0,0 0 1 0 0,0 0 0 0 0,-1 0-1 0 0,1 0 1 0 0,0-1 0 0 0,0 1 0 0 0,-1-1-1 0 0,1 1 1 0 0,0-1 0 0 0,1-3-1 0 0,8-9-184 0 0,-1 0 1 0 0,-1-1-1 0 0,0 0 0 0 0,-1-1 0 0 0,-1 1 0 0 0,0-2 0 0 0,-1 1 0 0 0,-1-1 0 0 0,4-20 0 0 0,0-19 0 0 0,3-83 0 0 0,-7 71 536 0 0,-5 61-21 0 0,1-1 0 0 0,0 1 0 0 0,1 0 1 0 0,0-1-1 0 0,0 1 0 0 0,6-13 0 0 0,-8 19-236 0 0,0 0 0 0 0,1 0 0 0 0,-1 1 0 0 0,1-1 0 0 0,0 0 0 0 0,-1 0 0 0 0,1 0 0 0 0,0 1 0 0 0,-1-1 0 0 0,1 0 1 0 0,0 1-1 0 0,0-1 0 0 0,0 1 0 0 0,-1-1 0 0 0,1 1 0 0 0,0-1 0 0 0,0 1 0 0 0,0 0 0 0 0,0-1 0 0 0,0 1 0 0 0,0 0 0 0 0,2-1 0 0 0,-2 2-7 0 0,1-1 0 0 0,0 1 1 0 0,0-1-1 0 0,0 1 0 0 0,-1 0 0 0 0,1-1 1 0 0,0 1-1 0 0,0 0 0 0 0,-1 0 0 0 0,1 0 1 0 0,-1 1-1 0 0,1-1 0 0 0,-1 0 0 0 0,0 0 1 0 0,1 1-1 0 0,1 2 0 0 0,6 7 58 0 0,-1 0 1 0 0,0 1-1 0 0,-1 0 1 0 0,0 0-1 0 0,-1 1 0 0 0,9 25 1 0 0,16 84 134 0 0,0-2-136 0 0,-24-98-292 0 0,2 0 1 0 0,17 32-1 0 0,-21-46-574 0 0,0 0 0 0 0,1 0 0 0 0,0 0 0 0 0,0 0 0 0 0,9 7 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2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0 514 2761 0 0,'4'1'5930'0'0,"6"-13"-3374"0"0,10-17-618 0 0,-11 10-1452 0 0,-2 0-1 0 0,-1-1 0 0 0,0 0 0 0 0,-1 0 0 0 0,3-28 0 0 0,1-107-333 0 0,-1 12 396 0 0,-7 119-818 0 0,-1 19-653 0 0,-2 17-392 0 0,-2 14 779 0 0,1 1 0 0 0,2-1 0 0 0,1 1 1 0 0,3 27-1 0 0,-1-41 848 0 0,0 0 1 0 0,1 0 0 0 0,1 0-1 0 0,0 0 1 0 0,1-1 0 0 0,0 1 0 0 0,1-1-1 0 0,0 0 1 0 0,1-1 0 0 0,9 12 0 0 0,0 0 225 0 0,1-1 1 0 0,1-1-1 0 0,1 0 1 0 0,1-2 0 0 0,1 0-1 0 0,30 21 1 0 0,-47-38-802 0 0,-1 0 0 0 0,1 0 0 0 0,0 0 0 0 0,0 0 1 0 0,0-1-1 0 0,1 0 0 0 0,-1 1 0 0 0,0-2 0 0 0,0 1 1 0 0,1 0-1 0 0,-1-1 0 0 0,1 0 0 0 0,-1 0 0 0 0,0 0 1 0 0,7-2-1 0 0,3-4-5181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2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3225 0 0,'12'-11'10954'0'0,"3"49"-7425"0"0,4 47-1346 0 0,-14-56-1951 0 0,1-1 1 0 0,1 0-1 0 0,1-1 0 0 0,1 0 0 0 0,19 37 1 0 0,-28-64-248 0 0,0 1 0 0 0,1 0 0 0 0,-1-1 1 0 0,0 1-1 0 0,1-1 0 0 0,-1 1 0 0 0,0 0 0 0 0,1-1 1 0 0,-1 1-1 0 0,1-1 0 0 0,-1 1 0 0 0,1-1 1 0 0,-1 1-1 0 0,1-1 0 0 0,-1 0 0 0 0,1 1 1 0 0,0-1-1 0 0,-1 0 0 0 0,1 1 0 0 0,-1-1 1 0 0,1 0-1 0 0,0 0 0 0 0,-1 1 0 0 0,1-1 1 0 0,0 0-1 0 0,-1 0 0 0 0,1 0 0 0 0,0 0 1 0 0,0 0-1 0 0,-1 0 0 0 0,1 0 0 0 0,0 0 1 0 0,0 0-1 0 0,1-1-41 0 0,-1 0-1 0 0,1-1 1 0 0,0 1 0 0 0,-1 0 0 0 0,1 0-1 0 0,-1-1 1 0 0,0 1 0 0 0,0-1 0 0 0,1 1 0 0 0,-1-1-1 0 0,2-2 1 0 0,20-50-997 0 0,-22 53 1043 0 0,19-63-243 0 0,12-33 149 0 0,-28 86 349 0 0,2-1-1 0 0,-1 1 1 0 0,2 0 0 0 0,-1 1 0 0 0,16-19-1 0 0,-22 28-209 0 0,1 1 0 0 0,0-1 0 0 0,-1 0 0 0 0,1 1 1 0 0,0-1-1 0 0,-1 0 0 0 0,1 1 0 0 0,0-1 0 0 0,-1 1 0 0 0,1-1 0 0 0,0 1 0 0 0,0-1 0 0 0,0 1 0 0 0,0 0 0 0 0,0 0 0 0 0,-1-1 0 0 0,1 1 0 0 0,0 0 0 0 0,0 0 0 0 0,0 0 0 0 0,0 0 0 0 0,0 0 0 0 0,0 0 0 0 0,0 0 0 0 0,0 0 0 0 0,0 0 0 0 0,-1 0 1 0 0,1 0-1 0 0,2 1 0 0 0,-1 0-2 0 0,0 1 0 0 0,0-1 0 0 0,-1 1 0 0 0,1-1 0 0 0,0 1 0 0 0,0 0 0 0 0,-1-1 0 0 0,1 1 0 0 0,-1 0 0 0 0,0 0 0 0 0,2 3 0 0 0,3 7 25 0 0,-1-1 0 0 0,0 1 1 0 0,5 17-1 0 0,-3 1 53 0 0,-6-21-117 0 0,1 0 0 0 0,0-1 1 0 0,0 1-1 0 0,1 0 0 0 0,1-1 0 0 0,-1 0 1 0 0,1 0-1 0 0,0 0 0 0 0,1 0 0 0 0,7 9 1 0 0,-12-17 1 0 0,1 1 1 0 0,-1-1-1 0 0,1 0 1 0 0,-1 1-1 0 0,1-1 1 0 0,0 0 0 0 0,-1 1-1 0 0,1-1 1 0 0,-1 0-1 0 0,1 0 1 0 0,0 1-1 0 0,-1-1 1 0 0,1 0-1 0 0,0 0 1 0 0,-1 0-1 0 0,1 0 1 0 0,0 0 0 0 0,-1 0-1 0 0,1 0 1 0 0,0 0-1 0 0,-1 0 1 0 0,1 0-1 0 0,0-1 1 0 0,-1 1-1 0 0,1 0 1 0 0,-1 0-1 0 0,1 0 1 0 0,0-1 0 0 0,-1 1-1 0 0,1 0 1 0 0,-1-1-1 0 0,1 1 1 0 0,-1-1-1 0 0,1 1 1 0 0,-1-1-1 0 0,1 1 1 0 0,-1-1-1 0 0,1 1 1 0 0,-1-1 0 0 0,0 1-1 0 0,1-1 1 0 0,-1 1-1 0 0,0-1 1 0 0,1 0-1 0 0,-1 1 1 0 0,0-1-1 0 0,0 1 1 0 0,0-1-1 0 0,1 0 1 0 0,13-38-209 0 0,-13 35 205 0 0,9-44 295 0 0,-8 37-173 0 0,-1 0 0 0 0,2 1-1 0 0,-1-1 1 0 0,1 1-1 0 0,1 0 1 0 0,0 0 0 0 0,0 0-1 0 0,9-13 1 0 0,-12 23-113 0 0,-1-1 1 0 0,1 1 0 0 0,0-1-1 0 0,-1 1 1 0 0,1 0-1 0 0,-1-1 1 0 0,1 1 0 0 0,0 0-1 0 0,-1-1 1 0 0,1 1-1 0 0,0 0 1 0 0,0 0 0 0 0,-1 0-1 0 0,1 0 1 0 0,0 0-1 0 0,-1 0 1 0 0,1 0 0 0 0,0 0-1 0 0,0 0 1 0 0,-1 0-1 0 0,1 0 1 0 0,0 0 0 0 0,-1 0-1 0 0,1 1 1 0 0,0-1-1 0 0,-1 0 1 0 0,1 0 0 0 0,0 1-1 0 0,-1-1 1 0 0,1 0-1 0 0,0 1 1 0 0,-1-1 0 0 0,1 1-1 0 0,-1-1 1 0 0,1 1-1 0 0,-1-1 1 0 0,1 1 0 0 0,-1 0-1 0 0,1-1 1 0 0,-1 1-1 0 0,0-1 1 0 0,1 1 0 0 0,-1 0-1 0 0,21 31 43 0 0,-19-29-44 0 0,24 55-1079 0 0,-21-46 207 0 0,-1 0 1 0 0,2 0 0 0 0,0-1-1 0 0,0 0 1 0 0,1 0-1 0 0,14 16 1 0 0,-4-10-5922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5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20 5529 0 0,'0'-2'176'0'0,"-1"1"-1"0"0,1 0 1 0 0,0 0-1 0 0,-1 0 1 0 0,1 0-1 0 0,-1 0 0 0 0,0 0 1 0 0,1 1-1 0 0,-1-1 1 0 0,0 0-1 0 0,1 0 1 0 0,-1 0-1 0 0,0 0 1 0 0,0 1-1 0 0,0-1 1 0 0,0 0-1 0 0,0 1 1 0 0,0-1-1 0 0,0 1 1 0 0,0-1-1 0 0,0 1 0 0 0,0-1 1 0 0,0 1-1 0 0,0 0 1 0 0,0 0-1 0 0,0-1 1 0 0,0 1-1 0 0,-2 0 1 0 0,2 1 114 0 0,-1 0 1 0 0,1-1 0 0 0,0 1 0 0 0,-1 0-1 0 0,1 0 1 0 0,0 0 0 0 0,0 0 0 0 0,0 0 0 0 0,0 0-1 0 0,-1 0 1 0 0,2 1 0 0 0,-1-1 0 0 0,0 0-1 0 0,0 1 1 0 0,0-1 0 0 0,1 0 0 0 0,-1 1-1 0 0,0-1 1 0 0,1 1 0 0 0,-1 2 0 0 0,-2 8 138 0 0,0 0 1 0 0,1-1-1 0 0,0 1 1 0 0,1 0-1 0 0,0 0 1 0 0,1 1-1 0 0,1-1 1 0 0,0 0 0 0 0,0 0-1 0 0,7 23 1 0 0,-6-26-334 0 0,0 0 0 0 0,1-1 0 0 0,1 1 1 0 0,0-1-1 0 0,0 0 0 0 0,0 0 1 0 0,1 0-1 0 0,0 0 0 0 0,0-1 0 0 0,1 0 1 0 0,0 0-1 0 0,1-1 0 0 0,-1 1 0 0 0,1-1 1 0 0,8 5-1 0 0,-14-10-86 0 0,0 0 0 0 0,1 0 0 0 0,-1 0 0 0 0,0-1 0 0 0,1 1 0 0 0,-1 0 0 0 0,0-1 0 0 0,1 1 0 0 0,-1-1 0 0 0,1 1 0 0 0,-1-1 0 0 0,1 1 0 0 0,-1-1 0 0 0,1 0 0 0 0,0 0 0 0 0,-1 0 0 0 0,1 0 1 0 0,-1 0-1 0 0,1 0 0 0 0,-1-1 0 0 0,1 1 0 0 0,-1 0 0 0 0,3-1 0 0 0,-3-1-8 0 0,0 1 0 0 0,0 0 0 0 0,1 0 0 0 0,-1 0 0 0 0,0-1 0 0 0,-1 1 0 0 0,1 0 0 0 0,0-1 1 0 0,0 1-1 0 0,0-1 0 0 0,-1 1 0 0 0,1-1 0 0 0,-1 0 0 0 0,1 1 0 0 0,-1-1 0 0 0,0 1 0 0 0,1-4 0 0 0,-1-5-5 0 0,0 1 0 0 0,0-1 0 0 0,-1 1 0 0 0,0-1-1 0 0,-1 1 1 0 0,-3-12 0 0 0,-2 2-324 0 0,0 0 0 0 0,-2 1 1 0 0,-1 0-1 0 0,0 1 0 0 0,-1 0 1 0 0,-1 0-1 0 0,-18-20 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3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0 323 2304 0 0,'6'-1'445'0'0,"-1"0"0"0"0,0 0 0 0 0,0-1-1 0 0,1 0 1 0 0,-1 0 0 0 0,0 0-1 0 0,-1-1 1 0 0,1 1 0 0 0,0-1-1 0 0,4-4 1 0 0,29-13 3772 0 0,-34 19-3892 0 0,-1 0-1 0 0,1 0 0 0 0,-1 0 1 0 0,1 1-1 0 0,0-1 0 0 0,-1 1 1 0 0,1 0-1 0 0,-1 1 1 0 0,1-1-1 0 0,0 0 0 0 0,-1 1 1 0 0,1 0-1 0 0,-1 0 1 0 0,1 0-1 0 0,-1 0 0 0 0,0 0 1 0 0,1 1-1 0 0,-1 0 1 0 0,0-1-1 0 0,0 1 0 0 0,0 1 1 0 0,0-1-1 0 0,0 0 1 0 0,-1 1-1 0 0,5 3 0 0 0,-1 2 53 0 0,1 1 0 0 0,-1-1 0 0 0,-1 1 0 0 0,1 0 0 0 0,-1 0 0 0 0,-1 1-1 0 0,6 16 1 0 0,-15-46-194 0 0,0 1 0 0 0,2-1 0 0 0,0 0 0 0 0,1 0 0 0 0,1-21 0 0 0,3-5-674 0 0,7-53-1 0 0,-7 87-143 0 0,0 1 1 0 0,0 0-1 0 0,1-1 1 0 0,1 1-1 0 0,6-16 0 0 0,2 6-6403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69 5065 0 0,'-1'6'591'0'0,"0"-1"-1"0"0,0 1 1 0 0,0-1-1 0 0,0 1 1 0 0,1-1 0 0 0,0 1-1 0 0,0 0 1 0 0,1-1-1 0 0,0 1 1 0 0,0-1 0 0 0,0 1-1 0 0,2 5 1 0 0,0 3 413 0 0,12 50 2243 0 0,-14-60-3021 0 0,1 1 0 0 0,-1-1 0 0 0,1 0 0 0 0,0 0 0 0 0,0 0 0 0 0,0 0 0 0 0,1-1 0 0 0,-1 1 0 0 0,1-1 0 0 0,0 1 0 0 0,0-1 0 0 0,6 5 0 0 0,-8-7-190 0 0,0-1-1 0 0,0 1 0 0 0,0-1 0 0 0,0 1 1 0 0,0-1-1 0 0,0 1 0 0 0,1-1 0 0 0,-1 0 1 0 0,0 0-1 0 0,0 1 0 0 0,0-1 0 0 0,0 0 1 0 0,1 0-1 0 0,-1 0 0 0 0,0 0 0 0 0,0 0 1 0 0,0 0-1 0 0,0-1 0 0 0,0 1 0 0 0,1 0 1 0 0,-1-1-1 0 0,0 1 0 0 0,1-1 0 0 0,0 0-29 0 0,1-1-1 0 0,-1 0 0 0 0,0 1 0 0 0,0-1 0 0 0,0 0 0 0 0,0 0 0 0 0,0 0 0 0 0,0 0 0 0 0,2-4 0 0 0,1-3-87 0 0,0-1 1 0 0,0 1 0 0 0,-1-1-1 0 0,4-11 1 0 0,4-25-97 0 0,10-32 241 0 0,-19 71 13 0 0,0 1 0 0 0,0-1-1 0 0,0 1 1 0 0,1-1 0 0 0,-1 1-1 0 0,2 0 1 0 0,-1 0 0 0 0,8-7-1 0 0,-11 12-49 0 0,0 0 0 0 0,0 0 0 0 0,0 0-1 0 0,1 0 1 0 0,-1 0 0 0 0,0 1-1 0 0,1-1 1 0 0,-1 0 0 0 0,0 1-1 0 0,1-1 1 0 0,-1 1 0 0 0,1-1-1 0 0,-1 1 1 0 0,1-1 0 0 0,-1 1-1 0 0,1 0 1 0 0,-1 0 0 0 0,1 0-1 0 0,-1 0 1 0 0,1 0 0 0 0,2 1-1 0 0,-1 0 13 0 0,-1 0 0 0 0,1 0 0 0 0,-1 0 0 0 0,1 0-1 0 0,-1 1 1 0 0,0-1 0 0 0,0 1 0 0 0,1-1-1 0 0,-1 1 1 0 0,0 0 0 0 0,2 3 0 0 0,4 5 100 0 0,0 1 0 0 0,0 0 0 0 0,10 23 0 0 0,-17-32-127 0 0,15 31 114 0 0,-1 1 1 0 0,-2 0-1 0 0,-2 1 0 0 0,-1 0 0 0 0,-2 0 0 0 0,-1 1 0 0 0,-1 0 1 0 0,0 55-1 0 0,-6-68-138 0 0,0 0 1 0 0,-2 0-1 0 0,-1-1 1 0 0,0 1-1 0 0,-2-1 1 0 0,0 0-1 0 0,-2 0 1 0 0,0 0-1 0 0,-2-1 1 0 0,0 0-1 0 0,-1-1 1 0 0,-1 0-1 0 0,-1 0 1 0 0,-24 29-1 0 0,23-35-1107 0 0,-1-2-4425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 12443 0 0,'-2'1'392'0'0,"0"0"1"0"0,-1 1-1 0 0,1 0 1 0 0,0-1-1 0 0,0 1 1 0 0,0 0-1 0 0,1 0 1 0 0,-1 0-1 0 0,0 0 1 0 0,1 1 0 0 0,-1-1-1 0 0,1 0 1 0 0,0 1-1 0 0,0-1 1 0 0,0 1-1 0 0,0-1 1 0 0,0 1-1 0 0,0-1 1 0 0,0 6-1 0 0,-7 54 1941 0 0,6-30-1811 0 0,5 50-1 0 0,-2-68-670 0 0,1 0 0 0 0,1 0 0 0 0,0-1-1 0 0,0 1 1 0 0,2-1 0 0 0,5 14 0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4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8 14283 0 0,'-5'-2'632'0'0,"2"-1"136"0"0,0 2-616 0 0,2-1-152 0 0,1 4 80 0 0,0 0-80 0 0,1 4 64 0 0,2 5-648 0 0,1 1-136 0 0,1 3-24 0 0,2 3-8 0 0,3 1 576 0 0,2-1 176 0 0,2-2-88 0 0,2-1 88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5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74 4609 0 0,'1'-3'242'0'0,"-1"-1"1"0"0,0 1-1 0 0,1 0 1 0 0,-1-1-1 0 0,-1 1 0 0 0,1 0 1 0 0,0-1-1 0 0,-1 1 1 0 0,0 0-1 0 0,1-1 1 0 0,-1 1-1 0 0,-3-5 0 0 0,3 6 3 0 0,0 0 1 0 0,0 1-1 0 0,0-1 0 0 0,-1 0 0 0 0,1 1 0 0 0,-1-1 0 0 0,1 1 0 0 0,-1 0 0 0 0,1-1 0 0 0,-1 1 0 0 0,0 0 0 0 0,1 0 1 0 0,-1 0-1 0 0,0 0 0 0 0,0 1 0 0 0,-2-2 0 0 0,0 1 64 0 0,0 1-1 0 0,0-1 1 0 0,1 1-1 0 0,-1 0 1 0 0,0 0 0 0 0,0 0-1 0 0,0 1 1 0 0,0-1 0 0 0,1 1-1 0 0,-1 0 1 0 0,0 0 0 0 0,0 0-1 0 0,1 0 1 0 0,-1 1 0 0 0,1 0-1 0 0,-1-1 1 0 0,1 1 0 0 0,0 0-1 0 0,-5 4 1 0 0,2-1-36 0 0,0 1 0 0 0,0-1 0 0 0,1 1 1 0 0,0 0-1 0 0,0 0 0 0 0,0 1 0 0 0,1 0 0 0 0,0-1 0 0 0,0 1 1 0 0,1 1-1 0 0,-5 12 0 0 0,7-16-238 0 0,0 1-1 0 0,0 0 1 0 0,0-1 0 0 0,1 1-1 0 0,-1 0 1 0 0,1 0 0 0 0,1 0-1 0 0,-1-1 1 0 0,1 1 0 0 0,-1 0-1 0 0,1-1 1 0 0,0 1 0 0 0,1 0-1 0 0,-1-1 1 0 0,1 1 0 0 0,0-1-1 0 0,0 0 1 0 0,1 1 0 0 0,-1-1-1 0 0,5 5 1 0 0,58 62-164 0 0,-41-46 113 0 0,-1 0 1 0 0,32 48-1 0 0,-50-66 27 0 0,0 1 1 0 0,-1 0-1 0 0,0 0 0 0 0,-1 0 1 0 0,1 1-1 0 0,-2-1 0 0 0,1 1 1 0 0,-1-1-1 0 0,0 1 0 0 0,-1 0 1 0 0,0 0-1 0 0,-1 0 0 0 0,1 0 1 0 0,-2 0-1 0 0,0 8 0 0 0,-1-9 6 0 0,0-1 0 0 0,0 0 0 0 0,0 0 0 0 0,-1 0 0 0 0,0 0 0 0 0,0 0 0 0 0,0-1 0 0 0,-1 1 0 0 0,0-1 0 0 0,-6 7 0 0 0,-19 12-6292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5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1 12899 0 0,'-2'0'232'0'0,"0"1"1"0"0,-1-1-1 0 0,1 1 1 0 0,0 0-1 0 0,0 0 1 0 0,-1 0 0 0 0,1 1-1 0 0,0-1 1 0 0,0 0-1 0 0,0 1 1 0 0,1-1-1 0 0,-1 1 1 0 0,0 0-1 0 0,0-1 1 0 0,1 1 0 0 0,-1 0-1 0 0,-1 3 1 0 0,-23 37 231 0 0,24-39-329 0 0,-8 21-31 0 0,0-1 1 0 0,1 1-1 0 0,2 1 1 0 0,0 0 0 0 0,2 0-1 0 0,1 0 1 0 0,1 1-1 0 0,1-1 1 0 0,2 47-1 0 0,1-63-64 0 0,0 1 0 0 0,0-2-1 0 0,1 1 1 0 0,1 0-1 0 0,3 11 1 0 0,-5-19-39 0 0,-1 1 0 0 0,1-1 0 0 0,0 1 0 0 0,0-1 1 0 0,0 0-1 0 0,0 1 0 0 0,0-1 0 0 0,0 0 0 0 0,0 1 0 0 0,0-1 0 0 0,0 0 0 0 0,0 0 0 0 0,1 0 0 0 0,-1 0 1 0 0,3 1-1 0 0,-3-2-17 0 0,0 0-1 0 0,0 0 1 0 0,1 1 0 0 0,-1-1 0 0 0,0 0 0 0 0,0-1-1 0 0,0 1 1 0 0,0 0 0 0 0,1 0 0 0 0,-1 0 0 0 0,0-1-1 0 0,0 1 1 0 0,0-1 0 0 0,0 1 0 0 0,0-1 0 0 0,0 1-1 0 0,0-1 1 0 0,0 1 0 0 0,0-1 0 0 0,0 0 0 0 0,0 0 0 0 0,0 0-1 0 0,0 1 1 0 0,1-3 0 0 0,8-8-221 0 0,-1 1 0 0 0,0-2 1 0 0,-1 1-1 0 0,0-1 0 0 0,-1-1 0 0 0,7-16 1 0 0,27-82-103 0 0,-33 83 512 0 0,2 0-1 0 0,0 1 1 0 0,29-51-1 0 0,-38 77-95 0 0,0-1 0 0 0,0 1 0 0 0,0-1 0 0 0,0 1 0 0 0,1 0 0 0 0,-1 0 0 0 0,0 0 0 0 0,1 0 0 0 0,-1 0 0 0 0,1 0 0 0 0,-1 0 0 0 0,1 0 0 0 0,-1 0 0 0 0,1 1 1 0 0,-1-1-1 0 0,1 1 0 0 0,0-1 0 0 0,0 1 0 0 0,-1 0 0 0 0,1-1 0 0 0,0 1 0 0 0,-1 0 0 0 0,1 0 0 0 0,0 0 0 0 0,0 0 0 0 0,-1 1 0 0 0,1-1 0 0 0,0 0 0 0 0,-1 1 0 0 0,1-1 0 0 0,0 1 0 0 0,-1 0 0 0 0,1-1 0 0 0,-1 1 0 0 0,1 0 0 0 0,-1 0 0 0 0,1 0 0 0 0,-1 0 0 0 0,2 2 0 0 0,9 6 270 0 0,-1 0 0 0 0,0 1 0 0 0,17 19 0 0 0,-16-15-199 0 0,84 100 257 0 0,-63-73-3272 0 0,57 57 0 0 0,-70-80 1364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73 137 6449 0 0,'-6'-10'1237'0'0,"1"0"0"0"0,0 0 0 0 0,0 0 0 0 0,-5-20 0 0 0,-7-12 2012 0 0,2 19-239 0 0,9 22-851 0 0,3 16 330 0 0,5-12-2385 0 0,-1-1-100 0 0,0-1 0 0 0,0 1-1 0 0,0 0 1 0 0,0-1 0 0 0,0 0-1 0 0,0 1 1 0 0,0-1 0 0 0,1 0 0 0 0,-1 0-1 0 0,1 0 1 0 0,-1 1 0 0 0,1-1 0 0 0,-1-1-1 0 0,1 1 1 0 0,-1 0 0 0 0,1 0 0 0 0,0-1-1 0 0,-1 1 1 0 0,1-1 0 0 0,0 1-1 0 0,0-1 1 0 0,0 0 0 0 0,-1 1 0 0 0,1-1-1 0 0,0 0 1 0 0,0 0 0 0 0,0-1 0 0 0,-1 1-1 0 0,6-1 683 0 0,12 10-464 0 0,-14-5-181 0 0,0 0 0 0 0,-1 1 0 0 0,1-1 0 0 0,-1 1 0 0 0,0 0-1 0 0,0 0 1 0 0,0 1 0 0 0,5 10 0 0 0,3 4 35 0 0,99 156 341 0 0,-19-28-470 0 0,-72-117 82 0 0,17 36 0 0 0,-31-54-94 0 0,0 1 0 0 0,-1-1 0 0 0,-1 1 0 0 0,0-1 0 0 0,4 28 0 0 0,-11-14-310 0 0,2-26 327 0 0,1-1 0 0 0,0 1 1 0 0,0 0-1 0 0,0 0 0 0 0,0-1 0 0 0,0 1 0 0 0,-1 0 0 0 0,1-1 0 0 0,0 1 0 0 0,-1 0 0 0 0,1-1 0 0 0,-1 1 0 0 0,1 0 0 0 0,0-1 1 0 0,-1 1-1 0 0,1-1 0 0 0,-1 1 0 0 0,0-1 0 0 0,1 1 0 0 0,-1-1 0 0 0,1 1 0 0 0,-1-1 0 0 0,0 0 0 0 0,1 1 0 0 0,-1-1 0 0 0,0 0 0 0 0,1 1 1 0 0,-1-1-1 0 0,0 0 0 0 0,0 0 0 0 0,1 0 0 0 0,-2 0 0 0 0,-5-3-448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 2304 0 0,'6'-3'735'0'0,"0"-1"0"0"0,0 1 0 0 0,1 0 0 0 0,-1 0 0 0 0,1 1 0 0 0,-1 0 0 0 0,1 0 0 0 0,0 1 0 0 0,0-1 0 0 0,0 1-1 0 0,0 1 1 0 0,0 0 0 0 0,0 0 0 0 0,13 1 0 0 0,-14 0-520 0 0,1 1-1 0 0,-1-1 1 0 0,0 1 0 0 0,1 0 0 0 0,-1 0-1 0 0,0 1 1 0 0,-1 0 0 0 0,1 0-1 0 0,0 0 1 0 0,-1 1 0 0 0,0 0 0 0 0,0 0-1 0 0,0 0 1 0 0,0 1 0 0 0,0-1 0 0 0,-1 1-1 0 0,0 0 1 0 0,0 1 0 0 0,-1-1-1 0 0,1 1 1 0 0,-1-1 0 0 0,0 1 0 0 0,-1 0-1 0 0,4 11 1 0 0,-2-1 5 0 0,-1 0 1 0 0,-1 0-1 0 0,-1 0 1 0 0,0 0-1 0 0,-1 0 1 0 0,0 1-1 0 0,-1-1 1 0 0,-1 0-1 0 0,-1 0 1 0 0,0 0-1 0 0,-2 0 0 0 0,-8 22 1 0 0,12-35-274 0 0,0-1 0 0 0,0 1 0 0 0,-1-1 0 0 0,1 0-1 0 0,-1 0 1 0 0,0 1 0 0 0,0-1 0 0 0,0 0 0 0 0,0 0 0 0 0,-2 2 0 0 0,-3 0-785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6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1 259 9218 0 0,'16'-4'1543'0'0,"1"1"0"0"0,-1 1 1 0 0,1 1-1 0 0,22 0 0 0 0,-32 2-1229 0 0,0 0 0 0 0,0 0 0 0 0,0 1 1 0 0,0 0-1 0 0,0 0 0 0 0,0 0 0 0 0,-1 1 0 0 0,1 0 0 0 0,-1 1 0 0 0,0-1 1 0 0,0 1-1 0 0,11 9 0 0 0,-1 1-98 0 0,-1 0 1 0 0,0 1-1 0 0,0 1 0 0 0,-2 0 1 0 0,0 1-1 0 0,-1 0 0 0 0,-1 1 1 0 0,14 28-1 0 0,-23-29-142 0 0,-2-17-62 0 0,-1-1-1 0 0,1 1 1 0 0,-1 0-1 0 0,1-1 1 0 0,-1 1-1 0 0,1 0 1 0 0,-1-1-1 0 0,1 1 1 0 0,0-1-1 0 0,-1 1 1 0 0,1-1-1 0 0,-1 1 1 0 0,1 0-1 0 0,0-1 1 0 0,0 0 0 0 0,-1 1-1 0 0,1-1 1 0 0,0 1-1 0 0,0-1 1 0 0,0 1-1 0 0,0-1 1 0 0,-1 1-1 0 0,1-1 1 0 0,0 0-1 0 0,0 1 1 0 0,0-2-1 0 0,-5-22 86 0 0,0 0 0 0 0,1 0 0 0 0,1 0 0 0 0,2-1-1 0 0,1-25 1 0 0,3 3-419 0 0,14-79 1 0 0,-14 109-270 0 0,1 1 0 0 0,1 0-1 0 0,0 0 1 0 0,8-17 0 0 0,1 10-6786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7.2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1 108 2304 0 0,'15'14'702'0'0,"1"-1"0"0"0,18 12 0 0 0,-22-18 736 0 0,0 2 0 0 0,-1-1 0 0 0,0 1 0 0 0,0 1 0 0 0,-1 0 0 0 0,13 18 0 0 0,-22-27-1203 0 0,-1-1 0 0 0,0 1 0 0 0,1 0-1 0 0,-1 0 1 0 0,1-1 0 0 0,-1 1-1 0 0,1 0 1 0 0,-1-1 0 0 0,1 1 0 0 0,0-1-1 0 0,-1 1 1 0 0,1 0 0 0 0,0-1-1 0 0,-1 1 1 0 0,1-1 0 0 0,0 0 0 0 0,0 1-1 0 0,-1-1 1 0 0,1 0 0 0 0,0 1-1 0 0,0-1 1 0 0,0 0 0 0 0,0 0 0 0 0,-1 0-1 0 0,2 0 1 0 0,-1 0-121 0 0,0 0-1 0 0,0-1 1 0 0,0 1 0 0 0,0-1 0 0 0,-1 1-1 0 0,1-1 1 0 0,0 0 0 0 0,-1 1-1 0 0,1-1 1 0 0,0 0 0 0 0,-1 0-1 0 0,1 1 1 0 0,-1-1 0 0 0,1 0-1 0 0,-1 0 1 0 0,1 0 0 0 0,-1 0-1 0 0,1-1 1 0 0,1-4-42 0 0,0 0 1 0 0,0-1-1 0 0,-1 0 0 0 0,1 1 1 0 0,-1-8-1 0 0,0 2-18 0 0,-2 0 1 0 0,1 0-1 0 0,-1 0 1 0 0,-1 0-1 0 0,0 0 0 0 0,-1 1 1 0 0,0-1-1 0 0,0 1 1 0 0,-9-17-1 0 0,10 78-127 0 0,3-42 60 0 0,0-1 0 0 0,0 0 0 0 0,1 0 0 0 0,0 0 0 0 0,1 0 0 0 0,0 0 0 0 0,0 0-1 0 0,0-1 1 0 0,0 1 0 0 0,1-1 0 0 0,0 0 0 0 0,1 0 0 0 0,-1 0 0 0 0,1-1 0 0 0,1 0 0 0 0,7 7 0 0 0,9 6 73 0 0,1-1 0 0 0,46 24-1 0 0,-65-39-47 0 0,2 2 0 0 0,0-1 1 0 0,1 0-1 0 0,-1 0 0 0 0,1 0 1 0 0,0-1-1 0 0,-1 0 0 0 0,1-1 1 0 0,0 1-1 0 0,0-1 0 0 0,11 0 1 0 0,-15-2-14 0 0,-1 1 1 0 0,1 0 0 0 0,-1-1 0 0 0,1 1-1 0 0,-1-1 1 0 0,1 0 0 0 0,-1 0 0 0 0,0 0-1 0 0,0 0 1 0 0,1 0 0 0 0,-1-1 0 0 0,0 1-1 0 0,0-1 1 0 0,0 1 0 0 0,0-1 0 0 0,0 0 0 0 0,-1 1-1 0 0,1-1 1 0 0,0 0 0 0 0,-1 0 0 0 0,0-1-1 0 0,1 1 1 0 0,-1 0 0 0 0,0 0 0 0 0,0-1-1 0 0,0 1 1 0 0,0 0 0 0 0,-1-1 0 0 0,1 1 0 0 0,0-1-1 0 0,-1-4 1 0 0,1-3 6 0 0,0 0-1 0 0,-1 0 0 0 0,0 0 1 0 0,-1-1-1 0 0,0 1 1 0 0,0 0-1 0 0,-1 0 1 0 0,-1 1-1 0 0,0-1 1 0 0,0 0-1 0 0,-7-14 0 0 0,-23-38-1377 0 0,-4 6-5097 0 0,25 36-398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7.9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47 6913 0 0,'-18'-14'813'0'0,"15"10"-57"0"0,0 1 1 0 0,-1 0-1 0 0,1 0 0 0 0,-1 0 0 0 0,0 1 0 0 0,0-1 0 0 0,0 1 0 0 0,0 0 0 0 0,0 0 0 0 0,-1 1 1 0 0,1-1-1 0 0,-7-1 0 0 0,11 4-659 0 0,-1-1 1 0 0,1 0-1 0 0,0 0 1 0 0,-1 0-1 0 0,1 1 1 0 0,0-1-1 0 0,-1 0 1 0 0,1 1 0 0 0,0-1-1 0 0,-1 0 1 0 0,1 1-1 0 0,0-1 1 0 0,-1 0-1 0 0,1 1 1 0 0,0-1-1 0 0,0 1 1 0 0,0-1-1 0 0,-1 1 1 0 0,1-1-1 0 0,0 0 1 0 0,0 1-1 0 0,0-1 1 0 0,0 1 0 0 0,0-1-1 0 0,0 1 1 0 0,0-1-1 0 0,0 1 1 0 0,0-1-1 0 0,0 1 1 0 0,0-1-1 0 0,0 0 1 0 0,0 1-1 0 0,0-1 1 0 0,1 1-1 0 0,-1-1 1 0 0,0 1-1 0 0,0-1 1 0 0,1 1 0 0 0,6 23 363 0 0,-6-21-133 0 0,16 45 24 0 0,2-1 0 0 0,2-2 0 0 0,38 63 0 0 0,-53-98-333 0 0,1 0 0 0 0,1 0 1 0 0,-1-1-1 0 0,11 9 0 0 0,-16-16-14 0 0,1 0 0 0 0,0 1 0 0 0,0-1 0 0 0,0 0 0 0 0,0-1 0 0 0,0 1 0 0 0,0 0 0 0 0,5 1 0 0 0,-6-3-4 0 0,-1 0 0 0 0,1 1 0 0 0,-1-1 0 0 0,1 0 0 0 0,-1 0-1 0 0,1 0 1 0 0,-1 0 0 0 0,1 0 0 0 0,-1 0 0 0 0,1-1 0 0 0,-1 1 0 0 0,1 0 0 0 0,-1-1 0 0 0,0 1 0 0 0,1-1 0 0 0,-1 1-1 0 0,1-1 1 0 0,-1 0 0 0 0,0 0 0 0 0,2-1 0 0 0,-1 0-6 0 0,-1 0 0 0 0,1 0 0 0 0,-1 0 0 0 0,1 0 0 0 0,-1 0 0 0 0,0-1 0 0 0,0 1 0 0 0,0-1 0 0 0,0 1 0 0 0,0-1 0 0 0,-1 1 1 0 0,1-1-1 0 0,-1 1 0 0 0,0-1 0 0 0,1 0 0 0 0,-1 1 0 0 0,0-1 0 0 0,-1-5 0 0 0,-8-47-111 0 0,9 54 115 0 0,-32-101-2356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50 6449 0 0,'-5'-28'-590'0'0,"1"6"7425"0"0,16 46-413 0 0,54 157-1825 0 0,-44-113-4125 0 0,2-2 0 0 0,42 79-1 0 0,-60-134-906 0 0,1 0 1 0 0,-1 0-1 0 0,2-1 1 0 0,-1 1-1 0 0,2-2 1 0 0,11 13-1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8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0 608 10138 0 0,'6'-2'655'0'0,"1"0"0"0"0,-1 0 1 0 0,0-1-1 0 0,-1 1 0 0 0,1-1 0 0 0,0-1 0 0 0,-1 1 0 0 0,0-1 0 0 0,0 0 0 0 0,7-6 1 0 0,-7 5-465 0 0,4-2 32 0 0,0 0-1 0 0,-1-1 1 0 0,0 0 0 0 0,-1-1 0 0 0,0 1-1 0 0,0-2 1 0 0,-1 1 0 0 0,0-1 0 0 0,-1 0-1 0 0,0 0 1 0 0,0 0 0 0 0,-1-1 0 0 0,0 1 0 0 0,-1-1-1 0 0,0 0 1 0 0,-1 0 0 0 0,-1 0 0 0 0,1-1-1 0 0,-2 1 1 0 0,1 0 0 0 0,-3-18 0 0 0,-1-13-270 0 0,-1 0 0 0 0,-19-79-1 0 0,22 120 32 0 0,1 0 0 0 0,0 0 0 0 0,0 0 0 0 0,-1 1 0 0 0,1-1 0 0 0,0 0 0 0 0,-1 0 0 0 0,1 0-1 0 0,-1 1 1 0 0,1-1 0 0 0,-1 0 0 0 0,1 0 0 0 0,-1 1 0 0 0,1-1 0 0 0,-1 0 0 0 0,0 1 0 0 0,1-1-1 0 0,-2 0 1 0 0,2 1-3 0 0,-1 0-1 0 0,1 0 1 0 0,-1 0-1 0 0,1 0 1 0 0,-1 0-1 0 0,1 0 1 0 0,-1 0-1 0 0,1 0 1 0 0,-1 0-1 0 0,1 0 1 0 0,0 0-1 0 0,-1 0 1 0 0,1 1-1 0 0,-1-1 1 0 0,1 0-1 0 0,0 0 0 0 0,-1 0 1 0 0,1 1-1 0 0,-1-1 1 0 0,1 0-1 0 0,0 1 1 0 0,-1-1-1 0 0,1 0 1 0 0,-1 1-1 0 0,-1 1-54 0 0,1 1-1 0 0,-1-1 0 0 0,1 0 1 0 0,-1 1-1 0 0,1-1 1 0 0,0 1-1 0 0,0-1 0 0 0,0 1 1 0 0,-1 5-1 0 0,0 6-42 0 0,1 1 0 0 0,1 0 0 0 0,1-1-1 0 0,0 1 1 0 0,0 0 0 0 0,2-1 0 0 0,0 1 0 0 0,0-1 0 0 0,10 25-1 0 0,9 12 618 0 0,32 58-1 0 0,-46-94-226 0 0,-1-2-89 0 0,1 4 94 0 0,1-1 0 0 0,15 21 0 0 0,-22-34-248 0 0,1-1-1 0 0,-1 1 1 0 0,0 0 0 0 0,1 0 0 0 0,-1-1 0 0 0,1 1 0 0 0,0-1-1 0 0,0 0 1 0 0,0 0 0 0 0,0 0 0 0 0,0 0 0 0 0,0-1 0 0 0,1 1-1 0 0,-1-1 1 0 0,1 0 0 0 0,-1 0 0 0 0,1 0 0 0 0,5 1-1 0 0,-6-2-55 0 0,-1-1-1 0 0,0 1 0 0 0,1-1 1 0 0,-1 0-1 0 0,0 0 0 0 0,1 1 0 0 0,-1-1 1 0 0,0-1-1 0 0,0 1 0 0 0,0 0 0 0 0,0 0 1 0 0,0-1-1 0 0,0 1 0 0 0,0-1 1 0 0,0 0-1 0 0,-1 0 0 0 0,1 1 0 0 0,0-1 1 0 0,-1 0-1 0 0,0 0 0 0 0,1 0 1 0 0,-1-1-1 0 0,0 1 0 0 0,0 0 0 0 0,0-3 1 0 0,4-8-69 0 0,0 0 0 0 0,-2-1 0 0 0,4-14 0 0 0,-6 21 95 0 0,9-50-118 0 0,9-42 264 0 0,-16 87-134 0 0,0 0 1 0 0,2 0-1 0 0,-1 1 0 0 0,1 0 1 0 0,13-20-1 0 0,-18 30-2 0 0,1 0-1 0 0,0 0 0 0 0,0-1 1 0 0,-1 1-1 0 0,1 0 1 0 0,0 0-1 0 0,0 1 0 0 0,0-1 1 0 0,0 0-1 0 0,0 0 1 0 0,1 0-1 0 0,-1 1 0 0 0,0-1 1 0 0,0 1-1 0 0,0-1 0 0 0,1 1 1 0 0,-1-1-1 0 0,0 1 1 0 0,1-1-1 0 0,-1 1 0 0 0,0 0 1 0 0,3 0-1 0 0,-2 0 8 0 0,0 1 0 0 0,0-1 0 0 0,0 1 0 0 0,1-1 0 0 0,-1 1 1 0 0,0 0-1 0 0,0 0 0 0 0,0 0 0 0 0,0 0 0 0 0,0 1 0 0 0,0-1 0 0 0,2 3 0 0 0,6 5 130 0 0,-1 1-1 0 0,0 0 1 0 0,13 20 0 0 0,-15-19 39 0 0,10 13-116 0 0,22 29 89 0 0,-36-49-152 0 0,0-1 1 0 0,0 0-1 0 0,0 1 1 0 0,1-1-1 0 0,-1 0 0 0 0,1-1 1 0 0,0 1-1 0 0,0-1 1 0 0,0 0-1 0 0,7 3 1 0 0,-9-4-15 0 0,-1-1 0 0 0,0 0 0 0 0,0-1 0 0 0,1 1 0 0 0,-1 0 0 0 0,0 0 0 0 0,0 0 0 0 0,0-1 0 0 0,0 1 0 0 0,1-1 0 0 0,-1 1 0 0 0,0-1 0 0 0,0 1 1 0 0,0-1-1 0 0,0 0 0 0 0,0 1 0 0 0,0-1 0 0 0,0 0 0 0 0,0 0 0 0 0,-1 0 0 0 0,1 1 0 0 0,0-1 0 0 0,0 0 0 0 0,-1 0 0 0 0,1 0 0 0 0,0-1 0 0 0,0-1 0 0 0,17-37-276 0 0,-15 33 250 0 0,36-106-303 0 0,8-18 135 0 0,-45 126 200 0 0,1 0 0 0 0,-1-1 0 0 0,1 1 0 0 0,0 0 0 0 0,0 0 1 0 0,1 1-1 0 0,0-1 0 0 0,-1 1 0 0 0,1 0 0 0 0,8-7 0 0 0,-10 10 16 0 0,0 0 0 0 0,0 0-1 0 0,0 0 1 0 0,0 0-1 0 0,0 1 1 0 0,0-1 0 0 0,0 1-1 0 0,0-1 1 0 0,1 1 0 0 0,-1-1-1 0 0,0 1 1 0 0,0 0-1 0 0,0 0 1 0 0,1 0 0 0 0,-1 1-1 0 0,0-1 1 0 0,0 0 0 0 0,0 1-1 0 0,1-1 1 0 0,-1 1-1 0 0,0 0 1 0 0,0 0 0 0 0,0 0-1 0 0,0 0 1 0 0,0 0 0 0 0,0 0-1 0 0,-1 0 1 0 0,1 1 0 0 0,0-1-1 0 0,1 3 1 0 0,49 49 646 0 0,-43-42-489 0 0,1 0-1 0 0,0-1 1 0 0,1 0 0 0 0,0-1 0 0 0,18 13 0 0 0,-28-21-176 0 0,1-1 0 0 0,-1 0 0 0 0,0 1-1 0 0,0-1 1 0 0,0 0 0 0 0,1 1 0 0 0,-1-1 0 0 0,0 0 0 0 0,0 0-1 0 0,1 0 1 0 0,-1 0 0 0 0,0 0 0 0 0,1-1 0 0 0,-1 1 0 0 0,0 0 0 0 0,0 0-1 0 0,0-1 1 0 0,1 1 0 0 0,-1-1 0 0 0,0 1 0 0 0,0-1 0 0 0,0 0-1 0 0,0 1 1 0 0,0-1 0 0 0,0 0 0 0 0,0 0 0 0 0,0 1 0 0 0,0-1-1 0 0,0 0 1 0 0,0 0 0 0 0,-1 0 0 0 0,1 0 0 0 0,0 0 0 0 0,0-2-1 0 0,5-6-49 0 0,-1 1 0 0 0,-1-1 0 0 0,6-13 0 0 0,-5 10 24 0 0,2-4-90 0 0,-2 5 172 0 0,0-1 0 0 0,1 1 0 0 0,0 0 0 0 0,0 0 0 0 0,14-15 0 0 0,-18 24-66 0 0,0-1 1 0 0,0 1-1 0 0,1 0 1 0 0,-1 1-1 0 0,1-1 0 0 0,0 0 1 0 0,-1 1-1 0 0,1-1 0 0 0,0 1 1 0 0,0 0-1 0 0,0 0 0 0 0,0 0 1 0 0,0 0-1 0 0,0 0 0 0 0,0 1 1 0 0,0-1-1 0 0,0 1 0 0 0,0 0 1 0 0,0 0-1 0 0,0 0 0 0 0,0 1 1 0 0,1-1-1 0 0,-1 1 0 0 0,0-1 1 0 0,0 1-1 0 0,0 0 0 0 0,-1 0 1 0 0,5 2-1 0 0,36 19-254 0 0,-31-16-126 0 0,0 0-1 0 0,0 0 1 0 0,14 4-1 0 0,-4-4-196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9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30 10138 0 0,'-8'-13'1907'0'0,"-3"-3"-213"0"0,10 16-1714 0 0,1 0 0 0 0,-1 0-1 0 0,0 0 1 0 0,1 0 0 0 0,-1 0 0 0 0,0 0-1 0 0,1 0 1 0 0,-1 0 0 0 0,0 1 0 0 0,1-1-1 0 0,-1 0 1 0 0,1 0 0 0 0,-1 1 0 0 0,0-1-1 0 0,1 1 1 0 0,-1-1 0 0 0,1 0 0 0 0,-1 1-1 0 0,1-1 1 0 0,-1 1 0 0 0,1-1 0 0 0,-1 1-1 0 0,1-1 1 0 0,0 1 0 0 0,-1-1 0 0 0,1 1-1 0 0,0 0 1 0 0,-1-1 0 0 0,1 1 0 0 0,0-1 0 0 0,0 1-1 0 0,0 0 1 0 0,-1 0 0 0 0,0 2 504 0 0,0 1 1 0 0,-1-1-1 0 0,1 0 1 0 0,1 0 0 0 0,-1 1-1 0 0,0-1 1 0 0,1 1-1 0 0,-1-1 1 0 0,1 0-1 0 0,0 1 1 0 0,0-1 0 0 0,1 1-1 0 0,-1-1 1 0 0,2 5-1 0 0,17 50 1695 0 0,-8-27-2036 0 0,19 63 224 0 0,41 141 227 0 0,-52-163-1448 0 0,48 119-1 0 0,-55-163-6995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1:09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15203 0 0,'0'3'5025'0'0,"3"0"-5201"0"0,0 2-208 0 0,1 2-48 0 0,-1 3-8 0 0,0 1 312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7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105 213 2304 0 0,'-8'-4'568'0'0,"0"0"0"0"0,0-1-1 0 0,1 0 1 0 0,-1-1-1 0 0,1 1 1 0 0,1-1 0 0 0,-1-1-1 0 0,1 1 1 0 0,0-1-1 0 0,0 0 1 0 0,1-1 0 0 0,0 1-1 0 0,1-1 1 0 0,-6-12-1 0 0,9 17-346 0 0,0 0 0 0 0,1 0-1 0 0,-1 0 1 0 0,1 1-1 0 0,-1-1 1 0 0,1 0 0 0 0,0 0-1 0 0,0 0 1 0 0,1 0 0 0 0,-1 0-1 0 0,1 0 1 0 0,-1 0 0 0 0,1 0-1 0 0,0 0 1 0 0,0 1-1 0 0,0-1 1 0 0,1 0 0 0 0,-1 1-1 0 0,0-1 1 0 0,3-3 0 0 0,-2 5-144 0 0,-1-1 1 0 0,0 1 0 0 0,1-1 0 0 0,-1 1 0 0 0,1-1 0 0 0,-1 1 0 0 0,1 0-1 0 0,-1 0 1 0 0,1 0 0 0 0,0 0 0 0 0,0 0 0 0 0,0 0 0 0 0,-1 1 0 0 0,1-1-1 0 0,0 0 1 0 0,0 1 0 0 0,0-1 0 0 0,0 1 0 0 0,0 0 0 0 0,0 0 0 0 0,0 0-1 0 0,0 0 1 0 0,0 0 0 0 0,0 0 0 0 0,0 1 0 0 0,0-1 0 0 0,0 0 0 0 0,0 1-1 0 0,0 0 1 0 0,2 0 0 0 0,4 4 12 0 0,0 0 0 0 0,-1 0 0 0 0,0 0-1 0 0,0 0 1 0 0,-1 1 0 0 0,1 1 0 0 0,-1-1 0 0 0,-1 1 0 0 0,1 0-1 0 0,-1 0 1 0 0,0 0 0 0 0,-1 1 0 0 0,6 12 0 0 0,2 6 46 0 0,-1 1 1 0 0,13 52-1 0 0,-2 56-196 0 0,-2-8-872 0 0,-20-126 909 0 0,0 0 1 0 0,0 0-1 0 0,1 0 0 0 0,-1 1 1 0 0,0-1-1 0 0,0 0 0 0 0,1 0 1 0 0,-1 0-1 0 0,1 0 0 0 0,-1 0 1 0 0,1 0-1 0 0,-1 0 0 0 0,1 0 1 0 0,0 0-1 0 0,-1 0 1 0 0,1-1-1 0 0,0 1 0 0 0,0 0 1 0 0,1 1-1 0 0,-2-3 4 0 0,1 1-1 0 0,-1 0 1 0 0,1 0-1 0 0,0 0 1 0 0,-1-1 0 0 0,1 1-1 0 0,-1 0 1 0 0,1-1 0 0 0,-1 1-1 0 0,1 0 1 0 0,-1-1 0 0 0,0 1-1 0 0,1-1 1 0 0,-1 1 0 0 0,1 0-1 0 0,-1-1 1 0 0,0 1-1 0 0,1-1 1 0 0,-1 1 0 0 0,0-1-1 0 0,0 0 1 0 0,1 1 0 0 0,-1-1-1 0 0,0 0 1 0 0,14-44-580 0 0,-6-8 599 0 0,3-59 1 0 0,-10 76 427 0 0,2 2 1 0 0,1-1-1 0 0,2 0 0 0 0,1 1 1 0 0,15-43-1 0 0,-19 70-346 0 0,1 0 0 0 0,-1 1 0 0 0,1-1 1 0 0,0 1-1 0 0,9-11 0 0 0,-11 15-63 0 0,-1 1 1 0 0,1-1-1 0 0,0 0 0 0 0,0 0 1 0 0,0 1-1 0 0,0-1 0 0 0,0 1 1 0 0,0-1-1 0 0,0 1 0 0 0,0 0 1 0 0,1 0-1 0 0,-1 0 1 0 0,0 0-1 0 0,1 1 0 0 0,-1-1 1 0 0,1 1-1 0 0,-1-1 0 0 0,1 1 1 0 0,-1 0-1 0 0,1 0 0 0 0,2 0 1 0 0,-2 1 9 0 0,0 0 1 0 0,0 0 0 0 0,0 1-1 0 0,0-1 1 0 0,-1 1-1 0 0,1 0 1 0 0,-1 0 0 0 0,1-1-1 0 0,-1 2 1 0 0,0-1-1 0 0,1 0 1 0 0,-1 0 0 0 0,0 1-1 0 0,-1-1 1 0 0,1 1 0 0 0,0 0-1 0 0,1 3 1 0 0,23 52 460 0 0,-25-55-462 0 0,21 60 150 0 0,-3 2 1 0 0,-2 0-1 0 0,-4 1 1 0 0,-2 0-1 0 0,1 76 1 0 0,-13-109-62 0 0,-8-123-193 0 0,5 59-1 0 0,-1-38 1 0 0,5 60 67 0 0,0 0 0 0 0,1 0-1 0 0,0 0 1 0 0,0 0 0 0 0,1 0 0 0 0,1 0-1 0 0,-1 1 1 0 0,7-15 0 0 0,-8 21 9 0 0,0 0 0 0 0,0 1 0 0 0,0-1 0 0 0,0 0 0 0 0,0 0 0 0 0,1 1 0 0 0,-1-1 0 0 0,1 1 0 0 0,-1-1 0 0 0,1 1 0 0 0,-1 0 0 0 0,1 0 0 0 0,0 0 0 0 0,-1-1 0 0 0,1 2 0 0 0,0-1 0 0 0,0 0 0 0 0,0 0 0 0 0,0 0 0 0 0,2 0 0 0 0,-1 1 0 0 0,1 0 0 0 0,-1 0 0 0 0,0 0 0 0 0,1 0 0 0 0,-1 0 0 0 0,0 1 0 0 0,0 0 0 0 0,1-1 0 0 0,-1 1 0 0 0,0 0 0 0 0,5 3 0 0 0,0 0 0 0 0,0 1 0 0 0,1 0 0 0 0,-2 0 0 0 0,1 1 0 0 0,-1 0 0 0 0,1 1 0 0 0,-2-1 0 0 0,7 9 0 0 0,36 51 168 0 0,-20-25-6660 0 0,-14-20-419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8.4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30 10138 0 0,'-1'-2'497'0'0,"-1"0"0"0"0,-3-24 10520 0 0,5 30-10849 0 0,1 32 1887 0 0,1-32-2000 0 0,53 135-8 0 0,-3-7-20 0 0,-18-54-51 0 0,84 174-240 0 0,-97-215 225 0 0,1 0 1 0 0,1-2 0 0 0,2-1-1 0 0,46 48 1 0 0,-17-36-87 0 0,-49-42 109 0 0,0-1 0 0 0,0 0 0 0 0,0 0 0 0 0,0 0 0 0 0,1-1 0 0 0,-1 0 0 0 0,1 0 0 0 0,-1 0 0 0 0,12 1 0 0 0,-16-3 8 0 0,0 0 0 0 0,0 0 0 0 0,0-1 0 0 0,0 1 0 0 0,-1 0 0 0 0,1 0 1 0 0,0-1-1 0 0,0 1 0 0 0,0-1 0 0 0,0 1 0 0 0,0-1 0 0 0,0 1 0 0 0,0-1 0 0 0,-1 1 1 0 0,1-1-1 0 0,0 0 0 0 0,0 1 0 0 0,-1-1 0 0 0,1 0 0 0 0,-1 0 0 0 0,1 0 0 0 0,0 1 0 0 0,-1-1 1 0 0,1 0-1 0 0,-1 0 0 0 0,0 0 0 0 0,1 0 0 0 0,-1 0 0 0 0,0 0 0 0 0,0 0 0 0 0,1 0 1 0 0,-1 0-1 0 0,0 0 0 0 0,0 0 0 0 0,0 0 0 0 0,0 0 0 0 0,-1-1 0 0 0,-1-40-67 0 0,2 42 74 0 0,-14-84 40 0 0,5-1 0 0 0,1-156 0 0 0,8 240-39 0 0,0 1 1 0 0,0 0-1 0 0,0-1 0 0 0,0 1 0 0 0,0-1 1 0 0,0 1-1 0 0,0-1 0 0 0,0 1 0 0 0,0 0 1 0 0,0-1-1 0 0,0 1 0 0 0,0-1 0 0 0,0 1 1 0 0,0-1-1 0 0,0 1 0 0 0,0 0 0 0 0,1-1 1 0 0,-1 1-1 0 0,0 0 0 0 0,0-1 1 0 0,1 1-1 0 0,-1-1 0 0 0,0 1 0 0 0,0 0 1 0 0,1 0-1 0 0,-1-1 0 0 0,0 1 0 0 0,1 0 1 0 0,0-1-1 0 0,7 11 47 0 0,9 28 44 0 0,-15-32-90 0 0,12 29 136 0 0,-3-4-75 0 0,2-1-1 0 0,1 0 1 0 0,26 39 0 0 0,-35-61-62 0 0,1 0-1 0 0,0-1 1 0 0,0 0 0 0 0,1 0 0 0 0,0 0 0 0 0,0-1 0 0 0,1 0 0 0 0,-1 0-1 0 0,1-1 1 0 0,1 0 0 0 0,-1-1 0 0 0,1 1 0 0 0,0-2 0 0 0,0 1-1 0 0,0-1 1 0 0,13 3 0 0 0,-12-4-1 0 0,1-1 0 0 0,0 0 0 0 0,-1 0 0 0 0,1-1 0 0 0,0 0 0 0 0,-1-1 0 0 0,1 0-1 0 0,-1-1 1 0 0,1 0 0 0 0,10-4 0 0 0,-16 5 8 0 0,0-1-1 0 0,-1 0 1 0 0,1-1-1 0 0,-1 1 0 0 0,1-1 1 0 0,-1 0-1 0 0,0 0 1 0 0,0-1-1 0 0,0 1 1 0 0,-1-1-1 0 0,1 1 0 0 0,-1-1 1 0 0,0 0-1 0 0,0-1 1 0 0,0 1-1 0 0,-1 0 1 0 0,1-1-1 0 0,-1 0 0 0 0,0 1 1 0 0,0-1-1 0 0,-1 0 1 0 0,2-9-1 0 0,1-9 81 0 0,-1 0-1 0 0,-1 0 1 0 0,-1-1 0 0 0,-2 1-1 0 0,0-1 1 0 0,-1 1-1 0 0,-6-27 1 0 0,-9-16 185 0 0,-27-73-1 0 0,32 105-243 0 0,4 12 19 0 0,3 8-191 0 0,0 0-1 0 0,-5-29 1 0 0,9 42-83 0 0,1 0-332 0 0,0 1 524 0 0,0 0 0 0 0,0-1 0 0 0,0 1 0 0 0,0 0 0 0 0,0 0 0 0 0,0 0 0 0 0,0 0 0 0 0,0 0 0 0 0,0 0 0 0 0,0 0 0 0 0,0 0 0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9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144 561 6913 0 0,'-52'1'1644'0'0,"28"1"-3"0"0,-44-4 0 0 0,83 1-1109 0 0,0-1 1 0 0,0 0 0 0 0,0-1-1 0 0,15-6 1 0 0,19-3-560 0 0,505-97 1519 0 0,528-99 648 0 0,-453 106-1929 0 0,-285 49-149 0 0,-24 7-68 0 0,-222 37-39 0 0,128 3 1 0 0,-199 7-101 0 0,-1 1 0 0 0,0 0 0 0 0,49 13 0 0 0,-74-15 150 0 0,0 1-1 0 0,0-1 1 0 0,0 1 0 0 0,0-1 0 0 0,0 1-1 0 0,0-1 1 0 0,0 1 0 0 0,-1 0-1 0 0,1-1 1 0 0,0 1 0 0 0,0 0-1 0 0,-1 0 1 0 0,1 0 0 0 0,0 0-1 0 0,-1 0 1 0 0,1-1 0 0 0,-1 1-1 0 0,1 0 1 0 0,-1 0 0 0 0,0 0-1 0 0,1 1 1 0 0,-1-1 0 0 0,0 0-1 0 0,0 0 1 0 0,1 0 0 0 0,-1 0 0 0 0,0 0-1 0 0,0 0 1 0 0,0 0 0 0 0,0 0-1 0 0,-1 0 1 0 0,1 0 0 0 0,0 0-1 0 0,0 0 1 0 0,-1 2 0 0 0,-18 46 992 0 0,9-26-160 0 0,8-15-664 0 0,0 0 0 0 0,1 1-1 0 0,0-1 1 0 0,1 0 0 0 0,0 1 0 0 0,0-1-1 0 0,0 1 1 0 0,1-1 0 0 0,1 0-1 0 0,2 9 1 0 0,4 15 57 0 0,18 39 1 0 0,-4-13-143 0 0,193 535 152 0 0,-104-293-69 0 0,-93-239-133 0 0,-3 1 0 0 0,-2 0 0 0 0,4 66 0 0 0,-15-101-46 0 0,0-8 10 0 0,0 0 1 0 0,-3 34-1 0 0,0-47-1 0 0,0-1 0 0 0,0 1 0 0 0,0 0 0 0 0,-1 0 0 0 0,0-1 0 0 0,0 1 0 0 0,0-1 0 0 0,-1 1 0 0 0,0-1 0 0 0,0 0 0 0 0,0 0 0 0 0,-1 0 0 0 0,-4 5 0 0 0,-10 7 28 0 0,-1-1 0 0 0,0 0-1 0 0,-1-1 1 0 0,-1-1 0 0 0,0-1 0 0 0,-1-1 0 0 0,-33 13 0 0 0,-171 51 246 0 0,195-67-269 0 0,-372 127-6 0 0,-9-8-163 0 0,323-105 136 0 0,-120 14 0 0 0,-93-7 173 0 0,177-19-62 0 0,-177 25 24 0 0,-185 13 194 0 0,420-48-520 0 0,-1-2-1 0 0,0-3 0 0 0,1-3 1 0 0,0-3-1 0 0,-77-22 1 0 0,119 25-98 0 0,1-2 1 0 0,0 0 0 0 0,-28-16-1 0 0,40 19-100 0 0,1-1 0 0 0,0-1-1 0 0,0 0 1 0 0,1-1-1 0 0,0 0 1 0 0,1 0 0 0 0,-1-1-1 0 0,-7-11 1 0 0,4 1-5882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09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85 2304 0 0,'-44'-32'1010'0'0,"37"26"-178"0"0,-1-1 0 0 0,1 1 0 0 0,-1 1-1 0 0,-1 0 1 0 0,1 0 0 0 0,-1 0 0 0 0,0 1 0 0 0,-17-5 0 0 0,25 9-726 0 0,-1 0 0 0 0,1 0 0 0 0,0 0 0 0 0,-1 0 0 0 0,1 0 1 0 0,-1 1-1 0 0,1-1 0 0 0,0 0 0 0 0,-1 1 0 0 0,1-1 0 0 0,0 1 0 0 0,-1 0 0 0 0,1-1 0 0 0,0 1 1 0 0,0 0-1 0 0,0 0 0 0 0,0 0 0 0 0,-1-1 0 0 0,1 1 0 0 0,0 0 0 0 0,0 1 0 0 0,1-1 0 0 0,-1 0 0 0 0,0 0 1 0 0,0 0-1 0 0,1 0 0 0 0,-1 1 0 0 0,0-1 0 0 0,1 0 0 0 0,-1 1 0 0 0,1-1 0 0 0,0 0 0 0 0,-1 1 0 0 0,1 2 1 0 0,-2 7 207 0 0,0 0 0 0 0,0 1 0 0 0,1 13 0 0 0,1-19-260 0 0,-1 76 248 0 0,5-1 1 0 0,2 0 0 0 0,4-1-1 0 0,25 93 1 0 0,104 309 144 0 0,-130-454-415 0 0,146 415 67 0 0,-148-423-41 0 0,100 308 3781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2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22 6913 0 0,'-15'-22'5985'0'0,"15"22"-5918"0"0,0 1 1 0 0,0-1-1 0 0,0 0 1 0 0,0 0-1 0 0,0 0 1 0 0,0 0-1 0 0,0 1 1 0 0,0-1-1 0 0,0 0 0 0 0,0 0 1 0 0,0 0-1 0 0,0 0 1 0 0,0 1-1 0 0,0-1 1 0 0,0 0-1 0 0,0 0 1 0 0,0 0-1 0 0,0 1 1 0 0,0-1-1 0 0,0 1 405 0 0,1-1-404 0 0,2 51 3774 0 0,-2-41-4078 0 0,68 480 2998 0 0,31-6-3237 0 0,-100-481 471 0 0,26 96-1241 0 0,-12-60 66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2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37 10594 0 0,'-2'7'-60'0'0,"1"-1"0"0"0,1 1 0 0 0,-1-1 0 0 0,1 1 0 0 0,0-1 0 0 0,0 1-1 0 0,1 0 1 0 0,2 9 0 0 0,0 3 363 0 0,2 14 41 0 0,1-1 0 0 0,2 0 0 0 0,1-1 0 0 0,2 0 0 0 0,1 0 1 0 0,1-1-1 0 0,2 0 0 0 0,1-2 0 0 0,1 0 0 0 0,1 0 0 0 0,2-2 1 0 0,23 25-1 0 0,-26-33-352 0 0,2 0 0 0 0,0-2 0 0 0,1 0 0 0 0,1-2 0 0 0,0 0 1 0 0,1-1-1 0 0,0-1 0 0 0,1-1 0 0 0,0-1 0 0 0,34 9 0 0 0,-53-18-3 0 0,0 0-1 0 0,0 0 1 0 0,0 0 0 0 0,0-1-1 0 0,0 1 1 0 0,0-1 0 0 0,1 0-1 0 0,-1 0 1 0 0,0-1 0 0 0,0 1-1 0 0,0-1 1 0 0,0 0 0 0 0,0 0-1 0 0,0 0 1 0 0,0-1 0 0 0,0 0-1 0 0,0 1 1 0 0,-1-1 0 0 0,1 0-1 0 0,-1-1 1 0 0,1 1-1 0 0,4-5 1 0 0,-4 3 90 0 0,-1-1 1 0 0,1 1-1 0 0,-1-1 0 0 0,0 0 0 0 0,0 0 0 0 0,-1 0 1 0 0,0 0-1 0 0,0-1 0 0 0,0 1 0 0 0,0 0 0 0 0,-1-1 1 0 0,0 0-1 0 0,0 1 0 0 0,0-1 0 0 0,-1 0 1 0 0,0-5-1 0 0,-1-28 459 0 0,-2 0 1 0 0,-2 0-1 0 0,-11-43 1 0 0,-39-111 1042 0 0,51 178-1772 0 0,-2-5 538 0 0,0 0 0 0 0,-2 0 0 0 0,0 1 0 0 0,-16-28 0 0 0,21 42-434 0 0,0 1-1 0 0,0 0 0 0 0,0 1 0 0 0,-1-1 1 0 0,1 1-1 0 0,-1-1 0 0 0,0 1 0 0 0,0 0 1 0 0,0 0-1 0 0,-7-3 0 0 0,7 5-230 0 0,1-1 0 0 0,0 1 0 0 0,-1 0 0 0 0,0 1 0 0 0,1-1 0 0 0,-1 1 0 0 0,0-1 0 0 0,1 1 0 0 0,-1 0 1 0 0,1 0-1 0 0,-1 1 0 0 0,0-1 0 0 0,1 1 0 0 0,-1 0 0 0 0,1 0 0 0 0,-5 1 0 0 0,-13 7-6018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3.0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75 100 3225 0 0,'-2'0'105'0'0,"0"1"1"0"0,0-1 0 0 0,0 1 0 0 0,0 0-1 0 0,0 0 1 0 0,0-1 0 0 0,0 1 0 0 0,0 1-1 0 0,0-1 1 0 0,0 0 0 0 0,0 0 0 0 0,0 1-1 0 0,1-1 1 0 0,-1 1 0 0 0,1-1 0 0 0,-1 1-1 0 0,1 0 1 0 0,-1 0 0 0 0,1 0 0 0 0,0-1-1 0 0,0 1 1 0 0,0 0 0 0 0,-1 4 0 0 0,-4 7 692 0 0,1 1 1 0 0,-4 21 0 0 0,6-27-459 0 0,0 6-3 0 0,0-1-1 0 0,1 1 0 0 0,1-1 1 0 0,0 1-1 0 0,0 0 1 0 0,2-1-1 0 0,-1 1 0 0 0,2 0 1 0 0,0-1-1 0 0,6 22 0 0 0,-7-30-266 0 0,1 0-1 0 0,0 0 0 0 0,0 0 0 0 0,0 0 0 0 0,1 0 0 0 0,0-1 0 0 0,0 1 1 0 0,0-1-1 0 0,0 0 0 0 0,1 0 0 0 0,-1 0 0 0 0,1 0 0 0 0,0 0 0 0 0,0-1 1 0 0,1 0-1 0 0,-1 0 0 0 0,0 0 0 0 0,1-1 0 0 0,0 1 0 0 0,0-1 0 0 0,0 0 1 0 0,0 0-1 0 0,0-1 0 0 0,0 1 0 0 0,0-1 0 0 0,1 0 0 0 0,-1-1 0 0 0,0 1 1 0 0,11-2-1 0 0,-10 1 75 0 0,1-2 1 0 0,-1 1-1 0 0,1-1 1 0 0,-1 0-1 0 0,0 0 1 0 0,0 0-1 0 0,0-1 1 0 0,0 0-1 0 0,0 0 1 0 0,-1-1-1 0 0,1 0 1 0 0,-1 0-1 0 0,0 0 1 0 0,0 0-1 0 0,-1-1 1 0 0,1 0-1 0 0,-1 0 1 0 0,0 0-1 0 0,6-10 1 0 0,-1 0 161 0 0,-1 1 1 0 0,0-1-1 0 0,-1 0 0 0 0,-1-1 0 0 0,-1 1 1 0 0,7-30-1 0 0,-11 38-175 0 0,1 0 0 0 0,-2 0-1 0 0,1 0 1 0 0,-1-1 0 0 0,0 1-1 0 0,0 0 1 0 0,-1 0 0 0 0,0-1-1 0 0,0 1 1 0 0,-1 0 0 0 0,0 0-1 0 0,0 0 1 0 0,-1 0 0 0 0,1 1-1 0 0,-2-1 1 0 0,1 1 0 0 0,-1-1 0 0 0,-7-9-1 0 0,3 7-92 0 0,0 1 0 0 0,-1 0 0 0 0,0 1 0 0 0,0 0 0 0 0,-1 0 0 0 0,1 1 0 0 0,-2 0 0 0 0,1 0 0 0 0,0 2 0 0 0,-23-8 0 0 0,12 6-465 0 0,14 4-214 0 0,0 0 1 0 0,0 0 0 0 0,0 0-1 0 0,1-1 1 0 0,-8-4 0 0 0,14 7 580 0 0,0 0 0 0 0,0 0 1 0 0,-1 0-1 0 0,1 0 0 0 0,0 0 1 0 0,0 0-1 0 0,0 0 0 0 0,-1-1 0 0 0,1 1 1 0 0,0 0-1 0 0,0 0 0 0 0,0 0 1 0 0,-1 0-1 0 0,1 0 0 0 0,0-1 0 0 0,0 1 1 0 0,0 0-1 0 0,0 0 0 0 0,0 0 0 0 0,-1-1 1 0 0,1 1-1 0 0,0 0 0 0 0,0 0 1 0 0,0 0-1 0 0,0-1 0 0 0,0 1 0 0 0,0 0 1 0 0,0 0-1 0 0,0-1 0 0 0,0 1 1 0 0,0 0-1 0 0,0 0 0 0 0,0 0 0 0 0,0-1 1 0 0,0 1-1 0 0,0 0 0 0 0,0 0 1 0 0,0-1-1 0 0,0 1 0 0 0,0 0 0 0 0,0 0 1 0 0,0 0-1 0 0,0-1 0 0 0,1 1 1 0 0,-1 0-1 0 0,0 0 0 0 0,0 0 0 0 0,0-1 1 0 0,0 1-1 0 0,0 0 0 0 0,1 0 1 0 0,-1 0-1 0 0,0 0 0 0 0,0-1 0 0 0,0 1 1 0 0,1 0-1 0 0,-1 0 0 0 0,0 0 1 0 0,0 0-1 0 0,0 0 0 0 0,1 0 0 0 0,-1 0 1 0 0,8-1 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3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0 14283 0 0,'1'0'84'0'0,"0"1"0"0"0,0-1 0 0 0,0 0 0 0 0,0 0 0 0 0,0 1 1 0 0,0-1-1 0 0,1 1 0 0 0,-1-1 0 0 0,0 1 0 0 0,-1-1 0 0 0,1 1 0 0 0,0 0 0 0 0,0-1 0 0 0,0 1 0 0 0,0 0 0 0 0,0 0 1 0 0,-1 0-1 0 0,1 0 0 0 0,0 0 0 0 0,-1 0 0 0 0,1 0 0 0 0,-1 0 0 0 0,1 0 0 0 0,-1 0 0 0 0,1 1 0 0 0,0 1 76 0 0,-1 0-1 0 0,1 0 0 0 0,-1 1 1 0 0,0-1-1 0 0,0 0 0 0 0,0 0 1 0 0,0 1-1 0 0,-1-1 0 0 0,0 3 0 0 0,-3 10 760 0 0,-1-1 0 0 0,-12 27 0 0 0,15-38-637 0 0,-12 26 270 0 0,-15 33 35 0 0,27-58-549 0 0,1 0-1 0 0,-1-1 1 0 0,1 1 0 0 0,0 0-1 0 0,1 1 1 0 0,-1-1 0 0 0,1 0-1 0 0,0 0 1 0 0,0 0 0 0 0,1 7-1 0 0,0-10-35 0 0,0 1-1 0 0,0-1 1 0 0,0 0 0 0 0,0 0-1 0 0,1 0 1 0 0,-1 0-1 0 0,1 0 1 0 0,-1 0 0 0 0,1 0-1 0 0,0 0 1 0 0,0 0 0 0 0,0-1-1 0 0,0 1 1 0 0,0-1-1 0 0,0 1 1 0 0,0-1 0 0 0,0 0-1 0 0,1 0 1 0 0,-1 0-1 0 0,0 0 1 0 0,1 0 0 0 0,-1-1-1 0 0,1 1 1 0 0,3 0 0 0 0,11 2-34 0 0,-1-1 1 0 0,29 0 0 0 0,-24-2-73 0 0,2 1 83 0 0,55 6 42 0 0,-71-6-40 0 0,-1 0-1 0 0,0 1 1 0 0,0-1-1 0 0,0 1 1 0 0,0 1-1 0 0,0-1 1 0 0,0 1-1 0 0,0 0 1 0 0,9 7-1 0 0,-13-8 18 0 0,0 0-1 0 0,-1 1 1 0 0,1-1-1 0 0,0 0 1 0 0,-1 1-1 0 0,1-1 1 0 0,-1 1-1 0 0,0 0 1 0 0,0-1-1 0 0,0 1 0 0 0,0 0 1 0 0,0 0-1 0 0,-1 0 1 0 0,1-1-1 0 0,-1 1 1 0 0,0 0-1 0 0,0 0 1 0 0,0 0-1 0 0,0 0 1 0 0,0 0-1 0 0,-1 0 1 0 0,1-1-1 0 0,-1 1 1 0 0,0 0-1 0 0,0 0 1 0 0,0-1-1 0 0,0 1 1 0 0,0 0-1 0 0,-2 2 1 0 0,-5 10-11 0 0,-1 1 0 0 0,0-1 0 0 0,-16 19 0 0 0,21-29-7 0 0,-44 53-689 0 0,23-30-45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4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 13363 0 0,'-4'-6'2468'0'0,"4"6"-2303"0"0,-1 0-1 0 0,1 0 1 0 0,0-1-1 0 0,-1 1 1 0 0,1 0 0 0 0,-1 0-1 0 0,1 0 1 0 0,-1 0-1 0 0,1 0 1 0 0,0 0-1 0 0,-1-1 1 0 0,1 1 0 0 0,-1 0-1 0 0,1 0 1 0 0,-1 1-1 0 0,1-1 1 0 0,-1 0-1 0 0,1 0 1 0 0,0 0-1 0 0,-1 0 1 0 0,1 0 0 0 0,-1 0-1 0 0,0 1 1 0 0,0 19 2060 0 0,14 35-1672 0 0,-12-52-172 0 0,37 148-417 0 0,19 66 55 0 0,-42-170-1014 0 0,2 0-1 0 0,34 64 0 0 0,-33-80-6233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4.9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3 402 456 0 0,'-1'-8'489'0'0,"0"-1"0"0"0,0 0 0 0 0,1 1 0 0 0,0-1 0 0 0,1 0 0 0 0,0 1 0 0 0,0-1 0 0 0,1 1 0 0 0,0-1 0 0 0,1 1 0 0 0,-1 0 0 0 0,7-12-1 0 0,-3 9 77 0 0,1 0 0 0 0,0 1 0 0 0,0 0 0 0 0,1 1 0 0 0,0-1-1 0 0,1 1 1 0 0,0 1 0 0 0,12-9 0 0 0,1-1-193 0 0,-3 3-88 0 0,29-20 1 0 0,-43 32-270 0 0,0 0 0 0 0,0 1 0 0 0,0-1 0 0 0,0 1 1 0 0,1 0-1 0 0,-1 0 0 0 0,1 1 0 0 0,-1 0 0 0 0,1 0 0 0 0,0 0 1 0 0,8 0-1 0 0,-11 1-2 0 0,-1 1 1 0 0,0-1 0 0 0,0 1 0 0 0,1 0-1 0 0,-1 0 1 0 0,0-1 0 0 0,0 1-1 0 0,0 1 1 0 0,0-1 0 0 0,0 0 0 0 0,0 0-1 0 0,0 1 1 0 0,-1-1 0 0 0,1 1-1 0 0,0 0 1 0 0,-1-1 0 0 0,1 1 0 0 0,-1 0-1 0 0,0 0 1 0 0,0 0 0 0 0,0 0-1 0 0,0 0 1 0 0,0 0 0 0 0,0 0 0 0 0,0 1-1 0 0,0 1 1 0 0,3 9 288 0 0,-1 0 0 0 0,0 1 1 0 0,1 17-1 0 0,-2-13 57 0 0,-1-8-161 0 0,1 1 0 0 0,1-1 0 0 0,0 1 0 0 0,1-1 0 0 0,-1 0 1 0 0,2 0-1 0 0,10 18 0 0 0,-14-25-157 0 0,1-1 0 0 0,0 1 0 0 0,0-1 1 0 0,0 0-1 0 0,0 1 0 0 0,0-1 0 0 0,0 0 0 0 0,0 0 0 0 0,1 0 1 0 0,-1 0-1 0 0,1-1 0 0 0,0 1 0 0 0,-1-1 0 0 0,1 0 0 0 0,0 1 0 0 0,0-1 1 0 0,0 0-1 0 0,-1-1 0 0 0,1 1 0 0 0,0 0 0 0 0,0-1 0 0 0,1 0 1 0 0,-1 0-1 0 0,0 0 0 0 0,0 0 0 0 0,0 0 0 0 0,0 0 0 0 0,0-1 0 0 0,0 0 1 0 0,0 1-1 0 0,0-1 0 0 0,-1 0 0 0 0,4-2 0 0 0,0 0 125 0 0,1-1 1 0 0,-1 0-1 0 0,-1 0 0 0 0,1-1 0 0 0,-1 1 0 0 0,1-1 1 0 0,-1 0-1 0 0,-1-1 0 0 0,1 1 0 0 0,-1-1 1 0 0,0 0-1 0 0,0 0 0 0 0,-1 0 0 0 0,5-11 0 0 0,-4 8-73 0 0,-1-1 0 0 0,1 1 0 0 0,-2-1 0 0 0,1 0 0 0 0,-1 0 1 0 0,-1 1-1 0 0,0-1 0 0 0,0 0 0 0 0,-2-19 0 0 0,0 23-46 0 0,0-1 0 0 0,0 1 0 0 0,0 0 0 0 0,-1 0 1 0 0,0-1-1 0 0,-1 1 0 0 0,1 0 0 0 0,-1 1 0 0 0,0-1 1 0 0,-1 0-1 0 0,1 1 0 0 0,-1 0 0 0 0,0 0 0 0 0,-1 0 1 0 0,1 0-1 0 0,-1 1 0 0 0,0-1 0 0 0,0 1 1 0 0,-10-6-1 0 0,4 4-240 0 0,-1 1 0 0 0,0 0 0 0 0,0 1 0 0 0,0 0 1 0 0,0 0-1 0 0,-1 2 0 0 0,0-1 0 0 0,1 2 0 0 0,-14-1 0 0 0,2 1-7120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5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82 433 6913 0 0,'-9'-6'707'0'0,"-1"-1"0"0"0,1 0 0 0 0,-13-15 0 0 0,-10-7 4096 0 0,44 42 205 0 0,14 21-3713 0 0,5 6-1124 0 0,3 3 136 0 0,34 59 0 0 0,-48-68-256 0 0,2-1-1 0 0,1-2 1 0 0,1 0-1 0 0,38 36 1 0 0,-53-60-53 0 0,0 0 1 0 0,0-1 0 0 0,0 0 0 0 0,1 0 0 0 0,0-1-1 0 0,0 0 1 0 0,1-1 0 0 0,-1-1 0 0 0,1 1 0 0 0,-1-1-1 0 0,1-1 1 0 0,0 0 0 0 0,13 0 0 0 0,-20-2 1 0 0,0 0-1 0 0,0 0 1 0 0,0 0 0 0 0,0 0 0 0 0,1-1-1 0 0,-1 0 1 0 0,0 0 0 0 0,0 0 0 0 0,0 0-1 0 0,0 0 1 0 0,-1-1 0 0 0,1 0-1 0 0,0 0 1 0 0,0 0 0 0 0,-1 0 0 0 0,0-1-1 0 0,1 1 1 0 0,-1-1 0 0 0,0 0 0 0 0,0 0-1 0 0,0 0 1 0 0,-1 0 0 0 0,1-1 0 0 0,-1 1-1 0 0,0-1 1 0 0,0 1 0 0 0,0-1 0 0 0,0 0-1 0 0,0 0 1 0 0,-1 0 0 0 0,0 0 0 0 0,0 0-1 0 0,0 0 1 0 0,0 0 0 0 0,-1 0 0 0 0,1 0-1 0 0,-1-5 1 0 0,0-42 198 0 0,-3 0 1 0 0,-1 1-1 0 0,-22-98 1 0 0,23 131-194 0 0,-9-45 5 0 0,-3-2-49 0 0,4-1-1 0 0,2 0 0 0 0,1-93 1 0 0,11 141-503 0 0,-3 17 402 0 0,0 0 0 0 0,1-1 0 0 0,-1 1-1 0 0,0 0 1 0 0,1-1 0 0 0,-1 1 0 0 0,1 0-1 0 0,-1-1 1 0 0,0 1 0 0 0,1 0 0 0 0,-1 0-1 0 0,1-1 1 0 0,-1 1 0 0 0,1 0 0 0 0,-1 0-1 0 0,0 0 1 0 0,1 0 0 0 0,-1 0-1 0 0,1 0 1 0 0,-1 0 0 0 0,1 0 0 0 0,-1 0-1 0 0,1 0 1 0 0,-1 0 0 0 0,1 0 0 0 0,-1 0-1 0 0,1 0 1 0 0,0 0 0 0 0,7 2-1429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1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18 542 2817 0 0,'-10'23'951'0'0,"9"-22"-619"0"0,1 0 0 0 0,-1 0 1 0 0,0 1-1 0 0,0-1 0 0 0,1 0 1 0 0,-1 1-1 0 0,1-1 0 0 0,-1 0 0 0 0,1 1 1 0 0,-1-1-1 0 0,1 1 0 0 0,0-1 0 0 0,0 1 1 0 0,0-1-1 0 0,0 1 0 0 0,0-1 0 0 0,0 1 1 0 0,0-1-1 0 0,0 1 0 0 0,1-1 0 0 0,-1 1 1 0 0,0-1-1 0 0,1 0 0 0 0,-1 1 0 0 0,1-1 1 0 0,0 1-1 0 0,-1-1 0 0 0,1 0 0 0 0,0 0 1 0 0,0 1-1 0 0,0-1 0 0 0,0 0 0 0 0,1 1 1 0 0,33 32 1260 0 0,2-1 0 0 0,0-2 0 0 0,76 46 0 0 0,-93-65-1459 0 0,0-2 1 0 0,1-1-1 0 0,0 0 1 0 0,1-2-1 0 0,0 0 1 0 0,0-1 0 0 0,0-2-1 0 0,1 0 1 0 0,-1-1-1 0 0,44-1 1 0 0,-55-3-93 0 0,1 1-1 0 0,-1-2 1 0 0,0 1 0 0 0,0-2 0 0 0,0 0-1 0 0,0 0 1 0 0,12-6 0 0 0,-19 8-32 0 0,0-1 0 0 0,0 0 0 0 0,-1 0 0 0 0,1-1 0 0 0,-1 1 0 0 0,0-1 0 0 0,1 1 0 0 0,-1-1 0 0 0,0 0 0 0 0,-1 0 0 0 0,1-1 0 0 0,0 1 0 0 0,-1 0 0 0 0,0-1 0 0 0,0 0 0 0 0,0 1 0 0 0,0-1 0 0 0,-1 0 0 0 0,1 0 0 0 0,-1 0 0 0 0,0 0 0 0 0,1-6 0 0 0,-1-5 28 0 0,-1 0 0 0 0,0 0 0 0 0,-1 0 0 0 0,-1 0 0 0 0,-3-17 0 0 0,-24-76 219 0 0,9 41-297 0 0,10 26-94 0 0,-12-39-315 0 0,3-2 1 0 0,-14-158-1 0 0,33 205-416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64 3681 0 0,'18'-29'1089'0'0,"-17"28"-916"0"0,-1 0 0 0 0,1 0 0 0 0,-1 0 0 0 0,1-1 0 0 0,-1 1 0 0 0,1 0 0 0 0,-1 0 0 0 0,0 0 0 0 0,1-1 0 0 0,-1 1 0 0 0,0 0 0 0 0,0 0 0 0 0,0-1 0 0 0,0 1 0 0 0,0 0 0 0 0,0 0 0 0 0,0 0 0 0 0,-1-1 0 0 0,1 1 0 0 0,0 0-1 0 0,-1 0 1 0 0,1 0 0 0 0,-1 0 0 0 0,1-1 0 0 0,-2 0 0 0 0,1 2 8 0 0,0-1 0 0 0,-1 1-1 0 0,1 0 1 0 0,0-1 0 0 0,-1 1-1 0 0,1 0 1 0 0,0 0-1 0 0,-1 0 1 0 0,1 0 0 0 0,-1 0-1 0 0,1 0 1 0 0,0 0 0 0 0,-1 1-1 0 0,1-1 1 0 0,0 0 0 0 0,-1 1-1 0 0,1-1 1 0 0,0 1-1 0 0,0-1 1 0 0,-1 1 0 0 0,1 0-1 0 0,0-1 1 0 0,0 1 0 0 0,0 0-1 0 0,0 0 1 0 0,0 0 0 0 0,-1 2-1 0 0,-32 28 1571 0 0,32-28-1560 0 0,-9 9 363 0 0,1 0 0 0 0,-16 24 0 0 0,24-33-497 0 0,0 0 0 0 0,0 0 0 0 0,1 0 0 0 0,-1 0 1 0 0,1 1-1 0 0,-1-1 0 0 0,1 1 0 0 0,0-1 1 0 0,0 1-1 0 0,1 0 0 0 0,-1-1 0 0 0,1 1 1 0 0,0 0-1 0 0,0-1 0 0 0,0 1 0 0 0,0 0 1 0 0,1-1-1 0 0,0 5 0 0 0,1-5-56 0 0,-1-1 1 0 0,1 0-1 0 0,-1 1 0 0 0,1-1 1 0 0,0 0-1 0 0,-1 0 0 0 0,1 0 1 0 0,0-1-1 0 0,1 1 0 0 0,-1 0 0 0 0,0-1 1 0 0,0 1-1 0 0,1-1 0 0 0,4 2 1 0 0,43 16-44 0 0,-24-11 28 0 0,-13-2 82 0 0,0-1 0 0 0,0 2 0 0 0,-1 0-1 0 0,0 0 1 0 0,0 1 0 0 0,0 0 0 0 0,15 16 0 0 0,-23-19-35 0 0,1 0-1 0 0,-1 0 1 0 0,0 0 0 0 0,0 1 0 0 0,-1-1 0 0 0,1 1-1 0 0,-1 0 1 0 0,-1 0 0 0 0,1 0 0 0 0,-1 1-1 0 0,0-1 1 0 0,0 0 0 0 0,-1 1 0 0 0,0-1 0 0 0,0 1-1 0 0,-1 0 1 0 0,0-1 0 0 0,0 9 0 0 0,-3 4-143 0 0,-1-1-1 0 0,-1 0 1 0 0,0 0 0 0 0,-2-1 0 0 0,0 0 0 0 0,0 0 0 0 0,-2 0 0 0 0,-11 16 0 0 0,9-14-6754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6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 11058 0 0,'-26'1'3362'0'0,"41"14"447"0"0,17 20-2820 0 0,0 1 0 0 0,-3 2 0 0 0,40 68 0 0 0,53 136-767 0 0,-112-218-250 0 0,17 40-936 0 0,-25-59 427 0 0,-1 0 0 0 0,1 0 0 0 0,-1 1-1 0 0,0-1 1 0 0,-1 1 0 0 0,1-1 0 0 0,-1 1 0 0 0,0-1 0 0 0,-1 8-1 0 0,0-8 490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1 236 1840 0 0,'0'-6'398'0'0,"0"0"-1"0"0,0 0 1 0 0,0 1-1 0 0,1-1 1 0 0,-1 0-1 0 0,2 0 1 0 0,-1 1-1 0 0,0-1 1 0 0,1 1-1 0 0,0-1 1 0 0,3-5-1 0 0,32-55 3092 0 0,-29 54-2637 0 0,0 1-1 0 0,1 0 0 0 0,0 0 0 0 0,18-15 0 0 0,-23 23-571 0 0,-1 0 0 0 0,2 0 0 0 0,-1 1-1 0 0,0-1 1 0 0,0 1 0 0 0,1 0 0 0 0,7-3 0 0 0,-10 5-131 0 0,0-1 0 0 0,0 1 0 0 0,0 0 1 0 0,1-1-1 0 0,-1 1 0 0 0,0 0 0 0 0,0 0 1 0 0,1 0-1 0 0,-1 1 0 0 0,0-1 0 0 0,0 1 1 0 0,0-1-1 0 0,0 1 0 0 0,0 0 0 0 0,0-1 1 0 0,1 1-1 0 0,1 2 0 0 0,-1-1-65 0 0,0 1 0 0 0,-1-1 1 0 0,1 1-1 0 0,-1 0 0 0 0,1 0 0 0 0,-1 0 0 0 0,0 0 0 0 0,0 0 0 0 0,-1 0 0 0 0,1 1 1 0 0,-1-1-1 0 0,1 0 0 0 0,-1 1 0 0 0,0-1 0 0 0,-1 1 0 0 0,1 0 0 0 0,0-1 1 0 0,-1 1-1 0 0,0 0 0 0 0,0-1 0 0 0,-1 6 0 0 0,0 8-32 0 0,0-1 1 0 0,-2 0-1 0 0,-5 22 1 0 0,-1-13-303 0 0,0-1 1 0 0,-2 0-1 0 0,0 0 1 0 0,-21 31 0 0 0,21-38-541 0 0,3-2-502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1 115 5985 0 0,'29'-17'4590'0'0,"-26"36"-3070"0"0,0 66 1893 0 0,-3-58-2911 0 0,0 0 0 0 0,7 41 0 0 0,-6-62-481 0 0,0 1 0 0 0,1-1-1 0 0,0 0 1 0 0,0 0 0 0 0,0 0-1 0 0,1-1 1 0 0,-1 1 0 0 0,2 0-1 0 0,-1-1 1 0 0,0 0 0 0 0,1 1-1 0 0,0-2 1 0 0,0 1 0 0 0,1 0-1 0 0,8 6 1 0 0,-10-8-19 0 0,1-1-1 0 0,-1 0 1 0 0,0 0 0 0 0,1 0-1 0 0,0-1 1 0 0,-1 1 0 0 0,1-1-1 0 0,0 0 1 0 0,-1 0 0 0 0,1 0-1 0 0,0-1 1 0 0,0 1 0 0 0,0-1-1 0 0,0 0 1 0 0,0 0 0 0 0,0 0-1 0 0,6-1 1 0 0,-5-1 48 0 0,1 0 0 0 0,0 0-1 0 0,-1 0 1 0 0,0-1 0 0 0,1 1 0 0 0,-1-1 0 0 0,0 0-1 0 0,0-1 1 0 0,0 1 0 0 0,6-8 0 0 0,-2 2 44 0 0,-1 0 0 0 0,0-1 0 0 0,-1 0 0 0 0,0 0-1 0 0,0 0 1 0 0,-1-1 0 0 0,0 0 0 0 0,-1 0 0 0 0,-1-1 0 0 0,6-18 0 0 0,-9 20-92 0 0,1 0 0 0 0,-2 0-1 0 0,1 0 1 0 0,-1 0 0 0 0,-1 0-1 0 0,0 0 1 0 0,0 1 0 0 0,-1-1 0 0 0,0 0-1 0 0,-1 0 1 0 0,0 1 0 0 0,-1 0 0 0 0,1-1-1 0 0,-2 1 1 0 0,1 1 0 0 0,-2-1 0 0 0,1 1-1 0 0,-1-1 1 0 0,0 2 0 0 0,0-1 0 0 0,-1 1-1 0 0,0 0 1 0 0,-1 0 0 0 0,0 1 0 0 0,1 0-1 0 0,-2 0 1 0 0,1 1 0 0 0,-1 0-1 0 0,0 0 1 0 0,0 1 0 0 0,0 0 0 0 0,-12-2-1 0 0,5 3-650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7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0 109 7370 0 0,'1'0'50'0'0,"0"0"0"0"0,-1 0 0 0 0,1 0 0 0 0,-1 0 1 0 0,1 1-1 0 0,0-1 0 0 0,-1 0 0 0 0,1 0 0 0 0,-1 0 1 0 0,1 0-1 0 0,-1 1 0 0 0,1-1 0 0 0,-1 0 0 0 0,1 1 1 0 0,-1-1-1 0 0,1 0 0 0 0,-1 1 0 0 0,0-1 0 0 0,1 0 1 0 0,-1 1-1 0 0,1-1 0 0 0,-1 1 0 0 0,0-1 0 0 0,1 1 1 0 0,-1-1-1 0 0,0 1 0 0 0,0-1 0 0 0,1 1 0 0 0,-1-1 1 0 0,0 1-1 0 0,0 0 0 0 0,9 23 740 0 0,-8-22-585 0 0,17 82 2616 0 0,-13-58-2266 0 0,0 0-1 0 0,12 32 1 0 0,-15-52-525 0 0,0 0-1 0 0,1 0 1 0 0,0 0 0 0 0,0 0-1 0 0,1-1 1 0 0,-1 1 0 0 0,1-1 0 0 0,0 0-1 0 0,1 0 1 0 0,-1 0 0 0 0,1-1 0 0 0,0 0-1 0 0,0 0 1 0 0,7 4 0 0 0,-9-6-19 0 0,0 0-1 0 0,0 0 1 0 0,0 0-1 0 0,1-1 1 0 0,-1 0 0 0 0,1 0-1 0 0,-1 0 1 0 0,1 0 0 0 0,-1 0-1 0 0,1-1 1 0 0,0 1 0 0 0,-1-1-1 0 0,1 0 1 0 0,-1 0 0 0 0,1-1-1 0 0,0 1 1 0 0,-1-1 0 0 0,1 0-1 0 0,-1 1 1 0 0,1-1 0 0 0,-1-1-1 0 0,1 1 1 0 0,-1-1 0 0 0,0 1-1 0 0,0-1 1 0 0,0 0 0 0 0,0 0-1 0 0,0 0 1 0 0,0-1 0 0 0,0 1-1 0 0,-1-1 1 0 0,1 1 0 0 0,-1-1-1 0 0,0 0 1 0 0,3-5 0 0 0,-1 3 8 0 0,0-1 0 0 0,-1-1-1 0 0,0 1 1 0 0,-1 0 0 0 0,1-1 0 0 0,-1 1 0 0 0,0-1 0 0 0,-1 0 0 0 0,0 0 0 0 0,0 0 0 0 0,0 0 0 0 0,-1 0 0 0 0,0 1 0 0 0,0-1 0 0 0,-1 0 0 0 0,0 0 0 0 0,-3-12 0 0 0,2 11-126 0 0,1 4 101 0 0,0 0-1 0 0,-1 0 0 0 0,1 0 0 0 0,-1 0 0 0 0,0 0 1 0 0,0 0-1 0 0,-5-5 0 0 0,9 45-1912 0 0,-2-31 1844 0 0,1 0 0 0 0,1 0 0 0 0,-1-1-1 0 0,1 1 1 0 0,0 0 0 0 0,0-1 0 0 0,0 0 0 0 0,1 1 0 0 0,-1-1 0 0 0,1 0 0 0 0,0 0-1 0 0,0-1 1 0 0,1 1 0 0 0,6 6 0 0 0,-4-6 188 0 0,1 1 0 0 0,-1-1 0 0 0,1 0 1 0 0,0-1-1 0 0,0 0 0 0 0,0 0 0 0 0,0 0 0 0 0,1-1 0 0 0,8 2 0 0 0,-8-2 233 0 0,1-1-1 0 0,0 0 0 0 0,0 0 0 0 0,0-1 0 0 0,-1 0 0 0 0,1 0 0 0 0,0-1 0 0 0,0 0 0 0 0,0-1 0 0 0,-1 0 0 0 0,1 0 0 0 0,-1-1 0 0 0,0 0 1 0 0,1-1-1 0 0,-1 0 0 0 0,-1 0 0 0 0,12-7 0 0 0,-14 5-193 0 0,0 1 0 0 0,0-1 0 0 0,0 0 1 0 0,0 0-1 0 0,-1-1 0 0 0,0 1 0 0 0,-1-1 0 0 0,1 0 0 0 0,-1 0 1 0 0,0 0-1 0 0,-1-1 0 0 0,0 1 0 0 0,0-1 0 0 0,-1 1 0 0 0,0-1 1 0 0,0 1-1 0 0,-1-1 0 0 0,1 0 0 0 0,-2 1 0 0 0,-1-15 0 0 0,-1 1-498 0 0,-1 1-1 0 0,-1 0 1 0 0,0 0-1 0 0,-2 0 1 0 0,0 0-1 0 0,-15-26 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3:18.4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1 812 4609 0 0,'12'-12'4487'0'0,"11"-21"-1905"0"0,-21 31-2273 0 0,13-21 688 0 0,-1 0 1 0 0,-1-1 0 0 0,-2-1 0 0 0,13-36-1 0 0,-15 32-667 0 0,-1 0 0 0 0,-2-1 0 0 0,-1 1 0 0 0,-1-1-1 0 0,-1-1 1 0 0,-3-49 0 0 0,-1 75-315 0 0,1 1 0 0 0,-1-1-1 0 0,0 1 1 0 0,0-1 0 0 0,-1 1-1 0 0,1 0 1 0 0,-1 0 0 0 0,0 0 0 0 0,0-1-1 0 0,0 2 1 0 0,0-1 0 0 0,-1 0-1 0 0,-4-5 1 0 0,6 9-11 0 0,0-1-1 0 0,0 0 0 0 0,0 0 1 0 0,0 0-1 0 0,0 1 0 0 0,0-1 1 0 0,0 0-1 0 0,0 1 0 0 0,0-1 1 0 0,0 1-1 0 0,-1-1 1 0 0,1 1-1 0 0,0 0 0 0 0,0-1 1 0 0,0 1-1 0 0,-1 0 0 0 0,1 0 1 0 0,0 0-1 0 0,0 0 1 0 0,-2 0-1 0 0,1 1-1 0 0,0 0-1 0 0,0 0 1 0 0,0-1-1 0 0,0 1 1 0 0,0 1 0 0 0,1-1-1 0 0,-1 0 1 0 0,0 0-1 0 0,1 1 1 0 0,-1-1 0 0 0,1 1-1 0 0,-1-1 1 0 0,1 1-1 0 0,0-1 1 0 0,0 1 0 0 0,-2 3-1 0 0,-1 2-14 0 0,0 0 0 0 0,0 1 1 0 0,0 0-1 0 0,1-1 0 0 0,1 1 0 0 0,-1 0 0 0 0,1 0 0 0 0,1 1 0 0 0,-1-1 0 0 0,1 0 0 0 0,1 1 0 0 0,0-1 1 0 0,0 0-1 0 0,0 1 0 0 0,1-1 0 0 0,1 0 0 0 0,-1 1 0 0 0,1-1 0 0 0,0 0 0 0 0,1 0 0 0 0,0 0 1 0 0,1-1-1 0 0,-1 1 0 0 0,1-1 0 0 0,1 0 0 0 0,6 9 0 0 0,-5-7-4 0 0,2 0-1 0 0,-1-1 1 0 0,1 0-1 0 0,0 0 1 0 0,1-1 0 0 0,0 0-1 0 0,0 0 1 0 0,1-1-1 0 0,-1 0 1 0 0,1-1 0 0 0,1 0-1 0 0,-1-1 1 0 0,1 0-1 0 0,-1 0 1 0 0,1-1 0 0 0,0-1-1 0 0,0 0 1 0 0,0 0-1 0 0,14-1 1 0 0,-20-1-17 0 0,0-1 1 0 0,0 0-1 0 0,0 0 0 0 0,-1 0 0 0 0,1 0 0 0 0,0-1 1 0 0,-1 0-1 0 0,1 0 0 0 0,-1 0 0 0 0,0-1 1 0 0,0 1-1 0 0,0-1 0 0 0,0 0 0 0 0,0 0 1 0 0,0 0-1 0 0,-1-1 0 0 0,0 1 0 0 0,1-1 0 0 0,-1 0 1 0 0,-1 0-1 0 0,1 0 0 0 0,-1 0 0 0 0,1-1 1 0 0,2-6-1 0 0,4-11-177 0 0,-1 1 0 0 0,-1-1 0 0 0,7-40 0 0 0,-7-6 592 0 0,-5 46-54 0 0,0 1-1 0 0,5-26 1 0 0,-5 42-284 0 0,-1 0-1 0 0,1-1 1 0 0,0 1 0 0 0,0 0 0 0 0,0 0 0 0 0,0 1-1 0 0,1-1 1 0 0,0 0 0 0 0,0 1 0 0 0,0 0 0 0 0,1-1-1 0 0,0 1 1 0 0,6-5 0 0 0,-8 7 20 0 0,0 1-1 0 0,0-1 1 0 0,1 1-1 0 0,-1 0 1 0 0,1 0-1 0 0,-1 0 1 0 0,1 0-1 0 0,-1 0 1 0 0,1 0-1 0 0,-1 1 1 0 0,1-1 0 0 0,0 1-1 0 0,-1 0 1 0 0,1 0-1 0 0,0 0 1 0 0,-1 0-1 0 0,1 0 1 0 0,0 0-1 0 0,-1 1 1 0 0,1-1-1 0 0,0 1 1 0 0,-1 0-1 0 0,1 0 1 0 0,-1 0-1 0 0,0 0 1 0 0,1 0 0 0 0,-1 1-1 0 0,0-1 1 0 0,1 1-1 0 0,1 1 1 0 0,8 7 171 0 0,-1 0 0 0 0,0 1 1 0 0,0 1-1 0 0,11 15 1 0 0,5 6 228 0 0,-26-34-393 0 0,0-1-1 0 0,0 1 0 0 0,0 0 1 0 0,0 0-1 0 0,0-1 1 0 0,-1 1-1 0 0,1 0 1 0 0,-1-1-1 0 0,1 1 0 0 0,-1-1 1 0 0,1 1-1 0 0,-1 0 1 0 0,0-1-1 0 0,1 1 1 0 0,-1-4-1 0 0,9-41 349 0 0,-7 36-272 0 0,40-162-1581 0 0,-26 117-6796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29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63 2304 0 0,'-34'-32'2699'0'0,"2"2"3564"0"0,62 68-2123 0 0,3 32-3884 0 0,-18-36 112 0 0,63 143-97 0 0,24 47-325 0 0,-73-166-411 0 0,66 94 0 0 0,-34-77-2548 0 0,-45-58-1553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29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79 1840 0 0,'-4'-7'5395'0'0,"18"15"-3792"0"0,24 21 57 0 0,45 61 1157 0 0,6 7-1709 0 0,-13-31-936 0 0,-76-66-173 0 0,0 0 0 0 0,0 0 0 0 0,0 1 0 0 0,1-1 0 0 0,-1 0 0 0 0,0 0-1 0 0,0 0 1 0 0,0 0 0 0 0,0 0 0 0 0,0 0 0 0 0,0 0 0 0 0,0 0 0 0 0,0 1 0 0 0,1-1 0 0 0,-1 0 0 0 0,0 0-1 0 0,0 0 1 0 0,0 0 0 0 0,0 0 0 0 0,0 0 0 0 0,1 0 0 0 0,-1 0 0 0 0,0 0 0 0 0,0 0 0 0 0,0 0 0 0 0,0 0 0 0 0,0 0-1 0 0,1 0 1 0 0,-1 0 0 0 0,0 0 0 0 0,0 0 0 0 0,0 0 0 0 0,0 0 0 0 0,0 0 0 0 0,1 0 0 0 0,-1 0 0 0 0,0 0-1 0 0,0 0 1 0 0,0 0 0 0 0,0-1 0 0 0,0 1 0 0 0,0 0 0 0 0,0 0 0 0 0,1 0 0 0 0,-1 0 0 0 0,0 0 0 0 0,0 0 0 0 0,0 0-1 0 0,0 0 1 0 0,0-1 0 0 0,0 1 0 0 0,-1-11-211 0 0,-10-18-351 0 0,9 24 435 0 0,-4-10 93 0 0,-38-122-336 0 0,41 124 346 0 0,0 0 1 0 0,1 0 0 0 0,0-1 0 0 0,1 1 0 0 0,1-1-1 0 0,0 1 1 0 0,1-1 0 0 0,4-19 0 0 0,-5 32 61 0 0,0 0 0 0 0,0 0 0 0 0,0 0 0 0 0,0-1 0 0 0,1 1 0 0 0,-1 0-1 0 0,0 0 1 0 0,1 0 0 0 0,-1 0 0 0 0,1 0 0 0 0,-1 0 0 0 0,1 0 0 0 0,0 0 0 0 0,-1 1 0 0 0,1-1 0 0 0,0 0 0 0 0,-1 0 0 0 0,1 0 0 0 0,0 1 0 0 0,0-1 0 0 0,0 0 0 0 0,0 1 0 0 0,0-1 0 0 0,0 1 0 0 0,0-1 0 0 0,0 1 0 0 0,0-1 0 0 0,0 1 0 0 0,0 0-1 0 0,0 0 1 0 0,0-1 0 0 0,0 1 0 0 0,0 0 0 0 0,0 0 0 0 0,1 0 0 0 0,-1 0 0 0 0,0 0 0 0 0,0 0 0 0 0,0 1 0 0 0,0-1 0 0 0,0 0 0 0 0,0 0 0 0 0,0 1 0 0 0,0-1 0 0 0,0 1 0 0 0,0-1 0 0 0,0 1 0 0 0,2 1 0 0 0,6 3 473 0 0,0 1 0 0 0,0 1 0 0 0,0 0 0 0 0,8 9 0 0 0,-7-7-254 0 0,7 6-56 0 0,-1 1 0 0 0,0 1 0 0 0,-2 0 1 0 0,15 23-1 0 0,41 79-102 0 0,-52-86-90 0 0,-4-6-678 0 0,2-1 0 0 0,1 0 0 0 0,34 40 0 0 0,-36-51-446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0.2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3225 0 0,'17'-18'993'0'0,"-13"13"-473"0"0,0-1 1 0 0,1 1-1 0 0,0 1 1 0 0,0-1 0 0 0,0 1-1 0 0,10-6 1 0 0,-13 9-409 0 0,0 0 1 0 0,0 1-1 0 0,0-1 1 0 0,0 0-1 0 0,0 1 0 0 0,0 0 1 0 0,0-1-1 0 0,0 1 1 0 0,0 0-1 0 0,0 0 0 0 0,0 0 1 0 0,0 1-1 0 0,0-1 1 0 0,1 0-1 0 0,-1 1 0 0 0,0-1 1 0 0,-1 1-1 0 0,1 0 0 0 0,0 0 1 0 0,0-1-1 0 0,0 1 1 0 0,0 1-1 0 0,-1-1 0 0 0,1 0 1 0 0,0 0-1 0 0,-1 1 1 0 0,2 1-1 0 0,4 3 32 0 0,-2 0 0 0 0,1 1 0 0 0,-1 0-1 0 0,0 0 1 0 0,0 0 0 0 0,-1 0 0 0 0,0 1 0 0 0,0 0 0 0 0,-1 0 0 0 0,0 0-1 0 0,3 13 1 0 0,18 40 156 0 0,-24-60-301 0 0,1 0 1 0 0,-1-1 0 0 0,0 1-1 0 0,1 0 1 0 0,-1 0 0 0 0,1-1-1 0 0,-1 1 1 0 0,1-1-1 0 0,0 1 1 0 0,-1 0 0 0 0,1-1-1 0 0,0 1 1 0 0,-1-1-1 0 0,1 1 1 0 0,0-1 0 0 0,-1 0-1 0 0,1 1 1 0 0,0-1 0 0 0,0 0-1 0 0,-1 1 1 0 0,1-1-1 0 0,0 0 1 0 0,0 0 0 0 0,0 0-1 0 0,0 0 1 0 0,1 0 8 0 0,0 0-1 0 0,0-1 1 0 0,-1 1 0 0 0,1-1-1 0 0,0 1 1 0 0,-1-1 0 0 0,1 0-1 0 0,-1 0 1 0 0,1 0-1 0 0,-1 0 1 0 0,3-2 0 0 0,5-5 78 0 0,0 0-1 0 0,0-1 1 0 0,6-11 0 0 0,-3 7 65 0 0,-10 10-127 0 0,1 0 0 0 0,0 0 1 0 0,0 0-1 0 0,0 1 0 0 0,0-1 0 0 0,0 1 1 0 0,1 0-1 0 0,-1 0 0 0 0,1 0 0 0 0,-1 1 1 0 0,1-1-1 0 0,0 1 0 0 0,-1 0 0 0 0,1 0 1 0 0,4-1-1 0 0,-5 3-22 0 0,-1-1 1 0 0,0 0-1 0 0,1 0 1 0 0,-1 1-1 0 0,1 0 1 0 0,-1-1-1 0 0,0 1 1 0 0,1 0-1 0 0,-1 0 1 0 0,0 0-1 0 0,0 0 1 0 0,0 1 0 0 0,0-1-1 0 0,0 0 1 0 0,0 1-1 0 0,0 0 1 0 0,-1-1-1 0 0,1 1 1 0 0,0 0-1 0 0,-1 0 1 0 0,1 0-1 0 0,-1 0 1 0 0,0 0-1 0 0,0 0 1 0 0,2 4-1 0 0,1 2 145 0 0,-1 1 1 0 0,0 0-1 0 0,0 0 0 0 0,-1 0 0 0 0,0 0 0 0 0,0 0 0 0 0,0 17 1 0 0,-5 71 1338 0 0,0-34-986 0 0,3-38-936 0 0,0-15-145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1.7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5 6913 0 0,'-11'-2'-247'0'0,"10"2"361"0"0,-1-1 1 0 0,1 1-1 0 0,-1-1 0 0 0,0 1 0 0 0,1 0 1 0 0,-1 0-1 0 0,0-1 0 0 0,1 1 1 0 0,-1 0-1 0 0,0 0 0 0 0,1 1 0 0 0,-1-1 1 0 0,1 0-1 0 0,-1 1 0 0 0,0-1 1 0 0,1 0-1 0 0,-1 1 0 0 0,1 0 0 0 0,-1-1 1 0 0,-1 2-1 0 0,3-1-71 0 0,0 0 0 0 0,0-1 0 0 0,0 1 0 0 0,1-1 0 0 0,-1 1-1 0 0,0-1 1 0 0,0 1 0 0 0,1-1 0 0 0,-1 1 0 0 0,0-1 0 0 0,1 1 0 0 0,-1-1 0 0 0,1 1 0 0 0,-1-1 0 0 0,0 0 0 0 0,1 1 0 0 0,-1-1 0 0 0,1 0-1 0 0,-1 1 1 0 0,1-1 0 0 0,-1 0 0 0 0,1 1 0 0 0,0-1 0 0 0,-1 0 0 0 0,1 0 0 0 0,-1 0 0 0 0,1 0 0 0 0,-1 0 0 0 0,2 1 0 0 0,18 4 29 0 0,21 3 114 0 0,0-2-1 0 0,0-2 1 0 0,45-2-1 0 0,127-13 327 0 0,52 2-101 0 0,166 13-503 0 0,-341-6 14 0 0,145 1 144 0 0,-127 17 139 0 0,-79-11-334 0 0,1 0-1 0 0,40 1 0 0 0,-13-3-1164 0 0,-44-1 595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17:32.4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31 4145 0 0,'-1'0'319'0'0,"0"-1"-119"0"0,0 0 1 0 0,0 0 0 0 0,1 0 0 0 0,-1 0 0 0 0,0 0-1 0 0,0 0 1 0 0,0 0 0 0 0,1 0 0 0 0,-1 0 0 0 0,0-1 0 0 0,1 1-1 0 0,-1 0 1 0 0,1 0 0 0 0,-1-3 0 0 0,1 4-117 0 0,0-1 0 0 0,0 1 0 0 0,0-1 0 0 0,1 1 1 0 0,-1-1-1 0 0,0 1 0 0 0,0 0 0 0 0,0-1 0 0 0,0 1 0 0 0,0-1 0 0 0,1 1 1 0 0,-1 0-1 0 0,0-1 0 0 0,0 1 0 0 0,1-1 0 0 0,-1 1 0 0 0,0 0 1 0 0,1 0-1 0 0,-1-1 0 0 0,0 1 0 0 0,1 0 0 0 0,-1-1 0 0 0,1 1 0 0 0,-1 0 1 0 0,0 0-1 0 0,1 0 0 0 0,0-1 0 0 0,1 1 67 0 0,0-1 0 0 0,0 1-1 0 0,0 0 1 0 0,0 0 0 0 0,0 0 0 0 0,0 0-1 0 0,0 0 1 0 0,1 0 0 0 0,-1 0-1 0 0,0 1 1 0 0,0-1 0 0 0,0 1 0 0 0,0-1-1 0 0,0 1 1 0 0,0 0 0 0 0,1 1 0 0 0,22 14 21 0 0,-2 2 0 0 0,0 0 0 0 0,-1 1 0 0 0,22 26 0 0 0,-24-24-36 0 0,1 0-1 0 0,1-2 0 0 0,1 0 0 0 0,28 17 0 0 0,-49-35-122 0 0,1 0 0 0 0,-1 1-1 0 0,0 0 1 0 0,1-1 0 0 0,-1 1 0 0 0,0 0-1 0 0,0 0 1 0 0,0 0 0 0 0,-1 1 0 0 0,1-1-1 0 0,0 0 1 0 0,-1 1 0 0 0,1-1 0 0 0,-1 1 0 0 0,0-1-1 0 0,0 1 1 0 0,0 0 0 0 0,0-1 0 0 0,-1 1-1 0 0,1 0 1 0 0,-1 0 0 0 0,1-1 0 0 0,-1 1 0 0 0,0 0-1 0 0,0 0 1 0 0,0 0 0 0 0,0 0 0 0 0,-1-1-1 0 0,1 1 1 0 0,-1 0 0 0 0,0 0 0 0 0,0-1-1 0 0,0 1 1 0 0,0 0 0 0 0,0-1 0 0 0,0 1 0 0 0,-1-1-1 0 0,1 1 1 0 0,-1-1 0 0 0,0 0 0 0 0,0 0-1 0 0,0 0 1 0 0,0 0 0 0 0,-4 4 0 0 0,-8 4 163 0 0,0-1 0 0 0,0 0 0 0 0,-1-1-1 0 0,0-1 1 0 0,0 0 0 0 0,-1-1 0 0 0,-22 6 0 0 0,13-4-215 0 0,-44 21 0 0 0,49-18 155 0 0,6-3-4761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13.9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64 120 920 0 0,'1'-4'154'0'0,"-1"0"-1"0"0,-1 0 1 0 0,1 0 0 0 0,0 1-1 0 0,-1-1 1 0 0,0 0-1 0 0,0 0 1 0 0,0 1-1 0 0,0-1 1 0 0,0 1 0 0 0,-3-5-1 0 0,2 5 81 0 0,0 1 0 0 0,0 0 0 0 0,0 0-1 0 0,0 0 1 0 0,0 1 0 0 0,0-1 0 0 0,-1 0 0 0 0,1 1-1 0 0,-1-1 1 0 0,1 1 0 0 0,-28-14 12543 0 0,34 13-13237 0 0,-2 2 524 0 0,-1-1 1 0 0,0 1-1 0 0,1 0 0 0 0,-1 0 1 0 0,1 0-1 0 0,-1 0 0 0 0,1 0 1 0 0,-1 0-1 0 0,1 0 1 0 0,-1 1-1 0 0,0-1 0 0 0,1 0 1 0 0,-1 1-1 0 0,0-1 1 0 0,1 1-1 0 0,-1 0 0 0 0,0-1 1 0 0,1 1-1 0 0,-1 0 1 0 0,0 0-1 0 0,2 1 0 0 0,22 21 687 0 0,-23-22-718 0 0,2 3 52 0 0,-1-1 1 0 0,1 0-1 0 0,0 0 0 0 0,0 0 0 0 0,1 0 0 0 0,-1-1 0 0 0,1 1 1 0 0,-1-1-1 0 0,1 0 0 0 0,0-1 0 0 0,0 1 0 0 0,-1-1 0 0 0,11 2 0 0 0,-2 4 370 0 0,-13-7-450 0 0,0 0-1 0 0,1 1 1 0 0,-1-1-1 0 0,0 0 1 0 0,0 0-1 0 0,1 1 1 0 0,-1-1-1 0 0,0 0 1 0 0,1 0-1 0 0,-1 0 0 0 0,0 1 1 0 0,1-1-1 0 0,-1 0 1 0 0,1 0-1 0 0,-1 0 1 0 0,0 0-1 0 0,1 0 1 0 0,-1 0-1 0 0,0 0 1 0 0,1 0-1 0 0,-1 0 1 0 0,1 0-1 0 0,-1 0 0 0 0,0 0 1 0 0,1 0-1 0 0,-1 0 1 0 0,0 0-1 0 0,1 0 1 0 0,-1 0-1 0 0,0-1 1 0 0,1 1-1 0 0,-1 0 1 0 0,1 0-1 0 0,-1 0 0 0 0,0-1 1 0 0,0 1-1 0 0,1 0 1 0 0,-1 0-1 0 0,0-1 1 0 0,1 1-1 0 0,-1 0 1 0 0,0 0-1 0 0,0-1 1 0 0,0 1-1 0 0,1 0 1 0 0,-1-1-1 0 0,0 1 0 0 0,1-1 310 0 0,12-16-232 0 0,12-9 66 0 0,-21 22-112 0 0,1 0 0 0 0,-1-1 0 0 0,0 1 0 0 0,0-1 0 0 0,0 0 0 0 0,3-7 0 0 0,-6 10-41 0 0,-1 1 0 0 0,1 0-1 0 0,-1 0 1 0 0,1-1 0 0 0,0 1 0 0 0,0 0 0 0 0,-1 0 0 0 0,1 0-1 0 0,0 0 1 0 0,0 0 0 0 0,0 0 0 0 0,0 0 0 0 0,0 0 0 0 0,0 0 0 0 0,0 1-1 0 0,0-1 1 0 0,0 0 0 0 0,1 1 0 0 0,-1-1 0 0 0,0 0 0 0 0,0 1-1 0 0,1 0 1 0 0,-1-1 0 0 0,0 1 0 0 0,1 0 0 0 0,-1 0 0 0 0,0-1 0 0 0,1 1-1 0 0,-1 0 1 0 0,0 1 0 0 0,1-1 0 0 0,-1 0 0 0 0,0 0 0 0 0,1 0-1 0 0,-1 1 1 0 0,0-1 0 0 0,0 1 0 0 0,1-1 0 0 0,-1 1 0 0 0,0-1-1 0 0,0 1 1 0 0,0 0 0 0 0,1 0 0 0 0,-1-1 0 0 0,0 1 0 0 0,0 0 0 0 0,0 0-1 0 0,-1 0 1 0 0,1 0 0 0 0,0 0 0 0 0,1 2 0 0 0,0-1 4 0 0,0 0 1 0 0,1 0-1 0 0,-1 0 0 0 0,1 0 1 0 0,-1 0-1 0 0,1 0 1 0 0,0 0-1 0 0,-1-1 1 0 0,1 0-1 0 0,0 1 0 0 0,0-1 1 0 0,0 0-1 0 0,0-1 1 0 0,0 1-1 0 0,1 0 0 0 0,-1-1 1 0 0,0 0-1 0 0,6 0 1 0 0,11 2-1 0 0,156 27-63 0 0,-148-23 64 0 0,-1 0 0 0 0,-1 2 0 0 0,1 1 0 0 0,36 17 0 0 0,-34-13 0 0 0,1-1 0 0 0,60 15 0 0 0,-73-24 0 0 0,84 18 0 0 0,0-5 0 0 0,148 4 0 0 0,-161-19-9 0 0,109-3 108 0 0,-159 0-89 0 0,0-3-1 0 0,0-1 0 0 0,42-12 1 0 0,19-10-62 0 0,2 4 0 0 0,0 5 0 0 0,155-10 0 0 0,-51 21 52 0 0,71 5 0 0 0,-115-9-7 0 0,1-1 87 0 0,-98 10 166 0 0,0-3-1 0 0,98-23 1 0 0,-155 28-219 0 0,30 0 74 0 0,-13 3-63 0 0,-23-2-38 0 0,0-1-13 0 0,0 1-58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24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91 2304 0 0,'-12'15'1669'0'0,"12"-16"-1648"0"0,0 1 0 0 0,0 0 1 0 0,0 0-1 0 0,0 0 0 0 0,0 0 1 0 0,0 0-1 0 0,0 0 0 0 0,0 0 1 0 0,0 0-1 0 0,0 0 0 0 0,0 0 0 0 0,0 0 1 0 0,0 0-1 0 0,1 0 0 0 0,-1 0 1 0 0,0 0-1 0 0,0 0 0 0 0,0 0 1 0 0,0 0-1 0 0,0 0 0 0 0,0 0 1 0 0,0 0-1 0 0,0 0 0 0 0,0 0 0 0 0,1 0 1 0 0,-1 0-1 0 0,0 0 0 0 0,0 0 1 0 0,0 0-1 0 0,0 0 0 0 0,0 0 1 0 0,0 0-1 0 0,0 0 0 0 0,0 0 1 0 0,0 0-1 0 0,0 0 0 0 0,1 0 1 0 0,-1 0-1 0 0,0 0 0 0 0,0 0 0 0 0,0 0 1 0 0,0 0-1 0 0,0 0 0 0 0,0 0 1 0 0,0 0-1 0 0,0 1 0 0 0,0-1 1 0 0,0 0-1 0 0,0 0 0 0 0,0 0 1 0 0,0 0-1 0 0,0 0 0 0 0,0 0 0 0 0,0 0 1 0 0,0 0-1 0 0,0 0 0 0 0,0 0 1 0 0,0 1-1 0 0,0-1 0 0 0,0 0 1 0 0,0 0-1 0 0,0 0 0 0 0,0 0 1 0 0,0 0-1 0 0,0 0 0 0 0,0 0 0 0 0,0 0 1 0 0,0 0-1 0 0,0 1 0 0 0,33-17 2420 0 0,-9 4-995 0 0,110-37 3571 0 0,-126 46-4953 0 0,0 1-1 0 0,-1 0 0 0 0,1 1 0 0 0,0 0 0 0 0,0 0 1 0 0,0 0-1 0 0,0 1 0 0 0,0 1 0 0 0,9 0 0 0 0,8 4 690 0 0,39 11 0 0 0,-51-11-538 0 0,1 0-1 0 0,0-2 1 0 0,0 0 0 0 0,0 0 0 0 0,0-2-1 0 0,1 1 1 0 0,-1-2 0 0 0,27-2 0 0 0,20-7 244 0 0,0 3 1 0 0,91 1 0 0 0,126-17 282 0 0,-52 2-327 0 0,-142 20-314 0 0,98 14 1 0 0,-24-1-19 0 0,-118-9-83 0 0,69 16 0 0 0,-69-11 0 0 0,66 6 0 0 0,64 8 220 0 0,-28-1-38 0 0,-35-17 218 0 0,-58-3-226 0 0,64 10-1 0 0,-63-7-113 0 0,1-2 1 0 0,-1-2-1 0 0,95-10 0 0 0,-23 0-42 0 0,297-32-18 0 0,105-9 0 0 0,-265 49 0 0 0,-212 4 0 0 0,-1 1 0 0 0,1 3 0 0 0,67 20 0 0 0,-79-19 11 0 0,0-2 0 0 0,0-1 0 0 0,60 1 1 0 0,20 2 7 0 0,18-4-19 0 0,-48-3 0 0 0,-15 3 5 0 0,250 2 54 0 0,-205-10-59 0 0,117-9 0 0 0,91-3 0 0 0,-107 9 0 0 0,121 1 0 0 0,-233 7 0 0 0,1 4 0 0 0,171 30 0 0 0,-227-29 0 0 0,58-2 0 0 0,11 1 0 0 0,168 14 0 0 0,-217-18 0 0 0,0-4 0 0 0,79-14 0 0 0,-22 0 15 0 0,49-9 10 0 0,78-7 37 0 0,-201 28-45 0 0,-2 2-61 0 0,81 4 1 0 0,-97-1 43 0 0,37-4 0 0 0,10 0 0 0 0,-69 4 0 0 0,2-1 0 0 0,0 1 0 0 0,0 1 0 0 0,1 0 0 0 0,-2 1 0 0 0,22 6 0 0 0,-26-8-3 0 0,-8 0 4 0 0,1 0 0 0 0,-1 0 0 0 0,0 0 0 0 0,0 0 0 0 0,0 0 0 0 0,0 0 0 0 0,0 1 0 0 0,0-1 0 0 0,0 0 0 0 0,0 0 0 0 0,0 1 0 0 0,0-1-1 0 0,0 1 1 0 0,0-1 0 0 0,0 1 0 0 0,2 0 108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5:28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44 1840 0 0,'-17'3'13831'0'0,"35"6"-13291"0"0,-14-7-305 0 0,1 0 0 0 0,-1 0 0 0 0,0-1 0 0 0,1 0 0 0 0,-1 0 1 0 0,6 1-1 0 0,48-1 3963 0 0,-36-2-3520 0 0,61 1-683 0 0,130 3-14 0 0,168-9 7 0 0,-176-3 8 0 0,-102 6 141 0 0,271 7 262 0 0,-276 5-319 0 0,0-5 0 0 0,0-5 0 0 0,1-3 0 0 0,-2-5 0 0 0,119-26 0 0 0,-191 29-32 0 0,-1 1 0 0 0,1 2 0 0 0,26-1 0 0 0,-47 3-429 0 0,-7 2 74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3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523 86 2761 0 0,'0'-4'250'0'0,"0"0"0"0"0,0 1 0 0 0,0-1 0 0 0,-1 1 0 0 0,1-1 0 0 0,-1 0 1 0 0,0 1-1 0 0,0-1 0 0 0,0 1 0 0 0,0 0 0 0 0,-1-1 0 0 0,1 1 0 0 0,-1 0 0 0 0,0 0 1 0 0,0 0-1 0 0,0 0 0 0 0,-1 0 0 0 0,1 0 0 0 0,-1 1 0 0 0,1-1 0 0 0,-1 1 0 0 0,-4-3 1 0 0,4 3-43 0 0,-1 1 1 0 0,1-1 0 0 0,-1 1-1 0 0,1 0 1 0 0,-1 0 0 0 0,1 1 0 0 0,-1-1-1 0 0,0 1 1 0 0,1 0 0 0 0,-1 0 0 0 0,0 0-1 0 0,0 0 1 0 0,1 0 0 0 0,-1 1-1 0 0,1 0 1 0 0,-1 0 0 0 0,0 0 0 0 0,1 0-1 0 0,0 0 1 0 0,-1 1 0 0 0,-5 3-1 0 0,-11 7 323 0 0,0 1-1 0 0,1 1 0 0 0,0 1 0 0 0,1 0 1 0 0,1 2-1 0 0,-16 19 0 0 0,5-2 18 0 0,1 1 1 0 0,-29 53 0 0 0,33-48-364 0 0,3 1 0 0 0,1 1 1 0 0,2 0-1 0 0,2 2 0 0 0,1-1 1 0 0,3 2-1 0 0,2 0 1 0 0,-7 88-1 0 0,15-116-181 0 0,1-1-1 0 0,1 0 1 0 0,1 1 0 0 0,0-1-1 0 0,1 0 1 0 0,1 0 0 0 0,1-1 0 0 0,0 1-1 0 0,13 26 1 0 0,-14-34-10 0 0,1 1-1 0 0,1-1 1 0 0,-1-1 0 0 0,1 1 0 0 0,1-1 0 0 0,-1 0-1 0 0,1-1 1 0 0,0 1 0 0 0,1-1 0 0 0,0-1-1 0 0,0 1 1 0 0,0-1 0 0 0,0-1 0 0 0,1 0 0 0 0,0 0-1 0 0,-1 0 1 0 0,2-1 0 0 0,8 2 0 0 0,-2-2-276 0 0,-1 0-1 0 0,1-1 1 0 0,0-1 0 0 0,0 0 0 0 0,0-1 0 0 0,0-1 0 0 0,0-1 0 0 0,-1 0 0 0 0,18-5 0 0 0,-3-2-5977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19 6449 0 0,'-4'2'288'0'0,"0"0"0"0"0,1 0-1 0 0,-1 0 1 0 0,1 1 0 0 0,-1-1-1 0 0,1 1 1 0 0,0 0-1 0 0,0 0 1 0 0,0 0 0 0 0,0 1-1 0 0,1-1 1 0 0,-1 1 0 0 0,1-1-1 0 0,0 1 1 0 0,0 0 0 0 0,0 0-1 0 0,1 0 1 0 0,-1 0 0 0 0,1 0-1 0 0,0 0 1 0 0,0 0-1 0 0,0 0 1 0 0,1 1 0 0 0,0-1-1 0 0,-1 0 1 0 0,1 0 0 0 0,1 1-1 0 0,-1-1 1 0 0,2 8 0 0 0,0-5-113 0 0,0-1 0 0 0,0 1 1 0 0,1 0-1 0 0,-1-1 1 0 0,1 0-1 0 0,1 1 0 0 0,-1-1 1 0 0,1-1-1 0 0,0 1 1 0 0,1 0-1 0 0,-1-1 0 0 0,1 0 1 0 0,0 0-1 0 0,0 0 1 0 0,1-1-1 0 0,-1 0 0 0 0,12 7 1 0 0,-9-8-40 0 0,1 1 1 0 0,0-1-1 0 0,-1 0 1 0 0,1-1-1 0 0,0 0 0 0 0,0-1 1 0 0,0 1-1 0 0,1-2 1 0 0,-1 1-1 0 0,0-1 0 0 0,0-1 1 0 0,0 0-1 0 0,17-3 1 0 0,-23 3-117 0 0,1 0 0 0 0,-1 0 0 0 0,1 0 0 0 0,-1-1 0 0 0,0 1-1 0 0,0-1 1 0 0,0 1 0 0 0,0-1 0 0 0,0 0 0 0 0,0 0 0 0 0,0-1 0 0 0,-1 1 0 0 0,1 0 0 0 0,-1-1 0 0 0,1 0 0 0 0,-1 1 0 0 0,0-1 0 0 0,0 0 0 0 0,0 0 0 0 0,-1 0 0 0 0,1-1 0 0 0,-1 1 0 0 0,1 0 0 0 0,-1 0 0 0 0,0-1 0 0 0,-1 1 0 0 0,1-1 0 0 0,0 1 0 0 0,-1-1 0 0 0,0 1 0 0 0,0-1 0 0 0,0 1 0 0 0,0-1 0 0 0,-1 1 0 0 0,1-1 0 0 0,-1 1 0 0 0,0-1-1 0 0,-1-3 1 0 0,0-2 14 0 0,-1-1-1 0 0,0 1 1 0 0,-1-1-1 0 0,0 1 0 0 0,-1 0 1 0 0,1 0-1 0 0,-2 1 0 0 0,1 0 1 0 0,-1-1-1 0 0,0 2 0 0 0,-12-12 1 0 0,14 15-209 0 0,0 1 0 0 0,0 0 1 0 0,0 1-1 0 0,0-1 1 0 0,-1 1-1 0 0,1 0 0 0 0,-1 0 1 0 0,1 0-1 0 0,-1 0 0 0 0,0 1 1 0 0,0 0-1 0 0,0 0 0 0 0,0 0 1 0 0,0 1-1 0 0,1-1 0 0 0,-1 1 1 0 0,0 0-1 0 0,0 1 0 0 0,0-1 1 0 0,0 1-1 0 0,0 0 0 0 0,0 0 1 0 0,0 1-1 0 0,-8 3 0 0 0,-2 1-1878 0 0,0 1-3506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43 10594 0 0,'1'1'128'0'0,"1"-1"-1"0"0,-1 1 1 0 0,0-1 0 0 0,0 1-1 0 0,1 0 1 0 0,-1-1-1 0 0,0 1 1 0 0,0 0-1 0 0,0 0 1 0 0,0 0 0 0 0,0 0-1 0 0,0 0 1 0 0,0 0-1 0 0,0 0 1 0 0,-1 0-1 0 0,1 0 1 0 0,0 0 0 0 0,0 0-1 0 0,0 2 1 0 0,14 28 1025 0 0,-13-24-753 0 0,22 64 2303 0 0,-19-54-2433 0 0,0 0-1 0 0,1-1 0 0 0,16 31 1 0 0,-22-46-269 0 0,1 1 0 0 0,0-1 0 0 0,-1 0 1 0 0,1 0-1 0 0,0 0 0 0 0,-1 0 0 0 0,1 0 0 0 0,0 0 0 0 0,0-1 0 0 0,0 1 1 0 0,0 0-1 0 0,0 0 0 0 0,0-1 0 0 0,0 1 0 0 0,0 0 0 0 0,1-1 1 0 0,-1 1-1 0 0,0-1 0 0 0,0 1 0 0 0,0-1 0 0 0,1 0 0 0 0,-1 0 0 0 0,2 1 1 0 0,-1-2-16 0 0,0 1 0 0 0,0-1 0 0 0,0 1 0 0 0,0-1 0 0 0,-1 0 0 0 0,1 1 1 0 0,0-1-1 0 0,-1 0 0 0 0,1 0 0 0 0,0-1 0 0 0,-1 1 0 0 0,1 0 0 0 0,-1 0 1 0 0,2-2-1 0 0,6-8-106 0 0,-1 0-1 0 0,0 0 1 0 0,10-21 0 0 0,-11 21 103 0 0,14-26-120 0 0,29-44-40 0 0,-44 71 179 0 0,2 1 0 0 0,-1 0 0 0 0,1 0 0 0 0,0 1 0 0 0,17-13 0 0 0,-23 20 30 0 0,-1 0 0 0 0,2-1 0 0 0,-1 1 0 0 0,0 0 0 0 0,0 0 1 0 0,0 1-1 0 0,0-1 0 0 0,1 0 0 0 0,-1 1 0 0 0,0-1 0 0 0,0 1 0 0 0,1 0 1 0 0,-1 0-1 0 0,0 0 0 0 0,1 0 0 0 0,-1 0 0 0 0,0 0 0 0 0,1 1 0 0 0,-1-1 0 0 0,0 1 1 0 0,1-1-1 0 0,-1 1 0 0 0,0 0 0 0 0,0 0 0 0 0,0 0 0 0 0,0 0 0 0 0,0 1 1 0 0,0-1-1 0 0,0 0 0 0 0,2 3 0 0 0,6 5 253 0 0,-1 0 1 0 0,0 1-1 0 0,0 0 0 0 0,9 16 1 0 0,0-3-93 0 0,-12-15-247 0 0,-2-2-129 0 0,1-1-1 0 0,-1 1 1 0 0,1-1 0 0 0,1 0 0 0 0,7 6 0 0 0,-12-10 164 0 0,-1-1 0 0 0,1 1 0 0 0,0-1 0 0 0,0 1-1 0 0,0-1 1 0 0,0 0 0 0 0,0 1 0 0 0,0-1 0 0 0,0 0 0 0 0,0 0 0 0 0,0 1 0 0 0,0-1 0 0 0,0 0 0 0 0,0 0-1 0 0,0 0 1 0 0,0 0 0 0 0,0-1 0 0 0,0 1 0 0 0,0 0 0 0 0,0 0 0 0 0,0-1 0 0 0,0 1 0 0 0,0 0 0 0 0,-1-1-1 0 0,1 1 1 0 0,0-1 0 0 0,0 1 0 0 0,0-1 0 0 0,0 1 0 0 0,-1-1 0 0 0,1 0 0 0 0,0 1 0 0 0,0-1 0 0 0,-1 0-1 0 0,1 0 1 0 0,-1 1 0 0 0,1-1 0 0 0,-1 0 0 0 0,1 0 0 0 0,-1 0 0 0 0,1 0 0 0 0,-1 0 0 0 0,0 0-1 0 0,1 0 1 0 0,-1 0 0 0 0,0-1 0 0 0,11-25-207 0 0,-10 20 207 0 0,1 1-1 0 0,0 0 0 0 0,1-1 1 0 0,-1 1-1 0 0,1 0 1 0 0,0 0-1 0 0,1 1 1 0 0,0-1-1 0 0,-1 1 0 0 0,2-1 1 0 0,-1 1-1 0 0,1 0 1 0 0,9-7-1 0 0,-12 11 46 0 0,0 0 0 0 0,1 0-1 0 0,-1 1 1 0 0,0-1 0 0 0,1 1 0 0 0,-1 0 0 0 0,0-1-1 0 0,1 1 1 0 0,-1 0 0 0 0,0 0 0 0 0,1 1 0 0 0,-1-1-1 0 0,0 0 1 0 0,1 1 0 0 0,-1-1 0 0 0,0 1 0 0 0,0 0-1 0 0,0 0 1 0 0,1 0 0 0 0,-1 0 0 0 0,0 0 0 0 0,0 0-1 0 0,0 1 1 0 0,-1-1 0 0 0,1 1 0 0 0,0-1-1 0 0,0 1 1 0 0,-1 0 0 0 0,1-1 0 0 0,2 5 0 0 0,4 5 118 0 0,0 0 0 0 0,0 1 0 0 0,10 21 0 0 0,-15-26-177 0 0,22 34-3224 0 0,-16-30 2105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4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0 2745 0 0,'-4'7'6225'0'0,"4"-6"-6053"0"0,4 18 3676 0 0,11 23-339 0 0,-13-36-2876 0 0,10 28 1039 0 0,9 47 1 0 0,8 97-1408 0 0,-25-147-445 0 0,-2-17-784 0 0,0 0-1 0 0,-2 0 1 0 0,0 1 0 0 0,-1 14 0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1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85 3225 0 0,'1'-4'254'0'0,"-1"0"1"0"0,1 0 0 0 0,0 0-1 0 0,0 0 1 0 0,0 0-1 0 0,1 0 1 0 0,-1 1 0 0 0,1-1-1 0 0,0 0 1 0 0,0 1 0 0 0,1-1-1 0 0,-1 1 1 0 0,1 0-1 0 0,-1 0 1 0 0,1 0 0 0 0,0 0-1 0 0,0 0 1 0 0,0 0 0 0 0,1 1-1 0 0,-1 0 1 0 0,1 0-1 0 0,-1 0 1 0 0,1 0 0 0 0,0 0-1 0 0,-1 1 1 0 0,1-1 0 0 0,6 0-1 0 0,-9 2-135 0 0,0 0 0 0 0,0 0 0 0 0,0 0-1 0 0,-1 0 1 0 0,1 0 0 0 0,0 0 0 0 0,0 0 0 0 0,0 0-1 0 0,0 1 1 0 0,0-1 0 0 0,0 0 0 0 0,0 1-1 0 0,0-1 1 0 0,-1 0 0 0 0,1 1 0 0 0,0-1 0 0 0,0 1-1 0 0,-1 0 1 0 0,1-1 0 0 0,0 1 0 0 0,-1 0 0 0 0,1-1-1 0 0,0 1 1 0 0,0 1 0 0 0,0 1 85 0 0,1-1-1 0 0,-1 1 1 0 0,0-1-1 0 0,-1 1 1 0 0,1 0 0 0 0,0-1-1 0 0,-1 1 1 0 0,1 4-1 0 0,-1 3 271 0 0,0 0-1 0 0,-1 0 0 0 0,-2 17 0 0 0,-2-8-121 0 0,0 1 0 0 0,-2-2 0 0 0,0 1 0 0 0,-9 18 0 0 0,6-19-1594 0 0,-22 31 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5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4145 0 0,'2'1'130'0'0,"0"1"0"0"0,-1-1 0 0 0,1 1 0 0 0,-1-1 0 0 0,1 1 1 0 0,-1 0-1 0 0,0-1 0 0 0,0 1 0 0 0,0 0 0 0 0,0 0 0 0 0,0 0 0 0 0,0 0 0 0 0,0 0 0 0 0,0 0 1 0 0,-1 0-1 0 0,1 4 0 0 0,6 42 2300 0 0,-5-32-1302 0 0,0 0-134 0 0,2 1 0 0 0,-1-1-1 0 0,2 0 1 0 0,9 22 0 0 0,-12-32-719 0 0,1-1 0 0 0,0 0 0 0 0,0 1 1 0 0,0-1-1 0 0,1-1 0 0 0,-1 1 1 0 0,1 0-1 0 0,0-1 0 0 0,1 0 0 0 0,-1 1 1 0 0,1-2-1 0 0,0 1 0 0 0,0-1 1 0 0,0 1-1 0 0,9 3 0 0 0,-13-7-280 0 0,1 1 0 0 0,-1-1 0 0 0,1 1 0 0 0,0-1 0 0 0,-1 0 0 0 0,1 1 0 0 0,0-1 0 0 0,0 0 0 0 0,-1 0 0 0 0,1 0 0 0 0,0-1 0 0 0,-1 1 0 0 0,1 0 0 0 0,0-1 0 0 0,-1 1 0 0 0,1-1-1 0 0,-1 1 1 0 0,1-1 0 0 0,-1 0 0 0 0,3-1 0 0 0,0 0-27 0 0,-1-1 1 0 0,0 0-1 0 0,0 0 0 0 0,0 0 0 0 0,0 0 0 0 0,0 0 0 0 0,-1 0 0 0 0,3-5 0 0 0,2-3-55 0 0,-1-1 0 0 0,-1-1 0 0 0,0 1 0 0 0,5-17 0 0 0,-6 12 197 0 0,-3 10-6 0 0,0 1 1 0 0,1-1-1 0 0,-1 1 0 0 0,1 0 1 0 0,1 0-1 0 0,-1 0 0 0 0,1 0 1 0 0,0 0-1 0 0,6-8 1 0 0,-8 14-54 0 0,0-1 0 0 0,0 1 0 0 0,0 0 0 0 0,0 0 0 0 0,0 0 0 0 0,0 0 0 0 0,0 0 0 0 0,0 0 0 0 0,0 0 0 0 0,0 0 0 0 0,-1 1 0 0 0,1-1 0 0 0,0 0 1 0 0,0 0-1 0 0,0 1 0 0 0,0-1 0 0 0,0 1 0 0 0,0-1 0 0 0,-1 1 0 0 0,1-1 0 0 0,0 1 0 0 0,0-1 0 0 0,-1 1 0 0 0,1 0 0 0 0,0-1 0 0 0,-1 1 0 0 0,1 0 1 0 0,-1 0-1 0 0,1-1 0 0 0,-1 1 0 0 0,1 0 0 0 0,-1 0 0 0 0,1 0 0 0 0,-1 1 0 0 0,19 31 377 0 0,5 30 169 0 0,4 9-669 0 0,-1-28-6083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 8754 0 0,'-1'0'197'0'0,"0"-1"1"0"0,1 1-1 0 0,-1 0 1 0 0,0 0-1 0 0,1 0 1 0 0,-1-1-1 0 0,0 1 1 0 0,1 0-1 0 0,-1 0 1 0 0,0 0-1 0 0,1 0 0 0 0,-1 0 1 0 0,0 1-1 0 0,0-1 1 0 0,1 0-1 0 0,-1 0 1 0 0,0 0-1 0 0,1 0 1 0 0,-1 1-1 0 0,0-1 1 0 0,1 0-1 0 0,-1 1 1 0 0,1-1-1 0 0,-1 1 1 0 0,0-1-1 0 0,1 0 0 0 0,-1 1 1 0 0,1-1-1 0 0,-1 2 1 0 0,0 0 91 0 0,0 0-1 0 0,0-1 1 0 0,0 1 0 0 0,0 0-1 0 0,1 0 1 0 0,-1 1-1 0 0,0-1 1 0 0,1 0 0 0 0,0 0-1 0 0,-1 2 1 0 0,1 6 279 0 0,0-1-1 0 0,1 0 1 0 0,2 16-1 0 0,32 101 1253 0 0,-4-21-1392 0 0,38 146-144 0 0,-34-144-2924 0 0,-25-79-4612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5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9 175 10594 0 0,'-1'0'70'0'0,"1"-1"-1"0"0,-1 1 1 0 0,0-1-1 0 0,1 0 1 0 0,-1 1-1 0 0,1-1 1 0 0,-1 0-1 0 0,1 0 0 0 0,-1 1 1 0 0,1-1-1 0 0,0 0 1 0 0,-1 0-1 0 0,1 0 1 0 0,0 1-1 0 0,-1-1 1 0 0,1 0-1 0 0,0 0 1 0 0,0 0-1 0 0,0 0 1 0 0,0 0-1 0 0,0 0 0 0 0,0 1 1 0 0,0-1-1 0 0,0 0 1 0 0,0 0-1 0 0,1 0 1 0 0,-1 0-1 0 0,1-1 1 0 0,0-1 135 0 0,1-1 1 0 0,-1 1-1 0 0,1 0 1 0 0,0 0 0 0 0,1 0-1 0 0,-1 0 1 0 0,4-4-1 0 0,5-4 350 0 0,0 1 0 0 0,20-14 0 0 0,-18 14-847 0 0,1 1 1 0 0,1 0-1 0 0,-1 1 0 0 0,2 0 1 0 0,-1 1-1 0 0,1 1 0 0 0,0 1 1 0 0,0 0-1 0 0,19-3 0 0 0,-13 6 206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6.3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0 377 5065 0 0,'10'-1'522'0'0,"-1"-2"0"0"0,1 1 0 0 0,-1-1 0 0 0,0 0 0 0 0,0-1 0 0 0,0 0-1 0 0,0-1 1 0 0,11-8 0 0 0,-3 3 232 0 0,5-2 130 0 0,0-2 0 0 0,-1 0 0 0 0,0-2 0 0 0,-1 0 0 0 0,28-31 0 0 0,-39 37-624 0 0,0-1 1 0 0,-1 1-1 0 0,0-2 0 0 0,-1 1 0 0 0,0-1 0 0 0,-1 0 1 0 0,0-1-1 0 0,-1 1 0 0 0,0-1 0 0 0,-1 0 0 0 0,0 0 1 0 0,1-17-1 0 0,-4 28-232 0 0,-1 0 0 0 0,0 1 0 0 0,0-1 0 0 0,0 0 0 0 0,0 1 0 0 0,0-1 0 0 0,0 0 0 0 0,0 1 0 0 0,0-1 0 0 0,0 0 0 0 0,-1 1 0 0 0,1-1 0 0 0,-1 1 0 0 0,0-1 0 0 0,1 1 0 0 0,-1-1 0 0 0,0 1 0 0 0,-1-3 0 0 0,1 4 8 0 0,0-1 1 0 0,0 0-1 0 0,0 1 0 0 0,0-1 0 0 0,0 1 0 0 0,0 0 0 0 0,0-1 0 0 0,0 1 0 0 0,0 0 0 0 0,0 0 0 0 0,0-1 0 0 0,0 1 1 0 0,0 0-1 0 0,0 0 0 0 0,0 0 0 0 0,0 0 0 0 0,0 0 0 0 0,0 1 0 0 0,0-1 0 0 0,0 0 0 0 0,-1 1 0 0 0,-4 1 70 0 0,1 0 0 0 0,0 0 0 0 0,0 1 0 0 0,0-1-1 0 0,0 1 1 0 0,1 1 0 0 0,-1-1 0 0 0,1 1-1 0 0,-5 4 1 0 0,-1 3-32 0 0,1 1-1 0 0,0 0 1 0 0,0 0 0 0 0,1 1-1 0 0,1 1 1 0 0,0-1-1 0 0,1 1 1 0 0,0 0 0 0 0,1 1-1 0 0,-5 24 1 0 0,9-31-45 0 0,0 0 0 0 0,0 0 0 0 0,1 0 0 0 0,0 0 0 0 0,0 0-1 0 0,1 0 1 0 0,0 0 0 0 0,0-1 0 0 0,5 14 0 0 0,-4-15-13 0 0,0-1-1 0 0,1 0 0 0 0,0 0 0 0 0,0 0 0 0 0,0 0 1 0 0,0 0-1 0 0,1-1 0 0 0,0 1 0 0 0,0-1 0 0 0,0 0 0 0 0,0 0 1 0 0,1-1-1 0 0,-1 1 0 0 0,9 4 0 0 0,-3-3 24 0 0,1 0 1 0 0,0 0-1 0 0,0-1 0 0 0,0 0 0 0 0,1-1 0 0 0,-1 0 1 0 0,1-1-1 0 0,0 0 0 0 0,0-1 0 0 0,0 0 0 0 0,12-2 1 0 0,-6 0-326 0 0,0-1 0 0 0,0-1 0 0 0,0-1 0 0 0,-1-1 0 0 0,1 0 0 0 0,26-12 0 0 0,-10 1-7374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19.9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231 160 3681 0 0,'2'-34'1120'0'0,"0"19"-617"0"0,-2 1 0 0 0,0-25 0 0 0,0 36-333 0 0,-1 1-1 0 0,1-1 1 0 0,0 0-1 0 0,-1 0 1 0 0,0 1 0 0 0,0-1-1 0 0,0 0 1 0 0,0 1-1 0 0,0-1 1 0 0,0 1-1 0 0,-1-1 1 0 0,1 1-1 0 0,-1 0 1 0 0,0-1-1 0 0,1 1 1 0 0,-1 0-1 0 0,0 0 1 0 0,0 0-1 0 0,-3-2 1 0 0,2 3 0 0 0,1 0-1 0 0,0 0 1 0 0,-1 1 0 0 0,1-1 0 0 0,0 0-1 0 0,-1 1 1 0 0,1-1 0 0 0,-1 1 0 0 0,1 0 0 0 0,-1 0-1 0 0,1 0 1 0 0,-1 0 0 0 0,1 0 0 0 0,-1 1 0 0 0,1-1-1 0 0,-1 1 1 0 0,1 0 0 0 0,0-1 0 0 0,-1 1 0 0 0,1 0-1 0 0,0 0 1 0 0,0 1 0 0 0,-1-1 0 0 0,1 0 0 0 0,0 1-1 0 0,0-1 1 0 0,0 1 0 0 0,-2 3 0 0 0,-5 3 164 0 0,1 1 0 0 0,0 0 0 0 0,0 1 0 0 0,-9 14 0 0 0,5-4-106 0 0,0 1-1 0 0,1 0 0 0 0,1 0 0 0 0,1 1 0 0 0,1 0 0 0 0,1 0 1 0 0,1 1-1 0 0,-5 29 0 0 0,11-50-243 0 0,0-1 0 0 0,-1 1 1 0 0,1-1-1 0 0,0 1 0 0 0,0-1 1 0 0,0 1-1 0 0,0-1 0 0 0,0 1 0 0 0,0-1 1 0 0,0 1-1 0 0,1-1 0 0 0,-1 1 1 0 0,0-1-1 0 0,1 1 0 0 0,-1-1 0 0 0,1 1 1 0 0,0-1-1 0 0,-1 0 0 0 0,1 1 1 0 0,0-1-1 0 0,0 0 0 0 0,0 0 0 0 0,0 0 1 0 0,0 1-1 0 0,0-1 0 0 0,0 0 1 0 0,0 0-1 0 0,2 1 0 0 0,-1-2-7 0 0,0 0 1 0 0,-1 0-1 0 0,1 0 0 0 0,0-1 0 0 0,0 1 0 0 0,-1 0 1 0 0,1-1-1 0 0,0 1 0 0 0,-1-1 0 0 0,1 1 0 0 0,0-1 1 0 0,-1 0-1 0 0,1 0 0 0 0,-1 0 0 0 0,1 1 1 0 0,-1-2-1 0 0,0 1 0 0 0,1 0 0 0 0,-1 0 0 0 0,0 0 1 0 0,0-1-1 0 0,0 1 0 0 0,0 0 0 0 0,1-3 0 0 0,7-6-54 0 0,-2-1 0 0 0,0 0 0 0 0,0-1 0 0 0,-1 1 0 0 0,0-1 0 0 0,4-17 0 0 0,16-77 2954 0 0,-19 162-3 0 0,-1-24-2763 0 0,-4-14-83 0 0,1 0 0 0 0,0-1 0 0 0,2 1 0 0 0,0-1 0 0 0,15 33 0 0 0,-15-41-272 0 0,1 0-1 0 0,0 0 1 0 0,0 0 0 0 0,1 0-1 0 0,0-1 1 0 0,0-1-1 0 0,1 1 1 0 0,0-1-1 0 0,1 0 1 0 0,0-1 0 0 0,12 8-1 0 0,-10-8-835 0 0,0 0 0 0 0,1-1 1 0 0,14 5-1 0 0,8-1-1150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92 2761 0 0,'1'-4'441'0'0,"0"1"0"0"0,0-1 0 0 0,0 1 0 0 0,-1-1 0 0 0,0 0 0 0 0,1 1 0 0 0,-1-1 0 0 0,-1 0 0 0 0,1 1 1 0 0,0-1-1 0 0,-1 1 0 0 0,0-1 0 0 0,0 0 0 0 0,0 1 0 0 0,0 0 0 0 0,0-1 0 0 0,-1 1 0 0 0,-3-5 0 0 0,4 6-239 0 0,0 1 0 0 0,0-1 0 0 0,-1 1 0 0 0,1-1 0 0 0,-1 1 0 0 0,1 0 0 0 0,-1-1 0 0 0,0 1 0 0 0,0 0 0 0 0,1 0 0 0 0,-1 0 0 0 0,0 1 0 0 0,0-1 0 0 0,0 0 0 0 0,0 1-1 0 0,0-1 1 0 0,0 1 0 0 0,0 0 0 0 0,0-1 0 0 0,0 1 0 0 0,0 0 0 0 0,0 0 0 0 0,0 0 0 0 0,0 1 0 0 0,0-1 0 0 0,0 0 0 0 0,0 1 0 0 0,0 0 0 0 0,0-1 0 0 0,0 1-1 0 0,1 0 1 0 0,-1 0 0 0 0,0 0 0 0 0,-3 2 0 0 0,-3 3-42 0 0,0-1 0 0 0,1 2 0 0 0,0-1 0 0 0,0 1 0 0 0,0 0 0 0 0,1 0 0 0 0,0 1 0 0 0,1 0 0 0 0,-1 0 0 0 0,2 0 0 0 0,-1 0 0 0 0,1 1 0 0 0,0 0 0 0 0,1 0 0 0 0,0 0 0 0 0,-3 14 0 0 0,3-7-68 0 0,0 0-1 0 0,1 0 1 0 0,0 1-1 0 0,1-1 1 0 0,1 0 0 0 0,1 1-1 0 0,0-1 1 0 0,1 0-1 0 0,4 16 1 0 0,-2-17-72 0 0,1-2 0 0 0,0 1 1 0 0,1 0-1 0 0,10 17 1 0 0,12 6-1443 0 0,-23-32 528 0 0,0-1 0 0 0,0 0-1 0 0,0 0 1 0 0,0 0 0 0 0,7 3-1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0 145 1376 0 0,'4'-5'198'0'0,"-1"0"0"0"0,1 0 0 0 0,0 0 0 0 0,0 0 0 0 0,1 1 0 0 0,-1-1 0 0 0,10-5 1 0 0,-12 8 200 0 0,0 0 0 0 0,1 1 1 0 0,-1-1-1 0 0,1 1 1 0 0,0 0-1 0 0,-1 0 1 0 0,1 0-1 0 0,0 0 0 0 0,0 1 1 0 0,0-1-1 0 0,4 0 1 0 0,-7 1-240 0 0,1 1 0 0 0,-1-1 0 0 0,1 1-1 0 0,-1-1 1 0 0,1 0 0 0 0,-1 1 0 0 0,1-1 0 0 0,-1 1 0 0 0,0-1 0 0 0,1 1 0 0 0,-1-1 0 0 0,0 1 0 0 0,1-1 0 0 0,-1 1 0 0 0,0 0 0 0 0,0-1 0 0 0,0 1 0 0 0,1-1 0 0 0,-1 1 0 0 0,0 0 0 0 0,0-1 0 0 0,0 1 0 0 0,0 0 0 0 0,0-1 0 0 0,0 1 0 0 0,0-1 0 0 0,0 1 0 0 0,-1 0-1 0 0,1-1 1 0 0,0 1 0 0 0,0-1 0 0 0,0 1 0 0 0,-1 0 0 0 0,-5 28 1732 0 0,5-25-1446 0 0,-3 10 160 0 0,1 0-1 0 0,1 1 1 0 0,1-1 0 0 0,0 1-1 0 0,1-1 1 0 0,0 1 0 0 0,4 19-1 0 0,-4-29-543 0 0,1-1 0 0 0,0 1 0 0 0,0-1 0 0 0,0 0 0 0 0,1 1 0 0 0,-1-1 0 0 0,1 0 0 0 0,0 0 0 0 0,0 0-1 0 0,1 0 1 0 0,-1 0 0 0 0,1 0 0 0 0,0-1 0 0 0,0 1 0 0 0,0-1 0 0 0,0 0 0 0 0,1 0 0 0 0,-1 0 0 0 0,1 0 0 0 0,0-1-1 0 0,0 1 1 0 0,0-1 0 0 0,0 0 0 0 0,0 0 0 0 0,0-1 0 0 0,0 1 0 0 0,8 1 0 0 0,-5-3-49 0 0,0 0-1 0 0,0 0 1 0 0,-1-1 0 0 0,1 1 0 0 0,0-1 0 0 0,-1-1 0 0 0,1 1-1 0 0,-1-1 1 0 0,0-1 0 0 0,1 1 0 0 0,-1-1 0 0 0,0 0-1 0 0,0 0 1 0 0,-1-1 0 0 0,1 0 0 0 0,9-8 0 0 0,-8 6 1 0 0,0 0 1 0 0,0 0-1 0 0,-1-1 1 0 0,0 0-1 0 0,0 0 1 0 0,0-1-1 0 0,-1 1 1 0 0,0-1-1 0 0,-1-1 1 0 0,0 1-1 0 0,5-15 1 0 0,-8 17-53 0 0,0 0 0 0 0,0 1 0 0 0,-1-1 0 0 0,0 0 0 0 0,0 0 1 0 0,-1 1-1 0 0,0-1 0 0 0,0 0 0 0 0,0 1 0 0 0,0-1 0 0 0,-1 1 0 0 0,0-1 0 0 0,0 1 0 0 0,-1 0 1 0 0,0 0-1 0 0,1 0 0 0 0,-2 0 0 0 0,1 0 0 0 0,0 0 0 0 0,-1 1 0 0 0,0 0 0 0 0,0 0 0 0 0,-5-4 1 0 0,-6-5-186 0 0,-1 1 1 0 0,0 0-1 0 0,0 1 0 0 0,-1 1 1 0 0,-26-12-1 0 0,8 10-6074 0 0,20 9 268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5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0,'3'0'226'0'0,"0"0"0"0"0,0 0 0 0 0,-1 1 1 0 0,1-1-1 0 0,0 1 0 0 0,0-1 0 0 0,0 1 0 0 0,-1 0 1 0 0,1 0-1 0 0,-1 1 0 0 0,1-1 0 0 0,0 0 1 0 0,-1 1-1 0 0,0-1 0 0 0,1 1 0 0 0,-1 0 1 0 0,0 0-1 0 0,0 0 0 0 0,0 0 0 0 0,0 0 1 0 0,0 0-1 0 0,-1 1 0 0 0,1-1 0 0 0,-1 1 1 0 0,1-1-1 0 0,-1 1 0 0 0,2 4 0 0 0,1 8 296 0 0,0 0 0 0 0,-1 0-1 0 0,0 0 1 0 0,0 20 0 0 0,6 28-87 0 0,-7-59-428 0 0,-1 0 1 0 0,1 0-1 0 0,-1 0 1 0 0,1 0 0 0 0,1 0-1 0 0,-1 0 1 0 0,0 0-1 0 0,1-1 1 0 0,0 1 0 0 0,0-1-1 0 0,5 6 1 0 0,-7-9-12 0 0,0 1 1 0 0,0-1-1 0 0,0 1 1 0 0,-1-1-1 0 0,1 1 0 0 0,0-1 1 0 0,0 1-1 0 0,0-1 1 0 0,0 0-1 0 0,0 0 0 0 0,1 1 1 0 0,-1-1-1 0 0,0 0 1 0 0,0 0-1 0 0,0 0 0 0 0,0 0 1 0 0,0 0-1 0 0,0 0 1 0 0,0-1-1 0 0,2 1 1 0 0,-1-1-12 0 0,-1 0 1 0 0,1 0 0 0 0,0 0 0 0 0,0-1 0 0 0,-1 1 0 0 0,1 0 0 0 0,0-1 0 0 0,-1 1 0 0 0,0-1 0 0 0,1 0 0 0 0,-1 1 0 0 0,0-1 0 0 0,0 0 0 0 0,2-3 0 0 0,6-14-198 0 0,0-2 1 0 0,6-21-1 0 0,-11 30 230 0 0,-1-1-1 0 0,2 1 1 0 0,0-1-1 0 0,1 1 0 0 0,0 1 1 0 0,0-1-1 0 0,1 1 1 0 0,1 0-1 0 0,12-13 1 0 0,-20 23 2 0 0,1 1 0 0 0,-1 0 1 0 0,1-1-1 0 0,0 1 0 0 0,-1-1 0 0 0,1 1 1 0 0,-1 0-1 0 0,1-1 0 0 0,0 1 0 0 0,-1 0 1 0 0,1 0-1 0 0,0 0 0 0 0,-1-1 0 0 0,1 1 1 0 0,0 0-1 0 0,-1 0 0 0 0,1 0 0 0 0,0 0 1 0 0,-1 0-1 0 0,1 0 0 0 0,0 0 1 0 0,-1 1-1 0 0,1-1 0 0 0,0 0 0 0 0,-1 0 1 0 0,1 0-1 0 0,-1 1 0 0 0,1-1 0 0 0,0 0 1 0 0,-1 1-1 0 0,1-1 0 0 0,-1 0 0 0 0,1 1 1 0 0,-1-1-1 0 0,1 1 0 0 0,-1-1 0 0 0,1 1 1 0 0,-1-1-1 0 0,1 1 0 0 0,-1-1 1 0 0,0 1-1 0 0,1-1 0 0 0,-1 1 0 0 0,0 0 1 0 0,0-1-1 0 0,1 1 0 0 0,-1 0 0 0 0,0-1 1 0 0,0 1-1 0 0,0 0 0 0 0,13 44 512 0 0,-10-34-466 0 0,2 8-15 0 0,-2-7-343 0 0,0 1 0 0 0,1-1 0 0 0,11 21 1 0 0,-9-24-770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0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 11979 0 0,'3'-8'-754'0'0,"16"-19"8913"0"0,-8 41-5998 0 0,11 29-1939 0 0,-1 2 0 0 0,-3 0 0 0 0,-1 1 0 0 0,-2 0 0 0 0,16 93 0 0 0,-10-3-1842 0 0,-16-101-6002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6913 0 0,'103'-41'10827'0'0,"-50"21"-11513"0"0,-33 14-53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6.5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1 141 7370 0 0,'44'-34'4521'0'0,"-41"32"-4069"0"0,0 0-1 0 0,0 0 1 0 0,0 0-1 0 0,1 0 1 0 0,-1 1-1 0 0,1-1 1 0 0,-1 1 0 0 0,1 0-1 0 0,0 0 1 0 0,0 1-1 0 0,-1-1 1 0 0,6 1-1 0 0,-5 0-274 0 0,-1 1-1 0 0,1 0 1 0 0,0 0 0 0 0,0 1-1 0 0,-1-1 1 0 0,1 1 0 0 0,-1 0-1 0 0,1 0 1 0 0,-1 0 0 0 0,0 1-1 0 0,0-1 1 0 0,0 1 0 0 0,0-1-1 0 0,0 1 1 0 0,-1 0 0 0 0,1 0-1 0 0,-1 0 1 0 0,0 1 0 0 0,0-1-1 0 0,3 5 1 0 0,2 8 22 0 0,-1-1-1 0 0,-1 1 0 0 0,6 25 1 0 0,-2-9-55 0 0,-9-30-142 0 0,0-1 0 0 0,1 0 0 0 0,-1 1 1 0 0,0-1-1 0 0,1 0 0 0 0,-1 1 0 0 0,1-1 1 0 0,-1 0-1 0 0,1 1 0 0 0,0-1 0 0 0,-1 0 1 0 0,1 0-1 0 0,0 0 0 0 0,0 0 0 0 0,0 0 0 0 0,0 0 1 0 0,0 0-1 0 0,0 0 0 0 0,0 0 0 0 0,0 0 1 0 0,0 0-1 0 0,0-1 0 0 0,1 1 0 0 0,-1 0 0 0 0,0-1 1 0 0,2 1-1 0 0,-1-1-1 0 0,-1-1-1 0 0,1 0 1 0 0,-1 1-1 0 0,0-1 1 0 0,0 0 0 0 0,1 0-1 0 0,-1 0 1 0 0,0 0 0 0 0,0 0-1 0 0,0 0 1 0 0,0-1 0 0 0,0 1-1 0 0,0 0 1 0 0,0 0-1 0 0,-1-1 1 0 0,1 1 0 0 0,0 0-1 0 0,-1-1 1 0 0,1 1 0 0 0,-1-1-1 0 0,1 1 1 0 0,-1-1 0 0 0,0 1-1 0 0,0-3 1 0 0,56-221-2551 0 0,-50 205 1226 0 0,-2 7-3848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7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99 5065 0 0,'0'-2'386'0'0,"-1"0"0"0"0,1 1 0 0 0,-1-1 0 0 0,1 0 0 0 0,-1 1 0 0 0,0-1 0 0 0,0 1 0 0 0,1-1 0 0 0,-1 1 0 0 0,0-1 0 0 0,0 1 0 0 0,-1-1 0 0 0,1 1 0 0 0,0 0 0 0 0,0 0-1 0 0,-1-1 1 0 0,1 1 0 0 0,0 0 0 0 0,-1 0 0 0 0,1 0 0 0 0,-1 1 0 0 0,0-1 0 0 0,1 0 0 0 0,-1 1 0 0 0,0-1 0 0 0,-1 0 0 0 0,1 0-139 0 0,0 1 0 0 0,0-1 0 0 0,0 1 0 0 0,0-1 0 0 0,0 1 1 0 0,0-1-1 0 0,0 1 0 0 0,0 0 0 0 0,0 0 0 0 0,-1 0 0 0 0,1 1 0 0 0,0-1 0 0 0,0 0 0 0 0,0 1 0 0 0,0-1 0 0 0,0 1 0 0 0,0 0 0 0 0,0 0 1 0 0,0-1-1 0 0,1 1 0 0 0,-4 3 0 0 0,0 1-117 0 0,1 1 1 0 0,0 0-1 0 0,0 0 0 0 0,1 0 1 0 0,-1 0-1 0 0,2 0 1 0 0,-1 1-1 0 0,1 0 0 0 0,-1-1 1 0 0,2 1-1 0 0,-2 7 1 0 0,1-2-95 0 0,0 0 1 0 0,1 1-1 0 0,1-1 1 0 0,0 0 0 0 0,2 19-1 0 0,-1-25-41 0 0,1 0 0 0 0,-1 0 0 0 0,1 0 0 0 0,0-1 0 0 0,0 1 0 0 0,1-1 0 0 0,0 1 0 0 0,0-1-1 0 0,0 0 1 0 0,0 0 0 0 0,1 0 0 0 0,0-1 0 0 0,0 1 0 0 0,0-1 0 0 0,1 0 0 0 0,0 0 0 0 0,-1 0 0 0 0,1-1 0 0 0,0 1 0 0 0,1-1 0 0 0,-1-1-1 0 0,0 1 1 0 0,1-1 0 0 0,0 0 0 0 0,-1 0 0 0 0,1 0 0 0 0,0-1 0 0 0,0 0 0 0 0,0 0 0 0 0,0-1 0 0 0,0 1 0 0 0,0-1 0 0 0,0-1-1 0 0,0 1 1 0 0,0-1 0 0 0,0 0 0 0 0,0 0 0 0 0,0-1 0 0 0,0 0 0 0 0,0 0 0 0 0,-1 0 0 0 0,1-1 0 0 0,-1 1 0 0 0,0-1 0 0 0,0-1 0 0 0,8-5-1 0 0,-10 6-2 0 0,0 0 0 0 0,0 0 0 0 0,-1 0 0 0 0,1-1 0 0 0,-1 1-1 0 0,1-1 1 0 0,-1 1 0 0 0,-1-1 0 0 0,1 0 0 0 0,0 1 0 0 0,-1-1-1 0 0,0 0 1 0 0,0 0 0 0 0,1-8 0 0 0,-1 5 17 0 0,-1-1 0 0 0,0 1 1 0 0,-1 0-1 0 0,1-1 0 0 0,-1 1 1 0 0,-1 0-1 0 0,-4-13 0 0 0,-2-3-157 0 0,-2 1 0 0 0,-1 0 0 0 0,-27-39 0 0 0,11 27-919 0 0,7 13-4535 0 0,5 7-922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7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0 11058 0 0,'-1'0'194'0'0,"-1"1"0"0"0,1-1 0 0 0,0 1 0 0 0,-1-1 0 0 0,1 1 0 0 0,0 0 0 0 0,0-1 0 0 0,-1 1 0 0 0,1 0 1 0 0,0 0-1 0 0,0 0 0 0 0,0 0 0 0 0,0 0 0 0 0,0 0 0 0 0,0 0 0 0 0,0 0 0 0 0,1 0 0 0 0,-1 0 0 0 0,0 0 0 0 0,0 1 0 0 0,1-1 0 0 0,-1 0 0 0 0,1 1 0 0 0,-1-1 0 0 0,1 2 0 0 0,-9 35 1552 0 0,9-37-1719 0 0,-4 31 680 0 0,2 1 0 0 0,2-1 0 0 0,0 1 0 0 0,3 0-1 0 0,7 39 1 0 0,46 158-83 0 0,-48-204-1151 0 0,1 0 0 0 0,21 41 1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8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70 7370 0 0,'-1'-3'302'0'0,"0"-1"1"0"0,0 0 0 0 0,0 1 0 0 0,-1-1 0 0 0,1 1-1 0 0,-1-1 1 0 0,0 1 0 0 0,0 0 0 0 0,0-1 0 0 0,-1 1-1 0 0,1 0 1 0 0,-1 1 0 0 0,0-1 0 0 0,0 0 0 0 0,0 1-1 0 0,0 0 1 0 0,0-1 0 0 0,0 1 0 0 0,-1 0 0 0 0,1 1-1 0 0,-1-1 1 0 0,1 1 0 0 0,-1-1 0 0 0,0 1 0 0 0,-5-1-1 0 0,4 2-57 0 0,1-1 0 0 0,-1 1 0 0 0,1 1-1 0 0,-1-1 1 0 0,1 1 0 0 0,-1-1 0 0 0,1 1-1 0 0,0 1 1 0 0,-1-1 0 0 0,1 1 0 0 0,0-1-1 0 0,0 1 1 0 0,0 0 0 0 0,0 0 0 0 0,0 1 0 0 0,1-1-1 0 0,-1 1 1 0 0,1 0 0 0 0,-1 0 0 0 0,1 0-1 0 0,-5 7 1 0 0,1 1-113 0 0,0 0 0 0 0,1 0-1 0 0,0 0 1 0 0,1 0 0 0 0,0 1-1 0 0,1 0 1 0 0,0 0 0 0 0,1 0-1 0 0,0 1 1 0 0,1-1 0 0 0,1 1 0 0 0,0-1-1 0 0,1 19 1 0 0,2 18-83 0 0,3 0-1 0 0,11 51 1 0 0,-13-79-45 0 0,4 10-124 0 0,0-1-1 0 0,2 0 1 0 0,13 31 0 0 0,7 1-7524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7 454 456 0 0,'-1'-3'152'0'0,"0"-1"1"0"0,0 1-1 0 0,0 0 0 0 0,0 0 1 0 0,1-1-1 0 0,-1 1 0 0 0,1-1 0 0 0,0 1 1 0 0,0 0-1 0 0,0-1 0 0 0,0 1 1 0 0,1-1-1 0 0,-1 1 0 0 0,1 0 0 0 0,0-1 1 0 0,0 1-1 0 0,0 0 0 0 0,1 0 1 0 0,-1 0-1 0 0,1 0 0 0 0,0 0 0 0 0,-1 0 1 0 0,1 0-1 0 0,0 0 0 0 0,4-3 1 0 0,6-6 119 0 0,0 0 1 0 0,1 1 0 0 0,0 0-1 0 0,1 1 1 0 0,0 1 0 0 0,0 0 0 0 0,1 1-1 0 0,0 0 1 0 0,1 1 0 0 0,-1 1-1 0 0,19-4 1 0 0,26-7-225 0 0,99-12-1 0 0,-159 29-44 0 0,9-1 86 0 0,-2-1 266 0 0,0 1 1 0 0,0 0-1 0 0,-1 0 0 0 0,1 1 0 0 0,0-1 1 0 0,0 2-1 0 0,0-1 0 0 0,0 1 1 0 0,12 3-1 0 0,-18-4-149 0 0,0 1-1 0 0,-1 0 1 0 0,1-1 0 0 0,-1 1 0 0 0,0 0 0 0 0,1 0 0 0 0,-1-1 0 0 0,0 1-1 0 0,1 0 1 0 0,-1 0 0 0 0,0 0 0 0 0,0-1 0 0 0,0 1 0 0 0,1 0 0 0 0,-1 0-1 0 0,0 0 1 0 0,0 0 0 0 0,0 0 0 0 0,0-1 0 0 0,-1 1 0 0 0,1 0 0 0 0,0 0-1 0 0,0 0 1 0 0,-1 1 0 0 0,-7 29 1981 0 0,3-17-1072 0 0,5-10-880 0 0,0-1 0 0 0,0 0 0 0 0,0 0 0 0 0,1 1 1 0 0,-1-1-1 0 0,1 0 0 0 0,-1 0 0 0 0,1 1 0 0 0,3 4 0 0 0,-4-7-217 0 0,0 0 0 0 0,0 0-1 0 0,1 0 1 0 0,-1 0 0 0 0,0 0 0 0 0,1-1 0 0 0,-1 1 0 0 0,1 0-1 0 0,-1 0 1 0 0,1-1 0 0 0,0 1 0 0 0,-1 0 0 0 0,1-1 0 0 0,-1 1 0 0 0,1 0-1 0 0,0-1 1 0 0,0 1 0 0 0,-1-1 0 0 0,1 1 0 0 0,0-1 0 0 0,0 0 0 0 0,0 1-1 0 0,0-1 1 0 0,-1 0 0 0 0,1 1 0 0 0,0-1 0 0 0,0 0 0 0 0,0 0 0 0 0,0 0-1 0 0,0 0 1 0 0,0 0 0 0 0,0 0 0 0 0,0 0 0 0 0,0 0 0 0 0,-1 0-1 0 0,1 0 1 0 0,0-1 0 0 0,0 1 0 0 0,1-1 0 0 0,0 0-22 0 0,-1-1 1 0 0,1 1-1 0 0,-1-1 1 0 0,1 1-1 0 0,-1-1 0 0 0,0 0 1 0 0,1 0-1 0 0,-1 0 1 0 0,0 0-1 0 0,0 0 0 0 0,0 0 1 0 0,0 0-1 0 0,-1 0 1 0 0,1 0-1 0 0,-1 0 1 0 0,1 0-1 0 0,-1-4 0 0 0,4-38-318 0 0,-7 3 5 0 0,-2 1 0 0 0,-2-1 1 0 0,-1 1-1 0 0,-15-42 0 0 0,71 217 2512 0 0,62 209-1529 0 0,-87-274-612 0 0,-15-49-915 0 0,0 0 0 0 0,12 20 0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39.4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12 263 6449 0 0,'-1'0'176'0'0,"1"0"0"0"0,-1 1 0 0 0,0-1-1 0 0,0 1 1 0 0,1-1 0 0 0,-1 1 0 0 0,0-1-1 0 0,1 1 1 0 0,-1 0 0 0 0,1-1 0 0 0,-1 1-1 0 0,1 0 1 0 0,-1 0 0 0 0,1-1 0 0 0,-1 1-1 0 0,1 0 1 0 0,0 0 0 0 0,-1-1 0 0 0,1 1-1 0 0,0 0 1 0 0,0 0 0 0 0,-1 0 0 0 0,1 0-1 0 0,0-1 1 0 0,0 1 0 0 0,0 0 0 0 0,0 0-1 0 0,0 0 1 0 0,0 0 0 0 0,1 1 0 0 0,2 28 2851 0 0,1-24-2660 0 0,-1 0 0 0 0,1 0 1 0 0,0-1-1 0 0,1 1 1 0 0,-1-1-1 0 0,1 0 1 0 0,0 0-1 0 0,0-1 0 0 0,1 1 1 0 0,8 5-1 0 0,2 0 285 0 0,0-1 0 0 0,29 12 0 0 0,-4-7-317 0 0,-39-13-321 0 0,0 0 0 0 0,0-1-1 0 0,0 1 1 0 0,0-1 0 0 0,0 0-1 0 0,0 1 1 0 0,0-1 0 0 0,1 0-1 0 0,-1 0 1 0 0,0 0 0 0 0,0 0-1 0 0,0-1 1 0 0,0 1 0 0 0,0-1-1 0 0,0 1 1 0 0,0-1 0 0 0,3-1-1 0 0,-5 1-8 0 0,1 0-1 0 0,-1 0 1 0 0,0 0-1 0 0,1 0 1 0 0,-1 0-1 0 0,0 0 1 0 0,0 0-1 0 0,0 0 1 0 0,0 0-1 0 0,0 0 1 0 0,0 0-1 0 0,0-1 1 0 0,0 1-1 0 0,0 0 1 0 0,0 0-1 0 0,-1 0 1 0 0,1 0-1 0 0,0 0 1 0 0,-1 0-1 0 0,1 0 1 0 0,-1 0-1 0 0,1 0 1 0 0,-1 0-1 0 0,0 0 1 0 0,-15-23 88 0 0,-3 5-121 0 0,0 1 0 0 0,-34-24 0 0 0,28 24-11 0 0,-27-28-1 0 0,51 46 39 0 0,1-1-1 0 0,-1 1 1 0 0,0-1 0 0 0,1 0 0 0 0,-1 1 0 0 0,1-1-1 0 0,-1 0 1 0 0,1 0 0 0 0,-1 1 0 0 0,1-1-1 0 0,0 0 1 0 0,-1 0 0 0 0,1 0 0 0 0,0 0-1 0 0,0 1 1 0 0,0-1 0 0 0,0 0 0 0 0,-1 0-1 0 0,1 0 1 0 0,0 0 0 0 0,1 0 0 0 0,-1 0 0 0 0,0 1-1 0 0,0-1 1 0 0,0 0 0 0 0,0 0 0 0 0,1 0-1 0 0,-1 0 1 0 0,0 0 0 0 0,1 1 0 0 0,-1-1-1 0 0,0 0 1 0 0,1 0 0 0 0,-1 1 0 0 0,1-1 0 0 0,0 0-1 0 0,-1 1 1 0 0,1-1 0 0 0,-1 0 0 0 0,1 1-1 0 0,0-1 1 0 0,0 1 0 0 0,-1-1 0 0 0,1 1-1 0 0,0-1 1 0 0,1 1 0 0 0,6-5 2 0 0,1 0 1 0 0,-1 1-1 0 0,16-4 1 0 0,-12 3-14 0 0,19-7 3 0 0,0 1 0 0 0,0 1 0 0 0,1 2 0 0 0,0 1 0 0 0,34-2 1 0 0,-64 9 10 0 0,0 0 0 0 0,0 0 0 0 0,0 0 0 0 0,0 0-1 0 0,-1 0 1 0 0,1 1 0 0 0,0-1 0 0 0,0 1 0 0 0,0-1 0 0 0,-1 1 0 0 0,1 0 0 0 0,0 0 0 0 0,-1-1 0 0 0,1 1 0 0 0,0 0 0 0 0,-1 1 0 0 0,0-1 0 0 0,1 0 0 0 0,-1 0 0 0 0,0 1 0 0 0,1-1 0 0 0,-1 0 0 0 0,0 1 0 0 0,0 0 0 0 0,0-1 0 0 0,0 1 0 0 0,0-1 0 0 0,0 4 0 0 0,3 4 38 0 0,-1 1 0 0 0,-1 0 0 0 0,0 0-1 0 0,1 13 1 0 0,3 10 144 0 0,-4-23-142 0 0,1 0 1 0 0,0-1-1 0 0,0 1 1 0 0,1-1-1 0 0,1 1 1 0 0,-1-1-1 0 0,7 9 1 0 0,-9-16-38 0 0,-1 0 0 0 0,1 0 0 0 0,0 0 1 0 0,0 0-1 0 0,0-1 0 0 0,0 1 0 0 0,0-1 0 0 0,0 1 1 0 0,0-1-1 0 0,0 1 0 0 0,1-1 0 0 0,-1 0 1 0 0,0 0-1 0 0,1 0 0 0 0,-1-1 0 0 0,1 1 0 0 0,-1-1 1 0 0,1 1-1 0 0,0-1 0 0 0,-1 0 0 0 0,1 0 0 0 0,-1 0 1 0 0,1 0-1 0 0,0 0 0 0 0,-1 0 0 0 0,1-1 1 0 0,-1 1-1 0 0,1-1 0 0 0,-1 0 0 0 0,1 0 0 0 0,-1 0 1 0 0,4-2-1 0 0,2-2 21 0 0,0 0 1 0 0,0-1-1 0 0,0 0 1 0 0,0 0-1 0 0,-1-1 0 0 0,0 0 1 0 0,-1 0-1 0 0,0-1 1 0 0,0 1-1 0 0,0-2 1 0 0,8-15-1 0 0,3-3-31 0 0,-17 27 5 0 0,1-1 0 0 0,-1 1 0 0 0,0 0 0 0 0,1-1 0 0 0,-1 1 0 0 0,0 0 0 0 0,1-1 0 0 0,-1 1 0 0 0,1 0 0 0 0,-1 0 0 0 0,1-1 0 0 0,-1 1 0 0 0,1 0 0 0 0,-1 0 0 0 0,1 0 0 0 0,-1 0 0 0 0,1 0 0 0 0,-1-1 0 0 0,1 1 0 0 0,-1 0 0 0 0,1 0 0 0 0,-1 0 0 0 0,1 0 0 0 0,-1 1 0 0 0,1-1 0 0 0,-1 0 0 0 0,1 0 0 0 0,-1 0 0 0 0,0 0 0 0 0,1 0 0 0 0,-1 1 0 0 0,1-1 0 0 0,-1 0 0 0 0,1 0 0 0 0,-1 1 0 0 0,0-1 0 0 0,1 0 0 0 0,-1 1 0 0 0,1-1 0 0 0,-1 0 0 0 0,0 1 0 0 0,1 0 0 0 0,20 22 0 0 0,-10-10 0 0 0,-7-10 2 0 0,1 1 1 0 0,0-1-1 0 0,0 0 1 0 0,0 0-1 0 0,1 0 1 0 0,-1-1-1 0 0,1 0 1 0 0,-1 0-1 0 0,1 0 1 0 0,0-1-1 0 0,0 0 1 0 0,-1 0-1 0 0,1 0 1 0 0,0-1-1 0 0,0 0 1 0 0,6-1-1 0 0,-8 1 25 0 0,1 0 0 0 0,-1-1 0 0 0,0 1 1 0 0,0-1-1 0 0,0 0 0 0 0,0 0 0 0 0,0-1 0 0 0,0 1 0 0 0,0-1 0 0 0,0 0 1 0 0,-1 0-1 0 0,1 0 0 0 0,-1-1 0 0 0,1 1 0 0 0,-1-1 0 0 0,0 0 0 0 0,0 0 1 0 0,0 0-1 0 0,0 0 0 0 0,-1 0 0 0 0,1-1 0 0 0,-1 1 0 0 0,2-5 0 0 0,1-4 66 0 0,-1-1 0 0 0,0 1 0 0 0,-1-1-1 0 0,-1 0 1 0 0,0 0 0 0 0,-1-1 0 0 0,0-15 0 0 0,-1 19-426 0 0,0 0 0 0 0,-1-1 0 0 0,-1 1 0 0 0,1 0 0 0 0,-2-1 0 0 0,1 1 0 0 0,-1 0 0 0 0,-1 1 0 0 0,-7-17 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2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21 7834 0 0,'-21'-21'10131'0'0,"16"37"-8896"0"0,0 47-528 0 0,3 1 0 0 0,3 0 1 0 0,10 75-1 0 0,-5-72-547 0 0,16 143-199 0 0,-5-50-5114 0 0,-14-133-1178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2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0 201 7370 0 0,'2'-2'68'0'0,"-1"-1"1"0"0,1 1-1 0 0,0-1 1 0 0,0 1-1 0 0,0 0 1 0 0,0-1-1 0 0,0 1 1 0 0,1 0-1 0 0,-1 1 1 0 0,1-1-1 0 0,-1 0 1 0 0,1 1-1 0 0,0-1 1 0 0,4-1-1 0 0,4-4 57 0 0,29-19 900 0 0,1 2 1 0 0,1 1-1 0 0,1 2 1 0 0,0 2 0 0 0,75-21-1 0 0,-111 37-826 0 0,1 2 0 0 0,0-1 1 0 0,0 1-1 0 0,0 0 0 0 0,0 1 0 0 0,0 0 0 0 0,0 0 1 0 0,0 1-1 0 0,0 0 0 0 0,13 3 0 0 0,-15-2-107 0 0,-1 0 1 0 0,1 0-1 0 0,-1 1 1 0 0,0 0-1 0 0,0 0 0 0 0,-1 0 1 0 0,1 1-1 0 0,0-1 0 0 0,-1 1 1 0 0,0 0-1 0 0,0 0 0 0 0,0 1 1 0 0,-1-1-1 0 0,1 1 1 0 0,3 7-1 0 0,6 13 255 0 0,-2 0-1 0 0,-1 0 1 0 0,9 32-1 0 0,-11-29-166 0 0,2 0 0 0 0,19 37 0 0 0,-29-64-152 0 0,1 0 0 0 0,-1 0 0 0 0,1 1 0 0 0,0-1 0 0 0,-1 0 0 0 0,1 0 1 0 0,0 0-1 0 0,0 0 0 0 0,0 0 0 0 0,0 0 0 0 0,0 0 0 0 0,0-1 0 0 0,0 1 0 0 0,0 0 1 0 0,0 0-1 0 0,0-1 0 0 0,0 1 0 0 0,1-1 0 0 0,-1 1 0 0 0,0-1 0 0 0,0 1 0 0 0,1-1 1 0 0,-1 0-1 0 0,0 1 0 0 0,0-1 0 0 0,1 0 0 0 0,1 0 0 0 0,0-1-5 0 0,0 0-1 0 0,-1 0 1 0 0,1 0 0 0 0,-1 0-1 0 0,1 0 1 0 0,-1-1-1 0 0,1 1 1 0 0,-1-1 0 0 0,0 1-1 0 0,0-1 1 0 0,0 0-1 0 0,3-3 1 0 0,3-5 13 0 0,0 1 1 0 0,-1-1-1 0 0,0 0 1 0 0,-1 0-1 0 0,6-14 1 0 0,8-30 158 0 0,-16 41-108 0 0,0-1 1 0 0,1 1-1 0 0,1 0 1 0 0,0 0-1 0 0,1 1 0 0 0,0 0 1 0 0,1 0-1 0 0,12-14 0 0 0,-20 25-82 0 0,0 1-1 0 0,1-1 1 0 0,-1 1-1 0 0,0 0 1 0 0,1-1-1 0 0,-1 1 0 0 0,0 0 1 0 0,1 0-1 0 0,-1-1 1 0 0,0 1-1 0 0,1 0 1 0 0,-1 0-1 0 0,0-1 0 0 0,1 1 1 0 0,-1 0-1 0 0,1 0 1 0 0,-1 0-1 0 0,1 0 1 0 0,-1 0-1 0 0,0 0 0 0 0,1-1 1 0 0,-1 1-1 0 0,1 0 1 0 0,-1 0-1 0 0,1 0 1 0 0,-1 1-1 0 0,1-1 0 0 0,-1 0 1 0 0,0 0-1 0 0,1 0 1 0 0,-1 0-1 0 0,1 0 1 0 0,7 16 111 0 0,-2 34 71 0 0,-5-35-103 0 0,2 4-82 0 0,1-1 0 0 0,0 1 0 0 0,2-1 0 0 0,0 0 0 0 0,1-1 0 0 0,1 1 0 0 0,0-1-1 0 0,21 30 1 0 0,-17-31-1370 0 0,1 0-1 0 0,21 20 0 0 0,-18-21-5616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60 6449 0 0,'0'-3'243'0'0,"0"1"0"0"0,-1-1 0 0 0,1 0 0 0 0,-1 0 0 0 0,1 1 0 0 0,-1-1 0 0 0,0 1 0 0 0,0-1-1 0 0,0 1 1 0 0,-1-1 0 0 0,1 1 0 0 0,0-1 0 0 0,-1 1 0 0 0,0 0 0 0 0,1 0 0 0 0,-1 0 0 0 0,0 0 0 0 0,0 0-1 0 0,0 0 1 0 0,0 1 0 0 0,-1-1 0 0 0,-3-2 0 0 0,5 4-86 0 0,-1-1 1 0 0,0 0-1 0 0,1 1 1 0 0,-1-1-1 0 0,0 1 0 0 0,1 0 1 0 0,-1-1-1 0 0,0 1 0 0 0,1 0 1 0 0,-1 0-1 0 0,0 0 0 0 0,1 0 1 0 0,-1 0-1 0 0,0 0 1 0 0,0 1-1 0 0,1-1 0 0 0,-1 1 1 0 0,1-1-1 0 0,-1 1 0 0 0,0 0 1 0 0,1-1-1 0 0,-1 1 0 0 0,1 0 1 0 0,-1 0-1 0 0,1 0 1 0 0,0 0-1 0 0,-1 0 0 0 0,1 0 1 0 0,0 1-1 0 0,0-1 0 0 0,0 0 1 0 0,0 1-1 0 0,0-1 0 0 0,0 0 1 0 0,0 1-1 0 0,-1 2 0 0 0,-4 9 89 0 0,0 1 0 0 0,1-1-1 0 0,1 0 1 0 0,0 1 0 0 0,1 0-1 0 0,-2 17 1 0 0,4-25-212 0 0,0 0 0 0 0,1 0 0 0 0,0 0 0 0 0,0 0 0 0 0,0 0 0 0 0,1 0 0 0 0,0 0 0 0 0,0 0 0 0 0,0 0 0 0 0,1 0 0 0 0,0 0 0 0 0,0 0 0 0 0,0-1 0 0 0,1 1 0 0 0,0-1 0 0 0,6 9 0 0 0,-8-12-34 0 0,0-1-1 0 0,-1 0 0 0 0,1 0 1 0 0,0 0-1 0 0,0-1 1 0 0,0 1-1 0 0,0 0 0 0 0,1 0 1 0 0,-1 0-1 0 0,0-1 1 0 0,0 1-1 0 0,0-1 0 0 0,1 1 1 0 0,-1-1-1 0 0,0 1 1 0 0,0-1-1 0 0,1 0 0 0 0,-1 0 1 0 0,0 1-1 0 0,1-1 1 0 0,-1 0-1 0 0,0 0 0 0 0,1 0 1 0 0,-1-1-1 0 0,2 1 1 0 0,0-1-13 0 0,-1 0 0 0 0,1-1 1 0 0,-1 1-1 0 0,0 0 1 0 0,0-1-1 0 0,0 1 0 0 0,0-1 1 0 0,0 0-1 0 0,0 0 1 0 0,0 0-1 0 0,-1 0 0 0 0,3-3 1 0 0,2-4 1 0 0,-1-1 1 0 0,1 0-1 0 0,-2 0 1 0 0,8-21-1 0 0,-6-1 139 0 0,-6 27-27 0 0,1-1-1 0 0,0 0 1 0 0,0 1 0 0 0,0-1-1 0 0,0 1 1 0 0,1 0-1 0 0,0-1 1 0 0,0 1-1 0 0,0 0 1 0 0,1 0 0 0 0,5-8-1 0 0,-7 13-84 0 0,-1-1-1 0 0,1 1 1 0 0,0 0 0 0 0,-1 0-1 0 0,1-1 1 0 0,-1 1-1 0 0,1 0 1 0 0,-1 0-1 0 0,1 0 1 0 0,-1 0 0 0 0,1 0-1 0 0,0 0 1 0 0,-1 0-1 0 0,1 0 1 0 0,-1 0-1 0 0,1 0 1 0 0,0 0 0 0 0,-1 0-1 0 0,1 0 1 0 0,-1 0-1 0 0,1 0 1 0 0,-1 1-1 0 0,1-1 1 0 0,-1 0 0 0 0,1 0-1 0 0,-1 1 1 0 0,1-1-1 0 0,-1 0 1 0 0,1 1-1 0 0,-1-1 1 0 0,1 1 0 0 0,-1-1-1 0 0,1 0 1 0 0,-1 1-1 0 0,0-1 1 0 0,1 1-1 0 0,-1-1 1 0 0,0 1 0 0 0,0-1-1 0 0,1 1 1 0 0,-1 0-1 0 0,0-1 1 0 0,0 1-1 0 0,0-1 1 0 0,0 1 0 0 0,0-1-1 0 0,1 2 1 0 0,7 27 126 0 0,-5-13-118 0 0,0-1 0 0 0,1 0 0 0 0,1 0 1 0 0,0 0-1 0 0,12 22 0 0 0,-13-31-227 0 0,0 0 0 0 0,0 0 0 0 0,0-1 0 0 0,1 1 0 0 0,0-1 0 0 0,0 0 0 0 0,0-1 0 0 0,0 1 0 0 0,1-1 1 0 0,0 0-1 0 0,0 0 0 0 0,0-1 0 0 0,0 0 0 0 0,0 0 0 0 0,7 2 0 0 0,9 2-2078 0 0,-1-3-3963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1 165 10594 0 0,'0'-18'367'0'0,"0"1"228"0"0,0 0-1 0 0,2 1 1 0 0,0-1 0 0 0,0 1 0 0 0,2-1 0 0 0,10-29 2022 0 0,-14 46-2525 0 0,1 0 0 0 0,-1 0 0 0 0,0 0 0 0 0,0 0 0 0 0,0 0 0 0 0,1 0 0 0 0,-1 0 0 0 0,0-1 0 0 0,0 1 0 0 0,1 0 0 0 0,-1 0 0 0 0,0 0 0 0 0,0 0 0 0 0,1 0 0 0 0,-1 0 0 0 0,0 0-1 0 0,0 1 1 0 0,1-1 0 0 0,-1 0 0 0 0,0 0 0 0 0,1 0 0 0 0,7 12 1425 0 0,3 22-725 0 0,-11-33-644 0 0,25 85 512 0 0,3-2 1 0 0,54 110-1 0 0,15 25-2597 0 0,-85-201-3270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3.4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6 164 8754 0 0,'-1'-3'288'0'0,"0"-1"1"0"0,0 0-1 0 0,0 1 0 0 0,0-1 1 0 0,1 0-1 0 0,-1 0 1 0 0,1 1-1 0 0,0-1 0 0 0,1 0 1 0 0,-1 0-1 0 0,0 0 0 0 0,1 1 1 0 0,0-1-1 0 0,0 0 1 0 0,0 1-1 0 0,0-1 0 0 0,1 1 1 0 0,0-1-1 0 0,-1 1 0 0 0,1 0 1 0 0,0 0-1 0 0,1-1 1 0 0,-1 2-1 0 0,0-1 0 0 0,1 0 1 0 0,5-4-1 0 0,-1 0 14 0 0,1 0 0 0 0,1 1 0 0 0,-1 0 0 0 0,1 0 0 0 0,0 1 0 0 0,1 0 0 0 0,-1 0 0 0 0,17-4-1 0 0,-19 7-518 0 0,1 0 0 0 0,0 0-1 0 0,0 1 1 0 0,0 0 0 0 0,0 0-1 0 0,0 1 1 0 0,0 0-1 0 0,0 1 1 0 0,0-1 0 0 0,0 2-1 0 0,0-1 1 0 0,10 4 0 0 0,7 3 189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4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2 234 6913 0 0,'-1'-6'9704'0'0,"17"-2"-7172"0"0,-13 7-2790 0 0,0 1 384 0 0,-1-1 0 0 0,1 1-1 0 0,0 0 1 0 0,0 1 0 0 0,0-1 0 0 0,0 0 0 0 0,0 1 0 0 0,0-1 0 0 0,-1 1 0 0 0,1 0 0 0 0,0 0 0 0 0,0 0 0 0 0,-1 1 0 0 0,1-1 0 0 0,-1 0 0 0 0,1 1-1 0 0,-1 0 1 0 0,0 0 0 0 0,1-1 0 0 0,-1 1 0 0 0,0 0 0 0 0,0 1 0 0 0,-1-1 0 0 0,4 4 0 0 0,2 4-26 0 0,0 1 0 0 0,0 0-1 0 0,-1 0 1 0 0,4 12 0 0 0,15 31-22 0 0,17 45 39 0 0,-47-119-108 0 0,1 1 1 0 0,0-1-1 0 0,2 0 1 0 0,0 0 0 0 0,1 0-1 0 0,1 0 1 0 0,1 0-1 0 0,1 0 1 0 0,5-24-1 0 0,-2 17-39 0 0,2 1-1 0 0,0 0 1 0 0,2 1 0 0 0,1 0-1 0 0,0 0 1 0 0,22-34 0 0 0,-6 27-2606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4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89 7922 0 0,'-8'0'7291'0'0,"8"0"-7156"0"0,-4 19 1905 0 0,5 29-2133 0 0,-1-43 914 0 0,1 3-617 0 0,0 0 0 0 0,1 0 0 0 0,0 0 0 0 0,0 0 0 0 0,0 0 0 0 0,1-1 0 0 0,8 15 0 0 0,-10-20-162 0 0,0 1 0 0 0,0-1-1 0 0,0 0 1 0 0,0-1 0 0 0,0 1-1 0 0,1 0 1 0 0,-1 0-1 0 0,1 0 1 0 0,-1-1 0 0 0,1 1-1 0 0,0-1 1 0 0,-1 1 0 0 0,1-1-1 0 0,0 0 1 0 0,0 1 0 0 0,0-1-1 0 0,0 0 1 0 0,0-1 0 0 0,0 1-1 0 0,0 0 1 0 0,1 0 0 0 0,-1-1-1 0 0,0 1 1 0 0,0-1 0 0 0,0 0-1 0 0,1 0 1 0 0,-1 0 0 0 0,0 0-1 0 0,1 0 1 0 0,-1 0 0 0 0,0 0-1 0 0,0-1 1 0 0,3 0 0 0 0,-2-1-52 0 0,0 0 0 0 0,1-1 0 0 0,-1 1 0 0 0,0-1 0 0 0,0 0 0 0 0,-1 0 0 0 0,1 0 0 0 0,0 0 1 0 0,-1 0-1 0 0,0 0 0 0 0,0-1 0 0 0,0 1 0 0 0,2-6 0 0 0,18-48-186 0 0,-19 43 68 0 0,0-1-1 0 0,-2 1 1 0 0,1-19 0 0 0,0-1-1 0 0,-2 34 133 0 0,0-1-1 0 0,0 1 1 0 0,0-1-1 0 0,0 0 0 0 0,0 1 1 0 0,0-1-1 0 0,0 1 1 0 0,0-1-1 0 0,0 0 1 0 0,1 1-1 0 0,-1-1 0 0 0,0 1 1 0 0,0-1-1 0 0,0 1 1 0 0,1-1-1 0 0,-1 1 1 0 0,0-1-1 0 0,1 1 0 0 0,-1-1 1 0 0,0 1-1 0 0,1-1 1 0 0,-1 1-1 0 0,1-1 1 0 0,-1 1-1 0 0,1 0 0 0 0,-1-1 1 0 0,1 1-1 0 0,0-1 1 0 0,12 9 230 0 0,7 24 258 0 0,-8-6-35 0 0,0-1 0 0 0,23 33 1 0 0,-29-50-471 0 0,0 0 0 0 0,0 0 0 0 0,0 0 0 0 0,1-1 1 0 0,0 0-1 0 0,1-1 0 0 0,0 0 0 0 0,0 0 0 0 0,0 0 1 0 0,13 6-1 0 0,-19-11-35 0 0,0 0 0 0 0,0-1 0 0 0,0 1 1 0 0,0-1-1 0 0,0 1 0 0 0,0-1 0 0 0,0 0 0 0 0,0 0 0 0 0,0 0 1 0 0,0 0-1 0 0,0 0 0 0 0,0 0 0 0 0,0 0 0 0 0,0-1 1 0 0,0 1-1 0 0,0-1 0 0 0,0 1 0 0 0,3-2 0 0 0,-2 0-33 0 0,1-1-1 0 0,-1 1 1 0 0,0 0-1 0 0,0-1 1 0 0,0 0-1 0 0,0 1 0 0 0,-1-1 1 0 0,1 0-1 0 0,2-4 1 0 0,4-8-110 0 0,-1 0 1 0 0,-1 0-1 0 0,9-26 1 0 0,-11 30 243 0 0,2-7 162 0 0,0 0 0 0 0,2 1 0 0 0,0 0 0 0 0,1 0 0 0 0,1 1 0 0 0,20-24 0 0 0,-30 39-186 0 0,0 1 0 0 0,-1 0 1 0 0,1-1-1 0 0,-1 1 0 0 0,1 0 0 0 0,-1 0 1 0 0,1 0-1 0 0,0-1 0 0 0,-1 1 1 0 0,1 0-1 0 0,0 0 0 0 0,-1 0 1 0 0,1 0-1 0 0,-1 0 0 0 0,1 0 1 0 0,0 0-1 0 0,-1 0 0 0 0,1 0 1 0 0,0 1-1 0 0,-1-1 0 0 0,1 0 0 0 0,-1 0 1 0 0,1 0-1 0 0,0 1 0 0 0,-1-1 1 0 0,1 0-1 0 0,-1 1 0 0 0,1-1 1 0 0,-1 0-1 0 0,1 1 0 0 0,-1-1 1 0 0,1 1-1 0 0,-1-1 0 0 0,0 1 1 0 0,1-1-1 0 0,-1 1 0 0 0,0-1 1 0 0,1 1-1 0 0,-1-1 0 0 0,0 1 0 0 0,1 0 1 0 0,-1-1-1 0 0,0 1 0 0 0,0-1 1 0 0,0 2-1 0 0,13 28 48 0 0,-13-29-61 0 0,17 70 158 0 0,-14-56-158 0 0,-1 0 0 0 0,2 0 0 0 0,0-1 0 0 0,1 0 0 0 0,1 1 1 0 0,0-2-1 0 0,0 1 0 0 0,15 20 0 0 0,-21-34-16 0 0,0 0 0 0 0,0 1 1 0 0,0-1-1 0 0,0 0 0 0 0,0 0 1 0 0,0 0-1 0 0,1 0 0 0 0,-1 0 0 0 0,0 0 1 0 0,0 0-1 0 0,0 0 0 0 0,0 1 0 0 0,0-1 1 0 0,1 0-1 0 0,-1 0 0 0 0,0 0 1 0 0,0 0-1 0 0,0 0 0 0 0,1 0 0 0 0,-1 0 1 0 0,0 0-1 0 0,0 0 0 0 0,0 0 1 0 0,0 0-1 0 0,1 0 0 0 0,-1 0 0 0 0,0 0 1 0 0,0 0-1 0 0,0 0 0 0 0,0 0 0 0 0,1-1 1 0 0,-1 1-1 0 0,0 0 0 0 0,0 0 1 0 0,0 0-1 0 0,0 0 0 0 0,0 0 0 0 0,1 0 1 0 0,-1 0-1 0 0,0 0 0 0 0,0-1 0 0 0,0 1 1 0 0,0 0-1 0 0,0 0 0 0 0,0 0 1 0 0,1-1-1 0 0,6-12 26 0 0,3-19 54 0 0,-9 29-64 0 0,33-97 215 0 0,-30 89-212 0 0,2-1 0 0 0,-1 2-1 0 0,2-1 1 0 0,-1 1-1 0 0,1 0 1 0 0,14-15-1 0 0,-21 25-14 0 0,1-1-1 0 0,0 1 0 0 0,-1-1 1 0 0,1 1-1 0 0,0 0 1 0 0,-1 0-1 0 0,1-1 1 0 0,0 1-1 0 0,-1 0 1 0 0,1 0-1 0 0,0-1 1 0 0,0 1-1 0 0,-1 0 1 0 0,1 0-1 0 0,0 0 0 0 0,-1 0 1 0 0,1 0-1 0 0,0 0 1 0 0,0 1-1 0 0,-1-1 1 0 0,1 0-1 0 0,0 0 1 0 0,0 0-1 0 0,-1 1 1 0 0,1-1-1 0 0,0 0 0 0 0,-1 1 1 0 0,1-1-1 0 0,-1 0 1 0 0,1 1-1 0 0,0-1 1 0 0,-1 1-1 0 0,1-1 1 0 0,-1 1-1 0 0,1-1 1 0 0,-1 1-1 0 0,1 0 1 0 0,0 0-1 0 0,22 32 0 0 0,-13-18 48 0 0,3 0-415 0 0,1-1 0 0 0,1 0 0 0 0,0-1 0 0 0,1 0 0 0 0,21 12 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5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41 2304 0 0,'-17'-40'13389'0'0,"16"40"-13102"0"0,-17 11 2896 0 0,13-7-2931 0 0,0 1 0 0 0,1-1 0 0 0,0 1 1 0 0,0 0-1 0 0,0 0 0 0 0,0 1 0 0 0,1-1 0 0 0,0 1 1 0 0,0-1-1 0 0,0 1 0 0 0,1 0 0 0 0,0 0 0 0 0,-2 9 1 0 0,4-11-250 0 0,-1 1 0 0 0,1-1 0 0 0,0 1 0 0 0,0-1 0 0 0,1 1 1 0 0,0-1-1 0 0,-1 1 0 0 0,1-1 0 0 0,1 1 0 0 0,-1-1 0 0 0,1 0 1 0 0,0 0-1 0 0,-1 0 0 0 0,2 0 0 0 0,-1 0 0 0 0,0 0 0 0 0,1-1 1 0 0,0 1-1 0 0,5 5 0 0 0,2 0-3 0 0,1 0 0 0 0,0 0 0 0 0,18 10 0 0 0,-19-13 0 0 0,0 0 0 0 0,-1 1 0 0 0,1 0 0 0 0,15 17 0 0 0,-25-23 0 0 0,1-1 0 0 0,0 1 0 0 0,-1 0 0 0 0,1 0 0 0 0,-1 0 0 0 0,1-1 0 0 0,-1 1 0 0 0,1 0 0 0 0,-1 0 0 0 0,0 0 0 0 0,1 0 0 0 0,-1 0 0 0 0,0 0 0 0 0,0 0 0 0 0,0 0 0 0 0,0 0 0 0 0,0 0 0 0 0,0 0 0 0 0,0 0 0 0 0,0 0 0 0 0,0 0 0 0 0,0 0 0 0 0,0 0 0 0 0,-1 0 0 0 0,1 1 0 0 0,-1-1 0 0 0,0 1 0 0 0,-1 0 0 0 0,1 0 0 0 0,0 0 0 0 0,-1-1 0 0 0,1 1 0 0 0,-1-1 0 0 0,0 1 0 0 0,1-1 0 0 0,-5 3 0 0 0,-3 1 0 0 0,0-1 0 0 0,0 0 0 0 0,-17 6 0 0 0,5-4-87 0 0,-1 0 0 0 0,-29 3 0 0 0,11-7-6092 0 0,18-3-832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6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23 364 15203 0 0,'-16'9'3536'0'0,"23"-9"-1926"0"0,27-16-1009 0 0,-22 7-522 0 0,-1-1 0 0 0,-1 1 1 0 0,1-2-1 0 0,-2 1 0 0 0,1-2 1 0 0,-2 1-1 0 0,1-1 0 0 0,11-24 0 0 0,-16 28-102 0 0,-1-1-1 0 0,0 0 1 0 0,0 0-1 0 0,-1 0 1 0 0,0 0 0 0 0,-1 0-1 0 0,0 0 1 0 0,-1-1-1 0 0,1 1 1 0 0,-2 0-1 0 0,1-1 1 0 0,-2 1-1 0 0,1 0 1 0 0,-6-18-1 0 0,5 21-1 0 0,0 0-1 0 0,0 0 1 0 0,-1 0-1 0 0,0 1 1 0 0,0-1-1 0 0,0 0 1 0 0,-1 1 0 0 0,0 0-1 0 0,0 0 1 0 0,0 0-1 0 0,-8-6 1 0 0,10 9 9 0 0,0 1 1 0 0,1 0 0 0 0,-1 0-1 0 0,0 0 1 0 0,0 0 0 0 0,0 0-1 0 0,0 1 1 0 0,0-1 0 0 0,1 1-1 0 0,-2-1 1 0 0,1 1 0 0 0,0-1-1 0 0,0 1 1 0 0,0 0 0 0 0,0 0-1 0 0,-3 0 1 0 0,3 1 9 0 0,-1 0 0 0 0,1 0 0 0 0,-1 0 0 0 0,1 0 0 0 0,-1 0 0 0 0,1 0 0 0 0,0 1 0 0 0,0-1 0 0 0,-1 1 0 0 0,1-1 1 0 0,0 1-1 0 0,0 0 0 0 0,0 0 0 0 0,1 0 0 0 0,-4 4 0 0 0,0 2 30 0 0,0 1 0 0 0,1 0 0 0 0,0 0 0 0 0,0 0 0 0 0,1 0 0 0 0,0 0 0 0 0,0 1 0 0 0,1 0 0 0 0,1-1 0 0 0,-1 1 0 0 0,2 0-1 0 0,-1 0 1 0 0,1 0 0 0 0,1-1 0 0 0,0 1 0 0 0,0 0 0 0 0,1 0 0 0 0,0-1 0 0 0,1 1 0 0 0,5 14 0 0 0,-4-16-27 0 0,0 1-1 0 0,0 0 1 0 0,1-1-1 0 0,0 1 1 0 0,0-1-1 0 0,1-1 1 0 0,0 1-1 0 0,0-1 1 0 0,12 10-1 0 0,-13-13 4 0 0,0 0 0 0 0,1 0 0 0 0,0 0 0 0 0,0-1 0 0 0,0 0 0 0 0,0 0 0 0 0,0 0 0 0 0,0-1 0 0 0,1 0 0 0 0,-1-1 0 0 0,1 1 0 0 0,0-1 0 0 0,-1 0 0 0 0,10-1 0 0 0,-11 0-1 0 0,1 0 0 0 0,0-1 1 0 0,-1 1-1 0 0,1-2 0 0 0,-1 1 1 0 0,0 0-1 0 0,1-1 0 0 0,-1 0 0 0 0,0-1 1 0 0,0 1-1 0 0,0-1 0 0 0,0 0 0 0 0,5-4 1 0 0,-3 1 1 0 0,0 0-1 0 0,0 0 1 0 0,-1-1 0 0 0,0-1 0 0 0,0 1 0 0 0,-1-1-1 0 0,7-10 1 0 0,-3-1 2 0 0,0 0-1 0 0,-2 0 1 0 0,0-1 0 0 0,-1 0-1 0 0,0 0 1 0 0,2-28 0 0 0,0-36 7 0 0,16 111 764 0 0,-4 0-510 0 0,-1 1-81 0 0,2 0 0 0 0,28 27-1 0 0,-42-48-158 0 0,1-1 1 0 0,-1 1-1 0 0,1-1 0 0 0,0 0 0 0 0,1-1 0 0 0,-1 0 0 0 0,1 0 0 0 0,0-1 0 0 0,1 0 0 0 0,-1-1 0 0 0,1 0 0 0 0,9 2 0 0 0,-17-5-12 0 0,-1 0 0 0 0,0 0 0 0 0,0 0 0 0 0,0 0-1 0 0,0-1 1 0 0,0 1 0 0 0,0 0 0 0 0,0 0 0 0 0,0-1 0 0 0,0 1 0 0 0,0-1-1 0 0,0 1 1 0 0,0-1 0 0 0,0 1 0 0 0,-1-1 0 0 0,1 0 0 0 0,0 1-1 0 0,0-1 1 0 0,0 0 0 0 0,-1 0 0 0 0,1 1 0 0 0,0-1 0 0 0,-1 0 0 0 0,1 0-1 0 0,-1 0 1 0 0,1 0 0 0 0,-1 0 0 0 0,1 0 0 0 0,-1 0 0 0 0,0 0-1 0 0,1 0 1 0 0,-1 0 0 0 0,0 0 0 0 0,0-2 0 0 0,5-47 213 0 0,-4 36-185 0 0,7-59-1038 0 0,-2 41-4853 0 0,0 5-1404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7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3681 0 0,'4'6'281'0'0,"0"-1"0"0"0,0 1 0 0 0,1-1 0 0 0,0 0 0 0 0,0 0 0 0 0,0 0 0 0 0,0 0 0 0 0,1-1 0 0 0,0 0 0 0 0,0-1 0 0 0,0 1 0 0 0,10 3 0 0 0,-13-5-34 0 0,1-2-1 0 0,-1 1 1 0 0,1 0 0 0 0,-1-1-1 0 0,1 1 1 0 0,0-1-1 0 0,-1 0 1 0 0,1 0-1 0 0,-1 0 1 0 0,1-1 0 0 0,-1 1-1 0 0,1-1 1 0 0,-1 0-1 0 0,1 0 1 0 0,-1 0 0 0 0,1-1-1 0 0,-1 1 1 0 0,0-1-1 0 0,0 1 1 0 0,0-1 0 0 0,0 0-1 0 0,0 0 1 0 0,0-1-1 0 0,-1 1 1 0 0,6-6 0 0 0,-3 2-115 0 0,0-1 1 0 0,0-1-1 0 0,0 1 1 0 0,-1-1-1 0 0,0 0 1 0 0,-1 0-1 0 0,1 0 1 0 0,-2 0 0 0 0,1 0-1 0 0,-1-1 1 0 0,0 1-1 0 0,0-12 1 0 0,0-2 42 0 0,-1-1 1 0 0,-1 0 0 0 0,-4-34-1 0 0,4 53-82 0 0,-1 0-1 0 0,0 0 0 0 0,1 0 0 0 0,-1 0 1 0 0,-1 0-1 0 0,1 1 0 0 0,-1-1 0 0 0,1 1 1 0 0,-4-6-1 0 0,5 8-55 0 0,-1 1 0 0 0,1-1 0 0 0,-1 1 0 0 0,1 0 0 0 0,-1-1 0 0 0,1 1 0 0 0,-1-1 0 0 0,1 1 0 0 0,-1 0 0 0 0,1-1 0 0 0,-1 1 0 0 0,0 0 0 0 0,1-1 0 0 0,-1 1 0 0 0,0 0 0 0 0,1 0 0 0 0,-1 0 0 0 0,0 0 0 0 0,1 0 0 0 0,-1-1 0 0 0,0 1 0 0 0,1 0 0 0 0,-2 1 0 0 0,1-1 15 0 0,-1 1-1 0 0,1-1 0 0 0,-1 1 1 0 0,1 0-1 0 0,-1 0 1 0 0,1-1-1 0 0,0 1 1 0 0,-1 0-1 0 0,1 0 1 0 0,0 1-1 0 0,0-1 1 0 0,-1 0-1 0 0,0 2 1 0 0,-2 3-49 0 0,0-1 0 0 0,0 0 1 0 0,1 1-1 0 0,0 0 0 0 0,0 0 0 0 0,1 0 1 0 0,0 0-1 0 0,0 0 0 0 0,0 0 1 0 0,1 1-1 0 0,-1-1 0 0 0,2 1 0 0 0,-1-1 1 0 0,1 1-1 0 0,0-1 0 0 0,0 1 1 0 0,0-1-1 0 0,1 1 0 0 0,0-1 0 0 0,1 1 1 0 0,0-1-1 0 0,-1 0 0 0 0,2 0 1 0 0,-1 0-1 0 0,1 0 0 0 0,3 6 0 0 0,-2-5-2 0 0,1 1 0 0 0,-1-1-1 0 0,2 0 1 0 0,-1 0 0 0 0,1 0-1 0 0,0-1 1 0 0,0 0-1 0 0,0 0 1 0 0,1-1 0 0 0,0 0-1 0 0,0 0 1 0 0,0 0 0 0 0,1-1-1 0 0,0 0 1 0 0,0 0 0 0 0,0-1-1 0 0,0 0 1 0 0,0-1-1 0 0,13 3 1 0 0,-18-5 25 0 0,1 0-1 0 0,0-1 1 0 0,0 1-1 0 0,-1-1 1 0 0,1 0-1 0 0,0 0 1 0 0,-1 0 0 0 0,1 0-1 0 0,0 0 1 0 0,-1-1-1 0 0,0 0 1 0 0,1 0 0 0 0,-1 0-1 0 0,0 0 1 0 0,0 0-1 0 0,0-1 1 0 0,0 1-1 0 0,-1-1 1 0 0,4-3 0 0 0,8-10 242 0 0,-1-1 1 0 0,15-23-1 0 0,-8 11-101 0 0,-14 21-108 0 0,0-1 59 0 0,1 0 0 0 0,0 0 0 0 0,1 0-1 0 0,-1 1 1 0 0,15-11 0 0 0,-20 18-86 0 0,0 0 1 0 0,0-1 0 0 0,0 1 0 0 0,0 0-1 0 0,0 0 1 0 0,0 1 0 0 0,0-1-1 0 0,0 0 1 0 0,1 1 0 0 0,-1-1-1 0 0,0 1 1 0 0,1-1 0 0 0,-1 1 0 0 0,0 0-1 0 0,1 0 1 0 0,-1 0 0 0 0,0 1-1 0 0,1-1 1 0 0,-1 0 0 0 0,0 1-1 0 0,0 0 1 0 0,1-1 0 0 0,-1 1-1 0 0,0 0 1 0 0,0 0 0 0 0,0 0 0 0 0,0 1-1 0 0,0-1 1 0 0,0 0 0 0 0,0 1-1 0 0,0-1 1 0 0,2 4 0 0 0,14 13 275 0 0,28 39 0 0 0,10 9-87 0 0,-54-68-147 0 0,-1-1-1 0 0,1 1 1 0 0,-1-1-1 0 0,1 0 1 0 0,-1 0 0 0 0,0 1-1 0 0,0-1 1 0 0,-1 0-1 0 0,1 0 1 0 0,0-4-1 0 0,2-3 25 0 0,11-34 40 0 0,37-78-1 0 0,-44 106-840 0 0,2 0 0 0 0,0 1-1 0 0,1 0 1 0 0,1 1 0 0 0,0 0 0 0 0,1 1 0 0 0,26-24 0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7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0 487 2072 0 0,'4'6'504'0'0,"-1"0"0"0"0,0 0 1 0 0,0 0-1 0 0,-1 0 0 0 0,1 1 0 0 0,-1-1 0 0 0,-1 1 0 0 0,1-1 0 0 0,-1 1 0 0 0,0 9 0 0 0,3 8 1005 0 0,1 1 273 0 0,0-1 0 0 0,2 0 0 0 0,1 0 0 0 0,0 0 0 0 0,22 38 0 0 0,-30-61-1733 0 0,0-1 0 0 0,0 1 1 0 0,0-1-1 0 0,1 1 0 0 0,-1-1 0 0 0,0 0 1 0 0,0 1-1 0 0,1-1 0 0 0,-1 1 1 0 0,0-1-1 0 0,1 1 0 0 0,-1-1 1 0 0,1 0-1 0 0,-1 1 0 0 0,0-1 1 0 0,1 0-1 0 0,-1 0 0 0 0,1 1 1 0 0,-1-1-1 0 0,1 0 0 0 0,-1 0 1 0 0,1 0-1 0 0,-1 1 0 0 0,1-1 1 0 0,-1 0-1 0 0,1 0 0 0 0,-1 0 1 0 0,2 0-1 0 0,6-12 633 0 0,-1-33-265 0 0,-6 35-199 0 0,72-558 790 0 0,-74 525-908 0 0,1 34-32 0 0,-1-1-1 0 0,1 1 0 0 0,0-1 0 0 0,1 0 1 0 0,0 1-1 0 0,1-1 0 0 0,0 1 0 0 0,3-10 1 0 0,-4 18-53 0 0,-1 1 0 0 0,0-1 0 0 0,0 1 1 0 0,0 0-1 0 0,0-1 0 0 0,1 1 0 0 0,-1-1 1 0 0,0 1-1 0 0,1 0 0 0 0,-1-1 0 0 0,0 1 1 0 0,1 0-1 0 0,-1-1 0 0 0,0 1 0 0 0,1 0 1 0 0,-1 0-1 0 0,1-1 0 0 0,-1 1 0 0 0,0 0 1 0 0,1 0-1 0 0,-1-1 0 0 0,1 1 0 0 0,-1 0 1 0 0,1 0-1 0 0,-1 0 0 0 0,1 0 0 0 0,-1 0 1 0 0,0 0-1 0 0,1 0 0 0 0,-1 0 0 0 0,2 0 1 0 0,14 9 158 0 0,9 21-94 0 0,-16-14-51 0 0,0 0-1 0 0,-1 1 0 0 0,0 0 0 0 0,-2 0 1 0 0,0 1-1 0 0,-1 0 0 0 0,-1 0 1 0 0,0 0-1 0 0,-1 1 0 0 0,-2-1 0 0 0,1 22 1 0 0,-5 23-44 0 0,-2 0 0 0 0,-13 61 1 0 0,-4 43-827 0 0,21-163 728 0 0,-1 89-773 0 0,2-86 542 0 0,1 1 1 0 0,0 0 0 0 0,0 0 0 0 0,1-1 0 0 0,0 1 0 0 0,0-1 0 0 0,1 1 0 0 0,0-1 0 0 0,6 12 0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8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 7834 0 0,'-7'0'1086'0'0,"6"0"-635"0"0,0-1-1 0 0,0 1 0 0 0,-1 0 1 0 0,1 0-1 0 0,0 0 1 0 0,0 0-1 0 0,-1 1 1 0 0,1-1-1 0 0,0 0 1 0 0,0 0-1 0 0,-1 1 1 0 0,1-1-1 0 0,0 1 1 0 0,-2 0-1 0 0,2 0-216 0 0,1 1 0 0 0,-1-1 0 0 0,1 0 0 0 0,0 1-1 0 0,-1-1 1 0 0,1 1 0 0 0,0-1 0 0 0,0 1 0 0 0,0-1 0 0 0,0 0 0 0 0,0 1-1 0 0,0-1 1 0 0,0 1 0 0 0,1-1 0 0 0,0 2 0 0 0,1 13 320 0 0,2 15 384 0 0,10 41 1 0 0,-12-64-905 0 0,0-1 1 0 0,1 0 0 0 0,-1 0-1 0 0,1 0 1 0 0,1 0 0 0 0,0 0 0 0 0,-1-1-1 0 0,2 0 1 0 0,-1 0 0 0 0,1 0-1 0 0,7 7 1 0 0,-11-11-30 0 0,1-1 1 0 0,-1 0-1 0 0,0 0 1 0 0,1 0-1 0 0,-1 0 0 0 0,0-1 1 0 0,1 1-1 0 0,-1 0 1 0 0,1-1-1 0 0,0 1 0 0 0,-1-1 1 0 0,1 1-1 0 0,-1-1 1 0 0,1 1-1 0 0,0-1 0 0 0,-1 0 1 0 0,1 0-1 0 0,0 0 1 0 0,-1 0-1 0 0,1 0 0 0 0,0-1 1 0 0,-1 1-1 0 0,1 0 1 0 0,0-1-1 0 0,-1 1 0 0 0,1-1 1 0 0,-1 0-1 0 0,1 1 1 0 0,-1-1-1 0 0,1 0 0 0 0,-1 0 1 0 0,1 0-1 0 0,-1 0 1 0 0,0 0-1 0 0,0 0 0 0 0,1 0 1 0 0,-1-1-1 0 0,0 1 1 0 0,0 0-1 0 0,0-1 0 0 0,0 1 1 0 0,1-3-1 0 0,5-9 39 0 0,0 0 0 0 0,0 0 0 0 0,-2 0 1 0 0,6-16-1 0 0,-4 10 23 0 0,-3 5-36 0 0,-3 10-10 0 0,0 1-1 0 0,0-1 1 0 0,1 0-1 0 0,-1 0 1 0 0,1 0-1 0 0,0 1 0 0 0,0-1 1 0 0,0 1-1 0 0,0-1 1 0 0,4-3-1 0 0,-8 53 623 0 0,-2 164 86 0 0,5-124-418 0 0,-14 120 1 0 0,11-194-228 0 0,0 1 0 0 0,-1-1-1 0 0,0 0 1 0 0,-1 0 0 0 0,0-1-1 0 0,-1 1 1 0 0,0-1 0 0 0,-1 0-1 0 0,-7 11 1 0 0,7-14-287 0 0,0-1 0 0 0,0 0 1 0 0,-1 0-1 0 0,-14 11 0 0 0,12-11-1430 0 0,-2 0 1 0 0,1-1-1 0 0,-22 10 0 0 0,0-3-6238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8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1 17052 0 0,'1'1'117'0'0,"0"0"0"0"0,-1 0-1 0 0,1 0 1 0 0,-1 0 0 0 0,1 0 0 0 0,-1 0 0 0 0,0 0 0 0 0,1 0 0 0 0,-1 0 0 0 0,0 0 0 0 0,1 0 0 0 0,-1 1 0 0 0,0-1 0 0 0,0 0 0 0 0,0 0 0 0 0,0 0 0 0 0,0 0 0 0 0,-1 1-1 0 0,1-1 1 0 0,-1 1 0 0 0,-2 30 183 0 0,-32 111 1251 0 0,21-93-1344 0 0,2 1 0 0 0,-8 66 0 0 0,19-102-284 0 0,0 1 0 0 0,1-1 0 0 0,1 0 0 0 0,0 0 0 0 0,1 0 0 0 0,0 1 0 0 0,2-2 0 0 0,0 1 0 0 0,0 0 0 0 0,1-1 0 0 0,1 0 0 0 0,9 17 0 0 0,3-5-1758 0 0,2-4-5113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9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4 14283 0 0,'-2'-3'1814'0'0,"4"12"-656"0"0,6 31 210 0 0,-6 36 175 0 0,-3-42-1332 0 0,1-1-1 0 0,3 0 1 0 0,0 0 0 0 0,12 47-1 0 0,-13-72-205 0 0,0-1 0 0 0,1 0 1 0 0,0 1-1 0 0,0-1 0 0 0,0 0 0 0 0,1-1 0 0 0,0 1 1 0 0,0-1-1 0 0,1 0 0 0 0,0 0 0 0 0,0 0 0 0 0,0 0 0 0 0,1-1 1 0 0,0 0-1 0 0,0 0 0 0 0,0-1 0 0 0,1 0 0 0 0,-1 0 0 0 0,1 0 1 0 0,0-1-1 0 0,0 0 0 0 0,0 0 0 0 0,1 0 0 0 0,10 1 1 0 0,-14-3-3 0 0,0 0 0 0 0,0 0 0 0 0,0-1 0 0 0,1 0 0 0 0,-1 1 0 0 0,0-2 0 0 0,0 1 0 0 0,0 0 0 0 0,0-1 0 0 0,0 0 0 0 0,0 0 0 0 0,0 0 0 0 0,0 0 0 0 0,0 0 0 0 0,-1-1 0 0 0,1 0 0 0 0,0 0 0 0 0,-1 0 0 0 0,1 0 0 0 0,-1-1 0 0 0,0 1 0 0 0,0-1 0 0 0,0 0 0 0 0,0 0 0 0 0,0 0 0 0 0,-1 0 0 0 0,1 0 0 0 0,-1-1 0 0 0,0 1 0 0 0,0-1 0 0 0,0 1 0 0 0,0-1 0 0 0,-1 0 0 0 0,2-5 0 0 0,1-2 30 0 0,-1-1 0 0 0,-1 0 1 0 0,0 1-1 0 0,-1-1 0 0 0,0 0 1 0 0,0 0-1 0 0,-1 0 1 0 0,-1 0-1 0 0,0 0 0 0 0,-5-21 1 0 0,2 18 33 0 0,0 0 1 0 0,-2 1-1 0 0,1 0 1 0 0,-14-25 0 0 0,16 34-240 0 0,0 0 1 0 0,-1 0-1 0 0,0 1 1 0 0,0-1-1 0 0,0 1 1 0 0,0-1-1 0 0,0 1 1 0 0,-1 1-1 0 0,0-1 1 0 0,0 0-1 0 0,0 1 1 0 0,0 0-1 0 0,-1 1 1 0 0,1-1-1 0 0,-7-2 1 0 0,-7 1-6849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49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79 14283 0 0,'-5'-16'1287'0'0,"5"16"-1279"0"0,0 0 1 0 0,0 0-1 0 0,0 0 0 0 0,0 0 0 0 0,1 0 1 0 0,-1 0-1 0 0,0 0 0 0 0,0 0 0 0 0,0 0 1 0 0,1 0-1 0 0,-1 0 0 0 0,0 0 0 0 0,0 0 0 0 0,0 0 1 0 0,1 0-1 0 0,-1 0 0 0 0,0 0 0 0 0,0 0 1 0 0,0 0-1 0 0,1 0 0 0 0,-1 0 0 0 0,0 0 0 0 0,0 0 1 0 0,0 0-1 0 0,1 0 0 0 0,-1 0 0 0 0,0 0 1 0 0,0-1-1 0 0,0 1 0 0 0,0 0 0 0 0,0 0 1 0 0,1 0-1 0 0,-1 0 0 0 0,0 0 0 0 0,0-1 0 0 0,0 1 1 0 0,0 0-1 0 0,0 0 0 0 0,0 0 0 0 0,0-1 1 0 0,0 1-1 0 0,1 0 0 0 0,-1 0 0 0 0,0 0 0 0 0,0-1 1 0 0,0 1-1 0 0,0 0 0 0 0,0 0 0 0 0,0 0 1 0 0,0-1-1 0 0,0 1 0 0 0,0 0 0 0 0,0 0 1 0 0,0 0-1 0 0,0 0 0 0 0,-1-1 0 0 0,1 1 0 0 0,3 4 230 0 0,0 1-1 0 0,-1 0 0 0 0,0 0 1 0 0,0 0-1 0 0,0 0 0 0 0,-1 0 1 0 0,1 0-1 0 0,-1 0 0 0 0,0 0 0 0 0,-1 1 1 0 0,1 6-1 0 0,1 4 232 0 0,4 21 312 0 0,0 8-139 0 0,2 0-1 0 0,20 61 1 0 0,-24-94-620 0 0,1 0 1 0 0,0-1-1 0 0,0 1 0 0 0,1-1 1 0 0,0-1-1 0 0,1 1 1 0 0,0-1-1 0 0,1 0 0 0 0,0-1 1 0 0,1 0-1 0 0,0 0 1 0 0,0-1-1 0 0,19 13 0 0 0,-25-19-21 0 0,0 0-1 0 0,-1 0 1 0 0,1 0-1 0 0,1-1 1 0 0,-1 1-1 0 0,0-1 0 0 0,0 0 1 0 0,0 0-1 0 0,1 0 1 0 0,-1-1-1 0 0,1 1 1 0 0,-1-1-1 0 0,0 0 1 0 0,1 0-1 0 0,-1 0 0 0 0,1 0 1 0 0,-1 0-1 0 0,1-1 1 0 0,3 0-1 0 0,-4-1-1 0 0,0 0 1 0 0,0 0-1 0 0,0 0 1 0 0,0 0-1 0 0,0 0 0 0 0,0-1 1 0 0,-1 1-1 0 0,1-1 0 0 0,-1 0 1 0 0,1 0-1 0 0,-1 0 1 0 0,0 0-1 0 0,0 0 0 0 0,-1 0 1 0 0,1-1-1 0 0,-1 1 0 0 0,3-7 1 0 0,3-12-186 0 0,-1-1 0 0 0,-1 0 0 0 0,-1 0 0 0 0,-1-1 0 0 0,-1 1 1 0 0,-1-1-1 0 0,-4-37 0 0 0,-1 22-568 0 0,-1 0 0 0 0,-3 1 0 0 0,-21-68 0 0 0,21 84-3792 0 0,-2 2-1216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50.1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10594 0 0,'6'-1'517'0'0,"1"0"-1"0"0,-1 1 0 0 0,1-1 1 0 0,-1 1-1 0 0,1 1 0 0 0,-1-1 0 0 0,0 1 1 0 0,1 0-1 0 0,-1 0 0 0 0,10 4 1 0 0,-13-3-275 0 0,1-1-1 0 0,0 1 1 0 0,-1 0 0 0 0,0 1 0 0 0,1-1 0 0 0,-1 0 0 0 0,0 1-1 0 0,0 0 1 0 0,-1 0 0 0 0,1 0 0 0 0,-1 0 0 0 0,1 0-1 0 0,-1 0 1 0 0,0 1 0 0 0,0-1 0 0 0,0 1 0 0 0,0-1 0 0 0,1 6-1 0 0,1 8-48 0 0,0 1-1 0 0,-1 0 1 0 0,1 22-1 0 0,-2-16 261 0 0,9 41 0 0 0,-10-59-416 0 0,1-1 0 0 0,0 1 0 0 0,0 0 0 0 0,0-1 0 0 0,1 1 0 0 0,0-1 0 0 0,0 0 1 0 0,0 0-1 0 0,1 0 0 0 0,0 0 0 0 0,7 7 0 0 0,-11-12-38 0 0,1 1 0 0 0,-1-1 0 0 0,1 1 0 0 0,0-1 0 0 0,-1 1 0 0 0,1-1 0 0 0,0 1 0 0 0,-1-1 0 0 0,1 1 0 0 0,0-1 0 0 0,0 0 0 0 0,-1 0 0 0 0,1 1 0 0 0,0-1 0 0 0,0 0 0 0 0,0 0 0 0 0,-1 0 0 0 0,1 0 0 0 0,0 0 0 0 0,0 0 0 0 0,0 0 0 0 0,0 0 0 0 0,-1 0 0 0 0,1 0 0 0 0,0-1 0 0 0,0 1 0 0 0,1-1 0 0 0,0 0-5 0 0,-1 0 0 0 0,1 0 1 0 0,-1-1-1 0 0,1 1 0 0 0,-1-1 0 0 0,1 1 0 0 0,-1-1 1 0 0,0 0-1 0 0,1 1 0 0 0,1-5 0 0 0,2-6-33 0 0,0 0-1 0 0,7-24 1 0 0,-10 27 33 0 0,5-12 7 0 0,2-10 6 0 0,2 0-1 0 0,14-29 1 0 0,-22 52-4 0 0,1 1-1 0 0,0 0 0 0 0,0 1 0 0 0,1-1 1 0 0,0 1-1 0 0,0 0 0 0 0,0 0 1 0 0,1 0-1 0 0,-1 1 0 0 0,2 0 0 0 0,-1 0 1 0 0,0 0-1 0 0,13-6 0 0 0,-17 10 8 0 0,0 1 0 0 0,-1-1-1 0 0,1 1 1 0 0,0-1 0 0 0,0 1 0 0 0,-1 0 0 0 0,1-1-1 0 0,0 1 1 0 0,0 0 0 0 0,0 0 0 0 0,-1 0-1 0 0,1 1 1 0 0,0-1 0 0 0,0 0 0 0 0,-1 1-1 0 0,1-1 1 0 0,0 1 0 0 0,0 0 0 0 0,-1-1-1 0 0,1 1 1 0 0,-1 0 0 0 0,1 0 0 0 0,-1 0-1 0 0,1 0 1 0 0,-1 0 0 0 0,1 0 0 0 0,-1 1 0 0 0,0-1-1 0 0,0 0 1 0 0,0 1 0 0 0,0-1 0 0 0,2 3-1 0 0,3 6 79 0 0,0 0 0 0 0,-1 0-1 0 0,0 1 1 0 0,3 12-1 0 0,2 1 59 0 0,22 41-32 0 0,-28-59-111 0 0,-1-1 0 0 0,1 1 0 0 0,0-1 0 0 0,1 0 0 0 0,-1 0 0 0 0,1 0 0 0 0,0 0 0 0 0,9 6 0 0 0,-13-11-6 0 0,-1 0 0 0 0,1 0 1 0 0,-1 0-1 0 0,1 0 0 0 0,-1-1 0 0 0,1 1 0 0 0,0 0 1 0 0,-1 0-1 0 0,1 0 0 0 0,-1 0 0 0 0,1-1 0 0 0,-1 1 1 0 0,1 0-1 0 0,-1 0 0 0 0,1-1 0 0 0,-1 1 0 0 0,1-1 1 0 0,-1 1-1 0 0,0 0 0 0 0,1-1 0 0 0,-1 1 0 0 0,1-1 0 0 0,-1 1 1 0 0,0-1-1 0 0,0 1 0 0 0,1-1 0 0 0,-1 1 0 0 0,0-1 1 0 0,0 1-1 0 0,1-1 0 0 0,-1 1 0 0 0,0-1 0 0 0,0 0 1 0 0,10-28-49 0 0,-7 22 28 0 0,2-5-8 0 0,0 0 0 0 0,1 0 0 0 0,0 1 0 0 0,1 0 0 0 0,9-11 0 0 0,-12 17 6 0 0,0 1 1 0 0,0 0-1 0 0,0-1 1 0 0,1 2-1 0 0,-1-1 1 0 0,1 0 0 0 0,0 1-1 0 0,1 0 1 0 0,-1 0-1 0 0,0 0 1 0 0,1 1-1 0 0,-1 0 1 0 0,9-2 0 0 0,-12 3 10 0 0,-1 1 1 0 0,1 0 0 0 0,0 0-1 0 0,-1 0 1 0 0,1 0-1 0 0,0 0 1 0 0,-1 0 0 0 0,1 0-1 0 0,0 1 1 0 0,-1-1 0 0 0,1 0-1 0 0,-1 1 1 0 0,1 0 0 0 0,0-1-1 0 0,-1 1 1 0 0,0 0-1 0 0,1 0 1 0 0,-1 0 0 0 0,1 0-1 0 0,-1 0 1 0 0,0 0 0 0 0,0 0-1 0 0,2 2 1 0 0,23 37-903 0 0,-7-8-2048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6:50.5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84 5841 0 0,'2'-5'370'0'0,"0"0"0"0"0,-1 0 0 0 0,1 0 0 0 0,-1 0 0 0 0,0 0 0 0 0,1-8 0 0 0,-2 11 50 0 0,1 0 0 0 0,-1 1-1 0 0,0-1 1 0 0,0 0 0 0 0,0 0 0 0 0,0 1 0 0 0,0-1-1 0 0,0 0 1 0 0,0 1 0 0 0,-1-1 0 0 0,1 0 0 0 0,-1 1 0 0 0,1-1-1 0 0,-1 0 1 0 0,0 1 0 0 0,1-1 0 0 0,-1 1 0 0 0,0-1 0 0 0,0 1-1 0 0,0-1 1 0 0,0 1 0 0 0,0 0 0 0 0,-3-2 0 0 0,3 3-255 0 0,1 0 0 0 0,-1 0 1 0 0,0 0-1 0 0,0 0 0 0 0,0 0 1 0 0,0 0-1 0 0,1 0 0 0 0,-1 0 1 0 0,0 1-1 0 0,0-1 0 0 0,0 0 0 0 0,1 1 1 0 0,-1-1-1 0 0,0 1 0 0 0,0-1 1 0 0,1 0-1 0 0,-1 1 0 0 0,0 0 1 0 0,1-1-1 0 0,-1 1 0 0 0,1-1 1 0 0,-1 1-1 0 0,0 1 0 0 0,-17 20 47 0 0,15-17 115 0 0,-3 2-284 0 0,1 0 0 0 0,0 0 1 0 0,0 1-1 0 0,1 0 0 0 0,0 0 0 0 0,0 0 0 0 0,1 0 1 0 0,0 1-1 0 0,1-1 0 0 0,-1 1 0 0 0,2 0 1 0 0,-1 0-1 0 0,1 11 0 0 0,1-12-36 0 0,1-1 0 0 0,0 1-1 0 0,0-1 1 0 0,1 0 0 0 0,-1 0 0 0 0,2 0-1 0 0,-1 0 1 0 0,1 0 0 0 0,0 0 0 0 0,1 0-1 0 0,0-1 1 0 0,0 0 0 0 0,0 0 0 0 0,0 0 0 0 0,1 0-1 0 0,7 7 1 0 0,50 38-102 0 0,-48-41 65 0 0,-1 1 1 0 0,0 0-1 0 0,0 1 1 0 0,-1 0-1 0 0,17 23 1 0 0,-29-33 23 0 0,1 0 0 0 0,0 0 1 0 0,0 0-1 0 0,-1 0 0 0 0,1 0 0 0 0,-1 0 1 0 0,1 0-1 0 0,-1 0 0 0 0,0 0 0 0 0,0 1 0 0 0,0-1 1 0 0,0 0-1 0 0,0 0 0 0 0,-1 0 0 0 0,1 0 0 0 0,-1 0 1 0 0,1 0-1 0 0,-1 0 0 0 0,0 0 0 0 0,0 0 1 0 0,0 0-1 0 0,0 0 0 0 0,0 0 0 0 0,0 0 0 0 0,0 0 1 0 0,-1-1-1 0 0,1 1 0 0 0,0-1 0 0 0,-1 1 0 0 0,0-1 1 0 0,1 1-1 0 0,-3 0 0 0 0,-4 5 22 0 0,0-1-1 0 0,0 0 1 0 0,-1-1-1 0 0,1 0 1 0 0,-15 6 0 0 0,18-8-62 0 0,1-1 0 0 0,-1 0 0 0 0,0-1 0 0 0,0 1 0 0 0,1-1 0 0 0,-1 0 0 0 0,0 0 0 0 0,0-1 0 0 0,0 0 1 0 0,0 1-1 0 0,-1-2 0 0 0,1 1 0 0 0,0 0 0 0 0,0-1 0 0 0,0 0 0 0 0,1 0 0 0 0,-1-1 0 0 0,0 1 0 0 0,0-1 0 0 0,-6-4 0 0 0,-1-3-828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8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102 116 5065 0 0,'-11'-16'1658'0'0,"-2"1"-1"0"0,-18-17 1 0 0,-16-21 4287 0 0,53 74-1326 0 0,-1 31-4355 0 0,-4-31 167 0 0,9 70-153 0 0,3 1 0 0 0,5-2 0 0 0,54 164 0 0 0,-65-234-421 0 0,31 94 491 0 0,-34-99-710 0 0,-1 0 1 0 0,0 0-1 0 0,-1 0 1 0 0,-1 1-1 0 0,0 24 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1 191 1840 0 0,'0'-2'126'0'0,"1"1"0"0"0,0-1 0 0 0,0 1 0 0 0,0-1 0 0 0,0 1 0 0 0,0 0 0 0 0,0 0 0 0 0,0 0 0 0 0,0-1 0 0 0,0 1 0 0 0,0 0 0 0 0,1 0 0 0 0,-1 0 0 0 0,0 1-1 0 0,1-1 1 0 0,2-1 0 0 0,30-11 2909 0 0,-16 6-1909 0 0,53-25 2846 0 0,92-39 3146 0 0,-52 31-8005 0 0,-88 34-5719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49 8754 0 0,'8'-11'8933'0'0,"-7"11"-8692"0"0,31-14 1813 0 0,35-5-3664 0 0,-8 15-3252 0 0,-43 4-222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29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82 5065 0 0,'24'-1'3023'0'0,"57"-19"1791"0"0,0-6-3279 0 0,1-1-3667 0 0,-62 20 1245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0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10594 0 0,'6'-6'9451'0'0,"10"24"-7695"0"0,-6 8-1540 0 0,-1 0 1 0 0,-1 1 0 0 0,6 40 0 0 0,3 87-210 0 0,-10-85 30 0 0,-3-28-145 0 0,21 140 342 0 0,-20-157-813 0 0,1 0 1 0 0,1-1-1 0 0,1 1 1 0 0,1-1-1 0 0,16 27 1 0 0,-2-13-6490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0.9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381 231 9674 0 0,'-380'90'6836'0'0,"395"-96"-3839"0"0,100-31-1797 0 0,1096-226 974 0 0,-1187 259-2269 0 0,3 0-87 0 0,0 0 1 0 0,0 2 0 0 0,33 1 0 0 0,-58 2 31 0 0,-1-2-34 0 0,0 2-1 0 0,0-1 1 0 0,1 0-1 0 0,-1 0 1 0 0,0 0-1 0 0,0 0 1 0 0,0 1 0 0 0,0-1-1 0 0,1 0 1 0 0,-1 1-1 0 0,0-1 1 0 0,0 1-1 0 0,0 0 1 0 0,1 0-1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1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22 133 7834 0 0,'-21'22'8051'0'0,"35"-22"-6663"0"0,0-2 1 0 0,25-4-1 0 0,63-24 180 0 0,-82 24-1213 0 0,88-33 190 0 0,38-12-466 0 0,-126 45-806 0 0,1 2 1 0 0,0 0 0 0 0,1 1-1 0 0,-1 1 1 0 0,24 1 0 0 0,-18 5-3023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1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 3225 0 0,'18'-17'4107'0'0,"-16"17"-3531"0"0,-1-1 0 0 0,0 1 0 0 0,1-1 0 0 0,-1 1-1 0 0,0-1 1 0 0,1 1 0 0 0,16 8 7159 0 0,-17-7-7449 0 0,1 17 872 0 0,-8 79 365 0 0,-4 32-949 0 0,11 201 0 0 0,1-316-670 0 0,0 1-1 0 0,0 0 1 0 0,2-1 0 0 0,8 26 0 0 0,-5-23-423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74 129 6913 0 0,'-73'16'7310'0'0,"87"-28"-3039"0"0,16-13-3542 0 0,-9 10-662 0 0,60-42 423 0 0,-27 21-3185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66 11522 0 0,'-15'21'1205'0'0,"15"-21"-1161"0"0,0 1-1 0 0,0-1 0 0 0,-1 1 0 0 0,1 0 1 0 0,0-1-1 0 0,0 1 0 0 0,0 0 1 0 0,0 0-1 0 0,1-1 0 0 0,-1 1 0 0 0,0-1 1 0 0,0 1-1 0 0,0 0 0 0 0,0-1 0 0 0,1 1 1 0 0,-1 0-1 0 0,0-1 0 0 0,1 1 0 0 0,-1-1 1 0 0,0 1-1 0 0,1-1 0 0 0,-1 1 0 0 0,1-1 1 0 0,-1 1-1 0 0,1-1 0 0 0,-1 1 0 0 0,1-1 1 0 0,-1 1-1 0 0,1-1 0 0 0,-1 0 0 0 0,1 1 1 0 0,0-1-1 0 0,-1 0 0 0 0,1 0 0 0 0,0 1 1 0 0,-1-1-1 0 0,1 0 0 0 0,0 0 0 0 0,0 0 1 0 0,3 1 149 0 0,1 0 1 0 0,-1-1-1 0 0,0 0 0 0 0,1 1 1 0 0,-1-1-1 0 0,1-1 0 0 0,-1 1 1 0 0,1-1-1 0 0,-1 0 1 0 0,0 0-1 0 0,0 0 0 0 0,1 0 1 0 0,6-4-1 0 0,56-30-1211 0 0,-52 25 262 0 0,49-24-2987 0 0,-30 15 1793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3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7 11058 0 0,'-7'-6'10414'0'0,"10"21"-10495"0"0,56 566 1543 0 0,-36-280-2160 0 0,-3-173-5974 0 0,-9-71 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4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116 442 8754 0 0,'-26'4'759'0'0,"-41"1"0"0"0,65-5-537 0 0,1 0 0 0 0,0 0 1 0 0,0 0-1 0 0,-1 0 0 0 0,1 0 1 0 0,0 0-1 0 0,0 0 1 0 0,0 0-1 0 0,-1-1 0 0 0,1 1 1 0 0,0 0-1 0 0,0-1 1 0 0,0 1-1 0 0,0-1 0 0 0,-2-1 1 0 0,3 2-141 0 0,0 0 0 0 0,-1-1 0 0 0,1 1 0 0 0,0-1 0 0 0,0 1 1 0 0,0 0-1 0 0,0-1 0 0 0,0 1 0 0 0,0-1 0 0 0,0 1 0 0 0,0 0 0 0 0,0-1 1 0 0,0 1-1 0 0,0-1 0 0 0,0 1 0 0 0,0 0 0 0 0,1-1 0 0 0,-1 1 0 0 0,0 0 1 0 0,0-1-1 0 0,0 1 0 0 0,0 0 0 0 0,1-1 0 0 0,-1 1 0 0 0,0 0 0 0 0,0-1 1 0 0,1 1-1 0 0,-1 0 0 0 0,1-1 0 0 0,2-2 211 0 0,1-1-1 0 0,0 1 1 0 0,0 0 0 0 0,1 0 0 0 0,6-3 0 0 0,57-25 838 0 0,1 4 0 0 0,83-21 0 0 0,150-23-175 0 0,-118 29-600 0 0,788-148-586 0 0,-945 187-549 0 0,-9 2-228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4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15667 0 0,'0'0'719'0'0,"16"27"2614"0"0,-10-7-2755 0 0,-1 0 0 0 0,-1 0 1 0 0,0 0-1 0 0,0 32 0 0 0,-4 86-453 0 0,-2-41-39 0 0,2-80-196 0 0,0 11-606 0 0,2 0-1 0 0,8 50 1 0 0,-2-45-6699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0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27 158 10594 0 0,'-2'-8'6734'0'0,"1"12"-5434"0"0,-4 11-1049 0 0,0-1 1 0 0,1 1-1 0 0,1 0 1 0 0,0 1-1 0 0,1-1 0 0 0,1 0 1 0 0,0 1-1 0 0,1-1 1 0 0,1 1-1 0 0,0-1 0 0 0,2 0 1 0 0,-1 0-1 0 0,2 0 1 0 0,7 22-1 0 0,-8-29-248 0 0,0 0 0 0 0,0 0 0 0 0,1-1 0 0 0,0 1 0 0 0,0-1 0 0 0,1 0 0 0 0,0 0 0 0 0,0-1 0 0 0,1 1 0 0 0,0-1 0 0 0,0 0-1 0 0,0-1 1 0 0,1 0 0 0 0,0 0 0 0 0,0 0 0 0 0,0 0 0 0 0,1-1 0 0 0,-1-1 0 0 0,1 1 0 0 0,0-1 0 0 0,0-1 0 0 0,0 1 0 0 0,0-1 0 0 0,0-1 0 0 0,1 1 0 0 0,-1-1 0 0 0,1-1 0 0 0,10 0 0 0 0,-17 0-4 0 0,1 0 0 0 0,0 0 1 0 0,-1 0-1 0 0,1 0 0 0 0,0 0 0 0 0,-1-1 1 0 0,1 0-1 0 0,-1 1 0 0 0,1-1 0 0 0,-1 0 1 0 0,1 0-1 0 0,-1 0 0 0 0,1 0 0 0 0,-1-1 0 0 0,0 1 1 0 0,0-1-1 0 0,0 1 0 0 0,0-1 0 0 0,0 0 1 0 0,0 0-1 0 0,0 0 0 0 0,0 0 0 0 0,-1 0 1 0 0,1 0-1 0 0,1-4 0 0 0,-2 2-15 0 0,0 0 0 0 0,0 0 0 0 0,0 0 0 0 0,-1-1 0 0 0,0 1 1 0 0,1 0-1 0 0,-2 0 0 0 0,1 0 0 0 0,0 0 0 0 0,-1-1 0 0 0,0 1 0 0 0,0 0 0 0 0,0 0 0 0 0,0 0 0 0 0,-3-5 0 0 0,-20-47-130 0 0,-20-53-42 0 0,41 98 162 0 0,0-1 0 0 0,0 0 0 0 0,1 0 0 0 0,1 0 0 0 0,0 0 1 0 0,1 0-1 0 0,1-18 0 0 0,0 24 21 0 0,1-1 0 0 0,0 1 0 0 0,0 0 0 0 0,0 0 0 0 0,1 0 0 0 0,0 0 0 0 0,0 0 0 0 0,1 0 0 0 0,-1 1 0 0 0,1 0 0 0 0,1 0 1 0 0,-1 0-1 0 0,1 0 0 0 0,-1 0 0 0 0,1 1 0 0 0,1 0 0 0 0,-1 0 0 0 0,9-5 0 0 0,0 2 48 0 0,0-1 1 0 0,1 2-1 0 0,-1-1 0 0 0,1 2 0 0 0,0 0 1 0 0,27-4-1 0 0,-40 8-16 0 0,1 1-1 0 0,-1-1 1 0 0,1 1 0 0 0,-1 0-1 0 0,1-1 1 0 0,-1 1 0 0 0,0 0 0 0 0,1 1-1 0 0,-1-1 1 0 0,1 0 0 0 0,-1 1-1 0 0,1-1 1 0 0,-1 1 0 0 0,0 0 0 0 0,1 0-1 0 0,-1 0 1 0 0,0 0 0 0 0,0 0-1 0 0,0 1 1 0 0,0-1 0 0 0,0 0-1 0 0,0 1 1 0 0,0 0 0 0 0,2 2 0 0 0,-2 0-22 0 0,1 0 1 0 0,-1 0 0 0 0,-1 0 0 0 0,1 0-1 0 0,-1 1 1 0 0,1-1 0 0 0,-1 1 0 0 0,0-1 0 0 0,-1 1-1 0 0,1-1 1 0 0,-1 1 0 0 0,0 6 0 0 0,-1 22-11 0 0,1-10-16 0 0,0 1 1 0 0,1-1-1 0 0,8 42 0 0 0,-8-57 17 0 0,2-1 0 0 0,-1 1 0 0 0,1-1 0 0 0,0 0 0 0 0,1 0 0 0 0,0 0 0 0 0,0 0 0 0 0,0-1 0 0 0,1 1 0 0 0,0-1 0 0 0,0 0 0 0 0,0-1 0 0 0,1 1 0 0 0,0-1 0 0 0,10 7 0 0 0,-11-9 26 0 0,0 0 1 0 0,1 0 0 0 0,-1 0-1 0 0,1-1 1 0 0,0 1 0 0 0,0-1-1 0 0,0-1 1 0 0,0 1 0 0 0,0-1-1 0 0,0 0 1 0 0,0 0 0 0 0,0-1-1 0 0,0 0 1 0 0,13-1 0 0 0,-16 0-11 0 0,0 1 0 0 0,0-1 1 0 0,1 0-1 0 0,-1 0 1 0 0,0-1-1 0 0,0 1 1 0 0,0 0-1 0 0,0-1 1 0 0,-1 0-1 0 0,1 0 1 0 0,0 0-1 0 0,-1 0 1 0 0,1 0-1 0 0,-1 0 0 0 0,0-1 1 0 0,0 1-1 0 0,0-1 1 0 0,0 0-1 0 0,0 1 1 0 0,0-1-1 0 0,-1 0 1 0 0,1 0-1 0 0,-1 0 1 0 0,0 0-1 0 0,0 0 0 0 0,0-1 1 0 0,0 1-1 0 0,0 0 1 0 0,-1-6-1 0 0,1-3 20 0 0,-1 1 0 0 0,-1 0 0 0 0,0 0-1 0 0,-1 0 1 0 0,0 0 0 0 0,0 0 0 0 0,-1 0-1 0 0,-1 1 1 0 0,0-1 0 0 0,0 1 0 0 0,-1 0 0 0 0,0 0-1 0 0,-12-16 1 0 0,6 10-223 0 0,-1 0-1 0 0,-1 1 0 0 0,0 1 1 0 0,-1 0-1 0 0,0 0 1 0 0,-33-22-1 0 0,29 25-721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6673 0 0,'0'1'288'0'0,"0"1"73"0"0,0 0-289 0 0,-2-2-72 0 0,0 0 0 0 0,-1-1 0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5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 4609 0 0,'0'-6'2827'0'0,"0"6"-2765"0"0,11-4 3246 0 0,12 2 2556 0 0,-20 3-5567 0 0,0 0 1 0 0,0 1-1 0 0,0-1 0 0 0,0 1 0 0 0,0 0 1 0 0,-1 0-1 0 0,1 0 0 0 0,-1 0 0 0 0,1 0 1 0 0,-1 1-1 0 0,0-1 0 0 0,0 1 0 0 0,0 0 1 0 0,0-1-1 0 0,0 1 0 0 0,0 0 0 0 0,2 6 1 0 0,3 7-92 0 0,-1 1 0 0 0,5 17 0 0 0,-9-27-57 0 0,3 14-101 0 0,0 0 1 0 0,-1 0 0 0 0,-2 0 0 0 0,0 1 0 0 0,-1-1 0 0 0,-1 0 0 0 0,-1 1 0 0 0,-1-1 0 0 0,-8 40 0 0 0,2-45-82 0 0,4-24-184 0 0,4-29-125 0 0,4 17 263 0 0,1-1 1 0 0,2 1 0 0 0,0 0-1 0 0,0 0 1 0 0,2 1-1 0 0,15-25 1 0 0,-16 31 79 0 0,0 0 0 0 0,1 1 0 0 0,1 0 0 0 0,0 0 0 0 0,1 1 0 0 0,0 0 0 0 0,0 1 0 0 0,2 0 0 0 0,17-11 0 0 0,-29 20 7 0 0,1 0 0 0 0,0-1 0 0 0,0 1 0 0 0,0 0-1 0 0,0 0 1 0 0,-1 1 0 0 0,1-1 0 0 0,0 0 0 0 0,0 1 0 0 0,1-1 0 0 0,-1 1 0 0 0,0 0 0 0 0,0-1-1 0 0,0 1 1 0 0,0 0 0 0 0,0 0 0 0 0,0 1 0 0 0,0-1 0 0 0,0 0 0 0 0,0 1 0 0 0,0-1 0 0 0,0 1-1 0 0,0-1 1 0 0,0 1 0 0 0,0 0 0 0 0,0 0 0 0 0,0 0 0 0 0,0 0 0 0 0,0 0 0 0 0,-1 1-1 0 0,1-1 1 0 0,-1 0 0 0 0,1 1 0 0 0,-1-1 0 0 0,1 1 0 0 0,-1 0 0 0 0,0-1 0 0 0,0 1 0 0 0,0 0-1 0 0,1 2 1 0 0,5 10 86 0 0,-2-1 0 0 0,0 1-1 0 0,-1 0 1 0 0,5 28-1 0 0,0-3-9 0 0,-8-35-82 0 0,18 44 100 0 0,-18-47-99 0 0,-1 1 0 0 0,1-1 0 0 0,-1 0 0 0 0,1 0 1 0 0,-1 1-1 0 0,1-1 0 0 0,0 0 0 0 0,0 0 1 0 0,-1 0-1 0 0,1 0 0 0 0,0 0 0 0 0,0 0 1 0 0,0 0-1 0 0,0-1 0 0 0,0 1 0 0 0,0 0 1 0 0,1 0-1 0 0,-1-1 0 0 0,0 1 0 0 0,0-1 1 0 0,0 1-1 0 0,1-1 0 0 0,-1 1 0 0 0,0-1 1 0 0,0 0-1 0 0,1 0 0 0 0,-1 1 0 0 0,0-1 1 0 0,1 0-1 0 0,-1 0 0 0 0,0 0 0 0 0,3-1 1 0 0,-2 0-20 0 0,0 0 1 0 0,0-1-1 0 0,0 1 1 0 0,0-1-1 0 0,0 1 1 0 0,-1-1-1 0 0,1 0 1 0 0,-1 0-1 0 0,1 0 1 0 0,-1 1-1 0 0,1-1 1 0 0,-1-1-1 0 0,0 1 1 0 0,1-2-1 0 0,13-39 19 0 0,-7 19-28 0 0,-5 15 8 0 0,1 1 1 0 0,0-1-1 0 0,1 1 1 0 0,-1 0-1 0 0,1 1 1 0 0,1-1-1 0 0,-1 1 0 0 0,9-7 1 0 0,-12 12 12 0 0,0 0 1 0 0,0 1-1 0 0,0-1 0 0 0,0 1 1 0 0,1 0-1 0 0,-1 0 1 0 0,1 0-1 0 0,-1 0 0 0 0,1 0 1 0 0,-1 0-1 0 0,1 0 1 0 0,0 1-1 0 0,-1-1 0 0 0,1 1 1 0 0,0 0-1 0 0,-1 0 1 0 0,1 0-1 0 0,0 0 0 0 0,-1 0 1 0 0,1 1-1 0 0,-1-1 1 0 0,1 1-1 0 0,0 0 0 0 0,-1 0 1 0 0,1 0-1 0 0,-1 0 0 0 0,1 0 1 0 0,-1 0-1 0 0,0 1 1 0 0,0-1-1 0 0,1 1 0 0 0,1 1 1 0 0,3 3-164 0 0,-1 0 1 0 0,1 1 0 0 0,-1 0-1 0 0,0 0 1 0 0,10 16-1 0 0,-7-9-1160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36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220 2 5529 0 0,'-1'0'222'0'0,"1"-1"-1"0"0,-1 1 1 0 0,0 0 0 0 0,0 0-1 0 0,1 0 1 0 0,-1 0 0 0 0,0 0-1 0 0,0 0 1 0 0,0 0 0 0 0,1 0-1 0 0,-1 0 1 0 0,0 0 0 0 0,0 1-1 0 0,0-1 1 0 0,1 0 0 0 0,-1 0-1 0 0,0 1 1 0 0,1-1 0 0 0,-1 0-1 0 0,0 1 1 0 0,0-1 0 0 0,1 1-1 0 0,-2 0 1 0 0,-16 12 2410 0 0,17-12-2302 0 0,-5 4-28 0 0,0 0 0 0 0,1 0 0 0 0,-1 1 0 0 0,1 0 0 0 0,0 0 0 0 0,1 0 0 0 0,0 0 0 0 0,0 1 0 0 0,0 0-1 0 0,0 0 1 0 0,1 0 0 0 0,1 0 0 0 0,-1 0 0 0 0,1 1 0 0 0,0-1 0 0 0,1 1 0 0 0,-1-1 0 0 0,2 1 0 0 0,-1 10 0 0 0,1-6-118 0 0,1-1-1 0 0,1 1 1 0 0,0 0-1 0 0,0-1 1 0 0,1 0-1 0 0,1 1 1 0 0,0-1-1 0 0,0 0 1 0 0,1-1 0 0 0,1 1-1 0 0,12 18 1 0 0,-9-17-125 0 0,0 0-7 0 0,-1 0 0 0 0,0 0 1 0 0,0 1-1 0 0,9 24 0 0 0,-16-33-43 0 0,1 0 0 0 0,-1 0 0 0 0,-1 0 0 0 0,1 1 0 0 0,-1-1 0 0 0,1 0 0 0 0,-1 0 0 0 0,0 0 0 0 0,-1 0 0 0 0,1 0 0 0 0,-1 1 0 0 0,1-1 0 0 0,-1 0 0 0 0,-1 0 0 0 0,1 0 0 0 0,0-1-1 0 0,-1 1 1 0 0,0 0 0 0 0,0 0 0 0 0,0-1 0 0 0,-5 6 0 0 0,-2 2-141 0 0,-2-1 0 0 0,1 0 0 0 0,-1-1 0 0 0,0 0 0 0 0,-1-1-1 0 0,0 0 1 0 0,-1-1 0 0 0,1 0 0 0 0,-1-1 0 0 0,-1 0 0 0 0,1-1 0 0 0,-27 6-1 0 0,14-4-7364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7370 0 0,'4'-1'1279'0'0,"0"1"0"0"0,-1-1-1 0 0,1 0 1 0 0,0 0 0 0 0,0 0 0 0 0,6-3 0 0 0,25-13-471 0 0,9-4-3838 0 0,-29 16-578 0 0,2 1-931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5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3 110 920 0 0,'-3'-3'7306'0'0,"9"-1"-5618"0"0,2-2-48 0 0,4-3-7 0 0,3 0-1 0 0,2-4-1024 0 0,1 1-200 0 0,1 0-48 0 0,8-2-3176 0 0,-2 1-641 0 0,1-1-128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0.7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9 6449 0 0,'-25'-8'10999'0'0,"31"15"-11268"0"0,8 5-4262 0 0,-6-7 3862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2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47 116 4609 0 0,'-3'-5'942'0'0,"0"-1"294"0"0,-1 1-1 0 0,1 0 1 0 0,-1 0 0 0 0,0 1 0 0 0,0-1 0 0 0,0 1 0 0 0,-1 0 0 0 0,-7-6 0 0 0,12 34 1710 0 0,18 116-1244 0 0,3 21-1319 0 0,-16-136-384 0 0,1 0 0 0 0,1-1 0 0 0,1 0-1 0 0,15 29 1 0 0,-20-46-103 0 0,1 0 0 0 0,0-1 1 0 0,1 1-1 0 0,0-1 0 0 0,0 0 0 0 0,0 0 0 0 0,0 0 0 0 0,13 9 0 0 0,-17-14 72 0 0,1 0 0 0 0,0 0-1 0 0,-1 0 1 0 0,1 0 0 0 0,0 0 0 0 0,0 0 0 0 0,-1-1-1 0 0,1 1 1 0 0,0 0 0 0 0,0-1 0 0 0,0 0 0 0 0,0 1 0 0 0,0-1-1 0 0,0 0 1 0 0,0 0 0 0 0,0 0 0 0 0,0 0 0 0 0,0 0-1 0 0,-1-1 1 0 0,1 1 0 0 0,0-1 0 0 0,0 1 0 0 0,0-1-1 0 0,0 0 1 0 0,0 1 0 0 0,-1-1 0 0 0,1 0 0 0 0,0 0-1 0 0,-1 0 1 0 0,1 0 0 0 0,-1-1 0 0 0,1 1 0 0 0,-1 0-1 0 0,1-1 1 0 0,-1 1 0 0 0,0-1 0 0 0,0 1 0 0 0,0-1 0 0 0,0 0-1 0 0,1-2 1 0 0,4-6 156 0 0,0-2 0 0 0,-1 1 0 0 0,-1 0 0 0 0,0-1-1 0 0,0 0 1 0 0,-1 0 0 0 0,-1 0 0 0 0,0-1 0 0 0,1-23 0 0 0,-3-9 369 0 0,-7-59 0 0 0,2 58-295 0 0,-16-63 0 0 0,17 91-406 0 0,-2 0 1 0 0,0 0 0 0 0,-1 1 0 0 0,0 0-1 0 0,-2 0 1 0 0,-13-20 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4 5529 0 0,'11'-4'12271'0'0,"-9"8"-11112"0"0,0 4-840 0 0,1-1 0 0 0,-2 1-1 0 0,1 0 1 0 0,-1 0 0 0 0,0-1 0 0 0,0 1 0 0 0,-1 0 0 0 0,0 0 0 0 0,-1 0 0 0 0,-1 9 0 0 0,-22 91 80 0 0,11-52-260 0 0,-28 191-2480 0 0,35-201-5112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5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59 5529 0 0,'-10'-58'15416'0'0,"7"77"-14764"0"0,-22 339 1223 0 0,19-281-1782 0 0,2-20-54 0 0,5 96 0 0 0,0-133-152 0 0,2 0 0 0 0,0 0 0 0 0,1 0 0 0 0,1-1 0 0 0,1 1 0 0 0,0-1 0 0 0,2 0 0 0 0,12 24 0 0 0,-18-41-140 0 0,-2 0 44 0 0,1-1-1 0 0,0 0 1 0 0,-1 0 0 0 0,1 1-1 0 0,0-1 1 0 0,0 0-1 0 0,0 0 1 0 0,0 0 0 0 0,0 0-1 0 0,0 0 1 0 0,0 0-1 0 0,0 0 1 0 0,0 0 0 0 0,0 0-1 0 0,1-1 1 0 0,-1 1-1 0 0,2 0 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3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 3225 0 0,'-14'25'2538'0'0,"-29"37"1"0"0,32-48-1631 0 0,1 0 1 0 0,1 0-1 0 0,0 1 1 0 0,0 0-1 0 0,2 0 1 0 0,0 1-1 0 0,0 0 1 0 0,-3 17-1 0 0,9-30-703 0 0,1 0 0 0 0,-1 0-1 0 0,1 0 1 0 0,0 0 0 0 0,0 0-1 0 0,0 1 1 0 0,1-1 0 0 0,-1 0 0 0 0,1 0-1 0 0,-1 0 1 0 0,1 0 0 0 0,0 0-1 0 0,1 0 1 0 0,-1 0 0 0 0,0-1-1 0 0,1 1 1 0 0,2 4 0 0 0,0-3-33 0 0,-1 0 1 0 0,1 0 0 0 0,1 0-1 0 0,-1 0 1 0 0,0-1 0 0 0,1 1-1 0 0,0-1 1 0 0,0-1 0 0 0,5 4-1 0 0,7 1-261 0 0,1-1-1 0 0,0-1 1 0 0,0 0-1 0 0,34 4 1 0 0,-36-7-1727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 8290 0 0,'15'-1'10594'0'0,"-12"31"-9743"0"0,-2-1-1 0 0,-2 1 1 0 0,0 0-1 0 0,-7 33 1 0 0,3-20-849 0 0,-1 56 0 0 0,15-1-311 0 0,4-33-3472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4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 5529 0 0,'1'-1'131'0'0,"-1"0"-1"0"0,0 0 0 0 0,1-1 1 0 0,-1 1-1 0 0,1 0 0 0 0,-1 0 1 0 0,1 0-1 0 0,-1 0 0 0 0,1 1 1 0 0,0-1-1 0 0,0 0 0 0 0,-1 0 1 0 0,1 0-1 0 0,0 0 0 0 0,0 1 1 0 0,0-1-1 0 0,0 0 0 0 0,0 1 1 0 0,0-1-1 0 0,0 1 1 0 0,0-1-1 0 0,0 1 0 0 0,0-1 1 0 0,1 1-1 0 0,1-1 346 0 0,1 1-1 0 0,-1-1 1 0 0,0 1-1 0 0,0 0 1 0 0,0 0-1 0 0,1 1 1 0 0,-1-1-1 0 0,6 2 1 0 0,-2 0 426 0 0,1 0 1 0 0,0 1-1 0 0,-1 0 0 0 0,0 1 1 0 0,0-1-1 0 0,12 9 0 0 0,-8-2-561 0 0,-1 0 1 0 0,0 1-1 0 0,-1 0 0 0 0,0 1 0 0 0,-1 0 1 0 0,0 1-1 0 0,-1-1 0 0 0,0 1 0 0 0,-1 1 1 0 0,8 27-1 0 0,-1 3-323 0 0,-2 1 1 0 0,5 53-1 0 0,-13-74-636 0 0,-1-1 0 0 0,-1 40 0 0 0,-3-54-437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5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91 4545 0 0,'-2'0'128'0'0,"0"-1"0"0"0,0 1 0 0 0,-1-1 1 0 0,1 1-1 0 0,0-1 0 0 0,0 0 0 0 0,0 1 0 0 0,1-1 0 0 0,-1 0 0 0 0,0 0 1 0 0,0-1-1 0 0,0 1 0 0 0,1 0 0 0 0,-1-1 0 0 0,0 1 0 0 0,1 0 0 0 0,0-1 1 0 0,-2-2-1 0 0,2 3 75 0 0,1-1-1 0 0,0 1 1 0 0,0-1 0 0 0,0 1 0 0 0,0-1 0 0 0,0 1 0 0 0,0-1 0 0 0,0 1-1 0 0,0 0 1 0 0,0-1 0 0 0,1 1 0 0 0,-1-1 0 0 0,1 1 0 0 0,-1-1 0 0 0,1 1 0 0 0,0 0-1 0 0,-1 0 1 0 0,1-1 0 0 0,0 1 0 0 0,0 0 0 0 0,0 0 0 0 0,0 0 0 0 0,0 0-1 0 0,0 0 1 0 0,0 0 0 0 0,0 0 0 0 0,0 0 0 0 0,2-1 0 0 0,19-14 346 0 0,-5 7-4023 0 0,-3 3-783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4.9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4145 0 0,'1'-1'243'0'0,"-1"1"0"0"0,1-1 1 0 0,-1 0-1 0 0,1 0 0 0 0,0 1 0 0 0,0-1 1 0 0,-1 0-1 0 0,1 1 0 0 0,0-1 0 0 0,0 1 1 0 0,0-1-1 0 0,-1 1 0 0 0,1-1 0 0 0,0 1 1 0 0,0-1-1 0 0,0 1 0 0 0,0 0 1 0 0,0 0-1 0 0,0 0 0 0 0,0-1 0 0 0,0 1 1 0 0,0 0-1 0 0,0 0 0 0 0,0 0 0 0 0,0 0 1 0 0,0 1-1 0 0,1-1 0 0 0,32 2 4106 0 0,-30-2-4198 0 0,-1 1 1 0 0,0 0 0 0 0,1-1 0 0 0,-1 1-1 0 0,0 0 1 0 0,1 0 0 0 0,-1 1 0 0 0,0-1-1 0 0,0 1 1 0 0,0 0 0 0 0,0-1 0 0 0,0 1-1 0 0,0 1 1 0 0,-1-1 0 0 0,1 0 0 0 0,-1 1-1 0 0,1-1 1 0 0,-1 1 0 0 0,0 0 0 0 0,0-1-1 0 0,0 1 1 0 0,0 0 0 0 0,-1 0 0 0 0,1 1-1 0 0,-1-1 1 0 0,0 0 0 0 0,0 0 0 0 0,0 1-1 0 0,0-1 1 0 0,-1 0 0 0 0,1 1 0 0 0,-1-1-1 0 0,0 6 1 0 0,-1 7 28 0 0,-1 0 1 0 0,-1-1-1 0 0,-1 1 1 0 0,0 0-1 0 0,-12 26 1 0 0,9-21 91 0 0,6-18-247 0 0,0 0-1 0 0,0-1 1 0 0,0 1-1 0 0,0 0 1 0 0,0 0 0 0 0,1 0-1 0 0,0 0 1 0 0,-1 0-1 0 0,1 0 1 0 0,0 0-1 0 0,1 0 1 0 0,-1 0-1 0 0,0 0 1 0 0,1 0-1 0 0,0 0 1 0 0,-1 0 0 0 0,3 4-1 0 0,-2-5-10 0 0,1 0 0 0 0,-1-1 0 0 0,1 0 0 0 0,-1 1 0 0 0,1-1 0 0 0,0 0 0 0 0,0 0-1 0 0,-1 0 1 0 0,1 0 0 0 0,0 0 0 0 0,0 0 0 0 0,0 0 0 0 0,0-1 0 0 0,0 1 0 0 0,0-1 0 0 0,0 1 0 0 0,0-1 0 0 0,0 0-1 0 0,0 0 1 0 0,0 0 0 0 0,0 0 0 0 0,0 0 0 0 0,0 0 0 0 0,0-1 0 0 0,1 1 0 0 0,1-1 0 0 0,25-6-805 0 0,0-1 0 0 0,53-22 0 0 0,-31 9-93 0 0,-39 17-140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5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 11522 0 0,'15'-8'3764'0'0,"35"-16"1481"0"0,-46 23-5595 0 0,0-1 0 0 0,-1 1 1 0 0,1 0-1 0 0,0 0 0 0 0,0 1 0 0 0,0-1 1 0 0,0 1-1 0 0,0 0 0 0 0,0 0 0 0 0,6 0 1 0 0,-1 3-964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6.6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136 148 2761 0 0,'-8'-20'1215'0'0,"0"0"0"0"0,-13-21 0 0 0,18 35-628 0 0,-1 0-1 0 0,0 0 0 0 0,0 0 1 0 0,0 1-1 0 0,-1 0 0 0 0,0 0 1 0 0,0 0-1 0 0,0 1 0 0 0,0-1 1 0 0,-11-5-1 0 0,15 9-490 0 0,0 1-1 0 0,0-1 0 0 0,0 1 1 0 0,0 0-1 0 0,0-1 1 0 0,0 1-1 0 0,0 0 1 0 0,0 0-1 0 0,0-1 0 0 0,0 1 1 0 0,0 0-1 0 0,0 0 1 0 0,0 0-1 0 0,0 0 1 0 0,0 0-1 0 0,0 1 0 0 0,0-1 1 0 0,1 0-1 0 0,-1 0 1 0 0,0 1-1 0 0,0-1 1 0 0,0 0-1 0 0,0 1 0 0 0,0-1 1 0 0,0 1-1 0 0,0-1 1 0 0,1 1-1 0 0,-1 0 1 0 0,0-1-1 0 0,0 1 0 0 0,1 0 1 0 0,-1-1-1 0 0,0 1 1 0 0,1 0-1 0 0,-1 0 1 0 0,1 0-1 0 0,-1 0 1 0 0,1 0-1 0 0,-1-1 0 0 0,1 1 1 0 0,0 0-1 0 0,-1 0 1 0 0,1 0-1 0 0,0 0 1 0 0,0 0-1 0 0,0 0 0 0 0,0 0 1 0 0,0 1-1 0 0,-2 9 180 0 0,1 0 0 0 0,0 0 0 0 0,1 17 1 0 0,0-19-145 0 0,6 147 964 0 0,6 1 0 0 0,50 232 0 0 0,-51-337-1223 0 0,2-2 0 0 0,3 1 0 0 0,2-2 0 0 0,2 0 0 0 0,33 57 0 0 0,-49-99-1821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7:46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169 200 456 0 0,'-65'1'3145'0'0,"54"0"-1935"0"0,0 0-1 0 0,-1-1 1 0 0,1 0 0 0 0,-1-1 0 0 0,1-1-1 0 0,-20-4 1 0 0,31 6-1143 0 0,0 0-1 0 0,0 0 1 0 0,0 0-1 0 0,-1 0 1 0 0,1 0-1 0 0,0 0 1 0 0,0 0-1 0 0,0 0 1 0 0,-1 0-1 0 0,1 0 1 0 0,0 0-1 0 0,0-1 1 0 0,0 1-1 0 0,-1 0 134 0 0,1 0-134 0 0,0 0 1 0 0,0-1-1 0 0,0 1 1 0 0,0 0-1 0 0,0 0 1 0 0,-1 0-1 0 0,1 0 1 0 0,0-1-1 0 0,0 1 1 0 0,0 0-1 0 0,0 0 1 0 0,0 0-1 0 0,0-1 1 0 0,0 1-1 0 0,0 0 1 0 0,0 0-1 0 0,0 0 1 0 0,0-1-1 0 0,0 1 1 0 0,0 0-1 0 0,0 0 1 0 0,0 0-1 0 0,0-1 1 0 0,0 1-1 0 0,8-9 1308 0 0,13-6 40 0 0,22-8-93 0 0,2 2 0 0 0,81-28 0 0 0,24 4-4788 0 0,-92 28-665 0 0,-28 9-1912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3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457 268 920 0 0,'16'-31'623'0'0,"28"-60"2956"0"0,-39 79-2742 0 0,-1-1 1 0 0,0 1 0 0 0,-1 0-1 0 0,0-1 1 0 0,1-20 0 0 0,-4 31-670 0 0,1 0 0 0 0,-1 0 1 0 0,0 0-1 0 0,0 0 1 0 0,-1 1-1 0 0,1-1 1 0 0,0 0-1 0 0,-1 0 1 0 0,1 0-1 0 0,-1 0 1 0 0,1 0-1 0 0,-1 1 1 0 0,0-1-1 0 0,0 0 1 0 0,0 0-1 0 0,0 1 1 0 0,0-1-1 0 0,0 1 1 0 0,-1-1-1 0 0,1 1 1 0 0,0-1-1 0 0,-1 1 1 0 0,1 0-1 0 0,-1 0 1 0 0,1 0-1 0 0,-1 0 1 0 0,0 0-1 0 0,1 0 1 0 0,-1 0-1 0 0,0 0 1 0 0,0 0-1 0 0,0 1 1 0 0,1-1-1 0 0,-1 1 1 0 0,0 0-1 0 0,0-1 1 0 0,0 1-1 0 0,0 0 1 0 0,0 0-1 0 0,0 0 1 0 0,0 0-1 0 0,0 1 1 0 0,-2 0-1 0 0,-5 0 213 0 0,-1 0 0 0 0,1 1 0 0 0,0 0 1 0 0,0 1-1 0 0,0 0 0 0 0,0 1 0 0 0,-12 6 0 0 0,-1 4-85 0 0,0 1 0 0 0,1 1 0 0 0,1 1 0 0 0,0 1 0 0 0,-30 36 0 0 0,20-16-212 0 0,2 0 0 0 0,-31 56 0 0 0,38-55-10 0 0,2 1-1 0 0,2 0 1 0 0,1 1-1 0 0,2 1 1 0 0,-9 46-1 0 0,17-55-52 0 0,1 0-1 0 0,2 0 1 0 0,0 0 0 0 0,3 0 0 0 0,1 0-1 0 0,1 0 1 0 0,9 45 0 0 0,-8-66-40 0 0,0 0 0 0 0,1-1 0 0 0,0 1 0 0 0,1-1 0 0 0,0 0-1 0 0,1 0 1 0 0,0 0 0 0 0,1-1 0 0 0,0 0 0 0 0,0 0 0 0 0,1-1 0 0 0,15 14 0 0 0,-15-16 17 0 0,0-1 1 0 0,0 0 0 0 0,1-1-1 0 0,-1 0 1 0 0,1 0-1 0 0,0-1 1 0 0,0 0 0 0 0,1 0-1 0 0,-1-1 1 0 0,1 0-1 0 0,0-1 1 0 0,0 0-1 0 0,0-1 1 0 0,0 0 0 0 0,18-1-1 0 0,-11-1 8 0 0,0-1 0 0 0,0-1 0 0 0,-1-1 0 0 0,1-1 0 0 0,-1 0 0 0 0,0-1 0 0 0,0 0 0 0 0,0-1 0 0 0,18-12 0 0 0,-22 11 44 0 0,0 0 0 0 0,0-1 0 0 0,-1 0 1 0 0,0-1-1 0 0,0 0 0 0 0,-1-1 0 0 0,-1 0 0 0 0,1 0 0 0 0,-2-1 0 0 0,0 0 1 0 0,8-16-1 0 0,-15 24-39 0 0,1 1 0 0 0,-1-1 0 0 0,0 1 0 0 0,0-1 0 0 0,0 0 0 0 0,-1 1 0 0 0,1-1 1 0 0,-1 0-1 0 0,0 1 0 0 0,0-1 0 0 0,0 0 0 0 0,-1 0 0 0 0,1 1 0 0 0,-1-1 0 0 0,0 1 0 0 0,0-1 0 0 0,0 0 1 0 0,-1 1-1 0 0,1 0 0 0 0,-1-1 0 0 0,0 1 0 0 0,1 0 0 0 0,-2 0 0 0 0,1 0 0 0 0,0 0 0 0 0,-1 0 0 0 0,1 0 1 0 0,-1 1-1 0 0,0-1 0 0 0,-4-2 0 0 0,-10-8 37 0 0,-1 1 1 0 0,0 1-1 0 0,-1 1 1 0 0,-23-9-1 0 0,26 11 9 0 0,0 1 6 0 0,-1-1 0 0 0,0 2 0 0 0,0 1 0 0 0,0 0 0 0 0,-1 1 1 0 0,0 0-1 0 0,-26 0 0 0 0,38 3-76 0 0,1 1 1 0 0,-1 0-1 0 0,0 1 0 0 0,0 0 0 0 0,1 0 1 0 0,-1 0-1 0 0,0 0 0 0 0,1 1 1 0 0,-1 0-1 0 0,1 0 0 0 0,0 1 0 0 0,-1-1 1 0 0,1 1-1 0 0,0 0 0 0 0,1 0 1 0 0,-1 1-1 0 0,1 0 0 0 0,-1 0 0 0 0,1 0 1 0 0,0 0-1 0 0,0 0 0 0 0,1 1 0 0 0,0 0 1 0 0,-1-1-1 0 0,1 1 0 0 0,1 1 1 0 0,-3 4-1 0 0,1 1-104 0 0,0-1 1 0 0,1 0-1 0 0,0 1 0 0 0,1 0 0 0 0,-1 11 1 0 0,3 1-255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0 920 0 0,'-22'6'24127'0'0,"20"2"-23893"0"0,-9 19-3506 0 0,4-8 3357 0 0,1 1-1 0 0,0 1 1 0 0,2-1-1 0 0,0 1 1 0 0,2 0-1 0 0,0 0 1 0 0,1 0 0 0 0,1 0-1 0 0,4 31 1 0 0,-2-42-58 0 0,-1-1 0 0 0,2 1 0 0 0,-1-1 0 0 0,1 0 0 0 0,1 0 0 0 0,-1 0 0 0 0,2 0 0 0 0,-1 0 0 0 0,1-1 0 0 0,0 0 0 0 0,1 0 0 0 0,0-1 0 0 0,0 1 0 0 0,1-1 0 0 0,0 0 0 0 0,0-1 0 0 0,1 0 0 0 0,-1 0 0 0 0,1 0 0 0 0,1-1 0 0 0,-1-1 0 0 0,1 1 0 0 0,-1-1 0 0 0,17 4 0 0 0,-9-3 20 0 0,1-2-1 0 0,0 0 1 0 0,-1-1-1 0 0,1 0 0 0 0,0-1 1 0 0,0-2-1 0 0,0 1 1 0 0,0-2-1 0 0,28-6 0 0 0,-15 1-604 0 0,36-13-1 0 0,25-17-3949 0 0,-71 27-2283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19 7802 0 0,'-17'-6'-55'0'0,"-16"-5"2883"0"0,31 10-2144 0 0,0 1 0 0 0,0 0-1 0 0,0-1 1 0 0,0 1 0 0 0,0 0 0 0 0,0 0 0 0 0,0 0-1 0 0,0 1 1 0 0,0-1 0 0 0,0 0 0 0 0,0 1 0 0 0,0-1-1 0 0,-2 2 1 0 0,3-1-512 0 0,0 0-1 0 0,0 0 1 0 0,0 0-1 0 0,0 0 1 0 0,0 0-1 0 0,0 0 1 0 0,1 0-1 0 0,-1 0 1 0 0,0 1-1 0 0,1-1 1 0 0,-1 0-1 0 0,1 1 1 0 0,0-1-1 0 0,-1 0 1 0 0,1 1-1 0 0,0-1 1 0 0,0 3 0 0 0,-3 29 72 0 0,3-23 46 0 0,-30 361 1135 0 0,27-344-1581 0 0,-1 4-219 0 0,0 0 0 0 0,2 0 0 0 0,2 0 0 0 0,1-1 0 0 0,7 48 0 0 0,-3-54-7827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4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3 9218 0 0,'-8'-2'6250'0'0,"8"2"-6159"0"0,-12 24 2805 0 0,-6 36-875 0 0,5 29-1332 0 0,5 2 0 0 0,4 156 0 0 0,5-155-627 0 0,1-39-319 0 0,2-30-6189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0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1 360 456 0 0,'3'-18'1360'0'0,"1"1"1"0"0,1-1-1 0 0,1 1 0 0 0,1 0 1 0 0,0 1-1 0 0,1 0 0 0 0,17-26 0 0 0,-25 41-1232 0 0,0 0-1 0 0,1 0 0 0 0,-1 0 0 0 0,1 0 0 0 0,0 0 0 0 0,-1 0 0 0 0,1 1 0 0 0,0-1 1 0 0,-1 0-1 0 0,1 0 0 0 0,0 1 0 0 0,0-1 0 0 0,0 0 0 0 0,0 1 0 0 0,-1-1 0 0 0,1 1 0 0 0,0-1 1 0 0,0 1-1 0 0,0 0 0 0 0,0-1 0 0 0,0 1 0 0 0,0 0 0 0 0,0 0 0 0 0,0 0 0 0 0,1-1 1 0 0,-1 1-1 0 0,0 0 0 0 0,0 0 0 0 0,0 1 0 0 0,0-1 0 0 0,0 0 0 0 0,0 0 0 0 0,0 0 1 0 0,0 1-1 0 0,0-1 0 0 0,0 0 0 0 0,0 1 0 0 0,0-1 0 0 0,0 1 0 0 0,0-1 0 0 0,-1 1 0 0 0,1 0 1 0 0,0-1-1 0 0,0 1 0 0 0,0 0 0 0 0,-1 0 0 0 0,1-1 0 0 0,0 1 0 0 0,-1 0 0 0 0,2 2 1 0 0,4 5 287 0 0,0 1 1 0 0,-1 0 0 0 0,0 1-1 0 0,4 10 1 0 0,-6-12-168 0 0,31 73 336 0 0,17 37 548 0 0,-44-105-1047 0 0,0 0 0 0 0,1 0 1 0 0,1-1-1 0 0,0 0 0 0 0,0-1 0 0 0,16 14 1 0 0,-24-23-85 0 0,1-1-1 0 0,0 1 1 0 0,0-1 0 0 0,0 1 0 0 0,-1-1-1 0 0,1 0 1 0 0,0 0 0 0 0,1 0 0 0 0,-1 0-1 0 0,0 0 1 0 0,0-1 0 0 0,0 1 0 0 0,0-1-1 0 0,1 1 1 0 0,-1-1 0 0 0,0 0 0 0 0,0 0-1 0 0,1 0 1 0 0,-1 0 0 0 0,0 0 0 0 0,4-1-1 0 0,-3 0 3 0 0,1 0 0 0 0,0-1-1 0 0,-1 0 1 0 0,0 0 0 0 0,1 0 0 0 0,-1 0-1 0 0,0 0 1 0 0,0-1 0 0 0,0 1-1 0 0,0-1 1 0 0,3-5 0 0 0,6-8-1 0 0,-1-1 0 0 0,0 0 0 0 0,15-35 0 0 0,-22 42-14 0 0,52-130-637 0 0,2-4-128 0 0,-48 123 921 0 0,1 0-1 0 0,0 1 1 0 0,2 1-1 0 0,23-29 1 0 0,-35 47-104 0 0,0-1-1 0 0,0 1 1 0 0,1 0-1 0 0,-1-1 1 0 0,0 1 0 0 0,0 0-1 0 0,1 0 1 0 0,-1 0-1 0 0,0 0 1 0 0,1 0-1 0 0,-1 0 1 0 0,1 0 0 0 0,0 1-1 0 0,-1-1 1 0 0,1 0-1 0 0,0 1 1 0 0,-1-1 0 0 0,1 1-1 0 0,0 0 1 0 0,-1 0-1 0 0,3-1 1 0 0,-2 2-9 0 0,0 0-1 0 0,-1 0 1 0 0,1 0 0 0 0,-1 0 0 0 0,1 0 0 0 0,-1 0-1 0 0,1 0 1 0 0,-1 0 0 0 0,0 1 0 0 0,1-1 0 0 0,-1 1 0 0 0,0-1-1 0 0,0 1 1 0 0,0-1 0 0 0,0 1 0 0 0,0 0 0 0 0,-1-1-1 0 0,1 1 1 0 0,1 3 0 0 0,8 27 229 0 0,-1 1 0 0 0,-1 0 0 0 0,-2 1 0 0 0,-1 0 0 0 0,1 60 0 0 0,9 64 386 0 0,-9-123-745 0 0,22 117 585 0 0,-3-53-3615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10594 0 0,'-2'-3'833'0'0,"0"0"-1"0"0,-1 0 1 0 0,0 1 0 0 0,0-1-1 0 0,1 1 1 0 0,-1-1-1 0 0,-1 1 1 0 0,-5-4-1 0 0,8 6-732 0 0,0 0 0 0 0,0 0 0 0 0,0-1 0 0 0,0 1 0 0 0,0 0 0 0 0,0 0-1 0 0,0 0 1 0 0,0 0 0 0 0,0 0 0 0 0,0 0 0 0 0,1 0 0 0 0,-1 1-1 0 0,0-1 1 0 0,0 0 0 0 0,0 0 0 0 0,0 1 0 0 0,0-1 0 0 0,0 1 0 0 0,1-1-1 0 0,-1 1 1 0 0,0-1 0 0 0,0 1 0 0 0,1-1 0 0 0,-1 1 0 0 0,0 0 0 0 0,1-1-1 0 0,-1 1 1 0 0,0 0 0 0 0,1-1 0 0 0,-1 1 0 0 0,1 0 0 0 0,-1 0-1 0 0,1 0 1 0 0,0 0 0 0 0,-1-1 0 0 0,1 1 0 0 0,0 0 0 0 0,0 0 0 0 0,-1 0-1 0 0,1 0 1 0 0,0 0 0 0 0,0 0 0 0 0,0 1 0 0 0,-7 36 214 0 0,1 1 1 0 0,2 0-1 0 0,2 0 1 0 0,4 53-1 0 0,-1-26-114 0 0,-1 102-180 0 0,39 293-1 0 0,-34-438-577 0 0,0-4-131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5.8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62 5529 0 0,'2'-4'565'0'0,"1"0"-1"0"0,1 1 1 0 0,-1-1-1 0 0,0 0 1 0 0,1 1-1 0 0,0 0 1 0 0,0 0-1 0 0,0 0 1 0 0,0 0-1 0 0,0 1 1 0 0,7-4-1 0 0,-4 3 177 0 0,0-1 1 0 0,0 1-1 0 0,1 1 0 0 0,0 0 0 0 0,-1 0 1 0 0,10-1-1 0 0,-13 3-556 0 0,0 0 0 0 0,0 0 0 0 0,0 1 0 0 0,0 0 0 0 0,0 0 0 0 0,0 0 1 0 0,-1 0-1 0 0,1 0 0 0 0,0 1 0 0 0,-1 0 0 0 0,1 0 0 0 0,-1 0 0 0 0,0 0 0 0 0,0 0 1 0 0,0 1-1 0 0,0-1 0 0 0,0 1 0 0 0,0 0 0 0 0,0 0 0 0 0,-1 0 0 0 0,0 0 0 0 0,1 0 1 0 0,-1 1-1 0 0,-1-1 0 0 0,1 1 0 0 0,1 3 0 0 0,5 10-28 0 0,-1 1 1 0 0,-1-1-1 0 0,-1 1 1 0 0,3 20-1 0 0,2 30 136 0 0,-3 1-1 0 0,-2 84 1 0 0,-5-87-106 0 0,3 1 1 0 0,18 100-1 0 0,-20-160-190 0 0,1 0-1 0 0,1 1 0 0 0,-1-1 1 0 0,6 10-1 0 0,-7-15-67 0 0,-1 0 0 0 0,1-1 1 0 0,0 1-1 0 0,0 0 0 0 0,1-1 0 0 0,-1 1 1 0 0,0-1-1 0 0,0 1 0 0 0,1-1 0 0 0,-1 0 1 0 0,1 0-1 0 0,-1 1 0 0 0,1-1 0 0 0,0 0 1 0 0,-1 0-1 0 0,1-1 0 0 0,0 1 0 0 0,0 0 1 0 0,-1-1-1 0 0,1 1 0 0 0,0-1 0 0 0,0 1 1 0 0,2-1-1 0 0,4-1-877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143 154 5841 0 0,'-13'-3'522'0'0,"0"1"-1"0"0,-1 0 0 0 0,1 1 1 0 0,-1 1-1 0 0,-21 2 1 0 0,-5-6 8428 0 0,55-8-7033 0 0,20-10-748 0 0,7-5-284 0 0,-24 15-846 0 0,1 0-1 0 0,0 1 0 0 0,1 1 1 0 0,0 1-1 0 0,0 1 0 0 0,28-8 0 0 0,-20 12-696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0 9218 0 0,'-2'9'11536'0'0,"12"10"-11656"0"0,-2-3 1003 0 0,-4-3-725 0 0,-2 0 0 0 0,1 1 0 0 0,-2-1 0 0 0,0 0 0 0 0,0 1 0 0 0,-1-1 1 0 0,-1 1-1 0 0,0-1 0 0 0,-1 0 0 0 0,-6 23 0 0 0,-6 12-76 0 0,-30 69 1 0 0,33-90-2 0 0,-7 14-28 0 0,6-17-13 0 0,-10 33 0 0 0,20-51-14 0 0,0-1-1 0 0,1 1 1 0 0,0 0-1 0 0,0 0 1 0 0,0 0-1 0 0,1 0 1 0 0,0 0-1 0 0,0 0 1 0 0,0-1-1 0 0,1 1 1 0 0,2 9-1 0 0,-3-13-20 0 0,1-1-1 0 0,-1 1 1 0 0,1 0 0 0 0,0-1 0 0 0,0 1-1 0 0,0-1 1 0 0,0 1 0 0 0,0-1-1 0 0,0 1 1 0 0,0-1 0 0 0,1 0-1 0 0,-1 1 1 0 0,0-1 0 0 0,1 0-1 0 0,-1 0 1 0 0,1 0 0 0 0,-1 0-1 0 0,1 0 1 0 0,-1-1 0 0 0,1 1-1 0 0,0 0 1 0 0,0-1 0 0 0,-1 1-1 0 0,1-1 1 0 0,0 1 0 0 0,0-1-1 0 0,-1 0 1 0 0,1 0 0 0 0,0 0-1 0 0,0 0 1 0 0,0 0 0 0 0,-1 0-1 0 0,4-1 1 0 0,7-2-27 0 0,-1 1 1 0 0,0-2-1 0 0,0 0 0 0 0,13-6 1 0 0,-5 2-113 0 0,118-39-1716 0 0,-44 20-3445 0 0,-69 20-952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6.5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71 6913 0 0,'-5'2'-1631'0'0,"-25"12"14024"0"0,44-15-8321 0 0,21-8-3527 0 0,0-2 0 0 0,0-1-1 0 0,41-21 1 0 0,-59 26-530 0 0,13-7-167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7.5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33 408 10594 0 0,'-3'-3'791'0'0,"0"0"0"0"0,0 0 0 0 0,0-1 0 0 0,0 1 1 0 0,0-1-1 0 0,1 1 0 0 0,-1-1 0 0 0,1 0 0 0 0,0 0 0 0 0,1 0 0 0 0,-3-8 0 0 0,13 18 819 0 0,5 7-1398 0 0,35 53 56 0 0,-23-29-151 0 0,57 62 1 0 0,-73-90-113 0 0,-1 0-1 0 0,1-1 1 0 0,0 1 0 0 0,1-2-1 0 0,0 0 1 0 0,0 0 0 0 0,1-1-1 0 0,0 0 1 0 0,0-1 0 0 0,25 7-1 0 0,-34-12 10 0 0,1 1-1 0 0,0 0 0 0 0,-1-1 1 0 0,1 0-1 0 0,0 0 0 0 0,-1 0 0 0 0,1 0 1 0 0,0-1-1 0 0,0 1 0 0 0,-1-1 0 0 0,1 0 1 0 0,-1 0-1 0 0,1 0 0 0 0,-1-1 0 0 0,1 1 1 0 0,-1-1-1 0 0,4-2 0 0 0,-1 0 19 0 0,-1-1-1 0 0,0 1 1 0 0,-1-1-1 0 0,1 0 1 0 0,-1 0-1 0 0,0 0 0 0 0,0-1 1 0 0,0 1-1 0 0,2-7 1 0 0,3-6 66 0 0,-1-1 0 0 0,-1 0 0 0 0,-1 0 0 0 0,-1 0 0 0 0,4-31 0 0 0,-4-5 54 0 0,-2-1 0 0 0,-8-91 1 0 0,0-27-4163 0 0,6 156-3303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7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80 6449 0 0,'7'-11'163'0'0,"-4"7"204"0"0,-1 1 0 0 0,0-1 0 0 0,0 1-1 0 0,0-1 1 0 0,0 0 0 0 0,0 0 0 0 0,-1 0 0 0 0,0 0 0 0 0,1 0-1 0 0,-1 0 1 0 0,-1 0 0 0 0,1 0 0 0 0,-1 0 0 0 0,0-5 0 0 0,0 8-289 0 0,0 1 1 0 0,0 0 0 0 0,0-1 0 0 0,-1 1 0 0 0,1 0-1 0 0,0-1 1 0 0,-1 1 0 0 0,1 0 0 0 0,0 0 0 0 0,-1-1-1 0 0,1 1 1 0 0,0 0 0 0 0,-1 0 0 0 0,1 0 0 0 0,0-1-1 0 0,-1 1 1 0 0,1 0 0 0 0,0 0 0 0 0,-1 0 0 0 0,1 0-1 0 0,-1 0 1 0 0,1 0 0 0 0,0 0 0 0 0,-1 0 0 0 0,1 0-1 0 0,-1 0 1 0 0,1 0 0 0 0,0 0 0 0 0,-1 0 0 0 0,1 0 0 0 0,-1 0-1 0 0,1 0 1 0 0,0 1 0 0 0,-1-1 0 0 0,1 0 0 0 0,0 0-1 0 0,-1 0 1 0 0,1 1 0 0 0,0-1 0 0 0,-1 0 0 0 0,1 0-1 0 0,0 1 1 0 0,-1-1 0 0 0,-16 13 1116 0 0,4 0-960 0 0,0 1-1 0 0,1 1 1 0 0,1 0-1 0 0,1 0 1 0 0,0 1 0 0 0,1 0-1 0 0,0 1 1 0 0,2 0-1 0 0,0 0 1 0 0,1 1 0 0 0,0 0-1 0 0,-3 24 1 0 0,8-35-188 0 0,0 0 0 0 0,1 0 0 0 0,0 0-1 0 0,0 0 1 0 0,1 0 0 0 0,0 0 0 0 0,0 0 0 0 0,0 0 0 0 0,1 0 0 0 0,0-1 0 0 0,0 1 0 0 0,1-1-1 0 0,0 1 1 0 0,0-1 0 0 0,1 0 0 0 0,0 0 0 0 0,0 0 0 0 0,0 0 0 0 0,0-1 0 0 0,1 0-1 0 0,0 0 1 0 0,0 0 0 0 0,11 8 0 0 0,9 3 155 0 0,0-2 1 0 0,1 0-1 0 0,1-1 0 0 0,42 13 0 0 0,5 4 128 0 0,-62-25-274 0 0,-1 0 1 0 0,0 1-1 0 0,0 1 1 0 0,0 0 0 0 0,18 15-1 0 0,-26-20-52 0 0,-1 0-1 0 0,-1 0 0 0 0,1 0 1 0 0,0 1-1 0 0,0-1 1 0 0,-1 0-1 0 0,1 1 1 0 0,-1-1-1 0 0,0 1 1 0 0,0-1-1 0 0,0 1 1 0 0,0 0-1 0 0,0-1 0 0 0,-1 1 1 0 0,1 0-1 0 0,-1 0 1 0 0,0-1-1 0 0,1 1 1 0 0,-1 0-1 0 0,-1 0 1 0 0,1 0-1 0 0,0-1 1 0 0,-1 1-1 0 0,1 0 1 0 0,-1 0-1 0 0,0-1 0 0 0,0 1 1 0 0,0 0-1 0 0,0-1 1 0 0,0 1-1 0 0,-1-1 1 0 0,-2 4-1 0 0,-4 4-83 0 0,0 0-1 0 0,0-1 0 0 0,-1-1 0 0 0,0 1 1 0 0,-1-1-1 0 0,1-1 0 0 0,-2 0 1 0 0,1 0-1 0 0,-1-1 0 0 0,0 0 1 0 0,0-1-1 0 0,-1 0 0 0 0,1-1 1 0 0,-1 0-1 0 0,-14 2 0 0 0,12-6-1921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8.5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 11979 0 0,'-12'-17'6246'0'0,"20"26"-4445"0"0,18 30-1294 0 0,-1 2 0 0 0,-2 1 0 0 0,-2 0 1 0 0,25 71-1 0 0,8 16 160 0 0,-51-123-667 0 0,14 28 0 0 0,-16-32 0 0 0,0 0 0 0 0,1 0 0 0 0,-1-1 0 0 0,0 1 0 0 0,0 0 0 0 0,1-1 0 0 0,-1 1 0 0 0,1-1 0 0 0,-1 0 0 0 0,1 1 0 0 0,0-1 0 0 0,-1 0 0 0 0,1 0 0 0 0,0 0 0 0 0,2 0 0 0 0,-3-1-18 0 0,0-1 0 0 0,0 1 1 0 0,0-1-1 0 0,-1 1 0 0 0,1-1 0 0 0,0 0 1 0 0,0 0-1 0 0,-1 1 0 0 0,1-1 0 0 0,0 0 1 0 0,-1 0-1 0 0,1 0 0 0 0,-1 0 0 0 0,1 0 0 0 0,-1 1 1 0 0,1-1-1 0 0,-1 0 0 0 0,0 0 0 0 0,1 0 1 0 0,-1 0-1 0 0,0-1 0 0 0,0 1 0 0 0,0-1 0 0 0,6-27-496 0 0,-6 28 512 0 0,13-120-456 0 0,-11 84 602 0 0,1 0 0 0 0,2 1 0 0 0,2-1 1 0 0,1 1-1 0 0,20-54 0 0 0,-28 89-130 0 0,0 0 1 0 0,1 0-1 0 0,-1-1 0 0 0,0 1 1 0 0,1 0-1 0 0,-1 0 1 0 0,1 0-1 0 0,-1 0 0 0 0,1 0 1 0 0,0 0-1 0 0,-1 0 1 0 0,1 0-1 0 0,0 1 0 0 0,0-1 1 0 0,0 0-1 0 0,-1 0 1 0 0,1 1-1 0 0,0-1 0 0 0,0 0 1 0 0,0 1-1 0 0,0-1 1 0 0,0 1-1 0 0,0-1 0 0 0,0 1 1 0 0,1-1-1 0 0,-1 1 1 0 0,0 0-1 0 0,0 0 0 0 0,0 0 1 0 0,0-1-1 0 0,0 1 1 0 0,1 0-1 0 0,-1 0 0 0 0,0 0 1 0 0,0 1-1 0 0,0-1 1 0 0,0 0-1 0 0,1 0 0 0 0,-1 1 1 0 0,0-1-1 0 0,0 1 0 0 0,0-1 1 0 0,0 1-1 0 0,0-1 1 0 0,0 1-1 0 0,0-1 0 0 0,0 1 1 0 0,0 0-1 0 0,-1 0 1 0 0,1 0-1 0 0,0-1 0 0 0,1 2 1 0 0,6 7 33 0 0,-1 0 0 0 0,1 0 0 0 0,-1 0 0 0 0,6 12 0 0 0,-10-16-44 0 0,18 32 136 0 0,-1 2 1 0 0,17 49-1 0 0,-27-60-258 0 0,1 0 0 0 0,2 0 0 0 0,1-1 0 0 0,1-1 1 0 0,1 0-1 0 0,28 34 0 0 0,-27-43-477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8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0 556 2304 0 0,'10'-9'1299'0'0,"-1"-1"0"0"0,0 0 0 0 0,0-1 0 0 0,-1 0-1 0 0,9-16 1 0 0,13-28 3841 0 0,-13 21-4863 0 0,-5 5 101 0 0,-1 0 0 0 0,-2 0-1 0 0,-1-1 1 0 0,-1 0 0 0 0,-1 0 0 0 0,-2-1 0 0 0,-1 0-1 0 0,-2 1 1 0 0,-3-47 0 0 0,2 74-375 0 0,0 0 1 0 0,0-1-1 0 0,-1 1 0 0 0,1 0 0 0 0,-1 0 0 0 0,0 0 1 0 0,0 0-1 0 0,0 0 0 0 0,-3-4 0 0 0,4 6-2 0 0,-1 0 0 0 0,1 1-1 0 0,-1-1 1 0 0,0 1 0 0 0,1-1 0 0 0,-1 1-1 0 0,0-1 1 0 0,1 1 0 0 0,-1 0 0 0 0,0-1-1 0 0,0 1 1 0 0,1 0 0 0 0,-1-1 0 0 0,0 1-1 0 0,0 0 1 0 0,0 0 0 0 0,1 0 0 0 0,-1 0-1 0 0,0 0 1 0 0,0 0 0 0 0,0 0 0 0 0,1 0-1 0 0,-1 0 1 0 0,0 0 0 0 0,0 0-1 0 0,0 1 1 0 0,1-1 0 0 0,-1 0 0 0 0,0 1-1 0 0,0-1 1 0 0,1 0 0 0 0,-1 1 0 0 0,0-1-1 0 0,1 1 1 0 0,-1-1 0 0 0,0 1 0 0 0,1-1-1 0 0,-1 1 1 0 0,1-1 0 0 0,-1 1 0 0 0,1 0-1 0 0,-1 0 1 0 0,-4 4 34 0 0,1 0 1 0 0,0 0-1 0 0,0 0 0 0 0,1 0 0 0 0,-1 0 0 0 0,1 1 0 0 0,1 0 1 0 0,-1-1-1 0 0,-3 11 0 0 0,-12 58 452 0 0,16-70-468 0 0,-1 11 62 0 0,1-1 1 0 0,0 1-1 0 0,1-1 1 0 0,1 1-1 0 0,0 0 1 0 0,0-1-1 0 0,2 1 1 0 0,0 0-1 0 0,1-1 1 0 0,0 0-1 0 0,6 17 1 0 0,-5-21-212 0 0,1 0 1 0 0,0 0 0 0 0,0-1-1 0 0,1 0 1 0 0,0 0-1 0 0,1-1 1 0 0,0 0 0 0 0,0 0-1 0 0,0 0 1 0 0,1-1-1 0 0,0 0 1 0 0,1 0 0 0 0,0-1-1 0 0,0 0 1 0 0,0-1-1 0 0,12 5 1 0 0,3 0-4552 0 0,3-2-1476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9.2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5 423 6449 0 0,'-1'3'575'0'0,"0"-1"-1"0"0,1 1 1 0 0,-1 0-1 0 0,1 0 0 0 0,-1 0 1 0 0,1 0-1 0 0,0 0 1 0 0,0 0-1 0 0,0 0 0 0 0,0 0 1 0 0,1 0-1 0 0,-1 0 1 0 0,1 0-1 0 0,0 0 0 0 0,0-1 1 0 0,1 4-1 0 0,-1-5-386 0 0,-1 0 0 0 0,1 0 0 0 0,-1 0-1 0 0,1-1 1 0 0,-1 1 0 0 0,1 0 0 0 0,-1-1 0 0 0,1 1-1 0 0,0 0 1 0 0,-1-1 0 0 0,1 1 0 0 0,0-1 0 0 0,-1 1 0 0 0,1-1-1 0 0,0 0 1 0 0,0 1 0 0 0,0-1 0 0 0,-1 0 0 0 0,1 1-1 0 0,0-1 1 0 0,2 0 0 0 0,-2 0-76 0 0,1 0-1 0 0,-1 0 1 0 0,1-1 0 0 0,-1 1-1 0 0,1 0 1 0 0,-1-1 0 0 0,1 0-1 0 0,-1 1 1 0 0,0-1-1 0 0,1 0 1 0 0,-1 0 0 0 0,0 0-1 0 0,1 1 1 0 0,-1-2 0 0 0,0 1-1 0 0,0 0 1 0 0,1-1-1 0 0,12-12-88 0 0,-1-1 0 0 0,-1 0-1 0 0,0 0 1 0 0,-1-1 0 0 0,-1-1-1 0 0,0 0 1 0 0,-1 0 0 0 0,-1-1-1 0 0,-1 0 1 0 0,-1-1 0 0 0,0 1-1 0 0,-1-1 1 0 0,-1 0 0 0 0,-1-1 0 0 0,-1 1-1 0 0,0 0 1 0 0,-2-1 0 0 0,0 1-1 0 0,-1-1 1 0 0,-1 1 0 0 0,-1-1-1 0 0,-6-24 1 0 0,8 42-36 0 0,1 0-1 0 0,-1 0 1 0 0,0 0-1 0 0,1 0 1 0 0,-1 0 0 0 0,0 0-1 0 0,0 0 1 0 0,0 0 0 0 0,-1 1-1 0 0,1-1 1 0 0,0 0-1 0 0,-1 1 1 0 0,1-1 0 0 0,-1 1-1 0 0,1-1 1 0 0,-1 1 0 0 0,0 0-1 0 0,1-1 1 0 0,-1 1-1 0 0,-2-1 1 0 0,2 2-7 0 0,0 0 0 0 0,1 0 0 0 0,-1 0 0 0 0,0 0-1 0 0,1 0 1 0 0,-1 0 0 0 0,0 1 0 0 0,1-1 0 0 0,-1 1 0 0 0,0-1 0 0 0,1 1 0 0 0,-1 0-1 0 0,1-1 1 0 0,-1 1 0 0 0,1 0 0 0 0,0 0 0 0 0,-1 0 0 0 0,1 0 0 0 0,0 0 0 0 0,0 0-1 0 0,-1 1 1 0 0,1-1 0 0 0,0 0 0 0 0,0 0 0 0 0,0 1 0 0 0,0 1 0 0 0,-7 9 50 0 0,0 0 0 0 0,2 0 0 0 0,-1 0 0 0 0,2 1-1 0 0,0 0 1 0 0,0 1 0 0 0,-4 22 0 0 0,5-16-144 0 0,1 1 0 0 0,1 0-1 0 0,0-1 1 0 0,3 33 0 0 0,0-43 115 0 0,0-1 0 0 0,1 0 1 0 0,0 0-1 0 0,0 0 1 0 0,1 0-1 0 0,0 0 0 0 0,0-1 1 0 0,1 1-1 0 0,0-1 1 0 0,0 0-1 0 0,1 0 0 0 0,10 13 1 0 0,-11-17-306 0 0,1 0 1 0 0,-1 0-1 0 0,1 0 0 0 0,0 0 0 0 0,0-1 1 0 0,0 1-1 0 0,10 3 0 0 0,12 3-6698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49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270 524 3225 0 0,'0'0'144'0'0,"0"-1"0"0"0,0 0 1 0 0,-1 0-1 0 0,1 0 0 0 0,0 1 1 0 0,-1-1-1 0 0,1 0 1 0 0,0 0-1 0 0,-1 1 0 0 0,1-1 1 0 0,-1 0-1 0 0,1 1 0 0 0,-1-1 1 0 0,0 0-1 0 0,1 1 0 0 0,-1-1 1 0 0,0 1-1 0 0,1-1 1 0 0,-1 1-1 0 0,0-1 0 0 0,0 1 1 0 0,1 0-1 0 0,-1-1 0 0 0,0 1 1 0 0,0 0-1 0 0,0 0 0 0 0,0-1 1 0 0,-3 1 287 0 0,1-1 0 0 0,-1 1 0 0 0,1 0 0 0 0,-1 0 1 0 0,1 0-1 0 0,-1 1 0 0 0,-3 0 0 0 0,-3 2 371 0 0,-1-1 0 0 0,2 1-1 0 0,-1 1 1 0 0,-11 6 0 0 0,9-3-501 0 0,0 2-1 0 0,1 0 1 0 0,0 0 0 0 0,0 1 0 0 0,1 0 0 0 0,0 1 0 0 0,1 0-1 0 0,0 0 1 0 0,1 1 0 0 0,0 0 0 0 0,1 1 0 0 0,0-1 0 0 0,-4 15-1 0 0,6-16-220 0 0,1 0-1 0 0,0 1 0 0 0,1-1 0 0 0,0 1 0 0 0,1-1 0 0 0,0 1 0 0 0,1 0 0 0 0,0 0 0 0 0,1 0 0 0 0,0 0 0 0 0,1-1 0 0 0,1 1 0 0 0,0 0 0 0 0,0 0 0 0 0,1-1 0 0 0,5 14 0 0 0,-6-21-60 0 0,-1-1-1 0 0,1 0 0 0 0,0 1 0 0 0,0-1 0 0 0,0 0 1 0 0,0 0-1 0 0,0 0 0 0 0,1 0 0 0 0,-1 0 1 0 0,1-1-1 0 0,0 1 0 0 0,0-1 0 0 0,0 0 1 0 0,0 1-1 0 0,0-2 0 0 0,1 1 0 0 0,-1 0 0 0 0,1-1 1 0 0,-1 1-1 0 0,1-1 0 0 0,-1 0 0 0 0,1 0 1 0 0,5 1-1 0 0,-3-2-43 0 0,-1-1 0 0 0,1 1 0 0 0,-1-1 0 0 0,0 1 1 0 0,0-2-1 0 0,1 1 0 0 0,-1 0 0 0 0,0-1 0 0 0,0 0 0 0 0,0 0 0 0 0,0-1 1 0 0,-1 1-1 0 0,1-1 0 0 0,-1 0 0 0 0,1-1 0 0 0,3-3 0 0 0,7-8-195 0 0,-1 0-1 0 0,0 0 1 0 0,-1-2-1 0 0,-1 0 1 0 0,-1 0-1 0 0,0-1 1 0 0,-1 0-1 0 0,-1-1 0 0 0,12-36 1 0 0,-9 17-323 0 0,-2 0 0 0 0,-1-1 0 0 0,-3 0 0 0 0,3-52 0 0 0,-7 39 394 0 0,-4 0-1 0 0,-1 0 0 0 0,-11-56 1 0 0,-26-62 2839 0 0,39 166-2419 0 0,-1 0 0 0 0,1 0 0 0 0,-1 0 0 0 0,0 0 0 0 0,0 1 0 0 0,0-1 0 0 0,0 1 0 0 0,-4-5 0 0 0,6 8-193 0 0,0 0 0 0 0,-1-1 0 0 0,1 1 0 0 0,-1-1 0 0 0,1 1 0 0 0,-1 0 0 0 0,1-1 0 0 0,0 1 0 0 0,-1 0 0 0 0,1 0 0 0 0,-1 0 0 0 0,1-1 1 0 0,-1 1-1 0 0,1 0 0 0 0,-1 0 0 0 0,0 0 0 0 0,1 0 0 0 0,-1 0 0 0 0,1 0 0 0 0,-1 0 0 0 0,1 0 0 0 0,-1 0 0 0 0,1 0 0 0 0,-1 0 0 0 0,0 0 0 0 0,0 1-9 0 0,0 0 0 0 0,0 0 0 0 0,0-1-1 0 0,0 1 1 0 0,0 0 0 0 0,0 0 0 0 0,0 0 0 0 0,0 0-1 0 0,0 0 1 0 0,1 1 0 0 0,-1-1 0 0 0,0 0-1 0 0,1 0 1 0 0,-1 0 0 0 0,0 3 0 0 0,-2 6 52 0 0,0 0 1 0 0,1 1-1 0 0,0 0 0 0 0,1-1 1 0 0,0 1-1 0 0,1 0 1 0 0,1 12-1 0 0,10 77 337 0 0,-11-97-438 0 0,86 485 2558 0 0,-78-447-2532 0 0,2 0 1 0 0,2-1-1 0 0,1 0 0 0 0,26 52 1 0 0,-25-65-4141 0 0,32 45 0 0 0,-27-47-4202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0.3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17052 0 0,'0'0'1776'0'0,"18"4"1577"0"0,1 1-3583 0 0,-13 12-2295 0 0,-4-7 2456 0 0,1-5-4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0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154 267 16131 0 0,'-2'-6'489'0'0,"0"0"-1"0"0,0-1 0 0 0,-1 1 0 0 0,0 0 1 0 0,-1 0-1 0 0,1 1 0 0 0,-1-1 0 0 0,0 1 0 0 0,-10-10 1 0 0,13 14-446 0 0,0-1 0 0 0,-1 1 0 0 0,1 0 0 0 0,-1 0 0 0 0,1 0 0 0 0,-1 0 0 0 0,0 0 0 0 0,1 0 1 0 0,-1 1-1 0 0,0-1 0 0 0,0 0 0 0 0,1 1 0 0 0,-1-1 0 0 0,0 1 0 0 0,0 0 0 0 0,0 0 0 0 0,0 0 0 0 0,0 0 1 0 0,1 0-1 0 0,-1 0 0 0 0,0 0 0 0 0,0 0 0 0 0,0 1 0 0 0,0-1 0 0 0,1 1 0 0 0,-1-1 0 0 0,0 1 1 0 0,0 0-1 0 0,1 0 0 0 0,-1 0 0 0 0,0 0 0 0 0,1 0 0 0 0,-1 0 0 0 0,1 0 0 0 0,0 0 0 0 0,-1 1 0 0 0,1-1 1 0 0,0 0-1 0 0,0 1 0 0 0,-2 1 0 0 0,-3 6-32 0 0,1-1 1 0 0,0 1-1 0 0,0-1 1 0 0,1 1-1 0 0,0 0 1 0 0,1 1-1 0 0,0-1 1 0 0,0 1-1 0 0,1 0 1 0 0,0-1-1 0 0,1 1 1 0 0,0 0-1 0 0,1 0 0 0 0,0 12 1 0 0,1 1 10 0 0,1-1 0 0 0,2 1 0 0 0,0-1 0 0 0,1 0 0 0 0,9 25 0 0 0,-7-31-29 0 0,0 0 0 0 0,1 0 0 0 0,1-1-1 0 0,1 0 1 0 0,0 0 0 0 0,1-1 0 0 0,0 0 0 0 0,1-1 0 0 0,1-1-1 0 0,0 0 1 0 0,1 0 0 0 0,0-2 0 0 0,20 13 0 0 0,-24-18 0 0 0,-1 0 0 0 0,1 0 0 0 0,1-1 0 0 0,-1 0 1 0 0,1-1-1 0 0,-1 0 0 0 0,1 0 0 0 0,0-1 0 0 0,21 0 0 0 0,-23-2 5 0 0,-1 0 0 0 0,0-1 0 0 0,0 0 0 0 0,0-1 0 0 0,0 0 0 0 0,0 0 0 0 0,-1-1-1 0 0,1 0 1 0 0,-1 0 0 0 0,1-1 0 0 0,-1 0 0 0 0,0 0 0 0 0,-1-1 0 0 0,11-8 0 0 0,-11 7 11 0 0,0 0 0 0 0,0 0 0 0 0,0 0 0 0 0,-1-1 0 0 0,0 0 0 0 0,-1 0 0 0 0,0 0 0 0 0,0 0 0 0 0,0-1 0 0 0,3-12 0 0 0,-3 6 31 0 0,0 0 1 0 0,-1 0 0 0 0,-1-1 0 0 0,-1 1 0 0 0,1-22-1 0 0,-5-6 86 0 0,-1 0 0 0 0,-2 1 0 0 0,-14-49 0 0 0,13 64-79 0 0,0 0-1 0 0,-2 1 1 0 0,-1 0 0 0 0,-1 0 0 0 0,-16-25 0 0 0,22 40-125 0 0,-1 1 0 0 0,-1 0 1 0 0,0 0-1 0 0,0 0 1 0 0,-1 1-1 0 0,0 0 1 0 0,0 1-1 0 0,-1-1 0 0 0,0 2 1 0 0,0-1-1 0 0,-1 1 1 0 0,1 1-1 0 0,-1 0 0 0 0,-21-8 1 0 0,16 10-519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17052 0 0,'0'-1'76'0'0,"0"1"1"0"0,0-1 0 0 0,0 1 0 0 0,0 0 0 0 0,-1-1 0 0 0,1 1-1 0 0,0 0 1 0 0,0-1 0 0 0,0 1 0 0 0,0-1 0 0 0,0 1-1 0 0,1 0 1 0 0,-1-1 0 0 0,0 1 0 0 0,0-1 0 0 0,0 1-1 0 0,0 0 1 0 0,0-1 0 0 0,0 1 0 0 0,1 0 0 0 0,-1-1 0 0 0,0 1-1 0 0,0 0 1 0 0,0-1 0 0 0,1 1 0 0 0,-1 0 0 0 0,0-1-1 0 0,1 1 1 0 0,-1 0 0 0 0,0 0 0 0 0,1-1 0 0 0,-1 1-1 0 0,0 0 1 0 0,1 0 0 0 0,-1 0 0 0 0,0-1 0 0 0,1 1 0 0 0,-1 0-1 0 0,0 0 1 0 0,1 0 0 0 0,-1 0 0 0 0,1 0 0 0 0,-1 0-1 0 0,0 0 1 0 0,1 0 0 0 0,-1 0 0 0 0,1 0 0 0 0,-1 0-1 0 0,0 0 1 0 0,1 0 0 0 0,-1 0 0 0 0,1 0 0 0 0,-1 1 0 0 0,0-1-1 0 0,1 0 1 0 0,-1 0 0 0 0,0 0 0 0 0,1 0 0 0 0,-1 1-1 0 0,0-1 1 0 0,1 0 0 0 0,-1 1 0 0 0,0-1 0 0 0,0 0-1 0 0,1 1 1 0 0,2 1 88 0 0,-1 0-1 0 0,1 0 0 0 0,-1 1 0 0 0,0-1 1 0 0,0 1-1 0 0,0-1 0 0 0,3 5 1 0 0,2 9 111 0 0,-1 0-1 0 0,0 0 1 0 0,-2 0 0 0 0,1 1 0 0 0,1 24 0 0 0,4 89 508 0 0,-9-103-597 0 0,18 236 588 0 0,-13-215-1307 0 0,3 1-1 0 0,1-1 0 0 0,24 62 1 0 0,-26-86-210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16388 0 0,'0'0'76'0'0,"0"1"1"0"0,-1-1 0 0 0,1 1 0 0 0,0-1 0 0 0,-1 1 0 0 0,1 0 0 0 0,0-1 0 0 0,0 1 0 0 0,-1 0 0 0 0,1-1 0 0 0,0 1 0 0 0,0 0 0 0 0,0-1 0 0 0,0 1 0 0 0,0 0 0 0 0,0-1 0 0 0,0 1 0 0 0,0 0 0 0 0,0-1 0 0 0,0 1 0 0 0,0 0 0 0 0,1-1 0 0 0,-1 1 0 0 0,0 0 0 0 0,8 23 12 0 0,-5-16 546 0 0,58 255 4089 0 0,1 137-4422 0 0,-50-325-2449 0 0,-4-43-5749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1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5 6913 0 0,'-1'0'114'0'0,"1"-1"0"0"0,0 1-1 0 0,-1 0 1 0 0,1-1-1 0 0,0 1 1 0 0,-1 0-1 0 0,1-1 1 0 0,0 1 0 0 0,-1 0-1 0 0,1 0 1 0 0,0 0-1 0 0,-1-1 1 0 0,1 1-1 0 0,-1 0 1 0 0,1 0 0 0 0,-1 0-1 0 0,1 0 1 0 0,-1 0-1 0 0,1 0 1 0 0,0 0-1 0 0,-1 0 1 0 0,1 0 0 0 0,-1 0-1 0 0,1 0 1 0 0,-1 0-1 0 0,1 0 1 0 0,-1 0-1 0 0,1 0 1 0 0,-1 0 0 0 0,-17 10 2376 0 0,-19 24 668 0 0,29-26-2370 0 0,-61 53 2038 0 0,44-41-2464 0 0,2 0-1 0 0,0 1 1 0 0,1 2-1 0 0,1 0 1 0 0,-25 38 0 0 0,44-57-323 0 0,0-1 1 0 0,0 0-1 0 0,0 1 1 0 0,0-1 0 0 0,1 1-1 0 0,0-1 1 0 0,0 1-1 0 0,0 0 1 0 0,0 0 0 0 0,0-1-1 0 0,1 1 1 0 0,0 0-1 0 0,0 0 1 0 0,0 0 0 0 0,0 0-1 0 0,0-1 1 0 0,1 1-1 0 0,0 0 1 0 0,0 0 0 0 0,0-1-1 0 0,0 1 1 0 0,0 0-1 0 0,1-1 1 0 0,0 0-1 0 0,-1 1 1 0 0,1-1 0 0 0,1 0-1 0 0,-1 0 1 0 0,0 0-1 0 0,1 0 1 0 0,-1 0 0 0 0,1 0-1 0 0,5 3 1 0 0,0 0-6 0 0,0-1 0 0 0,0 0 0 0 0,0 0-1 0 0,0-1 1 0 0,1 0 0 0 0,0-1 0 0 0,0 1 0 0 0,0-2 0 0 0,0 1 0 0 0,0-2 0 0 0,0 1 0 0 0,19 0 0 0 0,-2-3-403 0 0,-1-2 0 0 0,1 0 0 0 0,-1-2 0 0 0,39-12 0 0 0,-29 5-7419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0,'10'3'4198'0'0,"14"5"-2156"0"0,-19-3-1875 0 0,0-1 0 0 0,0 1-1 0 0,0 0 1 0 0,-1 0 0 0 0,0 0 0 0 0,0 0 0 0 0,0 1 0 0 0,-1 0-1 0 0,0 0 1 0 0,0 0 0 0 0,0 0 0 0 0,3 11 0 0 0,2 11 95 0 0,7 45 1 0 0,-13-60-91 0 0,35 333 1068 0 0,-13-83-1863 0 0,-14-208-277 0 0,-1-34-5480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3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5529 0 0,'26'9'7066'0'0,"-20"-5"-6454"0"0,-1 0 1 0 0,0 1 0 0 0,0-1-1 0 0,0 1 1 0 0,-1 1-1 0 0,1-1 1 0 0,-1 0 0 0 0,-1 1-1 0 0,1 0 1 0 0,-1 0-1 0 0,3 8 1 0 0,6 14 199 0 0,8 37 0 0 0,-10-32-307 0 0,1 1-220 0 0,109 324 1544 0 0,-106-322-2267 0 0,12 38 1552 0 0,-20-37-3046 0 0,-9 0-3959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5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1 106 3681 0 0,'13'-1'1652'0'0,"1"0"1"0"0,-1 0 0 0 0,14-5-1 0 0,78-25-328 0 0,-72 20-888 0 0,106-32-2102 0 0,-99 32 987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2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9218 0 0,'46'2'2992'0'0,"-1"1"1"0"0,0 2-1 0 0,78 21 0 0 0,-117-25-2862 0 0,0 0-1 0 0,-1 1 1 0 0,1 0 0 0 0,-1 0-1 0 0,0 1 1 0 0,0 0-1 0 0,0 0 1 0 0,0 0 0 0 0,8 6-1 0 0,-11-6-104 0 0,0-1 0 0 0,-1 0 0 0 0,1 0 0 0 0,-1 1 1 0 0,1-1-1 0 0,-1 1 0 0 0,0-1 0 0 0,0 1 0 0 0,0-1 0 0 0,0 1 0 0 0,0 0 0 0 0,-1 0 0 0 0,1-1 0 0 0,-1 1 0 0 0,0 0 0 0 0,0 0 0 0 0,0 0 0 0 0,0-1 0 0 0,0 1 0 0 0,-1 0 0 0 0,0 5 0 0 0,-5 11 20 0 0,0 0-1 0 0,-1-1 1 0 0,-1 0-1 0 0,0 0 1 0 0,-12 18-1 0 0,11-22-12 0 0,1 0 0 0 0,1 1 0 0 0,0-1-1 0 0,1 2 1 0 0,0-1 0 0 0,1 1 0 0 0,-5 31 0 0 0,10-44-24 0 0,-1 0 0 0 0,1 0 1 0 0,0 1-1 0 0,0-1 0 0 0,0 0 0 0 0,1 0 1 0 0,-1 0-1 0 0,1 0 0 0 0,-1 0 0 0 0,1 0 1 0 0,0 0-1 0 0,0 0 0 0 0,0 0 1 0 0,1 0-1 0 0,-1-1 0 0 0,1 1 0 0 0,0 0 1 0 0,-1-1-1 0 0,1 1 0 0 0,0-1 0 0 0,1 0 1 0 0,-1 0-1 0 0,0 1 0 0 0,1-2 0 0 0,-1 1 1 0 0,1 0-1 0 0,-1 0 0 0 0,1-1 1 0 0,0 1-1 0 0,0-1 0 0 0,0 0 0 0 0,0 0 1 0 0,0 0-1 0 0,4 1 0 0 0,1-1-65 0 0,1 0 0 0 0,0 0 0 0 0,0-1 0 0 0,-1 0 0 0 0,1-1-1 0 0,0 0 1 0 0,0 0 0 0 0,-1-1 0 0 0,1 0 0 0 0,-1 0 0 0 0,10-5 0 0 0,25-13-2100 0 0,-22 8-5419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8:53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0 137 14283 0 0,'2'1'141'0'0,"0"0"0"0"0,0 0 0 0 0,0 0 0 0 0,0 0 0 0 0,0 0 0 0 0,0 0 0 0 0,0 0 0 0 0,0 0 0 0 0,0-1 1 0 0,0 1-1 0 0,1-1 0 0 0,-1 0 0 0 0,0 0 0 0 0,4 0 0 0 0,38-3 1236 0 0,-25 1-708 0 0,45-5 939 0 0,114-27 0 0 0,61-34-1587 0 0,-238 68-32 0 0,33-9-1242 0 0,0 1 0 0 0,0 2-1 0 0,1 1 1 0 0,52 0 0 0 0,-45 5 1091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6.7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82 102 1840 0 0,'-9'-21'1584'0'0,"-15"-28"1007"0"0,23 46-1967 0 0,-1 1 1 0 0,1 0-1 0 0,-1 0 1 0 0,0-1-1 0 0,0 1 1 0 0,0 0-1 0 0,0 0 1 0 0,0 0-1 0 0,0 1 0 0 0,0-1 1 0 0,0 0-1 0 0,-1 1 1 0 0,1 0-1 0 0,-1-1 1 0 0,-2 0-1 0 0,4 2-512 0 0,1 0 0 0 0,-1 0-1 0 0,1 0 1 0 0,-1 0 0 0 0,1 0 0 0 0,-1 0 0 0 0,1 0-1 0 0,-1 0 1 0 0,1 0 0 0 0,-1 1 0 0 0,1-1 0 0 0,-1 0-1 0 0,1 0 1 0 0,-1 0 0 0 0,1 1 0 0 0,0-1-1 0 0,-1 0 1 0 0,1 0 0 0 0,-1 1 0 0 0,1-1 0 0 0,0 0-1 0 0,-1 1 1 0 0,1-1 0 0 0,0 0 0 0 0,-1 1 0 0 0,1-1-1 0 0,0 1 1 0 0,0-1 0 0 0,-1 1 0 0 0,1-1-1 0 0,0 1 1 0 0,0-1 0 0 0,0 0 0 0 0,-1 1 0 0 0,1-1-1 0 0,0 1 1 0 0,0-1 0 0 0,0 1 0 0 0,0-1 0 0 0,0 1-1 0 0,0-1 1 0 0,0 1 0 0 0,1 0 0 0 0,0 26 551 0 0,0-23-457 0 0,21 336 1052 0 0,1 7-633 0 0,-22-337-632 0 0,0-1-142 0 0,-1-1 1 0 0,2 1 0 0 0,-1 0 0 0 0,2 0 0 0 0,-1-1 0 0 0,1 1 0 0 0,4 9 0 0 0,-1-14-1470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7.3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88 4145 0 0,'1'-3'277'0'0,"0"0"-1"0"0,-1 0 1 0 0,1 0 0 0 0,1 1-1 0 0,-1-1 1 0 0,0 0 0 0 0,1 1-1 0 0,-1-1 1 0 0,1 1 0 0 0,0 0-1 0 0,-1-1 1 0 0,1 1 0 0 0,0 0-1 0 0,1 0 1 0 0,3-3 0 0 0,37-26 3274 0 0,-40 29-3333 0 0,-1 1 0 0 0,1-1 0 0 0,0 1 1 0 0,0-1-1 0 0,-1 1 0 0 0,1 0 0 0 0,0 0 1 0 0,0 1-1 0 0,0-1 0 0 0,0 1 1 0 0,0-1-1 0 0,0 1 0 0 0,0 0 0 0 0,0 0 1 0 0,0 0-1 0 0,0 0 0 0 0,0 1 0 0 0,0-1 1 0 0,6 3-1 0 0,-6-2-51 0 0,1 1 1 0 0,0 1-1 0 0,-1-1 1 0 0,1 1-1 0 0,-1-1 1 0 0,0 1-1 0 0,1 0 1 0 0,-2 0-1 0 0,1 0 1 0 0,0 1-1 0 0,0-1 1 0 0,2 6-1 0 0,4 8 65 0 0,-1 1 1 0 0,0-1-1 0 0,-2 1 0 0 0,0 1 1 0 0,4 20-1 0 0,-4-13-60 0 0,-1 0 0 0 0,-1 1 1 0 0,-1-1-1 0 0,-2 1 0 0 0,-1 37 1 0 0,0-87 111 0 0,5-36 0 0 0,1 32-97 0 0,2 0 0 0 0,19-48 0 0 0,-22 62-160 0 0,2 1 0 0 0,-1 0 0 0 0,2 0 0 0 0,-1 0 0 0 0,2 1 0 0 0,-1 0 0 0 0,18-16 0 0 0,-25 25-21 0 0,0 1-1 0 0,1 0 1 0 0,0-1-1 0 0,-1 1 1 0 0,1 0 0 0 0,-1 0-1 0 0,1 0 1 0 0,0 0-1 0 0,0 0 1 0 0,0 0-1 0 0,0 0 1 0 0,-1 1-1 0 0,1-1 1 0 0,0 1 0 0 0,0 0-1 0 0,0-1 1 0 0,0 1-1 0 0,0 0 1 0 0,0 0-1 0 0,0 0 1 0 0,0 0 0 0 0,0 0-1 0 0,0 1 1 0 0,0-1-1 0 0,0 1 1 0 0,0-1-1 0 0,0 1 1 0 0,0 0 0 0 0,0 0-1 0 0,0 0 1 0 0,-1 0-1 0 0,1 0 1 0 0,0 0-1 0 0,-1 0 1 0 0,1 0 0 0 0,-1 1-1 0 0,1-1 1 0 0,-1 1-1 0 0,0-1 1 0 0,1 1-1 0 0,-1-1 1 0 0,1 3-1 0 0,6 9 88 0 0,0 0-1 0 0,-1 0 0 0 0,-1 1 0 0 0,8 21 1 0 0,-10-24-111 0 0,15 39-273 0 0,2-1-1 0 0,2-1 1 0 0,36 56-1 0 0,-52-93-667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07.8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240 90 2304 0 0,'7'-23'1976'0'0,"-2"-18"5086"0"0,-5 40-6749 0 0,0 0 1 0 0,0 0-1 0 0,0 0 0 0 0,0 0 0 0 0,0-1 0 0 0,0 1 0 0 0,-1 0 1 0 0,1 0-1 0 0,-1 0 0 0 0,1 0 0 0 0,0 0 0 0 0,-1-1 1 0 0,0 1-1 0 0,1 0 0 0 0,-1 0 0 0 0,0 1 0 0 0,0-1 1 0 0,1 0-1 0 0,-3-2 0 0 0,2 3-146 0 0,-1-1-1 0 0,0 1 1 0 0,1-1-1 0 0,-1 1 1 0 0,1 0 0 0 0,-1-1-1 0 0,0 1 1 0 0,1 0-1 0 0,-1 0 1 0 0,0 0-1 0 0,1 0 1 0 0,-1 1 0 0 0,0-1-1 0 0,1 0 1 0 0,-1 1-1 0 0,1-1 1 0 0,-1 1 0 0 0,0-1-1 0 0,-1 2 1 0 0,-7 3-44 0 0,0 1 0 0 0,0 0 0 0 0,0 1 0 0 0,1 0 0 0 0,0 0 0 0 0,0 1 1 0 0,1 0-1 0 0,0 1 0 0 0,1 0 0 0 0,0 0 0 0 0,0 1 0 0 0,0-1 0 0 0,2 1 0 0 0,-1 1 1 0 0,1-1-1 0 0,1 1 0 0 0,0 0 0 0 0,-5 21 0 0 0,8-29-125 0 0,1 0 0 0 0,-1 0-1 0 0,1 1 1 0 0,0-1 0 0 0,0 0 0 0 0,1 0 0 0 0,-1 0-1 0 0,1 0 1 0 0,-1 0 0 0 0,1 1 0 0 0,0-1 0 0 0,0 0-1 0 0,1-1 1 0 0,-1 1 0 0 0,0 0 0 0 0,1 0 0 0 0,0 0-1 0 0,-1-1 1 0 0,1 1 0 0 0,0-1 0 0 0,1 0 0 0 0,-1 1-1 0 0,0-1 1 0 0,1 0 0 0 0,-1 0 0 0 0,5 2 0 0 0,7 4-73 0 0,0-1 1 0 0,0 0-1 0 0,1-2 1 0 0,20 7 0 0 0,11 4-116 0 0,-39-13 168 0 0,0 0 1 0 0,0 0-1 0 0,0 1 1 0 0,0 0-1 0 0,-1 1 1 0 0,0 0-1 0 0,0-1 1 0 0,0 2 0 0 0,8 9-1 0 0,-12-13 26 0 0,-1 1 0 0 0,1-1-1 0 0,-1 1 1 0 0,0-1 0 0 0,0 1-1 0 0,0 0 1 0 0,0-1 0 0 0,0 1 0 0 0,-1 0-1 0 0,1 0 1 0 0,-1 0 0 0 0,1 0-1 0 0,-1 0 1 0 0,0-1 0 0 0,0 1 0 0 0,-1 0-1 0 0,1 0 1 0 0,-1 0 0 0 0,1 0-1 0 0,-1 0 1 0 0,0-1 0 0 0,0 1 0 0 0,0 0-1 0 0,0-1 1 0 0,-1 1 0 0 0,1-1-1 0 0,-1 1 1 0 0,-3 4 0 0 0,-3 3 83 0 0,-1 0 0 0 0,0 0 0 0 0,0-1 0 0 0,-1 0 0 0 0,-1 0 0 0 0,1-1 0 0 0,-1-1 1 0 0,-1 0-1 0 0,1 0 0 0 0,-17 6 0 0 0,20-9-71 0 0,0-1 0 0 0,-1 0 0 0 0,1 0 0 0 0,0-1 0 0 0,-1 0 1 0 0,1-1-1 0 0,-1 0 0 0 0,0 0 0 0 0,1-1 0 0 0,-1 0 0 0 0,0 0 0 0 0,1-1 1 0 0,-1 0-1 0 0,0-1 0 0 0,1 0 0 0 0,-15-5 0 0 0,9-3-753 0 0,10 5 10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0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10594 0 0,'9'-3'5495'0'0,"14"-3"-3440"0"0,5 0-703 0 0,1 1 0 0 0,43 0 1 0 0,-28 6-3357 0 0,1 4-3541 0 0,-28-2-761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0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 9674 0 0,'-9'4'557'0'0,"-16"10"-191"0"0,16-1 2876 0 0,9-13-3157 0 0,0 1-1 0 0,0-1 1 0 0,1 1 0 0 0,-1-1-1 0 0,0 1 1 0 0,1-1 0 0 0,-1 1-1 0 0,0-1 1 0 0,1 0 0 0 0,-1 1-1 0 0,0-1 1 0 0,1 0 0 0 0,-1 1-1 0 0,0-1 1 0 0,1 0 0 0 0,-1 0-1 0 0,1 1 1 0 0,-1-1 0 0 0,1 0-1 0 0,-1 0 1 0 0,1 0 0 0 0,-1 1-1 0 0,1-1 1 0 0,-1 0-1 0 0,1 0 1 0 0,-1 0 0 0 0,1 0-1 0 0,-1 0 1 0 0,1 0 0 0 0,-1 0-1 0 0,1 0 1 0 0,-1 0 0 0 0,1 0-1 0 0,-1-1 1 0 0,1 1 0 0 0,0 0-1 0 0,22-3 659 0 0,65-17-2584 0 0,-65 16-3926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5 9218 0 0,'-18'-2'716'0'0,"0"0"0"0"0,1 1 1 0 0,-1 1-1 0 0,-24 3 0 0 0,38-3-504 0 0,1 1 0 0 0,-1-1-1 0 0,0 1 1 0 0,1 0 0 0 0,-1 0-1 0 0,1 1 1 0 0,-1-1 0 0 0,1 1-1 0 0,0-1 1 0 0,0 1 0 0 0,-1 0 0 0 0,1 0-1 0 0,0 1 1 0 0,1-1 0 0 0,-1 0-1 0 0,0 1 1 0 0,1 0 0 0 0,-1 0-1 0 0,1 0 1 0 0,0 0 0 0 0,0 0 0 0 0,0 0-1 0 0,0 0 1 0 0,1 1 0 0 0,0-1-1 0 0,-1 1 1 0 0,0 5 0 0 0,-3 19 309 0 0,2 0 0 0 0,1 0 0 0 0,2 0 1 0 0,0 0-1 0 0,7 45 0 0 0,3-12-93 0 0,27 88-1 0 0,18 7-199 0 0,-33-98-236 0 0,-2 1-1 0 0,15 72 1 0 0,-33-119-435 0 0,0 1 0 0 0,-1-1 1 0 0,-1 1-1 0 0,1-1 1 0 0,-2 1-1 0 0,-3 20 1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13 237 11522 0 0,'0'0'66'0'0,"-1"0"0"0"0,1 0-1 0 0,-1 0 1 0 0,1-1-1 0 0,-1 1 1 0 0,1 0-1 0 0,-1 0 1 0 0,1 0-1 0 0,-1 0 1 0 0,1-1 0 0 0,-1 1-1 0 0,1 0 1 0 0,-1 0-1 0 0,1-1 1 0 0,-1 1-1 0 0,1 0 1 0 0,-1-1-1 0 0,1 1 1 0 0,0-1 0 0 0,-1 1-1 0 0,1 0 1 0 0,0-1-1 0 0,-1 1 1 0 0,1-1-1 0 0,0 1 1 0 0,0-1-1 0 0,-1 1 1 0 0,1-1 0 0 0,0 1-1 0 0,0-2 1 0 0,7-15 2160 0 0,29-18 964 0 0,-30 29-2990 0 0,10-7 253 0 0,0 0 1 0 0,1 1 0 0 0,0 1-1 0 0,0 1 1 0 0,27-12-1 0 0,96-30-1952 0 0,-75 31 1238 0 0,-31 7 261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51 2304 0 0,'-30'19'7742'0'0,"44"-20"-3689"0"0,10-5-2339 0 0,-1-2-1 0 0,35-16 1 0 0,2 0-2959 0 0,-44 18-5204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1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69 7834 0 0,'0'8'6730'0'0,"23"-19"-1853"0"0,-18 9-5622 0 0,16-7 1112 0 0,-11 5-1276 0 0,0 1 0 0 0,-1-2 0 0 0,0 1-1 0 0,0-1 1 0 0,-1-1 0 0 0,14-10 0 0 0,-12 4 773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3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8290 0 0,'15'2'11303'0'0,"-14"-1"-10926"0"0,6 5-247 0 0,0 0 0 0 0,-1 1 0 0 0,1 0 0 0 0,-2 0-1 0 0,1 1 1 0 0,-1 0 0 0 0,0 0 0 0 0,0 0 0 0 0,-1 0 0 0 0,0 1 0 0 0,-1 0 0 0 0,0 0 0 0 0,4 15 0 0 0,1 18 953 0 0,6 76-1 0 0,-8-51-735 0 0,-5-60-341 0 0,0 4-257 0 0,0 0 0 0 0,0 0 0 0 0,1 0 0 0 0,1 0 1 0 0,0 0-1 0 0,1-1 0 0 0,0 1 0 0 0,0-1 0 0 0,8 13 0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3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0 129 3681 0 0,'0'-1'31'0'0,"0"1"1"0"0,0-1-1 0 0,0 0 1 0 0,0 1-1 0 0,1-1 1 0 0,-1 1-1 0 0,0-1 1 0 0,0 1-1 0 0,0-1 0 0 0,0 0 1 0 0,1 1-1 0 0,-1-1 1 0 0,0 1-1 0 0,1-1 1 0 0,-1 1-1 0 0,0-1 1 0 0,1 1-1 0 0,-1-1 1 0 0,0 1-1 0 0,1 0 1 0 0,-1-1-1 0 0,1 1 0 0 0,-1 0 1 0 0,1-1-1 0 0,-1 1 1 0 0,1 0-1 0 0,-1-1 1 0 0,1 1-1 0 0,-1 0 1 0 0,1 0-1 0 0,0 0 1 0 0,-1 0-1 0 0,1-1 1 0 0,-1 1-1 0 0,2 0 1 0 0,23-8 2448 0 0,-22 8-2079 0 0,1 0 1 0 0,-1 0-1 0 0,1 1 0 0 0,-1 0 1 0 0,0 0-1 0 0,1 0 1 0 0,-1 0-1 0 0,0 0 1 0 0,0 0-1 0 0,0 1 1 0 0,0 0-1 0 0,0-1 1 0 0,0 1-1 0 0,0 0 1 0 0,0 1-1 0 0,4 3 1 0 0,6 7 992 0 0,-1 1-1 0 0,11 16 1 0 0,3 2 110 0 0,-25-30-1479 0 0,1 0-1 0 0,-1 0 0 0 0,1-1 0 0 0,-1 1 1 0 0,1 0-1 0 0,0-1 0 0 0,0 0 1 0 0,0 1-1 0 0,0-1 0 0 0,0 0 0 0 0,0 0 1 0 0,0 0-1 0 0,0 0 0 0 0,0 0 1 0 0,0-1-1 0 0,0 1 0 0 0,1-1 0 0 0,-1 1 1 0 0,0-1-1 0 0,0 0 0 0 0,1 0 1 0 0,-1 0-1 0 0,0 0 0 0 0,1 0 0 0 0,-1 0 1 0 0,0-1-1 0 0,0 1 0 0 0,1-1 1 0 0,-1 0-1 0 0,3-1 0 0 0,1-2-90 0 0,0 0 0 0 0,0-1 0 0 0,0 1-1 0 0,0-1 1 0 0,-1-1 0 0 0,0 1 0 0 0,0-1 0 0 0,5-7 0 0 0,29-45-973 0 0,-29 41 686 0 0,1 1 0 0 0,0 0 0 0 0,1 1 0 0 0,1 0 0 0 0,0 1 0 0 0,18-15 0 0 0,-30 28 407 0 0,0 1 1 0 0,0-1 0 0 0,0 1 0 0 0,1-1-1 0 0,-1 1 1 0 0,0-1 0 0 0,0 1 0 0 0,0-1 0 0 0,1 1-1 0 0,-1 0 1 0 0,0 0 0 0 0,1 0 0 0 0,-1 0 0 0 0,0 0-1 0 0,1 0 1 0 0,-1 0 0 0 0,0 0 0 0 0,0 0-1 0 0,1 0 1 0 0,-1 1 0 0 0,0-1 0 0 0,0 1 0 0 0,1-1-1 0 0,-1 1 1 0 0,0-1 0 0 0,0 1 0 0 0,0 0 0 0 0,0-1-1 0 0,0 1 1 0 0,0 0 0 0 0,0 0 0 0 0,0 0 0 0 0,0 0-1 0 0,0 0 1 0 0,0 0 0 0 0,-1 0 0 0 0,1 0-1 0 0,0 0 1 0 0,-1 0 0 0 0,1 2 0 0 0,5 7 580 0 0,0 1-1 0 0,-1-1 1 0 0,5 18 0 0 0,-6-16-578 0 0,19 44 207 0 0,-8-18-2969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2 10138 0 0,'-1'0'236'0'0,"0"0"0"0"0,0-1 0 0 0,0 1 1 0 0,0 0-1 0 0,0 0 0 0 0,0 0 0 0 0,0-1 0 0 0,0 1 0 0 0,0 0 0 0 0,0 0 0 0 0,0 1 0 0 0,0-1 1 0 0,0 0-1 0 0,0 0 0 0 0,0 0 0 0 0,1 1 0 0 0,-1-1 0 0 0,0 0 0 0 0,0 1 0 0 0,0-1 0 0 0,0 1 1 0 0,0-1-1 0 0,0 1 0 0 0,1-1 0 0 0,-1 1 0 0 0,0 0 0 0 0,-1 0 0 0 0,1 2 20 0 0,0-1 0 0 0,-1 0 0 0 0,1 1-1 0 0,0-1 1 0 0,0 1 0 0 0,0-1 0 0 0,0 1 0 0 0,0-1 0 0 0,1 1-1 0 0,-1 3 1 0 0,0 3 43 0 0,0-1 0 0 0,1 1 0 0 0,0 0 0 0 0,1 0 0 0 0,3 15 0 0 0,2-8-181 0 0,0 0 0 0 0,1 0 0 0 0,1-1 1 0 0,1-1-1 0 0,0 1 0 0 0,1-1 1 0 0,1-1-1 0 0,12 14 0 0 0,22 30 84 0 0,-44-56-183 0 0,1 1-1 0 0,-1 0 0 0 0,0 0 1 0 0,0 0-1 0 0,-1 0 0 0 0,1 1 1 0 0,0-1-1 0 0,-1 0 0 0 0,1 0 0 0 0,-1 0 1 0 0,0 0-1 0 0,0 1 0 0 0,1-1 1 0 0,-2 0-1 0 0,1 0 0 0 0,0 1 0 0 0,0-1 1 0 0,-1 0-1 0 0,1 0 0 0 0,-1 0 1 0 0,1 1-1 0 0,-1-1 0 0 0,0 0 0 0 0,0 0 1 0 0,0 0-1 0 0,0 0 0 0 0,-1-1 1 0 0,1 1-1 0 0,0 0 0 0 0,-1 0 0 0 0,1-1 1 0 0,-1 1-1 0 0,0-1 0 0 0,-2 3 1 0 0,-33 21-951 0 0,1-9-4931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2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50 12899 0 0,'-15'-20'2030'0'0,"14"18"-1684"0"0,0 0 0 0 0,0 0 0 0 0,-1 0 0 0 0,1 0 0 0 0,-1 0 0 0 0,1 0 0 0 0,-1 1 0 0 0,1-1 0 0 0,-1 0 0 0 0,0 1 0 0 0,0-1 0 0 0,0 1 0 0 0,0 0 0 0 0,0 0 0 0 0,0 0 0 0 0,0 0 0 0 0,-4-1 0 0 0,8 2-196 0 0,0 1 0 0 0,0-1 0 0 0,0 1 0 0 0,-1 0 0 0 0,1-1 1 0 0,0 1-1 0 0,-1 0 0 0 0,1 0 0 0 0,0 0 0 0 0,-1 0 0 0 0,0 1 1 0 0,1-1-1 0 0,-1 0 0 0 0,1 1 0 0 0,-1-1 0 0 0,0 1 1 0 0,0-1-1 0 0,0 1 0 0 0,0 0 0 0 0,0-1 0 0 0,0 1 0 0 0,0 3 1 0 0,18 49-584 0 0,-16-44 712 0 0,53 251 103 0 0,-42-178-416 0 0,46 148 0 0 0,-39-167-2012 0 0,-11-33-6124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2.9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224 177 1840 0 0,'-53'11'431'0'0,"-1"-1"3493"0"0,-63 16 10261 0 0,117-26-14126 0 0,15 4 972 0 0,19 1-575 0 0,32-8 13 0 0,0-2 0 0 0,0-3 0 0 0,97-25 0 0 0,-48 10-166 0 0,124-35-90 0 0,-78 17-134 0 0,212-17-1204 0 0,-360 56 589 0 0,0 1 0 0 0,0 0 0 0 0,-1 1 0 0 0,15 2 0 0 0,-6 2-6909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85 11058 0 0,'5'-8'6502'0'0,"33"-25"-6544"0"0,-29 27-1010 0 0,1 0 0 0 0,0 1 0 0 0,0 0 0 0 0,0 0 0 0 0,14-3 0 0 0,-6 2 754 0 0,-12 3 280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62 9218 0 0,'0'0'78'0'0,"0"0"0"0"0,-1 1-1 0 0,1-1 1 0 0,0 0 0 0 0,0 0 0 0 0,-1 0 0 0 0,1 1 0 0 0,0-1 0 0 0,0 0-1 0 0,-1 0 1 0 0,1 1 0 0 0,0-1 0 0 0,0 0 0 0 0,0 1 0 0 0,0-1-1 0 0,-1 0 1 0 0,1 0 0 0 0,0 1 0 0 0,0-1 0 0 0,0 0 0 0 0,0 1-1 0 0,0-1 1 0 0,0 0 0 0 0,0 1 0 0 0,0-1 0 0 0,0 0 0 0 0,0 1 0 0 0,0-1-1 0 0,0 0 1 0 0,0 1 0 0 0,0-1 0 0 0,0 0 0 0 0,0 1 0 0 0,0-1-1 0 0,1 0 1 0 0,-1 1 0 0 0,0-1 0 0 0,0 0 0 0 0,0 0 0 0 0,1 1-1 0 0,-1-1 1 0 0,0 0 0 0 0,0 0 0 0 0,0 1 0 0 0,1-1 0 0 0,-1 0 0 0 0,22 2 2759 0 0,27-12-342 0 0,-49 10-2495 0 0,182-58-6022 0 0,-163 50 6022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4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 11058 0 0,'0'0'41'0'0,"-1"0"0"0"0,1 0-1 0 0,0 0 1 0 0,0 0 0 0 0,0 0-1 0 0,-1 0 1 0 0,1-1-1 0 0,0 1 1 0 0,0 0 0 0 0,0 0-1 0 0,0 0 1 0 0,-1 0 0 0 0,1 0-1 0 0,0-1 1 0 0,0 1-1 0 0,0 0 1 0 0,0 0 0 0 0,0 0-1 0 0,0-1 1 0 0,-1 1 0 0 0,1 0-1 0 0,0 0 1 0 0,0 0 0 0 0,0-1-1 0 0,0 1 1 0 0,0 0-1 0 0,0 0 1 0 0,0 0 0 0 0,0-1-1 0 0,0 1 1 0 0,0 0 0 0 0,0 0-1 0 0,0-1 1 0 0,0 1-1 0 0,0 0 1 0 0,0 0 0 0 0,0 0-1 0 0,0-1 1 0 0,1 1 0 0 0,-1 0-1 0 0,0 0 1 0 0,0 0 0 0 0,0-1-1 0 0,0 1 1 0 0,0 0-1 0 0,0 0 1 0 0,1 0 0 0 0,-1 0-1 0 0,0-1 1 0 0,0 1 0 0 0,0 0-1 0 0,0 0 1 0 0,1 0-1 0 0,-1 0 1 0 0,0 0 0 0 0,18 4 2384 0 0,22 17 1172 0 0,-34-15-3403 0 0,-1 0 0 0 0,0 0 0 0 0,0 0 0 0 0,-1 1 0 0 0,0 0 0 0 0,0 0 0 0 0,0 0 0 0 0,-1 0 0 0 0,0 1 0 0 0,0-1 0 0 0,-1 1 0 0 0,0 0 0 0 0,0-1 0 0 0,-1 1-1 0 0,1 12 1 0 0,-1 12-115 0 0,-2 0-1 0 0,-6 48 1 0 0,6-64-1 0 0,-18 119-73 0 0,-2 34-129 0 0,16-56-6164 0 0,7-78-748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1 10138 0 0,'0'0'919'0'0,"0"4"-228"0"0,0 0-1 0 0,-1 0 1 0 0,0 1 0 0 0,0-1-1 0 0,0 0 1 0 0,0 0 0 0 0,-4 7 0 0 0,-2 3 42 0 0,-1-1 1 0 0,-13 17-1 0 0,6-8-124 0 0,-8 12-39 0 0,-65 107 769 0 0,77-120-1247 0 0,0 0 0 0 0,2 1 1 0 0,1 0-1 0 0,-11 44 0 0 0,17-59-88 0 0,1-1 0 0 0,1 0 1 0 0,-1 1-1 0 0,1-1 0 0 0,0 0 0 0 0,1 1 0 0 0,-1-1 0 0 0,1 0 1 0 0,0 1-1 0 0,1-1 0 0 0,0 0 0 0 0,0 0 0 0 0,0 0 1 0 0,1 0-1 0 0,-1 0 0 0 0,1-1 0 0 0,1 1 0 0 0,7 9 1 0 0,-8-11-9 0 0,1 0 1 0 0,0-1 0 0 0,1 1 0 0 0,-1-1 0 0 0,0 0-1 0 0,1-1 1 0 0,0 1 0 0 0,-1-1 0 0 0,1 1 0 0 0,0-2-1 0 0,0 1 1 0 0,0 0 0 0 0,1-1 0 0 0,-1 0-1 0 0,0 0 1 0 0,0-1 0 0 0,1 1 0 0 0,-1-1 0 0 0,0 0-1 0 0,1-1 1 0 0,-1 1 0 0 0,0-1 0 0 0,7-2 0 0 0,-7 2 3 0 0,0 0 0 0 0,1-1 0 0 0,-1 0 0 0 0,0 0 0 0 0,0 0 0 0 0,0-1 0 0 0,0 1 0 0 0,0-1 0 0 0,-1 0 0 0 0,1-1 0 0 0,-1 1 0 0 0,0-1 0 0 0,7-7 0 0 0,-10 9 0 0 0,1 0 0 0 0,-1-1 0 0 0,0 1 0 0 0,0 0 0 0 0,0-1 0 0 0,0 1 0 0 0,0-1 0 0 0,0 1 0 0 0,-1-1 0 0 0,1 0 0 0 0,-1 1 0 0 0,0-1 0 0 0,0 0 0 0 0,0 1 0 0 0,0-1 0 0 0,0 0 0 0 0,0 1 0 0 0,-1-1 0 0 0,1 1 0 0 0,-1-1 0 0 0,0 0 0 0 0,0 1 0 0 0,0-1 0 0 0,0 1 0 0 0,0 0 0 0 0,0-1 0 0 0,-1 1 0 0 0,1 0 0 0 0,-1 0 0 0 0,-3-3 0 0 0,4 3-4 0 0,-6-6 5 0 0,0-1 0 0 0,1 0 0 0 0,0 0 0 0 0,0 0 0 0 0,1-1 1 0 0,-5-13-1 0 0,9 21-44 0 0,1-1 0 0 0,-1 1 0 0 0,1-1 0 0 0,0 1 0 0 0,-1-1 0 0 0,1 1 0 0 0,0-1 0 0 0,1 1 0 0 0,-1-1 1 0 0,0 1-1 0 0,1-1 0 0 0,0 1 0 0 0,-1-1 0 0 0,1 1 0 0 0,0 0 0 0 0,0-1 0 0 0,0 1 0 0 0,0 0 0 0 0,1 0 0 0 0,-1 0 1 0 0,1 0-1 0 0,-1 0 0 0 0,1 0 0 0 0,0 0 0 0 0,0 0 0 0 0,-1 1 0 0 0,1-1 0 0 0,0 1 0 0 0,1-1 0 0 0,-1 1 0 0 0,0 0 0 0 0,0 0 1 0 0,4-2-1 0 0,1 0-13 0 0,0 0-1 0 0,0 0 1 0 0,1 0 0 0 0,0 1 0 0 0,-1 0 0 0 0,1 0 0 0 0,0 1 0 0 0,15-1 0 0 0,-21 2 82 0 0,0 0 1 0 0,1 0 0 0 0,-1 0-1 0 0,1 0 1 0 0,-1 1 0 0 0,0-1-1 0 0,1 1 1 0 0,-1-1 0 0 0,0 1 0 0 0,1 0-1 0 0,-1 0 1 0 0,0 0 0 0 0,0 0-1 0 0,0 0 1 0 0,0 1 0 0 0,0-1 0 0 0,0 1-1 0 0,0-1 1 0 0,0 1 0 0 0,0 0-1 0 0,-1-1 1 0 0,1 1 0 0 0,-1 0-1 0 0,1 0 1 0 0,-1 0 0 0 0,0 0 0 0 0,0 1-1 0 0,0-1 1 0 0,0 0 0 0 0,0 0-1 0 0,0 1 1 0 0,0 3 0 0 0,1 16 442 0 0,0 1 0 0 0,-1-1 0 0 0,-5 39 0 0 0,2 30-2400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5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0,'1'10'6244'0'0,"13"39"-4025"0"0,1 8-1191 0 0,-2 1-1 0 0,-2 0 1 0 0,4 97-1 0 0,-5-43-1162 0 0,1-50-2661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8290 0 0,'9'18'3333'0'0,"-1"0"0"0"0,10 35 0 0 0,-9-27-2238 0 0,0-1-426 0 0,63 174 2367 0 0,-15-70-5094 0 0,-48-109-5498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5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13 190 2304 0 0,'-7'-3'201'0'0,"3"1"-201"0"0,3 1 0 0 0,2 0 0 0 0,2-1 824 0 0,0 1 120 0 0,1-3 24 0 0,1-3 8 0 0,5-3-496 0 0,4-2-103 0 0,7-2-25 0 0,7-3 0 0 0,6-1-608 0 0,4-1-120 0 0,6 0-25 0 0,1-2-7 0 0,3 2 312 0 0,-2 0 96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6.1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7370 0 0,'52'18'4102'0'0,"-32"-12"-2973"0"0,-1 1 0 0 0,21 10-1 0 0,-36-15-885 0 0,1 1 1 0 0,-1 0-1 0 0,1 0 0 0 0,-1 0 0 0 0,0 0 0 0 0,0 1 0 0 0,-1 0 0 0 0,1-1 0 0 0,-1 1 0 0 0,0 1 0 0 0,0-1 0 0 0,5 8 1 0 0,-6-7-119 0 0,-1 1 0 0 0,0-1 1 0 0,0 0-1 0 0,0 1 1 0 0,0-1-1 0 0,-1 0 0 0 0,0 1 1 0 0,0-1-1 0 0,-1 1 1 0 0,1-1-1 0 0,-1 0 1 0 0,0 1-1 0 0,-1-1 0 0 0,1 0 1 0 0,-1 0-1 0 0,0 0 1 0 0,0 0-1 0 0,-4 5 1 0 0,-5 12 259 0 0,-2 0 0 0 0,-22 28 1 0 0,14-24-187 0 0,14-18-115 0 0,0 0 0 0 0,0 1-1 0 0,1 0 1 0 0,0 0-1 0 0,0 0 1 0 0,1 1 0 0 0,1 0-1 0 0,-1 0 1 0 0,2 0-1 0 0,-4 13 1 0 0,6-22-72 0 0,1 0-1 0 0,0 1 1 0 0,0-1 0 0 0,0 0 0 0 0,0 0-1 0 0,0 1 1 0 0,0-1 0 0 0,0 0-1 0 0,0 0 1 0 0,1 0 0 0 0,-1 1 0 0 0,0-1-1 0 0,1 0 1 0 0,-1 0 0 0 0,1 0 0 0 0,-1 0-1 0 0,1 0 1 0 0,-1 0 0 0 0,1 0 0 0 0,0 0-1 0 0,0 0 1 0 0,-1 0 0 0 0,1 0 0 0 0,2 1-1 0 0,-2-1-7 0 0,1 0 1 0 0,0 0-1 0 0,0-1 0 0 0,0 1 0 0 0,0 0 0 0 0,0-1 0 0 0,0 0 1 0 0,0 1-1 0 0,0-1 0 0 0,0 0 0 0 0,0 0 0 0 0,0 0 0 0 0,3-1 0 0 0,3 0-120 0 0,1-1-1 0 0,-1 0 0 0 0,0 0 0 0 0,0-1 0 0 0,-1 0 0 0 0,10-4 0 0 0,2-4-280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16.2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5 5529 0 0,'-17'-2'512'0'0,"1"0"1"0"0,-1 2-1 0 0,1 0 0 0 0,-1 1 1 0 0,1 0-1 0 0,-19 5 0 0 0,-95 28 7405 0 0,128-34-7693 0 0,0 0 0 0 0,1 1 1 0 0,-1 0-1 0 0,0-1 0 0 0,0 1 0 0 0,0 0 1 0 0,1 0-1 0 0,-1 0 0 0 0,0 0 1 0 0,1 0-1 0 0,-2 2 0 0 0,3-3-173 0 0,0 0 1 0 0,0 1-1 0 0,0-1 0 0 0,0 0 0 0 0,0 0 0 0 0,0 1 0 0 0,0-1 0 0 0,0 0 0 0 0,0 0 0 0 0,0 1 0 0 0,0-1 1 0 0,0 0-1 0 0,0 1 0 0 0,0-1 0 0 0,0 0 0 0 0,0 0 0 0 0,0 1 0 0 0,0-1 0 0 0,1 0 0 0 0,-1 0 0 0 0,0 0 1 0 0,0 1-1 0 0,0-1 0 0 0,1 0 0 0 0,-1 0 0 0 0,0 0 0 0 0,0 1 0 0 0,0-1 0 0 0,1 0 0 0 0,-1 0 0 0 0,0 0 1 0 0,0 0-1 0 0,1 0 0 0 0,-1 0 0 0 0,0 0 0 0 0,0 1 0 0 0,1-1 0 0 0,-1 0 0 0 0,0 0 0 0 0,0 0 0 0 0,1 0 1 0 0,5 1 115 0 0,0 1 1 0 0,1-1 0 0 0,-1 0 0 0 0,0-1 0 0 0,9 0 0 0 0,82-5 85 0 0,-54 2-242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38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44 102 5529 0 0,'-4'-1'211'0'0,"1"-1"0"0"0,0 0 0 0 0,0 0 0 0 0,0 0 0 0 0,0-1 0 0 0,0 1 0 0 0,0-1 0 0 0,0 1 0 0 0,1-1 0 0 0,0 0 0 0 0,-1 0 0 0 0,1 0 0 0 0,-2-5 0 0 0,3 6-12 0 0,1 0-1 0 0,-1 0 1 0 0,1-1 0 0 0,0 1 0 0 0,0 0-1 0 0,0 0 1 0 0,0-1 0 0 0,0 1-1 0 0,0 0 1 0 0,0 0 0 0 0,1-1 0 0 0,-1 1-1 0 0,1 0 1 0 0,0 0 0 0 0,0 0-1 0 0,0 0 1 0 0,0 0 0 0 0,0 0 0 0 0,0 0-1 0 0,0 0 1 0 0,0 0 0 0 0,1 1-1 0 0,-1-1 1 0 0,3-1 0 0 0,6-6 1246 0 0,-9 9-1396 0 0,-1 0 0 0 0,0 0 0 0 0,0 0 0 0 0,1 0 0 0 0,-1 0 0 0 0,0 0 0 0 0,0 0 0 0 0,1 1 0 0 0,-1-1 0 0 0,0 0 0 0 0,0 0 0 0 0,1 0 0 0 0,-1 0 0 0 0,0 1 0 0 0,0-1 0 0 0,0 0 0 0 0,0 0 0 0 0,1 1 0 0 0,-1-1 0 0 0,0 0 0 0 0,0 0 0 0 0,0 0 0 0 0,0 1 0 0 0,0-1 0 0 0,0 0 0 0 0,0 1-1 0 0,0-1 1 0 0,1 0 0 0 0,-1 0 0 0 0,0 1 0 0 0,0-1 0 0 0,0 0 0 0 0,0 0 0 0 0,0 1 0 0 0,0-1 0 0 0,-1 0 0 0 0,1 1 0 0 0,0-1 0 0 0,0 0 0 0 0,0 0 0 0 0,0 2 539 0 0,1 2-331 0 0,15 77 840 0 0,5 88-1 0 0,-7-54-784 0 0,11 163-138 0 0,1 3 58 0 0,-14-196-381 0 0,42 145 0 0 0,-48-212-569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29:39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60 3225 0 0,'-11'-6'793'0'0,"-9"-10"4319"0"0,21 7-2449 0 0,14-1-1018 0 0,-6 7-1094 0 0,-1-1-1 0 0,1 1 1 0 0,0 1 0 0 0,0-1 0 0 0,12 0 0 0 0,-19 3-496 0 0,0-1-1 0 0,0 1 1 0 0,-1 0-1 0 0,1 0 1 0 0,0 0-1 0 0,0 0 1 0 0,0 0-1 0 0,-1 1 1 0 0,1-1-1 0 0,0 1 1 0 0,0-1-1 0 0,-1 1 1 0 0,1-1-1 0 0,0 1 1 0 0,-1 0-1 0 0,1 0 1 0 0,0 0-1 0 0,-1 0 1 0 0,1 0-1 0 0,-1 0 1 0 0,0 0-1 0 0,1 0 1 0 0,-1 1-1 0 0,0-1 1 0 0,0 1-1 0 0,0-1 1 0 0,0 1-1 0 0,0-1 1 0 0,0 1-1 0 0,0-1 0 0 0,-1 1 1 0 0,1 0-1 0 0,0 2 1 0 0,4 21 340 0 0,-2 0 0 0 0,-1 0 0 0 0,-2 43 0 0 0,0-10-23 0 0,1-19-365 0 0,11 259 307 0 0,-3-204-150 0 0,22 107 0 0 0,-15-132 158 0 0,15 93 692 0 0,-27-147-1886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5.7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30 187 3225 0 0,'-2'-1'123'0'0,"1"1"0"0"0,-1-1-1 0 0,1 0 1 0 0,-1 1 0 0 0,0-1 0 0 0,1 0 0 0 0,-1 0 0 0 0,1 0 0 0 0,0 0 0 0 0,-1 0 0 0 0,1-1 0 0 0,0 1 0 0 0,0 0 0 0 0,-1-1-1 0 0,1 1 1 0 0,0 0 0 0 0,1-1 0 0 0,-1 1 0 0 0,0-1 0 0 0,0 0 0 0 0,1 1 0 0 0,-1-1 0 0 0,0 0 0 0 0,1 1 0 0 0,0-1 0 0 0,-1 0 0 0 0,1 0-1 0 0,0 1 1 0 0,0-1 0 0 0,0 0 0 0 0,0 0 0 0 0,0 1 0 0 0,1-1 0 0 0,-1 0 0 0 0,0 0 0 0 0,1 1 0 0 0,-1-1 0 0 0,1 0 0 0 0,0 1 0 0 0,1-4-1 0 0,1 1 204 0 0,-1-1 0 0 0,1 0 0 0 0,1 0 0 0 0,-1 1 1 0 0,1 0-1 0 0,-1 0 0 0 0,1 0 0 0 0,0 0 0 0 0,1 0 0 0 0,-1 1 0 0 0,8-4 0 0 0,60-32 1627 0 0,-52 29-1301 0 0,-12 6-460 0 0,0 0 1 0 0,1 1-1 0 0,-1 0 1 0 0,1 1 0 0 0,-1-1-1 0 0,1 2 1 0 0,0-1-1 0 0,0 1 1 0 0,0 0-1 0 0,16 2 1 0 0,-22-1-178 0 0,1 1 0 0 0,-1-1 0 0 0,1 1 1 0 0,-1 0-1 0 0,1 0 0 0 0,-1 0 0 0 0,0 1 0 0 0,0-1 1 0 0,1 1-1 0 0,-1 0 0 0 0,0 0 0 0 0,0 0 0 0 0,-1 0 1 0 0,1 1-1 0 0,0-1 0 0 0,-1 1 0 0 0,1-1 0 0 0,-1 1 1 0 0,0 0-1 0 0,0 0 0 0 0,0 0 0 0 0,0 0 0 0 0,-1 0 1 0 0,1 1-1 0 0,-1-1 0 0 0,0 1 0 0 0,0-1 0 0 0,0 0 1 0 0,0 5-1 0 0,2 7 79 0 0,-2 0 0 0 0,1 0 0 0 0,-2 0-1 0 0,0 0 1 0 0,-1 0 0 0 0,-1 0 0 0 0,-6 29 0 0 0,-6 2 124 0 0,-21 52-1 0 0,18-54-123 0 0,-12 49-1 0 0,28-90-58 0 0,0-1 0 0 0,1 1 0 0 0,-1-1-1 0 0,1 1 1 0 0,0 0 0 0 0,0-1 0 0 0,0 1-1 0 0,0 0 1 0 0,0-1 0 0 0,0 1 0 0 0,1 0-1 0 0,-1-1 1 0 0,1 1 0 0 0,0-1 0 0 0,0 1-1 0 0,0-1 1 0 0,0 1 0 0 0,0-1 0 0 0,0 0-1 0 0,3 4 1 0 0,-2-4 20 0 0,0-1 1 0 0,0 0-1 0 0,0 1 1 0 0,0-1-1 0 0,0 0 0 0 0,0 0 1 0 0,0 0-1 0 0,1 0 1 0 0,-1-1-1 0 0,0 1 0 0 0,1 0 1 0 0,-1-1-1 0 0,0 0 1 0 0,1 1-1 0 0,-1-1 0 0 0,1 0 1 0 0,-1 0-1 0 0,0-1 0 0 0,1 1 1 0 0,-1 0-1 0 0,0-1 1 0 0,1 1-1 0 0,2-2 0 0 0,48-16-217 0 0,0-2 0 0 0,88-46 0 0 0,-113 52-1233 0 0,0 0-5477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39 5065 0 0,'-4'-1'374'0'0,"0"0"1"0"0,0 0-1 0 0,0 0 0 0 0,0 0 0 0 0,0 1 0 0 0,-1-1 1 0 0,1 1-1 0 0,0 0 0 0 0,0 1 0 0 0,-1-1 1 0 0,1 1-1 0 0,0 0 0 0 0,0 0 0 0 0,0 0 1 0 0,0 0-1 0 0,-5 3 0 0 0,3-1-3 0 0,0 1 0 0 0,1-1 1 0 0,0 1-1 0 0,0 0 0 0 0,0 1 0 0 0,0-1 0 0 0,0 1 0 0 0,1 0 1 0 0,-6 10-1 0 0,1-1-88 0 0,1 0 1 0 0,1 1 0 0 0,0 0 0 0 0,1 0 0 0 0,1 1-1 0 0,0 0 1 0 0,-4 25 0 0 0,7-26-239 0 0,0 0 0 0 0,1 1 0 0 0,0-1 0 0 0,1 0 0 0 0,1 0 0 0 0,1 0 0 0 0,0 0 0 0 0,1 0 0 0 0,4 15 0 0 0,-4-23-38 0 0,-1-1 0 0 0,1 1 0 0 0,1-1 0 0 0,-1 0 0 0 0,1 0 0 0 0,0 0 0 0 0,1 0 0 0 0,-1 0 0 0 0,1-1 0 0 0,0 0 0 0 0,0 0-1 0 0,1 0 1 0 0,0-1 0 0 0,-1 0 0 0 0,2 0 0 0 0,-1 0 0 0 0,0-1 0 0 0,1 0 0 0 0,-1 0 0 0 0,1-1 0 0 0,7 3 0 0 0,0-2 112 0 0,0 0 1 0 0,0-1-1 0 0,0 0 0 0 0,-1-1 1 0 0,2 0-1 0 0,-1-1 0 0 0,0-1 1 0 0,0 0-1 0 0,-1-1 0 0 0,28-7 1 0 0,-36 8-72 0 0,1-1 1 0 0,0-1 0 0 0,-1 1-1 0 0,1-1 1 0 0,-1 1-1 0 0,0-2 1 0 0,1 1 0 0 0,-2-1-1 0 0,1 1 1 0 0,0-1-1 0 0,-1 0 1 0 0,0-1 0 0 0,1 1-1 0 0,-2-1 1 0 0,1 0 0 0 0,-1 0-1 0 0,1 0 1 0 0,-1 0-1 0 0,-1-1 1 0 0,1 1 0 0 0,-1-1-1 0 0,0 0 1 0 0,0 0-1 0 0,-1 0 1 0 0,0 0 0 0 0,0 0-1 0 0,1-8 1 0 0,-2-3 49 0 0,-1 0-1 0 0,0 0 1 0 0,-2 0 0 0 0,0 0 0 0 0,0 0 0 0 0,-2 0 0 0 0,0 1 0 0 0,-1 0-1 0 0,-13-27 1 0 0,10 26-110 0 0,-1-1 1 0 0,0 2-1 0 0,-2-1 0 0 0,0 1 0 0 0,-1 1 0 0 0,0 0 1 0 0,-1 1-1 0 0,-18-14 0 0 0,26 24-163 0 0,1 0 0 0 0,-1 0 1 0 0,-1 1-1 0 0,-10-5 0 0 0,-14 0-5276 0 0,10 6-1100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53 5985 0 0,'8'-18'267'0'0,"12"-16"12683"0"0,-32 58-11616 0 0,1 0-1202 0 0,0 1-1 0 0,2 1 0 0 0,1 0 0 0 0,1 0 0 0 0,1 1 0 0 0,1 0 1 0 0,1 0-1 0 0,0 40 0 0 0,4-42-501 0 0,2 1 1 0 0,0-1-1 0 0,1 1 0 0 0,2-1 1 0 0,9 33-1 0 0,-12-52-446 0 0,0 1 0 0 0,1-1 0 0 0,-1 0 0 0 0,1 0 0 0 0,1 0 0 0 0,3 6 0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6.8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2 223 3681 0 0,'-1'-33'454'0'0,"4"-40"-1"0"0,-3 63 223 0 0,2 0 0 0 0,0 0-1 0 0,0 0 1 0 0,0 1-1 0 0,1-1 1 0 0,1 1 0 0 0,0 0-1 0 0,8-15 1 0 0,-12 23-525 0 0,1 0 0 0 0,-1 0 0 0 0,1 0 0 0 0,-1 1 0 0 0,1-1-1 0 0,0 0 1 0 0,0 0 0 0 0,0 0 0 0 0,-1 0 0 0 0,1 1 0 0 0,0-1 0 0 0,0 0 0 0 0,0 1 0 0 0,0-1 0 0 0,0 1 0 0 0,0-1 0 0 0,0 1 0 0 0,0-1-1 0 0,0 1 1 0 0,1 0 0 0 0,-1-1 0 0 0,0 1 0 0 0,0 0 0 0 0,0 0 0 0 0,2 0 0 0 0,-2 0 30 0 0,1 1 0 0 0,0 0 0 0 0,0-1 1 0 0,0 1-1 0 0,-1 0 0 0 0,1 0 0 0 0,0 0 0 0 0,-1 0 0 0 0,1 0 0 0 0,-1 0 1 0 0,1 1-1 0 0,-1-1 0 0 0,2 3 0 0 0,5 6 477 0 0,-1 1 1 0 0,0 0-1 0 0,8 18 0 0 0,-12-24-438 0 0,13 31 626 0 0,12 43 1 0 0,12 27-573 0 0,-34-94-274 0 0,1 1 0 0 0,-1-1 0 0 0,2-1 0 0 0,0 0 0 0 0,0 0 0 0 0,11 10 0 0 0,-18-19-8 0 0,0-1 1 0 0,0 0-1 0 0,0 1 1 0 0,0-1-1 0 0,0 0 1 0 0,1 0-1 0 0,-1 0 1 0 0,0 0-1 0 0,1 0 1 0 0,-1 0-1 0 0,1 0 1 0 0,-1-1-1 0 0,1 1 1 0 0,-1-1-1 0 0,1 1 1 0 0,-1-1-1 0 0,1 1 1 0 0,0-1-1 0 0,-1 0 1 0 0,4 0-1 0 0,-4 0-31 0 0,0-1 0 0 0,1 0-1 0 0,-1 0 1 0 0,0 0 0 0 0,0-1 0 0 0,0 1-1 0 0,0 0 1 0 0,0 0 0 0 0,0 0-1 0 0,0-1 1 0 0,0 1 0 0 0,-1-1 0 0 0,1 1-1 0 0,0 0 1 0 0,-1-1 0 0 0,1 1 0 0 0,-1-1-1 0 0,0 0 1 0 0,1 1 0 0 0,-1-1-1 0 0,0-1 1 0 0,13-75-272 0 0,12-51 828 0 0,-20 111-289 0 0,0 1 0 0 0,1 0 0 0 0,1 1 0 0 0,1 0 0 0 0,11-19 0 0 0,-19 33-201 0 0,1 1 1 0 0,0 0-1 0 0,0-1 0 0 0,-1 1 1 0 0,1 0-1 0 0,0 0 0 0 0,0 0 1 0 0,0 0-1 0 0,0 0 0 0 0,1 0 1 0 0,-1 0-1 0 0,0 0 1 0 0,0 0-1 0 0,1 0 0 0 0,-1 0 1 0 0,0 1-1 0 0,1-1 0 0 0,-1 1 1 0 0,1-1-1 0 0,-1 1 0 0 0,1-1 1 0 0,-1 1-1 0 0,1 0 1 0 0,-1 0-1 0 0,1 0 0 0 0,-1 0 1 0 0,3 0-1 0 0,-3 0-17 0 0,1 1 0 0 0,0 0 0 0 0,-1 0 1 0 0,1 0-1 0 0,-1 0 0 0 0,0 0 0 0 0,1 1 0 0 0,-1-1 1 0 0,0 0-1 0 0,1 1 0 0 0,-1-1 0 0 0,0 0 0 0 0,0 1 0 0 0,0 0 1 0 0,-1-1-1 0 0,1 1 0 0 0,0-1 0 0 0,0 1 0 0 0,-1 0 0 0 0,1 0 1 0 0,-1-1-1 0 0,1 5 0 0 0,8 44-127 0 0,-5-25 30 0 0,15 49-1 0 0,-16-65-207 0 0,1 1 1 0 0,0-2-1 0 0,1 1 0 0 0,0 0 0 0 0,0-1 1 0 0,1 0-1 0 0,0 0 0 0 0,12 12 0 0 0,9 3-7130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7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0,'13'40'12766'0'0,"1"27"-9995"0"0,8 78-3074 0 0,-13-46 353 0 0,-6-46-586 0 0,3 0 0 0 0,2 0 0 0 0,17 57 0 0 0,-16-80-6851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37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1 194 3681 0 0,'6'-6'377'0'0,"-1"0"0"0"0,2 1 1 0 0,-1 0-1 0 0,1 0 0 0 0,-1 1 1 0 0,1 0-1 0 0,0 0 0 0 0,14-6 1 0 0,1 0 444 0 0,21-13 547 0 0,0 3 1 0 0,2 1-1 0 0,0 3 1 0 0,1 1-1 0 0,0 3 1 0 0,1 1-1 0 0,78-7 1 0 0,-118 18-1293 0 0,0 0 1 0 0,0 0 0 0 0,0 0-1 0 0,0 1 1 0 0,0 0 0 0 0,0 1-1 0 0,0-1 1 0 0,-1 1-1 0 0,14 6 1 0 0,-18-7-73 0 0,1 1-1 0 0,0-1 1 0 0,-1 1 0 0 0,0 0 0 0 0,1 0-1 0 0,-1 0 1 0 0,0 0 0 0 0,0 0-1 0 0,0 0 1 0 0,0 1 0 0 0,0-1 0 0 0,-1 1-1 0 0,1-1 1 0 0,-1 1 0 0 0,1 0-1 0 0,-1-1 1 0 0,0 1 0 0 0,0 0 0 0 0,-1 0-1 0 0,1 0 1 0 0,0 0 0 0 0,-1 0-1 0 0,0 0 1 0 0,1 0 0 0 0,-2 5 0 0 0,0 4 1 0 0,0 0 1 0 0,-2 0 0 0 0,1-1 0 0 0,-2 1-1 0 0,1 0 1 0 0,-1-1 0 0 0,-8 15 0 0 0,-47 75 60 0 0,22-41-50 0 0,36-58-38 0 0,0 0 1 0 0,0-1-1 0 0,0 1 0 0 0,0 0 0 0 0,0 0 1 0 0,1 0-1 0 0,-1 0 0 0 0,0 0 0 0 0,1 0 0 0 0,0 0 1 0 0,-1 0-1 0 0,1 0 0 0 0,0 0 0 0 0,0 0 1 0 0,0 0-1 0 0,0 0 0 0 0,1 4 0 0 0,0-5 6 0 0,0-1 1 0 0,-1 1-1 0 0,1 0 0 0 0,0 0 1 0 0,0-1-1 0 0,0 1 0 0 0,0-1 1 0 0,0 1-1 0 0,-1-1 0 0 0,1 1 1 0 0,0-1-1 0 0,0 1 0 0 0,0-1 1 0 0,0 0-1 0 0,1 1 0 0 0,-1-1 0 0 0,0 0 1 0 0,0 0-1 0 0,0 0 0 0 0,0 0 1 0 0,0 0-1 0 0,0 0 0 0 0,0 0 1 0 0,0 0-1 0 0,0-1 0 0 0,0 1 1 0 0,0 0-1 0 0,0-1 0 0 0,0 1 1 0 0,0 0-1 0 0,0-1 0 0 0,0 1 0 0 0,0-1 1 0 0,1 0-1 0 0,54-29-564 0 0,-47 24 669 0 0,0 1 0 0 0,0 0 0 0 0,0 0 1 0 0,1 1-1 0 0,0 0 0 0 0,0 1 0 0 0,0 0 0 0 0,16-2 0 0 0,-24 4-55 0 0,0 1 0 0 0,0 0 0 0 0,0 0 0 0 0,0 0 0 0 0,0 1 0 0 0,-1-1 1 0 0,1 0-1 0 0,0 1 0 0 0,0-1 0 0 0,0 1 0 0 0,0-1 0 0 0,-1 1 0 0 0,1 0 0 0 0,0 0 0 0 0,-1 0 0 0 0,1 0 0 0 0,-1 0 0 0 0,1 0 0 0 0,-1 1 0 0 0,3 1 0 0 0,-3 0 25 0 0,1-1 0 0 0,0 1 0 0 0,-1 0 0 0 0,0-1 0 0 0,0 1 0 0 0,0 0 0 0 0,0 0 0 0 0,0 0 0 0 0,0 0 0 0 0,-1 0 0 0 0,1 5 0 0 0,-1 4 132 0 0,-1-1 0 0 0,1 1 1 0 0,-2-1-1 0 0,0 0 0 0 0,-6 20 0 0 0,1-10-35 0 0,-2 0 0 0 0,-1-1 1 0 0,0 0-1 0 0,-1 0 0 0 0,-2-1 1 0 0,0-1-1 0 0,0 0 0 0 0,-31 29 1 0 0,16-21-104 0 0,-1 0 0 0 0,-1-2 0 0 0,-1-1 1 0 0,-45 25-1 0 0,23-21-2093 0 0,29-16-5691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2.5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32 181 8754 0 0,'-7'-21'1018'0'0,"0"1"0"0"0,2-1 0 0 0,-3-24 0 0 0,3-28 6023 0 0,30 113-4306 0 0,6 39-2498 0 0,34 126 0 0 0,1 88-126 0 0,-64-284-117 0 0,7 33 106 0 0,1 1 0 0 0,19 44 0 0 0,-22-71-520 0 0,0-1 0 0 0,1 1 1 0 0,0-2-1 0 0,1 1 1 0 0,1-1-1 0 0,0 0 0 0 0,1-1 1 0 0,18 16-1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2.8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70 3225 0 0,'38'-51'2266'0'0,"-7"32"7308"0"0,-34 45-7738 0 0,-12 47 222 0 0,0-14-1623 0 0,4 1 1 0 0,1 0-1 0 0,-1 121 0 0 0,14-160-402 0 0,-3-20-252 0 0,0 0 0 0 0,0 0 1 0 0,0-1-1 0 0,0 1 1 0 0,0 0-1 0 0,0 0 0 0 0,1-1 1 0 0,-1 1-1 0 0,0 0 1 0 0,0-1-1 0 0,0 1 0 0 0,1 0 1 0 0,-1-1-1 0 0,1 1 0 0 0,-1 0 1 0 0,0-1-1 0 0,1 1 1 0 0,-1-1-1 0 0,1 1 0 0 0,-1 0 1 0 0,1-1-1 0 0,-1 1 1 0 0,2-1-1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3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18 406 3225 0 0,'-8'-53'799'0'0,"-1"-56"0"0"0,8 88 82 0 0,1 0-1 0 0,1 1 1 0 0,1-1 0 0 0,1 0 0 0 0,9-33-1 0 0,-11 53-754 0 0,-1 0 0 0 0,0 0 0 0 0,0 0-1 0 0,1-1 1 0 0,-1 1 0 0 0,1 0-1 0 0,-1 0 1 0 0,1 0 0 0 0,-1 0 0 0 0,1 0-1 0 0,0 0 1 0 0,-1 0 0 0 0,1 0-1 0 0,0 1 1 0 0,0-1 0 0 0,0 0 0 0 0,0 0-1 0 0,-1 1 1 0 0,1-1 0 0 0,0 0-1 0 0,0 1 1 0 0,0-1 0 0 0,1 1 0 0 0,0-1-1 0 0,0 1 1 0 0,-1 0-1 0 0,1 0 1 0 0,-1 0-1 0 0,1 1 1 0 0,-1-1-1 0 0,1 0 1 0 0,-1 1-1 0 0,0-1 0 0 0,1 1 1 0 0,-1 0-1 0 0,0-1 1 0 0,0 1-1 0 0,1 0 1 0 0,-1 0-1 0 0,0 0 1 0 0,2 2-1 0 0,5 5 473 0 0,0 1 0 0 0,0 1-1 0 0,10 16 1 0 0,-15-21-399 0 0,6 8 222 0 0,14 22 747 0 0,44 51-1 0 0,-59-77-1103 0 0,0-1 1 0 0,0 0-1 0 0,1-1 1 0 0,0 1 0 0 0,0-2-1 0 0,1 1 1 0 0,0-1-1 0 0,0-1 1 0 0,0 0 0 0 0,20 7-1 0 0,-27-11-61 0 0,-1-1-1 0 0,0 1 1 0 0,1-1-1 0 0,-1 0 0 0 0,1 0 1 0 0,-1 0-1 0 0,1 0 1 0 0,-1 0-1 0 0,0 0 1 0 0,1-1-1 0 0,-1 1 1 0 0,1-1-1 0 0,-1 0 1 0 0,0 1-1 0 0,1-1 0 0 0,-1 0 1 0 0,0 0-1 0 0,0-1 1 0 0,0 1-1 0 0,0 0 1 0 0,0-1-1 0 0,0 1 1 0 0,0-1-1 0 0,0 0 0 0 0,-1 0 1 0 0,1 1-1 0 0,-1-1 1 0 0,1 0-1 0 0,-1 0 1 0 0,0-1-1 0 0,2-3 1 0 0,4-7 74 0 0,-2-1 0 0 0,0 0 0 0 0,-1 0 1 0 0,4-19-1 0 0,-3 9 88 0 0,4-10-64 0 0,-3 8-23 0 0,1 0 0 0 0,1 1 0 0 0,19-40 0 0 0,-26 64-66 0 0,-1-1-1 0 0,1 0 1 0 0,0 1-1 0 0,0-1 1 0 0,0 1-1 0 0,0-1 1 0 0,0 1-1 0 0,0-1 1 0 0,0 1 0 0 0,1 0-1 0 0,-1 0 1 0 0,0-1-1 0 0,1 1 1 0 0,-1 0-1 0 0,1 0 1 0 0,-1 0-1 0 0,1 1 1 0 0,0-1-1 0 0,-1 0 1 0 0,1 1 0 0 0,2-2-1 0 0,-2 3 4 0 0,0-1 1 0 0,-1 0-1 0 0,1 0 0 0 0,0 1 1 0 0,-1-1-1 0 0,1 1 0 0 0,0 0 1 0 0,-1-1-1 0 0,1 1 0 0 0,-1 0 1 0 0,1 0-1 0 0,-1 0 1 0 0,0 0-1 0 0,1 0 0 0 0,-1 0 1 0 0,0 1-1 0 0,0-1 0 0 0,1 2 1 0 0,6 7 53 0 0,0 1 1 0 0,-2 1-1 0 0,1-1 1 0 0,6 18-1 0 0,-12-26-70 0 0,38 90 244 0 0,46 95 153 0 0,-73-168-507 0 0,0 0 0 0 0,1-1 0 0 0,0 0 0 0 0,2-1 1 0 0,0 0-1 0 0,30 25 0 0 0,-43-41-239 0 0,1 0-1 0 0,-1 0 1 0 0,1 0 0 0 0,0 0 0 0 0,-1 0-1 0 0,1 0 1 0 0,0-1 0 0 0,0 0 0 0 0,0 1-1 0 0,0-1 1 0 0,0 0 0 0 0,1-1 0 0 0,3 2-1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3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75 2745 0 0,'14'-11'312'0'0,"0"0"0"0"0,0 0 0 0 0,19-8 1 0 0,-27 15 604 0 0,0 1 1 0 0,1 0-1 0 0,0 0 1 0 0,0 1 0 0 0,-1 0-1 0 0,1 0 1 0 0,0 1-1 0 0,1 0 1 0 0,-1 0-1 0 0,12 0 1 0 0,-15 2-636 0 0,0 0 1 0 0,0 0-1 0 0,0 1 0 0 0,-1-1 1 0 0,1 1-1 0 0,0 0 1 0 0,-1-1-1 0 0,1 2 0 0 0,-1-1 1 0 0,0 0-1 0 0,0 1 0 0 0,0-1 1 0 0,0 1-1 0 0,0 0 1 0 0,0 0-1 0 0,-1 0 0 0 0,0 0 1 0 0,1 1-1 0 0,2 6 0 0 0,5 8-43 0 0,0 2 0 0 0,9 29-1 0 0,-13-32 119 0 0,48 116 282 0 0,33 92-1602 0 0,-80-203-828 0 0,-3-2-4994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0:44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65 231 888 0 0,'-9'-13'-290'0'0,"0"2"1084"0"0,1-1-1 0 0,0 0 1 0 0,0 0 0 0 0,-9-25-1 0 0,16 34-524 0 0,0 0 0 0 0,0 0 0 0 0,0 0 0 0 0,1 0 0 0 0,-1 0 0 0 0,1 0 1 0 0,0 0-1 0 0,0-1 0 0 0,0 1 0 0 0,0 0 0 0 0,0 0 0 0 0,1 0 0 0 0,-1-1 0 0 0,1 1 0 0 0,0 0 0 0 0,0 0 0 0 0,0 0 0 0 0,0 0 0 0 0,1 0 0 0 0,-1 1 0 0 0,1-1 1 0 0,0 0-1 0 0,0 1 0 0 0,0-1 0 0 0,0 1 0 0 0,0-1 0 0 0,3-1 0 0 0,2-2 75 0 0,0 1 0 0 0,0 0-1 0 0,0 0 1 0 0,1 1 0 0 0,0 0 0 0 0,0 0 0 0 0,0 1 0 0 0,0 0-1 0 0,0 0 1 0 0,1 1 0 0 0,-1 0 0 0 0,1 1 0 0 0,12-2 0 0 0,-17 3-315 0 0,0 0 0 0 0,-1 0 0 0 0,1 1 0 0 0,0-1 0 0 0,0 1 1 0 0,-1-1-1 0 0,1 1 0 0 0,-1 0 0 0 0,1 1 0 0 0,-1-1 0 0 0,1 1 1 0 0,-1-1-1 0 0,0 1 0 0 0,1 0 0 0 0,-1 0 0 0 0,0 0 0 0 0,0 1 1 0 0,-1-1-1 0 0,1 1 0 0 0,0-1 0 0 0,-1 1 0 0 0,0 0 0 0 0,1 0 1 0 0,-1 0-1 0 0,0 1 0 0 0,-1-1 0 0 0,1 0 0 0 0,-1 1 0 0 0,1-1 1 0 0,-1 1-1 0 0,0-1 0 0 0,0 1 0 0 0,0 7 0 0 0,0-1-10 0 0,-1-1 0 0 0,0 1 0 0 0,-1 0 0 0 0,0 0 1 0 0,-1-1-1 0 0,0 1 0 0 0,0-1 0 0 0,-1 1 0 0 0,0-1 0 0 0,-7 13 0 0 0,5-12-2 0 0,1 0 0 0 0,0 1 0 0 0,1-1 0 0 0,0 1 1 0 0,1 0-1 0 0,0 0 0 0 0,0 19 0 0 0,2-28-23 0 0,0-1 1 0 0,1 1 0 0 0,-1 0-1 0 0,0 0 1 0 0,1 0-1 0 0,0-1 1 0 0,-1 1-1 0 0,1 0 1 0 0,0-1 0 0 0,0 1-1 0 0,0-1 1 0 0,0 1-1 0 0,0-1 1 0 0,0 1-1 0 0,0-1 1 0 0,1 1-1 0 0,-1-1 1 0 0,0 0 0 0 0,1 0-1 0 0,-1 0 1 0 0,1 0-1 0 0,-1 0 1 0 0,1 0-1 0 0,0 0 1 0 0,-1 0-1 0 0,1-1 1 0 0,2 1 0 0 0,7 2-66 0 0,0 0 0 0 0,0-1 0 0 0,20 0 0 0 0,12 4-73 0 0,-32-2 157 0 0,0 1 1 0 0,0 0-1 0 0,0 1 1 0 0,-1 0-1 0 0,0 0 1 0 0,0 1-1 0 0,0 1 1 0 0,-1-1-1 0 0,0 2 1 0 0,-1-1-1 0 0,0 1 0 0 0,0 1 1 0 0,-1-1-1 0 0,0 1 1 0 0,-1 0-1 0 0,0 1 1 0 0,0 0-1 0 0,6 18 1 0 0,-11-22 197 0 0,0 0 1 0 0,-1 0-1 0 0,0 0 0 0 0,0 0 1 0 0,-1 0-1 0 0,0-1 0 0 0,0 1 1 0 0,-1 0-1 0 0,1 0 0 0 0,-2-1 1 0 0,1 1-1 0 0,-1-1 0 0 0,0 0 1 0 0,0 0-1 0 0,0 0 0 0 0,-1 0 1 0 0,-8 10-1 0 0,-6 6 285 0 0,-1-1 1 0 0,-42 36-1 0 0,45-43-884 0 0,-1-1 0 0 0,0-1 1 0 0,-26 14-1 0 0,16-13-7367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6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122 134 4313 0 0,'0'-5'0'0'0,"1"1"0"0"0,-1-1 0 0 0,1 1 0 0 0,0-1 0 0 0,0 1 0 0 0,4-9 0 0 0,4-14 0 0 0,-8 22 788 0 0,0 0 0 0 0,-1-1 0 0 0,1 1 0 0 0,-1 0 0 0 0,0 0 0 0 0,0 0 0 0 0,-1-1 0 0 0,1 1 0 0 0,-1 0 0 0 0,-3-10 0 0 0,1 17-336 0 0,1 1 0 0 0,-1-1-1 0 0,1 0 1 0 0,0 1 0 0 0,-1-1-1 0 0,1 1 1 0 0,0 0 0 0 0,-3 5-1 0 0,-17 31 190 0 0,1 0 0 0 0,-21 55-1 0 0,36-79-656 0 0,1 0 0 0 0,1 1 0 0 0,0-1 0 0 0,1 1 0 0 0,0 0-1 0 0,2 0 1 0 0,0 0 0 0 0,0 0 0 0 0,4 31 0 0 0,-2-46 3 0 0,-1 1 1 0 0,0 0-1 0 0,1-1 1 0 0,-1 0 0 0 0,1 1-1 0 0,-1-1 1 0 0,1 1-1 0 0,0-1 1 0 0,-1 0 0 0 0,1 1-1 0 0,0-1 1 0 0,0 0-1 0 0,0 0 1 0 0,0 1-1 0 0,0-1 1 0 0,0 0 0 0 0,0 0-1 0 0,1 0 1 0 0,-1 0-1 0 0,0-1 1 0 0,1 1-1 0 0,-1 0 1 0 0,3 0 0 0 0,-1 0-41 0 0,1 0-1 0 0,-1 0 1 0 0,1-1 0 0 0,-1 1 0 0 0,1-1 0 0 0,0 0 0 0 0,-1 0 0 0 0,1-1 0 0 0,6-1 0 0 0,4-1-157 0 0,-1-1 1 0 0,1-1 0 0 0,-1 0 0 0 0,15-8 0 0 0,9-8-256 0 0,-22 12 448 0 0,1 0 0 0 0,0 1 0 0 0,0 0 0 0 0,1 2 0 0 0,-1-1 0 0 0,2 2 0 0 0,25-5 0 0 0,-41 10 17 0 0,0 0-1 0 0,0-1 0 0 0,0 1 1 0 0,0 0-1 0 0,0 0 0 0 0,0 1 1 0 0,0-1-1 0 0,0 0 0 0 0,0 1 1 0 0,0-1-1 0 0,0 1 0 0 0,0 0 1 0 0,0-1-1 0 0,0 1 0 0 0,0 0 0 0 0,-1 0 1 0 0,1 0-1 0 0,0 1 0 0 0,0-1 1 0 0,-1 0-1 0 0,1 1 0 0 0,2 2 1 0 0,-3-1 24 0 0,1 0 0 0 0,0 0 0 0 0,-1 0 0 0 0,0 1 0 0 0,0-1 0 0 0,0 0 0 0 0,0 1 0 0 0,-1-1 0 0 0,1 1 0 0 0,-1-1 0 0 0,0 0 0 0 0,0 6 0 0 0,-2 8 216 0 0,0-1 0 0 0,-1 0-1 0 0,-1 0 1 0 0,-8 24-1 0 0,-10 13 636 0 0,-31 55-1 0 0,-15 36-593 0 0,62-121-1328 0 0,5-17 10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7.5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1 548 7834 0 0,'-1'0'33'0'0,"1"0"0"0"0,0 0 1 0 0,0 0-1 0 0,0 0 0 0 0,0 1 0 0 0,0-1 1 0 0,0 0-1 0 0,0 0 0 0 0,0 0 1 0 0,0 0-1 0 0,0 1 0 0 0,0-1 1 0 0,0 0-1 0 0,0 0 0 0 0,0 0 1 0 0,0 0-1 0 0,0 0 0 0 0,0 1 0 0 0,0-1 1 0 0,0 0-1 0 0,0 0 0 0 0,0 0 1 0 0,0 0-1 0 0,1 0 0 0 0,-1 1 1 0 0,0-1-1 0 0,0 0 0 0 0,0 0 0 0 0,0 0 1 0 0,0 0-1 0 0,0 0 0 0 0,0 0 1 0 0,0 0-1 0 0,1 0 0 0 0,-1 1 1 0 0,0-1-1 0 0,0 0 0 0 0,0 0 0 0 0,0 0 1 0 0,0 0-1 0 0,0 0 0 0 0,1 0 1 0 0,-1 0-1 0 0,0 0 0 0 0,0 0 1 0 0,0 0-1 0 0,0 0 0 0 0,1 0 1 0 0,12 0 919 0 0,12-4 280 0 0,-18 0-954 0 0,1 0 1 0 0,0-1-1 0 0,-1 1 0 0 0,0-1 1 0 0,0-1-1 0 0,0 1 1 0 0,-1-1-1 0 0,0 0 0 0 0,0-1 1 0 0,0 0-1 0 0,-1 1 0 0 0,7-13 1 0 0,3-7 5 0 0,-1 0 0 0 0,15-38 0 0 0,-14 28-226 0 0,-1-2-1 0 0,-3 1 0 0 0,-1-2 1 0 0,-1 1-1 0 0,-2-1 0 0 0,2-59 1 0 0,-9 98-59 0 0,0-1 1 0 0,0 1-1 0 0,0 0 1 0 0,0 0 0 0 0,1 0-1 0 0,-1 0 1 0 0,0-1 0 0 0,0 1-1 0 0,0 0 1 0 0,0 0 0 0 0,0 0-1 0 0,0-1 1 0 0,0 1 0 0 0,0 0-1 0 0,0 0 1 0 0,0 0 0 0 0,0 0-1 0 0,0-1 1 0 0,-1 1 0 0 0,1 0-1 0 0,0 0 1 0 0,0 0-1 0 0,0-1 1 0 0,0 1 0 0 0,0 0-1 0 0,0 0 1 0 0,0 0 0 0 0,0 0-1 0 0,0 0 1 0 0,-1-1 0 0 0,1 1-1 0 0,0 0 1 0 0,0 0 0 0 0,0 0-1 0 0,0 0 1 0 0,0 0 0 0 0,-1 0-1 0 0,1 0 1 0 0,0-1 0 0 0,0 1-1 0 0,0 0 1 0 0,-1 0 0 0 0,1 0-1 0 0,0 0 1 0 0,0 0-1 0 0,0 0 1 0 0,-1 0 0 0 0,-7 8 77 0 0,-6 15 121 0 0,6-5-78 0 0,2 0 0 0 0,0 0 0 0 0,1 1 0 0 0,1-1 1 0 0,-4 37-1 0 0,7-46-108 0 0,1 1 1 0 0,0-1-1 0 0,0 1 1 0 0,1 0-1 0 0,0-1 1 0 0,1 1-1 0 0,0-1 1 0 0,0 0-1 0 0,1 0 1 0 0,0 0-1 0 0,1 0 1 0 0,0 0-1 0 0,8 13 1 0 0,-11-20-12 0 0,1 1 0 0 0,0-1 1 0 0,0 0-1 0 0,0 0 0 0 0,0 0 0 0 0,0 0 1 0 0,1 0-1 0 0,-1 0 0 0 0,0 0 0 0 0,1-1 1 0 0,0 0-1 0 0,-1 1 0 0 0,1-1 0 0 0,0 0 1 0 0,-1 0-1 0 0,1 0 0 0 0,0 0 0 0 0,0-1 1 0 0,0 1-1 0 0,0-1 0 0 0,0 0 0 0 0,0 0 1 0 0,0 0-1 0 0,0 0 0 0 0,0-1 0 0 0,-1 1 1 0 0,1-1-1 0 0,0 1 0 0 0,0-1 0 0 0,0 0 1 0 0,0 0-1 0 0,-1 0 0 0 0,1-1 0 0 0,4-2 1 0 0,-1 0 63 0 0,-1 1 1 0 0,1-1 0 0 0,-1 0 0 0 0,0-1-1 0 0,0 0 1 0 0,0 1 0 0 0,-1-2 0 0 0,0 1-1 0 0,0 0 1 0 0,0-1 0 0 0,-1 0 0 0 0,1 0-1 0 0,-1 0 1 0 0,2-8 0 0 0,-1-4 46 0 0,0 1 1 0 0,-2-1-1 0 0,1-27 0 0 0,-3 29-106 0 0,1 1 0 0 0,1-1 0 0 0,0 1 0 0 0,8-29 0 0 0,-10 43-8 0 0,0 1 1 0 0,1-1-1 0 0,-1 1 0 0 0,0-1 0 0 0,0 1 0 0 0,0-1 0 0 0,0 1 1 0 0,1-1-1 0 0,-1 1 0 0 0,0 0 0 0 0,1-1 0 0 0,-1 1 1 0 0,0-1-1 0 0,1 1 0 0 0,-1 0 0 0 0,0-1 0 0 0,1 1 0 0 0,-1 0 1 0 0,1-1-1 0 0,-1 1 0 0 0,0 0 0 0 0,1 0 0 0 0,-1-1 1 0 0,1 1-1 0 0,-1 0 0 0 0,1 0 0 0 0,-1 0 0 0 0,1 0 1 0 0,-1 0-1 0 0,1-1 0 0 0,0 1 0 0 0,15 11 54 0 0,11 28 221 0 0,-23-32-175 0 0,9 13-25 0 0,-4-4 106 0 0,2-1 0 0 0,-1 0 1 0 0,20 20-1 0 0,-27-32-156 0 0,0 0 0 0 0,1 0 1 0 0,-1 0-1 0 0,0 0 0 0 0,1-1 0 0 0,0 0 1 0 0,-1 1-1 0 0,1-1 0 0 0,0-1 1 0 0,0 1-1 0 0,0-1 0 0 0,1 1 0 0 0,-1-1 1 0 0,0 0-1 0 0,0-1 0 0 0,1 1 0 0 0,-1-1 1 0 0,0 0-1 0 0,1 0 0 0 0,5 0 1 0 0,-8-1-8 0 0,-1 1 0 0 0,1-1 0 0 0,0 0 0 0 0,-1 0 0 0 0,1 1 0 0 0,0-1 0 0 0,-1 0 0 0 0,1 0 0 0 0,-1-1 0 0 0,1 1 0 0 0,-1 0 0 0 0,0 0 0 0 0,0-1 0 0 0,1 1 0 0 0,-1 0 0 0 0,0-1 0 0 0,0 0 0 0 0,0 1 0 0 0,-1-1 0 0 0,1 1 1 0 0,0-1-1 0 0,0 0 0 0 0,-1 0 0 0 0,1 1 0 0 0,-1-1 0 0 0,0 0 0 0 0,1-3 0 0 0,0-7 154 0 0,0 0-1 0 0,-1 0 1 0 0,-2-14 0 0 0,1 11-94 0 0,1 0-44 0 0,0-49 164 0 0,0 61-190 0 0,0 0-1 0 0,1 1 1 0 0,-1-1 0 0 0,1 0-1 0 0,-1 1 1 0 0,1-1-1 0 0,0 0 1 0 0,0 1-1 0 0,0-1 1 0 0,1 1-1 0 0,-1-1 1 0 0,1 1 0 0 0,-1 0-1 0 0,1-1 1 0 0,0 1-1 0 0,-1 0 1 0 0,1 0-1 0 0,5-3 1 0 0,-7 5-6 0 0,1-1-1 0 0,0 1 1 0 0,0 0 0 0 0,-1-1-1 0 0,1 1 1 0 0,0 0 0 0 0,0 0 0 0 0,0-1-1 0 0,0 1 1 0 0,0 0 0 0 0,-1 0 0 0 0,1 0-1 0 0,0 0 1 0 0,0 0 0 0 0,0 0-1 0 0,0 1 1 0 0,0-1 0 0 0,-1 0 0 0 0,1 0-1 0 0,0 0 1 0 0,0 1 0 0 0,0-1 0 0 0,-1 1-1 0 0,2 0 1 0 0,16 19 41 0 0,4 29 41 0 0,-10-7-97 0 0,-7-22 230 0 0,13 34 0 0 0,-15-49-427 0 0,-1 0-1 0 0,1 0 1 0 0,0 0 0 0 0,0 0 0 0 0,0-1-1 0 0,0 1 1 0 0,1-1 0 0 0,0 0 0 0 0,0 0 0 0 0,0-1-1 0 0,7 6 1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7.9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1 10138 0 0,'-3'0'224'0'0,"-1"1"1"0"0,0 0-1 0 0,0 0 0 0 0,0 0 1 0 0,0 1-1 0 0,1-1 0 0 0,-1 1 1 0 0,1 0-1 0 0,-1 0 0 0 0,1 0 0 0 0,0 1 1 0 0,0-1-1 0 0,0 1 0 0 0,-3 3 1 0 0,-38 43 1811 0 0,11-1-335 0 0,31-46-1628 0 0,1 1 0 0 0,-1 0 0 0 0,1 0-1 0 0,-1-1 1 0 0,1 1 0 0 0,0 0 0 0 0,0 0 0 0 0,1 0 0 0 0,-1 0 0 0 0,1 1-1 0 0,-1-1 1 0 0,1 0 0 0 0,0 0 0 0 0,0 0 0 0 0,0 0 0 0 0,1 4 0 0 0,0-6-73 0 0,0 0 0 0 0,0 1 0 0 0,0-1 0 0 0,0 0 0 0 0,0 0 0 0 0,0 1 0 0 0,0-1 1 0 0,1 0-1 0 0,-1 0 0 0 0,0-1 0 0 0,0 1 0 0 0,1 0 0 0 0,-1 0 0 0 0,1-1 0 0 0,-1 1 0 0 0,1 0 1 0 0,-1-1-1 0 0,1 0 0 0 0,-1 1 0 0 0,1-1 0 0 0,0 0 0 0 0,-1 0 0 0 0,1 0 0 0 0,2 0 1 0 0,49-3-51 0 0,-31 1 38 0 0,-11 1 22 0 0,1 1 1 0 0,-1 1-1 0 0,1 0 0 0 0,0 0 1 0 0,-1 1-1 0 0,0 1 1 0 0,1 0-1 0 0,14 7 0 0 0,-22-9-6 0 0,0 1 1 0 0,0 0-1 0 0,0 0 0 0 0,-1 1 0 0 0,1-1 1 0 0,-1 1-1 0 0,0 0 0 0 0,0 0 0 0 0,0 0 0 0 0,0 0 1 0 0,0 1-1 0 0,0-1 0 0 0,-1 1 0 0 0,0-1 0 0 0,0 1 1 0 0,0 0-1 0 0,0 0 0 0 0,-1 0 0 0 0,1 0 0 0 0,-1 0 1 0 0,0 0-1 0 0,0 1 0 0 0,-1-1 0 0 0,1 0 0 0 0,-1 8 1 0 0,-1 0 122 0 0,0 0-1 0 0,-1 0 1 0 0,0 0 0 0 0,-1 0 0 0 0,-1-1 0 0 0,0 1 0 0 0,0-1 0 0 0,-10 17-1 0 0,-27 40-1351 0 0,12-29-3710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8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5257 0 0,'0'0'10'0'0,"0"0"-1"0"0,0 1 1 0 0,0-1-1 0 0,0 0 1 0 0,0 0-1 0 0,0 0 1 0 0,0 0-1 0 0,0 0 1 0 0,-1 0-1 0 0,1 0 1 0 0,0 1 0 0 0,0-1-1 0 0,0 0 1 0 0,0 0-1 0 0,0 0 1 0 0,1 0-1 0 0,-1 0 1 0 0,0 0-1 0 0,0 0 1 0 0,0 1-1 0 0,0-1 1 0 0,0 0-1 0 0,0 0 1 0 0,0 0-1 0 0,0 0 1 0 0,0 0-1 0 0,0 0 1 0 0,0 0 0 0 0,0 0-1 0 0,0 1 1 0 0,0-1-1 0 0,0 0 1 0 0,0 0-1 0 0,1 0 1 0 0,-1 0-1 0 0,0 0 1 0 0,0 0-1 0 0,0 0 1 0 0,0 0-1 0 0,0 0 1 0 0,0 0-1 0 0,0 0 1 0 0,0 0 0 0 0,1 0-1 0 0,-1 0 1 0 0,0 0-1 0 0,0 0 1 0 0,0 0-1 0 0,0 0 1 0 0,0 0-1 0 0,0 0 1 0 0,0 0-1 0 0,1 0 1 0 0,-1 0-1 0 0,0 0 1 0 0,0 0-1 0 0,0 0 1 0 0,0 0 0 0 0,0 0-1 0 0,0 0 1 0 0,0 0-1 0 0,1 0 1 0 0,-1 0-1 0 0,0 0 1 0 0,1 19 1499 0 0,-4 25 1550 0 0,-1-14-1848 0 0,1 1 0 0 0,1-1 0 0 0,2 1 0 0 0,4 37 0 0 0,-3-59-1078 0 0,1-1-1 0 0,0 1 1 0 0,0-1 0 0 0,1 0-1 0 0,0 0 1 0 0,0 0 0 0 0,1 0-1 0 0,9 13 1 0 0,-10-17-108 0 0,0 0-1 0 0,1 0 0 0 0,0 0 1 0 0,0-1-1 0 0,0 1 0 0 0,0-1 1 0 0,0 0-1 0 0,1 0 0 0 0,-1 0 1 0 0,1-1-1 0 0,0 0 0 0 0,0 0 1 0 0,0 0-1 0 0,0 0 1 0 0,9 1-1 0 0,-10-2 48 0 0,1 0 0 0 0,0 0 0 0 0,-1-1-1 0 0,1 0 1 0 0,0 0 0 0 0,0 0 0 0 0,-1 0 0 0 0,1-1 0 0 0,0 1 0 0 0,-1-1 0 0 0,1 0 0 0 0,-1-1 0 0 0,1 1-1 0 0,-1-1 1 0 0,0 0 0 0 0,1 0 0 0 0,-1 0 0 0 0,0-1 0 0 0,0 1 0 0 0,0-1 0 0 0,-1 0 0 0 0,1 0 0 0 0,-1 0-1 0 0,0-1 1 0 0,1 1 0 0 0,-2-1 0 0 0,1 0 0 0 0,0 0 0 0 0,-1 0 0 0 0,1 0 0 0 0,-1 0 0 0 0,0 0 0 0 0,-1-1-1 0 0,1 1 1 0 0,-1-1 0 0 0,0 1 0 0 0,0-1 0 0 0,0 0 0 0 0,-1 1 0 0 0,1-1 0 0 0,-1 0 0 0 0,0 0 0 0 0,-1 1-1 0 0,1-1 1 0 0,-2-4 0 0 0,0-3 26 0 0,0 0 0 0 0,-2 1 1 0 0,1-1-1 0 0,-1 1 0 0 0,-1 0 0 0 0,0 0 0 0 0,0 0 0 0 0,-1 1 0 0 0,0 0 0 0 0,-1 0 0 0 0,0 1 0 0 0,-9-10 0 0 0,1 5-315 0 0,0 0-1 0 0,-1 1 1 0 0,-1 1-1 0 0,0 1 0 0 0,0 0 1 0 0,-22-9-1 0 0,31 15-1813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28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5 449 5065 0 0,'-4'-3'2179'0'0,"4"2"-2070"0"0,0 1 0 0 0,0 0 0 0 0,0 0-1 0 0,0-1 1 0 0,0 1 0 0 0,0 0 0 0 0,0-1 0 0 0,0 1 0 0 0,0 0 0 0 0,0 0 0 0 0,0-1 0 0 0,0 1 0 0 0,0 0 0 0 0,0 0 0 0 0,0-1 0 0 0,0 1 0 0 0,8-15 2968 0 0,14-11 266 0 0,-21 25-3192 0 0,3-3 143 0 0,0 0 0 0 0,-1 1 0 0 0,1 0 0 0 0,1 0 0 0 0,-1 0 0 0 0,0 0 0 0 0,1 1 0 0 0,0-1 0 0 0,-1 1-1 0 0,1 0 1 0 0,0 1 0 0 0,0-1 0 0 0,0 1 0 0 0,0 0 0 0 0,0 0 0 0 0,0 0 0 0 0,0 1 0 0 0,7 0 0 0 0,-8 0-253 0 0,0 1 0 0 0,0 0 1 0 0,0 0-1 0 0,0 0 1 0 0,0 0-1 0 0,-1 0 1 0 0,1 1-1 0 0,0 0 1 0 0,-1 0-1 0 0,1 0 0 0 0,-1 0 1 0 0,1 0-1 0 0,-1 1 1 0 0,0-1-1 0 0,0 1 1 0 0,0 0-1 0 0,-1 0 0 0 0,1 0 1 0 0,-1 0-1 0 0,1 1 1 0 0,-1-1-1 0 0,0 1 1 0 0,3 6-1 0 0,-4-5-21 0 0,18 47 133 0 0,-19-50-134 0 0,1 0 1 0 0,-1 0-1 0 0,1 0 0 0 0,-1 0 1 0 0,0 0-1 0 0,0 0 1 0 0,0 0-1 0 0,0 0 0 0 0,0 0 1 0 0,0 0-1 0 0,-1 0 0 0 0,1 0 1 0 0,-1 0-1 0 0,1 0 1 0 0,-1-1-1 0 0,0 1 0 0 0,0 0 1 0 0,1 0-1 0 0,-1 0 1 0 0,-1-1-1 0 0,1 1 0 0 0,0-1 1 0 0,0 1-1 0 0,-2 1 1 0 0,2-3 0 0 0,1 1 1 0 0,-1-1 0 0 0,0 0-1 0 0,0 0 1 0 0,1 0 0 0 0,-1 1 0 0 0,0-1-1 0 0,0 0 1 0 0,0 0 0 0 0,1 0-1 0 0,-1 0 1 0 0,0 0 0 0 0,0-1-1 0 0,1 1 1 0 0,-1 0 0 0 0,0 0 0 0 0,0 0-1 0 0,1-1 1 0 0,-1 1 0 0 0,0 0-1 0 0,1-1 1 0 0,-1 1 0 0 0,0 0 0 0 0,1-1-1 0 0,-1 1 1 0 0,0-1 0 0 0,1 1-1 0 0,-1-1 1 0 0,1 0 0 0 0,-1 1 0 0 0,1-1-1 0 0,-1 1 1 0 0,1-1 0 0 0,0 0-1 0 0,-1 1 1 0 0,1-1 0 0 0,0 0-1 0 0,-1 0 1 0 0,-12-30 345 0 0,9 12-296 0 0,1 0-1 0 0,1-1 1 0 0,1 0-1 0 0,1 1 1 0 0,0-1-1 0 0,2 0 1 0 0,5-27-1 0 0,0 10-480 0 0,3 0 0 0 0,0 1 0 0 0,18-37 0 0 0,-1 13-5190 0 0,-2 6-1873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0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162 27 456 0 0,'-37'-6'1166'0'0,"31"4"-808"0"0,0 1-1 0 0,-1-1 1 0 0,1 2-1 0 0,-12-1 1 0 0,-26 6 2727 0 0,41-5-2723 0 0,1 1 0 0 0,0-1-1 0 0,-1 1 1 0 0,1 0 0 0 0,0-1 0 0 0,0 1 0 0 0,-1 0-1 0 0,1 0 1 0 0,0 0 0 0 0,0 1 0 0 0,0-1-1 0 0,0 0 1 0 0,0 1 0 0 0,1-1 0 0 0,-1 1 0 0 0,-1 2-1 0 0,39-5 1532 0 0,95 10 472 0 0,261-19 0 0 0,-379 8-2378 0 0,0-1 0 0 0,-1 0 1 0 0,16-7-1 0 0,-18 6-3 0 0,0 0 1 0 0,-1 1-1 0 0,1 1 1 0 0,0 0 0 0 0,20-2-1 0 0,-25 5-1032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0.7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19 3681 0 0,'-27'-7'553'0'0,"-20"-4"1941"0"0,17 11 2307 0 0,30 0-4637 0 0,-1 0 0 0 0,1 1 0 0 0,0-1 0 0 0,-1 0 1 0 0,-3 3 1804 0 0,3-2-1805 0 0,1-1 0 0 0,0 0 0 0 0,0 1 0 0 0,-1-1 0 0 0,1 1 0 0 0,0-1 0 0 0,0 1 0 0 0,0-1 1 0 0,0 1-1 0 0,-1-1 0 0 0,1 0 0 0 0,0 1 0 0 0,0 0 0 0 0,4 19 2152 0 0,13 17-1160 0 0,-16-36-1090 0 0,37 69 732 0 0,69 111 195 0 0,-92-161-957 0 0,1 1 1 0 0,0-2-1 0 0,2 0 1 0 0,0-1 0 0 0,1-1-1 0 0,25 18 1 0 0,-35-30 16 0 0,-1 1 0 0 0,-1 0 0 0 0,1 0 1 0 0,-1 1-1 0 0,0 0 0 0 0,0 0 0 0 0,-1 0 0 0 0,0 1 1 0 0,6 11-1 0 0,-12-18-42 0 0,0 1 266 0 0,-4 3-194 0 0,-1 0 0 0 0,0 0 0 0 0,0 0 0 0 0,-1-1 1 0 0,1 0-1 0 0,-1 0 0 0 0,0 0 0 0 0,0-1 0 0 0,0 0 0 0 0,-8 3 0 0 0,-12 7 116 0 0,-20 14-58 0 0,19-13 62 0 0,-41 30 0 0 0,62-39-386 0 0,-1 0 1 0 0,1 1-1 0 0,0 0 0 0 0,1 0 1 0 0,-1 0-1 0 0,1 0 1 0 0,1 1-1 0 0,-1 0 1 0 0,1 0-1 0 0,0 0 1 0 0,-3 8-1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299 582 5985 0 0,'-1'-9'402'0'0,"1"0"0"0"0,-1 0 0 0 0,-1 0 1 0 0,0 0-1 0 0,0 0 0 0 0,0 0 0 0 0,-1 1 0 0 0,-1-1 0 0 0,1 1 0 0 0,-6-9 0 0 0,7 14-221 0 0,1 1 1 0 0,-1-1-1 0 0,0 0 0 0 0,0 1 1 0 0,0-1-1 0 0,0 1 0 0 0,0 0 1 0 0,-1 0-1 0 0,1 0 1 0 0,-1 0-1 0 0,1 0 0 0 0,-1 0 1 0 0,0 1-1 0 0,1-1 0 0 0,-1 1 1 0 0,0 0-1 0 0,0 0 0 0 0,0 0 1 0 0,0 0-1 0 0,0 0 0 0 0,0 1 1 0 0,-1 0-1 0 0,1-1 1 0 0,0 1-1 0 0,0 0 0 0 0,0 0 1 0 0,0 1-1 0 0,0-1 0 0 0,0 1 1 0 0,-1-1-1 0 0,-4 3 0 0 0,-4 2-29 0 0,1 1 0 0 0,0 1 0 0 0,0-1 0 0 0,0 1 0 0 0,1 1 0 0 0,1 0 0 0 0,-1 1 0 0 0,1 0 0 0 0,0 0-1 0 0,1 0 1 0 0,0 1 0 0 0,1 1 0 0 0,0-1 0 0 0,-10 23 0 0 0,12-25-62 0 0,1 1 1 0 0,1-1-1 0 0,-1 1 1 0 0,1 0-1 0 0,1 0 0 0 0,-1 1 1 0 0,2-1-1 0 0,-1 0 1 0 0,1 1-1 0 0,1-1 0 0 0,0 0 1 0 0,0 1-1 0 0,1-1 1 0 0,0 1-1 0 0,0-1 0 0 0,1 0 1 0 0,1 1-1 0 0,-1-1 1 0 0,1-1-1 0 0,7 15 0 0 0,-8-20-96 0 0,-1 0 0 0 0,1 0 0 0 0,0-1-1 0 0,0 1 1 0 0,0 0 0 0 0,0-1 0 0 0,0 0 0 0 0,1 1-1 0 0,-1-1 1 0 0,1 0 0 0 0,-1 0 0 0 0,1 0-1 0 0,0-1 1 0 0,0 1 0 0 0,0-1 0 0 0,0 1 0 0 0,0-1-1 0 0,0 0 1 0 0,0 0 0 0 0,0-1 0 0 0,0 1-1 0 0,1 0 1 0 0,-1-1 0 0 0,0 0 0 0 0,0 0 0 0 0,7 0-1 0 0,-4-2-8 0 0,1 0 0 0 0,-1 0-1 0 0,0 0 1 0 0,0-1-1 0 0,0 0 1 0 0,0 0 0 0 0,0 0-1 0 0,-1-1 1 0 0,0 0-1 0 0,0 0 1 0 0,0 0 0 0 0,8-9-1 0 0,-1-1-22 0 0,-1 0 0 0 0,-1-1 0 0 0,0-1 0 0 0,-1 1 0 0 0,-1-1 0 0 0,0-1 0 0 0,-1 0 0 0 0,-1 0 0 0 0,0 0 0 0 0,-1-1 0 0 0,2-19 0 0 0,2-28 6 0 0,2-112-1 0 0,-10 153 86 0 0,-1-285 2752 0 0,15 366-2105 0 0,5 111-476 0 0,11 58-132 0 0,28 6 70 0 0,0 3-1678 0 0,-58-232 1418 0 0,0 3-362 0 0,0 0 0 0 0,0 0 1 0 0,0 0-1 0 0,1-1 0 0 0,0 1 1 0 0,0 0-1 0 0,1-1 0 0 0,0 0 1 0 0,-1 1-1 0 0,2-1 0 0 0,6 9 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1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196 99 3225 0 0,'0'-38'400'0'0,"0"34"625"0"0,1 0 0 0 0,-1-1 0 0 0,0 1 0 0 0,0 0 0 0 0,-1-1-1 0 0,1 1 1 0 0,-3-7 0 0 0,3 9-751 0 0,-1 1-1 0 0,0 0 0 0 0,0-1 0 0 0,0 1 1 0 0,0 0-1 0 0,0 0 0 0 0,0 0 1 0 0,0 0-1 0 0,0 0 0 0 0,0 0 0 0 0,0 0 1 0 0,0 0-1 0 0,-1 1 0 0 0,1-1 1 0 0,0 0-1 0 0,-1 1 0 0 0,1-1 0 0 0,0 1 1 0 0,-1-1-1 0 0,1 1 0 0 0,-1 0 0 0 0,1 0 1 0 0,-1-1-1 0 0,1 1 0 0 0,-1 0 1 0 0,1 0-1 0 0,-3 1 0 0 0,-2-1-101 0 0,1 0-1 0 0,-1 1 1 0 0,1-1 0 0 0,-1 1-1 0 0,1 1 1 0 0,-1-1 0 0 0,1 1-1 0 0,0 0 1 0 0,0 0-1 0 0,0 0 1 0 0,0 1 0 0 0,0 0-1 0 0,0 0 1 0 0,1 0-1 0 0,-8 7 1 0 0,6-4-73 0 0,0 0-1 0 0,1 1 1 0 0,0 0-1 0 0,0 0 1 0 0,0 1-1 0 0,1-1 1 0 0,0 1-1 0 0,1 0 1 0 0,-4 12-1 0 0,3-5-123 0 0,0 0 0 0 0,1 0 0 0 0,1 0-1 0 0,0 0 1 0 0,1 0 0 0 0,1 0-1 0 0,0 1 1 0 0,1-1 0 0 0,1 0-1 0 0,0 0 1 0 0,5 18 0 0 0,-5-27 22 0 0,0 0 0 0 0,0 0 0 0 0,1 0 0 0 0,0 0 0 0 0,0-1-1 0 0,0 1 1 0 0,1-1 0 0 0,-1 0 0 0 0,6 5 0 0 0,-8-9-3 0 0,0 0 0 0 0,0 0-1 0 0,1 0 1 0 0,-1 0-1 0 0,0 0 1 0 0,1 0-1 0 0,-1-1 1 0 0,0 1 0 0 0,1-1-1 0 0,-1 1 1 0 0,1-1-1 0 0,-1 1 1 0 0,1-1 0 0 0,-1 0-1 0 0,1 0 1 0 0,-1 0-1 0 0,2 0 1 0 0,0 0-5 0 0,-1-1 0 0 0,0 1 1 0 0,1-1-1 0 0,-1 0 0 0 0,0 0 0 0 0,0 0 1 0 0,0 0-1 0 0,0 0 0 0 0,0 0 0 0 0,0-1 1 0 0,0 1-1 0 0,0-1 0 0 0,0 1 1 0 0,2-3-1 0 0,6-8-70 0 0,0-1 1 0 0,0 0 0 0 0,-1-1-1 0 0,-1 0 1 0 0,0 0-1 0 0,-1-1 1 0 0,-1 1-1 0 0,0-2 1 0 0,5-21 0 0 0,0-5-180 0 0,-3-1 0 0 0,5-55-1 0 0,-13 117 368 0 0,1 0-1 0 0,1-1 0 0 0,1 1 0 0 0,1-1 0 0 0,1 0 0 0 0,0 0 0 0 0,8 18 0 0 0,-4-12 35 0 0,1-1 0 0 0,2 1 1 0 0,0-2-1 0 0,1 0 0 0 0,29 38 1 0 0,-40-59-144 0 0,6 10-404 0 0,0-1-1 0 0,1-1 1 0 0,1 1-1 0 0,0-2 1 0 0,0 1 0 0 0,0-1-1 0 0,1-1 1 0 0,14 8-1 0 0,-24-14 209 0 0,0-1 0 0 0,0 0 0 0 0,0 0-1 0 0,0 1 1 0 0,0-1 0 0 0,-1 0-1 0 0,1 0 1 0 0,0 0 0 0 0,0 0-1 0 0,0 0 1 0 0,0 0 0 0 0,0 0 0 0 0,0 0-1 0 0,0 0 1 0 0,-1 0 0 0 0,1-1-1 0 0,0 1 1 0 0,0 0 0 0 0,0-1 0 0 0,0 1-1 0 0,-1 0 1 0 0,1-1 0 0 0,0 1-1 0 0,0-1 1 0 0,-1 1 0 0 0,1-1-1 0 0,0 0 1 0 0,0 0 0 0 0,6-8-450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6913 0 0,'0'0'126'0'0,"0"-1"0"0"0,0 1 0 0 0,0-1 0 0 0,0 1 0 0 0,0 0-1 0 0,0-1 1 0 0,0 1 0 0 0,1-1 0 0 0,-1 1 0 0 0,0-1 0 0 0,0 1-1 0 0,0 0 1 0 0,1-1 0 0 0,-1 1 0 0 0,0 0 0 0 0,0-1 0 0 0,1 1 0 0 0,-1 0-1 0 0,0-1 1 0 0,1 1 0 0 0,-1 0 0 0 0,1-1 0 0 0,-1 1 0 0 0,0 0-1 0 0,1 0 1 0 0,-1 0 0 0 0,1-1 0 0 0,-1 1 0 0 0,0 0 0 0 0,1 0-1 0 0,-1 0 1 0 0,1 0 0 0 0,10 10 3272 0 0,1 21-405 0 0,53 300 354 0 0,-46-220-3596 0 0,23 91-2705 0 0,-34-177-3469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2.5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35 156 7546 0 0,'-30'1'2053'0'0,"29"-1"-1981"0"0,1 0 0 0 0,0 0 0 0 0,0 0 0 0 0,0 0 0 0 0,-1-1 0 0 0,1 1-1 0 0,0 0 1 0 0,0 0 0 0 0,0 0 0 0 0,-1 0 0 0 0,1-1 288 0 0,-1 1-288 0 0,1 0 0 0 0,0 0 0 0 0,0-1 0 0 0,0 1 0 0 0,0 0 0 0 0,0 0 0 0 0,0 0 0 0 0,0-1 0 0 0,-1 1 0 0 0,1 0-1 0 0,0 0 1 0 0,0 0 0 0 0,0-1 0 0 0,0 1 0 0 0,0 0 0 0 0,0 0 0 0 0,0 0 0 0 0,0-1 0 0 0,0 1 0 0 0,0 0 0 0 0,0-1 0 0 0,12-12 1703 0 0,13-6-726 0 0,55-31 0 0 0,33-5-2735 0 0,-83 43-3552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3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36 1840 0 0,'0'-2'272'0'0,"-1"1"0"0"0,1-1 0 0 0,-1 0 0 0 0,1 1 0 0 0,-1-1 0 0 0,0 1 0 0 0,1-1 0 0 0,-1 1 0 0 0,0-1 0 0 0,0 1 0 0 0,0-1 1 0 0,0 1-1 0 0,-1 0 0 0 0,1 0 0 0 0,0 0 0 0 0,0 0 0 0 0,-1 0 0 0 0,1 0 0 0 0,-1 0 0 0 0,1 0 0 0 0,-1 0 0 0 0,1 0 0 0 0,-1 1 0 0 0,1-1 0 0 0,-1 1 0 0 0,0-1 0 0 0,-2 1 0 0 0,2-1 32 0 0,-1 0 1 0 0,0 1 0 0 0,0-1-1 0 0,1 1 1 0 0,-1-1 0 0 0,0 1 0 0 0,0 0-1 0 0,0 0 1 0 0,0 1 0 0 0,1-1-1 0 0,-1 1 1 0 0,0-1 0 0 0,0 1-1 0 0,1 0 1 0 0,-1 0 0 0 0,-3 2-1 0 0,1 0-94 0 0,1 1 0 0 0,1 0 0 0 0,-1 0 0 0 0,0 1 0 0 0,1-1 0 0 0,0 1-1 0 0,0-1 1 0 0,-3 9 0 0 0,-18 46 705 0 0,18-43-602 0 0,1-3-252 0 0,-4 11 378 0 0,0 1 0 0 0,-10 51 0 0 0,18-71-393 0 0,0 0 0 0 0,0 0 0 0 0,1 1 0 0 0,-1-1 0 0 0,1 0 0 0 0,1 0-1 0 0,-1 0 1 0 0,0 0 0 0 0,1 1 0 0 0,0-1 0 0 0,1 0 0 0 0,-1 0 0 0 0,1 0-1 0 0,0-1 1 0 0,0 1 0 0 0,0 0 0 0 0,1-1 0 0 0,-1 1 0 0 0,1-1 0 0 0,0 0-1 0 0,7 7 1 0 0,-8-10-43 0 0,-1 0-1 0 0,0 1 0 0 0,1-1 0 0 0,-1 0 1 0 0,1-1-1 0 0,-1 1 0 0 0,1 0 1 0 0,0 0-1 0 0,-1-1 0 0 0,1 1 1 0 0,0-1-1 0 0,-1 1 0 0 0,1-1 0 0 0,0 0 1 0 0,0 0-1 0 0,0 0 0 0 0,-1 0 1 0 0,1 0-1 0 0,0 0 0 0 0,0 0 1 0 0,1-1-1 0 0,0 0 8 0 0,0 0 1 0 0,0-1 0 0 0,0 1-1 0 0,0-1 1 0 0,0 1-1 0 0,0-1 1 0 0,-1 0 0 0 0,1 0-1 0 0,-1-1 1 0 0,4-3-1 0 0,4-7 46 0 0,0 0-1 0 0,-2-1 0 0 0,13-25 0 0 0,-16 30-43 0 0,22-55 288 0 0,-21 47-140 0 0,1 0 0 0 0,1 1 0 0 0,1 0-1 0 0,11-17 1 0 0,-20 33-139 0 0,0-1-1 0 0,0 1 0 0 0,0 0 1 0 0,0 0-1 0 0,1-1 1 0 0,-1 1-1 0 0,0 0 0 0 0,0 0 1 0 0,1-1-1 0 0,-1 1 1 0 0,0 0-1 0 0,1 0 0 0 0,-1 0 1 0 0,0-1-1 0 0,1 1 1 0 0,-1 0-1 0 0,0 0 0 0 0,0 0 1 0 0,1 0-1 0 0,-1 0 1 0 0,1 0-1 0 0,-1 0 0 0 0,0 0 1 0 0,1 0-1 0 0,-1 0 0 0 0,0 0 1 0 0,1 0-1 0 0,-1 0 1 0 0,0 0-1 0 0,1 0 0 0 0,-1 0 1 0 0,0 0-1 0 0,1 0 1 0 0,-1 1-1 0 0,12 11 319 0 0,7 27-152 0 0,-15-30-90 0 0,1 4-106 0 0,1-1 1 0 0,1 0 0 0 0,1 0-1 0 0,-1 0 1 0 0,2-1 0 0 0,-1-1-1 0 0,2 1 1 0 0,-1-1 0 0 0,1-1-1 0 0,1 0 1 0 0,0 0 0 0 0,0-1-1 0 0,0 0 1 0 0,1-1 0 0 0,1-1-1 0 0,-1 0 1 0 0,1 0 0 0 0,0-1-1 0 0,14 3 1 0 0,13 2-244 0 0,2-3-4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4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36 6449 0 0,'-1'-2'122'0'0,"0"0"-1"0"0,-1 1 0 0 0,1-1 0 0 0,-1 0 0 0 0,1 1 1 0 0,-1-1-1 0 0,0 1 0 0 0,1-1 0 0 0,-1 1 0 0 0,0 0 0 0 0,0 0 1 0 0,0 0-1 0 0,0 0 0 0 0,0 0 0 0 0,0 0 0 0 0,-1 1 1 0 0,1-1-1 0 0,0 1 0 0 0,0-1 0 0 0,0 1 0 0 0,-1 0 1 0 0,1 0-1 0 0,0 0 0 0 0,0 0 0 0 0,-1 0 0 0 0,1 1 0 0 0,0-1 1 0 0,0 1-1 0 0,0-1 0 0 0,-1 1 0 0 0,-2 1 0 0 0,-7 4 1287 0 0,0 0 0 0 0,0 0 0 0 0,1 1 0 0 0,-14 11 0 0 0,8-3 2962 0 0,17-14-4329 0 0,13-1 522 0 0,14-2-531 0 0,48-10 93 0 0,0 3 1 0 0,84 1-1 0 0,-95 11-89 0 0,0-4 0 0 0,-1-2 0 0 0,126-23 0 0 0,-166 22-97 0 0,-15 2-15 0 0,1 1 1 0 0,-1-1-1 0 0,0-1 1 0 0,8-3-1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4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16 3681 0 0,'-50'-15'17273'0'0,"92"36"-17016"0"0,-21-10-165 0 0,0 0 0 0 0,37 27 0 0 0,-54-34-27 0 0,105 89 263 0 0,-95-79-257 0 0,0 0 0 0 0,-1 1 0 0 0,-1 1 0 0 0,0 0 0 0 0,11 21 0 0 0,-20-31-76 0 0,0 0 1 0 0,-1 0-1 0 0,1 0 0 0 0,-1 0 1 0 0,-1 1-1 0 0,1-1 0 0 0,-1 1 1 0 0,0-1-1 0 0,-1 1 0 0 0,1-1 1 0 0,-1 1-1 0 0,-1 0 0 0 0,1-1 0 0 0,-1 1 1 0 0,0-1-1 0 0,-1 1 0 0 0,1-1 1 0 0,-1 1-1 0 0,-1-1 0 0 0,1 0 1 0 0,-1 0-1 0 0,0 0 0 0 0,0 0 1 0 0,-1-1-1 0 0,-5 7 0 0 0,-9 10 204 0 0,-1-1 1 0 0,-1-1-1 0 0,-1-1 0 0 0,-38 26 0 0 0,25-19-78 0 0,-129 102 118 0 0,156-120-2561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5.3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 14283 0 0,'1'-1'121'0'0,"1"1"0"0"0,-1 0 0 0 0,0 0 0 0 0,0-1 0 0 0,0 1 0 0 0,1 0 0 0 0,-1 0 0 0 0,0 0 0 0 0,1 0 0 0 0,-1 1 0 0 0,0-1 0 0 0,0 0 0 0 0,0 0 0 0 0,1 1 0 0 0,-1-1 0 0 0,0 1 0 0 0,0-1 0 0 0,0 1 0 0 0,0-1 0 0 0,0 1-1 0 0,0 0 1 0 0,0 0 0 0 0,0-1 0 0 0,0 1 0 0 0,0 0 0 0 0,0 0 0 0 0,0 0 0 0 0,0 0 0 0 0,-1 0 0 0 0,1 0 0 0 0,0 0 0 0 0,-1 0 0 0 0,1 0 0 0 0,-1 1 0 0 0,1 1 0 0 0,18 45 1524 0 0,-19-46-1629 0 0,35 174 1584 0 0,-29-133-1634 0 0,2 0 0 0 0,1-1 0 0 0,3 0 0 0 0,17 43 0 0 0,-19-52-2254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5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2 159 8290 0 0,'-1'-5'182'0'0,"1"1"1"0"0,0-1-1 0 0,0 1 1 0 0,0-1-1 0 0,1 1 1 0 0,0-1-1 0 0,0 1 1 0 0,0-1-1 0 0,0 1 1 0 0,1-1-1 0 0,-1 1 1 0 0,1 0-1 0 0,0 0 1 0 0,1 0-1 0 0,-1 0 1 0 0,1 0-1 0 0,-1 1 1 0 0,1-1-1 0 0,0 1 1 0 0,0-1-1 0 0,5-3 1 0 0,0 0 244 0 0,-1 0 1 0 0,1 1-1 0 0,0 0 1 0 0,1 0-1 0 0,0 1 0 0 0,0 0 1 0 0,0 1-1 0 0,19-7 0 0 0,-23 9-292 0 0,1 1 0 0 0,-1 0-1 0 0,1 0 1 0 0,-1 0-1 0 0,1 1 1 0 0,0 0-1 0 0,-1 0 1 0 0,1 0-1 0 0,0 1 1 0 0,-1 0-1 0 0,1 0 1 0 0,0 0 0 0 0,-1 1-1 0 0,0-1 1 0 0,1 1-1 0 0,-1 1 1 0 0,9 4-1 0 0,-10-3-46 0 0,0-1 0 0 0,0 0 0 0 0,0 1 0 0 0,0 0-1 0 0,-1 0 1 0 0,0 0 0 0 0,0 0 0 0 0,0 1 0 0 0,0-1 0 0 0,0 1-1 0 0,-1 0 1 0 0,0-1 0 0 0,0 1 0 0 0,-1 0 0 0 0,1 0-1 0 0,-1 0 1 0 0,0 1 0 0 0,0-1 0 0 0,0 8 0 0 0,-1 4-36 0 0,0 1 0 0 0,-2-1 0 0 0,0 0 0 0 0,0 0 0 0 0,-2 0 0 0 0,0-1 0 0 0,-1 1 0 0 0,-1-1 0 0 0,0 0 0 0 0,-1 0 0 0 0,-1-1 0 0 0,0 0 0 0 0,-1 0 0 0 0,-1-1 0 0 0,0 0 0 0 0,-1 0 0 0 0,0-2 0 0 0,-1 1 0 0 0,-1-1 0 0 0,-19 14 0 0 0,19-19-830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0 194 2761 0 0,'0'0'136'0'0,"0"-1"0"0"0,1 0 0 0 0,-1 1 1 0 0,0-1-1 0 0,1 0 0 0 0,-1 1 1 0 0,1-1-1 0 0,-1 1 0 0 0,0-1 1 0 0,1 1-1 0 0,-1-1 0 0 0,1 1 0 0 0,-1-1 1 0 0,1 1-1 0 0,0-1 0 0 0,-1 1 1 0 0,1 0-1 0 0,-1-1 0 0 0,1 1 0 0 0,0 0 1 0 0,-1 0-1 0 0,1-1 0 0 0,0 1 1 0 0,-1 0-1 0 0,1 0 0 0 0,0 0 1 0 0,0 0-1 0 0,26-9 2239 0 0,-27 9-2309 0 0,6-2 354 0 0,0 0 0 0 0,-1 1 0 0 0,1 0 0 0 0,0 0-1 0 0,0 0 1 0 0,-1 1 0 0 0,1 0 0 0 0,0 0 0 0 0,0 1 0 0 0,0-1 0 0 0,-1 1 0 0 0,1 0 0 0 0,0 1-1 0 0,-1-1 1 0 0,1 1 0 0 0,-1 1 0 0 0,1-1 0 0 0,4 3 0 0 0,-3 0-177 0 0,-1 0 0 0 0,1 1 0 0 0,-1 0 0 0 0,0 0 0 0 0,-1 0 0 0 0,1 0 0 0 0,-1 1 0 0 0,0 0 0 0 0,-1 0 0 0 0,0 0 0 0 0,6 16 0 0 0,7 19 652 0 0,-17-36-374 0 0,-2-6-3 0 0,-12-20 273 0 0,9 12-715 0 0,1 0 0 0 0,1-1-1 0 0,-1 1 1 0 0,1-1 0 0 0,1 0 0 0 0,-1 0 0 0 0,2 0 0 0 0,-1 0 0 0 0,1 0 0 0 0,1 0 0 0 0,-1 0-1 0 0,1-1 1 0 0,1 1 0 0 0,2-13 0 0 0,0 9-347 0 0,0-1 1 0 0,0 2-1 0 0,1-1 0 0 0,1 0 1 0 0,0 1-1 0 0,1 0 0 0 0,1 0 1 0 0,-1 0-1 0 0,12-14 0 0 0,-3 8-7322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3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1 254 2304 0 0,'0'1'43'0'0,"0"0"-1"0"0,0 0 1 0 0,0 0-1 0 0,0 0 0 0 0,0 0 1 0 0,0 0-1 0 0,0 0 0 0 0,0 0 1 0 0,1 0-1 0 0,-1 0 1 0 0,0 1-1 0 0,1-1 0 0 0,-1 0 1 0 0,1-1-1 0 0,-1 1 0 0 0,1 0 1 0 0,-1 0-1 0 0,1 0 1 0 0,0 0-1 0 0,0 0 0 0 0,-1 0 1 0 0,2 0-1 0 0,26 6 2662 0 0,-24-7-2249 0 0,1 1 1 0 0,-1-1 0 0 0,0 0-1 0 0,0 0 1 0 0,0 0 0 0 0,1-1-1 0 0,-1 1 1 0 0,0-1 0 0 0,0 0-1 0 0,0 0 1 0 0,0-1-1 0 0,0 1 1 0 0,0-1 0 0 0,0 0-1 0 0,-1 0 1 0 0,1 0 0 0 0,-1 0-1 0 0,1-1 1 0 0,-1 1 0 0 0,0-1-1 0 0,6-6 1 0 0,-5 2 135 0 0,1 0 0 0 0,-1-1 0 0 0,0 0-1 0 0,0 0 1 0 0,-1 0 0 0 0,0 0 0 0 0,0 0 0 0 0,-1-1 0 0 0,2-13-1 0 0,-2 8-310 0 0,-1 1 0 0 0,0 0 0 0 0,0-1 0 0 0,-4-24 1 0 0,3 33-228 0 0,-1 1 0 0 0,0-1 0 0 0,0 1 1 0 0,-1 0-1 0 0,1-1 0 0 0,-1 1 0 0 0,0 0 1 0 0,-3-5-1 0 0,4 8-31 0 0,0-1 0 0 0,-1 0-1 0 0,1 1 1 0 0,-1-1 0 0 0,1 1 0 0 0,-1 0 0 0 0,1-1-1 0 0,-1 1 1 0 0,0 0 0 0 0,0 0 0 0 0,1 0 0 0 0,-1 0-1 0 0,0 0 1 0 0,0 1 0 0 0,0-1 0 0 0,0 0 0 0 0,0 1-1 0 0,-3-1 1 0 0,4 1-35 0 0,0 0 1 0 0,0 0-1 0 0,0 0 0 0 0,1 0 1 0 0,-1 0-1 0 0,0 0 0 0 0,0 0 1 0 0,0 0-1 0 0,0 0 0 0 0,1 0 0 0 0,-1 1 1 0 0,0-1-1 0 0,0 0 0 0 0,0 1 1 0 0,1-1-1 0 0,-1 0 0 0 0,0 1 1 0 0,0-1-1 0 0,1 1 0 0 0,-1-1 1 0 0,1 1-1 0 0,-1 0 0 0 0,0-1 0 0 0,1 1 1 0 0,-1-1-1 0 0,0 3 0 0 0,0-1-24 0 0,0 0 0 0 0,0 0 0 0 0,1 0 0 0 0,-1 1 0 0 0,1-1 0 0 0,-1 0 0 0 0,1 0 0 0 0,0 1 0 0 0,0 3 0 0 0,1 5-56 0 0,0 0 0 0 0,1 0 1 0 0,4 11-1 0 0,-4-14 91 0 0,0 0 0 0 0,1-1-1 0 0,0 0 1 0 0,0 1 0 0 0,1-1 0 0 0,0 0 0 0 0,0-1 0 0 0,1 1 0 0 0,-1-1-1 0 0,2 0 1 0 0,-1 0 0 0 0,1 0 0 0 0,-1-1 0 0 0,13 9 0 0 0,-9-9-99 0 0,0 0 1 0 0,0-1 0 0 0,0 0-1 0 0,1 0 1 0 0,-1-1 0 0 0,1 0-1 0 0,0-1 1 0 0,0 0 0 0 0,0 0-1 0 0,1-1 1 0 0,10 0 0 0 0,12-1-1826 0 0,0-2-5322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6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 14283 0 0,'-1'-2'276'0'0,"0"0"0"0"0,0-1 0 0 0,0 1 0 0 0,0 0 0 0 0,0-1 1 0 0,1 1-1 0 0,-1-1 0 0 0,4-4 2733 0 0,3 25-1743 0 0,3 27-531 0 0,-2 1 1 0 0,2 89-1 0 0,2 16-644 0 0,-8-128-247 0 0,2 0 0 0 0,0 0 0 0 0,1 0 0 0 0,14 31-1 0 0,-15-44-1684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7.1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3225 0 0,'4'-2'71'0'0,"-1"0"0"0"0,0 0 1 0 0,1 0-1 0 0,0 1 0 0 0,-1-1 1 0 0,1 1-1 0 0,0 0 0 0 0,0 0 1 0 0,0 0-1 0 0,0 0 0 0 0,0 1 1 0 0,0-1-1 0 0,5 1 0 0 0,54 5 3213 0 0,-57-5-2912 0 0,-1 1 0 0 0,0 1 1 0 0,1-1-1 0 0,-1 1 0 0 0,0 0 0 0 0,0 0 1 0 0,0 0-1 0 0,0 1 0 0 0,-1 0 0 0 0,1 0 1 0 0,-1 0-1 0 0,0 0 0 0 0,1 1 0 0 0,-1-1 1 0 0,-1 1-1 0 0,1 0 0 0 0,-1 1 1 0 0,1-1-1 0 0,-1 1 0 0 0,2 4 0 0 0,-2-3-155 0 0,-1 0-1 0 0,0-1 1 0 0,-1 1-1 0 0,1 0 1 0 0,-1 0-1 0 0,0 1 1 0 0,-1-1-1 0 0,1 0 1 0 0,-1 0-1 0 0,-1 0 1 0 0,1 0-1 0 0,-1 0 1 0 0,0 0-1 0 0,0 0 1 0 0,-1 0-1 0 0,0 0 1 0 0,-4 9-1 0 0,-10 17 181 0 0,-1 0-1 0 0,-2-2 1 0 0,-1 0-1 0 0,-25 29 1 0 0,-29 43-3022 0 0,64-86-4103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7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 3225 0 0,'12'-12'9083'0'0,"13"31"-7094"0"0,0-1-1 0 0,34 18 1 0 0,-34-22-1076 0 0,-1 1 1 0 0,0 1-1 0 0,35 32 0 0 0,-67-56-626 0 0,1 0-1 0 0,0 0 1 0 0,1 0-1 0 0,0-1 0 0 0,0 0 1 0 0,-8-17-1 0 0,13 23-331 0 0,0 0 0 0 0,-1 0 0 0 0,1-1 0 0 0,0 1-1 0 0,0 0 1 0 0,1-1 0 0 0,-1 1 0 0 0,1-1-1 0 0,0 1 1 0 0,0-1 0 0 0,0 1 0 0 0,0-1 0 0 0,1 1-1 0 0,-1-1 1 0 0,1 1 0 0 0,0-1 0 0 0,0 1 0 0 0,0 0-1 0 0,0-1 1 0 0,1 1 0 0 0,-1 0 0 0 0,1 0 0 0 0,0 0-1 0 0,3-5 1 0 0,10-3-2450 0 0,-9 8 824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42 6913 0 0,'0'-2'73'0'0,"0"1"-1"0"0,1-1 0 0 0,-1 1 0 0 0,0-1 0 0 0,0 0 1 0 0,0 1-1 0 0,0-1 0 0 0,0 1 0 0 0,0-1 0 0 0,-1 1 1 0 0,1-1-1 0 0,0 0 0 0 0,-1 1 0 0 0,1-1 0 0 0,-2-1 1 0 0,1 2 130 0 0,1 0 0 0 0,-1 0 0 0 0,0 0 0 0 0,0 0 1 0 0,0 0-1 0 0,0 0 0 0 0,0 0 0 0 0,0 0 1 0 0,0 1-1 0 0,0-1 0 0 0,0 0 0 0 0,0 1 0 0 0,0-1 1 0 0,0 1-1 0 0,0-1 0 0 0,-1 1 0 0 0,1-1 1 0 0,0 1-1 0 0,0 0 0 0 0,-1 0 0 0 0,1-1 0 0 0,0 1 1 0 0,0 0-1 0 0,-1 0 0 0 0,1 1 0 0 0,0-1 1 0 0,-1 0-1 0 0,1 0 0 0 0,0 0 0 0 0,0 1 0 0 0,-1-1 1 0 0,1 1-1 0 0,0-1 0 0 0,0 1 0 0 0,0-1 1 0 0,0 1-1 0 0,0 0 0 0 0,0 0 0 0 0,0-1 0 0 0,0 1 1 0 0,0 0-1 0 0,0 0 0 0 0,-1 2 0 0 0,-4 3-37 0 0,1 0 1 0 0,0 1-1 0 0,0-1 0 0 0,1 1 0 0 0,0 0 0 0 0,0 1 0 0 0,0-1 1 0 0,1 1-1 0 0,1 0 0 0 0,-1 0 0 0 0,1 0 0 0 0,-2 13 0 0 0,4-16-86 0 0,-1 0-1 0 0,1 0 0 0 0,0 1 1 0 0,1-1-1 0 0,-1 0 0 0 0,1 0 1 0 0,0 1-1 0 0,1-1 0 0 0,-1 0 1 0 0,1 0-1 0 0,0 0 0 0 0,0-1 1 0 0,0 1-1 0 0,1 0 0 0 0,0-1 1 0 0,-1 1-1 0 0,2-1 0 0 0,-1 0 1 0 0,0 0-1 0 0,7 5 0 0 0,-3-3-53 0 0,0-1 0 0 0,0 1 0 0 0,1-2 0 0 0,-1 1 0 0 0,1-1 0 0 0,0-1-1 0 0,0 1 1 0 0,0-1 0 0 0,1 0 0 0 0,-1-1 0 0 0,1 0 0 0 0,9 1 0 0 0,-15-3-16 0 0,0 0 0 0 0,1 0 0 0 0,-1 0 1 0 0,0 0-1 0 0,1-1 0 0 0,-1 1 1 0 0,0-1-1 0 0,1 0 0 0 0,-1 0 0 0 0,0 0 1 0 0,0 0-1 0 0,0-1 0 0 0,0 1 1 0 0,0-1-1 0 0,0 0 0 0 0,0 0 0 0 0,-1 0 1 0 0,1 0-1 0 0,-1 0 0 0 0,1 0 1 0 0,-1-1-1 0 0,0 1 0 0 0,0-1 0 0 0,0 0 1 0 0,0 0-1 0 0,0 0 0 0 0,-1 0 1 0 0,1 0-1 0 0,-1 0 0 0 0,0 0 0 0 0,0 0 1 0 0,0 0-1 0 0,0-1 0 0 0,0-3 1 0 0,0 1 33 0 0,0 0 0 0 0,-1 0 1 0 0,0 0-1 0 0,0 0 0 0 0,0 0 1 0 0,0 0-1 0 0,-1 0 0 0 0,0 0 1 0 0,-1 0-1 0 0,1 0 1 0 0,-1 1-1 0 0,0-1 0 0 0,0 1 1 0 0,-1-1-1 0 0,0 1 0 0 0,-6-10 1 0 0,3 7-282 0 0,-1-1-1 0 0,0 1 1 0 0,-11-10 0 0 0,-26-16-5792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3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278 4 2737 0 0,'-6'-1'18'0'0,"-1"0"1"0"0,0 0-1 0 0,0 0 1 0 0,0 1-1 0 0,0 0 1 0 0,1 1 0 0 0,-1-1-1 0 0,0 1 1 0 0,0 0-1 0 0,0 1 1 0 0,-8 3-1 0 0,9-4 0 0 0,-6 3 420 0 0,0-1 1 0 0,1 2-1 0 0,0 0 0 0 0,0 0 1 0 0,-16 11-1 0 0,18-10 497 0 0,0 0 0 0 0,0 1 0 0 0,1 0 0 0 0,0 0 0 0 0,0 1 1 0 0,1 0-1 0 0,0 0 0 0 0,0 1 0 0 0,1 0 0 0 0,-10 19 0 0 0,15-25-724 0 0,0 1 0 0 0,1 0 1 0 0,-1 0-1 0 0,1 0 0 0 0,0 0 1 0 0,0 0-1 0 0,0-1 0 0 0,0 1 1 0 0,0 0-1 0 0,1 0 1 0 0,0 0-1 0 0,0 0 0 0 0,0-1 1 0 0,0 1-1 0 0,1 0 0 0 0,0-1 1 0 0,-1 0-1 0 0,1 1 0 0 0,0-1 1 0 0,1 0-1 0 0,2 5 0 0 0,8 8 120 0 0,1-1-1 0 0,25 24 1 0 0,-35-36-174 0 0,1 2-74 0 0,0 0 0 0 0,1-1 0 0 0,-1 1-1 0 0,1-1 1 0 0,12 6 0 0 0,-15-9-203 0 0,-1-1 1 0 0,0 1 0 0 0,0 0-1 0 0,0-1 1 0 0,0 1-1 0 0,0-1 1 0 0,0 0-1 0 0,1 0 1 0 0,-1 0 0 0 0,0 0-1 0 0,0 0 1 0 0,0 0-1 0 0,1-1 1 0 0,-1 1-1 0 0,0-1 1 0 0,0 1 0 0 0,0-1-1 0 0,0 0 1 0 0,0 0-1 0 0,0 0 1 0 0,0 0-1 0 0,0 0 1 0 0,2-2-1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0 342 1840 0 0,'3'1'91'0'0,"-1"0"-1"0"0,0-1 0 0 0,1 1 0 0 0,-1-1 1 0 0,1 1-1 0 0,-1-1 0 0 0,1 0 1 0 0,-1 0-1 0 0,1 0 0 0 0,-1 0 0 0 0,1 0 1 0 0,-1-1-1 0 0,1 1 0 0 0,-1-1 0 0 0,0 1 1 0 0,5-3-1 0 0,41-17 3049 0 0,-44 17-2808 0 0,6-1 303 0 0,-1-2 0 0 0,-1 1 0 0 0,1-1-1 0 0,-1 0 1 0 0,0-1 0 0 0,0 0-1 0 0,-1 0 1 0 0,0-1 0 0 0,0 0-1 0 0,-1 0 1 0 0,0-1 0 0 0,0 0 0 0 0,-1 0-1 0 0,0 0 1 0 0,6-18 0 0 0,-9 21-536 0 0,0 0 1 0 0,0-1-1 0 0,-1 1 0 0 0,0-1 1 0 0,0 0-1 0 0,-1 1 1 0 0,0-1-1 0 0,0 0 1 0 0,0 1-1 0 0,-1-1 1 0 0,0 0-1 0 0,0 1 0 0 0,0-1 1 0 0,-1 1-1 0 0,0-1 1 0 0,-1 1-1 0 0,1 0 1 0 0,-1 0-1 0 0,-1 0 1 0 0,1 0-1 0 0,-1 1 0 0 0,0-1 1 0 0,0 1-1 0 0,0 0 1 0 0,-7-6-1 0 0,9 9-60 0 0,1 1-1 0 0,0 0 1 0 0,-1-1 0 0 0,1 1-1 0 0,-1 0 1 0 0,1 0 0 0 0,-1 0-1 0 0,0 0 1 0 0,1 0-1 0 0,-1 0 1 0 0,0 1 0 0 0,0-1-1 0 0,1 1 1 0 0,-1-1 0 0 0,0 1-1 0 0,0-1 1 0 0,0 1 0 0 0,0 0-1 0 0,0 0 1 0 0,0 0-1 0 0,1 0 1 0 0,-1 0 0 0 0,0 1-1 0 0,-3 0 1 0 0,2 0 9 0 0,0 1 0 0 0,0 0 0 0 0,1-1 0 0 0,-1 1 0 0 0,0 0 0 0 0,1 1 0 0 0,-1-1 0 0 0,1 0 0 0 0,0 1 0 0 0,0-1 0 0 0,0 1 0 0 0,0 0 0 0 0,-1 3 0 0 0,-3 3 4 0 0,2 1 0 0 0,-1 0 0 0 0,1 1 0 0 0,1-1 0 0 0,0 0 0 0 0,0 1 0 0 0,-1 21 0 0 0,4-25-24 0 0,0 0-1 0 0,1 0 0 0 0,0 0 0 0 0,1 0 1 0 0,-1 1-1 0 0,1-1 0 0 0,1-1 0 0 0,-1 1 1 0 0,1 0-1 0 0,0-1 0 0 0,1 1 0 0 0,0-1 1 0 0,0 0-1 0 0,0 0 0 0 0,0-1 1 0 0,1 1-1 0 0,0-1 0 0 0,11 9 0 0 0,-8-7-286 0 0,0-1-1 0 0,1 0 0 0 0,0-1 1 0 0,0 0-1 0 0,14 5 0 0 0,-14-6-944 0 0,1-1-1 0 0,-1 0 1 0 0,1-1-1 0 0,-1 0 1 0 0,18 0 0 0 0,-6-1-4519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8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110 132 3225 0 0,'2'-2'74'0'0,"4"-10"7"0"0,1 0-1 0 0,8-23 0 0 0,-14 32 161 0 0,0 1 0 0 0,0-1-1 0 0,0 0 1 0 0,0 0 0 0 0,-1 1-1 0 0,1-1 1 0 0,-1 0 0 0 0,0 0 0 0 0,0 0-1 0 0,0 0 1 0 0,0 1 0 0 0,-1-1-1 0 0,1 0 1 0 0,-1 0 0 0 0,0 1 0 0 0,1-1-1 0 0,-1 0 1 0 0,-1 1 0 0 0,1-1-1 0 0,-2-3 1 0 0,2 5-92 0 0,1 0 0 0 0,-1 0-1 0 0,0 1 1 0 0,1-1 0 0 0,-1 0 0 0 0,0 1-1 0 0,0-1 1 0 0,1 1 0 0 0,-1-1 0 0 0,0 1-1 0 0,0-1 1 0 0,0 1 0 0 0,0 0 0 0 0,1-1-1 0 0,-1 1 1 0 0,0 0 0 0 0,0 0-1 0 0,0 0 1 0 0,0 0 0 0 0,0-1 0 0 0,0 1-1 0 0,0 0 1 0 0,0 1 0 0 0,-1-1 0 0 0,0 0 114 0 0,-1 1 1 0 0,0 0-1 0 0,1 0 1 0 0,0 0-1 0 0,-1 0 1 0 0,1 0-1 0 0,0 1 0 0 0,-4 2 1 0 0,-3 3 377 0 0,1 1 0 0 0,0 0 0 0 0,-7 9 0 0 0,9-10-380 0 0,0 0 0 0 0,1 0-1 0 0,0 1 1 0 0,1-1 0 0 0,0 1 0 0 0,0 0 0 0 0,0 1 0 0 0,1-1-1 0 0,-3 12 1 0 0,5-16-236 0 0,1 0 0 0 0,-1 0 0 0 0,1 1-1 0 0,0-1 1 0 0,0 0 0 0 0,1 0 0 0 0,-1 0 0 0 0,1 0 0 0 0,0 0-1 0 0,0 0 1 0 0,0 0 0 0 0,0 0 0 0 0,1 0 0 0 0,0 0 0 0 0,-1-1-1 0 0,1 1 1 0 0,1 0 0 0 0,-1-1 0 0 0,1 0 0 0 0,-1 1 0 0 0,1-1 0 0 0,4 3-1 0 0,7 6 22 0 0,0-1-1 0 0,1-1 0 0 0,1 0 1 0 0,-1-1-1 0 0,22 9 1 0 0,15 8 113 0 0,-51-26-155 0 0,1 1-1 0 0,-1-1 0 0 0,1 1 1 0 0,-1 0-1 0 0,1 0 0 0 0,-1 0 1 0 0,0-1-1 0 0,1 1 0 0 0,-1 1 0 0 0,0-1 1 0 0,0 0-1 0 0,0 0 0 0 0,0 0 1 0 0,0 0-1 0 0,0 1 0 0 0,0-1 1 0 0,0 1-1 0 0,0-1 0 0 0,-1 0 0 0 0,1 1 1 0 0,-1 0-1 0 0,1-1 0 0 0,-1 1 1 0 0,1-1-1 0 0,-1 1 0 0 0,0-1 1 0 0,0 1-1 0 0,0 0 0 0 0,0-1 0 0 0,0 1 1 0 0,0-1-1 0 0,0 1 0 0 0,0 0 1 0 0,-1-1-1 0 0,1 1 0 0 0,-1-1 1 0 0,1 1-1 0 0,-1-1 0 0 0,0 1 0 0 0,1-1 1 0 0,-1 1-1 0 0,0-1 0 0 0,0 0 1 0 0,-1 2-1 0 0,-6 6-92 0 0,0 0 1 0 0,-1-1-1 0 0,0 0 0 0 0,-19 14 1 0 0,15-13-348 0 0,-5 5-458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2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0 3209 0 0,'-63'60'10040'0'0,"54"-49"-9496"0"0,0 0 1 0 0,1 0 0 0 0,-7 12-1 0 0,13-19-341 0 0,0 0-1 0 0,0 0 0 0 0,0 0 1 0 0,1 0-1 0 0,0 0 0 0 0,-1 0 0 0 0,1 0 1 0 0,1 0-1 0 0,-1 0 0 0 0,1 0 1 0 0,-1 1-1 0 0,1 3 0 0 0,1-5-170 0 0,0-1 0 0 0,-1 0 0 0 0,1 1 0 0 0,0-1 0 0 0,0 0 0 0 0,1 1 0 0 0,-1-1 0 0 0,0 0 0 0 0,1 0 0 0 0,-1 0 0 0 0,1 0 0 0 0,0 0 0 0 0,0-1 0 0 0,0 1 0 0 0,0 0 0 0 0,0-1 0 0 0,0 1 0 0 0,0-1 0 0 0,0 0 0 0 0,4 2 0 0 0,7 3-80 0 0,0-1 0 0 0,22 5-1 0 0,-11-3 210 0 0,-16-4-140 0 0,-1 0 0 0 0,1 1 0 0 0,0-1-1 0 0,-1 1 1 0 0,0 1 0 0 0,0-1 0 0 0,0 1-1 0 0,0 1 1 0 0,-1-1 0 0 0,0 1-1 0 0,8 9 1 0 0,-12-12-7 0 0,1 1-1 0 0,-1 0 1 0 0,0 0-1 0 0,0 0 1 0 0,0 0-1 0 0,0 0 1 0 0,-1 0-1 0 0,0 1 1 0 0,0-1 0 0 0,0 0-1 0 0,0 1 1 0 0,-1-1-1 0 0,1 1 1 0 0,-1-1-1 0 0,0 1 1 0 0,-1-1-1 0 0,1 1 1 0 0,-1-1-1 0 0,0 1 1 0 0,0-1-1 0 0,0 0 1 0 0,-4 8-1 0 0,1-3 30 0 0,0-1-1 0 0,0 1 0 0 0,-1-1 0 0 0,0 0 0 0 0,-8 9 0 0 0,-8 4-5492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6913 0 0,'1'-1'118'0'0,"-1"0"-1"0"0,0 0 0 0 0,1 1 0 0 0,-1-1 0 0 0,1 0 0 0 0,-1 0 0 0 0,1 1 0 0 0,-1-1 1 0 0,1 0-1 0 0,0 1 0 0 0,-1-1 0 0 0,1 1 0 0 0,0-1 0 0 0,-1 1 0 0 0,1-1 0 0 0,0 1 0 0 0,0-1 1 0 0,-1 1-1 0 0,1 0 0 0 0,0-1 0 0 0,0 1 0 0 0,0 0 0 0 0,0 0 0 0 0,-1-1 0 0 0,1 1 0 0 0,0 0 1 0 0,0 0-1 0 0,0 0 0 0 0,0 0 0 0 0,0 0 0 0 0,0 0 0 0 0,-1 1 0 0 0,1-1 0 0 0,0 0 0 0 0,0 0 1 0 0,0 1-1 0 0,0-1 0 0 0,-1 0 0 0 0,1 1 0 0 0,0-1 0 0 0,0 1 0 0 0,-1-1 0 0 0,1 1 0 0 0,0-1 1 0 0,-1 1-1 0 0,1-1 0 0 0,0 1 0 0 0,0 1 0 0 0,1 1 320 0 0,0 0-1 0 0,-1 0 1 0 0,1 0-1 0 0,-1 0 1 0 0,1 0-1 0 0,-1 0 1 0 0,0 0-1 0 0,-1 0 1 0 0,1 1-1 0 0,0-1 1 0 0,0 7-1 0 0,-11 112 3818 0 0,1-31-3896 0 0,8-70-2498 0 0,1-1-1 0 0,4 31 1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39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71 10594 0 0,'0'-25'472'0'0,"0"9"96"0"0,1 2-455 0 0,1 9-113 0 0,-2 2 0 0 0,0 0 0 0 0,1 2-513 0 0,2-3-799 0 0,-1 11-80 0 0,-2 4 656 0 0,0 7 0 0 0,0-1-1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0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32 2304 0 0,'21'-17'-279'0'0,"-19"15"906"0"0,1 0-1 0 0,0 1 0 0 0,0-1 0 0 0,0 1 0 0 0,0-1 0 0 0,0 1 0 0 0,0 0 1 0 0,6-1-1 0 0,-7 2-286 0 0,0 0 1 0 0,0 0-1 0 0,0 0 1 0 0,0 0-1 0 0,0 1 1 0 0,0-1-1 0 0,0 1 1 0 0,0-1-1 0 0,0 1 1 0 0,0 0-1 0 0,0-1 1 0 0,0 1-1 0 0,0 0 1 0 0,-1 0-1 0 0,1 1 1 0 0,0-1-1 0 0,-1 0 0 0 0,1 0 1 0 0,-1 1-1 0 0,1-1 1 0 0,-1 1-1 0 0,0 0 1 0 0,1-1-1 0 0,-1 1 1 0 0,0 0-1 0 0,0 0 1 0 0,1 3-1 0 0,1 2 56 0 0,0 0-1 0 0,-1 0 0 0 0,0 0 0 0 0,-1 0 1 0 0,1 0-1 0 0,-2 0 0 0 0,1 0 1 0 0,-1 0-1 0 0,1 1 0 0 0,-3 9 0 0 0,3 32 260 0 0,-1-49-655 0 0,0 1 0 0 0,0-1 1 0 0,1 1-1 0 0,-1 0 0 0 0,0-1 1 0 0,0 1-1 0 0,0-1 0 0 0,0 1 0 0 0,1-1 1 0 0,-1 1-1 0 0,0-1 0 0 0,0 1 1 0 0,1-1-1 0 0,-1 1 0 0 0,0-1 1 0 0,1 1-1 0 0,-1-1 0 0 0,1 1 0 0 0,-1-1 1 0 0,1 0-1 0 0,-1 1 0 0 0,1-1 1 0 0,-1 0-1 0 0,1 1 0 0 0,-1-1 0 0 0,1 0 1 0 0,-1 0-1 0 0,1 1 0 0 0,0-1 1 0 0,20-3 14 0 0,21-21-86 0 0,-39 22 43 0 0,52-40-255 0 0,-44 32 197 0 0,1 0 0 0 0,0 1 0 0 0,1 0 0 0 0,0 1 0 0 0,1 0 0 0 0,15-6 0 0 0,-28 14 90 0 0,0 0 0 0 0,0-1 0 0 0,0 1 1 0 0,-1 0-1 0 0,1 0 0 0 0,0 0 1 0 0,0 0-1 0 0,0 0 0 0 0,0 0 0 0 0,0 0 1 0 0,-1 0-1 0 0,1 0 0 0 0,0 0 0 0 0,0 0 1 0 0,0 1-1 0 0,0-1 0 0 0,-1 0 1 0 0,1 1-1 0 0,0-1 0 0 0,0 1 0 0 0,-1-1 1 0 0,1 0-1 0 0,0 1 0 0 0,0 0 1 0 0,0 0-1 0 0,1 1 24 0 0,0 1 1 0 0,-1-1 0 0 0,1 0-1 0 0,-1 1 1 0 0,0-1-1 0 0,0 0 1 0 0,0 1-1 0 0,1 4 1 0 0,1 6 135 0 0,-1 0 0 0 0,2 22 0 0 0,-4-31-143 0 0,1 8-89 0 0,1 22 416 0 0,10 48-1 0 0,-10-72-693 0 0,0-1-1 0 0,1 0 0 0 0,0 0 0 0 0,1 0 0 0 0,0 0 0 0 0,0 0 0 0 0,1-1 0 0 0,0 0 0 0 0,0 0 0 0 0,7 8 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0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227 1 3681 0 0,'-4'0'282'0'0,"1"0"-1"0"0,-1 0 1 0 0,0 0 0 0 0,0 0 0 0 0,0 1-1 0 0,1-1 1 0 0,-1 1 0 0 0,0 0 0 0 0,1 0 0 0 0,-1 0-1 0 0,0 1 1 0 0,1-1 0 0 0,0 1 0 0 0,-1 0-1 0 0,1 0 1 0 0,-5 3 0 0 0,-8 7 1320 0 0,-26 25 0 0 0,37-32-1306 0 0,-7 6 200 0 0,1 1 0 0 0,0 0 0 0 0,1 1 0 0 0,1 0 0 0 0,0 1 0 0 0,-10 18 0 0 0,17-28-402 0 0,0 1 1 0 0,-1 0-1 0 0,1 0 0 0 0,1-1 0 0 0,-1 1 1 0 0,1 1-1 0 0,0-1 0 0 0,0 0 1 0 0,0 0-1 0 0,1 0 0 0 0,0 1 1 0 0,0-1-1 0 0,0 0 0 0 0,1 0 1 0 0,0 0-1 0 0,0 1 0 0 0,0-1 1 0 0,0 0-1 0 0,1 0 0 0 0,0 0 1 0 0,0-1-1 0 0,0 1 0 0 0,4 5 0 0 0,-5-9-68 0 0,0 1-1 0 0,0 0 0 0 0,0-1 0 0 0,0 1 1 0 0,0-1-1 0 0,1 1 0 0 0,-1-1 0 0 0,1 0 0 0 0,-1 1 1 0 0,1-1-1 0 0,-1 0 0 0 0,1 0 0 0 0,0 0 0 0 0,0 0 1 0 0,-1-1-1 0 0,1 1 0 0 0,0 0 0 0 0,0-1 1 0 0,0 1-1 0 0,0-1 0 0 0,0 0 0 0 0,3 1 0 0 0,-2-2 9 0 0,0 0-1 0 0,-1 1 0 0 0,1-1 0 0 0,0 0 0 0 0,-1-1 1 0 0,1 1-1 0 0,-1 0 0 0 0,0-1 0 0 0,1 1 0 0 0,-1-1 1 0 0,0 0-1 0 0,0 0 0 0 0,0 1 0 0 0,2-4 1 0 0,7-9 106 0 0,-1 1 0 0 0,-1-2 0 0 0,0 1 0 0 0,7-18 0 0 0,-13 26-101 0 0,14-30 142 0 0,-8 16 293 0 0,1 0 0 0 0,21-32-1 0 0,-27 47-384 0 0,0 0-1 0 0,0-1 1 0 0,1 2-1 0 0,0-1 1 0 0,0 0-1 0 0,0 1 1 0 0,1 0-1 0 0,-1 0 1 0 0,1 1-1 0 0,0-1 0 0 0,0 1 1 0 0,0 1-1 0 0,9-4 1 0 0,-13 6-77 0 0,1-1-1 0 0,0 1 1 0 0,-1 0 0 0 0,1 0 0 0 0,0 0-1 0 0,0 0 1 0 0,-1 0 0 0 0,1 1 0 0 0,0-1-1 0 0,0 1 1 0 0,-1 0 0 0 0,1 0 0 0 0,-1 0-1 0 0,1 0 1 0 0,-1 0 0 0 0,1 0-1 0 0,-1 1 1 0 0,1-1 0 0 0,-1 1 0 0 0,0 0-1 0 0,0-1 1 0 0,0 1 0 0 0,0 0 0 0 0,0 0-1 0 0,-1 0 1 0 0,1 1 0 0 0,0-1 0 0 0,-1 0-1 0 0,0 1 1 0 0,2 2 0 0 0,4 8-1 0 0,-1 0 1 0 0,0 0-1 0 0,-1 1 1 0 0,4 17-1 0 0,-3-8 10 0 0,-1 1-1 0 0,0 0 1 0 0,-2 0-1 0 0,-1 0 1 0 0,-1 0-1 0 0,-1 0 1 0 0,-1 1-1 0 0,-9 46 1 0 0,6-55 16 0 0,0 0 1 0 0,-1 0 0 0 0,-1 0 0 0 0,-1-1 0 0 0,0 0 0 0 0,-1 0 0 0 0,0 0 0 0 0,-1-1 0 0 0,-1-1-1 0 0,0 1 1 0 0,-1-2 0 0 0,-1 1 0 0 0,-22 18 0 0 0,12-14 244 0 0,-1-1 1 0 0,-46 26-1 0 0,57-36-249 0 0,0-1 0 0 0,0 0 0 0 0,-1-1-1 0 0,1 0 1 0 0,-1-1 0 0 0,1 0 0 0 0,-1-1 0 0 0,-18 0 0 0 0,12-4-257 0 0,3-9-7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3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4049 3 2761 0 0,'-7'-1'147'0'0,"1"0"0"0"0,-1 1 0 0 0,1-1 0 0 0,-1 1 0 0 0,1 0 0 0 0,-1 1 0 0 0,0 0 1 0 0,-12 3-1 0 0,8-2 130 0 0,-30 7 517 0 0,-13 2 4620 0 0,156-1-1133 0 0,164-25-1585 0 0,-181 6-2078 0 0,0 5 0 0 0,1 3 0 0 0,90 11 0 0 0,-119-2-381 0 0,94 28 0 0 0,-122-27-171 0 0,-1 1 1 0 0,0 1 0 0 0,0 2-1 0 0,51 32 1 0 0,-73-40-60 0 0,1 0 0 0 0,-1 0 0 0 0,0 0 1 0 0,0 0-1 0 0,-1 1 0 0 0,0 0 0 0 0,0 1 1 0 0,0-1-1 0 0,-1 1 0 0 0,1-1 0 0 0,-2 1 0 0 0,1 1 1 0 0,-1-1-1 0 0,4 13 0 0 0,-5-9 30 0 0,0-1-1 0 0,-1 1 0 0 0,0 0 1 0 0,-1 0-1 0 0,0-1 0 0 0,0 1 1 0 0,-1 0-1 0 0,-1 0 1 0 0,-4 17-1 0 0,-5 5 76 0 0,-2 0-1 0 0,-1-1 1 0 0,-1 0-1 0 0,-2-2 1 0 0,-31 45-1 0 0,-5-1 111 0 0,-105 111-1 0 0,-81 52-200 0 0,198-198 41 0 0,-3 2 5 0 0,-3-2 1 0 0,-70 44-1 0 0,-113 49 146 0 0,83-54-171 0 0,-329 163 253 0 0,29-55-319 0 0,-69 38-42 0 0,185-74 49 0 0,-81-2 9 0 0,282-105 3 0 0,-351 106 5 0 0,320-108 31 0 0,-80 24 5 0 0,47 9-87 0 0,62-21 35 0 0,90-38 29 0 0,1 1 1 0 0,1 3-1 0 0,1 1 0 0 0,0 2 1 0 0,-42 32-1 0 0,64-39 49 0 0,0 1 0 0 0,-17 22 0 0 0,19-20 25 0 0,-32 28 0 0 0,47-45-96 0 0,-1-1 1 0 0,1 0-1 0 0,0 1 0 0 0,-1-1 1 0 0,1 0-1 0 0,0 1 0 0 0,0-1 0 0 0,-1 0 1 0 0,1 0-1 0 0,-1 1 0 0 0,1-1 1 0 0,0 0-1 0 0,-1 0 0 0 0,1 0 1 0 0,-1 1-1 0 0,1-1 0 0 0,0 0 1 0 0,-1 0-1 0 0,1 0 0 0 0,-1 0 0 0 0,1 0 1 0 0,0 0-1 0 0,-1 0 0 0 0,1 0 1 0 0,-1 0-1 0 0,1 0 0 0 0,-1 0 1 0 0,1 0-1 0 0,0 0 0 0 0,-1-1 0 0 0,1 1 1 0 0,-1 0-1 0 0,0 0 0 0 0,-3-16-237 0 0,9-29-2676 0 0,-5 38 1169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1:44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39 164 3209 0 0,'-3'-11'974'0'0,"0"0"0"0"0,0 0 0 0 0,0-17 0 0 0,1-34 6760 0 0,2 58-7144 0 0,0 3-241 0 0,0-1 0 0 0,-1 1 1 0 0,1 0-1 0 0,-1 0 1 0 0,1 0-1 0 0,0 0 0 0 0,-1 0 1 0 0,0 0-1 0 0,1 0 1 0 0,-1 0-1 0 0,0 0 0 0 0,1 1 1 0 0,-1-1-1 0 0,0 0 1 0 0,0 0-1 0 0,0 1 0 0 0,-1-2 1 0 0,1 1-306 0 0,0 1 1 0 0,0-1 0 0 0,0 0 0 0 0,0 0 0 0 0,0 1-1 0 0,1-1 1 0 0,-1 0 0 0 0,0 0 0 0 0,1 0-1 0 0,-1 0 1 0 0,0 0 0 0 0,1 0 0 0 0,-1 0-1 0 0,1 0 1 0 0,0 0 0 0 0,-1-3 1342 0 0,2 8-1334 0 0,6 26-47 0 0,-1 0 0 0 0,-2 0 0 0 0,2 39 0 0 0,-8 96 22 0 0,0-101-16 0 0,10 122-1 0 0,-3-158-11 0 0,9 36 0 0 0,-12-56 0 0 0,0 0 0 0 0,1 0 0 0 0,0-1 0 0 0,1 1 0 0 0,-1-1 0 0 0,2 1 0 0 0,-1-1 0 0 0,1 0 0 0 0,6 6 0 0 0,-9-11 7 0 0,1 0 0 0 0,0 0 0 0 0,0 0 0 0 0,0 0 0 0 0,0-1 0 0 0,0 1 0 0 0,0-1 0 0 0,0 0 0 0 0,1 0 0 0 0,-1 0 0 0 0,0-1 0 0 0,1 1 0 0 0,-1-1 0 0 0,1 0 0 0 0,-1 0 0 0 0,0 0 0 0 0,1 0 0 0 0,6-1 0 0 0,7-3 52 0 0,-1 1 0 0 0,25-10-1 0 0,-25 8-47 0 0,80-33 182 0 0,-72 27-112 0 0,0 0 0 0 0,0 2 0 0 0,1 2 0 0 0,34-8 0 0 0,-58 15-115 0 0,0-1 0 0 0,0 1 0 0 0,0 0 0 0 0,0 0 1 0 0,0-1-1 0 0,0 1 0 0 0,0 0 0 0 0,0 0 0 0 0,0 0 0 0 0,0 0 1 0 0,0 0-1 0 0,0 0 0 0 0,0 1 0 0 0,0-1 0 0 0,0 0 0 0 0,0 0 1 0 0,0 1-1 0 0,0-1 0 0 0,0 1 0 0 0,0-1 0 0 0,0 1 1 0 0,0-1-1 0 0,0 1 0 0 0,0-1 0 0 0,0 1 0 0 0,0 0 0 0 0,-1 0 1 0 0,1-1-1 0 0,0 1 0 0 0,-1 0 0 0 0,1 0 0 0 0,0 0 0 0 0,-1 0 1 0 0,1 0-1 0 0,-1 0 0 0 0,0 0 0 0 0,1 0 0 0 0,-1 0 1 0 0,0 0-1 0 0,1 0 0 0 0,-1 0 0 0 0,0 2 0 0 0,1-2-257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39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0 14747 0 0,'-1'188'4530'0'0,"-6"310"-4543"0"0,-25 204 155 0 0,-2 126 16 0 0,62 2088 498 0 0,4-1740 257 0 0,-73 0 527 0 0,27-1012-1271 0 0,-23 459 406 0 0,37-591-587 0 0,3 80 63 0 0,-2-96-105 0 0,1-1 1 0 0,0 0-1 0 0,2 0 0 0 0,-1-1 1 0 0,8 18-1 0 0,0-12-1623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66 328 11058 0 0,'-1'0'16'0'0,"-4"-1"43"0"0,-1 1 0 0 0,1 0 0 0 0,0 1 0 0 0,0-1 0 0 0,-1 1 0 0 0,1 0-1 0 0,-5 2 1 0 0,8-2-59 0 0,1 0 0 0 0,0-1 0 0 0,0 1 0 0 0,0 0-1 0 0,0 0 1 0 0,0 0 0 0 0,0 0 0 0 0,0 0-1 0 0,0 0 1 0 0,0 0 0 0 0,1 0 0 0 0,-1 0 0 0 0,0 1-1 0 0,1-1 1 0 0,-1 0 0 0 0,1 0 0 0 0,-1 1 0 0 0,1-1-1 0 0,-1 0 1 0 0,1 0 0 0 0,0 1 0 0 0,0-1 0 0 0,0 1-1 0 0,0-1 1 0 0,0 0 0 0 0,0 1 0 0 0,0-1 0 0 0,0 0-1 0 0,0 1 1 0 0,1-1 0 0 0,-1 0 0 0 0,1 3-1 0 0,1 0 12 0 0,0 0 0 0 0,-1 1 0 0 0,1-1 0 0 0,1 0 0 0 0,-1-1 0 0 0,1 1 0 0 0,-1 0 0 0 0,1-1 0 0 0,0 1 0 0 0,0-1 0 0 0,0 0 0 0 0,1 0 1 0 0,-1 0-1 0 0,1-1 0 0 0,0 1 0 0 0,0-1 0 0 0,0 0 0 0 0,0 0 0 0 0,4 2 0 0 0,12 3 89 0 0,-1 0 0 0 0,35 7 0 0 0,3-3 121 0 0,1-2 1 0 0,0-3-1 0 0,0-3 1 0 0,78-5 0 0 0,231-37 258 0 0,-363 39-476 0 0,1582-168 1916 0 0,-473 85-1629 0 0,1417-71 665 0 0,-2237 144-468 0 0,926-27 1724 0 0,-4 33-1507 0 0,-536 58-589 0 0,-390-13-3562 0 0,-216-30-2757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1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9902 0 17972 0 0,'-4'0'184'0'0,"1"1"0"0"0,-1-1 0 0 0,1 0-1 0 0,-1 1 1 0 0,1 0 0 0 0,-1 0 0 0 0,1 0 0 0 0,0 0 0 0 0,-1 0 0 0 0,-3 3 0 0 0,4-2-412 0 0,0 0 0 0 0,1 0 1 0 0,0 1-1 0 0,0-1 0 0 0,0 1 1 0 0,0 0-1 0 0,-3 5 0 0 0,-28 52-102 0 0,3 1 0 0 0,3 2 0 0 0,2 0 0 0 0,3 2 1 0 0,4 1-1 0 0,-17 104 0 0 0,11 10 434 0 0,1 225 1 0 0,34 116 2351 0 0,31-1-567 0 0,-6-70-1447 0 0,-7 365 254 0 0,-33 2-51 0 0,3-791-645 0 0,17 617 244 0 0,28-1-110 0 0,4 67 676 0 0,-35-401-894 0 0,38 509 8 0 0,-31-663 126 0 0,7-1-1 0 0,6-1 1 0 0,93 260 0 0 0,-115-385-1 0 0,2 0 0 0 0,0 0 1 0 0,2-2-1 0 0,1 0 0 0 0,1 0 1 0 0,1-2-1 0 0,42 43 0 0 0,-59-64-79 0 0,1-1 0 0 0,0 0 0 0 0,0 1-1 0 0,0-1 1 0 0,0 0 0 0 0,0 0 0 0 0,0 0-1 0 0,0 0 1 0 0,4 2 0 0 0,-84-13 326 0 0,-48 2-520 0 0,-1 5 0 0 0,1 5 0 0 0,-147 22 0 0 0,-613 96 47 0 0,555-72 143 0 0,-1132 126-366 0 0,1430-171 404 0 0,-1129 82-526 0 0,163-9 394 0 0,861-62 138 0 0,-495 43 91 0 0,-5-53-30 0 0,174-40-161 0 0,-304-12-60 0 0,351 46 515 0 0,-387-10 222 0 0,604 5-284 0 0,-191-14 585 0 0,373 19-1051 0 0,-1 0 0 0 0,1-1 0 0 0,0 0 0 0 0,0-2 0 0 0,0 0 0 0 0,0-1 0 0 0,1-1 0 0 0,0-1 0 0 0,-17-10 0 0 0,8-2-7760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2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226 622 6913 0 0,'-19'1'642'0'0,"0"-2"-1"0"0,0 0 1 0 0,0-1-1 0 0,-35-8 0 0 0,49 9-401 0 0,0-1-1 0 0,0 0 1 0 0,0-1-1 0 0,0 1 0 0 0,1-1 1 0 0,-1 0-1 0 0,1 0 1 0 0,-1 0-1 0 0,1 0 1 0 0,0-1-1 0 0,0 0 1 0 0,1 0-1 0 0,-1 0 0 0 0,1 0 1 0 0,0-1-1 0 0,0 1 1 0 0,0-1-1 0 0,1 0 1 0 0,-1 1-1 0 0,1-1 0 0 0,0 0 1 0 0,-1-6-1 0 0,1 1-88 0 0,-1-1 0 0 0,1 1 1 0 0,1-1-1 0 0,0 0 0 0 0,1 1 0 0 0,0-1 0 0 0,0 0 0 0 0,1 0 0 0 0,0 1 0 0 0,4-13 0 0 0,0 7-62 0 0,0 1 1 0 0,0 0-1 0 0,2 1 0 0 0,0-1 1 0 0,0 1-1 0 0,13-16 0 0 0,2 1-92 0 0,2 1 0 0 0,1 1 1 0 0,1 1-1 0 0,1 1 0 0 0,37-26 0 0 0,-46 38-4 0 0,1 0 0 0 0,0 1 0 0 0,1 1 0 0 0,34-13 0 0 0,-46 21 6 0 0,0 0-1 0 0,0 1 0 0 0,0 1 0 0 0,0-1 0 0 0,1 1 0 0 0,16 0 0 0 0,-21 2 2 0 0,1-1-1 0 0,-1 1 1 0 0,0 0 0 0 0,1 0-1 0 0,-1 0 1 0 0,0 0-1 0 0,1 1 1 0 0,-1 0 0 0 0,0 0-1 0 0,0 0 1 0 0,0 0 0 0 0,-1 1-1 0 0,8 5 1 0 0,-7-4-18 0 0,0 1 1 0 0,-1 0-1 0 0,1 0 0 0 0,-1 0 1 0 0,0 0-1 0 0,-1 1 0 0 0,1-1 1 0 0,-1 1-1 0 0,0-1 0 0 0,0 1 1 0 0,-1 0-1 0 0,1 0 0 0 0,-2 0 1 0 0,1 0-1 0 0,0 0 1 0 0,-1 0-1 0 0,-1 10 0 0 0,-1 11-115 0 0,-1 0 0 0 0,-10 39 1 0 0,12-63 128 0 0,-45 159-376 0 0,-2 1 263 0 0,43-137 127 0 0,0 0-1 0 0,2 1 1 0 0,0-1 0 0 0,2 35 0 0 0,2-54-11 0 0,-1 0 1 0 0,1 0 0 0 0,0 0 0 0 0,0 0-1 0 0,1 0 1 0 0,0 0 0 0 0,1 0-1 0 0,-1 0 1 0 0,1-1 0 0 0,0 1 0 0 0,1-1-1 0 0,8 11 1 0 0,-9-13-4 0 0,1 0 0 0 0,0 0-1 0 0,0-1 1 0 0,1 1 0 0 0,-1-1 0 0 0,1 0-1 0 0,0-1 1 0 0,0 1 0 0 0,0-1 0 0 0,0 0-1 0 0,0 0 1 0 0,0 0 0 0 0,0-1 0 0 0,1 1-1 0 0,-1-1 1 0 0,1-1 0 0 0,7 1 0 0 0,5-1 189 0 0,1-1 0 0 0,-1 0 1 0 0,1-2-1 0 0,-1 0 1 0 0,0-1-1 0 0,0-1 1 0 0,0 0-1 0 0,0-1 1 0 0,27-15-1 0 0,-31 14 31 0 0,1-2-1 0 0,-1 1 1 0 0,0-2-1 0 0,-1 0 1 0 0,0 0-1 0 0,-1-1 1 0 0,0-1-1 0 0,-1 0 1 0 0,0 0-1 0 0,-1-1 1 0 0,10-16-1 0 0,-18 25-153 0 0,0 0 0 0 0,1 0 0 0 0,-2 0 0 0 0,1-1 0 0 0,0 1 0 0 0,-1 0 0 0 0,1-1 0 0 0,-1 1 0 0 0,-1-1 0 0 0,1 1 0 0 0,-1-1 0 0 0,1 1-1 0 0,-1-1 1 0 0,-1 0 0 0 0,1 1 0 0 0,0-1 0 0 0,-1 1 0 0 0,0-1 0 0 0,0 1 0 0 0,-1-1 0 0 0,1 1 0 0 0,-1 0 0 0 0,0-1 0 0 0,0 1 0 0 0,0 0 0 0 0,-1 0-1 0 0,1 1 1 0 0,-1-1 0 0 0,-5-4 0 0 0,1 0-17 0 0,-1 1-1 0 0,-1 1 1 0 0,1 0-1 0 0,-1 0 1 0 0,0 0 0 0 0,-1 1-1 0 0,1 1 1 0 0,-1 0-1 0 0,0 0 1 0 0,0 1-1 0 0,-19-4 1 0 0,-22-1-129 0 0,1 3 0 0 0,-1 3-1 0 0,0 1 1 0 0,0 3 0 0 0,-59 9 0 0 0,53-1-1694 0 0,3 3-5837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3.7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340 761 10594 0 0,'-10'1'326'0'0,"0"0"-1"0"0,-1 0 0 0 0,1-1 1 0 0,0 0-1 0 0,0-1 1 0 0,-1 0-1 0 0,1-1 0 0 0,-17-5 1 0 0,8 2 30 0 0,1-1 0 0 0,0-1 0 0 0,-28-16 0 0 0,36 17-292 0 0,1-1 0 0 0,-1 1 0 0 0,2-1 0 0 0,-1-1-1 0 0,1 0 1 0 0,0 0 0 0 0,1 0 0 0 0,0-1 0 0 0,0 0 0 0 0,1 0 0 0 0,0-1-1 0 0,0 0 1 0 0,1 0 0 0 0,1 0 0 0 0,0-1 0 0 0,0 0 0 0 0,1 0-1 0 0,0 0 1 0 0,1 0 0 0 0,0 0 0 0 0,1 0 0 0 0,0 0 0 0 0,1-12 0 0 0,1 0-127 0 0,1 1 1 0 0,1 0 0 0 0,1 0 0 0 0,0 0 0 0 0,2 0-1 0 0,1 1 1 0 0,1 0 0 0 0,0 0 0 0 0,1 1 0 0 0,21-32-1 0 0,-9 19 147 0 0,49-58-1 0 0,-63 83 30 0 0,1 0 0 0 0,0 0 0 0 0,0 1-1 0 0,1 0 1 0 0,0 0 0 0 0,0 1 0 0 0,0 0 0 0 0,1 1-1 0 0,0 0 1 0 0,0 0 0 0 0,18-4 0 0 0,-25 8-65 0 0,0 0 0 0 0,0 1 1 0 0,0-1-1 0 0,0 1 0 0 0,0 0 1 0 0,0 0-1 0 0,0 0 0 0 0,0 1 1 0 0,-1-1-1 0 0,1 1 0 0 0,0 0 1 0 0,0-1-1 0 0,0 1 0 0 0,0 0 0 0 0,0 1 1 0 0,-1-1-1 0 0,1 0 0 0 0,4 4 1 0 0,-3-2-34 0 0,0 1-1 0 0,-1 0 1 0 0,1 0 0 0 0,-1 0 0 0 0,0 0 0 0 0,0 1 0 0 0,0-1 0 0 0,0 1 0 0 0,3 9 0 0 0,1 5-42 0 0,-2 1 0 0 0,0 0 0 0 0,-1 0 0 0 0,3 29 0 0 0,0 175-421 0 0,1 0-192 0 0,-5-191 548 0 0,2 0 0 0 0,1-1 0 0 0,1 0 0 0 0,20 52 0 0 0,-17-59 19 0 0,2-2 1 0 0,0 0 0 0 0,2 0-1 0 0,0-1 1 0 0,1-1-1 0 0,1 0 1 0 0,23 22 0 0 0,-34-38 49 0 0,1-1-1 0 0,-1 0 1 0 0,1 0 0 0 0,0 0-1 0 0,0 0 1 0 0,0-1 0 0 0,0 0 0 0 0,0-1-1 0 0,1 1 1 0 0,-1-1 0 0 0,1-1 0 0 0,0 1-1 0 0,-1-1 1 0 0,1 0 0 0 0,0 0-1 0 0,0-1 1 0 0,0 0 0 0 0,0 0 0 0 0,0-1-1 0 0,-1 0 1 0 0,1 0 0 0 0,0 0 0 0 0,0-1-1 0 0,-1 0 1 0 0,7-3 0 0 0,2-2 123 0 0,-1 0 0 0 0,0 0 0 0 0,-1-1 0 0 0,1-1 0 0 0,-2 0 0 0 0,1-1 1 0 0,-1-1-1 0 0,-1 1 0 0 0,19-24 0 0 0,-16 17 359 0 0,-1 1 0 0 0,-1-2 0 0 0,-1 0 0 0 0,0 0 1 0 0,14-38-1 0 0,-22 50-364 0 0,-1 0 1 0 0,-1-1-1 0 0,1 1 1 0 0,-1-1-1 0 0,0 1 1 0 0,-1-1-1 0 0,1 1 1 0 0,-1-1-1 0 0,-1 0 1 0 0,1 1-1 0 0,-1-1 1 0 0,0 1-1 0 0,-1-1 1 0 0,1 1-1 0 0,-1-1 1 0 0,-1 1-1 0 0,1 0 1 0 0,-1 0 0 0 0,0 0-1 0 0,0 1 1 0 0,-1-1-1 0 0,-7-9 1 0 0,2 5-20 0 0,0 1 1 0 0,0 0-1 0 0,0 0 1 0 0,-1 1 0 0 0,-1 0-1 0 0,1 1 1 0 0,-1 1-1 0 0,0-1 1 0 0,-1 2-1 0 0,-23-9 1 0 0,18 9-21 0 0,-1 1 0 0 0,1 0-1 0 0,-1 2 1 0 0,0 0 0 0 0,-1 1 0 0 0,-33 2-1 0 0,-5 7-402 0 0,0 3 1 0 0,0 2-1 0 0,-93 35 0 0 0,139-44 220 0 0,-53 19-2617 0 0,-66 35 0 0 0,99-42 1016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4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42 10594 0 0,'-6'-13'468'0'0,"-3"-16"287"0"0,-2 60 1804 0 0,6 43-1636 0 0,2 1 0 0 0,10 90 0 0 0,-2-63-698 0 0,22 443 1107 0 0,40-1-773 0 0,-56-484-678 0 0,59 342-1413 0 0,-33-134-3633 0 0,-34-245 570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4.5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369 62 6913 0 0,'-1'-4'15'0'0,"0"1"-1"0"0,0-1 0 0 0,0 1 0 0 0,-1 0 0 0 0,1-1 0 0 0,-1 1 0 0 0,0 0 0 0 0,1 0 0 0 0,-2 0 1 0 0,1 0-1 0 0,0 1 0 0 0,0-1 0 0 0,-1 0 0 0 0,1 1 0 0 0,-1 0 0 0 0,0 0 0 0 0,0 0 0 0 0,0 0 1 0 0,0 0-1 0 0,-4-2 0 0 0,4 4-20 0 0,0-1 0 0 0,0 1 0 0 0,0 0 0 0 0,0-1 0 0 0,0 1 0 0 0,0 1 0 0 0,0-1 0 0 0,0 0 0 0 0,0 1 0 0 0,0-1 0 0 0,0 1 0 0 0,0 0 0 0 0,0 0 0 0 0,0 0 0 0 0,0 1 0 0 0,0-1 1 0 0,1 1-1 0 0,-1-1 0 0 0,1 1 0 0 0,-1 0 0 0 0,1 0 0 0 0,-1 0 0 0 0,-3 5 0 0 0,-6 6-76 0 0,0 1 1 0 0,1 1 0 0 0,0 0-1 0 0,1 1 1 0 0,1 0-1 0 0,-9 18 1 0 0,-37 108-536 0 0,48-122 602 0 0,-29 80-385 0 0,-28 138 0 0 0,61-215 202 0 0,5-19 165 0 0,5-15 235 0 0,69-179 3706 0 0,-23 53-1482 0 0,-42 111-1984 0 0,7-18 770 0 0,31-55 1 0 0,-43 88-861 0 0,1 0-1 0 0,1 1 1 0 0,-1 0 0 0 0,1 0 0 0 0,1 0 0 0 0,0 1-1 0 0,1 0 1 0 0,-1 1 0 0 0,2 0 0 0 0,10-6 0 0 0,-17 11-196 0 0,0 1 0 0 0,1 0 0 0 0,-1 0 0 0 0,0 0 0 0 0,1 1 0 0 0,0 0 0 0 0,-1 0 0 0 0,1 0 0 0 0,0 0 0 0 0,-1 1 0 0 0,1 0 0 0 0,0 0 0 0 0,0 0 0 0 0,0 0 0 0 0,-1 1 0 0 0,8 1 0 0 0,-5 1-40 0 0,-1-1 0 0 0,1 1 0 0 0,-1 0 0 0 0,0 1 0 0 0,0-1 0 0 0,0 1 0 0 0,0 1 0 0 0,-1-1 0 0 0,0 1 0 0 0,6 5 0 0 0,7 12 3 0 0,0 1 0 0 0,-2 1 0 0 0,-1 1 0 0 0,17 34 0 0 0,-27-49-88 0 0,128 232-2229 0 0,-104-186 899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5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30 125 14283 0 0,'-6'-26'563'0'0,"0"0"-1"0"0,-2-32 1 0 0,8 51-564 0 0,-3-1 2635 0 0,0 23-1527 0 0,0 27-488 0 0,10 123-84 0 0,44 239 1 0 0,-9-95-459 0 0,5 299 42 0 0,-2-27-897 0 0,-36-483-27 0 0,-3-27-1561 0 0,-1-23-2697 0 0,-2-26-376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5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0 6913 0 0,'-3'2'84'0'0,"1"0"-1"0"0,0 0 0 0 0,0 1 1 0 0,0-1-1 0 0,0 0 0 0 0,0 1 1 0 0,1-1-1 0 0,-1 1 0 0 0,1 0 1 0 0,0-1-1 0 0,-1 1 0 0 0,1 0 1 0 0,0 0-1 0 0,1 0 0 0 0,-2 3 1 0 0,2 0 156 0 0,0 0 0 0 0,0 0 0 0 0,0 1 0 0 0,1-1 0 0 0,0 0 0 0 0,2 9 0 0 0,-1-8 149 0 0,0-1-1 0 0,1 1 1 0 0,-1-1-1 0 0,1 0 1 0 0,0 0-1 0 0,1 0 1 0 0,0 0-1 0 0,-1 0 1 0 0,2-1-1 0 0,-1 1 1 0 0,8 6-1 0 0,-3-4 122 0 0,1 0 0 0 0,0-1 0 0 0,0 0 0 0 0,1-1-1 0 0,20 10 1 0 0,-2-5 164 0 0,1-1 0 0 0,1-1 0 0 0,-1-1 0 0 0,37 3 0 0 0,-47-9-504 0 0,0 0 1 0 0,0-1-1 0 0,1-1 1 0 0,-1-1-1 0 0,0-1 0 0 0,0-1 1 0 0,0-1-1 0 0,0 0 1 0 0,25-10-1 0 0,-29 8-496 0 0,1-1 1 0 0,-1-2-1 0 0,0 1 1 0 0,-1-2-1 0 0,0 0 1 0 0,22-18-1 0 0,-2-7-7042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6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 42 9674 0 0,'-180'-36'4096'0'0,"196"38"-3809"0"0,-1-1-1 0 0,1-1 1 0 0,24-3 0 0 0,-2 1-110 0 0,436-2 2150 0 0,-92 24-748 0 0,-176-6-935 0 0,-92-7-336 0 0,243 6 240 0 0,-318-13-503 0 0,580-18-10 0 0,-562 15-101 0 0,5 1-1480 0 0,86-16-1 0 0,-114 10-4808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6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131 136 7370 0 0,'38'-47'2157'0'0,"-31"39"-1489"0"0,1-1 0 0 0,-1 0 0 0 0,0 0 0 0 0,-1 0 0 0 0,0-1 0 0 0,9-20 0 0 0,-15 30-634 0 0,0 0-1 0 0,0 0 1 0 0,1-1-1 0 0,-1 1 1 0 0,0 0-1 0 0,0 0 1 0 0,0 0-1 0 0,0 0 1 0 0,0 0-1 0 0,0 0 1 0 0,0 0 0 0 0,0-1-1 0 0,0 1 1 0 0,0 0-1 0 0,0 0 1 0 0,0 0-1 0 0,0 0 1 0 0,0 0-1 0 0,0 0 1 0 0,-1-1-1 0 0,1 1 1 0 0,0 0-1 0 0,0 0 1 0 0,0 0 0 0 0,0 0-1 0 0,0 0 1 0 0,0 0-1 0 0,0 0 1 0 0,0 0-1 0 0,0-1 1 0 0,0 1-1 0 0,0 0 1 0 0,-1 0-1 0 0,1 0 1 0 0,0 0-1 0 0,0 0 1 0 0,0 0 0 0 0,0 0-1 0 0,0 0 1 0 0,0 0-1 0 0,0 0 1 0 0,-1 0-1 0 0,1 0 1 0 0,0 0-1 0 0,0 0 1 0 0,0 0-1 0 0,0 0 1 0 0,0 0-1 0 0,0 0 1 0 0,-1 0 0 0 0,1 0-1 0 0,0 0 1 0 0,0 0-1 0 0,0 0 1 0 0,0 0-1 0 0,0 0 1 0 0,-1 0-1 0 0,-12 4 765 0 0,-11 9-220 0 0,12-1-544 0 0,0 0 0 0 0,0 1 0 0 0,1 0 0 0 0,1 0 0 0 0,0 1 0 0 0,1 1 0 0 0,1 0 0 0 0,0 0 0 0 0,1 0 0 0 0,-7 21 0 0 0,-4 23 164 0 0,-17 88 0 0 0,28-114-123 0 0,5-21-75 0 0,-1-3 4 0 0,1 0-1 0 0,1 0 1 0 0,0 0 0 0 0,0 18-1 0 0,1-25-5 0 0,0-1 0 0 0,0 1 0 0 0,0 0-1 0 0,1-1 1 0 0,-1 1 0 0 0,0-1 0 0 0,1 1 0 0 0,0-1 0 0 0,-1 1-1 0 0,1-1 1 0 0,0 1 0 0 0,0-1 0 0 0,-1 1 0 0 0,1-1 0 0 0,0 0-1 0 0,1 1 1 0 0,-1-1 0 0 0,0 0 0 0 0,0 0 0 0 0,0 0 0 0 0,1 0-1 0 0,-1 0 1 0 0,0 0 0 0 0,1 0 0 0 0,-1-1 0 0 0,1 1-1 0 0,-1 0 1 0 0,1-1 0 0 0,0 1 0 0 0,-1-1 0 0 0,1 0 0 0 0,-1 1-1 0 0,3-1 1 0 0,51 5 274 0 0,-26-3-146 0 0,0 1 1 0 0,0 2-1 0 0,53 14 1 0 0,27 25-2752 0 0,-73-28-3375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7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5985 0 0,'0'0'14'0'0,"0"0"-1"0"0,-1 0 1 0 0,1 0-1 0 0,0 0 1 0 0,0 0-1 0 0,0 0 1 0 0,0 0-1 0 0,0 0 1 0 0,0 0-1 0 0,0 0 1 0 0,0 0-1 0 0,0 0 1 0 0,-1 0-1 0 0,1 0 0 0 0,0 0 1 0 0,0 0-1 0 0,0 1 1 0 0,0-1-1 0 0,0 0 1 0 0,0 0-1 0 0,0 0 1 0 0,0 0-1 0 0,0 0 1 0 0,0 0-1 0 0,0 0 1 0 0,0 0-1 0 0,-1 0 1 0 0,1 0-1 0 0,0 0 1 0 0,0 0-1 0 0,0 0 1 0 0,0 1-1 0 0,0-1 1 0 0,0 0-1 0 0,0 0 1 0 0,0 0-1 0 0,0 0 1 0 0,0 0-1 0 0,0 0 0 0 0,0 0 1 0 0,0 0-1 0 0,0 0 1 0 0,0 0-1 0 0,0 1 1 0 0,0-1-1 0 0,0 0 1 0 0,0 0-1 0 0,0 0 1 0 0,0 0-1 0 0,0 0 1 0 0,0 0-1 0 0,0 0 1 0 0,0 0-1 0 0,0 0 1 0 0,0 1-1 0 0,1-1 1 0 0,-1 0-1 0 0,0 0 1 0 0,0 0-1 0 0,0 0 1 0 0,0 0-1 0 0,0 0 1 0 0,0 0-1 0 0,0 0 0 0 0,0 0 1 0 0,0 0-1 0 0,0 0 1 0 0,0 0-1 0 0,1 0 1 0 0,10 6 411 0 0,19 4 53 0 0,11-2 372 0 0,0-2 0 0 0,77 2 1 0 0,86-12 1723 0 0,-125 0-1899 0 0,851 21 4176 0 0,-736 0-4586 0 0,561 44 354 0 0,3-48-336 0 0,-443-29-511 0 0,208-2-3492 0 0,-440 19 305 0 0,-46 1-1254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7.7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26 9674 0 0,'-13'-6'672'0'0,"0"2"0"0"0,-1 0 0 0 0,1 0 1 0 0,-1 1-1 0 0,1 1 0 0 0,-1 1 0 0 0,0 0 0 0 0,0 0 0 0 0,-26 3 1 0 0,39-2-591 0 0,0 1 0 0 0,0-1 1 0 0,1 0-1 0 0,-1 1 1 0 0,0-1-1 0 0,0 0 1 0 0,1 1-1 0 0,-1-1 0 0 0,0 1 1 0 0,1-1-1 0 0,-1 1 1 0 0,1-1-1 0 0,-1 1 1 0 0,0-1-1 0 0,1 1 1 0 0,-1 0-1 0 0,1-1 0 0 0,0 1 1 0 0,-1 0-1 0 0,1-1 1 0 0,-1 1-1 0 0,1 0 1 0 0,0 0-1 0 0,0-1 0 0 0,-1 1 1 0 0,1 0-1 0 0,0 0 1 0 0,0-1-1 0 0,0 1 1 0 0,0 0-1 0 0,0 0 1 0 0,0 0-1 0 0,0 0 0 0 0,0-1 1 0 0,0 1-1 0 0,0 0 1 0 0,1 0-1 0 0,-1-1 1 0 0,0 1-1 0 0,1 1 1 0 0,14 37 333 0 0,-13-34-317 0 0,28 57 371 0 0,2-1 0 0 0,4-2-1 0 0,59 78 1 0 0,-34-54-1086 0 0,-38-44-4944 0 0,-6-7-1320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 6913 0 0,'-26'555'133'0'0,"1"-32"2380"0"0,59 459-1238 0 0,-4-311-1277 0 0,-21 452 2010 0 0,1 77-77 0 0,-27 892 1961 0 0,23-557-2839 0 0,1-1282-3771 0 0,-7-204-3478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9.2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21 12899 0 0,'0'-1'67'0'0,"1"0"1"0"0,-1 0-1 0 0,1-1 0 0 0,-1 1 1 0 0,1 0-1 0 0,-1 0 1 0 0,1 0-1 0 0,0-1 0 0 0,0 1 1 0 0,-1 0-1 0 0,1 0 0 0 0,0 0 1 0 0,0 0-1 0 0,0 1 1 0 0,0-1-1 0 0,0 0 0 0 0,1 0 1 0 0,-1 0-98 0 0,0 1 1 0 0,0 0-1 0 0,0 0 0 0 0,0 0 1 0 0,0 0-1 0 0,0 0 0 0 0,0 0 1 0 0,0 0-1 0 0,-1 0 0 0 0,1 0 1 0 0,0 1-1 0 0,0-1 1 0 0,0 0-1 0 0,0 0 0 0 0,0 1 1 0 0,-1-1-1 0 0,1 1 0 0 0,0-1 1 0 0,0 1-1 0 0,-1-1 1 0 0,1 1-1 0 0,0-1 0 0 0,0 1 1 0 0,-1 0-1 0 0,1-1 0 0 0,-1 1 1 0 0,1 0-1 0 0,-1-1 0 0 0,2 2 1 0 0,1 3-112 0 0,0 1 1 0 0,-1-1 0 0 0,1 0-1 0 0,-1 1 1 0 0,0-1 0 0 0,0 1-1 0 0,-1-1 1 0 0,1 1 0 0 0,-1 0-1 0 0,0 9 1 0 0,1 66-733 0 0,-3-58 671 0 0,-19 357 303 0 0,5-169 68 0 0,-24 1160 1569 0 0,53 2 645 0 0,2-82 64 0 0,2 187-1404 0 0,-32 0-1577 0 0,10-1288-1435 0 0,2-103-3835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49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14283 0 0,'5'87'-189'0'0,"-6"102"1"0"0,-1-97 74 0 0,-5 281 13 0 0,3 616 40 0 0,118 890 1437 0 0,-54-1022-384 0 0,78 1545 2310 0 0,-112-1758-2790 0 0,-17-382-1854 0 0,1-3-3628 0 0,-4-160-840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0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14283 0 0,'14'36'556'0'0,"-2"50"-1661"0"0,2 153 1 0 0,-23 89 587 0 0,5-253 403 0 0,-31 1780-74 0 0,111 1182 3935 0 0,163-339-1976 0 0,-218-2547-7986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1.0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14283 0 0,'-2'15'76'0'0,"1"1"-1"0"0,1-1 0 0 0,0 1 1 0 0,1-1-1 0 0,0 0 1 0 0,2 1-1 0 0,5 23 1 0 0,1 2-195 0 0,104 792 63 0 0,-46-293 331 0 0,158 882 206 0 0,-136-891-386 0 0,202 1460 1752 0 0,-46-549-982 0 0,-220-1329-2315 0 0,1-6-4621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1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8290 0 0,'-14'936'2544'0'0,"11"618"360"0"0,82-302-732 0 0,-10-240-113 0 0,-47 5-768 0 0,-57 1112-1262 0 0,22-1803-1868 0 0,6-233-4441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2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14747 0 0,'20'487'976'0'0,"4"168"-384"0"0,-14 939-511 0 0,12-620-69 0 0,5 460 496 0 0,-39 802 1199 0 0,7-2053-2062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2.8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11 6449 0 0,'-9'-11'1698'0'0,"13"34"649"0"0,-1-3-1951 0 0,9 277 2816 0 0,-4-32-3695 0 0,-1-189 483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3.3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2 143 6913 0 0,'0'-1'57'0'0,"-1"-1"0"0"0,1 1 0 0 0,0-1-1 0 0,0 1 1 0 0,0-1 0 0 0,0 1 0 0 0,0-1-1 0 0,0 1 1 0 0,0-1 0 0 0,1 1 0 0 0,-1-1-1 0 0,1 1 1 0 0,-1-1 0 0 0,1 1-1 0 0,-1-1 1 0 0,1 1 0 0 0,0 0 0 0 0,0-1-1 0 0,1-1 1 0 0,22-31 292 0 0,-19 28-116 0 0,-1 0-40 0 0,1 0-1 0 0,0 1 1 0 0,0 0 0 0 0,0-1 0 0 0,1 2 0 0 0,0-1-1 0 0,0 1 1 0 0,0-1 0 0 0,0 2 0 0 0,1-1-1 0 0,-1 1 1 0 0,1 0 0 0 0,0 0 0 0 0,0 1 0 0 0,0 0-1 0 0,0 0 1 0 0,11-1 0 0 0,-11 3-75 0 0,-1 0 0 0 0,1 0 1 0 0,-1 0-1 0 0,1 1 0 0 0,-1 0 0 0 0,0 1 0 0 0,1-1 0 0 0,-1 1 1 0 0,0 0-1 0 0,0 1 0 0 0,0-1 0 0 0,0 1 0 0 0,0 1 1 0 0,-1-1-1 0 0,1 1 0 0 0,-1 0 0 0 0,0 0 0 0 0,0 0 0 0 0,-1 1 1 0 0,6 6-1 0 0,0 1-24 0 0,-1 1 1 0 0,0 0 0 0 0,-1 0-1 0 0,-1 1 1 0 0,0 0-1 0 0,-1 0 1 0 0,0 1 0 0 0,-1 0-1 0 0,-1 0 1 0 0,3 19-1 0 0,-2-3-152 0 0,-2 1 1 0 0,-2-1-1 0 0,0 0 0 0 0,-6 37 0 0 0,5-66 107 0 0,0 0 1 0 0,0 0 0 0 0,0 0 0 0 0,0 0-1 0 0,0 0 1 0 0,0 0 0 0 0,0 0 0 0 0,1 0-1 0 0,-1 0 1 0 0,2 3 0 0 0,-2-4-23 0 0,0-1 0 0 0,0 0-1 0 0,1 0 1 0 0,-1 1 0 0 0,0-1 0 0 0,0 0 0 0 0,1 1-1 0 0,-1-1 1 0 0,0 0 0 0 0,1 0 0 0 0,-1 0 0 0 0,0 1-1 0 0,1-1 1 0 0,-1 0 0 0 0,0 0 0 0 0,1 0 0 0 0,-1 0 0 0 0,0 0-1 0 0,1 1 1 0 0,-1-1 0 0 0,1 0 0 0 0,-1 0 0 0 0,0 0-1 0 0,1 0 1 0 0,-1 0 0 0 0,0 0 0 0 0,1 0 0 0 0,-1 0-1 0 0,1-1 1 0 0,-1 1 0 0 0,0 0 0 0 0,1 0 0 0 0,4-3 188 0 0,0 0 1 0 0,-1 0 0 0 0,1 0 0 0 0,-1 0 0 0 0,8-8-1 0 0,0 0-368 0 0,68-53-293 0 0,-48 41-306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3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 5985 0 0,'0'-1'96'0'0,"0"0"-1"0"0,0 1 1 0 0,0-1 0 0 0,0 1-1 0 0,0-1 1 0 0,0 0-1 0 0,0 1 1 0 0,0-1 0 0 0,1 1-1 0 0,-1-1 1 0 0,0 0-1 0 0,0 1 1 0 0,0-1-1 0 0,1 1 1 0 0,-1-1 0 0 0,0 1-1 0 0,1-1 1 0 0,-1 1-1 0 0,0-1 1 0 0,1 1 0 0 0,-1-1-1 0 0,1 1 1 0 0,-1 0-1 0 0,1-1 1 0 0,-1 1-1 0 0,1 0 1 0 0,-1-1 0 0 0,1 1-1 0 0,-1 0 1 0 0,1-1-1 0 0,-1 1 1 0 0,1 0 0 0 0,-1 0-1 0 0,1 0 1 0 0,0 0-1 0 0,-1 0 1 0 0,1 0-1 0 0,-1 0 1 0 0,1 0 0 0 0,0 0-1 0 0,0 0 1 0 0,1 0 39 0 0,-1 0 1 0 0,1 1 0 0 0,-1-1 0 0 0,1 0-1 0 0,-1 1 1 0 0,1 0 0 0 0,-1-1-1 0 0,0 1 1 0 0,1 0 0 0 0,-1 0-1 0 0,0-1 1 0 0,0 1 0 0 0,0 0 0 0 0,1 0-1 0 0,-1 1 1 0 0,1 0 0 0 0,6 13-34 0 0,0 0 0 0 0,-1 0 0 0 0,0 1 0 0 0,-2 0 1 0 0,0 0-1 0 0,0 0 0 0 0,-2 1 0 0 0,3 26 0 0 0,-2-14-610 0 0,15 48-1 0 0,-16-68 504 0 0,0 0 0 0 0,1-1 0 0 0,0 1-1 0 0,0-1 1 0 0,1 0 0 0 0,0 0 0 0 0,1-1 0 0 0,0 1-1 0 0,9 9 1 0 0,-6-10 23 0 0,-1 1 0 0 0,-1 0 0 0 0,0 0 0 0 0,13 19 0 0 0,-18-22-18 0 0,0-1 0 0 0,0 1 0 0 0,0 0 1 0 0,-1 0-1 0 0,0 0 0 0 0,1 0 0 0 0,-2 0 0 0 0,1 0 0 0 0,-1 0 0 0 0,1 0 0 0 0,-1 0 0 0 0,-1 0 0 0 0,0 6 0 0 0,-1 6-149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1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3 223 14283 0 0,'-1'0'50'0'0,"1"1"-1"0"0,0-1 1 0 0,-1 1-1 0 0,1 0 1 0 0,0-1 0 0 0,0 1-1 0 0,0-1 1 0 0,-1 1-1 0 0,1 0 1 0 0,0-1 0 0 0,0 1-1 0 0,0 0 1 0 0,0-1-1 0 0,0 1 1 0 0,0 0 0 0 0,0-1-1 0 0,0 1 1 0 0,1 0-1 0 0,-1-1 1 0 0,0 1 0 0 0,0 0-1 0 0,0-1 1 0 0,1 1-1 0 0,-1 0 1 0 0,0-1 0 0 0,1 1-1 0 0,-1-1 1 0 0,1 1-1 0 0,0 0 1 0 0,10 22 348 0 0,-9-19-185 0 0,1 1 1 0 0,0 0-1 0 0,0-1 0 0 0,0 0 1 0 0,1 0-1 0 0,-1 0 0 0 0,1 0 1 0 0,0-1-1 0 0,0 1 1 0 0,0-1-1 0 0,1 0 0 0 0,7 4 1 0 0,-8-5-241 0 0,-1-2 0 0 0,1 1 0 0 0,-1 0 0 0 0,1-1 0 0 0,-1 1 0 0 0,1-1 1 0 0,-1 0-1 0 0,1 0 0 0 0,-1-1 0 0 0,1 1 0 0 0,-1-1 0 0 0,1 1 0 0 0,-1-1 1 0 0,1 0-1 0 0,-1 0 0 0 0,0-1 0 0 0,1 1 0 0 0,-1-1 0 0 0,0 0 0 0 0,3-2 1 0 0,7-4-549 0 0,0-2 0 0 0,0 1 1 0 0,-1-2-1 0 0,0 1 1 0 0,15-20-1 0 0,45-68-2974 0 0,-48 64 1845 0 0,38-45 0 0 0,-60 78 1774 0 0,-1-1 1 0 0,0 1 0 0 0,1-1-1 0 0,-1 1 1 0 0,1 0 0 0 0,-1-1 0 0 0,1 1-1 0 0,-1 0 1 0 0,1 0 0 0 0,0 0-1 0 0,0 0 1 0 0,0 0 0 0 0,0 1-1 0 0,-1-1 1 0 0,5 0 0 0 0,-5 1 71 0 0,0 0 1 0 0,0 1-1 0 0,0-1 1 0 0,0 1-1 0 0,-1 0 0 0 0,1-1 1 0 0,0 1-1 0 0,0 0 1 0 0,0-1-1 0 0,0 1 1 0 0,-1 0-1 0 0,1 0 1 0 0,0 0-1 0 0,-1 0 1 0 0,1 0-1 0 0,-1 0 1 0 0,1 0-1 0 0,-1 0 1 0 0,1 0-1 0 0,-1 0 1 0 0,0 0-1 0 0,1 0 1 0 0,-1 0-1 0 0,0 0 0 0 0,0 0 1 0 0,0 0-1 0 0,0 0 1 0 0,0 0-1 0 0,0 2 1 0 0,15 126 4166 0 0,12 78-4299 0 0,-17-160-6306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4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0 275 5529 0 0,'8'-11'209'0'0,"-1"0"0"0"0,2 0 0 0 0,0 0 0 0 0,0 1 0 0 0,14-12 0 0 0,6-6 40 0 0,14-16-208 0 0,-23 25-44 0 0,-1 0 0 0 0,-1-1 0 0 0,27-40 1 0 0,-42 52-59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4.6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1 456 0 0,'-6'10'370'0'0,"1"1"0"0"0,0 1 0 0 0,1-1-1 0 0,0 1 1 0 0,0 0 0 0 0,2 0 0 0 0,-1 0 0 0 0,2 0-1 0 0,-1 13 1 0 0,1-20-218 0 0,1 1-1 0 0,0-1 0 0 0,0 0 1 0 0,0 1-1 0 0,1-1 1 0 0,0 0-1 0 0,0 0 0 0 0,0 1 1 0 0,1-1-1 0 0,-1 0 1 0 0,1 0-1 0 0,0-1 0 0 0,1 1 1 0 0,-1 0-1 0 0,1-1 0 0 0,0 1 1 0 0,0-1-1 0 0,6 6 1 0 0,0-2 156 0 0,1 0 0 0 0,0 0 1 0 0,1-1-1 0 0,0 0 0 0 0,0-1 0 0 0,18 8 1 0 0,-23-11-227 0 0,47 24 853 0 0,-51-25-978 0 0,1 0 0 0 0,0 0-1 0 0,0 0 1 0 0,-1 1 0 0 0,0-1-1 0 0,1 0 1 0 0,-1 1 0 0 0,0 0-1 0 0,0 0 1 0 0,0-1 0 0 0,-1 1 0 0 0,1 0-1 0 0,-1 0 1 0 0,3 6 0 0 0,-2 9-3385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59 10594 0 0,'-2'-8'808'0'0,"0"1"-1"0"0,0-1 1 0 0,-1 0-1 0 0,-1 1 1 0 0,-7-13-1 0 0,11 20-756 0 0,0 0 0 0 0,0 0 0 0 0,-1 0 0 0 0,1 0 0 0 0,0-1 0 0 0,0 1 0 0 0,-1 0 0 0 0,1 0 0 0 0,0 0 0 0 0,0 0 0 0 0,-1 0 0 0 0,1 0 0 0 0,0 0 0 0 0,0 0 0 0 0,-1 0 0 0 0,1 0 0 0 0,0 0 0 0 0,0 0 0 0 0,-1 0 0 0 0,1 0 0 0 0,0 1 0 0 0,0-1 0 0 0,-1 0 0 0 0,1 0-1 0 0,0 0 1 0 0,0 0 0 0 0,-1 0 0 0 0,1 0 0 0 0,0 1 0 0 0,0-1 0 0 0,0 0 0 0 0,0 0 0 0 0,-1 0 0 0 0,1 1 0 0 0,0-1 0 0 0,0 0 0 0 0,0 0 0 0 0,0 0 0 0 0,0 1 0 0 0,-1-1 0 0 0,1 0 0 0 0,0 0 0 0 0,0 1 0 0 0,0-1 0 0 0,0 0 0 0 0,0 0 0 0 0,0 1 0 0 0,0-1 0 0 0,0 0 0 0 0,0 0 0 0 0,0 1 0 0 0,0-1 0 0 0,0 0 0 0 0,0 0-1 0 0,0 1 1 0 0,1-1 0 0 0,-5 19 453 0 0,0 3-434 0 0,2 0 0 0 0,1 0-1 0 0,1 0 1 0 0,1 0 0 0 0,1 0 0 0 0,0 0 0 0 0,2-1 0 0 0,10 34-1 0 0,-11-47-161 0 0,0 1 0 0 0,1-1-1 0 0,0 0 1 0 0,0 0 0 0 0,1 0 0 0 0,0-1-1 0 0,0 0 1 0 0,1 0 0 0 0,0 0-1 0 0,9 8 1 0 0,-10-11-46 0 0,1 0 0 0 0,0 0-1 0 0,0-1 1 0 0,0 0 0 0 0,0 0 0 0 0,1 0 0 0 0,-1-1 0 0 0,1 0-1 0 0,-1 0 1 0 0,1 0 0 0 0,0-1 0 0 0,0 0 0 0 0,0-1 0 0 0,-1 1-1 0 0,9-2 1 0 0,-9 1-79 0 0,0-1-1 0 0,0 0 1 0 0,-1 0 0 0 0,1-1 0 0 0,0 0-1 0 0,0 0 1 0 0,-1 0 0 0 0,1 0-1 0 0,-1-1 1 0 0,8-5 0 0 0,-12 7 191 0 0,0 0 1 0 0,1 0 0 0 0,-1 0 0 0 0,0 0 0 0 0,0 0 0 0 0,1 0 0 0 0,-1 0 0 0 0,0 0 0 0 0,0-1 0 0 0,0 1 0 0 0,0 0 0 0 0,-1-1 0 0 0,1 1-1 0 0,0-1 1 0 0,-1 1 0 0 0,1-1 0 0 0,0 1 0 0 0,-1-1 0 0 0,0 1 0 0 0,1-1 0 0 0,-1 0 0 0 0,0 1 0 0 0,0-1 0 0 0,0 0 0 0 0,0 1-1 0 0,0-1 1 0 0,0 1 0 0 0,-1-1 0 0 0,1 0 0 0 0,0 1 0 0 0,-1-1 0 0 0,1 1 0 0 0,-1-1 0 0 0,0 1 0 0 0,1-1 0 0 0,-1 1 0 0 0,0 0 0 0 0,0-1-1 0 0,0 1 1 0 0,0 0 0 0 0,0-1 0 0 0,0 1 0 0 0,-2-1 0 0 0,0 0 121 0 0,1-1-1 0 0,-1 1 1 0 0,0 0 0 0 0,0 1 0 0 0,0-1-1 0 0,0 0 1 0 0,0 1 0 0 0,-1 0-1 0 0,1 0 1 0 0,0 0 0 0 0,-1 0-1 0 0,1 0 1 0 0,0 1 0 0 0,-1-1 0 0 0,1 1-1 0 0,-1 0 1 0 0,1 0 0 0 0,-1 0-1 0 0,1 1 1 0 0,-1-1 0 0 0,1 1 0 0 0,-7 2-1 0 0,-32 14-382 0 0,9 8-3659 0 0,18-6-665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39 187 6737 0 0,'-28'9'724'0'0,"18"-13"271"0"0,10 3-910 0 0,0 1-1 0 0,0-1 1 0 0,0 0-1 0 0,0 0 1 0 0,0 1-1 0 0,0-1 1 0 0,0 0 0 0 0,0 0-1 0 0,0 1 1 0 0,1-1-1 0 0,-1 0 1 0 0,0 0-1 0 0,0 1 1 0 0,1-1 0 0 0,-1 0-1 0 0,0 1 1 0 0,1-1-1 0 0,-1 0 1 0 0,1 0 0 0 0,12-14 127 0 0,0 0 0 0 0,1 1 0 0 0,0 0 0 0 0,1 1 0 0 0,1 1 0 0 0,25-16 0 0 0,-16 11 23 0 0,-14 9-166 0 0,37-23 272 0 0,-46 29-304 0 0,1 1-1 0 0,-1 0 1 0 0,1 0-1 0 0,0 0 1 0 0,-1 0-1 0 0,1 0 1 0 0,0 0 0 0 0,0 1-1 0 0,0 0 1 0 0,-1-1-1 0 0,1 1 1 0 0,0 0-1 0 0,0 0 1 0 0,0 0 0 0 0,0 1-1 0 0,3 0 1 0 0,-4 0-9 0 0,0 0 1 0 0,-1 1 0 0 0,1-1-1 0 0,0 0 1 0 0,-1 1 0 0 0,1-1-1 0 0,-1 1 1 0 0,1 0 0 0 0,-1-1-1 0 0,0 1 1 0 0,1 0-1 0 0,-1 0 1 0 0,0 0 0 0 0,0 0-1 0 0,-1 0 1 0 0,1 0 0 0 0,0 0-1 0 0,-1 0 1 0 0,1 0 0 0 0,-1 0-1 0 0,0 0 1 0 0,1 0 0 0 0,-1 1-1 0 0,-1 3 1 0 0,2 7 159 0 0,-2 1 1 0 0,-3 21 0 0 0,3-30-106 0 0,-4 32 1 0 0,-20 173 923 0 0,21-157-772 0 0,2 0-1 0 0,7 54 1 0 0,5-52-1381 0 0,-3-29-4205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5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58 205 10194 0 0,'-54'-8'1019'0'0,"53"8"-991"0"0,1-1 1 0 0,0 1-1 0 0,-1-1 1 0 0,1 1-1 0 0,0-1 0 0 0,-1 1 1 0 0,1-1-1 0 0,0 0 1 0 0,0 1-1 0 0,0-1 0 0 0,-1 1 1 0 0,1-1-1 0 0,0 0 1 0 0,0 1-1 0 0,0-1 0 0 0,0 0 1 0 0,0 1-1 0 0,0-1 1 0 0,0 1-1 0 0,0-1 0 0 0,0 0 1 0 0,1 1-1 0 0,-1-1 1 0 0,0 0-1 0 0,0 1 0 0 0,0-1 1 0 0,1 1-1 0 0,-1-2 1 0 0,9-17 1025 0 0,-3 9-742 0 0,1 0 0 0 0,1 1 0 0 0,-1 0 0 0 0,2 0 0 0 0,-1 1 0 0 0,1 0 0 0 0,19-13 0 0 0,5 0-531 0 0,38-18 1 0 0,-38 23-5170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23 252 5529 0 0,'-3'-4'108'0'0,"0"0"0"0"0,1 0-1 0 0,-1 0 1 0 0,1 0 0 0 0,1 0 0 0 0,-1 0-1 0 0,0-1 1 0 0,1 1 0 0 0,0-1 0 0 0,0 1-1 0 0,0-1 1 0 0,1 1 0 0 0,-1-1-1 0 0,1 1 1 0 0,0-1 0 0 0,1 0 0 0 0,-1 1-1 0 0,1-1 1 0 0,-1 1 0 0 0,2-1 0 0 0,0-4-1 0 0,2-3 522 0 0,-1 0-1 0 0,2 0 1 0 0,-1 1-1 0 0,2 0 1 0 0,-1 0-1 0 0,13-18 1 0 0,-13 23-374 0 0,-1 1 0 0 0,0 0 1 0 0,1 1-1 0 0,0-1 0 0 0,0 1 1 0 0,0 0-1 0 0,1 0 1 0 0,-1 1-1 0 0,8-4 0 0 0,-12 6-238 0 0,1 1-1 0 0,0-1 0 0 0,-1 0 1 0 0,1 1-1 0 0,0-1 0 0 0,0 1 1 0 0,-1-1-1 0 0,1 1 0 0 0,0 0 1 0 0,0 0-1 0 0,0 0 0 0 0,0 0 1 0 0,-1 0-1 0 0,1 0 0 0 0,0 1 1 0 0,0-1-1 0 0,0 0 0 0 0,-1 1 1 0 0,1 0-1 0 0,0-1 0 0 0,0 1 1 0 0,-1 0-1 0 0,1 0 0 0 0,-1 0 1 0 0,1 0-1 0 0,-1 0 0 0 0,1 0 1 0 0,-1 0-1 0 0,0 0 0 0 0,1 1 1 0 0,-1-1-1 0 0,0 1 0 0 0,0-1 1 0 0,0 1-1 0 0,0-1 0 0 0,1 4 1 0 0,4 7-284 0 0,-1 1 1 0 0,0 0 0 0 0,-1 0-1 0 0,0 1 1 0 0,2 23 0 0 0,3 75-1157 0 0,-4-25 171 0 0,-1-57 915 0 0,0-1 0 0 0,14 46 1 0 0,-15-67 352 0 0,0 1 0 0 0,0-1 1 0 0,0 0-1 0 0,1-1 1 0 0,0 1-1 0 0,0-1 1 0 0,1 1-1 0 0,0-1 0 0 0,1-1 1 0 0,-1 1-1 0 0,1-1 1 0 0,0 0-1 0 0,12 9 1 0 0,-15-13 124 0 0,0 0 1 0 0,1-1 0 0 0,-1 1 0 0 0,0-1-1 0 0,1 1 1 0 0,-1-1 0 0 0,1 0 0 0 0,-1-1 0 0 0,1 1-1 0 0,0 0 1 0 0,-1-1 0 0 0,1 0 0 0 0,0 0 0 0 0,-1 0-1 0 0,1 0 1 0 0,-1-1 0 0 0,1 0 0 0 0,0 1-1 0 0,5-3 1 0 0,-3 0 122 0 0,-1 1-1 0 0,0-1 1 0 0,1 0-1 0 0,-2 0 1 0 0,1-1-1 0 0,0 1 1 0 0,-1-1 0 0 0,1 0-1 0 0,-1-1 1 0 0,0 1-1 0 0,6-9 1 0 0,-6 7-19 0 0,0 0 1 0 0,-1 0-1 0 0,0-1 1 0 0,0 0-1 0 0,0 1 1 0 0,-1-1-1 0 0,1 0 1 0 0,-2 0-1 0 0,3-12 0 0 0,-4 15-203 0 0,0-1 0 0 0,1 1 0 0 0,-2 0 0 0 0,1-1 0 0 0,0 1 0 0 0,-1 0 0 0 0,0 0 0 0 0,0 0 0 0 0,0-1 0 0 0,0 1 0 0 0,-1 0 0 0 0,0 0 0 0 0,1 1 0 0 0,-2-1 0 0 0,1 0 0 0 0,-4-4 0 0 0,1 2-60 0 0,-1 0 0 0 0,0 0-1 0 0,0 1 1 0 0,0 0 0 0 0,-1 0 0 0 0,1 1 0 0 0,-11-5 0 0 0,9 5-1041 0 0,1 1 0 0 0,-1 0-1 0 0,1 1 1 0 0,-11-2-1 0 0,-17 0-5010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2:59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0 939 5985 0 0,'0'1'623'0'0,"4"2"-257"0"0,0-1 0 0 0,0 1 0 0 0,0 0-1 0 0,0-1 1 0 0,0 0 0 0 0,1 0 0 0 0,-1 0 0 0 0,0 0 0 0 0,1-1 0 0 0,0 0-1 0 0,-1 1 1 0 0,1-2 0 0 0,6 1 0 0 0,8 1 133 0 0,37-4 1 0 0,-47 2-298 0 0,77-9 790 0 0,133-31 1 0 0,-79 11-659 0 0,413-90 361 0 0,-66 12-389 0 0,1334-191 1335 0 0,280 88 319 0 0,-492 140-1992 0 0,-684 36-388 0 0,962-15-847 0 0,-631 59-2412 0 0,-673 0-405 0 0,-413-9 139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0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269 631 5065 0 0,'-92'48'1572'0'0,"56"-31"-1114"0"0,1 2-1 0 0,-61 43 1 0 0,96-62-454 0 0,-1 1-1 0 0,0-1 1 0 0,1 0 0 0 0,-1 1 0 0 0,1-1 0 0 0,-1 0-1 0 0,1 1 1 0 0,-1-1 0 0 0,1 1 0 0 0,-1-1 0 0 0,1 1 0 0 0,0-1-1 0 0,-1 1 1 0 0,1-1 0 0 0,0 1 0 0 0,-1-1 0 0 0,1 1 0 0 0,0-1-1 0 0,0 1 1 0 0,-1 0 0 0 0,1-1 0 0 0,0 1 0 0 0,0-1 0 0 0,0 1-1 0 0,0 0 1 0 0,0-1 0 0 0,0 2 0 0 0,14 3-45 0 0,27-8-301 0 0,305-81-1888 0 0,-97 19 2072 0 0,-76 26 335 0 0,290-59 1503 0 0,-122 36-518 0 0,614-98 570 0 0,915-31-1383 0 0,8 96 583 0 0,1346 102 1045 0 0,-2061 41-3956 0 0,-1000-41-899 0 0,-1 1-795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0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54 247 6913 0 0,'-12'-1'325'0'0,"6"1"-304"0"0,1 0 0 0 0,0 0 0 0 0,-1 0 0 0 0,1 1 0 0 0,-9 1 0 0 0,54 5 250 0 0,54-9 1014 0 0,162-25 0 0 0,-32 2-581 0 0,-78 14-244 0 0,310-17 1144 0 0,330 0 1705 0 0,224 17-798 0 0,264-7-1173 0 0,-334-18-869 0 0,432-13-352 0 0,0 29-791 0 0,8 34-1085 0 0,-4 46-3910 0 0,-1199-48 968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1.3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82 446 5529 0 0,'-24'3'350'0'0,"14"-2"-234"0"0,-1 0 0 0 0,1 1 0 0 0,-17 5 0 0 0,28-7-97 0 0,-1 0-1 0 0,0 0 1 0 0,0 0 0 0 0,0 0 0 0 0,0 0 0 0 0,0 0 0 0 0,0 0 0 0 0,1 0 0 0 0,-1 0-1 0 0,0 0 1 0 0,0 0 0 0 0,0 0 0 0 0,0 0 0 0 0,0 0 0 0 0,0 0 0 0 0,0 0-1 0 0,1 0 1 0 0,-1 0 0 0 0,0 0 0 0 0,0 0 0 0 0,0 0 0 0 0,0 1 0 0 0,0-1 0 0 0,0 0-1 0 0,0 0 1 0 0,0 0 0 0 0,0 0 0 0 0,1 0 0 0 0,-1 0 0 0 0,0 0 0 0 0,0 0-1 0 0,0 1 1 0 0,0-1 0 0 0,0 0 0 0 0,0 0 0 0 0,0 0 0 0 0,0 0 0 0 0,0 0 0 0 0,0 0-1 0 0,0 1 1 0 0,0-1 0 0 0,0 0 0 0 0,0 0 0 0 0,0 0 0 0 0,0 0 0 0 0,0 0 0 0 0,0 0-1 0 0,0 1 1 0 0,0-1 0 0 0,0 0 0 0 0,-1 0 0 0 0,1 0 0 0 0,0 0 0 0 0,0 0-1 0 0,0 0 1 0 0,0 0 0 0 0,0 1 0 0 0,0-1 0 0 0,0 0 0 0 0,0 0 0 0 0,-1 0 0 0 0,15 3 438 0 0,9-4-71 0 0,1-1 1 0 0,0-1 0 0 0,28-7 0 0 0,4 0 98 0 0,387-67 2349 0 0,125-19-1126 0 0,-358 65-1521 0 0,1006-124-64 0 0,-41 93 155 0 0,2 47 501 0 0,-871 13-519 0 0,2181 0 1325 0 0,-1339 3-1137 0 0,-324-3-1473 0 0,1461 18-6287 0 0,-2106-11 3054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1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1 369 5529 0 0,'646'-77'5029'0'0,"326"-20"-2025"0"0,1184-24 25 0 0,-2097 118-2944 0 0,3006-68 3090 0 0,-967 74-3025 0 0,-1200 12-6075 0 0,-612-8-133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3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82 8290 0 0,'3'-4'307'0'0,"0"-1"0"0"0,1 1 1 0 0,0 0-1 0 0,-1 0 0 0 0,1 0 1 0 0,1 0-1 0 0,-1 0 0 0 0,9-5 1 0 0,41-20 893 0 0,-52 27-1143 0 0,0 1 0 0 0,1 0 0 0 0,-1 0 0 0 0,1 0 0 0 0,-1 0 0 0 0,1 0 0 0 0,-1 0-1 0 0,1 1 1 0 0,-1-1 0 0 0,1 1 0 0 0,0 0 0 0 0,-1 0 0 0 0,1 0 0 0 0,0 0 0 0 0,-1 0 0 0 0,1 1 0 0 0,0-1-1 0 0,-1 1 1 0 0,1 0 0 0 0,4 1 0 0 0,-4 0-51 0 0,-1 0 0 0 0,0 1 0 0 0,0-1 0 0 0,0 0 0 0 0,0 1 0 0 0,-1-1 0 0 0,1 1 0 0 0,0-1 0 0 0,-1 1 1 0 0,0 0-1 0 0,0-1 0 0 0,0 1 0 0 0,0 0 0 0 0,0 0 0 0 0,0 0 0 0 0,-1 0 0 0 0,1 0 0 0 0,-1 4 0 0 0,2 12-197 0 0,-2-1-1 0 0,0 0 1 0 0,0 1-1 0 0,-7 31 1 0 0,-21 73-648 0 0,16-79 725 0 0,-9 61-1 0 0,21-103 178 0 0,-1-1-1 0 0,1 1 0 0 0,-1 0 1 0 0,1 0-1 0 0,0-1 0 0 0,0 1 0 0 0,0 0 1 0 0,0 0-1 0 0,0-1 0 0 0,0 1 0 0 0,1 0 1 0 0,-1 0-1 0 0,0-1 0 0 0,1 1 0 0 0,-1 0 1 0 0,1-1-1 0 0,0 1 0 0 0,0-1 0 0 0,0 1 1 0 0,0 0-1 0 0,0-1 0 0 0,0 0 0 0 0,0 1 1 0 0,0-1-1 0 0,0 0 0 0 0,0 1 0 0 0,1-1 1 0 0,-1 0-1 0 0,1 0 0 0 0,-1 0 0 0 0,1 0 1 0 0,-1-1-1 0 0,1 1 0 0 0,-1 0 1 0 0,1 0-1 0 0,0-1 0 0 0,-1 1 0 0 0,1-1 1 0 0,0 0-1 0 0,0 0 0 0 0,-1 1 0 0 0,1-1 1 0 0,0 0-1 0 0,0 0 0 0 0,0 0 0 0 0,-1-1 1 0 0,3 1-1 0 0,7-2 330 0 0,-1 0 0 0 0,0-1 1 0 0,0 0-1 0 0,0 0 0 0 0,-1-1 0 0 0,17-8 1 0 0,57-40 541 0 0,17-9-1646 0 0,-70 46-249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3.7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6 146 5065 0 0,'-1'0'81'0'0,"0"-1"-1"0"0,1 0 1 0 0,-1 0-1 0 0,1 0 0 0 0,-1 1 1 0 0,1-1-1 0 0,0 0 1 0 0,-1 0-1 0 0,1 0 1 0 0,0 0-1 0 0,0 0 1 0 0,-1 0-1 0 0,1 0 1 0 0,0 0-1 0 0,0 0 1 0 0,0 0-1 0 0,0 0 1 0 0,0 0-1 0 0,0 0 1 0 0,1 1-1 0 0,-1-1 1 0 0,0-1-1 0 0,13-26 1830 0 0,24-18 1011 0 0,-31 39-2447 0 0,0 0 0 0 0,0 1 0 0 0,1 0 0 0 0,0 1 0 0 0,14-10 1 0 0,-20 14-418 0 0,1 1 0 0 0,-1-1 0 0 0,0 1 0 0 0,0-1 0 0 0,0 1 0 0 0,0-1-1 0 0,1 1 1 0 0,-1 0 0 0 0,0 0 0 0 0,1 0 0 0 0,-1 0 0 0 0,0 0 0 0 0,0 0 0 0 0,1 0 0 0 0,-1 0 0 0 0,0 0 0 0 0,0 0 0 0 0,1 1 0 0 0,-1-1 0 0 0,1 1 0 0 0,0 0-17 0 0,-1 1 0 0 0,1-1 0 0 0,-1 0 0 0 0,0 1 0 0 0,1-1 0 0 0,-1 1 0 0 0,0-1 0 0 0,0 1 0 0 0,0 0 0 0 0,0-1 0 0 0,-1 1 0 0 0,1 0 0 0 0,0 0 0 0 0,-1 0 0 0 0,1 0 0 0 0,-1-1 0 0 0,0 1 0 0 0,1 2 0 0 0,0 13 170 0 0,0 0 0 0 0,-1-1 0 0 0,0 1 0 0 0,-2 0 0 0 0,-3 16 0 0 0,3-18-105 0 0,0 0-1 0 0,0 0 1 0 0,2 0-1 0 0,0 0 1 0 0,0 0-1 0 0,4 22 1 0 0,-3-36-99 0 0,-1 1 0 0 0,1 0 0 0 0,-1 0 0 0 0,1 0 0 0 0,0 0 0 0 0,0-1 0 0 0,0 1-1 0 0,0 0 1 0 0,0-1 0 0 0,0 1 0 0 0,0-1 0 0 0,0 1 0 0 0,1-1 0 0 0,-1 1 0 0 0,0-1 0 0 0,1 0 0 0 0,-1 0 0 0 0,1 0 0 0 0,0 0 0 0 0,3 2 0 0 0,0-1 5 0 0,0-1 0 0 0,1 0 1 0 0,-1 0-1 0 0,0 0 1 0 0,10 0-1 0 0,-11-1 11 0 0,0 0 1 0 0,-1 0-1 0 0,1 0 0 0 0,0 1 1 0 0,-1-1-1 0 0,1 1 0 0 0,0 0 1 0 0,-1 0-1 0 0,1 0 0 0 0,-1 1 1 0 0,0-1-1 0 0,1 1 0 0 0,-1 0 1 0 0,4 3-1 0 0,-5-3-15 0 0,-1 0 1 0 0,1 0-1 0 0,-1 0 0 0 0,0 0 1 0 0,0 1-1 0 0,0-1 1 0 0,-1 0-1 0 0,1 1 0 0 0,0-1 1 0 0,-1 1-1 0 0,1-1 0 0 0,-1 1 1 0 0,0-1-1 0 0,0 1 0 0 0,0-1 1 0 0,0 1-1 0 0,-1-1 0 0 0,1 0 1 0 0,-2 5-1 0 0,-15 47-167 0 0,16-50 142 0 0,-38 86-2785 0 0,21-56-3125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4.2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8 304 3225 0 0,'-7'-9'11431'0'0,"11"10"-10824"0"0,3 3-465 0 0,1-1 1 0 0,1 0-1 0 0,-1-1 0 0 0,0 1 0 0 0,0-2 0 0 0,1 1 0 0 0,-1-1 0 0 0,1-1 0 0 0,0 1 1 0 0,-1-2-1 0 0,1 1 0 0 0,-1-1 0 0 0,1 0 0 0 0,-1-1 0 0 0,1 0 0 0 0,-1 0 0 0 0,9-4 1 0 0,-9 2-395 0 0,0 0 1 0 0,0 0-1 0 0,0-1 1 0 0,-1 0-1 0 0,1 0 1 0 0,-1-1-1 0 0,-1 0 1 0 0,1 0-1 0 0,-1-1 1 0 0,0 1 0 0 0,-1-2-1 0 0,1 1 1 0 0,-2 0-1 0 0,1-1 1 0 0,-1 0-1 0 0,7-16 1 0 0,-2 0-1581 0 0,-1-1 1 0 0,-2 1-1 0 0,0-1 1 0 0,3-38-1 0 0,-17 44 7678 0 0,5 33-2366 0 0,1 39-166 0 0,7 72-1 0 0,34 142-2701 0 0,-29-224-2115 0 0,1 0-5473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4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10 306 10594 0 0,'-1'0'30'0'0,"1"0"-1"0"0,0 0 0 0 0,-1 0 0 0 0,1 0 1 0 0,0 0-1 0 0,-1 0 0 0 0,1-1 1 0 0,-1 1-1 0 0,1 0 0 0 0,0 0 0 0 0,-1 0 1 0 0,1 0-1 0 0,0 0 0 0 0,-1-1 1 0 0,1 1-1 0 0,0 0 0 0 0,-1 0 0 0 0,1 0 1 0 0,0-1-1 0 0,0 1 0 0 0,-1 0 1 0 0,1 0-1 0 0,0-1 0 0 0,0 1 0 0 0,0 0 1 0 0,-1-1-1 0 0,1 1 0 0 0,0 0 1 0 0,0-1-1 0 0,0 1 0 0 0,0 0 0 0 0,0-1 1 0 0,-1 1-1 0 0,1 0 0 0 0,0-1 1 0 0,0 1-1 0 0,0-1 0 0 0,0 1 0 0 0,0 0 1 0 0,0-1-1 0 0,0 1 0 0 0,0 0 1 0 0,0-1-1 0 0,1 1 0 0 0,-1 0 0 0 0,0-1 1 0 0,0 1-1 0 0,0 0 0 0 0,0-1 1 0 0,0 1-1 0 0,1 0 0 0 0,-1-1 0 0 0,1 0 1 0 0,12-23 687 0 0,-9 19-447 0 0,28-45 321 0 0,51-59 0 0 0,5 12-7720 0 0,-82 92 6525 0 0,-15 15 437 0 0,-17 18 111 0 0,5-11-166 0 0,2 1 0 0 0,-32 36 0 0 0,45-47 482 0 0,1 0 0 0 0,0 1 0 0 0,0-1-1 0 0,1 1 1 0 0,0 0 0 0 0,0 0 0 0 0,0 1 0 0 0,1-1 0 0 0,1 1 0 0 0,0-1 0 0 0,0 1 0 0 0,-1 10 0 0 0,3-16-4 0 0,0 0 0 0 0,1 0-1 0 0,-1 0 1 0 0,1 1 0 0 0,0-1 0 0 0,0 0 0 0 0,0 0 0 0 0,0 0 0 0 0,0 0-1 0 0,1 0 1 0 0,-1 0 0 0 0,1 0 0 0 0,3 4 0 0 0,35 36 1807 0 0,-11-12-939 0 0,-23-23-952 0 0,0 0 0 0 0,-1 0 0 0 0,0 1 0 0 0,-1 0 0 0 0,0 0 0 0 0,0 0 0 0 0,-1 0 0 0 0,0 0 0 0 0,0 1 0 0 0,-1-1 0 0 0,-1 1 0 0 0,1 0 0 0 0,-1 12-1 0 0,-2-9-357 0 0,-1 1 0 0 0,1-1 0 0 0,-2 0 0 0 0,0 0 0 0 0,-1 0-1 0 0,0 0 1 0 0,-1-1 0 0 0,0 0 0 0 0,-9 15 0 0 0,0-3-5749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5.5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77 1 6913 0 0,'-5'4'567'0'0,"1"1"0"0"0,-1 0 0 0 0,1 0 0 0 0,0 0-1 0 0,0 1 1 0 0,0 0 0 0 0,1 0 0 0 0,0-1 0 0 0,0 2-1 0 0,-3 8 1 0 0,4-10-280 0 0,-4 9 194 0 0,1 2 0 0 0,0-1 0 0 0,1 0 0 0 0,1 1 0 0 0,0 0 1 0 0,2 0-1 0 0,-1 0 0 0 0,2 0 0 0 0,2 23 0 0 0,-2-32-465 0 0,1 0 1 0 0,0 0-1 0 0,0 0 1 0 0,1 1-1 0 0,0-1 1 0 0,0 0-1 0 0,1-1 0 0 0,0 1 1 0 0,0 0-1 0 0,0-1 1 0 0,1 0-1 0 0,0 0 1 0 0,0 0-1 0 0,1 0 0 0 0,0 0 1 0 0,0-1-1 0 0,0 0 1 0 0,0 0-1 0 0,1 0 1 0 0,0-1-1 0 0,0 0 1 0 0,12 6-1 0 0,-15-8-90 0 0,1-1-1 0 0,-1 0 1 0 0,1 0 0 0 0,0 0-1 0 0,0 0 1 0 0,-1 0 0 0 0,1-1-1 0 0,0 0 1 0 0,0 1-1 0 0,0-2 1 0 0,-1 1 0 0 0,1 0-1 0 0,0-1 1 0 0,0 1 0 0 0,0-1-1 0 0,-1 0 1 0 0,1 0 0 0 0,5-3-1 0 0,-5 1-105 0 0,1 0 0 0 0,-1 0 0 0 0,1 0 0 0 0,-1 0 0 0 0,0-1 0 0 0,0 0 0 0 0,0 0 0 0 0,-1 0 0 0 0,1 0 0 0 0,-1 0 0 0 0,0-1 0 0 0,2-5 0 0 0,-1 4 173 0 0,-1 0 0 0 0,-1 0 1 0 0,1 0-1 0 0,-1-1 0 0 0,0 1 1 0 0,0 0-1 0 0,-1-1 0 0 0,0 0 1 0 0,0 1-1 0 0,-1-1 1 0 0,1 0-1 0 0,-2 1 0 0 0,1-1 1 0 0,-1 0-1 0 0,0 1 0 0 0,0-1 1 0 0,0 1-1 0 0,-1-1 0 0 0,0 1 1 0 0,-1 0-1 0 0,-5-12 0 0 0,7 17 28 0 0,1 1-1 0 0,-1-1 0 0 0,1 0 0 0 0,-1 0 0 0 0,0 1 0 0 0,0-1 0 0 0,1 0 0 0 0,-1 1 0 0 0,0-1 0 0 0,0 0 0 0 0,0 1 0 0 0,0-1 0 0 0,0 1 0 0 0,0-1 0 0 0,0 1 0 0 0,0 0 0 0 0,0 0 0 0 0,0-1 0 0 0,0 1 0 0 0,0 0 0 0 0,0 0 0 0 0,0 0 0 0 0,0 0 0 0 0,0 0 0 0 0,0 0 0 0 0,0 0 0 0 0,0 0 0 0 0,0 0 0 0 0,0 1 0 0 0,0-1 0 0 0,0 0 0 0 0,0 1 0 0 0,-1 0 0 0 0,-2 1-217 0 0,1 0 0 0 0,0 0 0 0 0,0 0 0 0 0,-1 1 0 0 0,1-1 0 0 0,1 1-1 0 0,-5 4 1 0 0,-7 9-4805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90 5529 0 0,'-1'0'204'0'0,"1"0"0"0"0,-1 0 0 0 0,0 1-1 0 0,0-1 1 0 0,1 0 0 0 0,-1 0 0 0 0,0 0-1 0 0,0 0 1 0 0,1 0 0 0 0,-1 0 0 0 0,0 0 0 0 0,0-1-1 0 0,1 1 1 0 0,-1 0 0 0 0,0 0 0 0 0,1-1 0 0 0,-1 1-1 0 0,0 0 1 0 0,1-1 0 0 0,-1 1 0 0 0,0 0 0 0 0,1-1-1 0 0,-1 1 1 0 0,1-1 0 0 0,-1 1 0 0 0,1-1-1 0 0,-1 0 1 0 0,1 1 0 0 0,-1-1 0 0 0,0-1 0 0 0,1 1-38 0 0,1 0 1 0 0,-1-1 0 0 0,0 1 0 0 0,1 0 0 0 0,-1 0 0 0 0,1-1 0 0 0,0 1 0 0 0,-1 0-1 0 0,1 0 1 0 0,0 0 0 0 0,0 0 0 0 0,-1 0 0 0 0,1 0 0 0 0,0 0 0 0 0,2-1-1 0 0,45-37 1071 0 0,-46 38-1031 0 0,1-2-100 0 0,1 1-1 0 0,-1-1 0 0 0,1 1 1 0 0,-1 0-1 0 0,1 1 1 0 0,0-1-1 0 0,0 0 0 0 0,0 1 1 0 0,0 0-1 0 0,0 0 0 0 0,0 0 1 0 0,0 1-1 0 0,6-1 0 0 0,-8 2-48 0 0,0-1 0 0 0,1 1 0 0 0,-1-1-1 0 0,0 1 1 0 0,1 0 0 0 0,-1 0 0 0 0,0 0-1 0 0,0 0 1 0 0,0 0 0 0 0,0 1 0 0 0,0-1-1 0 0,0 1 1 0 0,0-1 0 0 0,0 1-1 0 0,-1 0 1 0 0,1 0 0 0 0,-1 0 0 0 0,1 0-1 0 0,-1 0 1 0 0,0 0 0 0 0,1 0 0 0 0,-1 0-1 0 0,1 4 1 0 0,10 25 240 0 0,-2-1 1 0 0,-1 1-1 0 0,8 54 0 0 0,11 44-2445 0 0,-21-107-982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6 298 920 0 0,'-1'-2'212'0'0,"0"0"-1"0"0,0 0 0 0 0,0 0 1 0 0,1-1-1 0 0,-1 1 0 0 0,1 0 1 0 0,0-1-1 0 0,-1 1 0 0 0,1 0 1 0 0,0-1-1 0 0,0 1 0 0 0,0-1 1 0 0,1 1-1 0 0,-1 0 0 0 0,1-1 1 0 0,-1 1-1 0 0,2-3 0 0 0,13-41 2026 0 0,-7 29-1609 0 0,1 1-1 0 0,1 0 0 0 0,0 0 0 0 0,1 1 1 0 0,1 1-1 0 0,16-17 0 0 0,47-36-969 0 0,-56 51-3618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6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122 186 10594 0 0,'-6'0'159'0'0,"0"-1"0"0"0,1 0 0 0 0,-1 0 0 0 0,0-1 0 0 0,1 1 0 0 0,-1-1 0 0 0,1-1 0 0 0,-1 1 0 0 0,1-1-1 0 0,0 0 1 0 0,0 0 0 0 0,0 0 0 0 0,1-1 0 0 0,-1 0 0 0 0,1 0 0 0 0,-1 0 0 0 0,1 0 0 0 0,1 0 0 0 0,-1-1 0 0 0,-4-7 0 0 0,7 9-103 0 0,-1 1 1 0 0,0-1 0 0 0,1 0 0 0 0,-1 0 0 0 0,1 0 0 0 0,0 0 0 0 0,0-1-1 0 0,0 1 1 0 0,1 0 0 0 0,-1 0 0 0 0,1-1 0 0 0,-1 1 0 0 0,1 0 0 0 0,0-1 0 0 0,0 1-1 0 0,1 0 1 0 0,-1-1 0 0 0,1 1 0 0 0,0 0 0 0 0,0 0 0 0 0,0-1 0 0 0,0 1-1 0 0,0 0 1 0 0,1 0 0 0 0,-1 0 0 0 0,1 1 0 0 0,0-1 0 0 0,0 0 0 0 0,0 0-1 0 0,0 1 1 0 0,0-1 0 0 0,1 1 0 0 0,-1 0 0 0 0,1 0 0 0 0,-1 0 0 0 0,6-3-1 0 0,-7 4-55 0 0,1 0-1 0 0,-1 0 1 0 0,0 0-1 0 0,0 1 0 0 0,1-1 1 0 0,-1 0-1 0 0,0 1 0 0 0,1-1 1 0 0,-1 1-1 0 0,1 0 1 0 0,-1-1-1 0 0,1 1 0 0 0,-1 0 1 0 0,1 0-1 0 0,-1 0 1 0 0,1 0-1 0 0,-1 0 0 0 0,1 0 1 0 0,-1 0-1 0 0,0 0 0 0 0,1 1 1 0 0,-1-1-1 0 0,1 1 1 0 0,-1-1-1 0 0,3 2 0 0 0,-2 0-1 0 0,0 0-1 0 0,1 0 0 0 0,-1 0 0 0 0,-1 0 0 0 0,1 0 0 0 0,0 1 0 0 0,0-1 1 0 0,-1 1-1 0 0,0-1 0 0 0,1 1 0 0 0,-1 0 0 0 0,1 3 0 0 0,3 10-10 0 0,-2 0-1 0 0,1 0 1 0 0,0 26-1 0 0,-4-41 13 0 0,2 21 7 0 0,1 0 0 0 0,0 0 1 0 0,11 34-1 0 0,-13-51 9 0 0,1 0 1 0 0,0 0-1 0 0,0 0 1 0 0,0 0-1 0 0,1 0 1 0 0,-1-1 0 0 0,1 1-1 0 0,0-1 1 0 0,1 0-1 0 0,-1 0 1 0 0,1 0-1 0 0,-1 0 1 0 0,1 0 0 0 0,1-1-1 0 0,-1 0 1 0 0,0 0-1 0 0,1 0 1 0 0,-1 0-1 0 0,1-1 1 0 0,9 4-1 0 0,-13-6 0 0 0,-1 0-1 0 0,1 1 1 0 0,0-1-1 0 0,0 1 0 0 0,0-1 1 0 0,0 0-1 0 0,0 0 0 0 0,0 1 1 0 0,0-1-1 0 0,0 0 1 0 0,0 0-1 0 0,0 0 0 0 0,0 0 1 0 0,0 0-1 0 0,0 0 0 0 0,0 0 1 0 0,0-1-1 0 0,-1 1 0 0 0,1 0 1 0 0,0 0-1 0 0,0-1 1 0 0,0 1-1 0 0,0-1 0 0 0,0 1 1 0 0,0 0-1 0 0,0-1 0 0 0,-1 0 1 0 0,1 1-1 0 0,0-1 0 0 0,-1 0 1 0 0,1 1-1 0 0,0-1 1 0 0,-1 0-1 0 0,1 1 0 0 0,0-3 1 0 0,-1 2 6 0 0,1-1 0 0 0,-1 1 1 0 0,-1 0-1 0 0,1-1 0 0 0,0 1 1 0 0,0-1-1 0 0,0 1 0 0 0,-1 0 1 0 0,1-1-1 0 0,-1 1 1 0 0,1 0-1 0 0,-1-1 0 0 0,0 1 1 0 0,1 0-1 0 0,-1 0 0 0 0,0 0 1 0 0,0-1-1 0 0,0 1 0 0 0,0 0 1 0 0,0 0-1 0 0,0 0 0 0 0,0 0 1 0 0,-2-1-1 0 0,-1-1-145 0 0,0 0 1 0 0,0 1-1 0 0,-1-1 0 0 0,1 1 0 0 0,-1 0 1 0 0,0 0-1 0 0,0 0 0 0 0,0 1 0 0 0,0 0 1 0 0,0 0-1 0 0,0 0 0 0 0,0 0 0 0 0,0 1 1 0 0,0 0-1 0 0,0 0 0 0 0,0 0 0 0 0,0 1 1 0 0,-1 0-1 0 0,1 0 0 0 0,0 0 1 0 0,1 0-1 0 0,-1 1 0 0 0,0 0 0 0 0,0 0 1 0 0,1 0-1 0 0,-1 1 0 0 0,-6 4 0 0 0,-3 3-1178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7.3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236 580 3225 0 0,'-50'15'237'0'0,"25"-6"683"0"0,-1-1-1 0 0,1-1 1 0 0,-1-2 0 0 0,-48 5-1 0 0,74-10-843 0 0,-1 0 0 0 0,1 0-1 0 0,0 0 1 0 0,0 0-1 0 0,-1 0 1 0 0,1 1 0 0 0,0-1-1 0 0,0 0 1 0 0,-1 0-1 0 0,1 0 1 0 0,0 0 0 0 0,0 0-1 0 0,-1 0 1 0 0,1 0-1 0 0,0 0 1 0 0,0 0 0 0 0,-1 0-1 0 0,1-1 1 0 0,0 1 0 0 0,0 0-1 0 0,-1 0 1 0 0,1 0-1 0 0,0 0 1 0 0,0 0 0 0 0,-1 0-1 0 0,1 0 1 0 0,0-1-1 0 0,0 1 1 0 0,-1 0 0 0 0,1 0-1 0 0,0 0 1 0 0,0 0-1 0 0,0-1 1 0 0,0 1 0 0 0,-1 0-1 0 0,1 0 1 0 0,0-1-1 0 0,0 1 1 0 0,0 0 0 0 0,10-8 1653 0 0,19-4-495 0 0,16 3-1043 0 0,1 2 0 0 0,0 2-1 0 0,0 2 1 0 0,81 5 0 0 0,-13 0-206 0 0,568-39-57 0 0,-131 31-75 0 0,-519 7 141 0 0,809 27-115 0 0,-354-11 102 0 0,452-35 56 0 0,-4-77 553 0 0,1200-121 709 0 0,-893 130-1439 0 0,-602 45 22 0 0,1263-57-3833 0 0,-1259 83 3310 0 0,-103 4 531 0 0,-173 0-220 0 0,-179 8 154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8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86 774 3225 0 0,'-31'4'1017'0'0,"-23"-2"10238"0"0,99-5-11293 0 0,-1-2 1 0 0,1-2-1 0 0,52-14 1 0 0,27-6 37 0 0,139-5 0 0 0,-30 4 0 0 0,-182 20-58 0 0,609-74 572 0 0,-114 59-366 0 0,-312 16-152 0 0,10-3 34 0 0,538 3 581 0 0,-519 25-570 0 0,327 14 910 0 0,66-36-376 0 0,-11 0-337 0 0,-198 10 181 0 0,194-20 444 0 0,416-97-684 0 0,-418 36-117 0 0,130-20-62 0 0,-14 0 0 0 0,135 43-160 0 0,-688 44 144 0 0,733-61-888 0 0,-825 59 361 0 0,145-19-3750 0 0,-174 20-961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9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0,'-1'21'477'0'0,"9"222"7899"0"0,-2-36-5484 0 0,1-89-2118 0 0,21 285 58 0 0,27-2 469 0 0,27 216 2999 0 0,-79-578-4467 0 0,21 173 797 0 0,-19-186-1499 0 0,1 0 1 0 0,1 0 0 0 0,1 0 0 0 0,2-1 0 0 0,23 44-1 0 0,-21-49-5583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09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0 3225 0 0,'-2'1'185'0'0,"0"0"1"0"0,0 0-1 0 0,1 1 0 0 0,-1-1 1 0 0,0 1-1 0 0,1-1 1 0 0,-1 1-1 0 0,1-1 1 0 0,-1 1-1 0 0,1 0 1 0 0,0-1-1 0 0,0 1 0 0 0,0 0 1 0 0,0 0-1 0 0,-1 4 1 0 0,0 34 4309 0 0,2-37-4481 0 0,16 131 4910 0 0,27 68-2120 0 0,-17-90-2078 0 0,4 36-409 0 0,17 75-813 0 0,-8-76-2849 0 0,-24-99-2436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10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1840 0 0,'-1'0'74'0'0,"0"-1"0"0"0,1 1 0 0 0,-1 0 0 0 0,1 0-1 0 0,-1 0 1 0 0,0 0 0 0 0,1 0 0 0 0,-1 0 0 0 0,1 0-1 0 0,-1 0 1 0 0,0 0 0 0 0,1 0 0 0 0,-1 1 0 0 0,1-1 0 0 0,-1 0-1 0 0,1 0 1 0 0,-1 0 0 0 0,1 1 0 0 0,-1-1 0 0 0,0 0-1 0 0,1 1 1 0 0,0-1 0 0 0,-1 0 0 0 0,1 1 0 0 0,-1-1-1 0 0,1 1 1 0 0,-1-1 0 0 0,1 1 0 0 0,0-1 0 0 0,-1 1-1 0 0,1-1 1 0 0,0 1 0 0 0,-1-1 0 0 0,1 1 0 0 0,0-1 0 0 0,0 1-1 0 0,0-1 1 0 0,0 1 0 0 0,-1 0 0 0 0,1-1 0 0 0,0 1-1 0 0,0-1 1 0 0,0 1 0 0 0,0 0 0 0 0,0-1 0 0 0,0 1-1 0 0,0-1 1 0 0,1 2 0 0 0,8 41 3490 0 0,-3-20-2567 0 0,47 275 4701 0 0,-1-8-4049 0 0,27 367-986 0 0,-45-335-658 0 0,-4-93-1871 0 0,-17-157-3971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10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1 6449 0 0,'-9'10'600'0'0,"1"1"-1"0"0,0 0 1 0 0,0 1-1 0 0,-7 15 1 0 0,13-22-276 0 0,0 0 0 0 0,0 0 0 0 0,0 0 1 0 0,1 0-1 0 0,-1 1 0 0 0,1-1 1 0 0,1 0-1 0 0,-1 1 0 0 0,1-1 1 0 0,0 1-1 0 0,0-1 0 0 0,0 0 1 0 0,2 9-1 0 0,-1-12-234 0 0,0 0 0 0 0,0 0 0 0 0,0 0 1 0 0,0 1-1 0 0,0-1 0 0 0,0 0 0 0 0,0-1 0 0 0,1 1 0 0 0,-1 0 0 0 0,1 0 1 0 0,-1-1-1 0 0,1 1 0 0 0,0-1 0 0 0,0 1 0 0 0,0-1 0 0 0,0 0 0 0 0,0 1 0 0 0,0-1 1 0 0,0 0-1 0 0,0 0 0 0 0,0-1 0 0 0,0 1 0 0 0,0 0 0 0 0,1-1 0 0 0,-1 1 1 0 0,4-1-1 0 0,6 1 139 0 0,0 0 1 0 0,-1-1-1 0 0,23-2 1 0 0,-31 1-179 0 0,99-14 645 0 0,108-30 0 0 0,63-11 64 0 0,27 21-2613 0 0,-197 26-4522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2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422 126 5529 0 0,'0'-3'171'0'0,"-3"-55"1965"0"0,3 53-1857 0 0,-1 1 0 0 0,0-1-1 0 0,0 1 1 0 0,0-1 0 0 0,0 1 0 0 0,-1 0 0 0 0,1 0 0 0 0,-1 0 0 0 0,0 0 0 0 0,-4-6 0 0 0,5 9-161 0 0,0 0-1 0 0,0 0 1 0 0,0 0 0 0 0,0 0 0 0 0,0 1 0 0 0,0-1 0 0 0,-1 0 0 0 0,1 0 0 0 0,0 1 0 0 0,0-1-1 0 0,-1 0 1 0 0,1 1 0 0 0,0 0 0 0 0,-1-1 0 0 0,1 1 0 0 0,0 0 0 0 0,-1-1 0 0 0,1 1 0 0 0,0 0-1 0 0,-1 0 1 0 0,-1 0 0 0 0,0 1 60 0 0,-1 0 0 0 0,1 0 0 0 0,-1 0-1 0 0,1 0 1 0 0,0 0 0 0 0,-1 0 0 0 0,1 1-1 0 0,-4 2 1 0 0,-3 3 264 0 0,-1 1 1 0 0,1 0-1 0 0,-14 15 0 0 0,4 0-208 0 0,1 0 0 0 0,1 2 1 0 0,1 0-1 0 0,1 1 0 0 0,2 1 0 0 0,0 0 0 0 0,-13 41 0 0 0,8-13-15 0 0,3 0 0 0 0,-17 114 0 0 0,30-139-170 0 0,1 0-1 0 0,1 1 1 0 0,2-1 0 0 0,1 0-1 0 0,1 0 1 0 0,2 0 0 0 0,11 40-1 0 0,-10-50-38 0 0,0-1-1 0 0,1-1 1 0 0,1 1-1 0 0,1-1 1 0 0,0-1-1 0 0,2 1 1 0 0,0-2-1 0 0,0 1 0 0 0,2-2 1 0 0,0 1-1 0 0,1-2 1 0 0,16 15-1 0 0,-20-22-23 0 0,0 0 1 0 0,1-1-1 0 0,0 0 0 0 0,0 0 0 0 0,0-1 0 0 0,0-1 0 0 0,1 0 0 0 0,0-1 0 0 0,0 0 1 0 0,0 0-1 0 0,0-1 0 0 0,0-1 0 0 0,0 0 0 0 0,1-1 0 0 0,-1 0 0 0 0,0-1 0 0 0,0 0 1 0 0,1-1-1 0 0,-1 0 0 0 0,0-1 0 0 0,-1-1 0 0 0,14-4 0 0 0,-12 2-16 0 0,1 0 0 0 0,-1 0 0 0 0,-1-2 0 0 0,1 1 0 0 0,-1-2 0 0 0,0 1 0 0 0,-1-2 1 0 0,0 1-1 0 0,0-2 0 0 0,-1 1 0 0 0,-1-2 0 0 0,0 1 0 0 0,0-1 0 0 0,-1 0 0 0 0,-1-1 0 0 0,0 0 0 0 0,0 0 0 0 0,5-18 0 0 0,-10 23 43 0 0,0-1 0 0 0,0 1 1 0 0,-1-1-1 0 0,0 1 0 0 0,0-1 0 0 0,-1 1 0 0 0,0-1 1 0 0,-1 0-1 0 0,0 1 0 0 0,0-1 0 0 0,-1 1 0 0 0,0 0 1 0 0,0-1-1 0 0,-1 1 0 0 0,0 0 0 0 0,-1 0 0 0 0,1 1 0 0 0,-2-1 1 0 0,1 1-1 0 0,-11-13 0 0 0,9 13 66 0 0,0 0 1 0 0,-1 0-1 0 0,0 1 0 0 0,0 0 1 0 0,0 0-1 0 0,-1 0 0 0 0,0 1 1 0 0,0 1-1 0 0,0-1 0 0 0,-1 1 1 0 0,1 1-1 0 0,-1-1 0 0 0,0 1 1 0 0,0 1-1 0 0,0 0 0 0 0,-1 0 1 0 0,1 1-1 0 0,-17 0 0 0 0,-5 3-52 0 0,0 2 0 0 0,0 1 0 0 0,0 2 0 0 0,1 1-1 0 0,0 2 1 0 0,0 0 0 0 0,1 2 0 0 0,1 1 0 0 0,0 2-1 0 0,-43 29 1 0 0,50-29-85 0 0,1 0 0 0 0,-19 20 0 0 0,6 5-1272 0 0,28-34 224 0 0,1 1 1 0 0,0 0-1 0 0,1 1 0 0 0,-4 8 0 0 0,1 6-4950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7370 0 0,'1'0'138'0'0,"0"0"1"0"0,0 0 0 0 0,1-1 0 0 0,-1 1-1 0 0,0 0 1 0 0,0 0 0 0 0,0 0-1 0 0,0 0 1 0 0,0 0 0 0 0,0 1 0 0 0,0-1-1 0 0,0 0 1 0 0,0 0 0 0 0,1 1 0 0 0,-1-1-1 0 0,0 1 1 0 0,0-1 0 0 0,0 1 0 0 0,-1-1-1 0 0,1 1 1 0 0,0 0 0 0 0,0-1 0 0 0,0 1-1 0 0,1 1 1 0 0,0 0 119 0 0,0 1 0 0 0,-1 0 1 0 0,1-1-1 0 0,-1 1 0 0 0,0 0 0 0 0,0-1 1 0 0,0 1-1 0 0,0 0 0 0 0,1 3 0 0 0,0 5 366 0 0,-1 0 0 0 0,0-1 0 0 0,0 1 0 0 0,-2 15 0 0 0,-8 51 1116 0 0,4-44-1235 0 0,2 0-1 0 0,2 67 1 0 0,2-88-429 0 0,0-1-1 0 0,2 0 1 0 0,-1 0 0 0 0,1 1-1 0 0,1-2 1 0 0,0 1 0 0 0,0 0-1 0 0,1-1 1 0 0,0 0 0 0 0,1 0-1 0 0,1 0 1 0 0,12 15 0 0 0,-12-17-14 0 0,0 0 0 0 0,1 0 0 0 0,1 0 0 0 0,-1-1 0 0 0,1-1 0 0 0,0 1 0 0 0,1-1 0 0 0,-1-1 0 0 0,1 0 0 0 0,0 0 0 0 0,0-1 0 0 0,21 5 0 0 0,-23-7-49 0 0,1-1 0 0 0,0 0 0 0 0,0 0 1 0 0,0-1-1 0 0,0-1 0 0 0,0 1 0 0 0,0-1 1 0 0,0-1-1 0 0,0 0 0 0 0,0 0 0 0 0,-1-1 1 0 0,1 0-1 0 0,-1 0 0 0 0,0-1 0 0 0,0 0 0 0 0,9-6 1 0 0,4-4-625 0 0,-1-1 0 0 0,-1-1 0 0 0,26-28 1 0 0,15-25-4352 0 0,-44 50-456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1.7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3 4401 0 0,'-13'-3'257'0'0,"-44"9"12262"0"0,70 20-10801 0 0,-8-16-1009 0 0,1 8-169 0 0,0 0 0 0 0,-1 0 1 0 0,-1 1-1 0 0,2 28 0 0 0,0 81 182 0 0,-3-32-536 0 0,2-44-366 0 0,1 0 1 0 0,21 74-1 0 0,-20-102-481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 4609 0 0,'-1'0'175'0'0,"1"0"-1"0"0,-1 0 1 0 0,0 0 0 0 0,1-1-1 0 0,-1 1 1 0 0,1 0 0 0 0,-1 0-1 0 0,1 0 1 0 0,-1 0 0 0 0,1 0-1 0 0,-1 0 1 0 0,0 0 0 0 0,1 0-1 0 0,-1 0 1 0 0,1 0 0 0 0,-1 0-1 0 0,1 1 1 0 0,-1-1 0 0 0,1 0 0 0 0,-1 0-1 0 0,1 0 1 0 0,-1 1 0 0 0,1-1-1 0 0,-1 0 1 0 0,1 1 0 0 0,-1-1-1 0 0,1 0 1 0 0,-1 1 0 0 0,1-1-1 0 0,0 1 1 0 0,-1-1 0 0 0,0 1-1 0 0,-6 24 2777 0 0,7 31-169 0 0,10 26-112 0 0,27 112 0 0 0,36 79-2056 0 0,-32-129-2568 0 0,-37-131-3002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3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87 2761 0 0,'4'-5'203'0'0,"1"0"0"0"0,-1 0 0 0 0,1 0 1 0 0,0 1-1 0 0,0 0 0 0 0,1 0 1 0 0,-1 0-1 0 0,1 1 0 0 0,0-1 1 0 0,-1 1-1 0 0,2 1 0 0 0,-1-1 0 0 0,0 1 1 0 0,0 0-1 0 0,14-2 0 0 0,-19 4-173 0 0,15-5 436 0 0,8-2 670 0 0,43-6 1 0 0,-61 12-989 0 0,-1 0 0 0 0,1 1-1 0 0,-1-1 1 0 0,1 1 0 0 0,-1 1 0 0 0,1-1 0 0 0,0 1 0 0 0,-1 0-1 0 0,1 0 1 0 0,-1 1 0 0 0,0-1 0 0 0,1 1 0 0 0,8 5 0 0 0,-12-5-80 0 0,0 0 1 0 0,0 0-1 0 0,0 0 1 0 0,0 0-1 0 0,-1 1 1 0 0,1-1-1 0 0,-1 0 1 0 0,0 1-1 0 0,1-1 1 0 0,-1 1-1 0 0,0-1 1 0 0,0 1 0 0 0,-1 0-1 0 0,1-1 1 0 0,0 1-1 0 0,-1 0 1 0 0,0 0-1 0 0,0-1 1 0 0,1 1-1 0 0,-2 0 1 0 0,1 0-1 0 0,0 0 1 0 0,-1-1-1 0 0,1 1 1 0 0,-1 0-1 0 0,0-1 1 0 0,-1 5 0 0 0,-3 7 291 0 0,0 0 1 0 0,-1 0 0 0 0,-13 22 0 0 0,0-7 143 0 0,-2 0 0 0 0,0-2 0 0 0,-32 31 0 0 0,-18 21-3542 0 0,67-73 2790 0 0,2-3 219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0,'11'38'2036'0'0,"-1"-1"-1"0"0,-3 2 0 0 0,0-1 0 0 0,1 58 1 0 0,0 2-2369 0 0,9-3-4979 0 0,-13-79-1196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5 11979 0 0,'-1'-4'1296'0'0,"0"4"-1296"0"0,1 1 0 0 0,-2 1 0 0 0,1 0 552 0 0,0 2 88 0 0,-2 3 8 0 0,0 4 8 0 0,-1 1-288 0 0,1 2-55 0 0,2-2-17 0 0,1 1 0 0 0,1 0-1649 0 0,3 1-335 0 0,3 1-64 0 0,3-1-9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2.9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 8754 0 0,'2'-2'286'0'0,"1"1"0"0"0,0 1 0 0 0,0-1 1 0 0,0 0-1 0 0,0 1 0 0 0,0-1 0 0 0,0 1 0 0 0,0 0 1 0 0,0 0-1 0 0,0 0 0 0 0,0 0 0 0 0,0 1 0 0 0,0-1 0 0 0,0 1 1 0 0,0 0-1 0 0,0 0 0 0 0,-1 0 0 0 0,1 0 0 0 0,0 0 1 0 0,0 0-1 0 0,4 4 0 0 0,8 4 1266 0 0,-1 0 0 0 0,20 17 0 0 0,101 103 1487 0 0,-33-28-3118 0 0,-96-96-257 0 0,1-2-77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1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7834 0 0,'-6'4'480'0'0,"0"0"1"0"0,0 1-1 0 0,1-1 0 0 0,-1 1 1 0 0,1 0-1 0 0,0 1 1 0 0,1-1-1 0 0,-1 1 1 0 0,-3 7-1 0 0,-5 3 762 0 0,-24 29 1440 0 0,-91 119 2095 0 0,121-154-4549 0 0,0 1-1 0 0,1 0 1 0 0,0 0-1 0 0,-5 18 1 0 0,3 4-6576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6 229 3225 0 0,'-1'1'299'0'0,"0"0"1"0"0,1 0 0 0 0,-1 1 0 0 0,1-1-1 0 0,-1 0 1 0 0,1 1 0 0 0,-1-1 0 0 0,1 1-1 0 0,0-1 1 0 0,0 0 0 0 0,0 1 0 0 0,0-1-1 0 0,0 1 1 0 0,0-1 0 0 0,0 0 0 0 0,0 1-1 0 0,0-1 1 0 0,1 1 0 0 0,-1-1 0 0 0,1 0-1 0 0,0 3 1 0 0,1-1 117 0 0,0 0-1 0 0,0-1 0 0 0,0 1 1 0 0,0 0-1 0 0,0-1 0 0 0,0 0 1 0 0,1 1-1 0 0,-1-1 1 0 0,5 3-1 0 0,-3-2-14 0 0,1 0 0 0 0,-1-1-1 0 0,1 1 1 0 0,0-1 0 0 0,0 0 0 0 0,0 0-1 0 0,0 0 1 0 0,0-1 0 0 0,1 0 0 0 0,-1 0-1 0 0,11 1 1 0 0,-8-4-217 0 0,1 0 0 0 0,-1 0 1 0 0,0-1-1 0 0,0 0 0 0 0,0 0 0 0 0,0-1 0 0 0,-1 0 0 0 0,1-1 1 0 0,-1 1-1 0 0,0-2 0 0 0,0 1 0 0 0,6-7 0 0 0,1-1 12 0 0,-2 0 0 0 0,0-1 1 0 0,0 0-1 0 0,16-27 0 0 0,-22 30-217 0 0,-1 0 1 0 0,0 0 0 0 0,-1 0 0 0 0,5-19-1 0 0,-8 26 32 0 0,0 0 0 0 0,0 0 0 0 0,0 1-1 0 0,-1-1 1 0 0,1 0 0 0 0,-1 0 0 0 0,0 0-1 0 0,0 0 1 0 0,-1 0 0 0 0,1 0 0 0 0,-1 1-1 0 0,0-1 1 0 0,0 0 0 0 0,0 0-1 0 0,0 1 1 0 0,-1-1 0 0 0,1 1 0 0 0,-3-5-1 0 0,3 7-23 0 0,0 0-1 0 0,1 1 1 0 0,-1-1-1 0 0,0 0 1 0 0,0 0-1 0 0,0 0 1 0 0,0 0-1 0 0,0 1 1 0 0,0-1-1 0 0,0 0 1 0 0,0 1-1 0 0,0-1 1 0 0,0 1-1 0 0,0-1 1 0 0,0 1-1 0 0,0 0 1 0 0,0-1-1 0 0,0 1 1 0 0,-1 0-1 0 0,1 0 1 0 0,0 0-1 0 0,0 0 1 0 0,0 0-1 0 0,-1 0 1 0 0,1 0-1 0 0,-2 1 1 0 0,1 0 22 0 0,-1 0-1 0 0,1 0 1 0 0,0 0 0 0 0,-1 1 0 0 0,1-1 0 0 0,0 1 0 0 0,0-1 0 0 0,0 1 0 0 0,0 0 0 0 0,0 0 0 0 0,-2 3 0 0 0,-2 3-123 0 0,1 0 0 0 0,0 0 1 0 0,0 0-1 0 0,1 1 0 0 0,-6 15 1 0 0,9-17 119 0 0,-1-1 0 0 0,1 1 0 0 0,0 0 1 0 0,1 0-1 0 0,-1 0 0 0 0,2 0 0 0 0,-1 0 1 0 0,1 0-1 0 0,0 0 0 0 0,0 0 0 0 0,1 0 1 0 0,-1 0-1 0 0,2-1 0 0 0,-1 1 0 0 0,1-1 1 0 0,0 1-1 0 0,0-1 0 0 0,1 0 1 0 0,0 0-1 0 0,0-1 0 0 0,0 1 0 0 0,1-1 1 0 0,-1 0-1 0 0,1 0 0 0 0,8 6 0 0 0,-5-5-234 0 0,1 1-1 0 0,0-1 0 0 0,-1-1 1 0 0,2 0-1 0 0,-1 0 0 0 0,1-1 0 0 0,-1 0 1 0 0,1-1-1 0 0,0 0 0 0 0,0 0 1 0 0,1-1-1 0 0,-1-1 0 0 0,1 1 1 0 0,-1-2-1 0 0,0 1 0 0 0,17-3 0 0 0,-8-1-6276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3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65 6449 0 0,'-2'-7'286'0'0,"0"1"-1"0"0,0-1 0 0 0,0 1 1 0 0,-7-12-1 0 0,9 16 1 0 0,-1 1 1 0 0,0 0-1 0 0,0-1 1 0 0,0 1-1 0 0,0 0 0 0 0,0 0 1 0 0,0 0-1 0 0,0 0 1 0 0,-1 0-1 0 0,1 0 0 0 0,0 0 1 0 0,0 0-1 0 0,-1 0 1 0 0,1 0-1 0 0,-1 1 1 0 0,1-1-1 0 0,-1 1 0 0 0,1-1 1 0 0,-1 1-1 0 0,1-1 1 0 0,-1 1-1 0 0,1 0 0 0 0,-1 0 1 0 0,0 0-1 0 0,1 0 1 0 0,-1 0-1 0 0,-2 0 0 0 0,3 1-97 0 0,0-1-1 0 0,-1 1 1 0 0,1 0-1 0 0,0-1 1 0 0,0 1-1 0 0,0 0 0 0 0,0 0 1 0 0,0 0-1 0 0,0 0 1 0 0,1 0-1 0 0,-1 0 1 0 0,0 0-1 0 0,0 0 1 0 0,1 0-1 0 0,-1 0 0 0 0,0 0 1 0 0,1 0-1 0 0,0 0 1 0 0,-1 1-1 0 0,1-1 1 0 0,-1 0-1 0 0,1 0 1 0 0,0 1-1 0 0,0-1 0 0 0,0 0 1 0 0,0 1-1 0 0,0 1 1 0 0,2 39 875 0 0,-2-42-1017 0 0,10 61 534 0 0,31 103 0 0 0,-4-25-309 0 0,-35-127-273 0 0,86 363-174 0 0,-77-331-225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3:34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42 3225 0 0,'1'-3'259'0'0,"1"0"1"0"0,-1 0 0 0 0,1 0-1 0 0,0 0 1 0 0,0 0-1 0 0,1 0 1 0 0,-1 1 0 0 0,0-1-1 0 0,5-3 1 0 0,-6 5-78 0 0,0 1 0 0 0,0-1-1 0 0,0 0 1 0 0,0 0 0 0 0,0 1 0 0 0,0-1 0 0 0,0 0-1 0 0,0 1 1 0 0,0-1 0 0 0,0 1 0 0 0,0-1 0 0 0,0 1-1 0 0,1 0 1 0 0,-1-1 0 0 0,0 1 0 0 0,0 0 0 0 0,1 0 0 0 0,-1 0-1 0 0,0 0 1 0 0,0 0 0 0 0,0 0 0 0 0,1 0 0 0 0,-1 0-1 0 0,0 1 1 0 0,0-1 0 0 0,0 0 0 0 0,1 1 0 0 0,-1-1-1 0 0,0 1 1 0 0,2 0 0 0 0,-3 1-39 0 0,1-1 0 0 0,0 0 0 0 0,-1 0 0 0 0,1 0-1 0 0,-1 1 1 0 0,0-1 0 0 0,1 0 0 0 0,-1 1 0 0 0,0-1 0 0 0,0 0 0 0 0,0 1 0 0 0,0-1-1 0 0,0 0 1 0 0,0 1 0 0 0,0-1 0 0 0,0 0 0 0 0,0 0 0 0 0,-1 1 0 0 0,1-1 0 0 0,0 0-1 0 0,-1 1 1 0 0,1-1 0 0 0,-2 1 0 0 0,-12 30 1652 0 0,13-32-1736 0 0,-49 79 2902 0 0,38-63-2664 0 0,1-1 0 0 0,1 2 0 0 0,0 0 0 0 0,1 0 0 0 0,1 1 0 0 0,0-1 0 0 0,-9 37 0 0 0,17-50-293 0 0,-1 0 0 0 0,1 0 1 0 0,0 0-1 0 0,0-1 0 0 0,1 1 1 0 0,-1 0-1 0 0,1 0 0 0 0,0-1 1 0 0,0 1-1 0 0,0 0 0 0 0,0-1 1 0 0,1 1-1 0 0,-1-1 0 0 0,1 1 1 0 0,0-1-1 0 0,0 0 0 0 0,0 0 1 0 0,0 1-1 0 0,1-2 0 0 0,0 1 1 0 0,-1 0-1 0 0,1 0 0 0 0,0-1 1 0 0,0 0-1 0 0,0 1 0 0 0,0-1 1 0 0,4 1-1 0 0,10 6 16 0 0,1-1 0 0 0,0 0 0 0 0,0-2-1 0 0,22 6 1 0 0,-13-4 36 0 0,4 1-16 0 0,-6-2-12 0 0,0 1 0 0 0,31 15 0 0 0,-55-22-26 0 0,0-1 1 0 0,0 1-1 0 0,0-1 1 0 0,0 1-1 0 0,0 0 0 0 0,0-1 1 0 0,-1 1-1 0 0,1 0 1 0 0,0-1-1 0 0,0 1 1 0 0,0 0-1 0 0,-1 0 1 0 0,1 0-1 0 0,0 0 0 0 0,-1 0 1 0 0,1 0-1 0 0,-1 0 1 0 0,1 0-1 0 0,-1 0 1 0 0,1 0-1 0 0,-1 0 0 0 0,0 0 1 0 0,1 0-1 0 0,-1 1 1 0 0,0 0-1 0 0,0 0-2 0 0,-1 0 0 0 0,1 0 0 0 0,-1 0 0 0 0,1 0 0 0 0,-1 0 0 0 0,0 0 0 0 0,0-1 1 0 0,0 1-1 0 0,0 0 0 0 0,0 0 0 0 0,0-1 0 0 0,-1 1 0 0 0,-1 1 0 0 0,-6 6 21 0 0,-1 0 1 0 0,0 0 0 0 0,-17 10-1 0 0,20-15 34 0 0,-166 101-5 0 0,146-85-185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5.77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3081 0 7834 0 0,'-6'5'83'0'0,"0"0"0"0"0,1 0 0 0 0,0 1 0 0 0,0 0 0 0 0,1-1 1 0 0,-1 2-1 0 0,1-1 0 0 0,-4 10 0 0 0,-8 10 1 0 0,-272 446 317 0 0,-85 126-31 0 0,106-182-157 0 0,51-81-196 0 0,-46 78-5 0 0,-10 79 424 0 0,25-1 231 0 0,42 18-527 0 0,121-300-140 0 0,-33 92 0 0 0,-23 140 6 0 0,9-27 678 0 0,-27-12 395 0 0,83-242-119 0 0,-88 280 0 0 0,161-434-1093 0 0,-2 10 188 0 0,0 0-1 0 0,-3 29 1 0 0,6-42-192 0 0,1-1 0 0 0,-1 0-1 0 0,1 1 1 0 0,0-1-1 0 0,0 1 1 0 0,0-1 0 0 0,0 0-1 0 0,1 1 1 0 0,-1-1-1 0 0,1 0 1 0 0,-1 1 0 0 0,1-1-1 0 0,0 0 1 0 0,0 0 0 0 0,0 0-1 0 0,0 1 1 0 0,0-1-1 0 0,0 0 1 0 0,1 0 0 0 0,-1 0-1 0 0,1-1 1 0 0,-1 1 0 0 0,1 0-1 0 0,0-1 1 0 0,0 1-1 0 0,-1-1 1 0 0,1 1 0 0 0,3 0-1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6.33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32 0 4609 0 0,'-1'1'21'0'0,"1"-1"1"0"0,-1 1-1 0 0,0 0 0 0 0,1-1 1 0 0,-1 1-1 0 0,1-1 0 0 0,-1 1 1 0 0,1 0-1 0 0,-1-1 0 0 0,1 1 1 0 0,0 0-1 0 0,-1 0 0 0 0,1-1 1 0 0,0 1-1 0 0,-1 0 0 0 0,1 0 1 0 0,0-1-1 0 0,0 1 0 0 0,0 0 1 0 0,0 0-1 0 0,0 0 0 0 0,0 0 1 0 0,0-1-1 0 0,0 2 0 0 0,-1 30-12 0 0,1-23 44 0 0,-11 231 1151 0 0,0 167 380 0 0,89 761-474 0 0,-51-952-520 0 0,10-2 1 0 0,9-1 0 0 0,9-2-1 0 0,123 304 1 0 0,43-11 88 0 0,-139-340 276 0 0,103 153-1 0 0,-36-72 568 0 0,125 282-1 0 0,-5 6-1134 0 0,-152-304-631 0 0,-21-52-899 0 0,-67-123 60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16.84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1 666 8754 0 0,'291'-62'1861'0'0,"-180"41"-1339"0"0,82-16 418 0 0,443-90 2022 0 0,-8-27-1477 0 0,-352 70-1548 0 0,83-22 246 0 0,-254 80-188 0 0,155-18 0 0 0,-190 39-122 0 0,135 8 0 0 0,-110 3 126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7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3 6913 0 0,'-1'-1'162'0'0,"0"1"-1"0"0,0 0 1 0 0,0-1 0 0 0,0 1-1 0 0,0 0 1 0 0,-1 0-1 0 0,1 0 1 0 0,0 0-1 0 0,0 0 1 0 0,0 0-1 0 0,0 0 1 0 0,0 0-1 0 0,0 0 1 0 0,0 1-1 0 0,0-1 1 0 0,0 0-1 0 0,0 1 1 0 0,0-1-1 0 0,0 1 1 0 0,0-1-1 0 0,0 1 1 0 0,1-1-1 0 0,-1 1 1 0 0,0 0-1 0 0,0-1 1 0 0,0 1-1 0 0,1 0 1 0 0,-1 0-1 0 0,0-1 1 0 0,1 1-1 0 0,-1 0 1 0 0,1 0-1 0 0,-1 0 1 0 0,1 0-1 0 0,-1 0 1 0 0,1 0-1 0 0,-1 0 1 0 0,1 0-1 0 0,0 1 1 0 0,-13 43 1549 0 0,12-43-1537 0 0,-6 57 1193 0 0,2 0 0 0 0,5 109 1 0 0,1-72-623 0 0,-1-28-313 0 0,8 297-51 0 0,-7-353-914 0 0,0-1 1 0 0,1 0-1 0 0,0 1 0 0 0,1-1 0 0 0,6 17 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7.7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659 27 8754 0 0,'-2'-3'151'0'0,"-1"1"0"0"0,0-1 1 0 0,0 1-1 0 0,-1 0 0 0 0,1 0 1 0 0,0 0-1 0 0,-1 0 0 0 0,1 0 1 0 0,-1 1-1 0 0,0 0 0 0 0,1-1 1 0 0,-1 1-1 0 0,0 1 0 0 0,0-1 1 0 0,-6 0-1 0 0,3 1 65 0 0,0 1-1 0 0,1-1 1 0 0,-1 1-1 0 0,0 1 1 0 0,1-1 0 0 0,-1 1-1 0 0,1 0 1 0 0,-9 5-1 0 0,-1 1 230 0 0,0 1-1 0 0,1 0 1 0 0,0 1-1 0 0,1 1 0 0 0,0 1 1 0 0,-13 13-1 0 0,-3 8-36 0 0,2 1 0 0 0,1 1 0 0 0,-30 54 0 0 0,-54 123 154 0 0,86-157-505 0 0,4 2 0 0 0,1 1 0 0 0,3 0 0 0 0,-10 66 0 0 0,-16 244-74 0 0,37-289-30 0 0,7 119 0 0 0,2-158 30 0 0,2-1 1 0 0,1 1-1 0 0,3-1 0 0 0,26 75 1 0 0,-34-110 16 0 0,110 247-501 0 0,-97-225 233 0 0,1-1 0 0 0,1 0 0 0 0,0-1 0 0 0,2-1 0 0 0,1-1 0 0 0,1 0 0 0 0,30 24 0 0 0,-39-38 136 0 0,1 0 1 0 0,0-1-1 0 0,0 0 0 0 0,1-1 1 0 0,0-1-1 0 0,0 0 0 0 0,0-1 1 0 0,1 0-1 0 0,-1-1 0 0 0,1 0 1 0 0,0-1-1 0 0,0-1 0 0 0,0 0 1 0 0,0-1-1 0 0,0-1 0 0 0,0 0 1 0 0,0 0-1 0 0,-1-2 0 0 0,1 0 1 0 0,17-6-1 0 0,-5 1-115 0 0,0-2-1 0 0,0-1 1 0 0,-1-1-1 0 0,-1-1 1 0 0,0-2-1 0 0,-1 0 1 0 0,0-1-1 0 0,-1-1 1 0 0,26-28-1 0 0,19-24 720 0 0,-4-2-1 0 0,-3-3 1 0 0,-3-3-1 0 0,-4-2 1 0 0,-3-2-1 0 0,64-143 1 0 0,-89 166 177 0 0,-3-1 0 0 0,-3-2 0 0 0,-2 0 0 0 0,-3 0-1 0 0,8-76 1 0 0,-19 98-353 0 0,-2 0-1 0 0,-1 0 0 0 0,-2 0 1 0 0,-2-1-1 0 0,-1 1 0 0 0,-2 1 1 0 0,-2 0-1 0 0,-1 0 0 0 0,-25-58 1 0 0,10 40 165 0 0,-3 1 0 0 0,-61-90 0 0 0,69 117-377 0 0,-1 1-1 0 0,-1 1 0 0 0,-2 1 1 0 0,0 1-1 0 0,-2 1 1 0 0,-42-30-1 0 0,59 47-81 0 0,-1 0 0 0 0,0 1 0 0 0,-1 0 1 0 0,1 0-1 0 0,-1 1 0 0 0,1 1 0 0 0,-1 0 0 0 0,0 0 1 0 0,-1 1-1 0 0,1 1 0 0 0,0 0 0 0 0,0 0 0 0 0,-1 1 0 0 0,1 0 1 0 0,0 1-1 0 0,-1 1 0 0 0,1-1 0 0 0,0 2 0 0 0,0 0 1 0 0,0 0-1 0 0,0 1 0 0 0,1 0 0 0 0,0 1 0 0 0,-17 10 1 0 0,-1 2-501 0 0,1 2 1 0 0,1 1 0 0 0,1 1-1 0 0,1 1 1 0 0,0 1 0 0 0,2 1 0 0 0,-23 32-1 0 0,8-4-859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8.3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325 68 1840 0 0,'1'-3'225'0'0,"-1"1"0"0"0,0 0 0 0 0,0-1 0 0 0,1 1-1 0 0,-2-1 1 0 0,1 1 0 0 0,0 0 0 0 0,0-1-1 0 0,-1 1 1 0 0,1 0 0 0 0,-1-1 0 0 0,0 1 0 0 0,0 0-1 0 0,1 0 1 0 0,-2 0 0 0 0,1-1 0 0 0,0 1 0 0 0,0 0-1 0 0,-1 0 1 0 0,1 1 0 0 0,-1-1 0 0 0,1 0 0 0 0,-1 0-1 0 0,0 1 1 0 0,0-1 0 0 0,0 1 0 0 0,0 0-1 0 0,0-1 1 0 0,0 1 0 0 0,0 0 0 0 0,0 0 0 0 0,0 0-1 0 0,0 0 1 0 0,-1 1 0 0 0,1-1 0 0 0,0 1 0 0 0,-1-1-1 0 0,1 1 1 0 0,0 0 0 0 0,-1 0 0 0 0,1 0 0 0 0,-1 0-1 0 0,1 0 1 0 0,0 1 0 0 0,-1-1 0 0 0,1 1-1 0 0,0-1 1 0 0,-1 1 0 0 0,1 0 0 0 0,0 0 0 0 0,0 0-1 0 0,0 0 1 0 0,-3 2 0 0 0,-7 5 298 0 0,1 0 0 0 0,0 1 0 0 0,0 0 0 0 0,1 1 0 0 0,0 0 0 0 0,0 0 0 0 0,1 1 0 0 0,1 1 0 0 0,-10 15 0 0 0,-2 9 298 0 0,-31 72 0 0 0,38-77-544 0 0,-21 57 11 0 0,31-78-263 0 0,1 1 0 0 0,-1-1 0 0 0,2 0 0 0 0,-1 1 0 0 0,1-1 0 0 0,1 18 0 0 0,1-25-36 0 0,-1-1-1 0 0,0 1 0 0 0,1-1 0 0 0,0 0 0 0 0,-1 1 1 0 0,1-1-1 0 0,0 0 0 0 0,0 0 0 0 0,0 1 1 0 0,0-1-1 0 0,1 0 0 0 0,-1 0 0 0 0,1 0 0 0 0,-1 0 1 0 0,1-1-1 0 0,0 1 0 0 0,-1 0 0 0 0,1-1 1 0 0,0 1-1 0 0,0-1 0 0 0,0 0 0 0 0,0 1 1 0 0,1-1-1 0 0,-1 0 0 0 0,0 0 0 0 0,0 0 0 0 0,1-1 1 0 0,-1 1-1 0 0,0-1 0 0 0,1 1 0 0 0,2-1 1 0 0,10 2-123 0 0,0-1 0 0 0,0-1 0 0 0,0-1 0 0 0,17-3 1 0 0,1 1-201 0 0,-6 2 273 0 0,7-1-65 0 0,-1 2 1 0 0,40 3 0 0 0,-65-2 110 0 0,0 0 1 0 0,0 1-1 0 0,0-1 1 0 0,-1 2-1 0 0,1-1 1 0 0,0 1-1 0 0,-1 0 0 0 0,0 0 1 0 0,0 1-1 0 0,0 0 1 0 0,0 0-1 0 0,-1 1 0 0 0,1 0 1 0 0,9 10-1 0 0,-12-10 25 0 0,0 1-1 0 0,-1 1 1 0 0,0-1 0 0 0,0 0-1 0 0,0 1 1 0 0,-1 0-1 0 0,0 0 1 0 0,0-1 0 0 0,0 1-1 0 0,-1 0 1 0 0,0 0-1 0 0,-1 0 1 0 0,0 1 0 0 0,0-1-1 0 0,0 0 1 0 0,-1 0-1 0 0,0 0 1 0 0,0 0 0 0 0,-4 11-1 0 0,-2 7 57 0 0,-1 0 0 0 0,-1-1 0 0 0,-24 46 0 0 0,17-42 283 0 0,-2 0 1 0 0,0-1-1 0 0,-30 34 0 0 0,37-49-276 0 0,0-1-1 0 0,0 0 1 0 0,-1 0-1 0 0,0-2 1 0 0,-1 1-1 0 0,0-2 1 0 0,0 0-1 0 0,-1 0 1 0 0,-16 6-1 0 0,26-13-183 0 0,1 0 0 0 0,-1 1 0 0 0,1-2 0 0 0,-1 1 0 0 0,1 0 0 0 0,-1-1 0 0 0,0 1 0 0 0,1-1 0 0 0,-5-1 0 0 0,0-1-981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0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1 556 456 0 0,'6'0'443'0'0,"1"0"1"0"0,-1 0-1 0 0,0 0 0 0 0,0-1 0 0 0,1 0 0 0 0,-1 0 1 0 0,0-1-1 0 0,0 0 0 0 0,0 0 0 0 0,0 0 1 0 0,0-1-1 0 0,-1 0 0 0 0,1 0 0 0 0,6-4 1 0 0,-2 0 201 0 0,0 0 1 0 0,-1-1-1 0 0,0 0 1 0 0,0 0 0 0 0,0-1-1 0 0,10-14 1 0 0,-9 6-54 0 0,0 1 1 0 0,-1-1-1 0 0,-1 0 1 0 0,0-1-1 0 0,-1 0 1 0 0,-1 0-1 0 0,-1-1 1 0 0,-1 1-1 0 0,3-25 1 0 0,-5 26-502 0 0,-1 0 1 0 0,-1 0-1 0 0,0-1 1 0 0,-1 1-1 0 0,-1 0 1 0 0,-1 1 0 0 0,0-1-1 0 0,-1 0 1 0 0,-1 1-1 0 0,-12-27 1 0 0,16 40-94 0 0,0 1 0 0 0,0-1 0 0 0,-1 0-1 0 0,1 1 1 0 0,-1-1 0 0 0,0 1 0 0 0,0-1 0 0 0,0 1 0 0 0,0 0-1 0 0,-1 0 1 0 0,1 0 0 0 0,0 0 0 0 0,-1 0 0 0 0,1 0 0 0 0,-1 1 0 0 0,0-1-1 0 0,0 1 1 0 0,1 0 0 0 0,-1-1 0 0 0,0 2 0 0 0,0-1 0 0 0,0 0 0 0 0,0 0-1 0 0,-5 1 1 0 0,5 0 18 0 0,0 0 0 0 0,0 1 0 0 0,-1-1-1 0 0,1 1 1 0 0,0 0 0 0 0,0 0 0 0 0,0 1 0 0 0,0-1-1 0 0,0 0 1 0 0,1 1 0 0 0,-1 0 0 0 0,0 0 0 0 0,1 0-1 0 0,-1 0 1 0 0,1 0 0 0 0,0 0 0 0 0,-1 0 0 0 0,1 1-1 0 0,0 0 1 0 0,0-1 0 0 0,1 1 0 0 0,-1 0 0 0 0,-1 3-1 0 0,-2 5-7 0 0,0 1-1 0 0,1-1 0 0 0,0 1 1 0 0,1 0-1 0 0,1 0 1 0 0,-1 0-1 0 0,2 0 0 0 0,0 0 1 0 0,0 0-1 0 0,1 0 0 0 0,1 0 1 0 0,0 1-1 0 0,1-1 1 0 0,0 0-1 0 0,1 0 0 0 0,0-1 1 0 0,1 1-1 0 0,0-1 0 0 0,6 13 1 0 0,-3-10-2 0 0,0-1 0 0 0,1 1 1 0 0,1-1-1 0 0,0-1 1 0 0,1 0-1 0 0,0 0 0 0 0,1 0 1 0 0,0-2-1 0 0,0 1 0 0 0,1-2 1 0 0,1 1-1 0 0,0-2 0 0 0,0 1 1 0 0,25 10-1 0 0,-33-17-44 0 0,0 0 0 0 0,0-1 0 0 0,0 0 0 0 0,0 0 0 0 0,0 0 0 0 0,0 0-1 0 0,0-1 1 0 0,0 0 0 0 0,1 0 0 0 0,-1 0 0 0 0,0 0 0 0 0,0-1 0 0 0,0 0 0 0 0,0 0 0 0 0,7-3 0 0 0,-4 1-112 0 0,0-1 1 0 0,0 0 0 0 0,-1 0 0 0 0,1-1 0 0 0,-1 0-1 0 0,0-1 1 0 0,-1 1 0 0 0,10-11 0 0 0,-3 2-71 0 0,-2 0 0 0 0,0-1 1 0 0,0-1-1 0 0,-2 0 1 0 0,0 0-1 0 0,-1 0 0 0 0,0-1 1 0 0,5-21-1 0 0,-4 3 163 0 0,-7 25 238 0 0,0 0 0 0 0,1 0 0 0 0,0 0 0 0 0,0 0 0 0 0,1 0 1 0 0,0 1-1 0 0,1 0 0 0 0,0 0 0 0 0,10-15 0 0 0,-14 24-99 0 0,1-1-1 0 0,-1 0 1 0 0,0 1 0 0 0,0-1-1 0 0,0 1 1 0 0,0-1 0 0 0,1 1 0 0 0,-1-1-1 0 0,0 1 1 0 0,0 0 0 0 0,1 0-1 0 0,-1 0 1 0 0,0 0 0 0 0,1 0 0 0 0,-1 0-1 0 0,0 0 1 0 0,1 0 0 0 0,-1 0-1 0 0,0 0 1 0 0,0 1 0 0 0,1-1-1 0 0,-1 1 1 0 0,0-1 0 0 0,0 1 0 0 0,0-1-1 0 0,0 1 1 0 0,1 0 0 0 0,-1-1-1 0 0,0 1 1 0 0,0 0 0 0 0,0 0 0 0 0,0 0-1 0 0,1 1 1 0 0,33 37 1073 0 0,-32-36-1085 0 0,20 30 112 0 0,-2 1-1 0 0,-1 1 0 0 0,-2 1 0 0 0,19 52 0 0 0,9 16-138 0 0,-43-98-44 0 0,0 1 0 0 0,1-1 0 0 0,-1-1 0 0 0,1 1 1 0 0,1-1-1 0 0,6 8 0 0 0,-10-12-3 0 0,0 0-1 0 0,0 0 1 0 0,-1-1 0 0 0,1 1 0 0 0,0-1-1 0 0,0 1 1 0 0,0 0 0 0 0,0-1-1 0 0,0 0 1 0 0,-1 1 0 0 0,1-1-1 0 0,0 1 1 0 0,0-1 0 0 0,0 0-1 0 0,0 0 1 0 0,0 0 0 0 0,0 0 0 0 0,0 0-1 0 0,0 0 1 0 0,0 0 0 0 0,0 0-1 0 0,0 0 1 0 0,0 0 0 0 0,0 0-1 0 0,0 0 1 0 0,0-1 0 0 0,0 1-1 0 0,0 0 1 0 0,0-1 0 0 0,0 1 0 0 0,0-1-1 0 0,0 1 1 0 0,0-1 0 0 0,-1 0-1 0 0,1 1 1 0 0,0-1 0 0 0,0 0-1 0 0,-1 1 1 0 0,1-1 0 0 0,0 0-1 0 0,-1 0 1 0 0,1 0 0 0 0,-1 1 0 0 0,1-1-1 0 0,-1 0 1 0 0,1 0 0 0 0,-1 0-1 0 0,0 0 1 0 0,1 0 0 0 0,-1-2-1 0 0,18-52-1624 0 0,-16 46 1014 0 0,0 0 1 0 0,1 0 0 0 0,0 0-1 0 0,1 0 1 0 0,-1 1 0 0 0,2 0 0 0 0,8-14-1 0 0,2 10-966 0 0,-5 8 826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5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3 322 5065 0 0,'-2'-38'1396'0'0,"6"-68"-1"0"0,-2 89-596 0 0,1 0 0 0 0,1 0 0 0 0,0 0 0 0 0,1 1 0 0 0,0-1 0 0 0,11-19 1 0 0,-15 33-656 0 0,0 1 1 0 0,0-1-1 0 0,1 1 1 0 0,-1 0-1 0 0,1-1 1 0 0,-1 1-1 0 0,1 0 1 0 0,0 0-1 0 0,0 0 1 0 0,0 0 0 0 0,0 0-1 0 0,0 0 1 0 0,1 1-1 0 0,-1-1 1 0 0,0 1-1 0 0,1-1 1 0 0,-1 1-1 0 0,1 0 1 0 0,0 0 0 0 0,-1 0-1 0 0,1 0 1 0 0,4 0-1 0 0,-3 1-12 0 0,0 1 0 0 0,0-1 0 0 0,0 1 0 0 0,0 0 0 0 0,0 0 0 0 0,0 0 0 0 0,0 0 0 0 0,-1 1 0 0 0,1 0 0 0 0,-1-1-1 0 0,1 1 1 0 0,-1 1 0 0 0,7 4 0 0 0,3 4 78 0 0,-1 1 1 0 0,0 0-1 0 0,0 1 0 0 0,-1 1 0 0 0,-1 0 0 0 0,10 16 0 0 0,-2 8-120 0 0,0 1-1 0 0,-3 0 1 0 0,-1 1 0 0 0,-3 1-1 0 0,9 48 1 0 0,-3-16-374 0 0,-10-47-1258 0 0,0-2-5219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49.9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171 13 2761 0 0,'-1'-2'531'0'0,"0"1"-1"0"0,-1 0 1 0 0,1 0 0 0 0,-1 0 0 0 0,1 0 0 0 0,-1 0 0 0 0,1 0 0 0 0,-1 1 0 0 0,0-1 0 0 0,1 0 0 0 0,-1 1 0 0 0,0-1 0 0 0,1 1 0 0 0,-1 0 0 0 0,0-1 0 0 0,0 1-1 0 0,-3 0 1 0 0,1 1 70 0 0,1-1 0 0 0,-1 1 0 0 0,1 0 0 0 0,-1 0 0 0 0,1 0-1 0 0,0 0 1 0 0,-1 1 0 0 0,-3 2 0 0 0,-2 1 10 0 0,1 1 0 0 0,0 0 0 0 0,1 0 0 0 0,0 1 0 0 0,-10 10 0 0 0,8-6-207 0 0,4-7-317 0 0,1 1 1 0 0,0 0-1 0 0,0 0 1 0 0,0 0-1 0 0,1 0 0 0 0,-1 1 1 0 0,1 0-1 0 0,0-1 0 0 0,-1 8 1 0 0,4-13-88 0 0,0 1 0 0 0,0 0 0 0 0,1-1 0 0 0,-1 1 0 0 0,1-1 0 0 0,-1 1 0 0 0,1 0 0 0 0,-1-1 0 0 0,1 1 0 0 0,-1-1 0 0 0,1 1 0 0 0,-1-1 0 0 0,1 1 0 0 0,0-1 0 0 0,-1 0 0 0 0,1 1 0 0 0,-1-1 0 0 0,1 0 0 0 0,0 1 0 0 0,0-1 0 0 0,-1 0 0 0 0,1 0 0 0 0,0 0 0 0 0,1 1 0 0 0,22 5 0 0 0,-21-6 0 0 0,13 4-123 0 0,0 0 0 0 0,-1 0 1 0 0,0 2-1 0 0,0 0 0 0 0,25 13 0 0 0,-37-17 64 0 0,1 0 0 0 0,-1 0 0 0 0,1 1 0 0 0,-1 0 0 0 0,0 0 0 0 0,0-1 0 0 0,0 2 1 0 0,0-1-1 0 0,-1 0 0 0 0,1 0 0 0 0,-1 1 0 0 0,0 0 0 0 0,0-1 0 0 0,0 1 0 0 0,0 0 0 0 0,-1 0 0 0 0,1 0 0 0 0,-1 0 0 0 0,0 0 0 0 0,-1 0 0 0 0,1 1 0 0 0,0-1 0 0 0,-1 0 0 0 0,0 0 0 0 0,0 0 0 0 0,-2 9 0 0 0,-5 15-195 0 0,-2 0 0 0 0,-1 0 0 0 0,-1-1 0 0 0,-24 44 0 0 0,30-61-244 0 0,-9 16-6175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0.2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58 2304 0 0,'7'-21'-135'0'0,"9"-16"14394"0"0,-17 76-12188 0 0,-8 146 394 0 0,9-162-2398 0 0,2 0 1 0 0,0 0-1 0 0,2 0 1 0 0,0-1-1 0 0,2 1 1 0 0,9 22 0 0 0,-14-41-55 0 0,1 0 0 0 0,0 0 1 0 0,0 0-1 0 0,0-1 0 0 0,0 1 1 0 0,1-1-1 0 0,0 1 0 0 0,0-1 1 0 0,0 0-1 0 0,0 0 0 0 0,0 0 1 0 0,0-1-1 0 0,1 1 0 0 0,-1-1 0 0 0,1 1 1 0 0,0-1-1 0 0,0 0 0 0 0,0-1 1 0 0,0 1-1 0 0,5 1 0 0 0,-6-3 13 0 0,1 1-1 0 0,-1-1 1 0 0,0 0-1 0 0,0 0 0 0 0,0 0 1 0 0,0-1-1 0 0,0 1 1 0 0,1-1-1 0 0,-1 1 0 0 0,0-1 1 0 0,0 0-1 0 0,0 0 1 0 0,0 0-1 0 0,-1-1 0 0 0,1 1 1 0 0,0-1-1 0 0,0 0 0 0 0,-1 1 1 0 0,1-1-1 0 0,-1 0 1 0 0,0-1-1 0 0,1 1 0 0 0,-1 0 1 0 0,0-1-1 0 0,0 1 1 0 0,-1-1-1 0 0,1 1 0 0 0,2-5 1 0 0,0-2 11 0 0,0 0 0 0 0,-1 0 0 0 0,0-1 0 0 0,0 1 0 0 0,-1-1 1 0 0,0 0-1 0 0,0 0 0 0 0,-2 0 0 0 0,1 0 0 0 0,-1 0 0 0 0,0 0 0 0 0,-1 1 1 0 0,0-1-1 0 0,-1 0 0 0 0,-4-16 0 0 0,2 11 16 0 0,-1 1 1 0 0,-1-1-1 0 0,0 1 1 0 0,-1 0-1 0 0,0 0 0 0 0,-1 1 1 0 0,-1 0-1 0 0,0 0 1 0 0,-13-14-1 0 0,18 23-70 0 0,0 0 0 0 0,-1 0 0 0 0,1 0-1 0 0,-1 1 1 0 0,0-1 0 0 0,0 1 0 0 0,-9-4 0 0 0,11 6-129 0 0,0 0 1 0 0,0 0-1 0 0,0 0 1 0 0,1 1-1 0 0,-1-1 1 0 0,0 1-1 0 0,0 0 1 0 0,0 0-1 0 0,0 0 0 0 0,0 0 1 0 0,0 1-1 0 0,0-1 1 0 0,0 1-1 0 0,0-1 1 0 0,0 1-1 0 0,-4 2 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0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0 219 6913 0 0,'14'3'407'0'0,"-1"1"-1"0"0,1 1 1 0 0,-1 0-1 0 0,0 1 1 0 0,0 0-1 0 0,-1 1 1 0 0,0 1-1 0 0,0 0 1 0 0,-1 0-1 0 0,0 1 1 0 0,11 12-1 0 0,-15-15-8 0 0,0 1 0 0 0,-1 1-1 0 0,0-1 1 0 0,0 1 0 0 0,-1 0-1 0 0,0 0 1 0 0,-1 0 0 0 0,1 1-1 0 0,-2 0 1 0 0,1-1 0 0 0,-1 1-1 0 0,0 1 1 0 0,-1-1 0 0 0,0 0-1 0 0,-1 1 1 0 0,0-1 0 0 0,0 14-1 0 0,-1-22-278 0 0,0 0-1 0 0,0 0 0 0 0,0-1 0 0 0,0 1 0 0 0,0 0 1 0 0,0 0-1 0 0,0 0 0 0 0,-1 0 0 0 0,1 0 0 0 0,0 0 1 0 0,0-1-1 0 0,-1 1 0 0 0,1 0 0 0 0,0 0 1 0 0,-1 0-1 0 0,1-1 0 0 0,-1 1 0 0 0,1 0 0 0 0,-1 0 1 0 0,0-1-1 0 0,1 1 0 0 0,-1-1 0 0 0,-1 2 0 0 0,2-2-46 0 0,-1 0-1 0 0,0 0 0 0 0,0 0 0 0 0,0 0 1 0 0,1 0-1 0 0,-1 0 0 0 0,0-1 0 0 0,0 1 1 0 0,1 0-1 0 0,-1 0 0 0 0,0-1 0 0 0,0 1 1 0 0,1 0-1 0 0,-1-1 0 0 0,0 1 0 0 0,1 0 1 0 0,-1-1-1 0 0,0 1 0 0 0,1-1 0 0 0,-1 0 1 0 0,-3-3 57 0 0,0 0 1 0 0,0 0 0 0 0,1 0-1 0 0,0 0 1 0 0,0-1 0 0 0,-4-6 0 0 0,2-4-86 0 0,0-1 0 0 0,1 1 0 0 0,0-1 0 0 0,1 0 0 0 0,1 1 0 0 0,1-1 0 0 0,0 0 0 0 0,1-1 0 0 0,3-21 0 0 0,-1 15-409 0 0,2 0 0 0 0,1 0 0 0 0,1 0 0 0 0,0 0 0 0 0,18-38 0 0 0,-18 49-356 0 0,0 1 0 0 0,0 0 0 0 0,2 0 0 0 0,-1 1 0 0 0,11-12 0 0 0,2 3-870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1.2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374 6 3225 0 0,'-5'-2'308'0'0,"0"1"0"0"0,1 0 1 0 0,-1 1-1 0 0,0-1 1 0 0,0 1-1 0 0,0 0 0 0 0,0 0 1 0 0,0 1-1 0 0,0-1 0 0 0,0 1 1 0 0,0 0-1 0 0,1 0 1 0 0,-1 1-1 0 0,0-1 0 0 0,1 1 1 0 0,-5 2-1 0 0,-2 2 308 0 0,0 1 0 0 0,1-1 1 0 0,0 2-1 0 0,-16 15 0 0 0,1 2 135 0 0,1 2 0 0 0,2 0 0 0 0,1 2 0 0 0,1 0 0 0 0,2 1 0 0 0,1 1 0 0 0,-25 61 0 0 0,40-87-690 0 0,1-1 1 0 0,-1 1-1 0 0,1 0 0 0 0,0 0 1 0 0,0 0-1 0 0,0 0 1 0 0,1 0-1 0 0,0 0 1 0 0,0 0-1 0 0,0 1 0 0 0,0-1 1 0 0,1 0-1 0 0,0 0 1 0 0,0 0-1 0 0,0 0 1 0 0,1 0-1 0 0,0-1 0 0 0,0 1 1 0 0,0 0-1 0 0,0-1 1 0 0,1 1-1 0 0,-1-1 1 0 0,6 5-1 0 0,2 3-100 0 0,2-1 0 0 0,0 0 0 0 0,0-1 0 0 0,1 0 0 0 0,0-1 0 0 0,17 8 0 0 0,-2-1-98 0 0,-18-12 13 0 0,0 1 0 0 0,0 0 0 0 0,-1 1 0 0 0,0 0 0 0 0,0 1 0 0 0,-1 0 0 0 0,15 15 0 0 0,-22-20 113 0 0,0 0 0 0 0,-1 1 1 0 0,1-1-1 0 0,0 0 1 0 0,-1 1-1 0 0,0-1 0 0 0,1 0 1 0 0,-1 1-1 0 0,0-1 0 0 0,0 1 1 0 0,0-1-1 0 0,-1 0 0 0 0,1 1 1 0 0,-1-1-1 0 0,1 0 1 0 0,-1 1-1 0 0,0-1 0 0 0,0 0 1 0 0,1 0-1 0 0,-2 0 0 0 0,1 0 1 0 0,0 1-1 0 0,0-1 0 0 0,-3 2 1 0 0,-5 8 112 0 0,1-1 0 0 0,-18 16 0 0 0,10-11 106 0 0,-1-1 0 0 0,-1 0 0 0 0,-20 12 0 0 0,30-22-351 0 0,-1 0 0 0 0,0 0-1 0 0,0-1 1 0 0,-1 0 0 0 0,0 0 0 0 0,1-1 0 0 0,-1 0 0 0 0,0-1 0 0 0,-12 1 0 0 0,3-3-5980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1.9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41 2761 0 0,'-38'4'5262'0'0,"37"-4"-4980"0"0,0 0-1 0 0,-1 0 1 0 0,1 1-1 0 0,0-1 1 0 0,0 0-1 0 0,-1 1 1 0 0,1-1 0 0 0,0 1-1 0 0,0-1 1 0 0,0 1-1 0 0,0-1 1 0 0,0 1-1 0 0,0 0 1 0 0,0-1-1 0 0,0 1 1 0 0,0 0-1 0 0,0 0 1 0 0,0 0-1 0 0,0 0 1 0 0,1 0-1 0 0,-1 0 1 0 0,0 0-1 0 0,1 0 1 0 0,-1 0-1 0 0,1 0 1 0 0,-1 0-1 0 0,1 1 1 0 0,-1 0-1 0 0,1-1-185 0 0,1 0 0 0 0,-1 0 0 0 0,0 0-1 0 0,1-1 1 0 0,-1 1 0 0 0,1 0-1 0 0,-1 0 1 0 0,1 0 0 0 0,-1-1-1 0 0,1 1 1 0 0,0 0 0 0 0,-1-1-1 0 0,1 1 1 0 0,0 0 0 0 0,0-1 0 0 0,-1 1-1 0 0,1-1 1 0 0,0 1 0 0 0,0-1-1 0 0,0 0 1 0 0,0 1 0 0 0,0-1-1 0 0,0 0 1 0 0,-1 0 0 0 0,1 1-1 0 0,2-1 1 0 0,28 5 356 0 0,-26-4-264 0 0,255 10 2124 0 0,-137-9-1928 0 0,-35-1-315 0 0,1-5 0 0 0,91-16 1 0 0,174-45 84 0 0,-340 62-154 0 0,13-1 5 0 0,1 0 0 0 0,0 2 0 0 0,0 1-1 0 0,0 2 1 0 0,0 0 0 0 0,0 2 0 0 0,-1 1 0 0 0,1 1 0 0 0,-1 2 0 0 0,0 0 0 0 0,0 2 0 0 0,38 18 0 0 0,-52-21-76 0 0,62 23-1237 0 0,-74-29 1165 0 0,-1 0 0 0 0,1 0 0 0 0,0 0 0 0 0,0 0 1 0 0,0 0-1 0 0,0 0 0 0 0,0 0 0 0 0,0 0 0 0 0,0 0 0 0 0,-1-1 0 0 0,1 1 1 0 0,0 0-1 0 0,0-1 0 0 0,0 1 0 0 0,0 0 0 0 0,-1-1 0 0 0,1 1 0 0 0,0-1 0 0 0,-1 0 1 0 0,1 1-1 0 0,0-1 0 0 0,-1 1 0 0 0,1-1 0 0 0,0 0 0 0 0,-1 0 0 0 0,1 1 1 0 0,-1-1-1 0 0,0 0 0 0 0,1 0 0 0 0,-1 0 0 0 0,0 1 0 0 0,1-1 0 0 0,-1 0 1 0 0,0 0-1 0 0,0 0 0 0 0,0 0 0 0 0,1 0 0 0 0,-1-1 0 0 0,3-36-1172 0 0,-5 28 1315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2.2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0 1840 0 0,'-58'44'1955'0'0,"46"-34"126"0"0,0 1 0 0 0,-4 21 8393 0 0,58-28-8687 0 0,-25-3-977 0 0,22 3-512 0 0,0 2-1 0 0,-1 2 0 0 0,0 2 0 0 0,61 23 0 0 0,-89-29-297 0 0,-1 0 1 0 0,1 1-1 0 0,-1 0 1 0 0,0 1-1 0 0,0 0 0 0 0,0 0 1 0 0,-1 1-1 0 0,0 0 0 0 0,0 0 1 0 0,11 15-1 0 0,-15-17 22 0 0,0 1 1 0 0,-1 0-1 0 0,0 1 1 0 0,0-1 0 0 0,0 0-1 0 0,0 1 1 0 0,-1 0-1 0 0,0 0 1 0 0,-1 0-1 0 0,1-1 1 0 0,-1 1-1 0 0,-1 1 1 0 0,1-1-1 0 0,-1 0 1 0 0,-1 0-1 0 0,-1 13 1 0 0,-3 0 67 0 0,0-1 0 0 0,-1 0 0 0 0,-1 0 0 0 0,0-1 0 0 0,-2 1 0 0 0,0-2 0 0 0,-1 1 0 0 0,-14 17 0 0 0,3-6 7 0 0,-2-1 0 0 0,-2-1 0 0 0,-42 38-1 0 0,46-48-403 0 0,0 0-1 0 0,-2-2 1 0 0,1 0-1 0 0,-40 18 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2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46 8 8290 0 0,'-16'-6'11181'0'0,"16"5"-11009"0"0,-2 3 75 0 0,-1 1 0 0 0,1 0 0 0 0,0-1 0 0 0,0 1 0 0 0,0 0 0 0 0,0 0 0 0 0,-1 5 0 0 0,-1 6-85 0 0,1-1 0 0 0,1 1 0 0 0,1 0 0 0 0,0 0 0 0 0,0 0 0 0 0,3 14-1 0 0,11 87 36 0 0,-9-92-137 0 0,21 120-40 0 0,-10-67-9 0 0,-4 1-1 0 0,4 154 1 0 0,-15-225-281 0 0,0-1 1 0 0,0 1-1 0 0,-1-1 1 0 0,0 0-1 0 0,0 1 1 0 0,0-1-1 0 0,-1 0 1 0 0,1 0-1 0 0,-4 5 1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3.3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36 5985 0 0,'-37'-11'11525'0'0,"37"10"-11371"0"0,16-11 1259 0 0,-10 10-1252 0 0,0-1-1 0 0,0 2 0 0 0,0-1 0 0 0,0 1 1 0 0,0 0-1 0 0,0 0 0 0 0,1 1 0 0 0,-1 0 1 0 0,0 0-1 0 0,0 0 0 0 0,1 1 0 0 0,-1 0 1 0 0,0 0-1 0 0,0 1 0 0 0,0 0 0 0 0,0 0 0 0 0,8 4 1 0 0,-2-1-107 0 0,0 1 0 0 0,0 0 1 0 0,-1 1-1 0 0,0 1 1 0 0,0 0-1 0 0,-1 0 0 0 0,12 12 1 0 0,-8-3-29 0 0,-1 0-1 0 0,0 0 1 0 0,-1 2 0 0 0,-1-1 0 0 0,14 34-1 0 0,-8-11 34 0 0,19 75 0 0 0,-29-89-52 0 0,-1 0-1 0 0,-2 1 1 0 0,0 0 0 0 0,-2 0-1 0 0,-1 0 1 0 0,-2 0 0 0 0,-3 28-1 0 0,2-40 11 0 0,-2 0 0 0 0,1 0 0 0 0,-2 0-1 0 0,0-1 1 0 0,-1 1 0 0 0,0-1 0 0 0,-1-1-1 0 0,-1 1 1 0 0,-1-1 0 0 0,0-1 0 0 0,0 1-1 0 0,-1-2 1 0 0,-17 17 0 0 0,9-12-45 0 0,-1-1 1 0 0,-1 0-1 0 0,0-2 1 0 0,-35 19 0 0 0,-8-7-6982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3.7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220 1 10306 0 0,'-8'1'386'0'0,"0"0"0"0"0,0 0 0 0 0,0 1 0 0 0,0 0 1 0 0,0 1-1 0 0,1-1 0 0 0,-1 2 0 0 0,1-1 0 0 0,-1 1 0 0 0,1 0 0 0 0,1 0 0 0 0,-1 1 0 0 0,0 0 0 0 0,1 0 0 0 0,0 1 0 0 0,-6 7 0 0 0,2-3-33 0 0,1 2 0 0 0,0-1-1 0 0,0 1 1 0 0,1 0-1 0 0,1 1 1 0 0,0 0 0 0 0,1 0-1 0 0,-6 17 1 0 0,9-19-280 0 0,0 0-1 0 0,1 0 1 0 0,0 0-1 0 0,0 1 1 0 0,1-1 0 0 0,1 13-1 0 0,0-21-70 0 0,0 0 0 0 0,0-1-1 0 0,0 1 1 0 0,1 0 0 0 0,-1-1-1 0 0,1 1 1 0 0,0-1 0 0 0,-1 1-1 0 0,1-1 1 0 0,0 1 0 0 0,1-1-1 0 0,-1 1 1 0 0,0-1-1 0 0,1 0 1 0 0,-1 1 0 0 0,1-1-1 0 0,0 0 1 0 0,-1 0 0 0 0,1 0-1 0 0,0-1 1 0 0,0 1 0 0 0,1 0-1 0 0,-1-1 1 0 0,0 1 0 0 0,0-1-1 0 0,1 0 1 0 0,-1 0 0 0 0,1 0-1 0 0,-1 0 1 0 0,1 0 0 0 0,3 0-1 0 0,-4-1-69 0 0,0 0 1 0 0,0 0-1 0 0,1 0 0 0 0,-1-1 0 0 0,0 1 0 0 0,0-1 0 0 0,0 1 0 0 0,0-1 0 0 0,0 0 0 0 0,0 0 0 0 0,0 0 0 0 0,0 0 0 0 0,-1 0 0 0 0,1 0 0 0 0,0-1 0 0 0,-1 1 0 0 0,1 0 0 0 0,0-1 0 0 0,1-2 0 0 0,28-36-864 0 0,-27 34 823 0 0,6-12-157 0 0,0 0 0 0 0,-1 0 0 0 0,-1-1 0 0 0,-1 0 0 0 0,6-26 0 0 0,-5 18 751 0 0,0 1 0 0 0,14-25 0 0 0,-22 51-431 0 0,0-1 1 0 0,0 1-1 0 0,0 0 1 0 0,0-1 0 0 0,0 1-1 0 0,0 0 1 0 0,0 0-1 0 0,0-1 1 0 0,1 1 0 0 0,-1 0-1 0 0,0 0 1 0 0,0-1-1 0 0,0 1 1 0 0,1 0 0 0 0,-1 0-1 0 0,0 0 1 0 0,0-1 0 0 0,0 1-1 0 0,1 0 1 0 0,-1 0-1 0 0,0 0 1 0 0,1 0 0 0 0,-1 0-1 0 0,0-1 1 0 0,0 1-1 0 0,1 0 1 0 0,-1 0 0 0 0,0 0-1 0 0,1 0 1 0 0,-1 0-1 0 0,0 0 1 0 0,0 0 0 0 0,1 0-1 0 0,-1 0 1 0 0,0 0-1 0 0,1 0 1 0 0,8 11 881 0 0,4 22-421 0 0,-12-29-358 0 0,5 11-31 0 0,-1-1 0 0 0,2-1 0 0 0,0 1 0 0 0,0-1 0 0 0,1-1 0 0 0,1 1 0 0 0,16 17 0 0 0,-19-23-385 0 0,0-1 0 0 0,1-1 0 0 0,0 1 1 0 0,0-1-1 0 0,0 0 0 0 0,0 0 0 0 0,1-1 1 0 0,-1 0-1 0 0,1-1 0 0 0,0 1 0 0 0,1-2 1 0 0,-1 1-1 0 0,0-1 0 0 0,16 2 0 0 0,-1-3-6627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0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58 136 5697 0 0,'-1'-3'115'0'0,"-25"-78"607"0"0,-1 30 11171 0 0,27 51-11834 0 0,-2 11 1471 0 0,1 14-779 0 0,7 36-169 0 0,3-1 0 0 0,2 1 0 0 0,26 77 1 0 0,-26-104-955 0 0,1 0 0 0 0,1-2 0 0 0,2 1 0 0 0,27 43 1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1 129 7370 0 0,'0'0'21'0'0,"0"0"0"0"0,0-1 0 0 0,0 1 1 0 0,0 0-1 0 0,0 0 0 0 0,0 0 0 0 0,-1-1 0 0 0,1 1 1 0 0,0 0-1 0 0,0 0 0 0 0,0-1 0 0 0,0 1 1 0 0,0 0-1 0 0,0 0 0 0 0,0 0 0 0 0,0-1 1 0 0,0 1-1 0 0,0 0 0 0 0,0 0 0 0 0,0-1 0 0 0,0 1 1 0 0,0 0-1 0 0,0 0 0 0 0,1 0 0 0 0,-1-1 1 0 0,0 1-1 0 0,0 0 0 0 0,0 0 0 0 0,0 0 1 0 0,0-1-1 0 0,0 1 0 0 0,0 0 0 0 0,1 0 0 0 0,-1 0 1 0 0,0 0-1 0 0,0 0 0 0 0,0-1 0 0 0,1 1 1 0 0,12-9 617 0 0,18-4 157 0 0,-27 11-698 0 0,95-31 2293 0 0,3 9-3902 0 0,105-7-4568 0 0,-175 27 5628 0 0,3-1 435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4.5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290 10 920 0 0,'-2'-3'7314'0'0,"-9"0"-3420"0"0,-12-1 89 0 0,14 6-3611 0 0,0-1 0 0 0,1 1 0 0 0,-1 0 0 0 0,0 1 0 0 0,1 0 0 0 0,0 1 0 0 0,0-1-1 0 0,0 2 1 0 0,0-1 0 0 0,0 1 0 0 0,1 0 0 0 0,0 1 0 0 0,0-1 0 0 0,1 1-1 0 0,-1 1 1 0 0,-8 11 0 0 0,-2 4-262 0 0,1 0-1 0 0,1 2 1 0 0,1 0-1 0 0,-12 27 1 0 0,22-41-99 0 0,0 0 0 0 0,0 0 1 0 0,1 0-1 0 0,0 0 0 0 0,1 1 0 0 0,1-1 1 0 0,-2 21-1 0 0,3-29-10 0 0,0 0 0 0 0,0 1 1 0 0,0-1-1 0 0,0 0 0 0 0,1 1 0 0 0,-1-1 1 0 0,0 0-1 0 0,1 0 0 0 0,0 0 0 0 0,-1 1 1 0 0,1-1-1 0 0,0 0 0 0 0,0 0 1 0 0,0 0-1 0 0,1 0 0 0 0,-1 0 0 0 0,0-1 1 0 0,1 1-1 0 0,-1 0 0 0 0,1-1 0 0 0,0 1 1 0 0,-1 0-1 0 0,1-1 0 0 0,0 0 0 0 0,0 0 1 0 0,0 1-1 0 0,0-1 0 0 0,0 0 0 0 0,0 0 1 0 0,0-1-1 0 0,0 1 0 0 0,1 0 0 0 0,-1-1 1 0 0,0 1-1 0 0,0-1 0 0 0,1 0 0 0 0,-1 0 1 0 0,0 0-1 0 0,0 0 0 0 0,1 0 0 0 0,-1 0 1 0 0,4-2-1 0 0,2 0-15 0 0,1 0 0 0 0,-1 0 0 0 0,0-1 0 0 0,-1-1 0 0 0,1 1 0 0 0,-1-1 0 0 0,1 0 0 0 0,-1-1 1 0 0,0 0-1 0 0,-1 0 0 0 0,1-1 0 0 0,-1 1 0 0 0,0-1 0 0 0,6-8 0 0 0,34-28-24 0 0,-45 41 54 0 0,0 1-1 0 0,1-1 0 0 0,-1 1 1 0 0,0-1-1 0 0,1 1 1 0 0,-1 0-1 0 0,1 0 0 0 0,-1-1 1 0 0,1 1-1 0 0,-1 0 1 0 0,0 0-1 0 0,1 0 0 0 0,-1 1 1 0 0,1-1-1 0 0,-1 0 1 0 0,0 1-1 0 0,1-1 0 0 0,-1 0 1 0 0,0 1-1 0 0,1 0 1 0 0,-1-1-1 0 0,0 1 0 0 0,0 0 1 0 0,1 0-1 0 0,-1-1 0 0 0,0 1 1 0 0,0 0-1 0 0,0 0 1 0 0,0 0-1 0 0,1 2 0 0 0,32 37-4 0 0,-30-35 5 0 0,2 3-108 0 0,5 8-594 0 0,1 0 0 0 0,1-1 0 0 0,0-1 0 0 0,27 22 0 0 0,-19-20-6547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5.8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277 298 2304 0 0,'-29'-30'393'0'0,"-39"-48"-1"0"0,14 15-1937 0 0,50 60 1612 0 0,1 0 0 0 0,-1 1 0 0 0,1-1 0 0 0,-1 1 0 0 0,0 0 0 0 0,0 0 0 0 0,0 0 0 0 0,-1 1 0 0 0,1-1 0 0 0,0 1 0 0 0,0 0 0 0 0,-1 0 0 0 0,-7 0 0 0 0,7 0 799 0 0,-1 0 0 0 0,0 0 0 0 0,1 0 0 0 0,-1-1 0 0 0,1 0 0 0 0,-1 0 0 0 0,-7-5 0 0 0,12 7-679 0 0,1-1-1 0 0,-1 1 1 0 0,0-1-1 0 0,1 1 1 0 0,-1-1-1 0 0,0 1 1 0 0,1-1-1 0 0,-1 0 1 0 0,1 1-1 0 0,-1-1 1 0 0,1 0-1 0 0,-1 1 1 0 0,1-1-1 0 0,0 0 1 0 0,-1 0-1 0 0,1 0 1 0 0,0 1-1 0 0,0-1 1 0 0,0 0-1 0 0,-1 0 1 0 0,1 0-1 0 0,0 0 1 0 0,0 1-1 0 0,0-1 1 0 0,0 0-1 0 0,1-1 1 0 0,-1-1 52 0 0,1 1-1 0 0,0 0 1 0 0,0 0 0 0 0,0 0-1 0 0,0-1 1 0 0,0 1 0 0 0,0 0-1 0 0,1 0 1 0 0,1-2 0 0 0,2-1 34 0 0,0 0 1 0 0,0 0 0 0 0,0 0-1 0 0,1 1 1 0 0,10-7 0 0 0,-15 11-241 0 0,0-1 0 0 0,1 0 1 0 0,-1 1-1 0 0,1-1 1 0 0,-1 1-1 0 0,0-1 1 0 0,1 1-1 0 0,-1 0 1 0 0,1 0-1 0 0,-1-1 0 0 0,1 1 1 0 0,0 0-1 0 0,-1 0 1 0 0,1 1-1 0 0,-1-1 1 0 0,1 0-1 0 0,-1 0 0 0 0,0 1 1 0 0,1-1-1 0 0,-1 1 1 0 0,1-1-1 0 0,2 2 1 0 0,-2 0-17 0 0,0 0 1 0 0,1 0-1 0 0,-1 0 1 0 0,0 1 0 0 0,0-1-1 0 0,0 0 1 0 0,0 1 0 0 0,-1 0-1 0 0,1-1 1 0 0,2 6 0 0 0,1 6 4 0 0,0 0 1 0 0,-1 0 0 0 0,4 24 0 0 0,-7-35 8 0 0,30 278 423 0 0,-13-75-272 0 0,-17-197-129 0 0,1 0-1 0 0,0-1 1 0 0,0 1-1 0 0,1 0 1 0 0,0-1-1 0 0,0 1 1 0 0,1-1-1 0 0,0 0 1 0 0,1 0-1 0 0,0 0 1 0 0,0-1-1 0 0,9 11 0 0 0,-11-15-30 0 0,0-1 0 0 0,0 1 0 0 0,1 0 0 0 0,-1-1 0 0 0,1 0 0 0 0,0 0 0 0 0,-1 0 1 0 0,1 0-1 0 0,0-1 0 0 0,0 1 0 0 0,0-1 0 0 0,0 0 0 0 0,0 0 0 0 0,0 0 0 0 0,1-1 0 0 0,-1 0 0 0 0,0 1 0 0 0,0-2 0 0 0,0 1 0 0 0,1 0 0 0 0,-1-1 0 0 0,0 0 0 0 0,0 0 0 0 0,0 0 0 0 0,0 0 0 0 0,0 0 0 0 0,0-1 0 0 0,6-4 0 0 0,3-2-1154 0 0,0 0 0 0 0,-1-1 0 0 0,0 0 0 0 0,-1-1 0 0 0,13-14 0 0 0,-23 23 1035 0 0,20-19-6201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6.3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535 133 10138 0 0,'-38'-19'846'0'0,"15"8"903"0"0,-35-13-1 0 0,49 21-1382 0 0,0 1 0 0 0,0 0 1 0 0,-1 0-1 0 0,1 1 1 0 0,-1 0-1 0 0,1 1 0 0 0,-15 1 1 0 0,13 0-128 0 0,0 1-1 0 0,0 0 1 0 0,0 1 0 0 0,0 0 0 0 0,0 1 0 0 0,0 0-1 0 0,1 1 1 0 0,0 0 0 0 0,0 0 0 0 0,-15 12 0 0 0,12-7-156 0 0,1 1 0 0 0,0 0 0 0 0,1 1 0 0 0,0 0 0 0 0,0 1 0 0 0,-14 24 0 0 0,10-9-80 0 0,1 0 1 0 0,1 0 0 0 0,2 1 0 0 0,0 1-1 0 0,3 0 1 0 0,0 0 0 0 0,-5 41 0 0 0,9-33 20 0 0,2 0 0 0 0,1 0 0 0 0,2 0 0 0 0,2 0 0 0 0,1 0 0 0 0,2 0 0 0 0,2-1 0 0 0,1 0 0 0 0,2-1 0 0 0,1 0 0 0 0,2 0 0 0 0,29 52 0 0 0,-28-62-37 0 0,1 0 0 0 0,1-1 0 0 0,2-1 0 0 0,0 0-1 0 0,1-2 1 0 0,2 0 0 0 0,0-1 0 0 0,1-2-1 0 0,1 0 1 0 0,1-1 0 0 0,0-2 0 0 0,2 0 0 0 0,-1-2-1 0 0,2-1 1 0 0,0-1 0 0 0,33 9 0 0 0,-22-12 20 0 0,0-1 0 0 0,1-2-1 0 0,-1-2 1 0 0,1-2 0 0 0,0-1 0 0 0,0-2 0 0 0,0-2 0 0 0,0-2 0 0 0,-1-1-1 0 0,0-2 1 0 0,0-2 0 0 0,55-21 0 0 0,-74 22 83 0 0,-1-1 1 0 0,1-1-1 0 0,-2-1 0 0 0,0 0 1 0 0,0-1-1 0 0,-1-1 0 0 0,-1-1 1 0 0,0 0-1 0 0,-1-1 0 0 0,13-19 1 0 0,-11 12 21 0 0,-1-1 1 0 0,-1 0-1 0 0,-1 0 1 0 0,-1-2-1 0 0,-2 1 1 0 0,0-2-1 0 0,9-38 1 0 0,-15 41-47 0 0,-2 1-1 0 0,0-1 1 0 0,-2 0-1 0 0,-1 0 1 0 0,0 0 0 0 0,-2 0-1 0 0,-1 1 1 0 0,-1-1 0 0 0,-13-44-1 0 0,-7-6 221 0 0,-59-119 0 0 0,56 135-100 0 0,-63-99-1 0 0,80 141-371 0 0,-2 1-1 0 0,1 0 1 0 0,-2 1 0 0 0,0 0-1 0 0,-1 1 1 0 0,0 1 0 0 0,-1 0-1 0 0,0 1 1 0 0,-1 0-1 0 0,-31-15 1 0 0,1 9-7801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7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9 298 7834 0 0,'-2'-6'317'0'0,"0"-1"0"0"0,0 1 1 0 0,1-1-1 0 0,0 0 1 0 0,1 1-1 0 0,-1-1 0 0 0,1 0 1 0 0,1 0-1 0 0,-1 1 1 0 0,1-1-1 0 0,0 0 0 0 0,0 1 1 0 0,1-1-1 0 0,0 1 1 0 0,3-7-1 0 0,0 5-53 0 0,0 0 0 0 0,0 1 0 0 0,1-1 0 0 0,0 1 0 0 0,0 0 0 0 0,0 0 0 0 0,14-10 0 0 0,57-37 1165 0 0,-71 50-1352 0 0,8-4 99 0 0,0 0-1 0 0,1 1 0 0 0,-1 0 1 0 0,1 1-1 0 0,0 1 1 0 0,1 0-1 0 0,0 1 0 0 0,21-2 1 0 0,-32 5-159 0 0,0 0-1 0 0,0 0 1 0 0,1 1 0 0 0,-1 0 0 0 0,0 0 0 0 0,1 1-1 0 0,-1 0 1 0 0,0 0 0 0 0,0 0 0 0 0,0 0 0 0 0,0 1-1 0 0,0-1 1 0 0,0 1 0 0 0,0 1 0 0 0,0-1 0 0 0,-1 1-1 0 0,1 0 1 0 0,-1 0 0 0 0,0 0 0 0 0,0 0 0 0 0,0 1-1 0 0,0 0 1 0 0,0 0 0 0 0,-1 0 0 0 0,0 0 0 0 0,0 0-1 0 0,0 1 1 0 0,4 8 0 0 0,-1 3-2 0 0,-1-1 0 0 0,0 1-1 0 0,-2 0 1 0 0,1 0 0 0 0,-2 0 0 0 0,0 0-1 0 0,-1 19 1 0 0,-11 120 25 0 0,0-36-46 0 0,8-86 11 0 0,1-22 1 0 0,0 1 0 0 0,0-1 0 0 0,1 0 0 0 0,1 1 0 0 0,0-1-1 0 0,0 1 1 0 0,1-1 0 0 0,1 0 0 0 0,7 21 0 0 0,-9-31-4 0 0,0 1 0 0 0,0 0 0 0 0,0-1 0 0 0,0 1 0 0 0,0 0 0 0 0,1-1 0 0 0,-1 0 0 0 0,1 1 0 0 0,-1-1 0 0 0,1 0 1 0 0,0 0-1 0 0,-1 1 0 0 0,1-1 0 0 0,0-1 0 0 0,0 1 0 0 0,0 0 0 0 0,0 0 0 0 0,3 0 0 0 0,-1 0 16 0 0,0-1-1 0 0,0 0 1 0 0,1 1 0 0 0,-1-1 0 0 0,0-1-1 0 0,1 1 1 0 0,-1-1 0 0 0,6-1 0 0 0,4-2 192 0 0,0-1 1 0 0,0-1 0 0 0,26-14 0 0 0,15-13-434 0 0,-1-3 0 0 0,57-49 0 0 0,-80 59-6663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8.2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823 180 7834 0 0,'-20'-8'367'0'0,"-1"0"0"0"0,0 1 0 0 0,0 1 1 0 0,0 1-1 0 0,-1 1 0 0 0,0 0 0 0 0,1 2 0 0 0,-1 1 1 0 0,0 1-1 0 0,0 0 0 0 0,0 2 0 0 0,0 0 0 0 0,0 2 1 0 0,1 0-1 0 0,0 2 0 0 0,0 0 0 0 0,0 1 0 0 0,0 1 1 0 0,1 1-1 0 0,1 1 0 0 0,0 1 0 0 0,0 1 0 0 0,1 0 1 0 0,0 1-1 0 0,-29 29 0 0 0,19-11-267 0 0,2 0 0 0 0,1 2 1 0 0,2 1-1 0 0,1 1 0 0 0,2 1 0 0 0,1 1 0 0 0,2 0 0 0 0,1 2 1 0 0,2 0-1 0 0,2 0 0 0 0,2 1 0 0 0,1 0 0 0 0,3 1 1 0 0,1 0-1 0 0,1 0 0 0 0,4 57 0 0 0,9-28 4 0 0,3 0-1 0 0,4-1 1 0 0,2-1-1 0 0,30 73 1 0 0,-26-85 19 0 0,2-1 0 0 0,2-1 0 0 0,48 73 1 0 0,-50-92-92 0 0,1-2 1 0 0,2 0-1 0 0,1-2 1 0 0,1-1-1 0 0,59 47 1 0 0,-63-60-33 0 0,1 0 0 0 0,0-2 0 0 0,1-1 0 0 0,1-1 0 0 0,0-1 0 0 0,1-2 0 0 0,0-1 0 0 0,0-1 1 0 0,1-1-1 0 0,0-2 0 0 0,1-1 0 0 0,50 0 0 0 0,-33-5-2 0 0,0-3 0 0 0,0-1 0 0 0,-1-3 1 0 0,0-2-1 0 0,-1-1 0 0 0,0-3 0 0 0,63-28 0 0 0,-22 4 25 0 0,-2-4 0 0 0,87-57-1 0 0,-133 73-9 0 0,-2-2 1 0 0,-1-1-1 0 0,-1-2 0 0 0,-2-1 0 0 0,-1-2 0 0 0,38-52 0 0 0,-36 38 289 0 0,-2-2 0 0 0,-2-1 0 0 0,27-66 0 0 0,-44 86-174 0 0,-2-1 0 0 0,-1 0 0 0 0,-1-1 1 0 0,-2 0-1 0 0,-1 0 0 0 0,-2 0 0 0 0,0-38 0 0 0,-5 42-50 0 0,-2 0-1 0 0,-1 0 1 0 0,-1 1 0 0 0,-1 0-1 0 0,-19-52 1 0 0,-69-131 466 0 0,72 163-514 0 0,0 6 125 0 0,-1 0 1 0 0,-2 2-1 0 0,-1 0 0 0 0,-34-36 0 0 0,40 52-54 0 0,-2 2 0 0 0,0 0 0 0 0,-1 2 0 0 0,-2 0 0 0 0,0 1 0 0 0,-1 2 0 0 0,-33-17 0 0 0,35 23-76 0 0,-2 2 0 0 0,1 1 0 0 0,-1 0-1 0 0,0 2 1 0 0,0 1 0 0 0,-1 2 0 0 0,1 0-1 0 0,-46 2 1 0 0,-4 5-230 0 0,-133 24-1 0 0,177-22 217 0 0,-56 17 1 0 0,76-19-354 0 0,1 1-1 0 0,-1 0 1 0 0,-9 8 0 0 0,14-9-599 0 0,1 0-1 0 0,0 1 1 0 0,0 0-1 0 0,1 0 1 0 0,-1 0-1 0 0,-4 6 1 0 0,-3 8-6442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9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272 1 2761 0 0,'-53'6'2304'0'0,"16"-2"-37"0"0,-42 10 0 0 0,68-11-1375 0 0,0 0 1 0 0,1 1-1 0 0,0 0 0 0 0,-1 0 0 0 0,1 1 0 0 0,1 1 1 0 0,-1-1-1 0 0,-11 16 3284 0 0,22-21-4110 0 0,10 4 1234 0 0,18 2-1244 0 0,-23-5 164 0 0,56 11-150 0 0,1-3 0 0 0,1-2-1 0 0,-1-4 1 0 0,1-2-1 0 0,115-14 1 0 0,77-26 24 0 0,90-12 72 0 0,-294 48-154 0 0,91 4-1 0 0,-102 1-54 0 0,0-1 0 0 0,0-2 0 0 0,79-13 0 0 0,-107 11-129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4:59.9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96 65 920 0 0,'-96'-64'15748'0'0,"138"97"-13245"0"0,-11-6-1286 0 0,84 55-989 0 0,131 106 585 0 0,-241-184-759 0 0,-1 0 1 0 0,1 1 0 0 0,-1-1-1 0 0,0 1 1 0 0,0 0-1 0 0,-1 0 1 0 0,1 0 0 0 0,-1 1-1 0 0,0-1 1 0 0,2 7 0 0 0,-4-7-11 0 0,0-1-1 0 0,-1 1 1 0 0,1-1 0 0 0,-1 1 0 0 0,0-1 0 0 0,0 1 0 0 0,0-1 0 0 0,-1 1-1 0 0,1-1 1 0 0,-1 1 0 0 0,0-1 0 0 0,0 0 0 0 0,-1 1 0 0 0,-2 4 0 0 0,-5 11 69 0 0,-1 0 0 0 0,-1 0 0 0 0,-1-1 0 0 0,-1-1 0 0 0,-1 0 0 0 0,0-1 0 0 0,-1 0 0 0 0,-1-1 0 0 0,-27 21 0 0 0,-17 8-280 0 0,-96 55-1 0 0,136-88-9 0 0,4-2-324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0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112 158 1840 0 0,'-9'-4'776'0'0,"0"0"-1"0"0,1-1 1 0 0,-1 0-1 0 0,1 0 1 0 0,0-1-1 0 0,0 0 1 0 0,1 0-1 0 0,0-1 1 0 0,0 0-1 0 0,1 0 1 0 0,-10-14-1 0 0,14 19-503 0 0,1 0 0 0 0,0 0 0 0 0,0 1 0 0 0,0-1 0 0 0,1 0 0 0 0,-1 0 0 0 0,0 0 0 0 0,1 0 0 0 0,-1 0 0 0 0,1 0-1 0 0,0 0 1 0 0,-1 0 0 0 0,1 0 0 0 0,0-1 0 0 0,0 1 0 0 0,0 0 0 0 0,1 0 0 0 0,-1 0 0 0 0,0 0 0 0 0,1 0 0 0 0,0 0 0 0 0,-1 0-1 0 0,1 0 1 0 0,0 0 0 0 0,0 1 0 0 0,0-1 0 0 0,0 0 0 0 0,0 0 0 0 0,0 1 0 0 0,4-4 0 0 0,-3 4-203 0 0,0-1 0 0 0,0 1-1 0 0,0 0 1 0 0,0 0 0 0 0,1 0 0 0 0,-1 0 0 0 0,0 0 0 0 0,1 0 0 0 0,-1 1 0 0 0,1 0 0 0 0,-1-1 0 0 0,1 1-1 0 0,-1 0 1 0 0,1 0 0 0 0,-1 0 0 0 0,1 0 0 0 0,-1 0 0 0 0,0 1 0 0 0,1-1 0 0 0,-1 1 0 0 0,1 0 0 0 0,-1 0 0 0 0,0 0-1 0 0,1 0 1 0 0,2 1 0 0 0,0 1-68 0 0,0 0-1 0 0,0 1 1 0 0,0-1 0 0 0,-1 1-1 0 0,1 0 1 0 0,-1 0 0 0 0,0 1-1 0 0,0-1 1 0 0,0 1-1 0 0,-1-1 1 0 0,0 1 0 0 0,0 1-1 0 0,0-1 1 0 0,0 0-1 0 0,-1 1 1 0 0,0-1 0 0 0,2 8-1 0 0,1 7-2 0 0,-2 1 0 0 0,0 0 0 0 0,0 33 0 0 0,-3-33 1 0 0,1 0-1 0 0,8 38 0 0 0,-8-56 1 0 0,0 0 0 0 0,0 0 0 0 0,0-1 0 0 0,0 1 0 0 0,1 0 0 0 0,-1 0 0 0 0,1-1 0 0 0,0 1 0 0 0,0-1 0 0 0,0 0 0 0 0,0 1 0 0 0,0-1 0 0 0,0 0 0 0 0,1 0 0 0 0,-1 0 0 0 0,1-1 0 0 0,-1 1 0 0 0,1 0 0 0 0,0-1 0 0 0,0 0 0 0 0,0 0 0 0 0,0 0 0 0 0,5 2 0 0 0,7-1-8 0 0,0 0 0 0 0,0 0 0 0 0,30-2 0 0 0,-31-1 8 0 0,-1 2 1 0 0,1-1 0 0 0,14 4-1 0 0,-23-3 2 0 0,1 0 0 0 0,-1 1 0 0 0,0-1 1 0 0,0 1-1 0 0,-1 1 0 0 0,1-1 0 0 0,0 1 0 0 0,-1-1 0 0 0,1 1 0 0 0,-1 1 0 0 0,0-1 0 0 0,0 0 0 0 0,0 1 0 0 0,0 0 1 0 0,-1 0-1 0 0,4 6 0 0 0,-4-5 11 0 0,0 1 0 0 0,-1-1 0 0 0,1 1 0 0 0,-1 0 0 0 0,-1 0 0 0 0,1 0 0 0 0,-1 0 0 0 0,0 1 0 0 0,0-1 0 0 0,-1 0 0 0 0,0 0 0 0 0,0 0 0 0 0,-1 11 0 0 0,-4 11 76 0 0,-1 0 1 0 0,-2-1-1 0 0,-1 1 1 0 0,0-1-1 0 0,-2-1 0 0 0,-1 0 1 0 0,-2-1-1 0 0,0 0 1 0 0,-29 37-1 0 0,27-43-546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2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644 383 1840 0 0,'-4'-46'2089'0'0,"-18"-74"0"0"0,17 100-1184 0 0,0 1 1 0 0,-2 0-1 0 0,0 0 0 0 0,-1 1 0 0 0,-1-1 0 0 0,-14-19 1 0 0,20 33-663 0 0,-1 0 1 0 0,1 1-1 0 0,-1-1 1 0 0,0 1-1 0 0,0 0 1 0 0,0 0 0 0 0,-1 1-1 0 0,0-1 1 0 0,1 1-1 0 0,-1 0 1 0 0,0 0-1 0 0,0 1 1 0 0,-1-1-1 0 0,1 1 1 0 0,-1 0-1 0 0,-7-1 1 0 0,5 2-28 0 0,1 0-1 0 0,0 1 1 0 0,0 0-1 0 0,-1 1 1 0 0,1-1 0 0 0,0 1-1 0 0,0 1 1 0 0,0-1 0 0 0,0 1-1 0 0,0 1 1 0 0,-10 4-1 0 0,-3 3 21 0 0,1 2-1 0 0,0 0 0 0 0,1 1 0 0 0,0 0 1 0 0,1 2-1 0 0,1 0 0 0 0,-22 25 0 0 0,15-13-200 0 0,1 2 0 0 0,1 0 0 0 0,2 1 0 0 0,1 1 0 0 0,1 0 0 0 0,2 1 0 0 0,1 1-1 0 0,1 1 1 0 0,2 0 0 0 0,2 0 0 0 0,1 1 0 0 0,1 0 0 0 0,-3 71 0 0 0,9-67-46 0 0,2 0 0 0 0,1 0 0 0 0,2 0 0 0 0,2-1 0 0 0,1 1 0 0 0,24 69 1 0 0,-22-84 3 0 0,1-1 1 0 0,1-1 0 0 0,1 1-1 0 0,1-2 1 0 0,1 0 0 0 0,1 0-1 0 0,1-2 1 0 0,1 0 0 0 0,0 0-1 0 0,2-2 1 0 0,32 26 0 0 0,-28-28 44 0 0,1 0 0 0 0,0-1 0 0 0,1-1 0 0 0,1-2 0 0 0,0 0 0 0 0,0-2 1 0 0,1-1-1 0 0,0-1 0 0 0,0-1 0 0 0,1-2 0 0 0,50 3 0 0 0,-53-7 2 0 0,1-1-1 0 0,-1-1 1 0 0,0-1-1 0 0,0-1 0 0 0,0-1 1 0 0,-1-2-1 0 0,0 0 1 0 0,0-1-1 0 0,0-2 0 0 0,-1 0 1 0 0,-1-2-1 0 0,0 0 1 0 0,24-18-1 0 0,-13 4 93 0 0,-1-1 0 0 0,-1-1-1 0 0,-2-2 1 0 0,-1-1 0 0 0,-1-1-1 0 0,27-43 1 0 0,-37 48-58 0 0,-2 0 0 0 0,0-2 1 0 0,-2 0-1 0 0,-1 0 0 0 0,-1-2 0 0 0,-2 1 0 0 0,-1-1 1 0 0,7-55-1 0 0,-10 26 37 0 0,-4 0 0 0 0,-8-85 1 0 0,-29-117 179 0 0,34 249-317 0 0,-1 0 0 0 0,0 0 0 0 0,-1 0 0 0 0,0 1 0 0 0,-1 0 0 0 0,0 0 0 0 0,-1 0 0 0 0,0 0 0 0 0,-16-20 0 0 0,18 27 14 0 0,0 1-1 0 0,0-1 1 0 0,-1 1 0 0 0,0 0-1 0 0,0 0 1 0 0,0 1 0 0 0,0-1-1 0 0,-1 1 1 0 0,0 0 0 0 0,1 1-1 0 0,-1-1 1 0 0,0 1 0 0 0,0 0-1 0 0,0 1 1 0 0,0-1 0 0 0,-1 1-1 0 0,1 0 1 0 0,0 1 0 0 0,0 0-1 0 0,-1 0 1 0 0,1 0-1 0 0,-9 2 1 0 0,-1 1-53 0 0,1 1 0 0 0,-1 0 0 0 0,1 1-1 0 0,0 1 1 0 0,1 0 0 0 0,0 1 0 0 0,0 1 0 0 0,-18 12 0 0 0,21-12-298 0 0,1 0 0 0 0,-1 0 0 0 0,1 1 0 0 0,1 1 0 0 0,-1-1 0 0 0,2 2 0 0 0,-1-1 0 0 0,1 1 1 0 0,1 1-1 0 0,-7 14 0 0 0,4 1-852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 10594 0 0,'-2'1'336'0'0,"1"1"0"0"0,-1 0 0 0 0,0 1 0 0 0,1-1 0 0 0,0 0-1 0 0,-1 0 1 0 0,1 1 0 0 0,0-1 0 0 0,0 0 0 0 0,1 1 0 0 0,-1-1 0 0 0,0 1-1 0 0,1-1 1 0 0,-1 4 0 0 0,-4 47 674 0 0,4-38-480 0 0,-4 43 849 0 0,3 0 1 0 0,7 74-1 0 0,-1-101-1373 0 0,0 0 0 0 0,3 0 0 0 0,0-1 0 0 0,2 0 0 0 0,23 55 0 0 0,-26-72-1085 0 0,-2-3-304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1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60 5985 0 0,'6'-5'325'0'0,"1"0"0"0"0,-1 1 0 0 0,1-1 0 0 0,0 1 0 0 0,0 1 0 0 0,0-1 0 0 0,0 1 0 0 0,10-2 0 0 0,62-14 3090 0 0,-75 18-3131 0 0,1 1-1 0 0,-1-1 0 0 0,0 1 0 0 0,1 0 1 0 0,-1 0-1 0 0,0 0 0 0 0,1 0 0 0 0,-1 1 1 0 0,0 0-1 0 0,0 0 0 0 0,1 0 0 0 0,-1 0 1 0 0,0 1-1 0 0,0-1 0 0 0,6 5 0 0 0,-7-4-124 0 0,0 0 0 0 0,-1 1-1 0 0,0-1 1 0 0,1 1-1 0 0,-1-1 1 0 0,0 1 0 0 0,-1 0-1 0 0,1 0 1 0 0,0 0 0 0 0,-1 0-1 0 0,1 0 1 0 0,-1 0-1 0 0,0 0 1 0 0,0 0 0 0 0,0 1-1 0 0,-1-1 1 0 0,1 0-1 0 0,-1 1 1 0 0,0-1 0 0 0,0 6-1 0 0,-1 6 59 0 0,-2 0 0 0 0,1-1 0 0 0,-2 0 0 0 0,0 1 0 0 0,0-1 0 0 0,-2 0 0 0 0,1-1 0 0 0,-2 1-1 0 0,-10 16 1 0 0,5-9-743 0 0,2-1 0 0 0,-13 38 0 0 0,20-47-97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1 148 10594 0 0,'28'23'3950'0'0,"-11"-2"-2378"0"0,0 2 0 0 0,21 34 0 0 0,-22-30-664 0 0,30 37 1 0 0,-51-74-475 0 0,1 1 0 0 0,0-1 0 0 0,1 1 0 0 0,0-1 0 0 0,0 0 0 0 0,1-1 0 0 0,0 1 0 0 0,0-14 0 0 0,-1-7-610 0 0,1 0 0 0 0,3-42 1 0 0,1 61-155 0 0,0-1 1 0 0,0 1-1 0 0,1-1 1 0 0,1 1-1 0 0,0 0 0 0 0,9-19 1 0 0,-2 12-888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4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43 228 920 0 0,'5'18'-118'0'0,"11"33"4396"0"0,-15-48-3767 0 0,0 0 0 0 0,0-1 0 0 0,1 1 0 0 0,-1-1 0 0 0,1 1 0 0 0,-1-1 0 0 0,1 0 0 0 0,0 0 0 0 0,0 1 0 0 0,0-1-1 0 0,0-1 1 0 0,0 1 0 0 0,1 0 0 0 0,3 2 0 0 0,-5-4-362 0 0,0 1 0 0 0,0-1-1 0 0,0 0 1 0 0,-1 0 0 0 0,1 0 0 0 0,0 0-1 0 0,0-1 1 0 0,-1 1 0 0 0,1 0 0 0 0,0 0 0 0 0,0 0-1 0 0,-1-1 1 0 0,1 1 0 0 0,0 0 0 0 0,-1-1-1 0 0,1 1 1 0 0,0 0 0 0 0,-1-1 0 0 0,1 1-1 0 0,0-1 1 0 0,-1 1 0 0 0,1-1 0 0 0,-1 0-1 0 0,1 1 1 0 0,-1-1 0 0 0,1 1 0 0 0,-1-1 0 0 0,0 0-1 0 0,1 1 1 0 0,0-3 0 0 0,12-26 1301 0 0,-9 21-1016 0 0,1-4-251 0 0,-1 0 0 0 0,0 0 1 0 0,0-1-1 0 0,-2 1 0 0 0,1-1 0 0 0,-2 0 0 0 0,1 0 1 0 0,-2 0-1 0 0,0-13 0 0 0,-1 18-163 0 0,1 0 0 0 0,-1-1-1 0 0,-1 1 1 0 0,0 0 0 0 0,0 0 0 0 0,-1 0-1 0 0,0 1 1 0 0,0-1 0 0 0,0 1 0 0 0,-1-1 0 0 0,0 1-1 0 0,-1 0 1 0 0,0 1 0 0 0,0-1 0 0 0,-7-7 0 0 0,10 13-2 0 0,1-1 1 0 0,0 1-1 0 0,0 0 1 0 0,-1-1-1 0 0,1 1 1 0 0,-1 0-1 0 0,1 0 1 0 0,-1 0-1 0 0,1 0 1 0 0,-1 0-1 0 0,0 1 1 0 0,0-1-1 0 0,1 0 1 0 0,-1 1-1 0 0,0-1 1 0 0,0 1-1 0 0,0 0 1 0 0,1-1 0 0 0,-1 1-1 0 0,0 0 1 0 0,0 0-1 0 0,0 0 1 0 0,0 0-1 0 0,0 1 1 0 0,1-1-1 0 0,-1 0 1 0 0,0 1-1 0 0,0 0 1 0 0,1-1-1 0 0,-1 1 1 0 0,0 0-1 0 0,0 0 1 0 0,1 0-1 0 0,-1 0 1 0 0,1 0-1 0 0,-1 0 1 0 0,1 0 0 0 0,0 0-1 0 0,-1 1 1 0 0,1-1-1 0 0,0 0 1 0 0,0 1-1 0 0,0-1 1 0 0,0 1-1 0 0,0 0 1 0 0,-2 3-1 0 0,-1 3 19 0 0,0 0 1 0 0,1 0-1 0 0,-1 0 0 0 0,2 1 0 0 0,-1 0 1 0 0,1-1-1 0 0,0 1 0 0 0,0 14 0 0 0,1-16-23 0 0,2 0 0 0 0,-1 0 0 0 0,1 1 0 0 0,0-1 0 0 0,0 0 0 0 0,1 0 0 0 0,0 0 0 0 0,0-1 0 0 0,1 1 0 0 0,0 0 0 0 0,0-1 0 0 0,0 0 0 0 0,1 1 0 0 0,0-1 0 0 0,0-1 0 0 0,1 1 0 0 0,0-1-1 0 0,0 1 1 0 0,6 4 0 0 0,-1-2-334 0 0,-1-1-1 0 0,2 0 0 0 0,-1-1 0 0 0,14 7 0 0 0,-6-5-1842 0 0,0-1 0 0 0,20 5-1 0 0,-5-4-4205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2.7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52 4145 0 0,'-38'-23'2935'0'0,"4"-5"7679"0"0,41 40-6696 0 0,3 12-3240 0 0,-5-9-248 0 0,-2-7-403 0 0,80 208 1512 0 0,-73-184-2176 0 0,-1 0 0 0 0,-2 0 0 0 0,-2 1 0 0 0,3 65 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3.0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52 2304 0 0,'65'-21'6490'0'0,"14"-4"-1615"0"0,-71 23-4427 0 0,0 1 0 0 0,0 0-1 0 0,0 0 1 0 0,0 1-1 0 0,0 0 1 0 0,0 0 0 0 0,15 3-1 0 0,-21-3-382 0 0,-1 0 0 0 0,1 0 0 0 0,0 1-1 0 0,-1-1 1 0 0,1 1 0 0 0,-1 0 0 0 0,1-1-1 0 0,-1 1 1 0 0,0 0 0 0 0,1 0 0 0 0,-1 0-1 0 0,0 0 1 0 0,1 0 0 0 0,-1 0-1 0 0,0 0 1 0 0,0 0 0 0 0,0 1 0 0 0,0-1-1 0 0,0 0 1 0 0,0 1 0 0 0,0-1 0 0 0,-1 1-1 0 0,1-1 1 0 0,0 3 0 0 0,0-1 9 0 0,0 1 1 0 0,-1-1-1 0 0,0 1 0 0 0,0 0 1 0 0,0-1-1 0 0,0 1 0 0 0,0-1 1 0 0,-1 1-1 0 0,0-1 0 0 0,-1 7 1 0 0,-3 4 139 0 0,-1 0 0 0 0,0 0-1 0 0,-1-1 1 0 0,-10 16 0 0 0,-9 8 125 0 0,-54 58 0 0 0,66-81-584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3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20 413 11979 0 0,'-2'-3'261'0'0,"0"1"1"0"0,0 0 0 0 0,0-1-1 0 0,1 0 1 0 0,-1 1-1 0 0,1-1 1 0 0,-1 0 0 0 0,1 0-1 0 0,0 1 1 0 0,0-1 0 0 0,1 0-1 0 0,-1 0 1 0 0,1 0 0 0 0,-1 0-1 0 0,1 0 1 0 0,0 0 0 0 0,0-1-1 0 0,0 1 1 0 0,0 0 0 0 0,1 0-1 0 0,-1 0 1 0 0,1 0 0 0 0,0 0-1 0 0,0 1 1 0 0,0-1 0 0 0,0 0-1 0 0,1 0 1 0 0,-1 0 0 0 0,3-3-1 0 0,-3 6-234 0 0,-1-1 0 0 0,0 1 0 0 0,1 0 0 0 0,-1-1-1 0 0,0 1 1 0 0,1 0 0 0 0,-1 0 0 0 0,1 0 0 0 0,-1-1 0 0 0,1 1-1 0 0,-1 0 1 0 0,0 0 0 0 0,1 0 0 0 0,-1 0 0 0 0,1 0-1 0 0,-1 0 1 0 0,1 0 0 0 0,-1 0 0 0 0,1 0 0 0 0,-1 0 0 0 0,1 0-1 0 0,-1 0 1 0 0,1 0 0 0 0,-1 0 0 0 0,0 0 0 0 0,1 1 0 0 0,-1-1-1 0 0,1 0 1 0 0,-1 0 0 0 0,1 1 0 0 0,-1-1 0 0 0,0 0 0 0 0,1 0-1 0 0,-1 1 1 0 0,0-1 0 0 0,1 0 0 0 0,-1 1 0 0 0,0-1 0 0 0,1 0-1 0 0,-1 1 1 0 0,0-1 0 0 0,0 1 0 0 0,1-1 0 0 0,-1 1-1 0 0,0-1 1 0 0,0 0 0 0 0,0 1 0 0 0,0-1 0 0 0,0 1 0 0 0,0-1-1 0 0,0 1 1 0 0,0-1 0 0 0,0 1 0 0 0,0-1 0 0 0,0 1 0 0 0,1 2 92 0 0,0-1 1 0 0,-1 0-1 0 0,1 0 1 0 0,-1 1-1 0 0,0-1 1 0 0,0 0-1 0 0,0 0 1 0 0,0 1-1 0 0,0-1 1 0 0,0 0-1 0 0,-4 6 2348 0 0,17 11-2767 0 0,-7-13 287 0 0,1 0 0 0 0,-1 0 0 0 0,1-1-1 0 0,13 9 1 0 0,-15-11 13 0 0,0 0-1 0 0,0 1 1 0 0,0 0-1 0 0,0-1 1 0 0,-1 2-1 0 0,1-1 1 0 0,-1 0-1 0 0,0 1 1 0 0,5 8-1 0 0,-10-30-15 0 0,-1-24-211 0 0,3 0-1 0 0,1 1 0 0 0,2-1 0 0 0,2 1 1 0 0,2 0-1 0 0,1 0 0 0 0,23-59 1 0 0,-30 93-98 0 0,1 1 0 0 0,0-1 0 0 0,0 1 0 0 0,0 0 1 0 0,0 0-1 0 0,1 0 0 0 0,0 0 0 0 0,0 1 0 0 0,0-1 1 0 0,7-4-1 0 0,7-2-6747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4.0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72 26 7370 0 0,'-29'35'7855'0'0,"23"-29"-6879"0"0,0 1 1 0 0,1-1 0 0 0,0 1 0 0 0,-7 12-1 0 0,11-16-835 0 0,-1 1 0 0 0,1 0 0 0 0,0 0 1 0 0,0-1-1 0 0,0 1 0 0 0,0 0 0 0 0,1 0 0 0 0,-1 0 0 0 0,1 0 0 0 0,0 0 0 0 0,0 0 0 0 0,1 0 0 0 0,1 7 0 0 0,-1-6-104 0 0,0 0-1 0 0,0 0 1 0 0,1-1 0 0 0,0 1-1 0 0,0 0 1 0 0,0-1-1 0 0,1 1 1 0 0,-1-1-1 0 0,1 1 1 0 0,0-1-1 0 0,0 0 1 0 0,1 0-1 0 0,-1-1 1 0 0,1 1-1 0 0,0-1 1 0 0,0 0 0 0 0,0 0-1 0 0,0 0 1 0 0,1 0-1 0 0,-1-1 1 0 0,1 1-1 0 0,-1-1 1 0 0,1 0-1 0 0,0-1 1 0 0,0 1-1 0 0,0-1 1 0 0,6 1-1 0 0,-3-1 5 0 0,0 0-1 0 0,0-1 0 0 0,0 0 0 0 0,0 0 0 0 0,0-1 0 0 0,0 0 1 0 0,0-1-1 0 0,0 1 0 0 0,0-2 0 0 0,0 1 0 0 0,-1-1 0 0 0,1 0 0 0 0,-1 0 1 0 0,0-1-1 0 0,0 0 0 0 0,10-8 0 0 0,-11 8-24 0 0,-1-1-1 0 0,1 0 1 0 0,-1 0 0 0 0,0 0 0 0 0,-1 0-1 0 0,1-1 1 0 0,-1 0 0 0 0,0 0-1 0 0,-1 0 1 0 0,4-9 0 0 0,-6 12-15 0 0,0 0 0 0 0,0 0 0 0 0,0-1 0 0 0,-1 1 0 0 0,1 0 1 0 0,-1-1-1 0 0,0 1 0 0 0,0 0 0 0 0,0-1 0 0 0,-1 1 0 0 0,1 0 0 0 0,-1-1 1 0 0,0 1-1 0 0,0 0 0 0 0,0 0 0 0 0,0 0 0 0 0,0-1 0 0 0,-1 1 0 0 0,1 1 1 0 0,-1-1-1 0 0,0 0 0 0 0,0 0 0 0 0,-4-4 0 0 0,-2-2-10 0 0,-1 0 0 0 0,0 1 0 0 0,0 1 0 0 0,0-1-1 0 0,-20-10 1 0 0,25 15-84 0 0,-1 1 0 0 0,1-1 0 0 0,-1 1 0 0 0,0 0 0 0 0,0 1 1 0 0,1-1-1 0 0,-1 1 0 0 0,0 0 0 0 0,0 0 0 0 0,0 1 0 0 0,-1-1 0 0 0,1 1 0 0 0,0 0 0 0 0,0 1 0 0 0,0-1 0 0 0,-8 3 0 0 0,2 3-1815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4.3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222 18 7890 0 0,'-1'-2'94'0'0,"0"1"0"0"0,1 0 0 0 0,-1 0 0 0 0,0 0 1 0 0,0 0-1 0 0,0 0 0 0 0,0 0 0 0 0,0 0 0 0 0,0 0 0 0 0,0 0 1 0 0,0 0-1 0 0,0 1 0 0 0,0-1 0 0 0,0 0 0 0 0,0 1 0 0 0,-1-1 1 0 0,1 1-1 0 0,0-1 0 0 0,-1 1 0 0 0,1 0 0 0 0,0-1 0 0 0,-1 1 1 0 0,-1 0-1 0 0,0 1 273 0 0,0-1 0 0 0,0 1 0 0 0,0 0 0 0 0,0 1 1 0 0,0-1-1 0 0,0 0 0 0 0,1 1 0 0 0,-1-1 0 0 0,-4 5 1 0 0,-5 3 307 0 0,0 2 0 0 0,0-1 1 0 0,1 2-1 0 0,1-1 1 0 0,0 2-1 0 0,1-1 0 0 0,0 1 1 0 0,-7 14-1 0 0,4-5-184 0 0,2 1-1 0 0,0-1 1 0 0,2 2-1 0 0,-8 32 1 0 0,14-45-437 0 0,1-1 1 0 0,1 1-1 0 0,0 0 1 0 0,0 0-1 0 0,1 0 1 0 0,1 0-1 0 0,0 0 1 0 0,0-1-1 0 0,1 1 1 0 0,0-1-1 0 0,1 1 1 0 0,0-1-1 0 0,7 11 1 0 0,-8-16-15 0 0,0 1 1 0 0,0-1-1 0 0,1 0 1 0 0,0 0-1 0 0,0 0 0 0 0,1-1 1 0 0,-1 1-1 0 0,1-1 1 0 0,0 0-1 0 0,9 6 1 0 0,-11-8-31 0 0,1-1 0 0 0,-1 1 1 0 0,1-1-1 0 0,0 0 0 0 0,-1 0 1 0 0,1 0-1 0 0,0 0 0 0 0,0-1 1 0 0,-1 0-1 0 0,1 1 0 0 0,0-1 1 0 0,0-1-1 0 0,0 1 0 0 0,0 0 1 0 0,-1-1-1 0 0,1 0 0 0 0,0 0 1 0 0,6-3-1 0 0,-5 2 10 0 0,1-1-1 0 0,-1 0 1 0 0,0 0-1 0 0,0 0 1 0 0,0-1-1 0 0,-1 0 1 0 0,1 0-1 0 0,-1 0 1 0 0,0-1-1 0 0,6-7 1 0 0,32-57-391 0 0,-10 16-1391 0 0,-15 30-6058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1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0 417 10594 0 0,'35'-22'2091'0'0,"-21"7"-2113"0"0,0 0 0 0 0,-1 0 0 0 0,-1-1 0 0 0,0-1 0 0 0,-2 0 0 0 0,0 0 0 0 0,0-1 0 0 0,7-21 0 0 0,-8 14 549 0 0,0 0 1 0 0,-1-1-1 0 0,-2-1 0 0 0,-1 1 1 0 0,3-43-1 0 0,-8 68-457 0 0,1 0-1 0 0,-1 0 0 0 0,0 0 1 0 0,0 0-1 0 0,0-1 0 0 0,0 1 0 0 0,0 0 1 0 0,0 0-1 0 0,0 0 0 0 0,0 0 1 0 0,-1-1-1 0 0,1 1 0 0 0,0 0 0 0 0,-1 0 1 0 0,1 0-1 0 0,-1 0 0 0 0,1 0 1 0 0,-1 0-1 0 0,1 0 0 0 0,-1 0 1 0 0,0 0-1 0 0,0 0 0 0 0,-1-1 0 0 0,1 2-1 0 0,0 0-1 0 0,0-1 1 0 0,0 1-1 0 0,0 0 1 0 0,0 0-1 0 0,0 0 0 0 0,0 0 1 0 0,0 1-1 0 0,0-1 1 0 0,0 0-1 0 0,0 0 1 0 0,0 1-1 0 0,0-1 0 0 0,0 0 1 0 0,0 1-1 0 0,0-1 1 0 0,0 1-1 0 0,0-1 0 0 0,0 1 1 0 0,-1 1-1 0 0,-4 2 168 0 0,0 1 0 0 0,0 1 0 0 0,0-1 0 0 0,1 1 0 0 0,-8 10 0 0 0,-3 9-73 0 0,1 0-1 0 0,1 2 0 0 0,1-1 0 0 0,-11 37 1 0 0,20-53-158 0 0,1 0 1 0 0,0 1-1 0 0,1 0 1 0 0,0-1-1 0 0,1 1 1 0 0,0 0 0 0 0,0 0-1 0 0,1 0 1 0 0,1 0-1 0 0,0-1 1 0 0,0 1-1 0 0,1 0 1 0 0,0 0 0 0 0,8 18-1 0 0,-8-24-23 0 0,1 0 0 0 0,0 0 0 0 0,0 0 0 0 0,0-1 0 0 0,0 1 1 0 0,1-1-1 0 0,0 0 0 0 0,0 0 0 0 0,0 0 0 0 0,9 5 0 0 0,-8-5-383 0 0,1-1 0 0 0,-1 0 0 0 0,1-1 0 0 0,0 0-1 0 0,0 0 1 0 0,0 0 0 0 0,0 0 0 0 0,11 0 0 0 0,-6-1-544 0 0,0 0-1 0 0,0-2 0 0 0,-1 1 0 0 0,1-1 1 0 0,0-1-1 0 0,0 0 0 0 0,0-1 1 0 0,-1 0-1 0 0,1 0 0 0 0,16-9 1 0 0,-4 1 826 0 0,0-2 1 0 0,0-1-1 0 0,-1 0 0 0 0,-1-2 1 0 0,-1 0-1 0 0,0-1 1 0 0,-1-1-1 0 0,-1-1 1 0 0,0-1-1 0 0,-2 0 0 0 0,0-1 1 0 0,-2-1-1 0 0,0 0 1 0 0,20-46-1 0 0,-24 46 1394 0 0,-7 16-608 0 0,0 0-1 0 0,0 0 1 0 0,0 0 0 0 0,-1 0 0 0 0,0-1-1 0 0,0 1 1 0 0,-1-1 0 0 0,0 1-1 0 0,1-10 1 0 0,-2 16-550 0 0,-1 0 0 0 0,1-1 0 0 0,0 1 0 0 0,-1 0 0 0 0,1 0 0 0 0,0 0 0 0 0,-1 0 1 0 0,1-1-1 0 0,-1 1 0 0 0,1 0 0 0 0,0 0 0 0 0,-1 0 0 0 0,1 0 0 0 0,0 0 0 0 0,-1 0 0 0 0,1 0 0 0 0,-1 0 0 0 0,1 0 0 0 0,0 0 0 0 0,-1 0 0 0 0,1 0 0 0 0,-1 0 0 0 0,1 0 0 0 0,0 0 0 0 0,-1 1 1 0 0,1-1-1 0 0,0 0 0 0 0,-1 0 0 0 0,1 0 0 0 0,0 1 0 0 0,-1-1 0 0 0,1 0 0 0 0,0 0 0 0 0,-1 1 0 0 0,1-1 0 0 0,0 0 0 0 0,0 1 0 0 0,-1-1 0 0 0,1 0 0 0 0,0 0 0 0 0,0 1 0 0 0,-16 13 1325 0 0,0 3-1017 0 0,1 1 0 0 0,1 1 1 0 0,1 0-1 0 0,1 1 0 0 0,0 0 0 0 0,1 1 1 0 0,-9 27-1 0 0,18-43-420 0 0,1 0 0 0 0,0-1 0 0 0,0 1-1 0 0,0 0 1 0 0,0 0 0 0 0,1 0 0 0 0,0 0 0 0 0,0 0 0 0 0,0 0 0 0 0,1 0 0 0 0,-1 0 0 0 0,1 0 0 0 0,0 0 0 0 0,1 0 0 0 0,-1-1-1 0 0,1 1 1 0 0,0 0 0 0 0,0-1 0 0 0,0 1 0 0 0,1-1 0 0 0,0 0 0 0 0,0 0 0 0 0,0 0 0 0 0,0 0 0 0 0,0-1 0 0 0,1 1 0 0 0,6 4-1 0 0,8 6 11 0 0,1 0-1 0 0,1-1 0 0 0,0-1 0 0 0,32 13 0 0 0,-42-20-12 0 0,-8-4-1 0 0,5 2-3 0 0,1 0 0 0 0,-1 1 0 0 0,0 0-1 0 0,-1 1 1 0 0,1-1 0 0 0,7 8 0 0 0,-13-11 2 0 0,0 0 0 0 0,0 1 0 0 0,0-1 0 0 0,0 1 0 0 0,0-1-1 0 0,0 1 1 0 0,0 0 0 0 0,-1-1 0 0 0,1 1 0 0 0,-1 0 0 0 0,1-1 0 0 0,-1 1 0 0 0,0 0-1 0 0,1 0 1 0 0,-1-1 0 0 0,0 1 0 0 0,0 0 0 0 0,0 0 0 0 0,0-1 0 0 0,-1 1 0 0 0,1 0-1 0 0,0 0 1 0 0,-1-1 0 0 0,1 1 0 0 0,-1 0 0 0 0,0-1 0 0 0,0 1 0 0 0,1 0 0 0 0,-1-1-1 0 0,0 1 1 0 0,0-1 0 0 0,0 0 0 0 0,-3 3 0 0 0,0 2-594 0 0,-1 0 1 0 0,0 0-1 0 0,0 0 1 0 0,-7 5-1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4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1 472 10370 0 0,'49'-51'-72'0'0,"-2"-2"0"0"0,-2-2 0 0 0,-2-2-1 0 0,-4-2 1 0 0,60-116 0 0 0,-94 153 7472 0 0,-13 30-4121 0 0,-32 53 1073 0 0,28-38-4193 0 0,0 0 0 0 0,-10 33 0 0 0,20-52-166 0 0,1 0 0 0 0,0 1-1 0 0,0-1 1 0 0,0 0 0 0 0,1 1-1 0 0,0-1 1 0 0,0 1 0 0 0,0-1-1 0 0,0 1 1 0 0,1-1 0 0 0,0 1-1 0 0,0-1 1 0 0,0 0 0 0 0,0 0-1 0 0,0 1 1 0 0,1-1 0 0 0,0 0-1 0 0,0 0 1 0 0,0 0-1 0 0,1 0 1 0 0,-1-1 0 0 0,1 1-1 0 0,0-1 1 0 0,5 6 0 0 0,8 5-86 0 0,-1-1 0 0 0,2-1 0 0 0,0-1 0 0 0,24 13 0 0 0,11 7-25 0 0,-31-16 81 0 0,-12-9-34 0 0,1 0-1 0 0,-1 1 0 0 0,0 0 1 0 0,13 15-1 0 0,-19-19 40 0 0,-1-1 1 0 0,0 1-1 0 0,-1 0 0 0 0,1 0 0 0 0,0 0 1 0 0,-1 1-1 0 0,0-1 0 0 0,0 0 1 0 0,0 0-1 0 0,0 1 0 0 0,0-1 1 0 0,-1 1-1 0 0,1-1 0 0 0,-1 1 1 0 0,0-1-1 0 0,0 1 0 0 0,0-1 1 0 0,0 0-1 0 0,-2 7 0 0 0,-1 1-355 0 0,-1-1 1 0 0,1 0-1 0 0,-2-1 0 0 0,1 1 0 0 0,-1-1 0 0 0,-8 11 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5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83 3225 0 0,'3'-4'-189'0'0,"11"-21"2476"0"0,-10 18-443 0 0,0-1 0 0 0,1 1 0 0 0,1 0 0 0 0,-1 1 0 0 0,11-11 1 0 0,-15 17-1744 0 0,-1-1 0 0 0,1 1 0 0 0,-1 0 1 0 0,1 0-1 0 0,-1 0 0 0 0,1-1 1 0 0,-1 1-1 0 0,1 0 0 0 0,-1 0 1 0 0,1 0-1 0 0,-1 0 0 0 0,1 0 1 0 0,-1 0-1 0 0,1 0 0 0 0,-1 0 1 0 0,1 0-1 0 0,-1 0 0 0 0,1 0 1 0 0,-1 1-1 0 0,1-1 0 0 0,-1 0 1 0 0,1 0-1 0 0,-1 0 0 0 0,1 1 1 0 0,-1-1-1 0 0,0 0 0 0 0,1 1 1 0 0,-1-1-1 0 0,1 0 0 0 0,-1 1 1 0 0,0-1-1 0 0,1 0 0 0 0,-1 1 1 0 0,0-1-1 0 0,1 1 0 0 0,-1-1 1 0 0,0 0-1 0 0,0 1 0 0 0,1-1 1 0 0,-1 1-1 0 0,0-1 0 0 0,0 1 0 0 0,0-1 1 0 0,0 1-1 0 0,0-1 0 0 0,0 1 1 0 0,0 0-1 0 0,9 30 866 0 0,-8-26-719 0 0,13 94 627 0 0,-12-73-908 0 0,2 0 0 0 0,0 0 0 0 0,9 25 0 0 0,-12-46-427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5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1 100 5985 0 0,'-1'-41'918'0'0,"1"37"-153"0"0,1 0 1 0 0,0 0 0 0 0,-1 0 0 0 0,1 0 0 0 0,1 0 0 0 0,-1 0 0 0 0,0 0 0 0 0,1 0 0 0 0,0 0 0 0 0,0 1 0 0 0,0-1 0 0 0,5-5 0 0 0,-7 9-788 0 0,0 0 0 0 0,0 0 0 0 0,0 0 0 0 0,0 0 0 0 0,0-1 0 0 0,0 1 0 0 0,0 0 0 0 0,0 0 1 0 0,0 0-1 0 0,0 0 0 0 0,1 0 0 0 0,-1-1 0 0 0,0 1 0 0 0,0 0 0 0 0,0 0 0 0 0,0 0 0 0 0,0 0 0 0 0,0 0 1 0 0,1 0-1 0 0,-1 0 0 0 0,0 0 0 0 0,0-1 0 0 0,0 1 0 0 0,0 0 0 0 0,1 0 0 0 0,-1 0 0 0 0,0 0 0 0 0,0 0 1 0 0,0 0-1 0 0,1 0 0 0 0,-1 0 0 0 0,0 0 0 0 0,0 0 0 0 0,0 0 0 0 0,0 0 0 0 0,1 0 0 0 0,-1 0 0 0 0,0 0 1 0 0,0 0-1 0 0,0 1 0 0 0,0-1 0 0 0,1 0 0 0 0,-1 0 0 0 0,0 0 0 0 0,0 0 0 0 0,0 0 0 0 0,0 0 0 0 0,1 1 1 0 0,1 10-2687 0 0,-2 15-2739 0 0,-3-12 3080 0 0,-1-1 1439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6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0,'31'96'4762'0'0,"4"50"-3573"0"0,-34-138-1185 0 0,1 0 0 0 0,0 0 0 0 0,1 0 1 0 0,-1 0-1 0 0,6 10 0 0 0,-7-17-11 0 0,-1 0 0 0 0,1 0 0 0 0,-1 0 0 0 0,1 0 0 0 0,-1 0 0 0 0,1 0 0 0 0,0 0 0 0 0,0 0 0 0 0,-1-1 0 0 0,1 1 0 0 0,0 0 0 0 0,0 0 0 0 0,0-1 0 0 0,0 1 0 0 0,0-1 0 0 0,0 1 0 0 0,0-1 0 0 0,0 1 0 0 0,0-1 0 0 0,0 0 0 0 0,0 1 0 0 0,0-1 1 0 0,0 0-1 0 0,0 0 0 0 0,0 0 0 0 0,0 0 0 0 0,0 0 0 0 0,1 0 0 0 0,-1 0 0 0 0,0 0 0 0 0,0 0 0 0 0,0 0 0 0 0,0-1 0 0 0,0 1 0 0 0,0 0 0 0 0,0-1 0 0 0,0 1 0 0 0,0-1 0 0 0,0 1 0 0 0,0-1 0 0 0,0 0 0 0 0,0 1 0 0 0,0-1 0 0 0,-1 0 0 0 0,1 0 0 0 0,0 1 0 0 0,0-1 0 0 0,-1 0 0 0 0,1 0 0 0 0,0-1 0 0 0,12-13-275 0 0,-1 0 0 0 0,-1 0 0 0 0,0-1 1 0 0,9-20-1 0 0,-13 22 107 0 0,0 0-1 0 0,2 1 1 0 0,-1 0 0 0 0,2 1-1 0 0,-1 0 1 0 0,2 0 0 0 0,12-11 0 0 0,-22 22 225 0 0,0 0 1 0 0,0 0 0 0 0,0 0 0 0 0,1 1 0 0 0,-1-1 0 0 0,0 0-1 0 0,0 1 1 0 0,0-1 0 0 0,1 0 0 0 0,-1 1 0 0 0,0-1 0 0 0,0 1 0 0 0,1 0-1 0 0,-1-1 1 0 0,0 1 0 0 0,1 0 0 0 0,-1 0 0 0 0,1 0 0 0 0,-1 0-1 0 0,0 0 1 0 0,3 1 0 0 0,-3-1 23 0 0,0 1 1 0 0,0 0-1 0 0,0 0 0 0 0,0-1 1 0 0,0 1-1 0 0,0 0 0 0 0,-1 0 1 0 0,1 0-1 0 0,0 0 0 0 0,0 0 1 0 0,-1 0-1 0 0,1 0 0 0 0,0 0 1 0 0,-1 1-1 0 0,0-1 1 0 0,1 0-1 0 0,-1 0 0 0 0,1 3 1 0 0,1 8 413 0 0,-1 0 1 0 0,0 0 0 0 0,-1 23-1 0 0,-1-21-518 0 0,1-12-6 0 0,0 23 479 0 0,1-1 0 0 0,6 43 0 0 0,-5-59-661 0 0,0 1 0 0 0,1-1 0 0 0,0 1 0 0 0,6 10 1 0 0,-6-13-674 0 0,1 0 1 0 0,-1 0 0 0 0,1-1 0 0 0,1 0 0 0 0,-1 0-1 0 0,9 8 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06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108 184 10882 0 0,'8'-13'515'0'0,"-1"0"0"0"0,0-1 0 0 0,-1 1 0 0 0,8-27 0 0 0,-11 30 576 0 0,-1 0-1 0 0,0-1 1 0 0,0 0 0 0 0,-1-12 0 0 0,-1 23-1045 0 0,0 0 0 0 0,0 0 1 0 0,0-1-1 0 0,0 1 0 0 0,0 0 1 0 0,0 0-1 0 0,0 0 0 0 0,0-1 1 0 0,0 1-1 0 0,0 0 0 0 0,0 0 0 0 0,0 0 1 0 0,0-1-1 0 0,0 1 0 0 0,0 0 1 0 0,0 0-1 0 0,0 0 0 0 0,-1-1 1 0 0,1 1-1 0 0,0 0 0 0 0,0 0 1 0 0,0 0-1 0 0,0 0 0 0 0,0 0 1 0 0,-1-1-1 0 0,1 1 0 0 0,0 0 0 0 0,0 0 1 0 0,0 0-1 0 0,0 0 0 0 0,-1 0 1 0 0,1 0-1 0 0,0 0 0 0 0,0 0 1 0 0,0 0-1 0 0,-1-1 0 0 0,1 1 1 0 0,0 0-1 0 0,0 0 0 0 0,0 0 1 0 0,-1 0-1 0 0,1 0 0 0 0,0 0 0 0 0,0 0 1 0 0,-1 0-1 0 0,1 1 0 0 0,0-1 1 0 0,0 0-1 0 0,0 0 0 0 0,-1 0 1 0 0,1 0-1 0 0,0 0 0 0 0,-17 10 974 0 0,-12 16-552 0 0,31-28-567 0 0,2-4 67 0 0,1 0-1 0 0,0 0 1 0 0,1 0 0 0 0,-1 1-1 0 0,7-6 1 0 0,-10 10 68 0 0,0-1 0 0 0,1 0-1 0 0,-1 1 1 0 0,0 0 0 0 0,0 0-1 0 0,0-1 1 0 0,1 1 0 0 0,-1 0-1 0 0,1 1 1 0 0,-1-1 0 0 0,1 0 0 0 0,-1 1-1 0 0,1 0 1 0 0,-1-1 0 0 0,1 1-1 0 0,0 0 1 0 0,-1 0 0 0 0,1 0-1 0 0,-1 1 1 0 0,1-1 0 0 0,-1 1 0 0 0,1-1-1 0 0,-1 1 1 0 0,1 0 0 0 0,-1 0-1 0 0,0 0 1 0 0,3 2 0 0 0,3 2-23 0 0,-1 1 0 0 0,0 1-1 0 0,0-1 1 0 0,0 1 0 0 0,-1 0 0 0 0,0 1 0 0 0,-1-1 0 0 0,9 16 0 0 0,-2 1 268 0 0,18 47-1 0 0,-21-48-276 0 0,-2 2-1 0 0,-1-1 1 0 0,0 1-1 0 0,-2 0 1 0 0,-1 0-1 0 0,-1 1 1 0 0,-1-1 0 0 0,-4 42-1 0 0,0-44 42 0 0,-1-1 0 0 0,-1 0 0 0 0,-1 0-1 0 0,-1-1 1 0 0,-1 0 0 0 0,-1 0 0 0 0,-1 0 0 0 0,0-1-1 0 0,-27 36 1 0 0,10-19 164 0 0,-2-2 1 0 0,-1 0-1 0 0,-41 35 0 0 0,52-55-984 0 0,0 0-1 0 0,-24 14 1 0 0,20-18-7586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8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1475 110 1376 0 0,'-2'-53'8072'0'0,"-2"41"-7270"0"0,1 4-42 0 0,3 6-581 0 0,-1 0-1 0 0,1 0 1 0 0,-1 1-1 0 0,1-1 1 0 0,-1 0 0 0 0,1 1-1 0 0,-1-1 1 0 0,0 0-1 0 0,0 1 1 0 0,0-1-1 0 0,0 1 1 0 0,0 0-1 0 0,0-1 1 0 0,0 1-1 0 0,-1 0 1 0 0,1-1-1 0 0,0 1 1 0 0,-1 0-1 0 0,1 0 1 0 0,-1 0-1 0 0,1 0 1 0 0,-1 1-1 0 0,0-1 1 0 0,1 0-1 0 0,-1 1 1 0 0,0-1-1 0 0,1 1 1 0 0,-1-1-1 0 0,0 1 1 0 0,0 0-1 0 0,1 0 1 0 0,-1-1-1 0 0,0 2 1 0 0,-2-1-1 0 0,-16 0 978 0 0,0 1-1 0 0,-30 5 0 0 0,38-3-1039 0 0,0 0 1 0 0,1 1-1 0 0,-1 0 1 0 0,1 1 0 0 0,0 0-1 0 0,0 1 1 0 0,0 0-1 0 0,-17 14 1 0 0,8-5-55 0 0,1 2 1 0 0,1 0 0 0 0,0 2 0 0 0,2 0 0 0 0,0 0 0 0 0,1 2-1 0 0,1 0 1 0 0,-21 42 0 0 0,-71 199 223 0 0,60-137-201 0 0,-97 192-85 0 0,39-137 266 0 0,-12 24 52 0 0,96-163-318 0 0,2 1 0 0 0,2 0 0 0 0,2 1 0 0 0,2 0 0 0 0,-10 65 0 0 0,16-73-2 0 0,-3 0 1 0 0,0-1-1 0 0,-28 63 1 0 0,18-51 36 0 0,-14 55 1 0 0,29-82-45 0 0,-5 16-12 0 0,0 0-1 0 0,-26 58 1 0 0,-5 6 21 0 0,30-69 0 0 0,-1 0 0 0 0,-2-2 0 0 0,-20 33 0 0 0,-25 19 107 0 0,37-53-41 0 0,1 1-1 0 0,-21 40 1 0 0,40-68-134 0 0,1 1-1 0 0,-1 0 1 0 0,1-1-1 0 0,-1 1 1 0 0,1 0-1 0 0,0-1 1 0 0,-1 1-1 0 0,1 0 1 0 0,0 0-1 0 0,-1-1 1 0 0,1 1-1 0 0,0 0 1 0 0,0 0-1 0 0,0-1 1 0 0,0 1 0 0 0,0 0-1 0 0,0 0 1 0 0,0 0-1 0 0,0-1 1 0 0,0 1-1 0 0,0 0 1 0 0,1 0-1 0 0,-1-1 1 0 0,0 1-1 0 0,0 0 1 0 0,1 0-1 0 0,-1-1 1 0 0,0 1-1 0 0,1 0 1 0 0,-1-1-1 0 0,1 1 1 0 0,-1-1 0 0 0,1 1-1 0 0,-1 0 1 0 0,1-1-1 0 0,-1 1 1 0 0,2 0-1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9.49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100 228 456 0 0,'-100'-5'11198'0'0,"102"7"-10998"0"0,-1-1 1 0 0,0 1-1 0 0,1-1 0 0 0,0 0 1 0 0,-1 0-1 0 0,1 0 1 0 0,0 0-1 0 0,-1 0 0 0 0,1 0 1 0 0,0 0-1 0 0,0-1 1 0 0,3 2-1 0 0,31 1-55 0 0,0-1-1 0 0,0-2 1 0 0,56-7-1 0 0,106-27 518 0 0,-84 3 963 0 0,207-86 0 0 0,-197 67-914 0 0,-109 46-628 0 0,-12 9-394 0 0,-17 16-1010 0 0,3-6 320 0 0,-20 46-2533 0 0,23-39 2105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0.6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23 136 1376 0 0,'-2'-6'27'0'0,"0"0"1"0"0,1 0-1 0 0,0 0 0 0 0,0 0 0 0 0,0 0 0 0 0,1 0 0 0 0,-1 0 0 0 0,1 0 0 0 0,2-7 0 0 0,-17-55 9785 0 0,17 87-7630 0 0,13 83 1860 0 0,-13-79-3594 0 0,1 1 0 0 0,2-1 0 0 0,0 0 0 0 0,11 30 0 0 0,76 206 1186 0 0,-66-178-1383 0 0,4-2 1 0 0,50 94 0 0 0,23 55 41 0 0,32 80-200 0 0,-38-144 182 0 0,-13-25-75 0 0,-67-111-150 0 0,2 0 0 0 0,0-1 0 0 0,2-1 0 0 0,1-1 0 0 0,1-1 0 0 0,0-2 0 0 0,44 33 0 0 0,-24-20 43 0 0,-2 2 1 0 0,52 61-1 0 0,55 50-4 0 0,-92-96-37 0 0,51 62-1 0 0,-92-95 8 0 0,1 0-1 0 0,1-1 1 0 0,0 0 0 0 0,2-2 0 0 0,0 0-1 0 0,0-1 1 0 0,26 14 0 0 0,-42-27-332 0 0,1-1 1 0 0,0 1-1 0 0,-1-1 1 0 0,1 0-1 0 0,0 0 1 0 0,0 0-1 0 0,0 0 1 0 0,0-1-1 0 0,0 0 1 0 0,0 1-1 0 0,0-1 1 0 0,0-1-1 0 0,0 1 1 0 0,0-1-1 0 0,4-1 1 0 0,5-3-951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2.86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1207 74 1376 0 0,'-51'-74'16747'0'0,"35"87"-15164"0"0,-10 17-1114 0 0,3 2-205 0 0,3 1-1 0 0,0 1 1 0 0,-16 41-1 0 0,-38 115 238 0 0,10-24-36 0 0,-121 304 9 0 0,34-104-477 0 0,-4 12 17 0 0,68-65 271 0 0,53-174-120 0 0,18-82-21 0 0,-2 0-1 0 0,-45 96 0 0 0,48-124-78 0 0,-1-1 0 0 0,-1-1-1 0 0,-1 0 1 0 0,-2-1 0 0 0,0-1-1 0 0,-42 39 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3.93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93 80 5985 0 0,'-93'99'7682'0'0,"109"-102"-7169"0"0,129-46 340 0 0,146-41 2872 0 0,-244 79-3258 0 0,0 2 0 0 0,1 2 0 0 0,0 1 0 0 0,60 3 0 0 0,-86 4-829 0 0,1 2 1 0 0,0 0 0 0 0,22 8 0 0 0,-41-11 102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44.78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49 26 3681 0 0,'-27'-25'10843'0'0,"23"53"-10078"0"0,3-23-335 0 0,-8 84 680 0 0,3-1-1 0 0,5 1 0 0 0,12 115 0 0 0,4 15-551 0 0,10 111 309 0 0,50 180-403 0 0,-65-457-315 0 0,3-1 0 0 0,26 70 0 0 0,-29-99-123 0 0,0 0 0 0 0,2-1 0 0 0,1 0 1 0 0,0-1-1 0 0,2 0 0 0 0,0-1 0 0 0,25 23 0 0 0,145 150 313 0 0,-171-178-281 0 0,1 0 1 0 0,0-1 0 0 0,1-1-1 0 0,0-1 1 0 0,1 0 0 0 0,1-1-1 0 0,-1 0 1 0 0,2-2 0 0 0,-1 0-1 0 0,2-1 1 0 0,-1-1 0 0 0,1-1-1 0 0,24 5 1 0 0,-24-6-207 0 0,2 1-1381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7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5985 0 0,'14'527'3001'0'0,"30"-196"-1913"0"0,-6-72-696 0 0,9 403 348 0 0,-24-278-135 0 0,63 795 1667 0 0,-56-15-1656 0 0,-30-871-655 0 0,-4 209 155 0 0,-35-2-388 0 0,34-457-357 0 0,-1-3-187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8.4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10 197 920 0 0,'0'0'37'0'0,"-1"0"1"0"0,0 0-1 0 0,1-1 0 0 0,-1 1 0 0 0,1 0 1 0 0,-1-1-1 0 0,1 1 0 0 0,-1 0 0 0 0,1-1 1 0 0,-1 1-1 0 0,1-1 0 0 0,0 1 0 0 0,-1-1 0 0 0,1 1 1 0 0,0-1-1 0 0,-1 1 0 0 0,1-1 0 0 0,0 1 1 0 0,-1-1-1 0 0,1 0 0 0 0,0 1 0 0 0,0-1 1 0 0,0 1-1 0 0,0-1 0 0 0,-1 0 0 0 0,1 1 1 0 0,0-1-1 0 0,0 1 0 0 0,0-1 0 0 0,0 0 0 0 0,0 1 1 0 0,1-1-1 0 0,-1 0 0 0 0,0 1 0 0 0,0-1 1 0 0,0 1-1 0 0,0-1 0 0 0,1 1 0 0 0,-1-1 1 0 0,0 0-1 0 0,1 1 0 0 0,-1-1 0 0 0,0 1 1 0 0,1-1-1 0 0,0 0 0 0 0,29-14 1966 0 0,-21 12-2383 0 0,38-15 617 0 0,2 3 0 0 0,0 1 0 0 0,1 3 1 0 0,0 2-1 0 0,65-3 0 0 0,255 11-404 0 0,-283 4 162 0 0,109-1-90 0 0,300-37 1 0 0,-273 10 172 0 0,376 5-1 0 0,498 103-191 0 0,-970-71 140 0 0,532 27 542 0 0,1-26 2254 0 0,-641-13-2724 0 0,173 8-743 0 0,-152-5-2310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19.3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4311 1 11522 0 0,'-6'0'116'0'0,"0"1"0"0"0,0 1 0 0 0,1-1 0 0 0,-1 1 0 0 0,1 0-1 0 0,-1 0 1 0 0,1 0 0 0 0,0 1 0 0 0,0 0 0 0 0,0 0-1 0 0,0 0 1 0 0,0 1 0 0 0,1-1 0 0 0,-1 1 0 0 0,1 0-1 0 0,0 1 1 0 0,1-1 0 0 0,-5 6 0 0 0,-3 10 10 0 0,0 1 1 0 0,2 0 0 0 0,0 0-1 0 0,1 1 1 0 0,2 0-1 0 0,0 0 1 0 0,1 1-1 0 0,-3 35 1 0 0,3 23-79 0 0,6 88 1 0 0,0-94-213 0 0,-5 1091-523 0 0,1-626 525 0 0,-2 108 675 0 0,-10 780 1087 0 0,16-1305-1271 0 0,5 0-1 0 0,6 0 0 0 0,4-2 0 0 0,60 214 0 0 0,-69-310-489 0 0,18 51-1310 0 0,-22-70 1359 0 0,-1-1 0 0 0,1 1 0 0 0,0-1 0 0 0,0 0-1 0 0,1 0 1 0 0,-1 0 0 0 0,1 0 0 0 0,0-1 0 0 0,1 0 0 0 0,5 6 0 0 0,-7-9 59 0 0,1 1 0 0 0,-1 0 0 0 0,1-1 0 0 0,-1 1 0 0 0,1-1 0 0 0,-1 0 0 0 0,1 0 0 0 0,6 0 533 0 0,-21-6 1545 0 0,-55-30-1909 0 0,46 23-83 0 0,-1 0 0 0 0,0 2-1 0 0,-1 0 1 0 0,0 1-1 0 0,-28-6 1 0 0,19 10-129 0 0,-1 1 1 0 0,0 1 0 0 0,-46 2 0 0 0,-98 15-570 0 0,92-5 453 0 0,-574 59-3939 0 0,-100-27 3412 0 0,230-28 1702 0 0,244-10 730 0 0,-272 11 1973 0 0,-92 70-1615 0 0,538-71-2742 0 0,97-12 241 0 0,-1-1-1 0 0,0 0 0 0 0,1-1 0 0 0,-1-1 1 0 0,-26-6-1 0 0,22 0-692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1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596 0 2593 0 0,'-1'2'0'0'0,"-3"11"0"0"0,-1 0 0 0 0,0-1 0 0 0,-1 0 0 0 0,0 0 0 0 0,0 0 0 0 0,-2-1 0 0 0,1 0 0 0 0,-11 11 0 0 0,18-22 0 0 0,0 1-1 0 0,0-1 1 0 0,-1 0 0 0 0,1 0 0 0 0,0 1 0 0 0,0-1 0 0 0,0 0 0 0 0,-1 0 0 0 0,1 0 0 0 0,0 0 0 0 0,0 1 0 0 0,-1-1 0 0 0,1 0 0 0 0,0 0 0 0 0,-1 0 0 0 0,1 0 0 0 0,0 0 0 0 0,0 0 0 0 0,-1 0 0 0 0,1 0 0 0 0,0 0-1 0 0,-1 0 1 0 0,1 0 0 0 0,0 0 0 0 0,-1 0 0 0 0,1 0 0 0 0,0 0 0 0 0,0 0 0 0 0,-1 0 0 0 0,1 0 0 0 0,0 0 0 0 0,-1 0 0 0 0,1-1 0 0 0,0 1 0 0 0,0 0 0 0 0,-1 0 0 0 0,1 0 0 0 0,0 0 0 0 0,0-1 0 0 0,-1 1 0 0 0,-4-15-2 0 0,4-17 22 0 0,1 4 171 0 0,0 27-31 0 0,0 1 0 0 0,0-1 0 0 0,0 0 1 0 0,0 0-1 0 0,0 0 0 0 0,0 0 0 0 0,0 0 0 0 0,0 0 0 0 0,-1 0 0 0 0,1 1 0 0 0,0-1 0 0 0,0 0 0 0 0,-1 0 1 0 0,1 0-1 0 0,-1 0 0 0 0,1 1 0 0 0,-1-1 0 0 0,1 0 0 0 0,-1 1 0 0 0,1-1 0 0 0,-1 0 0 0 0,0 1 0 0 0,1-1 1 0 0,-1 0-1 0 0,0 1 0 0 0,0-1 0 0 0,-7 11 3732 0 0,1 21-2997 0 0,6-25-638 0 0,-130 548 2307 0 0,111-462-2223 0 0,-196 865 1028 0 0,178-810-1313 0 0,8-31 607 0 0,-16 119-1 0 0,46-232-655 0 0,-5 56 292 0 0,5-54-316 0 0,0 1 0 0 0,0-1 0 0 0,1 0 0 0 0,0 0 0 0 0,0 0 0 0 0,0 0 1 0 0,0 0-1 0 0,1 0 0 0 0,2 6 0 0 0,-3-11-88 0 0,-1 1 1 0 0,0-1 0 0 0,0 1-1 0 0,1-1 1 0 0,-1 1 0 0 0,1-1-1 0 0,-1 1 1 0 0,0-1 0 0 0,1 1 0 0 0,-1-1-1 0 0,1 1 1 0 0,-1-1 0 0 0,1 0-1 0 0,-1 1 1 0 0,1-1 0 0 0,-1 0 0 0 0,1 0-1 0 0,0 1 1 0 0,-1-1 0 0 0,1 0-1 0 0,-1 0 1 0 0,1 0 0 0 0,0 0 0 0 0,-1 0-1 0 0,1 0 1 0 0,-1 0 0 0 0,1 0-1 0 0,0 0 1 0 0,-1 0 0 0 0,1 0-1 0 0,0 0 1 0 0,-1 0 0 0 0,1 0 0 0 0,-1 0-1 0 0,1-1 1 0 0,-1 1 0 0 0,1 0-1 0 0,0 0 1 0 0,-1-1 0 0 0,1 1 0 0 0,-1 0-1 0 0,1-1 1 0 0,-1 1 0 0 0,0-1-1 0 0,1 1 1 0 0,-1-1 0 0 0,1 1 0 0 0,-1-1-1 0 0,1 0 1 0 0,18-25-4648 0 0,-9 7 2449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1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69 456 0 0,'21'-69'10494'0'0,"-15"76"-9079"0"0,2 10-907 0 0,39 139 1609 0 0,12 34-1424 0 0,199 463-290 0 0,-94-330-271 0 0,-118-248 98 0 0,2-2 0 0 0,65 73 0 0 0,-97-128-131 0 0,2-1 0 0 0,0 0 0 0 0,0-1 0 0 0,24 14 0 0 0,84 45 450 0 0,3 2-1639 0 0,-115-67-4954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2.4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0 229 1840 0 0,'102'-78'5458'0'0,"16"13"-1685"0"0,-61 39-4369 0 0,74-23 0 0 0,-96 38-2954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4.9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3767 3681 0 0,'-6'0'478'0'0,"-1"0"1"0"0,0 0-1 0 0,0-1 1 0 0,0 0-1 0 0,1-1 1 0 0,-1 1-1 0 0,1-1 1 0 0,-11-4-1 0 0,15 5-367 0 0,0 0 0 0 0,0-1 0 0 0,1 1 0 0 0,-1 0 0 0 0,0 0 0 0 0,1-1 0 0 0,-1 1 0 0 0,1-1 0 0 0,0 0 0 0 0,-1 1 0 0 0,1-1 0 0 0,0 0 0 0 0,0 0 0 0 0,0 0 0 0 0,0 0 0 0 0,0 1 0 0 0,0-1 0 0 0,1-1 0 0 0,-1 1 0 0 0,1 0 0 0 0,-1 0 0 0 0,1 0 0 0 0,0 0 0 0 0,0 0 0 0 0,0 0 0 0 0,0 0 0 0 0,0 0 0 0 0,0-1 0 0 0,1 1 0 0 0,-1 0 0 0 0,1 0 0 0 0,0-2 0 0 0,5-12-118 0 0,1 0-1 0 0,1 1 0 0 0,0 1 0 0 0,0-1 0 0 0,2 1 1 0 0,0 0-1 0 0,0 1 0 0 0,17-16 0 0 0,3-6-226 0 0,-5 5 100 0 0,284-367-242 0 0,89-127 2069 0 0,-215 294-1105 0 0,82-90-92 0 0,-109 135-402 0 0,465-506 250 0 0,-85 208 1378 0 0,-447 408-1408 0 0,90-64 261 0 0,71-64-105 0 0,-207 161-444 0 0,-11 9 17 0 0,1 2 0 0 0,1 1 0 0 0,1 2 0 0 0,49-29 0 0 0,-82 56-92 0 0,0-1-124 0 0,0 1 1 0 0,0 0 0 0 0,0 0 0 0 0,0 0-1 0 0,0 0 1 0 0,1 0 0 0 0,-1 0-1 0 0,0 1 1 0 0,0-1 0 0 0,1 1 0 0 0,-1-1-1 0 0,0 1 1 0 0,1 0 0 0 0,-1 0-1 0 0,5 0 1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5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47 5065 0 0,'-37'-47'4221'0'0,"40"49"-3876"0"0,0-1 0 0 0,1 0-1 0 0,0 1 1 0 0,-1-2 0 0 0,1 1 0 0 0,0 0 0 0 0,4 0 0 0 0,3 1-149 0 0,55 11 193 0 0,-2 4 0 0 0,0 2 0 0 0,62 29-1 0 0,-78-26-66 0 0,-1 1 0 0 0,-2 3 0 0 0,0 2 0 0 0,77 64 0 0 0,-115-85-311 0 0,0 0 0 0 0,0 0-1 0 0,-1 0 1 0 0,0 1 0 0 0,-1 0 0 0 0,1 1 0 0 0,-1-1-1 0 0,-1 1 1 0 0,0 0 0 0 0,5 15 0 0 0,-5-8-13 0 0,-1 1 1 0 0,0-1-1 0 0,-2 1 0 0 0,1 0 1 0 0,-3 23-1 0 0,4 124-2454 0 0,-2-130-2313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6.0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3225 0 0,'16'25'5659'0'0,"4"5"-3898"0"0,12 5-1054 0 0,1-2 1 0 0,2-2-1 0 0,46 33 1 0 0,-24-20-364 0 0,65 56 262 0 0,109 85 100 0 0,-162-135-603 0 0,108 60 0 0 0,-64-49-64 0 0,3-5 0 0 0,2-5 0 0 0,140 40 0 0 0,107 0 887 0 0,-187-48-309 0 0,-20-8-477 0 0,301 27 0 0 0,-295-46-546 0 0,-56-1-4421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7834 0 0,'-6'4'8717'0'0,"30"7"-6941"0"0,21 9-331 0 0,-27-7-1075 0 0,0 1 0 0 0,-1 1 0 0 0,26 29 0 0 0,-34-33-308 0 0,0 0 1 0 0,-1 0 0 0 0,-1 0 0 0 0,1 1 0 0 0,-2 0-1 0 0,0 1 1 0 0,6 16 0 0 0,-11-24-50 0 0,0 0 1 0 0,0 1-1 0 0,-1-1 0 0 0,0 0 0 0 0,0 0 1 0 0,0 1-1 0 0,-1-1 0 0 0,0 0 1 0 0,0 0-1 0 0,0 0 0 0 0,0 0 0 0 0,-1 1 1 0 0,0-2-1 0 0,0 1 0 0 0,0 0 1 0 0,-1 0-1 0 0,1-1 0 0 0,-1 1 1 0 0,0-1-1 0 0,-5 5 0 0 0,-8 9 30 0 0,-1 0-1 0 0,0-1 1 0 0,-22 15 0 0 0,27-22-37 0 0,-46 38-423 0 0,27-22-91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7.7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2435 4145 0 0,'0'0'43'0'0,"0"1"1"0"0,-1-1-1 0 0,1 1 0 0 0,0-1 1 0 0,0 0-1 0 0,0 1 1 0 0,0-1-1 0 0,0 1 0 0 0,0-1 1 0 0,0 0-1 0 0,0 1 1 0 0,0-1-1 0 0,1 1 0 0 0,-1-1 1 0 0,0 0-1 0 0,0 1 1 0 0,0-1-1 0 0,0 1 0 0 0,0-1 1 0 0,1 0-1 0 0,-1 1 1 0 0,0-1-1 0 0,0 0 0 0 0,1 1 1 0 0,-1-1-1 0 0,0 0 1 0 0,1 0-1 0 0,-1 1 0 0 0,0-1 1 0 0,1 0-1 0 0,-1 0 1 0 0,0 1-1 0 0,1-1 0 0 0,-1 0 1 0 0,0 0-1 0 0,1 0 1 0 0,-1 0-1 0 0,1 0 0 0 0,-1 0 1 0 0,0 1-1 0 0,1-1 0 0 0,-1 0 1 0 0,1 0-1 0 0,-1 0 1 0 0,0 0-1 0 0,1-1 0 0 0,-1 1 1 0 0,1 0-1 0 0,-1 0 1 0 0,0 0-1 0 0,1 0 0 0 0,-1 0 1 0 0,1 0-1 0 0,-1-1 1 0 0,0 1-1 0 0,1 0 0 0 0,-1 0 1 0 0,0 0-1 0 0,1-1 1 0 0,-1 1-1 0 0,0 0 0 0 0,1 0 1 0 0,-1-1-1 0 0,0 1 1 0 0,0 0-1 0 0,1-1 0 0 0,-1 0 1 0 0,21-22 774 0 0,3-31 1446 0 0,18-58 1 0 0,-24 58-1791 0 0,34-67 0 0 0,-14 47-356 0 0,104-226 421 0 0,-47 26 647 0 0,31-78 991 0 0,-95 277-1443 0 0,4 2 0 0 0,70-110-1 0 0,4 10 343 0 0,134-289 1 0 0,-191 360-661 0 0,-52 101-425 0 0,0 1 0 0 0,1 0 1 0 0,-1 0-1 0 0,0 0 0 0 0,0 0 0 0 0,0-1 1 0 0,0 1-1 0 0,0 0 0 0 0,1 0 0 0 0,-1 0 1 0 0,0-1-1 0 0,0 1 0 0 0,0 0 1 0 0,0 0-1 0 0,0-1 0 0 0,0 1 0 0 0,0 0 1 0 0,0 0-1 0 0,0-1 0 0 0,0 1 0 0 0,0 0 1 0 0,0 0-1 0 0,0-1 0 0 0,0 1 0 0 0,0 0 1 0 0,0 0-1 0 0,0 0 0 0 0,0-1 1 0 0,0 1-1 0 0,0 0 0 0 0,-1 0 0 0 0,1-1 1 0 0,0 1-1 0 0,0 0 0 0 0,0 0 0 0 0,0 0 1 0 0,0 0-1 0 0,-1-1 0 0 0,1 1 1 0 0,0 0-1 0 0,-11 1-805 0 0,-9 8-624 0 0,9-1-565 0 0,8-5 1023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29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55 3225 0 0,'-13'-21'5088'0'0,"12"19"-4661"0"0,1 0 0 0 0,-1 0 0 0 0,0 0 0 0 0,0 1 0 0 0,0-1 0 0 0,0 0 0 0 0,0 0 0 0 0,0 1 0 0 0,-1-1 0 0 0,1 1 0 0 0,0-1 0 0 0,-1 1 0 0 0,1-1 0 0 0,-1 1 0 0 0,0 0 0 0 0,1 0 0 0 0,-1 0 0 0 0,0 0 0 0 0,0 0 0 0 0,0 0 0 0 0,0 0 0 0 0,1 1 0 0 0,-1-1 0 0 0,-4 0 0 0 0,6 27 1918 0 0,25 133-1568 0 0,-9-71-690 0 0,-9-42-78 0 0,1-2 0 0 0,2 1 0 0 0,2-1 0 0 0,2-1 0 0 0,2 0 1 0 0,33 61-1 0 0,-20-52-9 0 0,40 66 0 0 0,74 181 0 0 0,-117-239 0 0 0,53 86 0 0 0,13 27 0 0 0,-81-148 4 0 0,57 118-14 0 0,-56-124 21 0 0,0 0 1 0 0,1 0 0 0 0,1-2-1 0 0,1 1 1 0 0,17 15 0 0 0,5 2 120 0 0,-3 1 0 0 0,0 1 0 0 0,47 72 0 0 0,-63-83-303 0 0,2-1 0 0 0,0-1 1 0 0,2-1-1 0 0,0-1 0 0 0,1 0 1 0 0,2-2-1 0 0,0-1 0 0 0,1-1 1 0 0,0-2-1 0 0,2 0 0 0 0,49 20 0 0 0,-52-26-7310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1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129 665 3681 0 0,'-9'-2'1132'0'0,"-53"-11"3465"0"0,58 12-4424 0 0,0 1-1 0 0,0-1 1 0 0,0 1-1 0 0,0 0 1 0 0,1 0-1 0 0,-1 1 1 0 0,0-1-1 0 0,0 1 1 0 0,0 0-1 0 0,0 0 1 0 0,1 0-1 0 0,-1 0 1 0 0,-4 3-1 0 0,41-3-300 0 0,12-7 69 0 0,0-3 0 0 0,62-20 0 0 0,-9 2 51 0 0,18-1-15 0 0,856-197-137 0 0,-154 83 772 0 0,-571 103-414 0 0,641-83-102 0 0,-808 113-192 0 0,29-3 126 0 0,-36 4-3424 0 0,-52 6-388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1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83 3681 0 0,'-16'-10'1579'0'0,"1"1"-1"0"0,0-2 1 0 0,-18-17 0 0 0,9 4 3135 0 0,41 28-4129 0 0,19 7-575 0 0,-15-2 135 0 0,0 1 0 0 0,-1 1 0 0 0,0 1 1 0 0,0 1-1 0 0,-1 1 0 0 0,-1 0 0 0 0,-1 2 1 0 0,0 0-1 0 0,0 0 0 0 0,15 22 0 0 0,-24-26-82 0 0,0-1 0 0 0,-1 1-1 0 0,0 1 1 0 0,-1-1-1 0 0,0 1 1 0 0,-1 0 0 0 0,-1 0-1 0 0,0 0 1 0 0,-1 1-1 0 0,0 0 1 0 0,-1 0 0 0 0,0-1-1 0 0,-1 1 1 0 0,-1 0-1 0 0,0 0 1 0 0,-1 0 0 0 0,-1 0-1 0 0,-3 17 1 0 0,2-21-172 0 0,0 0 1 0 0,-1 0-1 0 0,0 0 0 0 0,-1 0 1 0 0,0-1-1 0 0,-1 0 0 0 0,1 0 1 0 0,-2 0-1 0 0,1-1 0 0 0,-1 0 1 0 0,-1 0-1 0 0,1 0 0 0 0,-1-1 1 0 0,-15 10-1 0 0,6-6-5823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32.7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271 3 456 0 0,'-148'23'4394'0'0,"51"2"1326"0"0,75-15-3183 0 0,18-4-1168 0 0,19-3 78 0 0,46-6-402 0 0,0-3 1 0 0,65-16-1 0 0,94-8-268 0 0,39 23 894 0 0,-249 6-1636 0 0,25 1 689 0 0,-34 0-803 0 0,-1 0-1 0 0,1 0 1 0 0,0 0-1 0 0,0 0 1 0 0,0 0 0 0 0,0 0-1 0 0,0 0 1 0 0,0 1-1 0 0,0-1 1 0 0,0 0-1 0 0,0 0 1 0 0,0 1-1 0 0,0-1 1 0 0,-1 1-1 0 0,1-1 1 0 0,0 1-1 0 0,0-1 1 0 0,0 1 0 0 0,-1 0-1 0 0,1-1 1 0 0,0 1-1 0 0,-1 0 1 0 0,1 0-1 0 0,-1-1 1 0 0,2 2-1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3.6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0,'0'0'1185'0'0,"10"17"2850"0"0,-6 6-3187 0 0,-1 1 0 0 0,-1-1-1 0 0,0 1 1 0 0,-3 28 0 0 0,0 0-469 0 0,2-2-685 0 0,11 239 1622 0 0,11-146-2675 0 0,-14-106-1576 0 0,25 65-1 0 0,-27-84-3178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3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0 366 6705 0 0,'1'-8'126'0'0,"1"0"0"0"0,0 0-1 0 0,0 1 1 0 0,0-1-1 0 0,1 1 1 0 0,0-1 0 0 0,1 1-1 0 0,-1 0 1 0 0,8-9-1 0 0,6-9 1178 0 0,25-25-1 0 0,-15 18 160 0 0,-6 5-396 0 0,2-2 392 0 0,32-32-1 0 0,-49 55-1388 0 0,0 0 0 0 0,0 0 0 0 0,1 1 0 0 0,0 0 0 0 0,0 0-1 0 0,0 1 1 0 0,1 0 0 0 0,-1 0 0 0 0,1 1 0 0 0,0 0 0 0 0,10-2 0 0 0,-16 4-160 0 0,1 1 0 0 0,-1-1 0 0 0,1 1 0 0 0,-1 0 0 0 0,1 0 0 0 0,-1 0 0 0 0,1 1 0 0 0,-1-1 0 0 0,1 1 0 0 0,-1-1 0 0 0,1 1 0 0 0,-1 0 0 0 0,1 0 0 0 0,-1 0 1 0 0,0 0-1 0 0,0 0 0 0 0,1 0 0 0 0,-1 1 0 0 0,0-1 0 0 0,2 3 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0 250 3681 0 0,'1'-3'175'0'0,"-1"0"1"0"0,1 0-1 0 0,-1 1 0 0 0,1-1 1 0 0,0 0-1 0 0,0 1 1 0 0,0-1-1 0 0,0 1 1 0 0,1-1-1 0 0,2-3 0 0 0,-2 2-69 0 0,9-15 753 0 0,1-1 1 0 0,0 2-1 0 0,30-33 1 0 0,-28 36-951 0 0,2 0 1 0 0,-1 1 0 0 0,2 0 0 0 0,23-14 0 0 0,-35 25-5 0 0,0 1 0 0 0,0 0-1 0 0,-1-1 1 0 0,2 2 0 0 0,-1-1-1 0 0,0 1 1 0 0,0-1 0 0 0,0 1 0 0 0,1 1-1 0 0,8-1 1 0 0,-8 1 162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7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0 497 3681 0 0,'1'1'57'0'0,"1"-1"0"0"0,-1 1 0 0 0,0 0 0 0 0,1-1 0 0 0,-1 0 0 0 0,1 1 0 0 0,-1-1 0 0 0,0 0 0 0 0,1 0 0 0 0,-1 1 0 0 0,1-1 0 0 0,-1 0 0 0 0,1-1 1 0 0,-1 1-1 0 0,1 0 0 0 0,-1 0 0 0 0,1-1 0 0 0,-1 1 0 0 0,0 0 0 0 0,1-1 0 0 0,-1 0 0 0 0,0 1 0 0 0,1-1 0 0 0,0-1 0 0 0,39-22 1664 0 0,-31 18-1319 0 0,6-5 109 0 0,0-1 1 0 0,0 0 0 0 0,-1-2 0 0 0,-1 1-1 0 0,0-2 1 0 0,-1 0 0 0 0,-1 0 0 0 0,20-33-1 0 0,-17 21-109 0 0,0 0 0 0 0,-2-1 0 0 0,-2-1 0 0 0,0 0 0 0 0,6-32 0 0 0,-16 55-370 0 0,0-1 0 0 0,0 1 0 0 0,0-1 0 0 0,-1 1 0 0 0,0-1 0 0 0,-2-12 0 0 0,2 18-25 0 0,0 0 1 0 0,0 0 0 0 0,-1 0-1 0 0,1 0 1 0 0,0 0 0 0 0,-1 0 0 0 0,1 0-1 0 0,0 0 1 0 0,-1 1 0 0 0,0-1 0 0 0,1 0-1 0 0,-1 0 1 0 0,1 0 0 0 0,-1 0-1 0 0,0 1 1 0 0,0-1 0 0 0,1 0 0 0 0,-1 1-1 0 0,0-1 1 0 0,-1 0 0 0 0,1 0 8 0 0,-1 1-1 0 0,1 0 1 0 0,0 0 0 0 0,-1 0-1 0 0,1 0 1 0 0,0 0 0 0 0,-1 0 0 0 0,1 1-1 0 0,0-1 1 0 0,-1 0 0 0 0,1 1 0 0 0,0-1-1 0 0,-1 1 1 0 0,1-1 0 0 0,0 1 0 0 0,0-1-1 0 0,0 1 1 0 0,-1 0 0 0 0,1 0-1 0 0,-1 1 1 0 0,-6 5 78 0 0,1-1 0 0 0,0 2 1 0 0,0-1-1 0 0,1 1 0 0 0,0 0 0 0 0,0 0 0 0 0,1 0 0 0 0,0 1 0 0 0,1 0 0 0 0,-6 13 0 0 0,2 0-43 0 0,0 1 0 0 0,2 1-1 0 0,-5 26 1 0 0,10-45-27 0 0,1 0 0 0 0,-1 0 1 0 0,1 0-1 0 0,-1 0 0 0 0,1 0 1 0 0,1-1-1 0 0,-1 1 0 0 0,1 0 1 0 0,0 0-1 0 0,0 0 0 0 0,0 0 1 0 0,1 0-1 0 0,-1-1 0 0 0,1 1 1 0 0,0-1-1 0 0,1 1 0 0 0,-1-1 1 0 0,5 5-1 0 0,-4-5-19 0 0,1-1 0 0 0,0 0 0 0 0,0 0 0 0 0,0 0 1 0 0,0 0-1 0 0,0-1 0 0 0,1 1 0 0 0,-1-1 0 0 0,1 0 0 0 0,0-1 1 0 0,-1 1-1 0 0,1-1 0 0 0,0 0 0 0 0,0 0 0 0 0,0 0 0 0 0,0-1 1 0 0,0 0-1 0 0,5 0 0 0 0,3 0-101 0 0,-1-1 1 0 0,0 0-1 0 0,1-1 1 0 0,-1-1-1 0 0,0 0 1 0 0,13-5-1 0 0,-9 2-874 0 0,0-2 0 0 0,0 0 1 0 0,-1-1-1 0 0,0 0 0 0 0,-1-1 0 0 0,22-19 0 0 0,-12 6-1347 0 0,-1-1 0 0 0,33-44 0 0 0,0-13 1360 0 0,-49 70 912 0 0,-3 6 184 0 0,0 0 0 0 0,0 0-1 0 0,-1-1 1 0 0,0 1-1 0 0,0-1 1 0 0,0 0 0 0 0,-1 0-1 0 0,0 0 1 0 0,0 0 0 0 0,2-12-1 0 0,-4 18 49 0 0,0-1 0 0 0,-1 0 0 0 0,1 1 0 0 0,0-1-1 0 0,-1 0 1 0 0,1 1 0 0 0,-1-1 0 0 0,1 1 0 0 0,-1-1-1 0 0,1 1 1 0 0,-1-1 0 0 0,1 1 0 0 0,-1-1 0 0 0,1 1-1 0 0,-1-1 1 0 0,0 1 0 0 0,1 0 0 0 0,-1-1 0 0 0,1 1 0 0 0,-1 0-1 0 0,0 0 1 0 0,0-1 0 0 0,1 1 0 0 0,-1 0 0 0 0,0 0-1 0 0,1 0 1 0 0,-1 0 0 0 0,0 0 0 0 0,0 0 0 0 0,1 0 0 0 0,-1 0-1 0 0,0 0 1 0 0,1 0 0 0 0,-1 0 0 0 0,0 1 0 0 0,1-1-1 0 0,-1 0 1 0 0,0 0 0 0 0,1 1 0 0 0,-1-1 0 0 0,0 1-1 0 0,1-1 1 0 0,-1 0 0 0 0,0 1 0 0 0,-3 1 476 0 0,0 0 0 0 0,1 0 0 0 0,-1 0-1 0 0,1 0 1 0 0,-1 1 0 0 0,-4 4 0 0 0,4-1-521 0 0,0 0 0 0 0,1 1 0 0 0,-1 0 0 0 0,1 0-1 0 0,1 0 1 0 0,-1 0 0 0 0,1 0 0 0 0,1 0 0 0 0,-1 1 0 0 0,1-1 0 0 0,0 0 0 0 0,1 1-1 0 0,0-1 1 0 0,1 13 0 0 0,0-8 33 0 0,1 0-1 0 0,0 0 1 0 0,0 0-1 0 0,1-1 0 0 0,0 1 1 0 0,1-1-1 0 0,1 1 1 0 0,7 13-1 0 0,-11-24-184 0 0,-1 1 0 0 0,1-1 1 0 0,0 1-1 0 0,0-1 0 0 0,0 0 0 0 0,0 1 0 0 0,0-1 0 0 0,0 0 0 0 0,0 0 0 0 0,0 1 0 0 0,1-1 0 0 0,-1 0 1 0 0,0 0-1 0 0,1 0 0 0 0,-1-1 0 0 0,1 1 0 0 0,-1 0 0 0 0,1-1 0 0 0,-1 1 0 0 0,1 0 0 0 0,-1-1 1 0 0,3 1-1 0 0,-3-2-17 0 0,1 1 0 0 0,-1 0 0 0 0,1-1 0 0 0,-1 1 0 0 0,0-1 0 0 0,1 0 1 0 0,-1 1-1 0 0,1-1 0 0 0,-1 0 0 0 0,0 0 0 0 0,0 0 0 0 0,0 0 0 0 0,1 0 0 0 0,-1 0 1 0 0,0 0-1 0 0,0 0 0 0 0,0 0 0 0 0,1-3 0 0 0,3-4-93 0 0,-1-1 1 0 0,0 1-1 0 0,0-1 0 0 0,0 0 0 0 0,-1 0 1 0 0,2-10-1 0 0,-2-11 45 0 0,-3 26 262 0 0,0-1-1 0 0,0 0 1 0 0,0 1 0 0 0,1-1-1 0 0,0 0 1 0 0,0 1-1 0 0,0-1 1 0 0,0 1 0 0 0,1-1-1 0 0,0 1 1 0 0,0-1 0 0 0,0 1-1 0 0,5-7 1 0 0,-7 11-183 0 0,0-1 1 0 0,1 1 0 0 0,-1 0-1 0 0,0 0 1 0 0,1 0-1 0 0,-1-1 1 0 0,0 1-1 0 0,1 0 1 0 0,-1 0 0 0 0,0 0-1 0 0,1 0 1 0 0,-1 0-1 0 0,0 0 1 0 0,1-1 0 0 0,-1 1-1 0 0,0 0 1 0 0,1 0-1 0 0,-1 0 1 0 0,0 0-1 0 0,1 0 1 0 0,-1 0 0 0 0,0 1-1 0 0,1-1 1 0 0,-1 0-1 0 0,0 0 1 0 0,1 0 0 0 0,-1 0-1 0 0,0 0 1 0 0,1 0-1 0 0,-1 1 1 0 0,0-1 0 0 0,1 0-1 0 0,-1 0 1 0 0,0 0-1 0 0,1 1 1 0 0,8 15 215 0 0,1 21 99 0 0,-10-34-312 0 0,4 16-268 0 0,1 0 0 0 0,9 24 1 0 0,-11-37 113 0 0,0 1 0 0 0,0 0 0 0 0,1-1 1 0 0,0 0-1 0 0,0 0 0 0 0,0 0 0 0 0,1-1 0 0 0,0 1 1 0 0,9 7-1 0 0,0-2-1292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4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86 6913 0 0,'5'-53'3242'0'0,"5"21"2590"0"0,-10 32-5695 0 0,1 0-1 0 0,-1 0 1 0 0,1 1-1 0 0,-1-1 1 0 0,1 0-1 0 0,-1 0 1 0 0,1 1-1 0 0,-1-1 1 0 0,1 0-1 0 0,-1 1 0 0 0,0-1 1 0 0,1 0-1 0 0,-1 1 1 0 0,0-1-1 0 0,1 1 1 0 0,-1-1-1 0 0,0 1 1 0 0,0-1-1 0 0,1 1 1 0 0,-1-1-1 0 0,0 1 1 0 0,0-1-1 0 0,0 1 0 0 0,0-1 1 0 0,1 1-1 0 0,-1-1 1 0 0,0 1-1 0 0,0-1 1 0 0,0 1-1 0 0,0 0 1 0 0,6 21 664 0 0,13 77 552 0 0,14 60-860 0 0,-26-136-670 0 0,1 1 0 0 0,1-2 1 0 0,1 1-1 0 0,21 35 0 0 0,-25-50-642 0 0,6 12-854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5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11 168 8290 0 0,'-1'0'37'0'0,"1"1"0"0"0,0-1 0 0 0,0 0-1 0 0,-1 0 1 0 0,1 0 0 0 0,0 0 0 0 0,-1 0 0 0 0,1 0 0 0 0,0 0 0 0 0,-1 0 0 0 0,1 0 0 0 0,0 0 0 0 0,-1-1 0 0 0,1 1 0 0 0,0 0 0 0 0,-1 0-1 0 0,1 0 1 0 0,0 0 0 0 0,0 0 0 0 0,-1 0 0 0 0,1-1 0 0 0,0 1 0 0 0,-1 0 0 0 0,1 0 0 0 0,0 0 0 0 0,0-1 0 0 0,0 1 0 0 0,-1 0 0 0 0,1-1-1 0 0,0 1 1 0 0,0 0 0 0 0,0 0 0 0 0,0-1 0 0 0,-1 1 0 0 0,1 0 0 0 0,0-1 0 0 0,0 1 0 0 0,0 0 0 0 0,0 0 0 0 0,0-1 0 0 0,0 1 0 0 0,0 0-1 0 0,0-1 1 0 0,0 1 0 0 0,0 0 0 0 0,0-1 0 0 0,0 1 0 0 0,0 0 0 0 0,0-1 0 0 0,18-15 1742 0 0,35-13 657 0 0,-51 28-2360 0 0,61-29-368 0 0,1 3 1 0 0,75-22-1 0 0,-113 42 279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5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5 4145 0 0,'-1'-1'333'0'0,"0"1"0"0"0,0-1 1 0 0,0 1-1 0 0,0-1 0 0 0,0 1 0 0 0,0 0 1 0 0,0-1-1 0 0,0 1 0 0 0,0 0 0 0 0,0 0 0 0 0,0 0 1 0 0,0 0-1 0 0,0 0 0 0 0,0 0 0 0 0,0 0 1 0 0,0 0-1 0 0,0 0 0 0 0,0 1 0 0 0,0-1 1 0 0,0 0-1 0 0,0 1 0 0 0,0-1 0 0 0,1 0 1 0 0,-1 1-1 0 0,0-1 0 0 0,0 1 0 0 0,0 0 0 0 0,0-1 1 0 0,1 1-1 0 0,-2 1 0 0 0,1-1-113 0 0,1 1 1 0 0,-1 0-1 0 0,1 0 0 0 0,-1 0 0 0 0,1 0 1 0 0,0 0-1 0 0,0 0 0 0 0,-1 0 0 0 0,2 0 1 0 0,-1 0-1 0 0,0 0 0 0 0,0 0 0 0 0,1 0 1 0 0,0 2-1 0 0,3 10-96 0 0,0-1 0 0 0,1 1 0 0 0,7 12 0 0 0,-4-12-79 0 0,0 0 1 0 0,1-1 0 0 0,0 0-1 0 0,1 0 1 0 0,0-1-1 0 0,1 0 1 0 0,0-1 0 0 0,1 0-1 0 0,1-1 1 0 0,-1 0 0 0 0,2-1-1 0 0,16 9 1 0 0,-29-18-110 0 0,0 1 0 0 0,0-1-1 0 0,-1 0 1 0 0,1 1 0 0 0,0-1 0 0 0,0 0-1 0 0,0 0 1 0 0,0 1 0 0 0,0-1 0 0 0,0 0 0 0 0,0 0-1 0 0,0 0 1 0 0,0 0 0 0 0,-1 0 0 0 0,1 0-1 0 0,0-1 1 0 0,0 1 0 0 0,0 0 0 0 0,0 0-1 0 0,0-1 1 0 0,0 1 0 0 0,0 0 0 0 0,-1-1 0 0 0,1 1-1 0 0,0-1 1 0 0,0 1 0 0 0,0-2 0 0 0,2 0-166 0 0,-1 0 0 0 0,0-1 0 0 0,0 1 1 0 0,0-1-1 0 0,0 0 0 0 0,0 0 0 0 0,-1 0 1 0 0,2-3-1 0 0,3-8-625 0 0,-1 0 1 0 0,4-22-1 0 0,-8 34 848 0 0,2-10-157 0 0,10-56-372 0 0,-12 61 1362 0 0,0 1 0 0 0,-1-1 0 0 0,0 0-1 0 0,0 0 1 0 0,0 1 0 0 0,-1-1 0 0 0,-3-12-1 0 0,9 34 500 0 0,1 0 1 0 0,13 22-1 0 0,-9-21-1282 0 0,1 0 1 0 0,0-1-1 0 0,1-1 1 0 0,1 0-1 0 0,0 0 1 0 0,1-1-1 0 0,23 17 1 0 0,-13-12-571 0 0,-9-6-5266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6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62 6913 0 0,'32'13'6683'0'0,"-19"-6"-5421"0"0,0 1-1 0 0,-1 0 0 0 0,15 14 1 0 0,60 63 1071 0 0,-63-56-1821 0 0,-23-28-483 0 0,0 1 0 0 0,0-1 1 0 0,0 1-1 0 0,0 0 0 0 0,0 0 1 0 0,-1-1-1 0 0,1 1 0 0 0,0 0 0 0 0,-1 0 1 0 0,1 0-1 0 0,-1-1 0 0 0,0 1 1 0 0,0 0-1 0 0,0 0 0 0 0,0 0 0 0 0,0 0 1 0 0,0 3-1 0 0,0-5-21 0 0,0 0 0 0 0,0 0 0 0 0,0 0 0 0 0,0 0 0 0 0,0 0 0 0 0,0 1 0 0 0,0-1 0 0 0,-1 0 0 0 0,1 0 0 0 0,0 0 0 0 0,0 0 0 0 0,0 0 0 0 0,0 0 0 0 0,0 1 0 0 0,0-1 0 0 0,0 0 0 0 0,0 0 0 0 0,0 0 0 0 0,-1 0 0 0 0,1 0 0 0 0,0 0 0 0 0,0 0 0 0 0,0 0 0 0 0,0 0 0 0 0,0 0 0 0 0,-1 1 0 0 0,1-1 0 0 0,0 0 0 0 0,0 0 0 0 0,0 0 0 0 0,0 0 0 0 0,0 0 0 0 0,-1 0 0 0 0,1 0 0 0 0,0 0 0 0 0,0 0 0 0 0,0 0 0 0 0,0 0 0 0 0,-1 0 0 0 0,1 0 0 0 0,0-1 0 0 0,0 1 0 0 0,0 0 0 0 0,0 0 0 0 0,-1 0 0 0 0,-6-7 220 0 0,-5-11-5 0 0,9 9-230 0 0,1 0 0 0 0,-1 0 0 0 0,2 0 1 0 0,-1-1-1 0 0,1 1 0 0 0,1 0 0 0 0,0-1 0 0 0,0 1 0 0 0,2-16 1 0 0,3-3-1225 0 0,16-52 0 0 0,-12 51-604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6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1 337 3657 0 0,'13'14'-424'0'0,"-4"-5"1561"0"0,0 0 1 0 0,0 0-1 0 0,1-1 1 0 0,21 14 0 0 0,-29-21-948 0 0,1 1 1 0 0,1-1 0 0 0,-1 1-1 0 0,0-1 1 0 0,0 0 0 0 0,0-1-1 0 0,1 1 1 0 0,-1 0-1 0 0,0-1 1 0 0,1 0 0 0 0,-1 0-1 0 0,0 0 1 0 0,1 0 0 0 0,-1 0-1 0 0,0-1 1 0 0,1 1 0 0 0,-1-1-1 0 0,0 0 1 0 0,0 0 0 0 0,0 0-1 0 0,1-1 1 0 0,-1 1 0 0 0,5-4-1 0 0,5-4-67 0 0,0 0-1 0 0,-1-2 1 0 0,0 1-1 0 0,-1-1 1 0 0,0-1-1 0 0,0 0 1 0 0,-1-1 0 0 0,-1 0-1 0 0,0 0 1 0 0,-1-1-1 0 0,-1 0 1 0 0,0-1-1 0 0,0 1 1 0 0,-2-1-1 0 0,0-1 1 0 0,5-27-1 0 0,-9 42-122 0 0,-1-1-1 0 0,1 1 0 0 0,-1-1 1 0 0,0 1-1 0 0,0-1 0 0 0,0 1 1 0 0,0-1-1 0 0,0 1 0 0 0,0-1 1 0 0,0 1-1 0 0,0-1 0 0 0,0 1 1 0 0,-1-1-1 0 0,1 1 0 0 0,-1-1 1 0 0,0-2-1 0 0,0 4 2 0 0,1 0 0 0 0,-1-1 0 0 0,0 1 0 0 0,1 0 1 0 0,-1 0-1 0 0,1 0 0 0 0,-1-1 0 0 0,1 1 0 0 0,-1 0 0 0 0,1 0 0 0 0,-1 0 0 0 0,0 0 0 0 0,1 0 0 0 0,-1 0 0 0 0,1 0 1 0 0,-1 0-1 0 0,1 0 0 0 0,-1 0 0 0 0,1 1 0 0 0,-1-1 0 0 0,0 0 0 0 0,1 0 0 0 0,-1 0 0 0 0,1 1 0 0 0,-1-1 1 0 0,1 0-1 0 0,-1 1 0 0 0,0 0 0 0 0,-4 2 91 0 0,0 1 0 0 0,0 0 0 0 0,1 1 0 0 0,-1-1 1 0 0,1 1-1 0 0,-6 7 0 0 0,6-5 29 0 0,0-1 0 0 0,0 1 1 0 0,0 1-1 0 0,1-1 0 0 0,0 0 0 0 0,0 1 1 0 0,1 0-1 0 0,0-1 0 0 0,0 1 1 0 0,1 0-1 0 0,0 0 0 0 0,0 14 0 0 0,1-18-65 0 0,1 0-1 0 0,0 1 0 0 0,-1-1 1 0 0,1 0-1 0 0,1 1 0 0 0,-1-1 1 0 0,1 0-1 0 0,-1 0 0 0 0,1 0 1 0 0,0 0-1 0 0,1-1 0 0 0,-1 1 0 0 0,1 0 1 0 0,-1-1-1 0 0,1 0 0 0 0,0 1 1 0 0,1-1-1 0 0,-1 0 0 0 0,0-1 1 0 0,1 1-1 0 0,-1-1 0 0 0,1 1 0 0 0,0-1 1 0 0,7 3-1 0 0,-5-3-172 0 0,-1 0 0 0 0,1 0 1 0 0,0 0-1 0 0,0-1 0 0 0,0 0 0 0 0,0 0 0 0 0,0-1 0 0 0,0 1 1 0 0,0-1-1 0 0,0 0 0 0 0,0-1 0 0 0,0 0 0 0 0,0 0 0 0 0,10-3 0 0 0,-7 1-310 0 0,0-1-1 0 0,-1 0 1 0 0,1 0-1 0 0,-1-1 0 0 0,0 0 1 0 0,0 0-1 0 0,-1-1 1 0 0,13-12-1 0 0,-9 6-33 0 0,0 0 0 0 0,-1 0 1 0 0,-1-1-1 0 0,0-1 0 0 0,-1 1 0 0 0,0-1 1 0 0,-1 0-1 0 0,-1-1 0 0 0,0 0 0 0 0,-1 0 0 0 0,4-20 1 0 0,-5 14 746 0 0,1-9 1699 0 0,4-58 195 0 0,-9 118 3248 0 0,1-24-5234 0 0,1 0-1 0 0,0-1 1 0 0,1 1-1 0 0,-1-1 1 0 0,1 1-1 0 0,0-1 1 0 0,0 0-1 0 0,1 0 1 0 0,-1 0-1 0 0,1 0 1 0 0,0-1-1 0 0,1 0 1 0 0,5 5-1 0 0,4 1-113 0 0,0-1-1 0 0,0 0 1 0 0,21 8-1 0 0,-22-11-46 0 0,0 1-1 0 0,0 0 1 0 0,-1 0-1 0 0,0 1 1 0 0,17 15-1 0 0,-27-20-21 0 0,0-1-1 0 0,-1 0 0 0 0,1 1 0 0 0,0-1 1 0 0,-1 1-1 0 0,0-1 0 0 0,1 1 1 0 0,-1 0-1 0 0,0 0 0 0 0,0 0 1 0 0,-1-1-1 0 0,1 1 0 0 0,0 0 1 0 0,-1 0-1 0 0,0 0 0 0 0,0 0 1 0 0,0 0-1 0 0,0 0 0 0 0,0 0 1 0 0,-1 0-1 0 0,1 0 0 0 0,-1 0 1 0 0,0 0-1 0 0,0 0 0 0 0,0-1 1 0 0,0 1-1 0 0,0 0 0 0 0,0 0 1 0 0,-1-1-1 0 0,0 1 0 0 0,-1 2 1 0 0,-7 9-356 0 0,-1-1 1 0 0,1 0 0 0 0,-2 0 0 0 0,-13 11 0 0 0,24-24 291 0 0,-22 21-7020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5:57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0 17052 0 0,'-3'3'1512'0'0,"-1"0"-1208"0"0,2 1-240 0 0,0-1-64 0 0,0-1 448 0 0,-3 1 88 0 0,-3 5 8 0 0,-5 3 8 0 0,-5 1-552 0 0,-1 2 0 0 0,1-3-80 0 0,3-1-5513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7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0 130 5065 0 0,'16'-6'5827'0'0,"75"-22"-3880"0"0,32-4-1624 0 0,-42 10-619 0 0,109-15 1 0 0,-130 33-1564 0 0,-29 5-2084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372 0 2304 0 0,'-5'1'445'0'0,"1"0"0"0"0,-1 0 0 0 0,1 0 0 0 0,0 0 0 0 0,-1 1 0 0 0,1-1 0 0 0,0 1 0 0 0,0 1 0 0 0,0-1 0 0 0,0 0 0 0 0,0 1 0 0 0,0 0 0 0 0,1 0 0 0 0,-1 0 0 0 0,1 0 0 0 0,0 0 0 0 0,0 1 0 0 0,0-1 0 0 0,1 1 0 0 0,-1 0 0 0 0,1 0 0 0 0,-3 7 0 0 0,-4 7 213 0 0,1 0 0 0 0,0 1 0 0 0,-8 36 0 0 0,1 13-151 0 0,4 0 0 0 0,-5 105 0 0 0,16 140-257 0 0,7-193-202 0 0,30 157 1 0 0,45 116 152 0 0,-63-309-63 0 0,70 375 939 0 0,-75-382-912 0 0,63 229 1196 0 0,-49-211-801 0 0,-5 1 0 0 0,21 173 0 0 0,-43-259-535 0 0,-1 0 0 0 0,0-1 0 0 0,0 1 0 0 0,-1 0 1 0 0,-1 0-1 0 0,0-1 0 0 0,0 1 0 0 0,-1-1 0 0 0,-7 18 1 0 0,3-14 12 0 0,0-1 0 0 0,-1 0 0 0 0,-1 0 0 0 0,0 0 0 0 0,-20 19 0 0 0,-41 32 61 0 0,-3-4-1 0 0,-105 66 1 0 0,87-62-59 0 0,67-46-220 0 0,13-8-329 0 0,0-1 0 0 0,-1-1 0 0 0,0 1 0 0 0,0-2 0 0 0,-18 8 0 0 0,29-14 261 0 0,0 0 188 0 0,1 1 0 0 0,0-1-1 0 0,0 0 1 0 0,0 0 0 0 0,0 0-1 0 0,-1 0 1 0 0,1 0 0 0 0,0 0-1 0 0,0 1 1 0 0,0-1 0 0 0,-1 0-1 0 0,1 0 1 0 0,0 0 0 0 0,0 0-1 0 0,0 0 1 0 0,-1 0 0 0 0,1 0-1 0 0,0 0 1 0 0,0 0 0 0 0,-1 0-1 0 0,1 0 1 0 0,0 0 0 0 0,0 0-1 0 0,0 0 1 0 0,-1 0 0 0 0,1 0-1 0 0,0 0 1 0 0,0 0 0 0 0,0-1-1 0 0,-1 1 1 0 0,1 0 0 0 0,0 0-1 0 0,0 0 1 0 0,0 0 0 0 0,0 0-1 0 0,-1 0 1 0 0,1-1-1 0 0,0 1 1 0 0,0 0 0 0 0,0 0-1 0 0,0 0 1 0 0,0 0 0 0 0,-1-1-1 0 0,1 1 1 0 0,0 0 0 0 0,0 0-1 0 0,0 0 1 0 0,0-1 0 0 0,0 1-1 0 0,0 0 1 0 0,0 0 0 0 0,0 0-1 0 0,0-1 1 0 0,0 1 0 0 0,0 0-1 0 0,0 0 1 0 0,0-1 0 0 0,0 1-1 0 0,2-13-1891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164 1 7834 0 0,'-11'7'627'0'0,"0"1"0"0"0,0 1 0 0 0,1-1 0 0 0,0 2 0 0 0,1-1 0 0 0,-13 17 0 0 0,4-1 1015 0 0,-27 46 0 0 0,43-67-1509 0 0,0 0 0 0 0,-1 0 0 0 0,1 1 1 0 0,1-1-1 0 0,-1 1 0 0 0,1 0 0 0 0,0-1 0 0 0,0 1 0 0 0,0 0 0 0 0,1 0 0 0 0,-1-1 0 0 0,1 1 0 0 0,0 0 0 0 0,1 0 0 0 0,-1 0 0 0 0,1-1 0 0 0,0 1 0 0 0,0 0 0 0 0,0-1 0 0 0,1 1 0 0 0,2 5 1 0 0,-1-5-225 0 0,-1-1 0 0 0,1 1 0 0 0,1-1 0 0 0,-1 0 0 0 0,1 0 0 0 0,-1 0 0 0 0,1 0 0 0 0,4 3 0 0 0,-1-3-787 0 0,-1 0 0 0 0,1 0 1 0 0,-1 0-1 0 0,1-1 0 0 0,13 5 0 0 0,3-1-4437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4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10594 0 0,'-3'6'252'0'0,"1"0"0"0"0,1 0-1 0 0,-1 0 1 0 0,1 1 0 0 0,1-1 0 0 0,-1 1-1 0 0,1-1 1 0 0,0 0 0 0 0,0 1 0 0 0,1-1-1 0 0,0 1 1 0 0,3 10 0 0 0,3 9 1126 0 0,18 42 0 0 0,-19-53-1147 0 0,53 123 1169 0 0,-17-48-4504 0 0,-31-68-2452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1:59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0 5065 0 0,'-3'2'299'0'0,"1"1"-1"0"0,-1-1 1 0 0,1 0-1 0 0,0 1 1 0 0,0-1 0 0 0,0 1-1 0 0,0 0 1 0 0,0 0-1 0 0,0-1 1 0 0,1 1-1 0 0,-1 0 1 0 0,1 1 0 0 0,0-1-1 0 0,-1 4 1 0 0,-13 54 2045 0 0,13-52-1909 0 0,1-6-279 0 0,-1 6 161 0 0,1-1 0 0 0,-1 1 0 0 0,1 15 0 0 0,1-23-312 0 0,0 0 0 0 0,0 0 0 0 0,0 0 0 0 0,0 0 0 0 0,1 0 1 0 0,-1-1-1 0 0,0 1 0 0 0,0 0 0 0 0,1 0 0 0 0,-1 0 0 0 0,0 0 0 0 0,1 0 0 0 0,-1-1 0 0 0,1 1 0 0 0,-1 0 0 0 0,1-1 0 0 0,0 1 0 0 0,-1 0 0 0 0,2 0 0 0 0,-2-1-27 0 0,1 1 0 0 0,0-1 0 0 0,0 0 0 0 0,0 0 0 0 0,0 0 0 0 0,0 0 0 0 0,0 0 0 0 0,0 0 0 0 0,0 0 0 0 0,0 0 0 0 0,0 0 0 0 0,0 0 0 0 0,0 0 0 0 0,0-1 0 0 0,0 1 0 0 0,0 0 0 0 0,0-1 0 0 0,-1 1 0 0 0,1-1 0 0 0,0 1 0 0 0,0-1 0 0 0,1 0 0 0 0,3-3-491 0 0,0 0 1 0 0,-1 1-1 0 0,1-2 1 0 0,-1 1-1 0 0,0 0 1 0 0,0-1-1 0 0,0 0 1 0 0,0 0-1 0 0,-1 0 1 0 0,0-1-1 0 0,0 1 1 0 0,2-6-1 0 0,3-10-1483 0 0,10-41-1 0 0,-17 86 9697 0 0,10 8-4458 0 0,18 28-1284 0 0,3-12-1460 0 0,-17-27-2759 0 0,-9-12-58 0 0,5 7-2632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1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0 4145 0 0,'-4'5'507'0'0,"-1"-1"0"0"0,0 1 0 0 0,1 0 1 0 0,0 0-1 0 0,-5 8 0 0 0,-5 5 409 0 0,-16 15 724 0 0,18-20-881 0 0,1-1 0 0 0,-1 2 0 0 0,2 0 0 0 0,-17 28 0 0 0,27-42-741 0 0,0 0 0 0 0,-1 1 0 0 0,1-1 0 0 0,0 0 0 0 0,0 0 0 0 0,0 1 0 0 0,-1-1 0 0 0,1 0 0 0 0,0 1 0 0 0,0-1 0 0 0,0 1 0 0 0,0-1 0 0 0,0 0 0 0 0,-1 1 0 0 0,1-1 0 0 0,0 0 0 0 0,0 1 0 0 0,0-1 0 0 0,0 1 0 0 0,0-1 0 0 0,0 0 0 0 0,0 1 0 0 0,0-1 0 0 0,1 0 0 0 0,-1 1 0 0 0,0-1 0 0 0,0 1 0 0 0,0-1 0 0 0,0 0 0 0 0,0 1 0 0 0,1-1 0 0 0,-1 0 0 0 0,0 1 0 0 0,0-1 0 0 0,0 0 0 0 0,1 0 0 0 0,-1 1 0 0 0,0-1 0 0 0,1 0 0 0 0,-1 0 0 0 0,0 1 0 0 0,1-1 0 0 0,19-3-149 0 0,24-17-926 0 0,-44 20 1044 0 0,54-31-1270 0 0,-17 10 750 0 0,42-18-1 0 0,-78 38 536 0 0,0 0-1 0 0,1 1 0 0 0,-1-1 1 0 0,0 1-1 0 0,1-1 0 0 0,-1 1 1 0 0,0-1-1 0 0,1 1 0 0 0,-1 0 1 0 0,1 0-1 0 0,-1 0 0 0 0,0-1 1 0 0,1 1-1 0 0,-1 1 0 0 0,1-1 1 0 0,-1 0-1 0 0,1 0 0 0 0,-1 0 1 0 0,0 1-1 0 0,1-1 0 0 0,-1 1 1 0 0,2 0-1 0 0,-2 0 26 0 0,0 0 0 0 0,-1 0 0 0 0,1 0 0 0 0,-1 0 0 0 0,1 0-1 0 0,-1 0 1 0 0,1 1 0 0 0,-1-1 0 0 0,1 0 0 0 0,-1 0 0 0 0,0 0 0 0 0,0 1 0 0 0,0-1 0 0 0,0 0 0 0 0,0 0 0 0 0,0 0-1 0 0,0 1 1 0 0,0-1 0 0 0,0 0 0 0 0,-1 2 0 0 0,-1 7 283 0 0,-1 1 0 0 0,0-1 0 0 0,-1 0 0 0 0,-7 14 0 0 0,-5 5 892 0 0,-30 40 0 0 0,-6 10-747 0 0,48-71-1647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0 2304 0 0,'-88'95'3184'0'0,"78"-82"-2727"0"0,0 0 1 0 0,0 1 0 0 0,1 0-1 0 0,1 0 1 0 0,-11 28 0 0 0,18-41-375 0 0,1 0 0 0 0,-1 0 0 0 0,1 0 0 0 0,-1 0 0 0 0,1 0 0 0 0,0 1 0 0 0,-1-1 0 0 0,1 0 0 0 0,0 0-1 0 0,0 1 1 0 0,0-1 0 0 0,0 0 0 0 0,0 0 0 0 0,0 1 0 0 0,0-1 0 0 0,0 0 0 0 0,0 0 0 0 0,1 0 0 0 0,-1 1 0 0 0,1-1 0 0 0,-1 0 0 0 0,1 0 0 0 0,-1 0 0 0 0,1 0 0 0 0,-1 0 0 0 0,1 0 0 0 0,0 0 0 0 0,0 0 0 0 0,0 0 0 0 0,-1 0 0 0 0,1 0 0 0 0,0 0 0 0 0,0 0 0 0 0,0-1 0 0 0,0 1 0 0 0,0 0 0 0 0,0-1 0 0 0,1 1 0 0 0,-1-1 0 0 0,0 1 0 0 0,0-1 0 0 0,0 0 0 0 0,1 1-1 0 0,-1-1 1 0 0,0 0 0 0 0,0 0 0 0 0,2 0 0 0 0,9 1 199 0 0,0-1-1 0 0,0 0 0 0 0,0-1 0 0 0,15-3 0 0 0,-5 1 8 0 0,-9 2-174 0 0,5-1 65 0 0,1 0-1 0 0,20 3 1 0 0,-35-1-150 0 0,0 0-1 0 0,1 1 1 0 0,-1-1 0 0 0,0 1 0 0 0,0 0 0 0 0,0 1 0 0 0,0-1 0 0 0,0 1 0 0 0,0-1 0 0 0,0 1 0 0 0,0 0 0 0 0,-1 1 0 0 0,1-1 0 0 0,5 6 0 0 0,-7-5-17 0 0,0-1 1 0 0,0 1-1 0 0,-1 0 1 0 0,1 0-1 0 0,-1 0 1 0 0,0 0-1 0 0,0 0 1 0 0,0 1-1 0 0,0-1 1 0 0,-1 0-1 0 0,1 0 1 0 0,-1 1-1 0 0,0-1 1 0 0,0 0-1 0 0,0 0 1 0 0,0 1-1 0 0,0-1 1 0 0,-1 0-1 0 0,0 0 1 0 0,1 1-1 0 0,-3 3 1 0 0,-2 7 2 0 0,0 0 1 0 0,-1 0 0 0 0,-9 15 0 0 0,-11 15-1431 0 0,13-25-3620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0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 8290 0 0,'-2'7'245'0'0,"0"0"1"0"0,1 0-1 0 0,-1 0 1 0 0,1 1 0 0 0,1-1-1 0 0,0 15 1 0 0,-1 4 323 0 0,-1-12-461 0 0,-7 142 3675 0 0,14-79-3437 0 0,-2-57-2092 0 0,10 37-1 0 0,-5-35-3110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1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11522 0 0,'15'35'4539'0'0,"4"40"-3061"0"0,-4 0 0 0 0,6 85 0 0 0,-10-75-975 0 0,27 284 245 0 0,0-1-4073 0 0,-34-339 1564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1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74 2761 0 0,'-1'1'90'0'0,"1"-1"-1"0"0,0 1 1 0 0,0-1 0 0 0,-1 1 0 0 0,1-1 0 0 0,0 1 0 0 0,0 0 0 0 0,0-1 0 0 0,0 1 0 0 0,0 0 0 0 0,0-1 0 0 0,0 1 0 0 0,0-1 0 0 0,0 1-1 0 0,0 0 1 0 0,0-1 0 0 0,0 1 0 0 0,0-1 0 0 0,1 1 0 0 0,-1 0 0 0 0,0-1 0 0 0,0 1 0 0 0,1-1 0 0 0,-1 1 0 0 0,0-1 0 0 0,1 1 0 0 0,0 0-1 0 0,18 17 1820 0 0,27 6 657 0 0,-35-20-1929 0 0,0 1-1 0 0,1-2 1 0 0,0 0 0 0 0,0 0 0 0 0,0-1 0 0 0,0-1-1 0 0,0 0 1 0 0,1 0 0 0 0,-1-1 0 0 0,0-1-1 0 0,0 0 1 0 0,15-3 0 0 0,-19 2-619 0 0,-1 0-1 0 0,0 0 1 0 0,0-1 0 0 0,0 0-1 0 0,0 0 1 0 0,0-1-1 0 0,0 0 1 0 0,-1 0 0 0 0,0 0-1 0 0,0-1 1 0 0,0 0 0 0 0,0 0-1 0 0,-1 0 1 0 0,0-1-1 0 0,0 0 1 0 0,0 0 0 0 0,-1 0-1 0 0,0 0 1 0 0,0-1 0 0 0,4-11-1 0 0,0-4-4494 0 0,-2 0-1509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0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82 6449 0 0,'-3'-6'330'0'0,"0"-1"0"0"0,0 1 0 0 0,-1-1-1 0 0,1 1 1 0 0,-1 0 0 0 0,-1 0 0 0 0,1 1 0 0 0,-1-1-1 0 0,-9-7 1 0 0,12 11-171 0 0,0 1 0 0 0,0-1 0 0 0,0 1 0 0 0,0 0 0 0 0,0 0 0 0 0,-1 0 0 0 0,1 0 0 0 0,0 0 0 0 0,-1 1 1 0 0,1-1-1 0 0,0 1 0 0 0,-1-1 0 0 0,1 1 0 0 0,-1 0 0 0 0,1 0 0 0 0,-1 0 0 0 0,1 0 0 0 0,-1 1 0 0 0,1-1 0 0 0,0 0 0 0 0,-1 1 0 0 0,1 0 0 0 0,-1 0 0 0 0,1 0 0 0 0,0 0 0 0 0,0 0 0 0 0,0 0 0 0 0,0 0 0 0 0,-1 1 0 0 0,2-1 0 0 0,-5 4 1 0 0,-2 3 201 0 0,-1 0 1 0 0,1 1-1 0 0,1 1 1 0 0,0-1 0 0 0,0 1-1 0 0,1 0 1 0 0,0 1 0 0 0,0 0-1 0 0,-6 20 1 0 0,5-11-162 0 0,1 0 0 0 0,1 0-1 0 0,1 1 1 0 0,-4 36 0 0 0,8-50-190 0 0,0 0 0 0 0,0-1 0 0 0,0 1 0 0 0,1 0 0 0 0,-1-1 1 0 0,2 1-1 0 0,-1 0 0 0 0,1-1 0 0 0,0 0 0 0 0,0 1 0 0 0,1-1 0 0 0,0 0 0 0 0,0 0 0 0 0,0 0 0 0 0,1-1 0 0 0,0 1 0 0 0,0-1 0 0 0,0 0 0 0 0,0 0 0 0 0,1 0 0 0 0,0 0 0 0 0,0-1 1 0 0,1 0-1 0 0,-1 0 0 0 0,1-1 0 0 0,0 1 0 0 0,0-1 0 0 0,0 0 0 0 0,0-1 0 0 0,0 1 0 0 0,1-1 0 0 0,-1-1 0 0 0,1 1 0 0 0,6 0 0 0 0,8 0-299 0 0,-1-1 0 0 0,0-1 0 0 0,0 0 0 0 0,33-6 0 0 0,-15 0-866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50 5065 0 0,'-2'-10'566'0'0,"-18"-29"8937"0"0,20 39-9330 0 0,0 1-1 0 0,0-1 1 0 0,-1 1-1 0 0,1-1 1 0 0,0 1 0 0 0,0-1-1 0 0,0 0 1 0 0,0 1-1 0 0,-1-1 1 0 0,1 1-1 0 0,0-1 1 0 0,0 1-1 0 0,0-1 1 0 0,0 1 0 0 0,0-1-1 0 0,0 1 1 0 0,0-1-1 0 0,0 1 1 0 0,1-1-1 0 0,-1 1 1 0 0,0 0-1 0 0,0 22 765 0 0,5 33-263 0 0,3 0-1 0 0,23 83 1 0 0,-17-80-547 0 0,-13-58-128 0 0,43 166 72 0 0,-36-141-717 0 0,2-1 0 0 0,0-1 0 0 0,2 1 0 0 0,21 32 0 0 0,-7-24-6222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2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4145 0 0,'-4'1'254'0'0,"1"1"-1"0"0,-1 0 1 0 0,1-1 0 0 0,0 1 0 0 0,0 0-1 0 0,0 1 1 0 0,0-1 0 0 0,0 0 0 0 0,0 1 0 0 0,1 0-1 0 0,-1 0 1 0 0,1-1 0 0 0,0 1 0 0 0,0 1-1 0 0,0-1 1 0 0,0 0 0 0 0,0 0 0 0 0,1 1-1 0 0,0-1 1 0 0,-2 8 0 0 0,-3 7 548 0 0,1 0 1 0 0,-5 32-1 0 0,9-44-689 0 0,0-1-1 0 0,1 0 0 0 0,0 1 1 0 0,0-1-1 0 0,0 1 0 0 0,1-1 1 0 0,0 1-1 0 0,0-1 0 0 0,2 8 1 0 0,-2-12-109 0 0,-1 0-1 0 0,1 0 1 0 0,-1 0 0 0 0,1 0 0 0 0,-1 0 0 0 0,1-1-1 0 0,-1 1 1 0 0,1 0 0 0 0,0 0 0 0 0,0 0-1 0 0,-1-1 1 0 0,1 1 0 0 0,0 0 0 0 0,0-1 0 0 0,0 1-1 0 0,0-1 1 0 0,0 1 0 0 0,0-1 0 0 0,0 1 0 0 0,2 0-1 0 0,-2-1-49 0 0,1 0 0 0 0,0 0-1 0 0,0-1 1 0 0,0 1-1 0 0,0 0 1 0 0,0-1 0 0 0,-1 1-1 0 0,1-1 1 0 0,0 1 0 0 0,0-1-1 0 0,-1 0 1 0 0,1 0-1 0 0,0 0 1 0 0,-1 0 0 0 0,1 0-1 0 0,1-2 1 0 0,5-3-394 0 0,0-1-1 0 0,-1 0 1 0 0,0 0 0 0 0,0-1 0 0 0,-1 0-1 0 0,0 0 1 0 0,6-12 0 0 0,30-66-1721 0 0,-17 31 2691 0 0,-19 96 4346 0 0,-3-4-2970 0 0,13 68 1 0 0,-13-93-2033 0 0,0-1 0 0 0,1 0 0 0 0,0 0 1 0 0,0-1-1 0 0,1 1 0 0 0,1-1 0 0 0,0 0 1 0 0,0-1-1 0 0,1 1 0 0 0,10 11 0 0 0,-3-8-5080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1 9674 0 0,'-4'2'240'0'0,"1"0"1"0"0,-1 1-1 0 0,1-1 0 0 0,0 1 0 0 0,0 0 1 0 0,0 0-1 0 0,0 0 0 0 0,1 1 0 0 0,-1-1 1 0 0,-3 6-1 0 0,-19 43 1159 0 0,16-31-1113 0 0,5-14-145 0 0,1 0 0 0 0,0 0 1 0 0,1 0-1 0 0,0 1 1 0 0,0-1-1 0 0,-2 12 0 0 0,4-17-125 0 0,0-1 0 0 0,0 0 0 0 0,0 0 0 0 0,0 0 0 0 0,0 0 0 0 0,1 0 0 0 0,-1 0 0 0 0,0 0 0 0 0,0 0 0 0 0,1 0 0 0 0,-1 0 0 0 0,1 1 0 0 0,-1-2 0 0 0,1 1 0 0 0,-1 0 0 0 0,1 0 0 0 0,-1 0 0 0 0,1 0 0 0 0,0 0 0 0 0,1 1 0 0 0,0-1-16 0 0,-1 0-1 0 0,1-1 1 0 0,0 1-1 0 0,0-1 0 0 0,-1 1 1 0 0,1-1-1 0 0,0 0 1 0 0,0 0-1 0 0,-1 0 0 0 0,1 0 1 0 0,0 0-1 0 0,0 0 1 0 0,-1 0-1 0 0,1 0 0 0 0,0-1 1 0 0,0 1-1 0 0,2-2 1 0 0,49-18-45 0 0,13-5 150 0 0,-61 24-105 0 0,0 0 0 0 0,0 0 1 0 0,0 0-1 0 0,0 0 0 0 0,0 1 0 0 0,1 0 0 0 0,-1 0 1 0 0,0 0-1 0 0,0 1 0 0 0,8 1 0 0 0,-11-1 0 0 0,-1 0-1 0 0,1 0 1 0 0,0-1-1 0 0,-1 1 1 0 0,1 1-1 0 0,-1-1 1 0 0,1 0-1 0 0,-1 0 1 0 0,1 1-1 0 0,-1-1 1 0 0,0 0-1 0 0,1 1 0 0 0,-1-1 1 0 0,0 1-1 0 0,0 0 1 0 0,0-1-1 0 0,-1 1 1 0 0,1 0-1 0 0,0 0 1 0 0,0 0-1 0 0,-1-1 1 0 0,0 1-1 0 0,1 0 1 0 0,-1 0-1 0 0,0 0 1 0 0,0 0-1 0 0,0 0 1 0 0,0 0-1 0 0,0 0 1 0 0,0 0-1 0 0,0-1 1 0 0,-1 1-1 0 0,1 0 0 0 0,-1 2 1 0 0,-2 9-65 0 0,-1 1 1 0 0,0-1-1 0 0,-9 19 0 0 0,11-27 22 0 0,-9 18-393 0 0,-20 32-1 0 0,11-24-3536 0 0,8-13-423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3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1 920 0 0,'-4'7'539'0'0,"1"0"0"0"0,0 0 0 0 0,0 0 0 0 0,1 0 0 0 0,0 1 0 0 0,0-1 0 0 0,0 1-1 0 0,1-1 1 0 0,1 1 0 0 0,-1 0 0 0 0,2 7 0 0 0,-1-11-358 0 0,0-1 0 0 0,0 0-1 0 0,1 0 1 0 0,-1 0 0 0 0,1 0 0 0 0,0 0 0 0 0,0 0-1 0 0,0 0 1 0 0,0 0 0 0 0,1-1 0 0 0,-1 1 0 0 0,1 0-1 0 0,-1-1 1 0 0,1 1 0 0 0,0-1 0 0 0,0 1 0 0 0,0-1-1 0 0,1 0 1 0 0,-1 0 0 0 0,0 0 0 0 0,1 0-1 0 0,-1 0 1 0 0,1-1 0 0 0,0 1 0 0 0,0-1 0 0 0,0 0-1 0 0,-1 1 1 0 0,1-1 0 0 0,4 0 0 0 0,11 2 438 0 0,0-1 1 0 0,24-1-1 0 0,-29-2-540 0 0,1 1 0 0 0,-1 1-1 0 0,0 0 1 0 0,0 1-1 0 0,0 0 1 0 0,21 8-1 0 0,-31-9-62 0 0,0 0-1 0 0,0 1 1 0 0,0-1-1 0 0,-1 1 1 0 0,1 0-1 0 0,-1 0 1 0 0,0 0-1 0 0,1 0 1 0 0,-1 0-1 0 0,0 1 1 0 0,0-1-1 0 0,0 1 1 0 0,2 4-1 0 0,-2-3 44 0 0,0 0 1 0 0,-1 1-1 0 0,1-1 0 0 0,-1 1 0 0 0,0 0 0 0 0,-1-1 0 0 0,1 1 0 0 0,-1 0 0 0 0,0-1 0 0 0,0 1 0 0 0,-1 7 0 0 0,0 0 204 0 0,0-1 1 0 0,-1 1-1 0 0,-1 0 1 0 0,0-1-1 0 0,0 1 1 0 0,-1-1 0 0 0,-1 0-1 0 0,0 0 1 0 0,0 0-1 0 0,-1-1 1 0 0,-1 0-1 0 0,-9 13 1 0 0,11-19-1675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3.7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11979 0 0,'1'3'8319'0'0,"6"141"-5799"0"0,2 23-2299 0 0,-6-150-196 0 0,0 0 1 0 0,0 1 0 0 0,2-1 0 0 0,0 0 0 0 0,1-1-1 0 0,1 0 1 0 0,10 18 0 0 0,-14-29-26 0 0,0 1 1 0 0,0-1-1 0 0,1-1 0 0 0,0 1 1 0 0,0 0-1 0 0,0-1 0 0 0,1 0 1 0 0,-1 0-1 0 0,1 0 0 0 0,0-1 1 0 0,0 0-1 0 0,0 0 0 0 0,0 0 1 0 0,1 0-1 0 0,7 2 0 0 0,-9-4-2 0 0,0 0-1 0 0,0-1 0 0 0,1 1 0 0 0,-1-1 1 0 0,0 0-1 0 0,0 0 0 0 0,0 0 0 0 0,0-1 1 0 0,0 1-1 0 0,0-1 0 0 0,0 0 1 0 0,0 0-1 0 0,0-1 0 0 0,-1 1 0 0 0,1-1 1 0 0,0 1-1 0 0,-1-1 0 0 0,1-1 1 0 0,-1 1-1 0 0,1 0 0 0 0,-1-1 0 0 0,0 0 1 0 0,3-3-1 0 0,9-9-159 0 0,-2-1-1 0 0,0 0 1 0 0,15-25 0 0 0,6-26-3631 0 0,-28 51-3035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0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10594 0 0,'-2'5'528'0'0,"-1"1"0"0"0,1 0-1 0 0,1 0 1 0 0,-1 0-1 0 0,1 0 1 0 0,0 0 0 0 0,0 0-1 0 0,1 0 1 0 0,0 12 0 0 0,8 63 4009 0 0,-4-47-3566 0 0,2 27-147 0 0,19 143 249 0 0,-17-160-1079 0 0,2 0 0 0 0,23 65 0 0 0,-24-85-111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4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38 181 9218 0 0,'-3'-3'165'0'0,"0"0"0"0"0,-1 0 0 0 0,1 0-1 0 0,1-1 1 0 0,-1 1 0 0 0,0-1 0 0 0,1 0 0 0 0,0 0 0 0 0,0 0 0 0 0,0 0 0 0 0,0 0-1 0 0,1 0 1 0 0,0 0 0 0 0,0-1 0 0 0,0 1 0 0 0,0-1 0 0 0,0 1 0 0 0,1 0-1 0 0,0-1 1 0 0,0 1 0 0 0,0-1 0 0 0,1 1 0 0 0,-1-1 0 0 0,1 1 0 0 0,0 0 0 0 0,0-1-1 0 0,1 1 1 0 0,-1 0 0 0 0,4-6 0 0 0,-4 7-37 0 0,1 0 0 0 0,0-1 0 0 0,-1 1 0 0 0,1 0 0 0 0,1 0 0 0 0,-1 0 0 0 0,0 0 0 0 0,1 0 0 0 0,0 1 0 0 0,-1-1 0 0 0,1 1 0 0 0,0 0 0 0 0,0 0 0 0 0,0 0 0 0 0,1 0 0 0 0,-1 0 0 0 0,0 0 0 0 0,1 1 0 0 0,-1 0 0 0 0,1 0 0 0 0,0 0 0 0 0,-1 0 0 0 0,1 0 0 0 0,0 1 0 0 0,-1 0 0 0 0,1 0 0 0 0,0 0 0 0 0,0 0 0 0 0,-1 0 0 0 0,1 1 0 0 0,0-1 0 0 0,-1 1 0 0 0,1 0 0 0 0,0 0 0 0 0,5 3 0 0 0,-1 1-104 0 0,0 0 1 0 0,0 0-1 0 0,0 1 0 0 0,-1-1 1 0 0,0 2-1 0 0,0-1 1 0 0,0 1-1 0 0,-1 0 0 0 0,0 0 1 0 0,-1 1-1 0 0,1 0 0 0 0,-1 0 1 0 0,-1 0-1 0 0,0 1 0 0 0,0-1 1 0 0,4 14-1 0 0,-1 1 27 0 0,0 0 0 0 0,-2 1 0 0 0,-1-1 0 0 0,0 1 0 0 0,-1 33 0 0 0,-5 20 228 0 0,-5 1 0 0 0,-24 117 0 0 0,-5 51 242 0 0,35-232-517 0 0,0 0 0 0 0,1 0-1 0 0,1 0 1 0 0,0 0 0 0 0,5 20 0 0 0,-5-31-4 0 0,0 0 0 0 0,0 0 0 0 0,0 0-1 0 0,0 0 1 0 0,0 0 0 0 0,1-1 0 0 0,-1 1 0 0 0,1 0 0 0 0,0-1-1 0 0,0 1 1 0 0,0-1 0 0 0,0 0 0 0 0,4 3 0 0 0,-4-4 0 0 0,0 0 0 0 0,0 0-1 0 0,0 0 1 0 0,0 0 0 0 0,0 0 0 0 0,0-1 0 0 0,0 1 0 0 0,1-1 0 0 0,-1 0 0 0 0,0 0 0 0 0,0 1 0 0 0,0-1-1 0 0,1-1 1 0 0,-1 1 0 0 0,0 0 0 0 0,0 0 0 0 0,0-1 0 0 0,1 0 0 0 0,-1 1 0 0 0,0-1 0 0 0,2-1-1 0 0,12-5 32 0 0,-1-1-1 0 0,0 0 0 0 0,-1-1 0 0 0,0-1 0 0 0,-1 0 0 0 0,17-15 1 0 0,67-78 26 0 0,-63 64-1247 0 0,-13 12-3981 0 0,-3 5-1187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5.0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19 325 8754 0 0,'-1'1'43'0'0,"0"-1"0"0"0,1 0 0 0 0,-1 0 0 0 0,1 0 0 0 0,-1 1 0 0 0,0-1 0 0 0,1 0 0 0 0,-1 0 1 0 0,1 0-1 0 0,-1 0 0 0 0,0 0 0 0 0,1 0 0 0 0,-1 0 0 0 0,0 0 0 0 0,1-1 0 0 0,-1 1 0 0 0,1 0 0 0 0,-1 0 0 0 0,0 0 0 0 0,1-1 0 0 0,-1 1 0 0 0,1 0 1 0 0,-1-1-1 0 0,1 1 0 0 0,-1 0 0 0 0,1-1 0 0 0,-1 1 0 0 0,1-1 0 0 0,-1 1 0 0 0,1 0 0 0 0,-1-2 0 0 0,1 1 77 0 0,0 0-1 0 0,0 0 1 0 0,0-1-1 0 0,1 1 0 0 0,-1 0 1 0 0,0 0-1 0 0,0 0 1 0 0,1-1-1 0 0,-1 1 1 0 0,1 0-1 0 0,-1 0 1 0 0,1 0-1 0 0,0 0 1 0 0,1-2-1 0 0,32-38 3020 0 0,-32 39-3045 0 0,20-20 1090 0 0,2 1 1 0 0,1 1 0 0 0,1 1-1 0 0,41-22 1 0 0,118-52 354 0 0,-172 87-1497 0 0,-1 0-148 0 0,2 0-330 0 0,-1-1-1 0 0,2 2 1 0 0,22-6 0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5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153 132 3249 0 0,'-6'-10'273'0'0,"1"1"1"0"0,-1-1 0 0 0,-1 2 0 0 0,0-1 0 0 0,0 1-1 0 0,-1 0 1 0 0,0 0 0 0 0,0 1 0 0 0,-13-9-1 0 0,4 2 855 0 0,-7-4 1143 0 0,23 17-2047 0 0,0 1 0 0 0,0-1 0 0 0,0 0 0 0 0,0 1 1 0 0,1-1-1 0 0,-1 1 0 0 0,0-1 0 0 0,0 1 0 0 0,0 0 1 0 0,-1-1-1 0 0,1 1 0 0 0,0 0 0 0 0,0 0 1 0 0,0-1-1 0 0,0 1 0 0 0,0 0 0 0 0,0 0 0 0 0,0 0 1 0 0,0 0-1 0 0,0 1 0 0 0,0-1 0 0 0,-1 0 0 0 0,1 0 1 0 0,-2 1-1 0 0,3 3 144 0 0,0-1 0 0 0,0 0 0 0 0,0 1 0 0 0,0-1 0 0 0,1 0 0 0 0,-1 1 0 0 0,1-1 0 0 0,0 0 0 0 0,0 0 1 0 0,2 7-1 0 0,0-1 96 0 0,53 238 1604 0 0,30 113-2161 0 0,-43-220-2001 0 0,-36-108 770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5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1 114 8290 0 0,'4'-59'1604'0'0,"-4"55"-1352"0"0,1 1-1 0 0,0-1 1 0 0,0 1 0 0 0,0-1-1 0 0,1 1 1 0 0,-1 0-1 0 0,1-1 1 0 0,0 1 0 0 0,0 0-1 0 0,0 0 1 0 0,0 0-1 0 0,0 1 1 0 0,1-1 0 0 0,2-2-1 0 0,-4 4-129 0 0,0 0 0 0 0,0 1-1 0 0,1-1 1 0 0,-1 1 0 0 0,0 0-1 0 0,0-1 1 0 0,1 1 0 0 0,-1 0-1 0 0,0 0 1 0 0,1 0 0 0 0,-1 0-1 0 0,0 0 1 0 0,0 0 0 0 0,1 0-1 0 0,-1 0 1 0 0,0 0 0 0 0,1 1 0 0 0,-1-1-1 0 0,0 0 1 0 0,0 1 0 0 0,0-1-1 0 0,1 1 1 0 0,-1 0 0 0 0,0-1-1 0 0,2 2 1 0 0,30 24 1056 0 0,-26-20-829 0 0,35 29 235 0 0,-2 1 1 0 0,-1 2 0 0 0,-2 2-1 0 0,49 70 1 0 0,-18-7-525 0 0,50 71-2459 0 0,-110-163 1838 0 0,21 31-2826 0 0,-27-39 2837 0 0,0 1 0 0 0,0-1 0 0 0,0 0 0 0 0,-1 1 0 0 0,0-1 0 0 0,0 1 0 0 0,0-1 1 0 0,0 1-1 0 0,0 0 0 0 0,-1 6 0 0 0,-2 0-92 0 0,-4-4 492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6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45 388 5529 0 0,'-7'1'51'0'0,"4"-1"53"0"0,1 1 0 0 0,-1-1 0 0 0,0 0 0 0 0,1 0-1 0 0,-1 0 1 0 0,0-1 0 0 0,1 1 0 0 0,-5-1 0 0 0,7 0-49 0 0,-1 1 0 0 0,0-1 0 0 0,1 1 1 0 0,-1-1-1 0 0,0 1 0 0 0,1-1 0 0 0,-1 0 0 0 0,1 1 0 0 0,-1-1 0 0 0,1 0 0 0 0,-1 0 0 0 0,1 1 0 0 0,0-1 0 0 0,-1 0 0 0 0,1 0 0 0 0,0 0 0 0 0,-1 1 0 0 0,1-1 0 0 0,0 0 0 0 0,0 0 0 0 0,0 0 0 0 0,0 0 0 0 0,0 1 0 0 0,0-1 0 0 0,0 0 0 0 0,0 0 0 0 0,0 0 0 0 0,0 0 0 0 0,1 0 0 0 0,-1 1 0 0 0,1-3 0 0 0,1-7 257 0 0,1-1-1 0 0,1 0 1 0 0,0 1-1 0 0,0 0 0 0 0,1 0 1 0 0,10-15-1 0 0,44-54 796 0 0,-19 26-838 0 0,31-35-3346 0 0,-52 66 1573 0 0,9-11-1106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6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9 5065 0 0,'-2'-1'304'0'0,"1"0"-1"0"0,-1 0 1 0 0,1 0 0 0 0,-1 0-1 0 0,1 1 1 0 0,-1-1-1 0 0,0 0 1 0 0,1 1 0 0 0,-1-1-1 0 0,0 1 1 0 0,0 0 0 0 0,1-1-1 0 0,-1 1 1 0 0,0 0-1 0 0,0 0 1 0 0,1 0 0 0 0,-1 1-1 0 0,0-1 1 0 0,0 0 0 0 0,1 1-1 0 0,-1-1 1 0 0,0 1-1 0 0,0-1 1 0 0,1 1 0 0 0,-1 0-1 0 0,1 0 1 0 0,-1-1 0 0 0,-2 3-1 0 0,0 0 166 0 0,-1 0 0 0 0,1 0 0 0 0,0 0 0 0 0,0 1 1 0 0,0-1-1 0 0,0 1 0 0 0,1 0 0 0 0,-5 6 0 0 0,4-4-289 0 0,2-1 1 0 0,-1 0-1 0 0,1 1 0 0 0,-1-1 1 0 0,1 1-1 0 0,1 0 0 0 0,-1 0 1 0 0,1 0-1 0 0,0 0 0 0 0,1 0 1 0 0,-1 0-1 0 0,1 0 1 0 0,0 0-1 0 0,1 0 0 0 0,0 0 1 0 0,-1 0-1 0 0,2 0 0 0 0,-1 0 1 0 0,1 0-1 0 0,0-1 0 0 0,4 10 1 0 0,-3-9-170 0 0,1 0 1 0 0,0 0 0 0 0,0 0-1 0 0,1 0 1 0 0,-1-1 0 0 0,1 1-1 0 0,0-1 1 0 0,1-1-1 0 0,-1 1 1 0 0,1-1 0 0 0,0 0-1 0 0,0 0 1 0 0,1 0 0 0 0,-1-1-1 0 0,1 0 1 0 0,-1 0-1 0 0,1-1 1 0 0,7 2 0 0 0,-8-3-92 0 0,-1-1 0 0 0,0 1 0 0 0,0-1 0 0 0,1-1 0 0 0,-1 1 0 0 0,0-1 0 0 0,0 0 0 0 0,1 0 0 0 0,-1 0 0 0 0,0-1 1 0 0,0 1-1 0 0,0-1 0 0 0,-1-1 0 0 0,6-2 0 0 0,13-8-950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7.0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125 15 456 0 0,'-1'-2'368'0'0,"0"1"0"0"0,0 0-1 0 0,0 0 1 0 0,0 0 0 0 0,-1 0 0 0 0,1 0-1 0 0,0 0 1 0 0,0 0 0 0 0,-1 1 0 0 0,1-1 0 0 0,0 0-1 0 0,-1 1 1 0 0,1-1 0 0 0,-1 1 0 0 0,1-1-1 0 0,-1 1 1 0 0,1 0 0 0 0,-1-1 0 0 0,1 1-1 0 0,-1 0 1 0 0,1 0 0 0 0,-1 0 0 0 0,1 0 0 0 0,-1 1-1 0 0,1-1 1 0 0,-1 0 0 0 0,1 1 0 0 0,-1-1-1 0 0,-2 2 1 0 0,0-1-165 0 0,-1 0 1 0 0,1 1-1 0 0,0 0 0 0 0,-1 0 1 0 0,1 1-1 0 0,0-1 0 0 0,0 1 0 0 0,1-1 1 0 0,-1 1-1 0 0,0 1 0 0 0,1-1 0 0 0,0 0 1 0 0,0 1-1 0 0,0 0 0 0 0,0-1 1 0 0,0 1-1 0 0,1 0 0 0 0,0 0 0 0 0,0 1 1 0 0,0-1-1 0 0,0 0 0 0 0,1 1 1 0 0,-2 5-1 0 0,2-4 58 0 0,0 1 0 0 0,0-1 0 0 0,1 1 0 0 0,0-1 0 0 0,0 1 0 0 0,0-1 0 0 0,1 1 0 0 0,0-1 0 0 0,0 1 0 0 0,1-1 0 0 0,0 0 0 0 0,0 0 0 0 0,0 0 0 0 0,1 0 0 0 0,0 0-1 0 0,6 9 1 0 0,-7-12-323 0 0,1 0 0 0 0,0 0 0 0 0,0 0 0 0 0,0 0-1 0 0,0 0 1 0 0,1 0 0 0 0,-1-1 0 0 0,1 1 0 0 0,0-1-1 0 0,0 0 1 0 0,-1 0 0 0 0,1-1 0 0 0,0 1 0 0 0,1-1-1 0 0,-1 0 1 0 0,0 0 0 0 0,0 0 0 0 0,0 0 0 0 0,5-1 0 0 0,1 0-345 0 0,-1 0 0 0 0,0 0 0 0 0,1-1 0 0 0,-1-1 1 0 0,0 1-1 0 0,0-1 0 0 0,17-7 0 0 0,-5 0-5617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7.8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33 423 5529 0 0,'0'1'52'0'0,"0"-1"-1"0"0,0 1 1 0 0,0-1-1 0 0,0 1 0 0 0,0-1 1 0 0,0 1-1 0 0,0-1 1 0 0,0 1-1 0 0,0-1 1 0 0,0 1-1 0 0,0 0 1 0 0,0-1-1 0 0,1 1 1 0 0,-1-1-1 0 0,0 1 1 0 0,0-1-1 0 0,1 0 1 0 0,-1 1-1 0 0,0-1 0 0 0,1 1 1 0 0,-1-1-1 0 0,1 1 1 0 0,-1-1-1 0 0,0 0 1 0 0,1 1-1 0 0,-1-1 1 0 0,1 0-1 0 0,-1 0 1 0 0,1 1-1 0 0,-1-1 1 0 0,1 0-1 0 0,-1 0 0 0 0,1 1 1 0 0,-1-1-1 0 0,1 0 1 0 0,-1 0-1 0 0,1 0 1 0 0,0 0-1 0 0,-1 0 1 0 0,1 0-1 0 0,-1 0 1 0 0,1 0-1 0 0,-1 0 1 0 0,1 0-1 0 0,-1 0 0 0 0,1-1 1 0 0,-1 1-1 0 0,1 0 1 0 0,-1 0-1 0 0,1 0 1 0 0,-1-1-1 0 0,2 1 1 0 0,0-1 198 0 0,1-1 1 0 0,-1 1-1 0 0,1 0 1 0 0,-1-1-1 0 0,1 0 1 0 0,-1 1 0 0 0,0-1-1 0 0,1 0 1 0 0,1-3-1 0 0,3-4 109 0 0,-2-1-1 0 0,1-1 1 0 0,-1 1-1 0 0,-1-1 1 0 0,1 0-1 0 0,-2 0 1 0 0,4-15-1 0 0,-3 4-359 0 0,0 1 0 0 0,0-44 0 0 0,-4 50-360 0 0,-1 0 0 0 0,0 0 1 0 0,-1 0-1 0 0,-1 1 0 0 0,0-1 0 0 0,-8-20 1 0 0,9 30 312 0 0,0 0 1 0 0,-1-1 0 0 0,1 1-1 0 0,-1 0 1 0 0,0 0-1 0 0,0 0 1 0 0,-1 1 0 0 0,0-1-1 0 0,1 1 1 0 0,-1 0 0 0 0,-1 0-1 0 0,1 0 1 0 0,-1 0-1 0 0,1 1 1 0 0,-1 0 0 0 0,0 0-1 0 0,0 0 1 0 0,0 1 0 0 0,-10-4-1 0 0,14 6 85 0 0,1 0 0 0 0,-1-1 0 0 0,1 1-1 0 0,-1 0 1 0 0,0 0 0 0 0,1 0 0 0 0,-1 0 0 0 0,0 0-1 0 0,1 0 1 0 0,-1 0 0 0 0,0 0 0 0 0,1 0 0 0 0,-1 1-1 0 0,0-1 1 0 0,1 0 0 0 0,-1 0 0 0 0,0 1 0 0 0,1-1-1 0 0,-1 0 1 0 0,1 1 0 0 0,-1-1 0 0 0,1 0 0 0 0,-1 1-1 0 0,1-1 1 0 0,-1 1 0 0 0,1-1 0 0 0,-1 1 0 0 0,0 0-1 0 0,-6 23 1078 0 0,8 25 434 0 0,0-34-1268 0 0,2 0 1 0 0,0 0-1 0 0,1 0 0 0 0,1-1 1 0 0,0 1-1 0 0,1-1 0 0 0,0-1 1 0 0,1 1-1 0 0,1-1 1 0 0,0 0-1 0 0,17 21 0 0 0,-16-25-403 0 0,0 1 0 0 0,1-1 0 0 0,0-1 1 0 0,0 0-1 0 0,1 0 0 0 0,0-1 0 0 0,0 0 0 0 0,21 8 0 0 0,-12-7-999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 8290 0 0,'-1'0'146'0'0,"0"0"0"0"0,0 0 0 0 0,0 0-1 0 0,0 0 1 0 0,0 0 0 0 0,0 0 0 0 0,-1 1 0 0 0,1-1 0 0 0,0 0 0 0 0,0 1 0 0 0,0-1 0 0 0,0 1 0 0 0,0-1 0 0 0,0 1 0 0 0,0-1 0 0 0,0 1 0 0 0,0 0 0 0 0,1 0-1 0 0,-1-1 1 0 0,0 1 0 0 0,0 0 0 0 0,1 0 0 0 0,-1 0 0 0 0,0 0 0 0 0,1 0 0 0 0,-1 0 0 0 0,1 0 0 0 0,-1 0 0 0 0,1 0 0 0 0,-1 0 0 0 0,1 0 0 0 0,0 0-1 0 0,0 0 1 0 0,-1 0 0 0 0,1 1 0 0 0,0-1 0 0 0,0 0 0 0 0,0 0 0 0 0,0 0 0 0 0,0 0 0 0 0,1 0 0 0 0,-1 0 0 0 0,0 1 0 0 0,1 0 0 0 0,1 7 223 0 0,0 0 1 0 0,1 0 0 0 0,0 0-1 0 0,4 8 1 0 0,-6-15-295 0 0,31 64 976 0 0,1-3 1 0 0,63 88 0 0 0,34 21-6727 0 0,-104-140-447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6449 0 0,'-1'0'36'0'0,"1"0"0"0"0,-1 1 0 0 0,1-1 0 0 0,-1 0 0 0 0,1 0 0 0 0,-1 0 0 0 0,1 0 0 0 0,-1 0 0 0 0,1 0 0 0 0,-1 1-1 0 0,1-1 1 0 0,-1 0 0 0 0,1 0 0 0 0,0 1 0 0 0,-1-1 0 0 0,1 0 0 0 0,-1 1 0 0 0,1-1 0 0 0,0 0 0 0 0,-1 1 0 0 0,1-1 0 0 0,0 1 0 0 0,-1-1-1 0 0,1 0 1 0 0,0 1 0 0 0,0-1 0 0 0,-1 1 0 0 0,1-1 0 0 0,0 1 0 0 0,0-1 0 0 0,0 2 0 0 0,0 21 604 0 0,15 23 358 0 0,-9-36-615 0 0,-1-1 1 0 0,2 0 0 0 0,-1 0 0 0 0,2 0 0 0 0,-1 0 0 0 0,1-1 0 0 0,11 9-1 0 0,-14-13-304 0 0,0 0 0 0 0,0-1 0 0 0,0 1 0 0 0,0-1 0 0 0,1 0 0 0 0,-1 0 0 0 0,1-1 0 0 0,0 1 0 0 0,0-1 0 0 0,0-1 0 0 0,0 1 0 0 0,0-1 0 0 0,0 0 0 0 0,11 0 0 0 0,-16-1-76 0 0,0 0 0 0 0,1 0 0 0 0,-1 0 0 0 0,1 0 0 0 0,-1-1 0 0 0,0 1 0 0 0,1 0-1 0 0,-1-1 1 0 0,0 1 0 0 0,1-1 0 0 0,-1 1 0 0 0,0-1 0 0 0,0 0 0 0 0,0 0 0 0 0,0 1 0 0 0,1-1 0 0 0,-1 0 0 0 0,0 0-1 0 0,0 0 1 0 0,0 0 0 0 0,-1 0 0 0 0,1 0 0 0 0,0 0 0 0 0,1-2 0 0 0,-2 0 83 0 0,1 1 1 0 0,0-1-1 0 0,-1 1 0 0 0,0 0 0 0 0,1-1 1 0 0,-1 1-1 0 0,0-1 0 0 0,0 1 1 0 0,0-1-1 0 0,-1 1 0 0 0,1-1 1 0 0,-2-3-1 0 0,-1-4 189 0 0,0 0 1 0 0,-1 1-1 0 0,0-1 1 0 0,-1 1-1 0 0,-8-13 0 0 0,-14-15-633 0 0,11 18-412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1 237 3681 0 0,'8'-3'286'0'0,"1"0"1"0"0,-1 1-1 0 0,1 0 1 0 0,-1 1-1 0 0,16-1 1 0 0,-4 0 173 0 0,97-7 2208 0 0,-95 8 2016 0 0,-31-3-4085 0 0,1 0 0 0 0,0-1 0 0 0,-1 0 0 0 0,2 0 0 0 0,-1-1 0 0 0,1 0 0 0 0,0 0 0 0 0,-10-11 0 0 0,13 11-547 0 0,0 1-1 0 0,0-1 0 0 0,1 0 1 0 0,0 0-1 0 0,0 0 0 0 0,1 0 1 0 0,0-1-1 0 0,0 1 0 0 0,0-1 1 0 0,1 1-1 0 0,-1-1 0 0 0,1-12 1 0 0,0-11-1441 0 0,2-1-5027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8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0,'0'20'425'0'0,"2"-1"0"0"0,0 1 0 0 0,1 0 0 0 0,7 25 0 0 0,-7-36-35 0 0,-1 0-1 0 0,1-1 0 0 0,1 1 1 0 0,0-1-1 0 0,0 0 1 0 0,0 0-1 0 0,1-1 1 0 0,0 1-1 0 0,1-1 1 0 0,-1 0-1 0 0,13 11 0 0 0,-16-16-249 0 0,1 0 0 0 0,-1 0 0 0 0,0-1-1 0 0,1 1 1 0 0,-1 0 0 0 0,1-1-1 0 0,-1 0 1 0 0,1 0 0 0 0,0 0 0 0 0,0 0-1 0 0,-1 0 1 0 0,1 0 0 0 0,0-1-1 0 0,0 1 1 0 0,0-1 0 0 0,0 0-1 0 0,0 0 1 0 0,0 0 0 0 0,0 0 0 0 0,0 0-1 0 0,-1-1 1 0 0,1 1 0 0 0,0-1-1 0 0,4-1 1 0 0,-5 0-69 0 0,1 0 0 0 0,-1 0 1 0 0,0 1-1 0 0,0-1 0 0 0,0-1 0 0 0,0 1 1 0 0,0 0-1 0 0,-1 0 0 0 0,1-1 0 0 0,0 1 0 0 0,-1-1 1 0 0,0 1-1 0 0,0-1 0 0 0,0 0 0 0 0,0 1 1 0 0,0-1-1 0 0,0 0 0 0 0,-1 0 0 0 0,1 0 0 0 0,-1 0 1 0 0,0 0-1 0 0,0 1 0 0 0,0-1 0 0 0,-1-4 1 0 0,0-1-188 0 0,-1 1 1 0 0,0 0-1 0 0,0 0 1 0 0,0 0-1 0 0,-1 0 1 0 0,-1 0-1 0 0,1 1 1 0 0,-1-1 0 0 0,0 1-1 0 0,0 0 1 0 0,-1 0-1 0 0,1 0 1 0 0,-9-7-1 0 0,1 2-4866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9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0 385 5065 0 0,'3'-7'640'0'0,"0"0"0"0"0,0 1 1 0 0,0-1-1 0 0,1 1 0 0 0,-1-1 0 0 0,10-10 0 0 0,-10 14-304 0 0,-1 0-1 0 0,0 0 0 0 0,1 0 1 0 0,0 1-1 0 0,-1-1 0 0 0,1 1 1 0 0,0-1-1 0 0,1 1 0 0 0,-1 0 0 0 0,0 0 1 0 0,1 0-1 0 0,-1 1 0 0 0,1-1 1 0 0,-1 1-1 0 0,5-1 0 0 0,-6 2-195 0 0,0 0 0 0 0,0 0 0 0 0,-1 1 0 0 0,1-1 0 0 0,0 1 0 0 0,0 0 1 0 0,0-1-1 0 0,-1 1 0 0 0,1 0 0 0 0,0 0 0 0 0,-1 0 0 0 0,1 0 0 0 0,-1 0 0 0 0,1 0 0 0 0,-1 1 0 0 0,1-1 0 0 0,-1 0 0 0 0,0 1 0 0 0,0-1 0 0 0,0 1 0 0 0,0-1 0 0 0,1 3 0 0 0,21 42 1082 0 0,-18-33-862 0 0,4 5-135 0 0,0-1 1 0 0,14 22 0 0 0,-20-34-192 0 0,1 0 0 0 0,-1-1 0 0 0,1 0 0 0 0,-1 0 1 0 0,1 0-1 0 0,0 0 0 0 0,1 0 0 0 0,-1-1 0 0 0,1 0 0 0 0,0 0 0 0 0,-1 0 0 0 0,1 0 0 0 0,6 1 0 0 0,-10-4-34 0 0,-1 0 0 0 0,1 0 0 0 0,0 0 0 0 0,-1 0 0 0 0,1 0 0 0 0,-1 0 0 0 0,1-1 0 0 0,-1 1 0 0 0,1 0 0 0 0,-1 0 0 0 0,1-1 0 0 0,-1 1 0 0 0,1 0 0 0 0,-1-1 0 0 0,1 1 0 0 0,-1 0 0 0 0,0-1 0 0 0,1 1 0 0 0,-1-1 0 0 0,0 1 0 0 0,1-1 0 0 0,-1 1 0 0 0,0 0 0 0 0,0-1 0 0 0,1 0 0 0 0,-1 1 0 0 0,0-1 0 0 0,0 1 0 0 0,0-1 0 0 0,1 1 0 0 0,-1-1 0 0 0,0 1 0 0 0,0-1 0 0 0,0 1 0 0 0,0-1 0 0 0,0 0 0 0 0,0 1 0 0 0,0-1 0 0 0,-1 1 0 0 0,1-2 0 0 0,-1-29 0 0 0,0 27 0 0 0,-2-25 16 0 0,2 0-1 0 0,1-1 0 0 0,1 1 1 0 0,1-1-1 0 0,2 1 0 0 0,1 0 1 0 0,17-55-1 0 0,-21 82-11 0 0,-1 0-1 0 0,0 1 0 0 0,1-1 1 0 0,0 1-1 0 0,-1-1 1 0 0,1 1-1 0 0,0-1 0 0 0,0 1 1 0 0,0-1-1 0 0,0 1 1 0 0,0 0-1 0 0,0-1 0 0 0,0 1 1 0 0,0 0-1 0 0,1 0 1 0 0,-1 0-1 0 0,0 0 0 0 0,1 0 1 0 0,-1 0-1 0 0,1 0 1 0 0,-1 0-1 0 0,1 1 0 0 0,0-1 1 0 0,-1 1-1 0 0,1-1 1 0 0,-1 1-1 0 0,1 0 0 0 0,3-1 1 0 0,-1 2 3 0 0,0 0 0 0 0,-1 0 0 0 0,1 0-1 0 0,0 1 1 0 0,0-1 0 0 0,-1 1 0 0 0,1 0 0 0 0,-1 0 0 0 0,0 1 0 0 0,1-1 0 0 0,3 4 0 0 0,147 125 289 0 0,-154-131-294 0 0,1 0 0 0 0,-1 0 0 0 0,1-1 0 0 0,-1 1 0 0 0,1 0 0 0 0,-1 0 0 0 0,1-1 0 0 0,-1 1 0 0 0,0 0 0 0 0,1-1 0 0 0,-1 1 0 0 0,1 0 0 0 0,-1-1 0 0 0,0 1 0 0 0,1 0 0 0 0,-1-1 1 0 0,0 1-1 0 0,1-1 0 0 0,-1 1 0 0 0,0-1 0 0 0,0 1 0 0 0,1-1 0 0 0,-1 1 0 0 0,0-1 0 0 0,0 1 0 0 0,0-1 0 0 0,0 1 0 0 0,0-1 0 0 0,0 1 0 0 0,0-1 0 0 0,0 1 0 0 0,0-1 0 0 0,0-1 1 0 0,5-22-12 0 0,-5 23 12 0 0,5-39 57 0 0,-1 9 161 0 0,0-1 0 0 0,3 1 0 0 0,17-54 0 0 0,-24 83-225 0 0,0 1 0 0 0,1 0 0 0 0,-1 0 0 0 0,1-1 0 0 0,-1 1 0 0 0,1 0 0 0 0,0 0 0 0 0,0 0 0 0 0,-1-1 0 0 0,1 1 0 0 0,0 0 0 0 0,0 0 0 0 0,0 0 0 0 0,0 0 0 0 0,0 1 0 0 0,0-1 0 0 0,1 0 0 0 0,-1 0 0 0 0,0 1 0 0 0,0-1 0 0 0,0 1 0 0 0,1-1 0 0 0,-1 1 0 0 0,0-1 0 0 0,1 1 0 0 0,-1 0 0 0 0,0-1 0 0 0,1 1 0 0 0,-1 0 0 0 0,1 0 0 0 0,-1 0 0 0 0,0 0 0 0 0,1 0 0 0 0,-1 1 0 0 0,0-1 0 0 0,1 0 0 0 0,-1 1 0 0 0,0-1 0 0 0,1 1 0 0 0,1 0 0 0 0,7 4-84 0 0,-1 1 1 0 0,-1 0 0 0 0,1 0-1 0 0,13 13 1 0 0,5 3-1573 0 0,-8-11-5601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09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101 296 2304 0 0,'6'-52'1446'0'0,"-4"40"-812"0"0,0 0 0 0 0,-1 0-1 0 0,0-15 1 0 0,-2 10 264 0 0,-1 0-1 0 0,-1 0 1 0 0,-7-26-1 0 0,8 36-732 0 0,0 1 0 0 0,-1-1 0 0 0,0 0 0 0 0,0 1 0 0 0,0 0 0 0 0,-1 0 1 0 0,0 0-1 0 0,0 0 0 0 0,-1 0 0 0 0,0 1 0 0 0,-6-6 0 0 0,11 10-90 0 0,-1 1 0 0 0,0-1 1 0 0,1 0-1 0 0,-1 1 0 0 0,0-1 0 0 0,0 1 1 0 0,0-1-1 0 0,1 1 0 0 0,-1-1 0 0 0,0 1 1 0 0,0-1-1 0 0,0 1 0 0 0,0 0 1 0 0,0 0-1 0 0,0-1 0 0 0,0 1 0 0 0,0 0 1 0 0,0 0-1 0 0,0 0 0 0 0,0 0 0 0 0,0 0 1 0 0,0 0-1 0 0,1 0 0 0 0,-1 1 0 0 0,0-1 1 0 0,0 0-1 0 0,0 0 0 0 0,-1 1 0 0 0,1 0 9 0 0,-1 1 0 0 0,1-1 0 0 0,0 0 0 0 0,-1 1 0 0 0,1-1 0 0 0,0 1 0 0 0,0-1 0 0 0,0 1 0 0 0,1-1 0 0 0,-1 1-1 0 0,0 0 1 0 0,0-1 0 0 0,0 4 0 0 0,-1 3 29 0 0,0 0 0 0 0,1 0 0 0 0,0 0 0 0 0,0 0 0 0 0,1 13 0 0 0,1-15-132 0 0,0 0-1 0 0,0 1 0 0 0,1-1 0 0 0,0 0 1 0 0,0 0-1 0 0,0 0 0 0 0,1 0 0 0 0,-1 0 1 0 0,1 0-1 0 0,1-1 0 0 0,-1 1 1 0 0,1-1-1 0 0,0 0 0 0 0,0 0 0 0 0,1 0 1 0 0,0-1-1 0 0,-1 0 0 0 0,1 0 0 0 0,1 0 1 0 0,-1 0-1 0 0,0-1 0 0 0,1 0 0 0 0,0 0 1 0 0,0 0-1 0 0,0-1 0 0 0,0 0 0 0 0,0 0 1 0 0,0 0-1 0 0,1-1 0 0 0,-1 0 1 0 0,1 0-1 0 0,-1-1 0 0 0,0 0 0 0 0,10 0 1 0 0,1-2-638 0 0,-1-2-172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58 7370 0 0,'-4'-11'161'0'0,"4"7"-79"0"0,-1-1 0 0 0,-1 1 0 0 0,1 0 0 0 0,-1-1 0 0 0,0 1 0 0 0,0 0 0 0 0,0 0 0 0 0,0 0 0 0 0,-13-5 4880 0 0,15 10-4853 0 0,0 11 1790 0 0,6 12-262 0 0,4 0-855 0 0,1 0 0 0 0,2-1 0 0 0,0 0 0 0 0,29 36-1 0 0,77 78-465 0 0,-49-59-140 0 0,25 33-859 0 0,-73-88-107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7 321 10594 0 0,'-1'-1'45'0'0,"0"0"-1"0"0,0 0 0 0 0,1 0 1 0 0,-1-1-1 0 0,0 1 0 0 0,1 0 1 0 0,0-1-1 0 0,-1 1 0 0 0,1 0 1 0 0,0-1-1 0 0,-1 1 0 0 0,1 0 1 0 0,0-1-1 0 0,0 1 0 0 0,0-1 1 0 0,0 1-1 0 0,0 0 0 0 0,1-1 1 0 0,-1 1-1 0 0,0-1 0 0 0,1 1 1 0 0,-1 0-1 0 0,1-1 0 0 0,-1 1 1 0 0,1 0-1 0 0,0 0 0 0 0,-1-1 1 0 0,1 1-1 0 0,0 0 0 0 0,1-2 1 0 0,34-45 92 0 0,-25 36 196 0 0,14-19 161 0 0,2 0 1 0 0,42-37 0 0 0,24-7-5992 0 0,-75 61 3672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0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1 134 6913 0 0,'24'-4'-769'0'0,"-21"2"1125"0"0,1 1-1 0 0,-1-1 1 0 0,0 0-1 0 0,0 0 1 0 0,0 0-1 0 0,0 0 1 0 0,0-1-1 0 0,3-3 1 0 0,-4 5-168 0 0,0-1 0 0 0,0 0 0 0 0,-1 0 1 0 0,1 0-1 0 0,-1-1 0 0 0,0 1 0 0 0,1 0 0 0 0,-1-1 1 0 0,0 1-1 0 0,-1 0 0 0 0,1-1 0 0 0,0 1 0 0 0,-1-1 1 0 0,1 1-1 0 0,-1-1 0 0 0,0 1 0 0 0,1-1 0 0 0,-1 0 1 0 0,-1 1-1 0 0,1-1 0 0 0,-1-4 0 0 0,0 4-173 0 0,0 0 0 0 0,1 0 1 0 0,-1 0-1 0 0,1-1 0 0 0,0 1 0 0 0,0 0 0 0 0,0 0 0 0 0,0 0 0 0 0,0-1 0 0 0,1 1 0 0 0,0 0 1 0 0,-1 0-1 0 0,1 0 0 0 0,2-4 0 0 0,-2 7 17 0 0,-1 1-164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1.1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30 716 3225 0 0,'0'0'47'0'0,"0"0"0"0"0,0 1 1 0 0,0-1-1 0 0,0 0 0 0 0,0 1 1 0 0,0-1-1 0 0,0 0 1 0 0,0 0-1 0 0,0 1 0 0 0,0-1 1 0 0,0 0-1 0 0,0 1 0 0 0,0-1 1 0 0,0 0-1 0 0,0 1 0 0 0,0-1 1 0 0,1 0-1 0 0,-1 1 0 0 0,0-1 1 0 0,0 0-1 0 0,0 0 0 0 0,0 1 1 0 0,1-1-1 0 0,-1 0 1 0 0,0 0-1 0 0,0 1 0 0 0,1-1 1 0 0,-1 0-1 0 0,0 0 0 0 0,0 0 1 0 0,1 0-1 0 0,-1 1 0 0 0,0-1 1 0 0,1 0-1 0 0,-1 0 0 0 0,1 0 1 0 0,13-5 2013 0 0,9-17 1231 0 0,-17 12-2916 0 0,-1-1 0 0 0,-1 1 0 0 0,0-1-1 0 0,0 0 1 0 0,-1 0 0 0 0,0 0 0 0 0,-1 0 0 0 0,0 0-1 0 0,-1 0 1 0 0,0-1 0 0 0,-1 1 0 0 0,-2-20 0 0 0,-1 7-228 0 0,-1-1 1 0 0,-1 1-1 0 0,0 0 1 0 0,-17-42-1 0 0,2 29-93 0 0,19 35-55 0 0,0 1 0 0 0,0 0 0 0 0,0 0 0 0 0,0 0 0 0 0,0-1 0 0 0,0 1 0 0 0,0 0 0 0 0,0 0 0 0 0,0 0-1 0 0,0 1 1 0 0,-1-1 0 0 0,1 0 0 0 0,0 0 0 0 0,-1 1 0 0 0,1-1 0 0 0,0 1 0 0 0,-1-1 0 0 0,1 1 0 0 0,-1-1 0 0 0,1 1 0 0 0,-1 0 0 0 0,1 0 0 0 0,-1 0 0 0 0,1 0-1 0 0,-2 0 1 0 0,2 0 0 0 0,0 1 0 0 0,0 0 0 0 0,0-1 0 0 0,0 1 0 0 0,1 0 0 0 0,-1-1 0 0 0,0 1 0 0 0,0 0 0 0 0,1 0 0 0 0,-1 0 0 0 0,1 0 0 0 0,-1-1 0 0 0,1 1 0 0 0,-1 0 0 0 0,1 0 0 0 0,-1 0 0 0 0,1 0 0 0 0,0 0 0 0 0,0 0 0 0 0,-1 0 0 0 0,1 0 0 0 0,0 0 0 0 0,0 0 0 0 0,0 1 0 0 0,0-1 0 0 0,0 0 0 0 0,0 0 0 0 0,1 0 0 0 0,-1 2 0 0 0,8 33 0 0 0,-7-33 0 0 0,2 5-12 0 0,0 1 0 0 0,0-1 0 0 0,1-1 0 0 0,1 1 0 0 0,-1-1 0 0 0,1 1 0 0 0,1-1 0 0 0,-1-1 0 0 0,1 1 0 0 0,0-1 0 0 0,1 0 0 0 0,-1 0 0 0 0,1-1 0 0 0,0 0 0 0 0,1 0 0 0 0,-1-1 0 0 0,1 0 0 0 0,0 0 0 0 0,16 5 0 0 0,-12-5 6 0 0,0 0 1 0 0,0-1-1 0 0,1 0 0 0 0,-1-1 0 0 0,1-1 0 0 0,-1 0 0 0 0,1 0 0 0 0,-1-1 0 0 0,1-1 0 0 0,-1 0 0 0 0,1-1 0 0 0,-1 0 1 0 0,18-6-1 0 0,-26 6-23 0 0,1 0 1 0 0,-1-1-1 0 0,0 1 1 0 0,0-1-1 0 0,-1 0 1 0 0,1 0-1 0 0,0 0 1 0 0,-1 0 0 0 0,0-1-1 0 0,0 0 1 0 0,0 1-1 0 0,0-1 1 0 0,0 0-1 0 0,-1 0 1 0 0,0-1-1 0 0,0 1 1 0 0,0 0-1 0 0,0-1 1 0 0,-1 1-1 0 0,1-1 1 0 0,-1 0-1 0 0,-1 1 1 0 0,2-8 0 0 0,0-12 59 0 0,-1 0 1 0 0,-1 0-1 0 0,-4-34 1 0 0,2 30-6 0 0,2 20 1 0 0,-1-52-4 0 0,1 57-19 0 0,0 1-1 0 0,1-1 0 0 0,-1 1 0 0 0,0 0 0 0 0,1-1 1 0 0,0 1-1 0 0,-1-1 0 0 0,1 1 0 0 0,0 0 0 0 0,0 0 0 0 0,0-1 1 0 0,1 1-1 0 0,-1 0 0 0 0,0 0 0 0 0,1 0 0 0 0,0 0 1 0 0,-1 1-1 0 0,1-1 0 0 0,0 0 0 0 0,2-1 0 0 0,-2 2 2 0 0,0 0-1 0 0,1 1 1 0 0,-1-1-1 0 0,0 1 0 0 0,0 0 1 0 0,0 0-1 0 0,0-1 1 0 0,1 1-1 0 0,-1 1 1 0 0,0-1-1 0 0,0 0 0 0 0,0 1 1 0 0,0-1-1 0 0,1 1 1 0 0,-1-1-1 0 0,0 1 0 0 0,0 0 1 0 0,3 1-1 0 0,38 26 146 0 0,-23-15 32 0 0,-17-11-3 0 0,1 0 1 0 0,0 0-1 0 0,-1 0 0 0 0,1 0 0 0 0,0-1 0 0 0,0 1 0 0 0,0-1 0 0 0,7 1 0 0 0,-10-2-62 0 0,0 0 0 0 0,0 0 0 0 0,0-1 0 0 0,0 1 0 0 0,0 0-1 0 0,1 0 1 0 0,-1-1 0 0 0,0 1 0 0 0,0-1 0 0 0,0 1 0 0 0,0-1 0 0 0,0 1 0 0 0,0-1 0 0 0,0 0-1 0 0,0 0 1 0 0,-1 1 0 0 0,1-1 0 0 0,0 0 0 0 0,0 0 0 0 0,0 0 0 0 0,-1 0 0 0 0,1 0-1 0 0,-1 0 1 0 0,1 0 0 0 0,0 0 0 0 0,-1 0 0 0 0,0 0 0 0 0,1 0 0 0 0,-1 0 0 0 0,0 0-1 0 0,1-1 1 0 0,-1 1 0 0 0,0 0 0 0 0,0-2 0 0 0,9-37-156 0 0,23-69-1 0 0,-18 75-7560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0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10138 0 0,'13'7'3379'0'0,"26"20"-2471"0"0,-15-11-152 0 0,109 79 2245 0 0,69 45-684 0 0,-128-94-1889 0 0,19 12-317 0 0,154 70 0 0 0,-227-119-1063 0 0,1 0-4016 0 0,-3-1-1571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3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602 1 10594 0 0,'-1'0'143'0'0,"0"0"-1"0"0,0 0 0 0 0,0 1 0 0 0,0-1 0 0 0,0 0 1 0 0,0 1-1 0 0,0-1 0 0 0,0 0 0 0 0,0 1 1 0 0,0-1-1 0 0,0 1 0 0 0,0 0 0 0 0,0-1 1 0 0,0 1-1 0 0,0 0 0 0 0,1-1 0 0 0,-1 1 1 0 0,0 0-1 0 0,0 0 0 0 0,1 0 0 0 0,-1 0 1 0 0,0 1-1 0 0,-20 28 621 0 0,17-24-438 0 0,-115 210 3208 0 0,48-79-2374 0 0,-2 0-442 0 0,6 2 0 0 0,-51 159 0 0 0,35-27-144 0 0,62-152-7252 0 0,18-92-66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3.8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1 250 10594 0 0,'7'7'5945'0'0,"39"50"-4553"0"0,-12 0-397 0 0,-16-23-411 0 0,2-2 1 0 0,42 53-1 0 0,-56-78-549 0 0,1 1 0 0 0,0-1 1 0 0,0-1-1 0 0,0 1 0 0 0,1-1 0 0 0,0-1 0 0 0,1 1 0 0 0,-1-1 1 0 0,1-1-1 0 0,0 0 0 0 0,0 0 0 0 0,0 0 0 0 0,1-1 1 0 0,-1-1-1 0 0,17 3 0 0 0,-20-5-20 0 0,0 0 1 0 0,1-1-1 0 0,-1 1 0 0 0,0-1 1 0 0,0-1-1 0 0,1 1 0 0 0,-1-1 1 0 0,0 0-1 0 0,0 0 0 0 0,-1-1 1 0 0,1 0-1 0 0,0 0 0 0 0,-1 0 1 0 0,0-1-1 0 0,0 1 0 0 0,0-1 1 0 0,0-1-1 0 0,0 1 0 0 0,-1-1 1 0 0,0 1-1 0 0,0-1 0 0 0,0-1 1 0 0,3-5-1 0 0,5-9 139 0 0,0 0 0 0 0,-2-1 0 0 0,0 0 0 0 0,13-44-1 0 0,-11 16 45 0 0,9-75 0 0 0,-15 78-426 0 0,2 1 1 0 0,16-50 0 0 0,-14 71-2473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3225 0 0,'-1'0'250'0'0,"-1"1"1"0"0,1-1-1 0 0,-1 0 0 0 0,1 1 1 0 0,0-1-1 0 0,-1 1 1 0 0,1-1-1 0 0,0 1 1 0 0,0 0-1 0 0,-1 0 1 0 0,1-1-1 0 0,0 1 1 0 0,0 0-1 0 0,0 0 0 0 0,0 0 1 0 0,0 0-1 0 0,0 0 1 0 0,0 1-1 0 0,0-1 1 0 0,1 0-1 0 0,-1 0 1 0 0,0 1-1 0 0,1-1 0 0 0,-1 0 1 0 0,1 0-1 0 0,-1 1 1 0 0,1-1-1 0 0,0 1 1 0 0,-1-1-1 0 0,1 3 1 0 0,-4 46 2558 0 0,4-46-2500 0 0,1 53 1826 0 0,3-1-1 0 0,10 58 1 0 0,2-39-2898 0 0,6-1-3732 0 0,-12-44-2052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8.4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1001 571 3225 0 0,'13'-29'363'0'0,"-1"-1"1"0"0,-2-1-1 0 0,-1 0 1 0 0,-1 0 0 0 0,5-41-1 0 0,-13 62-181 0 0,1 0-1 0 0,-1 0 0 0 0,-1 1 0 0 0,0-1 1 0 0,0 0-1 0 0,-1 1 0 0 0,0-1 0 0 0,-1 1 1 0 0,-5-14-1 0 0,5 17 46 0 0,0 0 0 0 0,-1 0 1 0 0,0 0-1 0 0,0 0 0 0 0,-1 0 0 0 0,1 1 1 0 0,-1 0-1 0 0,-1 0 0 0 0,1 0 0 0 0,-1 1 1 0 0,1-1-1 0 0,-1 1 0 0 0,0 1 0 0 0,-9-5 1 0 0,6 5-31 0 0,0 0 0 0 0,0 0 0 0 0,0 0 0 0 0,0 2 0 0 0,0-1 0 0 0,-1 1 0 0 0,1 0-1 0 0,0 1 1 0 0,-1 0 0 0 0,1 1 0 0 0,0 0 0 0 0,-1 0 0 0 0,1 1 0 0 0,0 0 0 0 0,0 0 0 0 0,0 1 0 0 0,-8 4 0 0 0,-13 7 127 0 0,0 0 1 0 0,2 2-1 0 0,-42 30 0 0 0,43-25-134 0 0,2 2-1 0 0,0 0 1 0 0,-23 29 0 0 0,-19 19 102 0 0,55-60-257 0 0,-20 18 104 0 0,0 1-1 0 0,2 2 1 0 0,2 2 0 0 0,1 0-1 0 0,-25 42 1 0 0,-3 26 223 0 0,-76 200 1 0 0,121-270-367 0 0,0 1-1 0 0,2 0 1 0 0,2 0-1 0 0,1 0 1 0 0,1 1 0 0 0,2 0-1 0 0,3 41 1 0 0,1-45 5 0 0,2-1 0 0 0,1 0 1 0 0,2 0-1 0 0,0 0 0 0 0,2-1 0 0 0,2 0 1 0 0,0-1-1 0 0,23 41 0 0 0,-21-46-8 0 0,1-1-1 0 0,1 0 1 0 0,0-1-1 0 0,2 0 0 0 0,0-2 1 0 0,35 30-1 0 0,-36-35 2 0 0,1-2-1 0 0,1 0 0 0 0,-1-1 0 0 0,2-1 1 0 0,-1 0-1 0 0,1-2 0 0 0,0 0 1 0 0,40 8-1 0 0,-25-10-63 0 0,0-1 0 0 0,1-1 0 0 0,0-2 0 0 0,47-5 0 0 0,140-27-310 0 0,-166 21 354 0 0,48-8 25 0 0,166-53 0 0 0,-221 54 90 0 0,0-2-1 0 0,0-2 0 0 0,-2-3 0 0 0,-1-1 1 0 0,56-42-1 0 0,-75 46 30 0 0,-1-2 1 0 0,-2-1 0 0 0,0 0-1 0 0,-2-2 1 0 0,-1-1 0 0 0,0 0-1 0 0,-3-2 1 0 0,0 0 0 0 0,-2-1-1 0 0,-1-1 1 0 0,12-34 0 0 0,-13 25 3 0 0,-2-1 1 0 0,-2-1-1 0 0,-1 0 0 0 0,-3 0 1 0 0,-1-1-1 0 0,-2 1 1 0 0,-2-1-1 0 0,-6-60 1 0 0,-5 20-70 0 0,-32-124 1 0 0,28 157-46 0 0,-2 0 0 0 0,-2 2 0 0 0,-41-78 1 0 0,47 105 3 0 0,-2 0 1 0 0,0 1 0 0 0,-1 1 0 0 0,-2 0-1 0 0,1 1 1 0 0,-2 1 0 0 0,0 0 0 0 0,-1 2-1 0 0,-1 0 1 0 0,-1 1 0 0 0,0 1 0 0 0,0 1-1 0 0,-1 1 1 0 0,0 1 0 0 0,-1 1 0 0 0,-1 1-1 0 0,-36-8 1 0 0,23 7 180 0 0,0 1-1 0 0,-54-2 0 0 0,73 9-626 0 0,1 1 0 0 0,-32 5 0 0 0,38-3-540 0 0,0 1 1 0 0,-1 0 0 0 0,1 0-1 0 0,1 2 1 0 0,-13 5 0 0 0,-10 9-5095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19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16 5065 0 0,'0'0'33'0'0,"-3"-2"173"0"0,0 0 0 0 0,-1 0 0 0 0,1 0-1 0 0,0 1 1 0 0,-1-1 0 0 0,1 1 0 0 0,-1 0-1 0 0,0 0 1 0 0,1 0 0 0 0,-5 0 700 0 0,45 3 1869 0 0,516 27 671 0 0,-418-24-3153 0 0,176 31 0 0 0,-193-13 123 0 0,123 41 1 0 0,-58-14-238 0 0,206 42 528 0 0,-354-81-686 0 0,-1 1 0 0 0,0 2 1 0 0,-1 1-1 0 0,0 2 0 0 0,48 34 1 0 0,-65-42-21 0 0,-1-1 1 0 0,1 0 0 0 0,26 9 0 0 0,-33-14 17 0 0,0-1 0 0 0,0 1 1 0 0,0-2-1 0 0,0 1 0 0 0,0-1 1 0 0,1-1-1 0 0,-1 0 1 0 0,15-1-1 0 0,1-7 2125 0 0,-22 6-2499 0 0,-1 1 0 0 0,0 0-1 0 0,1-1 1 0 0,-1 0 0 0 0,0 1 0 0 0,0-1-1 0 0,0 0 1 0 0,0 0 0 0 0,-1 0-1 0 0,1 0 1 0 0,1-3 0 0 0,-2 3 79 0 0,0 1 0 0 0,-1-1-1 0 0,1 1 1 0 0,-1-1 0 0 0,1 1 0 0 0,-1-1 0 0 0,0 0 0 0 0,0 1 0 0 0,1-1-1 0 0,-1 1 1 0 0,0-1 0 0 0,0 0 0 0 0,-1 1 0 0 0,1-1 0 0 0,0 0 0 0 0,0 1 0 0 0,-1-1-1 0 0,1 1 1 0 0,-1-1 0 0 0,0 1 0 0 0,1-1 0 0 0,-1 1 0 0 0,0-1 0 0 0,0 1-1 0 0,0 0 1 0 0,0-1 0 0 0,0 1 0 0 0,0 0 0 0 0,0 0 0 0 0,0 0 0 0 0,0 0-1 0 0,-1 0 1 0 0,1 0 0 0 0,-2-1 0 0 0,-71-53 1396 0 0,72 54-967 0 0,-29-15 4565 0 0,29 16-4438 0 0,1-1 1 0 0,0 1-1 0 0,0-1 1 0 0,0 1-1 0 0,-1-1 1 0 0,1 1-1 0 0,0 0 1 0 0,-1 0-1 0 0,1 0 0 0 0,0-1 1 0 0,0 1-1 0 0,-1 0 1 0 0,1 0-1 0 0,0 1 1 0 0,-1-1-1 0 0,1 0 1 0 0,0 0-1 0 0,0 1 1 0 0,-1-1-1 0 0,1 1 1 0 0,0-1-1 0 0,-2 2 336 0 0,33 5 422 0 0,-15-5-920 0 0,0 0 0 0 0,0 2-1 0 0,-1 0 1 0 0,1 0 0 0 0,-1 2 0 0 0,0 0-1 0 0,-1 0 1 0 0,1 1 0 0 0,-1 1 0 0 0,-1 0-1 0 0,1 1 1 0 0,-1 0 0 0 0,-1 1 0 0 0,0 0-1 0 0,0 1 1 0 0,15 20 0 0 0,-25-28-112 0 0,1 0 0 0 0,0 0 0 0 0,-1 1 1 0 0,0-1-1 0 0,0 1 0 0 0,0-1 0 0 0,0 1 1 0 0,0-1-1 0 0,-1 1 0 0 0,1 0 0 0 0,-1-1 0 0 0,0 1 1 0 0,0 0-1 0 0,-1 0 0 0 0,1-1 0 0 0,-1 1 0 0 0,0-1 1 0 0,1 1-1 0 0,-2 0 0 0 0,-1 5 0 0 0,-5 9-12 0 0,-1-1-1 0 0,-20 31 0 0 0,2-4-445 0 0,17-22-68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1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1302 168 2304 0 0,'-7'-12'511'0'0,"0"0"0"0"0,0 0-1 0 0,-1 0 1 0 0,-1 1 0 0 0,0 1-1 0 0,0 0 1 0 0,-1 0 0 0 0,0 1-1 0 0,-1 0 1 0 0,0 0 0 0 0,-18-10-1 0 0,20 14-284 0 0,-1 0 1 0 0,1 1-1 0 0,-1 0 0 0 0,0 1 0 0 0,0 0 0 0 0,0 0 0 0 0,0 1 0 0 0,-1 1 1 0 0,1-1-1 0 0,-1 2 0 0 0,1-1 0 0 0,-1 2 0 0 0,1-1 0 0 0,0 1 0 0 0,-18 5 1 0 0,-44 15 925 0 0,2 4 0 0 0,-86 42 0 0 0,126-51-877 0 0,0 1-1 0 0,1 1 0 0 0,1 1 0 0 0,-27 26 0 0 0,-96 100 122 0 0,47-43-418 0 0,70-70 29 0 0,1 2-1 0 0,-29 39 1 0 0,46-52 40 0 0,1 1 1 0 0,2 1-1 0 0,0 0 0 0 0,2 0 0 0 0,-12 32 1 0 0,12-21-31 0 0,0 1 1 0 0,3-1-1 0 0,1 1 1 0 0,1 1-1 0 0,2-1 0 0 0,2 1 1 0 0,1 0-1 0 0,1 0 1 0 0,3-1-1 0 0,0 1 1 0 0,3-1-1 0 0,9 36 0 0 0,-9-55 14 0 0,0 0 0 0 0,1-1 0 0 0,1 0-1 0 0,0 0 1 0 0,1-1 0 0 0,0 0 0 0 0,1-1-1 0 0,1 0 1 0 0,0 0 0 0 0,1-1-1 0 0,0-1 1 0 0,1 0 0 0 0,0 0 0 0 0,15 8-1 0 0,24 12 282 0 0,1-2 1 0 0,86 33-1 0 0,-123-55-305 0 0,17 6 36 0 0,2-1-1 0 0,-1-1 1 0 0,2-2 0 0 0,-1-2 0 0 0,1-1 0 0 0,0-2 0 0 0,0-1 0 0 0,46-3 0 0 0,-55-2 15 0 0,0 0 0 0 0,0-2 0 0 0,-1-1-1 0 0,0-1 1 0 0,0-2 0 0 0,-1 0 0 0 0,0-2 0 0 0,0 0 0 0 0,-1-2 0 0 0,0-1 0 0 0,40-28 0 0 0,-21 7 190 0 0,-2-1-1 0 0,52-55 1 0 0,-77 71-211 0 0,-1 0 0 0 0,0-1 0 0 0,-2-1 1 0 0,0 0-1 0 0,-1 0 0 0 0,-1-1 0 0 0,13-39 1 0 0,-12 16 48 0 0,-2 0 0 0 0,-2 0 0 0 0,-1 0 0 0 0,-3-1 0 0 0,-2 0 0 0 0,-4-61 0 0 0,-6 25 103 0 0,-3-1 1 0 0,-35-129-1 0 0,38 183-153 0 0,-1 0 0 0 0,-2 1 0 0 0,0 0 0 0 0,-2 1 0 0 0,-1 1 0 0 0,-2 0-1 0 0,0 0 1 0 0,-27-31 0 0 0,32 45-107 0 0,0 0-1 0 0,-1 1 0 0 0,0 0 1 0 0,0 1-1 0 0,-1 0 1 0 0,-1 1-1 0 0,0 0 1 0 0,0 1-1 0 0,0 1 0 0 0,-1 0 1 0 0,0 1-1 0 0,0 1 1 0 0,-1 0-1 0 0,0 1 1 0 0,0 1-1 0 0,0 1 0 0 0,-20-2 1 0 0,14 5-745 0 0,1 2-174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3.8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1359 3225 0 0,'-1'0'110'0'0,"-1"0"1"0"0,1-1 0 0 0,0 1 0 0 0,-1 0-1 0 0,1 0 1 0 0,-1 0 0 0 0,1 1 0 0 0,0-1 0 0 0,-1 0-1 0 0,1 0 1 0 0,0 1 0 0 0,-1-1 0 0 0,1 1-1 0 0,0-1 1 0 0,0 1 0 0 0,-1 0 0 0 0,1-1-1 0 0,0 1 1 0 0,0 0 0 0 0,0 0 0 0 0,0 0-1 0 0,0 0 1 0 0,-2 1 0 0 0,3 0-3 0 0,0-1 0 0 0,0 0 0 0 0,0 1 0 0 0,0-1 0 0 0,0 0 0 0 0,0 1 0 0 0,0-1 0 0 0,0 0 0 0 0,0 1 0 0 0,1-1 0 0 0,-1 0 0 0 0,1 0 0 0 0,-1 1 0 0 0,1-1 0 0 0,-1 0 0 0 0,1 0 0 0 0,0 0-1 0 0,-1 0 1 0 0,2 2 0 0 0,7 8 545 0 0,0-1-1 0 0,1 1 1 0 0,14 11-1 0 0,-21-20-536 0 0,23 18 714 0 0,2-1 1 0 0,0-2 0 0 0,1-1-1 0 0,49 20 1 0 0,-63-29-797 0 0,9 3 11 0 0,1-1 1 0 0,0-1-1 0 0,0-1 0 0 0,1-2 0 0 0,-1 0 0 0 0,33 0 1 0 0,158-6 680 0 0,-154-3-283 0 0,-1 4 0 0 0,97 10 1 0 0,-86 1-295 0 0,345 39-54 0 0,-270-39-95 0 0,30 1 0 0 0,-140-14 14 0 0,1-2 0 0 0,-1-2 0 0 0,0-1 0 0 0,0-1 0 0 0,42-17 0 0 0,54-12 409 0 0,-112 33-387 0 0,1-2 0 0 0,-1 0 1 0 0,1-1-1 0 0,-2-1 0 0 0,1-1 1 0 0,-1-1-1 0 0,-1-1 1 0 0,0-1-1 0 0,0 0 0 0 0,-1-1 1 0 0,-1-1-1 0 0,0-1 1 0 0,26-30-1 0 0,8-15 174 0 0,-2-3 0 0 0,-3-3 0 0 0,57-106 0 0 0,86-164 398 0 0,-174 312-614 0 0,26-39-38 0 0,-38 58 42 0 0,1 1-1 0 0,-1 0 1 0 0,1 0-1 0 0,0 0 1 0 0,0 1-1 0 0,1-1 1 0 0,-1 1-1 0 0,1 0 1 0 0,-1 0-1 0 0,1 1 1 0 0,5-3-1 0 0,66-4-125 0 0,-64 4 131 0 0,0 1 0 0 0,0-2 0 0 0,-1 1-1 0 0,0-1 1 0 0,0-1 0 0 0,-1 0 0 0 0,0-1 0 0 0,0 0-1 0 0,-1 0 1 0 0,11-13 0 0 0,9-13 13 0 0,38-56 1 0 0,-62 83-17 0 0,23-34 0 0 0,-10 18 0 0 0,-2 0 0 0 0,-1-2 0 0 0,12-26 0 0 0,-7 11 0 0 0,-15 33 0 0 0,-1-1 0 0 0,1 0 0 0 0,-2 0 0 0 0,1-1 0 0 0,-1 1 0 0 0,0-1 0 0 0,-1 0 0 0 0,0 0 0 0 0,1-14 0 0 0,-2 20-1 0 0,-1 0-1 0 0,1 0 1 0 0,0 0-1 0 0,0 0 1 0 0,0 1-1 0 0,1-1 1 0 0,-1 0-1 0 0,0 1 1 0 0,1-1-1 0 0,0 1 1 0 0,0-1-1 0 0,-1 1 1 0 0,1 0-1 0 0,1-1 1 0 0,-1 1-1 0 0,0 1 1 0 0,0-1-1 0 0,4-2 1 0 0,-3 2 1 0 0,0 0-1 0 0,0-1 1 0 0,-1 0 0 0 0,1 1 0 0 0,-1-1 0 0 0,1 0 0 0 0,-1 0 0 0 0,0 0 0 0 0,4-7 0 0 0,-34 31 0 0 0,12-7 44 0 0,-2-2 0 0 0,0 0 0 0 0,0-1 0 0 0,-1-1 0 0 0,0 0 0 0 0,-36 12 0 0 0,48-20-43 0 0,-9 5-27 0 0,20-8-37 0 0,30-11-65 0 0,-25 9 113 0 0,16-8 13 0 0,0-1-1 0 0,-1-1 0 0 0,-1-1 1 0 0,0-1-1 0 0,34-28 0 0 0,-57 43 4 0 0,0-1 0 0 0,0 1-1 0 0,0 0 1 0 0,1-1-1 0 0,-1 1 1 0 0,0 0 0 0 0,1-1-1 0 0,-1 1 1 0 0,0 0 0 0 0,1 0-1 0 0,-1 0 1 0 0,0-1 0 0 0,1 1-1 0 0,-1 0 1 0 0,0 0 0 0 0,1 0-1 0 0,-1 0 1 0 0,0-1-1 0 0,1 1 1 0 0,-1 0 0 0 0,1 0-1 0 0,-1 0 1 0 0,0 0 0 0 0,1 0-1 0 0,-1 0 1 0 0,1 0 0 0 0,-1 0-1 0 0,0 0 1 0 0,1 0 0 0 0,-1 1-1 0 0,0-1 1 0 0,1 0-1 0 0,-1 0 1 0 0,1 0 0 0 0,-1 0-1 0 0,0 1 1 0 0,1-1 0 0 0,-1 0-1 0 0,0 0 1 0 0,0 0 0 0 0,1 1-1 0 0,-1-1 1 0 0,0 0 0 0 0,1 1-1 0 0,-1-1 1 0 0,0 0-1 0 0,0 1 1 0 0,0-1 0 0 0,1 0-1 0 0,-1 1 1 0 0,0-1 0 0 0,0 0-1 0 0,0 1 1 0 0,0-1 0 0 0,0 0-1 0 0,0 1 1 0 0,0-1 0 0 0,1 1-1 0 0,-1-1 1 0 0,0 0-1 0 0,0 1 1 0 0,-1-1 0 0 0,1 1-1 0 0,-1 38 75 0 0,0-18-41 0 0,3-11-134 0 0,-1 1 0 0 0,1 0 0 0 0,1-1 0 0 0,0 0 0 0 0,0 1 0 0 0,1-1 0 0 0,1 0 0 0 0,-1-1 0 0 0,2 1 0 0 0,-1-1 0 0 0,1 0 1 0 0,0 0-1 0 0,10 9 0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5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1460 710 6913 0 0,'-53'-173'4612'0'0,"38"133"-3855"0"0,-2 0-1 0 0,-1 1 1 0 0,-2 1 0 0 0,-39-56-1 0 0,44 75-495 0 0,0 0-1 0 0,-1 0 1 0 0,-1 2-1 0 0,-1 0 1 0 0,-1 1-1 0 0,0 1 1 0 0,0 0-1 0 0,-2 2 1 0 0,-33-17-1 0 0,10 10 123 0 0,-2 2 1 0 0,0 1-1 0 0,-1 3 0 0 0,0 2 1 0 0,-1 2-1 0 0,-63-4 0 0 0,96 13-362 0 0,0 2-1 0 0,0 0 0 0 0,0 1 0 0 0,0 0 1 0 0,1 1-1 0 0,-1 1 0 0 0,1 1 0 0 0,0 0 1 0 0,0 0-1 0 0,0 1 0 0 0,1 1 0 0 0,0 0 0 0 0,0 1 1 0 0,-17 14-1 0 0,-10 12-97 0 0,2 1 0 0 0,-61 72-1 0 0,73-74-46 0 0,1 1-1 0 0,2 1 0 0 0,1 1 1 0 0,2 1-1 0 0,1 1 0 0 0,2 1 1 0 0,2 0-1 0 0,-12 52 0 0 0,3 7 79 0 0,5 1 0 0 0,-8 131 0 0 0,23-172 44 0 0,2-1 0 0 0,3 1 1 0 0,2 0-1 0 0,3 0 0 0 0,2-1 0 0 0,3 0 0 0 0,17 55 0 0 0,-18-81 2 0 0,2-1 1 0 0,0 0-1 0 0,2 0 0 0 0,1-2 0 0 0,2 0 0 0 0,0 0 1 0 0,2-2-1 0 0,1 0 0 0 0,1-1 0 0 0,1-2 1 0 0,2 0-1 0 0,0-1 0 0 0,50 35 0 0 0,-50-43 34 0 0,1-1-1 0 0,0-1 1 0 0,0-2 0 0 0,1 0 0 0 0,1-2-1 0 0,0 0 1 0 0,0-2 0 0 0,0-1-1 0 0,0-1 1 0 0,1-2 0 0 0,40-1-1 0 0,-13-3 59 0 0,-1-3 0 0 0,1-3 0 0 0,-1-2 0 0 0,94-30 0 0 0,-122 31-6 0 0,0-1 0 0 0,-1-1-1 0 0,0-1 1 0 0,-1-1-1 0 0,-1-2 1 0 0,0 0 0 0 0,-1-2-1 0 0,0 0 1 0 0,19-21-1 0 0,-16 11 2 0 0,-2 0 0 0 0,0-2-1 0 0,-3 0 1 0 0,0-1 0 0 0,-2-1 0 0 0,20-46-1 0 0,-17 26-3 0 0,-3-2-1 0 0,-2 0 1 0 0,-2 0-1 0 0,-3-2 1 0 0,-2 1 0 0 0,-2-1-1 0 0,-3-1 1 0 0,-6-110-1 0 0,-4 119-69 0 0,-1 1-1 0 0,-2 0 1 0 0,-3 0-1 0 0,-1 1 1 0 0,-3 0-1 0 0,-1 1 1 0 0,-2 1 0 0 0,-2 1-1 0 0,-2 1 1 0 0,-2 1-1 0 0,-1 0 1 0 0,-2 3-1 0 0,-2 0 1 0 0,-1 2-1 0 0,-2 1 1 0 0,-44-36 0 0 0,62 58-40 0 0,0 1 0 0 0,-1 1 1 0 0,0 0-1 0 0,-1 1 0 0 0,-18-7 1 0 0,28 13-287 0 0,1 0 1 0 0,-1 1-1 0 0,0 0 0 0 0,0 0 1 0 0,0 1-1 0 0,-1 0 0 0 0,1 1 1 0 0,0-1-1 0 0,0 1 0 0 0,-1 0 1 0 0,1 1-1 0 0,0 0 1 0 0,0 0-1 0 0,0 1 0 0 0,0-1 1 0 0,-8 4-1 0 0,-2 4-6090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38:2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3463 3225 0 0,'23'12'1209'0'0,"17"19"749"0"0,-22-15-1280 0 0,2-1-1 0 0,0-1 0 0 0,1-1 0 0 0,26 12 0 0 0,230 79 1578 0 0,-209-80-1967 0 0,0 1-104 0 0,1-3 0 0 0,2-3-1 0 0,80 11 1 0 0,213-3-82 0 0,-274-27 31 0 0,0-4 0 0 0,93-17 1 0 0,-70 3 357 0 0,-1-6 0 0 0,-1-5 1 0 0,127-51-1 0 0,-168 46-321 0 0,-2-2 0 0 0,104-76 0 0 0,-112 72 79 0 0,-34 22-193 0 0,-1-2-1 0 0,-1-1 0 0 0,-1 0 1 0 0,-1-2-1 0 0,-1-1 0 0 0,-1 0 1 0 0,-1-1-1 0 0,-2-1 0 0 0,22-42 1 0 0,3-22 430 0 0,53-159 0 0 0,-66 160-216 0 0,82-168 0 0 0,-77 196-218 0 0,-3-3 1 0 0,42-124-1 0 0,-27 20 142 0 0,44-325-1 0 0,-35 222 68 0 0,-13 89-79 0 0,-26 92-112 0 0,19-92 189 0 0,-26 152-220 0 0,0 0 0 0 0,2 1 0 0 0,26-53 0 0 0,-19 54 8 0 0,28-36 0 0 0,-26 38 18 0 0,26-44 0 0 0,127-222 63 0 0,-173 292-128 0 0,2-2 45 0 0,1-1 0 0 0,-1 0 0 0 0,-1 0 0 0 0,1 0 0 0 0,0-1 0 0 0,-1 1 0 0 0,0 0 0 0 0,0-1 0 0 0,0 1 0 0 0,0-1 0 0 0,0 1 0 0 0,-1-1 0 0 0,1 1 0 0 0,-1-1 0 0 0,0 1 0 0 0,0-1 0 0 0,0 1 0 0 0,-1-1 0 0 0,1 1 0 0 0,-2-5 0 0 0,2-3-47 0 0,0 10 10 0 0,0 0 1 0 0,1 1-1 0 0,-1-1 0 0 0,0 0 1 0 0,0 0-1 0 0,0 1 1 0 0,0-1-1 0 0,0 0 1 0 0,0 0-1 0 0,0 1 0 0 0,0-1 1 0 0,-1 0-1 0 0,1 1 1 0 0,0-1-1 0 0,0 0 1 0 0,0 0-1 0 0,-1 1 1 0 0,1-1-1 0 0,0 0 0 0 0,-1 1 1 0 0,1-1-1 0 0,-1 1 1 0 0,1-1-1 0 0,-1 1 1 0 0,1-1-1 0 0,-1 0 0 0 0,1 1 1 0 0,-1 0-1 0 0,1-1 1 0 0,-1 1-1 0 0,-1-1 1 0 0,-2-2-26 0 0,0 1 1 0 0,0 0 0 0 0,0 0 0 0 0,0 0-1 0 0,0 1 1 0 0,-1-1 0 0 0,1 1 0 0 0,-1 0 0 0 0,1 0-1 0 0,-1 1 1 0 0,0-1 0 0 0,1 1 0 0 0,-1 0-1 0 0,1 1 1 0 0,-1-1 0 0 0,1 1 0 0 0,-6 0 0 0 0,-12 1-66 0 0,-13 3 92 0 0,33-5-16 0 0,1 1-1 0 0,-1 0 1 0 0,1-1 0 0 0,-1 1 0 0 0,1 0-1 0 0,0 0 1 0 0,0-1 0 0 0,-1 1-1 0 0,1 0 1 0 0,0 1 0 0 0,0-1-1 0 0,0 0 1 0 0,0 0 0 0 0,0 0-1 0 0,0 0 1 0 0,0 1 0 0 0,0-1-1 0 0,1 1 1 0 0,-1-1 0 0 0,0 3-1 0 0,1-4 3 0 0,0 0 0 0 0,0 1-1 0 0,1-1 1 0 0,-1 0-1 0 0,0 0 1 0 0,0 1 0 0 0,0-1-1 0 0,1 0 1 0 0,-1 1-1 0 0,0-1 1 0 0,1 0 0 0 0,-1 0-1 0 0,0 0 1 0 0,1 1-1 0 0,-1-1 1 0 0,0 0 0 0 0,1 0-1 0 0,-1 0 1 0 0,0 0-1 0 0,1 0 1 0 0,-1 1 0 0 0,1-1-1 0 0,-1 0 1 0 0,0 0-1 0 0,1 0 1 0 0,-1 0 0 0 0,0 0-1 0 0,1 0 1 0 0,-1 0-1 0 0,1 0 1 0 0,-1-1 0 0 0,0 1-1 0 0,1 0 1 0 0,-1 0-1 0 0,0 0 1 0 0,1 0 0 0 0,-1 0-1 0 0,0-1 1 0 0,1 1-1 0 0,-1 0 1 0 0,1-1 0 0 0,21-4-51 0 0,-21 4 66 0 0,30-12-6 0 0,31-11-15 0 0,-57 22 15 0 0,-1 1 1 0 0,1 0 0 0 0,-1 1 0 0 0,1-1 0 0 0,-1 1 0 0 0,1 0-1 0 0,-1 0 1 0 0,1 0 0 0 0,-1 0 0 0 0,1 1 0 0 0,6 2-1 0 0,-9-3 1 0 0,0 1 0 0 0,-1 0 0 0 0,1 0 0 0 0,0 1 0 0 0,-1-1 0 0 0,1 0-1 0 0,-1 0 1 0 0,0 1 0 0 0,1-1 0 0 0,-1 1 0 0 0,0-1 0 0 0,0 1 0 0 0,0 0-1 0 0,0-1 1 0 0,0 1 0 0 0,0 0 0 0 0,0 0 0 0 0,-1-1 0 0 0,1 1 0 0 0,0 0 0 0 0,-1 4-1 0 0,6 49 102 0 0,-5-29-59 0 0,3 3-10 0 0,2-1-1 0 0,12 40 1 0 0,-9-40-98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4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342 101 456 0 0,'-47'-23'1808'0'0,"42"19"-1317"0"0,-1 0 0 0 0,0 1 0 0 0,0 0-1 0 0,-1 0 1 0 0,1 0 0 0 0,-1 1 0 0 0,1 0 0 0 0,-1 0-1 0 0,0 1 1 0 0,1 0 0 0 0,-1 0 0 0 0,0 0-1 0 0,0 1 1 0 0,-10 1 0 0 0,9 0-375 0 0,1 0-1 0 0,-1 1 1 0 0,1 0 0 0 0,-1 1 0 0 0,1-1-1 0 0,0 2 1 0 0,0-1 0 0 0,0 1-1 0 0,0 0 1 0 0,1 0 0 0 0,-1 1-1 0 0,1-1 1 0 0,0 1 0 0 0,0 1-1 0 0,1-1 1 0 0,0 1 0 0 0,0 0 0 0 0,0 1-1 0 0,1-1 1 0 0,0 1 0 0 0,0 0-1 0 0,0 0 1 0 0,-4 12 0 0 0,0 5-15 0 0,0 0 0 0 0,2 0 0 0 0,0 1 0 0 0,2-1 0 0 0,0 1 1 0 0,1 46-1 0 0,5-3 225 0 0,13 88 0 0 0,-7-103-304 0 0,2 0 1 0 0,3 0-1 0 0,2-1 1 0 0,29 67-1 0 0,-31-89-7 0 0,1-1 0 0 0,2 0 0 0 0,1-2 0 0 0,1 0 1 0 0,1 0-1 0 0,1-2 0 0 0,1-1 0 0 0,40 36 0 0 0,-48-50-10 0 0,1 0 0 0 0,0 0 0 0 0,0-1 1 0 0,1-1-1 0 0,0-1 0 0 0,30 12 0 0 0,-36-17-4 0 0,0 1 0 0 0,0-1-1 0 0,0-1 1 0 0,0 0 0 0 0,0 0 0 0 0,0 0 0 0 0,1-2-1 0 0,-1 1 1 0 0,0-1 0 0 0,0 0 0 0 0,0-1 0 0 0,0 0-1 0 0,0 0 1 0 0,10-5 0 0 0,2-3 64 0 0,0-1 1 0 0,-1-1-1 0 0,0-1 0 0 0,-1 0 1 0 0,-1-2-1 0 0,0 0 0 0 0,-1-1 1 0 0,0-1-1 0 0,-1 0 0 0 0,-2-1 1 0 0,1-1-1 0 0,-2 0 1 0 0,-1-1-1 0 0,12-25 0 0 0,-13 22 14 0 0,-1 0 0 0 0,-1-1 0 0 0,0-1 1 0 0,-3 1-1 0 0,0-1 0 0 0,-1-1 0 0 0,-1 1 0 0 0,-2-1 0 0 0,0 1 0 0 0,-2-1 0 0 0,0 1 0 0 0,-8-46 0 0 0,-2 30 3 0 0,-1 1-1 0 0,-2 0 1 0 0,-2 1-1 0 0,-1 1 1 0 0,-3 0-1 0 0,-24-39 1 0 0,-2 9-46 0 0,-3 1 1 0 0,-64-68 0 0 0,105 127-33 0 0,-1 0 1 0 0,0 0-1 0 0,0 0 1 0 0,-1 1-1 0 0,1 1 1 0 0,-20-11-1 0 0,24 15-82 0 0,-1 0 1 0 0,0 0-1 0 0,1 0 1 0 0,-1 1-1 0 0,0 0 1 0 0,0 0-1 0 0,1 0 1 0 0,-1 1-1 0 0,0 0 1 0 0,0-1-1 0 0,0 2 1 0 0,0-1-1 0 0,0 1 0 0 0,0-1 1 0 0,1 1-1 0 0,-1 0 1 0 0,-9 4-1 0 0,-5 3-998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4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303 33 920 0 0,'-1'-2'127'0'0,"1"0"0"0"0,-1 1 1 0 0,0-1-1 0 0,0 0 0 0 0,0 0 0 0 0,-1 0 0 0 0,1 1 0 0 0,0-1 0 0 0,-1 0 0 0 0,1 1 0 0 0,-1-1 0 0 0,1 1 1 0 0,-1 0-1 0 0,0 0 0 0 0,1-1 0 0 0,-1 1 0 0 0,0 0 0 0 0,0 0 0 0 0,0 1 0 0 0,0-1 0 0 0,0 0 1 0 0,0 1-1 0 0,0-1 0 0 0,0 1 0 0 0,0-1 0 0 0,0 1 0 0 0,0 0 0 0 0,0 0 0 0 0,-1 0 0 0 0,1 0 0 0 0,0 1 1 0 0,0-1-1 0 0,0 0 0 0 0,0 1 0 0 0,0 0 0 0 0,0-1 0 0 0,0 1 0 0 0,0 0 0 0 0,0 0 0 0 0,0 0 1 0 0,-1 1-1 0 0,-9 5 192 0 0,1 1 1 0 0,0 0 0 0 0,0 0-1 0 0,1 1 1 0 0,0 0 0 0 0,1 1-1 0 0,0 0 1 0 0,0 1 0 0 0,1-1-1 0 0,0 2 1 0 0,-6 12 0 0 0,-10 22 268 0 0,-27 73 1 0 0,46-108-423 0 0,-1 7-5 0 0,1 0-1 0 0,0 0 1 0 0,1 1-1 0 0,1-1 1 0 0,1 1-1 0 0,1 0 1 0 0,0-1-1 0 0,1 1 1 0 0,1 0-1 0 0,7 36 1 0 0,-2-29 40 0 0,1 1 0 0 0,1-2 0 0 0,1 1-1 0 0,2-1 1 0 0,0 0 0 0 0,2-1 0 0 0,16 23 0 0 0,-20-34-203 0 0,1 0 0 0 0,1-2 0 0 0,0 1 0 0 0,1-1 0 0 0,0-1-1 0 0,0 0 1 0 0,1 0 0 0 0,1-2 0 0 0,-1 1 0 0 0,1-2 0 0 0,1 0 0 0 0,0 0 0 0 0,0-2 0 0 0,0 0-1 0 0,0 0 1 0 0,20 2 0 0 0,7-1-5 0 0,0-1 0 0 0,1-2 0 0 0,0-2-1 0 0,80-9 1 0 0,-105 6 4 0 0,0 0 0 0 0,0-2-1 0 0,0 0 1 0 0,0-1 0 0 0,-1-1 0 0 0,0-1-1 0 0,0 0 1 0 0,-1-1 0 0 0,19-12-1 0 0,-23 11 24 0 0,-1 1-1 0 0,0-1 1 0 0,-1-1-1 0 0,0 0 1 0 0,0 0-1 0 0,-1-1 1 0 0,0 0-1 0 0,-1-1 0 0 0,0 0 1 0 0,-1 0-1 0 0,-1-1 1 0 0,8-19-1 0 0,-6 10 166 0 0,-1-1-1 0 0,-1-1 1 0 0,-1 1 0 0 0,-1-1-1 0 0,-1 0 1 0 0,-2 0 0 0 0,0 0-1 0 0,-5-45 1 0 0,2 49-60 0 0,-2 0 0 0 0,0 0 0 0 0,-1 1 0 0 0,-1-1 0 0 0,-1 1 0 0 0,-1 1 0 0 0,-1-1 0 0 0,0 1 0 0 0,-1 1 0 0 0,-24-31 0 0 0,14 22-103 0 0,-2 0 0 0 0,-1 2 0 0 0,-1 1 0 0 0,-1 1 1 0 0,-34-24-1 0 0,50 40-59 0 0,0 0 1 0 0,0 1 0 0 0,-1 0-1 0 0,0 1 1 0 0,0 0 0 0 0,0 0 0 0 0,-1 1-1 0 0,1 0 1 0 0,-1 1 0 0 0,1 0-1 0 0,-1 1 1 0 0,0 0 0 0 0,0 1-1 0 0,1 0 1 0 0,-1 1 0 0 0,0 0 0 0 0,0 0-1 0 0,1 1 1 0 0,-1 1 0 0 0,-10 3-1 0 0,8-1-561 0 0,1 1-1 0 0,0 0 1 0 0,-18 11 0 0 0,-1 7-4893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5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203 14 6913 0 0,'-4'-2'194'0'0,"-1"0"0"0"0,1 0 0 0 0,0 1 0 0 0,-1-1 0 0 0,1 1 0 0 0,-1 0 0 0 0,0 0 0 0 0,1 0 0 0 0,-1 1 0 0 0,0 0 0 0 0,1 0 0 0 0,-1 0 0 0 0,0 0 0 0 0,0 1-1 0 0,1 0 1 0 0,-1 0 0 0 0,1 0 0 0 0,-1 0 0 0 0,1 1 0 0 0,-1-1 0 0 0,-6 5 0 0 0,5-2-16 0 0,1 0-1 0 0,-1 0 1 0 0,1 1-1 0 0,0 0 1 0 0,0 0-1 0 0,0 0 1 0 0,1 1-1 0 0,0-1 1 0 0,0 1-1 0 0,0 0 1 0 0,1 0 0 0 0,0 1-1 0 0,-5 12 1 0 0,1 4-123 0 0,1 0 0 0 0,1 0 0 0 0,0 1 1 0 0,2 0-1 0 0,1 0 0 0 0,1 0 1 0 0,1 0-1 0 0,1 0 0 0 0,1 0 1 0 0,1 0-1 0 0,13 46 0 0 0,-1-21-22 0 0,3-1-1 0 0,1-1 0 0 0,3 0 1 0 0,42 68-1 0 0,-53-98-33 0 0,0-1 1 0 0,1-1-1 0 0,0 1 1 0 0,1-2-1 0 0,1 0 0 0 0,0-1 1 0 0,1 0-1 0 0,0-1 1 0 0,1-1-1 0 0,28 15 0 0 0,-29-18-8 0 0,0-1 0 0 0,1-1 0 0 0,0-1 0 0 0,0 0 0 0 0,1-2 0 0 0,-1 1 0 0 0,1-2 0 0 0,-1 0 0 0 0,1-1 0 0 0,0-1 0 0 0,0 0 0 0 0,27-5 0 0 0,-25 1 3 0 0,1-1 0 0 0,-1-2 0 0 0,0 1 0 0 0,0-2 0 0 0,-1-1 0 0 0,0 0 0 0 0,-1-1-1 0 0,0-1 1 0 0,0-1 0 0 0,-1 0 0 0 0,-1-1 0 0 0,0-1 0 0 0,19-22 0 0 0,-16 16 62 0 0,-2-1 1 0 0,0-1-1 0 0,-2 0 0 0 0,0 0 0 0 0,-1-2 1 0 0,-2 0-1 0 0,0 0 0 0 0,-2-1 0 0 0,12-45 1 0 0,-18 55 93 0 0,-1 0 1 0 0,-1 0 0 0 0,0 0 0 0 0,0 0-1 0 0,-2 0 1 0 0,0 0 0 0 0,-1 0 0 0 0,0 0 0 0 0,-1 0-1 0 0,-1 1 1 0 0,-8-22 0 0 0,5 19-1 0 0,-1 1 0 0 0,-1 0 0 0 0,-1 0 0 0 0,0 1 0 0 0,-1 0 1 0 0,0 1-1 0 0,-1 0 0 0 0,-24-20 0 0 0,14 16-164 0 0,0 1-1 0 0,-2 2 1 0 0,0 0 0 0 0,-1 1-1 0 0,0 1 1 0 0,-1 2 0 0 0,0 0-1 0 0,-1 2 1 0 0,0 1-1 0 0,0 1 1 0 0,-1 1 0 0 0,-36-2-1 0 0,47 7-635 0 0,0 1 0 0 0,1 1 0 0 0,-1 0 0 0 0,0 2 0 0 0,0 0 0 0 0,1 0 0 0 0,0 2 0 0 0,0 0 0 0 0,0 1 0 0 0,-23 12 0 0 0,4 1 24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5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 12443 0 0,'-19'-16'1299'0'0,"16"12"-1130"0"0,15 9-181 0 0,6 7 176 0 0,-1 0-1 0 0,-1 1 1 0 0,21 22-1 0 0,5 2 262 0 0,4 1-127 0 0,1-2 0 0 0,96 55 0 0 0,-111-74-491 0 0,1-2 1 0 0,0-2-1 0 0,1 0 1 0 0,0-3-1 0 0,1 0 1 0 0,36 4-1 0 0,-39-10-976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4 6913 0 0,'-1'-1'57'0'0,"-1"0"0"0"0,0 1-1 0 0,1 0 1 0 0,-1-1 0 0 0,0 1-1 0 0,0 0 1 0 0,1-1-1 0 0,-1 1 1 0 0,0 0 0 0 0,0 0-1 0 0,0 1 1 0 0,1-1 0 0 0,-1 0-1 0 0,0 1 1 0 0,0-1-1 0 0,1 1 1 0 0,-1-1 0 0 0,0 1-1 0 0,1 0 1 0 0,-1 0 0 0 0,1-1-1 0 0,-3 3 1 0 0,-1 1 41 0 0,1 1-1 0 0,0-1 1 0 0,1 1 0 0 0,-1 0 0 0 0,-4 9-1 0 0,6-11-81 0 0,-8 15 215 0 0,1 1 1 0 0,1 0-1 0 0,1 0 1 0 0,0 1-1 0 0,-6 35 0 0 0,-9 107 1222 0 0,19-138-1316 0 0,-27 308-1123 0 0,25-287-2959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16 5985 0 0,'-10'-15'2756'0'0,"26"39"-807"0"0,5 18-1100 0 0,2 0-1 0 0,2-2 0 0 0,39 50 1 0 0,-54-78-777 0 0,0 0 1 0 0,1-1-1 0 0,0 0 1 0 0,1 0-1 0 0,0-1 1 0 0,1-1-1 0 0,0 0 1 0 0,0-1 0 0 0,1 0-1 0 0,0-1 1 0 0,0-1-1 0 0,1 0 1 0 0,30 7-1 0 0,-43-12-59 0 0,0 0 0 0 0,1-1 0 0 0,-1 0-1 0 0,0 1 1 0 0,1-1 0 0 0,-1 0 0 0 0,1 0-1 0 0,-1 0 1 0 0,0 0 0 0 0,1-1 0 0 0,-1 1 0 0 0,0-1-1 0 0,1 1 1 0 0,-1-1 0 0 0,0 0 0 0 0,0 0-1 0 0,1 0 1 0 0,-1 0 0 0 0,0 0 0 0 0,0 0 0 0 0,0-1-1 0 0,0 1 1 0 0,-1-1 0 0 0,1 1 0 0 0,3-5-1 0 0,-3 2 57 0 0,0 0-1 0 0,0-1 1 0 0,0 1-1 0 0,-1-1 1 0 0,1 1 0 0 0,-1-1-1 0 0,0 0 1 0 0,-1 0-1 0 0,1 1 1 0 0,-1-1-1 0 0,0 0 1 0 0,-1-5-1 0 0,-19-201 419 0 0,17 180-1285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6.8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0,'0'21'220'0'0,"0"-1"-1"0"0,1 0 1 0 0,1 0-1 0 0,1 0 0 0 0,11 36 1 0 0,-5-25 579 0 0,2-1 1 0 0,1-1 0 0 0,16 29 0 0 0,131 204-42 0 0,-145-236-758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7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33 192 6913 0 0,'-1'1'122'0'0,"0"-1"-1"0"0,-1 0 0 0 0,1 0 0 0 0,0-1 0 0 0,0 1 1 0 0,-1 0-1 0 0,1 0 0 0 0,0-1 0 0 0,0 1 1 0 0,0 0-1 0 0,-1-1 0 0 0,1 1 0 0 0,0-1 0 0 0,0 0 1 0 0,0 1-1 0 0,0-1 0 0 0,0 0 0 0 0,0 0 0 0 0,0 1 1 0 0,0-1-1 0 0,0 0 0 0 0,0 0 0 0 0,1 0 0 0 0,-2-1 1 0 0,1-1 17 0 0,0 1 1 0 0,1 0 0 0 0,-1 0-1 0 0,1-1 1 0 0,-1 1 0 0 0,1 0-1 0 0,0-1 1 0 0,0 1 0 0 0,0 0-1 0 0,0-1 1 0 0,0 1 0 0 0,1-3 0 0 0,1-4 175 0 0,0 0 0 0 0,0 0 0 0 0,1 1 0 0 0,1-1 0 0 0,7-13 0 0 0,-8 16-221 0 0,1 0 1 0 0,0 0-1 0 0,0 0 1 0 0,1 1 0 0 0,-1-1-1 0 0,1 1 1 0 0,1 0 0 0 0,-1 1-1 0 0,1-1 1 0 0,0 1 0 0 0,0 0-1 0 0,0 1 1 0 0,8-5-1 0 0,-9 7-74 0 0,-1-1-1 0 0,1 1 0 0 0,-1 0 0 0 0,1 0 0 0 0,0 1 1 0 0,-1-1-1 0 0,1 1 0 0 0,0 0 0 0 0,-1 0 0 0 0,1 1 1 0 0,0-1-1 0 0,-1 1 0 0 0,1 0 0 0 0,-1 1 0 0 0,1-1 0 0 0,-1 1 1 0 0,1-1-1 0 0,-1 1 0 0 0,0 1 0 0 0,0-1 0 0 0,5 4 1 0 0,4 5-17 0 0,0 0 1 0 0,-1 0-1 0 0,0 2 1 0 0,-1-1-1 0 0,0 1 1 0 0,-1 1-1 0 0,0 0 1 0 0,-2 0-1 0 0,1 1 1 0 0,-2 0-1 0 0,0 1 1 0 0,6 19-1 0 0,5 24 42 0 0,20 119 0 0 0,-33-150-62 0 0,2 20 148 0 0,-5-27 88 0 0,1 0 1 0 0,2 0-1 0 0,11 35 1 0 0,-16-54-212 0 0,1-1 1 0 0,-1 0-1 0 0,1 0 1 0 0,0 1-1 0 0,-1-1 1 0 0,1 0 0 0 0,0 0-1 0 0,0 0 1 0 0,0 1-1 0 0,0-1 1 0 0,0 0 0 0 0,0-1-1 0 0,0 1 1 0 0,0 0-1 0 0,1 0 1 0 0,-1 0 0 0 0,0-1-1 0 0,0 1 1 0 0,1 0-1 0 0,-1-1 1 0 0,1 1-1 0 0,-1-1 1 0 0,0 0 0 0 0,1 1-1 0 0,-1-1 1 0 0,1 0-1 0 0,-1 0 1 0 0,1 0 0 0 0,-1 0-1 0 0,0 0 1 0 0,1 0-1 0 0,-1 0 1 0 0,1-1 0 0 0,-1 1-1 0 0,0-1 1 0 0,1 1-1 0 0,-1-1 1 0 0,0 1-1 0 0,1-1 1 0 0,-1 1 0 0 0,0-1-1 0 0,3-2 1 0 0,5-3-81 0 0,0 0 0 0 0,0-1-1 0 0,0 0 1 0 0,9-9 0 0 0,-16 13 22 0 0,78-63-1320 0 0,-5 4-3752 0 0,-65 51 1317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2:57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11 352 14283 0 0,'0'0'33'0'0,"0"0"0"0"0,-1 0 0 0 0,1 0 0 0 0,0 1 0 0 0,0-1 0 0 0,-1 0 0 0 0,1 0 0 0 0,0 0 0 0 0,-1 0 0 0 0,1 0 0 0 0,0 0 0 0 0,0 0 0 0 0,-1 0 0 0 0,1 0 0 0 0,0 0 1 0 0,-1 0-1 0 0,1 0 0 0 0,0 0 0 0 0,0 0 0 0 0,-1 0 0 0 0,1 0 0 0 0,0 0 0 0 0,-1 0 0 0 0,1 0 0 0 0,0 0 0 0 0,0 0 0 0 0,-1 0 0 0 0,1 0 0 0 0,0-1 0 0 0,0 1 0 0 0,-1 0 0 0 0,1 0 0 0 0,0 0 0 0 0,0-1 0 0 0,-1 1 0 0 0,1 0 0 0 0,0 0 0 0 0,0 0 0 0 0,0-1 0 0 0,0 1 0 0 0,-1 0 0 0 0,1 0 0 0 0,0-1 0 0 0,0 1 0 0 0,2-19 361 0 0,15-23-408 0 0,-16 40 86 0 0,8-14-3 0 0,-1 0 1 0 0,2 1-1 0 0,0 0 1 0 0,1 0-1 0 0,1 1 1 0 0,0 1 0 0 0,1 0-1 0 0,0 0 1 0 0,24-16-1 0 0,4 2-185 0 0,0 2 1 0 0,61-27-1 0 0,-57 30 63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1.7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 2449 0 0,'0'-5'216'0'0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2.4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55 441 1952 0 0,'1'-1'23'0'0,"-1"0"0"0"0,1 1 0 0 0,-1-1 0 0 0,1 0 0 0 0,-1 0 0 0 0,1 1 0 0 0,-1-1 0 0 0,1 0 1 0 0,-1 0-1 0 0,0 0 0 0 0,1 0 0 0 0,-1 0 0 0 0,0 0 0 0 0,0 1 0 0 0,0-1 0 0 0,0 0 0 0 0,0 0 0 0 0,0 0 0 0 0,0 0 0 0 0,0 0 0 0 0,0 0 0 0 0,0 0 0 0 0,0 0 0 0 0,-1 0 0 0 0,1 1 0 0 0,0-1 0 0 0,-1 0 0 0 0,1 0 0 0 0,0 0 0 0 0,-1 0 0 0 0,1 1 0 0 0,-1-1 0 0 0,1 0 0 0 0,-1 0 0 0 0,0 1 0 0 0,1-1 0 0 0,-1 1 0 0 0,0-1 0 0 0,0 0 0 0 0,1 1 0 0 0,-2-1 0 0 0,-3-1 642 0 0,0 1 0 0 0,1 0 1 0 0,-1 1-1 0 0,0-1 0 0 0,0 1 0 0 0,-8 0 1 0 0,6 0 920 0 0,20-1-1088 0 0,0-1-1 0 0,0-1 1 0 0,0 0 0 0 0,18-8-1 0 0,-1 1-31 0 0,219-84 64 0 0,-131 45-397 0 0,52-9 839 0 0,323-66 0 0 0,-408 109-591 0 0,133-6 0 0 0,90 16 389 0 0,-168 4-100 0 0,56-2 2 0 0,306 2 756 0 0,-389 5-1224 0 0,0 5 0 0 0,-1 5 1 0 0,118 30-1 0 0,-171-31 43 0 0,0-3 1 0 0,1-2-1 0 0,0-3 1 0 0,117-5-1 0 0,-134 5-218 0 0,-38-4-26 0 0,1 0-1 0 0,-1 0 0 0 0,0 0 1 0 0,1 0-1 0 0,-1-1 1 0 0,0 0-1 0 0,1 0 1 0 0,-1-1-1 0 0,7-1 1 0 0,-11 2-159 0 0,1 0 1 0 0,-1-1 0 0 0,0 1-1 0 0,0-1 1 0 0,1 1 0 0 0,-1-1-1 0 0,0 0 1 0 0,0 0 0 0 0,0 1 0 0 0,0-1-1 0 0,0 0 1 0 0,0 0 0 0 0,0 0-1 0 0,0 0 1 0 0,0 0 0 0 0,0 0-1 0 0,0 0 1 0 0,-1 0 0 0 0,2-3 0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3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0 6913 0 0,'1'6'3833'0'0,"24"6"-3339"0"0,-2 2-1 0 0,1 0 1 0 0,34 28-1 0 0,15 26 826 0 0,29 24 1012 0 0,-100-91-2302 0 0,0 1 0 0 0,0 0 0 0 0,0 0 0 0 0,-1-1 0 0 0,1 1 0 0 0,0 0 0 0 0,-1 0 0 0 0,1 1 0 0 0,-1-1 0 0 0,0 0 0 0 0,0 0 0 0 0,0 1 0 0 0,0-1 0 0 0,0 1 0 0 0,0-1 0 0 0,-1 0 0 0 0,1 1 0 0 0,0 3-1 0 0,-2-1 87 0 0,1-1 0 0 0,0 1-1 0 0,-1-1 1 0 0,0 1-1 0 0,0-1 1 0 0,0 1 0 0 0,-1-1-1 0 0,1 0 1 0 0,-5 8-1 0 0,-4 5 377 0 0,-1 0 0 0 0,-1-1-1 0 0,-25 27 1 0 0,27-33-436 0 0,-23 23-308 0 0,-1-2-1 0 0,-50 36 0 0 0,-22 20-506 0 0,1 13-2737 0 0,78-73 2218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3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41 3225 0 0,'-4'-12'240'0'0,"-8"-14"2033"0"0,4 23-871 0 0,-2 17-239 0 0,7-7-921 0 0,0 0 0 0 0,1 1 1 0 0,0 0-1 0 0,-1 11 0 0 0,-5 18 77 0 0,-25 51-80 0 0,21-58-236 0 0,1 0-1 0 0,-10 45 0 0 0,19-69 61 0 0,1 1-1 0 0,0-1 0 0 0,1 1 0 0 0,-1 0 0 0 0,1-1 1 0 0,1 1-1 0 0,-1-1 0 0 0,1 1 0 0 0,3 12 0 0 0,-3-17 27 0 0,0 0-1 0 0,0 0 0 0 0,0 0 1 0 0,1 0-1 0 0,-1 0 0 0 0,0 0 0 0 0,1-1 1 0 0,-1 1-1 0 0,1 0 0 0 0,0-1 0 0 0,-1 1 1 0 0,1-1-1 0 0,0 1 0 0 0,0-1 0 0 0,0 0 1 0 0,0 0-1 0 0,0 0 0 0 0,0 0 0 0 0,0 0 1 0 0,0 0-1 0 0,1-1 0 0 0,-1 1 0 0 0,0-1 1 0 0,0 1-1 0 0,1-1 0 0 0,-1 0 1 0 0,0 0-1 0 0,1 0 0 0 0,-1 0 0 0 0,3-1 1 0 0,69-6 1511 0 0,-41 2-807 0 0,42 1 0 0 0,-64 4-712 0 0,1 1-1 0 0,-1 0 0 0 0,0 1 1 0 0,0 0-1 0 0,0 1 1 0 0,0 0-1 0 0,17 8 1 0 0,9 7-704 0 0,48 34 0 0 0,-67-40-5125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4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1840 0 0,'0'0'172'0'0,"-8"28"3863"0"0,3-8-3433 0 0,1 0 1 0 0,2 0 0 0 0,0 1 0 0 0,0-1-1 0 0,2 1 1 0 0,3 23 0 0 0,-2-32-486 0 0,2 0 0 0 0,-1-1 0 0 0,1 0-1 0 0,1 1 1 0 0,0-1 0 0 0,1-1 0 0 0,0 1 0 0 0,0-1 0 0 0,1 1 0 0 0,1-2-1 0 0,0 1 1 0 0,9 9 0 0 0,97 123 2493 0 0,-109-137-2582 0 0,0-1 1 0 0,0 0-1 0 0,0 0 0 0 0,1 0 0 0 0,0-1 1 0 0,-1 1-1 0 0,1-1 0 0 0,8 4 0 0 0,-12-6-88 0 0,0-1 0 0 0,0 1 0 0 0,0-1 0 0 0,0 1 0 0 0,0-1-1 0 0,0 1 1 0 0,1-1 0 0 0,-1 0 0 0 0,0 0 0 0 0,0 1 0 0 0,0-1 0 0 0,0 0-1 0 0,0 0 1 0 0,1 0 0 0 0,-1 0 0 0 0,0-1 0 0 0,0 1 0 0 0,0 0 0 0 0,0 0-1 0 0,0-1 1 0 0,1 1 0 0 0,-1 0 0 0 0,0-1 0 0 0,0 1 0 0 0,0-1 0 0 0,0 0 0 0 0,0 1-1 0 0,0-1 1 0 0,0 0 0 0 0,-1 1 0 0 0,1-1 0 0 0,0 0 0 0 0,0 0 0 0 0,0 0-1 0 0,-1 0 1 0 0,1 0 0 0 0,-1 0 0 0 0,1 0 0 0 0,0 0 0 0 0,-1 0 0 0 0,0 0-1 0 0,1 0 1 0 0,-1 0 0 0 0,0 0 0 0 0,1 0 0 0 0,-1-1 0 0 0,0 1 0 0 0,0-2 0 0 0,0-6-1419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05.0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19 204 2745 0 0,'-1'-1'59'0'0,"0"1"1"0"0,0-1 0 0 0,-1 0 0 0 0,1 0-1 0 0,0 1 1 0 0,0-1 0 0 0,0 0 0 0 0,0 0 0 0 0,0 0-1 0 0,0 0 1 0 0,0 0 0 0 0,1 0 0 0 0,-1-1-1 0 0,0 1 1 0 0,0 0 0 0 0,1 0 0 0 0,-1-1-1 0 0,1 1 1 0 0,-1 0 0 0 0,1 0 0 0 0,0-1 0 0 0,-1 1-1 0 0,1-2 1 0 0,0 0 128 0 0,1 1 1 0 0,-1 0-1 0 0,1 0 1 0 0,0 0-1 0 0,-1 0 0 0 0,1 1 1 0 0,0-1-1 0 0,0 0 0 0 0,0 0 1 0 0,0 0-1 0 0,1 1 1 0 0,-1-1-1 0 0,0 1 0 0 0,2-3 1 0 0,8-5 1008 0 0,1-1 1 0 0,0 1 0 0 0,22-12 0 0 0,-21 13-1111 0 0,20-14 905 0 0,39-24 360 0 0,-65 42-1333 0 0,0 1 0 0 0,0 0 0 0 0,0 1 0 0 0,1-1 0 0 0,-1 1 0 0 0,1 1 0 0 0,-1-1 0 0 0,14 0 0 0 0,-12 2-366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5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69 5065 0 0,'-10'-26'2488'0'0,"8"22"-1891"0"0,1-1-1 0 0,-1 1 1 0 0,0-1 0 0 0,0 1-1 0 0,0-1 1 0 0,-1 1-1 0 0,1 0 1 0 0,-10-3 2872 0 0,12 7-3413 0 0,-3 12 1343 0 0,1 10-229 0 0,15 58-313 0 0,3-2 0 0 0,37 108 0 0 0,-38-134-643 0 0,-3-12-346 0 0,1-1 1 0 0,2 0 0 0 0,2 0 0 0 0,32 52-1 0 0,-22-58-1600 0 0,-13-23 168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6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120 258 456 0 0,'-7'-1'403'0'0,"0"-1"0"0"0,0 2 0 0 0,0-1 0 0 0,-11 0 0 0 0,13 2 22 0 0,0-1 0 0 0,0 0 0 0 0,1-1 0 0 0,-1 1 0 0 0,0-1 0 0 0,0 0 0 0 0,0 0 0 0 0,0 0 0 0 0,1-1 0 0 0,-6-2 0 0 0,8 2-291 0 0,1 1 1 0 0,0-1-1 0 0,-1 0 1 0 0,1 1-1 0 0,0-1 1 0 0,0 0-1 0 0,0 0 1 0 0,0 0-1 0 0,0 0 1 0 0,0 0 0 0 0,0 0-1 0 0,1 0 1 0 0,-1 0-1 0 0,1 0 1 0 0,0 0-1 0 0,-1 0 1 0 0,1-1-1 0 0,0 1 1 0 0,0 0-1 0 0,0 0 1 0 0,1 0 0 0 0,-1 0-1 0 0,0 0 1 0 0,1-1-1 0 0,0 1 1 0 0,1-4-1 0 0,1-5 82 0 0,2 0 0 0 0,-1 1 0 0 0,10-17 0 0 0,-6 15 28 0 0,0 0-1 0 0,0 0 0 0 0,1 1 0 0 0,1 0 0 0 0,0 1 1 0 0,0 0-1 0 0,1 0 0 0 0,15-9 0 0 0,-23 17-144 0 0,1-1 0 0 0,1 1 0 0 0,-1 0 0 0 0,0 0 0 0 0,0 1 0 0 0,1-1 0 0 0,-1 1 0 0 0,1 0 0 0 0,-1 0 0 0 0,1 0 0 0 0,0 1 0 0 0,7-1 0 0 0,-8 2-73 0 0,-1 0 0 0 0,1-1 0 0 0,-1 1 0 0 0,0 1-1 0 0,1-1 1 0 0,-1 0 0 0 0,0 1 0 0 0,0 0 0 0 0,0-1 0 0 0,0 1 0 0 0,0 0 0 0 0,0 1 0 0 0,-1-1 0 0 0,1 0 0 0 0,-1 1 0 0 0,1 0 0 0 0,-1-1 0 0 0,4 7 0 0 0,-1-1 4 0 0,-1 1 0 0 0,0 0 0 0 0,0 0 0 0 0,-1 0 0 0 0,0 0 0 0 0,0 1 0 0 0,-1-1 0 0 0,0 1 0 0 0,0 18 0 0 0,-1 10 133 0 0,-4 44 1 0 0,2-61-151 0 0,-3 17 121 0 0,2-26-39 0 0,0 0-1 0 0,1 0 1 0 0,1 0-1 0 0,0 0 1 0 0,0-1-1 0 0,1 1 1 0 0,1 0-1 0 0,4 17 1 0 0,-5-27-59 0 0,0 0 1 0 0,0-1-1 0 0,0 1 1 0 0,0-1-1 0 0,1 1 1 0 0,-1-1-1 0 0,1 0 1 0 0,-1 1-1 0 0,0-1 1 0 0,1 0-1 0 0,0 0 1 0 0,-1 0-1 0 0,1 0 1 0 0,0 0-1 0 0,0 0 1 0 0,-1-1-1 0 0,1 1 1 0 0,0-1-1 0 0,0 1 1 0 0,0-1-1 0 0,0 1 1 0 0,0-1-1 0 0,0 0 1 0 0,0 0-1 0 0,0 0 1 0 0,-1 0-1 0 0,1-1 1 0 0,0 1-1 0 0,0 0 1 0 0,0-1-1 0 0,0 1 1 0 0,2-2-1 0 0,10-2 33 0 0,0 0-1 0 0,-1-1 0 0 0,15-9 1 0 0,-21 11 30 0 0,28-13-425 0 0,-12 6-4657 0 0,-5 2-815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6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37 100 8754 0 0,'-6'5'306'0'0,"-17"14"1783"0"0,16-6 2207 0 0,9-13-3976 0 0,1-1 1 0 0,-1 1-1 0 0,0-1 1 0 0,1 0-1 0 0,-1 0 1 0 0,0 0 0 0 0,0 0-1 0 0,0 0 1 0 0,1 0-1 0 0,1-2 1 0 0,37-21 725 0 0,59-26 1 0 0,-71 39-2009 0 0,45-12 0 0 0,-29 8-4400 0 0,-37 12 3683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0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4 3225 0 0,'-3'-1'192'0'0,"1"0"0"0"0,-1 0 0 0 0,1 1 0 0 0,-1 0 0 0 0,1-1-1 0 0,-1 1 1 0 0,0 0 0 0 0,1 0 0 0 0,-1 0 0 0 0,1 1 0 0 0,-5 0 0 0 0,6 0-27 0 0,-1 0 0 0 0,1 0-1 0 0,-1 0 1 0 0,1 0-1 0 0,0 0 1 0 0,-1 0 0 0 0,1 0-1 0 0,0 1 1 0 0,0-1 0 0 0,0 0-1 0 0,0 1 1 0 0,0-1 0 0 0,0 1-1 0 0,0-1 1 0 0,0 1 0 0 0,1 0-1 0 0,-1-1 1 0 0,0 4 0 0 0,-2 4-7 0 0,0 0 0 0 0,1 0 0 0 0,1 0 0 0 0,-1 1 1 0 0,1-1-1 0 0,1 0 0 0 0,0 1 0 0 0,0-1 1 0 0,1 1-1 0 0,0-1 0 0 0,1 0 0 0 0,0 1 1 0 0,0-1-1 0 0,4 9 0 0 0,-4-12-109 0 0,1 0 0 0 0,0 0 1 0 0,0-1-1 0 0,0 1 0 0 0,1-1 0 0 0,0 1 1 0 0,0-1-1 0 0,0 0 0 0 0,0-1 0 0 0,1 1 1 0 0,0-1-1 0 0,0 0 0 0 0,0 0 0 0 0,0 0 1 0 0,1-1-1 0 0,0 0 0 0 0,-1 0 0 0 0,1 0 0 0 0,0-1 1 0 0,12 4-1 0 0,29 1 42 0 0,-36-7-57 0 0,1 2 0 0 0,-1-1 1 0 0,0 2-1 0 0,0 0 0 0 0,20 7 0 0 0,-28-8-28 0 0,0-1 0 0 0,-1 1 0 0 0,1 0 1 0 0,-1 0-1 0 0,1 0 0 0 0,-1 0 0 0 0,0 0 0 0 0,0 0 0 0 0,0 1 0 0 0,0-1 0 0 0,0 1 0 0 0,0 0 0 0 0,-1-1 0 0 0,0 1 0 0 0,1 0 0 0 0,-1 0 0 0 0,0 0 0 0 0,0 0 0 0 0,0 0 1 0 0,-1 0-1 0 0,1 0 0 0 0,-1 0 0 0 0,1 0 0 0 0,-1 0 0 0 0,0 0 0 0 0,-1 5 0 0 0,0 9 311 0 0,-1 0 1 0 0,-1-1-1 0 0,0 1 1 0 0,-1-1-1 0 0,-8 21 1 0 0,8-28-150 0 0,0 1 1 0 0,0-1 0 0 0,0-1-1 0 0,-1 1 1 0 0,-1-1-1 0 0,1 0 1 0 0,-1 0 0 0 0,-1 0-1 0 0,1-1 1 0 0,-12 10-1 0 0,-11-7-1536 0 0,29-10 1299 0 0,-1 1 1 0 0,0-1-1 0 0,0 0 1 0 0,0 0-1 0 0,0 1 1 0 0,0-1-1 0 0,0 0 1 0 0,0 0-1 0 0,0 0 1 0 0,0 0-1 0 0,1 0 1 0 0,-1 0-1 0 0,0-1 1 0 0,0 1-1 0 0,0 0 1 0 0,0 0-1 0 0,0-1 1 0 0,0 1 0 0 0,0 0-1 0 0,1-1 1 0 0,-1 1-1 0 0,0-1 1 0 0,0 1-1 0 0,1-1 1 0 0,-1 0-1 0 0,0 1 1 0 0,0-1-1 0 0,1 0 1 0 0,-1 0-1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0,'13'0'2070'0'0,"-1"1"0"0"0,0 0 0 0 0,25 7 0 0 0,37 19 724 0 0,69 50-2891 0 0,-111-58 850 0 0,53 34-593 0 0,-41-24-916 0 0,52 24 0 0 0,-81-47-744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7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193 0 5529 0 0,'-2'8'7899'0'0,"-4"12"-5933"0"0,-21 95 817 0 0,-21 70-1723 0 0,38-155-941 0 0,-29 81 805 0 0,33-97-1213 0 0,-1-1 0 0 0,0 1 0 0 0,-1-2 1 0 0,0 1-1 0 0,-16 19 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19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77 2633 0 0,'-2'-1'134'0'0,"0"0"0"0"0,0-1 1 0 0,0 1-1 0 0,0 0 0 0 0,0 0 1 0 0,0 0-1 0 0,-1 1 0 0 0,1-1 1 0 0,0 0-1 0 0,-1 1 0 0 0,1 0 1 0 0,0-1-1 0 0,-1 1 1 0 0,1 0-1 0 0,0 0 0 0 0,-1 0 1 0 0,1 1-1 0 0,0-1 0 0 0,-1 0 1 0 0,1 1-1 0 0,0 0 0 0 0,-5 1 1 0 0,-2 1 204 0 0,0 1 1 0 0,1 0-1 0 0,-1 0 1 0 0,-9 7-1 0 0,32-28 5959 0 0,-4 5-5894 0 0,-3 4-77 0 0,2 1-1 0 0,-1 0 1 0 0,1 1 0 0 0,0-1 0 0 0,0 2 0 0 0,1-1 0 0 0,-1 2 0 0 0,1-1-1 0 0,17-4 1 0 0,-21 8-320 0 0,1 0 0 0 0,-1 0-1 0 0,1 0 1 0 0,-1 1 0 0 0,1 1-1 0 0,-1-1 1 0 0,1 1 0 0 0,-1 0-1 0 0,0 0 1 0 0,1 1 0 0 0,-1-1-1 0 0,0 2 1 0 0,0-1 0 0 0,0 1-1 0 0,0-1 1 0 0,10 8 0 0 0,-11-6-29 0 0,1 0 1 0 0,-1 0 0 0 0,0 1 0 0 0,-1 0-1 0 0,1 0 1 0 0,-1 0 0 0 0,0 0-1 0 0,0 1 1 0 0,0 0 0 0 0,-1-1 0 0 0,0 1-1 0 0,0 1 1 0 0,-1-1 0 0 0,1 0-1 0 0,-1 1 1 0 0,-1-1 0 0 0,1 1 0 0 0,-1-1-1 0 0,0 1 1 0 0,-1 0 0 0 0,0 9-1 0 0,-1 14-171 0 0,-1 1 0 0 0,-1-1 0 0 0,-12 44 0 0 0,6-30-139 0 0,9-44 330 0 0,0 1 0 0 0,0-1-1 0 0,-1 1 1 0 0,1-1-1 0 0,0 1 1 0 0,0-1-1 0 0,0 0 1 0 0,0 1 0 0 0,0-1-1 0 0,0 1 1 0 0,0-1-1 0 0,0 1 1 0 0,0-1-1 0 0,0 1 1 0 0,0-1 0 0 0,0 1-1 0 0,0-1 1 0 0,0 1-1 0 0,0-1 1 0 0,1 0-1 0 0,-1 1 1 0 0,0-1 0 0 0,0 1-1 0 0,1-1 1 0 0,-1 0-1 0 0,0 1 1 0 0,0-1-1 0 0,1 1 1 0 0,-1-1-1 0 0,0 0 1 0 0,1 1 0 0 0,-1-1-1 0 0,0 0 1 0 0,1 0-1 0 0,-1 1 1 0 0,1-1-1 0 0,-1 0 1 0 0,0 0 0 0 0,1 0-1 0 0,-1 1 1 0 0,1-1-1 0 0,-1 0 1 0 0,1 0-1 0 0,-1 0 1 0 0,1 0 0 0 0,-1 0-1 0 0,1 0 1 0 0,-1 0-1 0 0,1 0 1 0 0,-1 0-1 0 0,0 0 1 0 0,1 0 0 0 0,-1 0-1 0 0,1 0 1 0 0,-1-1-1 0 0,1 1 1 0 0,-1 0-1 0 0,1 0 1 0 0,-1 0 0 0 0,0-1-1 0 0,1 1 1 0 0,-1 0-1 0 0,1-1 1 0 0,39-21 21 0 0,-19 9-27 0 0,-16 11 23 0 0,0 0-1 0 0,1 1 1 0 0,-1 0-1 0 0,0-1 1 0 0,0 1-1 0 0,1 1 1 0 0,-1-1-1 0 0,1 1 0 0 0,-1 0 1 0 0,0 0-1 0 0,1 1 1 0 0,-1 0-1 0 0,0 0 1 0 0,1 0-1 0 0,-1 0 1 0 0,0 1-1 0 0,0 0 0 0 0,0 0 1 0 0,0 0-1 0 0,8 6 1 0 0,-8-4-13 0 0,0 0 0 0 0,-1 0 0 0 0,1 0 0 0 0,-1 1 0 0 0,0 0 0 0 0,-1 0 0 0 0,1 0 0 0 0,-1 0 0 0 0,0 0 0 0 0,0 1 0 0 0,0-1 0 0 0,-1 1 0 0 0,0 0 0 0 0,0 0 0 0 0,-1 0 0 0 0,1 0 0 0 0,-1 0 0 0 0,0 7 0 0 0,-1 4 86 0 0,0-1 0 0 0,-1 1 0 0 0,-1-1 0 0 0,0 1 1 0 0,-2-1-1 0 0,0 0 0 0 0,0 0 0 0 0,-2 0 0 0 0,0-1 1 0 0,0 0-1 0 0,-2 0 0 0 0,1 0 0 0 0,-2-1 0 0 0,0 0 0 0 0,-1-1 1 0 0,-15 17-1 0 0,24-29-186 0 0,0 1 0 0 0,-1-1 0 0 0,1 0 1 0 0,0 1-1 0 0,0-1 0 0 0,-1 0 0 0 0,1 0 0 0 0,0 0 0 0 0,-1 0 1 0 0,1 0-1 0 0,-1 0 0 0 0,1 0 0 0 0,-1-1 0 0 0,0 1 1 0 0,1-1-1 0 0,-1 1 0 0 0,0-1 0 0 0,0 1 0 0 0,1-1 0 0 0,-1 0 1 0 0,0 0-1 0 0,0 0 0 0 0,1 0 0 0 0,-1 0 0 0 0,0 0 1 0 0,0 0-1 0 0,1-1 0 0 0,-3 0 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8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33 5529 0 0,'-8'-32'7893'0'0,"13"48"-7024"0"0,20 96 491 0 0,-6 0 0 0 0,6 140 0 0 0,-15 231-370 0 0,-10-303-587 0 0,2-43-347 0 0,24 180 0 0 0,-14-187 17 0 0,6 30-1995 0 0,-12-143-836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8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13 138 8290 0 0,'-12'3'2930'0'0,"19"-14"-1762"0"0,22-14-769 0 0,-8 13-26 0 0,1 1 0 0 0,1 1 0 0 0,0 2 0 0 0,1 0 0 0 0,28-6 0 0 0,126-15 741 0 0,-84 21-517 0 0,113 4 0 0 0,97 19-133 0 0,-192-8-397 0 0,190 21 602 0 0,-246-19-373 0 0,0 2 0 0 0,-1 3 0 0 0,69 27-1 0 0,-86-26 70 0 0,-2 1-58 0 0,1-2 0 0 0,0-2 0 0 0,1-1 0 0 0,47 7 1 0 0,-83-18-328 0 0,0 1 0 0 0,0-1 1 0 0,0 0-1 0 0,0 1 0 0 0,0-1 0 0 0,0 0 1 0 0,0 0-1 0 0,0 0 0 0 0,0-1 1 0 0,1 1-1 0 0,-1 0 0 0 0,0-1 1 0 0,0 0-1 0 0,0 1 0 0 0,-1-1 1 0 0,1 0-1 0 0,0 0 0 0 0,0 0 0 0 0,0 0 1 0 0,0 0-1 0 0,-1-1 0 0 0,1 1 1 0 0,-1 0-1 0 0,1-1 0 0 0,-1 1 1 0 0,1-1-1 0 0,-1 0 0 0 0,0 1 1 0 0,0-1-1 0 0,0 0 0 0 0,0 0 1 0 0,0 0-1 0 0,1-2 0 0 0,4-17-251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9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73 8754 0 0,'-6'6'258'0'0,"9"-2"-10"0"0,21-2 250 0 0,34-6 724 0 0,125-26 1968 0 0,-61 8-2328 0 0,162-7 0 0 0,170 34-788 0 0,-338 3-918 0 0,215 45 0 0 0,-288-42 276 0 0,-2 1 0 0 0,62 27 0 0 0,-80-28 196 0 0,0 1 0 0 0,-1 1 0 0 0,0 1 0 0 0,-1 1 0 0 0,31 27 0 0 0,-38-28-3395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39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4609 0 0,'16'0'10940'0'0,"-12"19"-10444"0"0,-1 0 0 0 0,-1 0 0 0 0,0 0 0 0 0,-1 0 0 0 0,-1 0 0 0 0,-4 29 0 0 0,2-6-246 0 0,-10 149-45 0 0,-1 90 321 0 0,13-217-426 0 0,4-1-1 0 0,15 91 0 0 0,56 150-45 0 0,12 77 42 0 0,-81-331 172 0 0,-3 1 1 0 0,-1-1-1 0 0,-3 1 1 0 0,-2-1-1 0 0,-12 62 1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0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3225 0 0,'0'-4'261'0'0,"1"1"1"0"0,0-1 0 0 0,0 1-1 0 0,0 0 1 0 0,0 0-1 0 0,1-1 1 0 0,-1 1 0 0 0,1 0-1 0 0,0 0 1 0 0,4-5-1 0 0,23-26 2563 0 0,-21 27-2267 0 0,0 1 0 0 0,1 1-1 0 0,0 0 1 0 0,0 0 0 0 0,0 0 0 0 0,0 1 0 0 0,1 1 0 0 0,-1-1-1 0 0,1 1 1 0 0,0 1 0 0 0,0 0 0 0 0,10 0 0 0 0,-18 1-549 0 0,-1 1 1 0 0,0 0 0 0 0,1 0-1 0 0,-1 0 1 0 0,1 0 0 0 0,-1 0-1 0 0,0 1 1 0 0,1-1-1 0 0,-1 0 1 0 0,0 1 0 0 0,1-1-1 0 0,-1 1 1 0 0,0-1 0 0 0,0 1-1 0 0,1 0 1 0 0,-1-1-1 0 0,0 1 1 0 0,0 0 0 0 0,0 0-1 0 0,0 0 1 0 0,0 0 0 0 0,0 0-1 0 0,1 1 1 0 0,0 1-1 0 0,-1 0 1 0 0,0-1-1 0 0,0 1 1 0 0,0 0-1 0 0,0 0 1 0 0,0 0-1 0 0,0 0 1 0 0,-1 0-1 0 0,1 0 1 0 0,-1 4-1 0 0,0 4 27 0 0,0 0 0 0 0,-1 0 1 0 0,-1 0-1 0 0,-5 21 0 0 0,-28 62-76 0 0,24-69 18 0 0,1 0 0 0 0,2 0 0 0 0,-8 34 0 0 0,16-57 26 0 0,0 1 0 0 0,-1-1 0 0 0,1 0 1 0 0,0 1-1 0 0,0-1 0 0 0,1 1 0 0 0,-1-1 1 0 0,0 0-1 0 0,1 1 0 0 0,0-1 0 0 0,-1 0 1 0 0,1 0-1 0 0,0 1 0 0 0,0-1 0 0 0,0 0 1 0 0,1 0-1 0 0,-1 0 0 0 0,0 0 0 0 0,1 0 0 0 0,-1 0 1 0 0,1-1-1 0 0,0 1 0 0 0,-1 0 0 0 0,1-1 1 0 0,0 1-1 0 0,0-1 0 0 0,0 0 0 0 0,0 0 1 0 0,0 0-1 0 0,1 0 0 0 0,-1 0 0 0 0,0 0 1 0 0,0 0-1 0 0,1-1 0 0 0,1 1 0 0 0,13 3 36 0 0,-1-1 0 0 0,1-1 0 0 0,0 0 0 0 0,18-2 0 0 0,-8 1 2 0 0,49 7-112 0 0,-44-3-4446 0 0,-10 0-762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1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181 265 456 0 0,'-8'2'411'0'0,"1"0"-1"0"0,-1-1 1 0 0,1 1 0 0 0,-1-2-1 0 0,1 1 1 0 0,-1-1-1 0 0,0 0 1 0 0,1-1 0 0 0,-1 0-1 0 0,1 0 1 0 0,-1 0 0 0 0,1-1-1 0 0,0 0 1 0 0,-1-1-1 0 0,-12-6 1 0 0,17 7-225 0 0,0 1 0 0 0,-1-1 0 0 0,1 0 1 0 0,0-1-1 0 0,1 1 0 0 0,-1 0 0 0 0,0-1 0 0 0,1 0 0 0 0,-1 0 1 0 0,1 1-1 0 0,0-1 0 0 0,0 0 0 0 0,0-1 0 0 0,0 1 0 0 0,1 0 1 0 0,-1-1-1 0 0,1 1 0 0 0,0-1 0 0 0,0 1 0 0 0,0-1 0 0 0,0 1 0 0 0,1-1 1 0 0,-1 0-1 0 0,1 1 0 0 0,0-1 0 0 0,0 0 0 0 0,0 1 0 0 0,1-1 1 0 0,-1 0-1 0 0,1 1 0 0 0,0-1 0 0 0,0 1 0 0 0,0-1 0 0 0,3-3 1 0 0,0-2-68 0 0,0 1 1 0 0,1 0 0 0 0,0 0 0 0 0,1 1-1 0 0,-1-1 1 0 0,2 1 0 0 0,-1 0 0 0 0,12-9-1 0 0,-5 6-53 0 0,0 0 1 0 0,1 0-1 0 0,0 1 0 0 0,15-7 0 0 0,-28 15-56 0 0,1 1 0 0 0,-1-1-1 0 0,1 0 1 0 0,-1 0 0 0 0,1 1 0 0 0,-1-1 0 0 0,1 1 0 0 0,-1-1 0 0 0,1 1 0 0 0,-1 0-1 0 0,1 0 1 0 0,0-1 0 0 0,-1 1 0 0 0,1 0 0 0 0,0 0 0 0 0,-1 1 0 0 0,1-1 0 0 0,-1 0-1 0 0,1 0 1 0 0,2 2 0 0 0,-3-1-14 0 0,0 0 0 0 0,0 0 1 0 0,0 0-1 0 0,-1 0 0 0 0,1 0 0 0 0,-1 0 0 0 0,1 0 0 0 0,0 0 0 0 0,-1 0 1 0 0,0 0-1 0 0,1 0 0 0 0,-1 0 0 0 0,0 1 0 0 0,0-1 0 0 0,1 0 0 0 0,-1 0 0 0 0,0 0 1 0 0,0 1-1 0 0,0-1 0 0 0,0 0 0 0 0,-1 1 0 0 0,-1 11-76 0 0,-1 0 0 0 0,0 0 0 0 0,-9 22 0 0 0,9-29 80 0 0,-27 67-29 0 0,19-51-95 0 0,2 1 0 0 0,0 0 0 0 0,1 0 0 0 0,1 1 0 0 0,-4 32 0 0 0,10-53 102 0 0,1 0-1 0 0,0-1 1 0 0,0 1-1 0 0,0 0 1 0 0,0-1 0 0 0,0 1-1 0 0,1 0 1 0 0,-1 0 0 0 0,1-1-1 0 0,-1 1 1 0 0,1-1 0 0 0,0 1-1 0 0,0 0 1 0 0,0-1-1 0 0,1 0 1 0 0,-1 1 0 0 0,1-1-1 0 0,-1 0 1 0 0,1 0 0 0 0,0 1-1 0 0,0-1 1 0 0,0-1-1 0 0,0 1 1 0 0,0 0 0 0 0,0 0-1 0 0,0-1 1 0 0,0 1 0 0 0,1-1-1 0 0,-1 0 1 0 0,1 0-1 0 0,-1 0 1 0 0,1 0 0 0 0,-1 0-1 0 0,1 0 1 0 0,0-1 0 0 0,0 1-1 0 0,3-1 1 0 0,1 1 160 0 0,-1-1 0 0 0,1 0-1 0 0,0 0 1 0 0,-1-1 0 0 0,1 1 0 0 0,0-2 0 0 0,-1 1 0 0 0,1-1-1 0 0,-1 0 1 0 0,0 0 0 0 0,1-1 0 0 0,-1 1 0 0 0,0-1 0 0 0,7-6 0 0 0,-8 6 65 0 0,-1 0 0 0 0,0-1 0 0 0,0 0 0 0 0,0 0 0 0 0,0 0 0 0 0,-1 0 0 0 0,0 0 0 0 0,1-1 0 0 0,-2 1 0 0 0,4-8 0 0 0,-5 11-163 0 0,-1-1 0 0 0,1 0 0 0 0,-1 1 0 0 0,0-1 0 0 0,1 0 0 0 0,-1 1 0 0 0,0-1 0 0 0,0 0 0 0 0,-1 1 0 0 0,1-1 0 0 0,0 0 0 0 0,0 1 0 0 0,-1-1-1 0 0,1 0 1 0 0,-1 1 0 0 0,0-1 0 0 0,1 1 0 0 0,-1-1 0 0 0,0 1 0 0 0,0-1 0 0 0,0 1 0 0 0,0-1 0 0 0,0 1 0 0 0,0 0 0 0 0,0 0 0 0 0,0-1 0 0 0,-1 1 0 0 0,1 0 0 0 0,0 0-1 0 0,-1 0 1 0 0,1 0 0 0 0,-1 1 0 0 0,1-1 0 0 0,-1 0 0 0 0,1 1 0 0 0,-4-2 0 0 0,-7-1-77 0 0,-1-1 0 0 0,0 2 0 0 0,1-1 0 0 0,-1 2 0 0 0,0 0 1 0 0,0 0-1 0 0,-25 3 0 0 0,15-1-1110 0 0,-13 0-5165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2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47 169 3225 0 0,'-2'1'54'0'0,"1"1"0"0"0,-1-1 0 0 0,0 0 0 0 0,0 0 1 0 0,1 0-1 0 0,-1 0 0 0 0,0-1 0 0 0,0 1 0 0 0,0 0 1 0 0,0-1-1 0 0,0 0 0 0 0,0 1 0 0 0,0-1 0 0 0,0 0 1 0 0,0 0-1 0 0,0 0 0 0 0,-4 0 0 0 0,6 0 42 0 0,-1-1 1 0 0,1 1-1 0 0,-1 0 1 0 0,1 0-1 0 0,-1-1 0 0 0,1 1 1 0 0,-1 0-1 0 0,1 0 1 0 0,-1-1-1 0 0,1 1 0 0 0,0-1 1 0 0,-1 1-1 0 0,1 0 1 0 0,-1-1-1 0 0,1 1 0 0 0,0-1 1 0 0,0 1-1 0 0,-1-1 0 0 0,1 1 1 0 0,0-1-1 0 0,0 1 1 0 0,0-1-1 0 0,-1 1 0 0 0,1-2 1 0 0,0 0 60 0 0,0 1 0 0 0,0-1 0 0 0,0 0 0 0 0,1 0 0 0 0,-1 1 0 0 0,0-1 1 0 0,1 0-1 0 0,-1 0 0 0 0,1 1 0 0 0,0-1 0 0 0,1-2 0 0 0,4-6 150 0 0,0 0 0 0 0,1 1 0 0 0,0-1 1 0 0,1 2-1 0 0,0-1 0 0 0,10-8 0 0 0,3-1 568 0 0,34-22 0 0 0,-53 38-809 0 0,0 1 0 0 0,0 0 0 0 0,-1-1 1 0 0,1 1-1 0 0,0 0 0 0 0,0 0 0 0 0,0 0 1 0 0,1 0-1 0 0,-1 0 0 0 0,0 1 0 0 0,0-1 1 0 0,0 1-1 0 0,1-1 0 0 0,-1 1 0 0 0,0 0 1 0 0,0 0-1 0 0,1 0 0 0 0,-1 0 0 0 0,0 0 1 0 0,0 1-1 0 0,1-1 0 0 0,-1 1 0 0 0,0-1 1 0 0,0 1-1 0 0,0 0 0 0 0,4 1 0 0 0,-4 1-22 0 0,0-1 0 0 0,0 0 0 0 0,-1 0 0 0 0,1 1-1 0 0,0-1 1 0 0,-1 1 0 0 0,1 0 0 0 0,-1-1 0 0 0,0 1-1 0 0,0 0 1 0 0,0 0 0 0 0,0 0 0 0 0,-1 0-1 0 0,1 0 1 0 0,-1 0 0 0 0,0 0 0 0 0,0 0 0 0 0,0-1-1 0 0,0 6 1 0 0,-3 16 133 0 0,0 0 0 0 0,-2 0-1 0 0,0-1 1 0 0,-13 35-1 0 0,7-25-276 0 0,-7 35 0 0 0,18-66 97 0 0,-1-1 1 0 0,1 1-1 0 0,0-1 1 0 0,-1 0-1 0 0,1 1 1 0 0,0-1-1 0 0,0 1 0 0 0,0-1 1 0 0,0 1-1 0 0,0-1 1 0 0,0 1-1 0 0,1-1 1 0 0,-1 1-1 0 0,0-1 0 0 0,1 1 1 0 0,-1-1-1 0 0,1 1 1 0 0,0-1-1 0 0,-1 0 0 0 0,1 1 1 0 0,0-1-1 0 0,0 0 1 0 0,0 0-1 0 0,0 0 1 0 0,1 2-1 0 0,0-2 1 0 0,0 0-1 0 0,0-1 1 0 0,0 1-1 0 0,0-1 1 0 0,0 1-1 0 0,0-1 1 0 0,0 1 0 0 0,0-1-1 0 0,0 0 1 0 0,0 0-1 0 0,0 0 1 0 0,0 0-1 0 0,0 0 1 0 0,0-1 0 0 0,4 0-1 0 0,7-3 48 0 0,-1 0-1 0 0,1-1 0 0 0,-1 0 1 0 0,16-9-1 0 0,-7 1-182 0 0,1 2-1 0 0,0 0 1 0 0,1 2-1 0 0,0 0 1 0 0,0 2-1 0 0,48-10 1 0 0,-52 15-1248 0 0,-1-1-3539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2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66 239 2761 0 0,'-2'1'78'0'0,"0"-1"1"0"0,0 1 0 0 0,1-1-1 0 0,-1 0 1 0 0,0 0 0 0 0,0 1 0 0 0,0-1-1 0 0,1 0 1 0 0,-1-1 0 0 0,0 1-1 0 0,0 0 1 0 0,1 0 0 0 0,-1-1 0 0 0,0 1-1 0 0,0-1 1 0 0,1 0 0 0 0,-1 1-1 0 0,0-1 1 0 0,1 0 0 0 0,-1 0 0 0 0,-2-2-1 0 0,2 1 126 0 0,0 0-1 0 0,0-1 0 0 0,0 1 0 0 0,0-1 0 0 0,1 1 1 0 0,-1-1-1 0 0,1 0 0 0 0,-1 0 0 0 0,1 0 0 0 0,0 0 1 0 0,-1-5-1 0 0,0 2 53 0 0,1 0-1 0 0,0 0 1 0 0,1 1 0 0 0,0-1-1 0 0,-1 0 1 0 0,2 0 0 0 0,-1 0-1 0 0,1 0 1 0 0,0 1 0 0 0,0-1-1 0 0,0 0 1 0 0,1 1 0 0 0,4-10-1 0 0,1 4 3 0 0,0 0 0 0 0,1 1-1 0 0,1 0 1 0 0,13-13 0 0 0,-17 19-185 0 0,-1-1 1 0 0,1 2 0 0 0,0-1-1 0 0,0 0 1 0 0,0 1 0 0 0,0 0-1 0 0,1 0 1 0 0,-1 1 0 0 0,1 0-1 0 0,0 0 1 0 0,10-3 0 0 0,-15 5-60 0 0,0 1 1 0 0,-1-1 0 0 0,1 0-1 0 0,-1 0 1 0 0,1 1-1 0 0,0-1 1 0 0,-1 0 0 0 0,1 1-1 0 0,-1-1 1 0 0,1 0-1 0 0,-1 1 1 0 0,1-1 0 0 0,-1 1-1 0 0,1-1 1 0 0,-1 1 0 0 0,1-1-1 0 0,-1 1 1 0 0,0-1-1 0 0,1 1 1 0 0,-1 0 0 0 0,0-1-1 0 0,1 1 1 0 0,-1-1-1 0 0,0 1 1 0 0,0 0 0 0 0,0-1-1 0 0,0 1 1 0 0,1 0 0 0 0,-1-1-1 0 0,0 1 1 0 0,0 0-1 0 0,0-1 1 0 0,0 1 0 0 0,-1 0-1 0 0,1-1 1 0 0,0 1-1 0 0,0 1 1 0 0,-4 32 245 0 0,3-30-203 0 0,-15 75 813 0 0,10-54-782 0 0,0-1 0 0 0,2 2 0 0 0,1-1 0 0 0,0 41 0 0 0,3-63-89 0 0,0 0 0 0 0,1 0 0 0 0,-1 1 0 0 0,1-1 0 0 0,-1 0 0 0 0,1 0 1 0 0,0-1-1 0 0,0 1 0 0 0,0 0 0 0 0,0 0 0 0 0,1 0 0 0 0,-1-1 1 0 0,1 1-1 0 0,-1 0 0 0 0,1-1 0 0 0,0 0 0 0 0,0 1 0 0 0,0-1 0 0 0,0 0 1 0 0,1 0-1 0 0,-1 0 0 0 0,1 0 0 0 0,-1-1 0 0 0,1 1 0 0 0,0-1 1 0 0,-1 1-1 0 0,1-1 0 0 0,0 0 0 0 0,0 0 0 0 0,0 0 0 0 0,3 0 1 0 0,-1 0 14 0 0,1-1 0 0 0,-1 0 0 0 0,0 0 0 0 0,0-1 0 0 0,1 1 1 0 0,-1-1-1 0 0,0 0 0 0 0,0-1 0 0 0,0 1 0 0 0,0-1 0 0 0,0 0 1 0 0,0 0-1 0 0,-1 0 0 0 0,1-1 0 0 0,0 0 0 0 0,-1 0 0 0 0,5-4 1 0 0,-2 1 217 0 0,-1 0 0 0 0,1 0 0 0 0,-1-1 0 0 0,-1 0 0 0 0,1 0 0 0 0,-1-1 0 0 0,7-12 0 0 0,-11 18-182 0 0,-1 1-1 0 0,1-1 1 0 0,0 0 0 0 0,-1 1 0 0 0,0-1 0 0 0,1 0-1 0 0,-1 0 1 0 0,0 0 0 0 0,0 1 0 0 0,0-1 0 0 0,0 0 0 0 0,0 0-1 0 0,0 0 1 0 0,0 1 0 0 0,-1-1 0 0 0,1 0 0 0 0,-2-3-1 0 0,1 3-23 0 0,0 0 1 0 0,-1 1-1 0 0,1-1 0 0 0,-1 0 0 0 0,0 1 0 0 0,1-1 0 0 0,-1 1 0 0 0,0 0 0 0 0,0-1 0 0 0,0 1 0 0 0,0 0 1 0 0,0 0-1 0 0,0 0 0 0 0,0 1 0 0 0,0-1 0 0 0,0 0 0 0 0,-1 1 0 0 0,-2-1 0 0 0,-8-1-19 0 0,1 1-1 0 0,-1 1 1 0 0,0 0 0 0 0,0 0-1 0 0,0 1 1 0 0,-25 6-1 0 0,17-3-298 0 0,-13 1-295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3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7834 0 0,'0'0'27'0'0,"0"0"0"0"0,0 0 1 0 0,0 0-1 0 0,0 0 0 0 0,0 0 0 0 0,0 0 1 0 0,-1 0-1 0 0,1 0 0 0 0,0 0 1 0 0,0 0-1 0 0,0 0 0 0 0,0 0 1 0 0,0 0-1 0 0,-1 0 0 0 0,1 0 0 0 0,0 0 1 0 0,0 0-1 0 0,0 0 0 0 0,0 0 1 0 0,0 0-1 0 0,0 0 0 0 0,-1 0 0 0 0,1 0 1 0 0,0 0-1 0 0,0 0 0 0 0,0 0 1 0 0,0 0-1 0 0,0 0 0 0 0,0 0 1 0 0,0 0-1 0 0,-1 0 0 0 0,1 0 0 0 0,0 1 1 0 0,0-1-1 0 0,0 0 0 0 0,0 0 1 0 0,0 0-1 0 0,0 0 0 0 0,0 0 1 0 0,0 0-1 0 0,0 0 0 0 0,0 1 0 0 0,0-1 1 0 0,0 0-1 0 0,0 0 0 0 0,0 0 1 0 0,0 0-1 0 0,0 0 0 0 0,0 1 0 0 0,0-1 1 0 0,0 0-1 0 0,0 0 0 0 0,0 0 1 0 0,0 0-1 0 0,0 0 0 0 0,0 16 1094 0 0,5 26 510 0 0,-3-30-965 0 0,11 112 2178 0 0,-9-69-3142 0 0,3 0 0 0 0,1-1 0 0 0,17 54 0 0 0,-18-89-1251 0 0,-1-4-3204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3.7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1 5065 0 0,'0'0'390'0'0,"-1"20"1417"0"0,-11 36-898 0 0,-2 0 0 0 0,-21 54 0 0 0,22-71-1001 0 0,32-109-4179 0 0,-14 46 4425 0 0,2 0 0 0 0,0 0 0 0 0,19-38 1 0 0,-26 61-71 0 0,1 0-1 0 0,-1 0 1 0 0,1 0 0 0 0,0 0 0 0 0,-1 1 0 0 0,1-1 0 0 0,0 0-1 0 0,-1 0 1 0 0,1 1 0 0 0,0-1 0 0 0,0 1 0 0 0,0-1 0 0 0,0 1-1 0 0,0-1 1 0 0,0 1 0 0 0,0-1 0 0 0,0 1 0 0 0,0 0 0 0 0,0-1-1 0 0,0 1 1 0 0,0 0 0 0 0,0 0 0 0 0,0 0 0 0 0,0 0 0 0 0,0 0 0 0 0,0 0-1 0 0,0 0 1 0 0,0 0 0 0 0,0 0 0 0 0,0 1 0 0 0,0-1 0 0 0,0 0-1 0 0,0 1 1 0 0,0-1 0 0 0,0 1 0 0 0,0-1 0 0 0,0 1 0 0 0,0-1-1 0 0,-1 1 1 0 0,1-1 0 0 0,0 1 0 0 0,1 1 0 0 0,6 4 213 0 0,-1 0 1 0 0,1 1-1 0 0,9 12 1 0 0,-10-11-190 0 0,10 8-75 0 0,0 0-1 0 0,2 0 0 0 0,-1-2 0 0 0,2-1 0 0 0,0 0 1 0 0,40 19-1 0 0,-19-15-122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4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53 8754 0 0,'8'-1'836'0'0,"-1"0"1"0"0,0 0 0 0 0,0-1-1 0 0,12-5 1 0 0,15-3 1207 0 0,136-17 1415 0 0,-141 25-3750 0 0,0 1 0 0 0,0 1 0 0 0,0 1 0 0 0,28 5 0 0 0,-37-2-1003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4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6449 0 0,'-22'11'8486'0'0,"31"3"-5316"0"0,40 26 239 0 0,-41-35-3258 0 0,1 1 0 0 0,-1 1 1 0 0,0 0-1 0 0,-1 0 0 0 0,1 0 0 0 0,-1 1 0 0 0,10 16 1 0 0,-13-18-149 0 0,-1 1 0 0 0,0 0 0 0 0,0 0 0 0 0,0 0 1 0 0,-1 0-1 0 0,0 0 0 0 0,-1 0 0 0 0,0 1 1 0 0,0-1-1 0 0,0 1 0 0 0,-1-1 0 0 0,0 1 1 0 0,-1 8-1 0 0,-2-2-35 0 0,0 0 0 0 0,0 0 0 0 0,-1-1 1 0 0,-1 1-1 0 0,0-1 0 0 0,-8 14 0 0 0,-1-2-213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5.1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7834 0 0,'2'1'2539'0'0,"59"19"2499"0"0,-32-3-4942 0 0,0 0-1 0 0,-1 2 1 0 0,33 29 0 0 0,-21-16-2216 0 0,-22-18-2896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5.4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1 8754 0 0,'-6'13'580'0'0,"0"0"0"0"0,1 1 0 0 0,-7 27 0 0 0,-2 4 10 0 0,-107 235 362 0 0,111-265-2559 0 0,0-3-88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6.1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0,'2'3'146'0'0,"0"-1"0"0"0,0 0 0 0 0,0 0 0 0 0,0 0 1 0 0,0 0-1 0 0,1-1 0 0 0,-1 1 0 0 0,1 0 1 0 0,-1-1-1 0 0,1 0 0 0 0,3 2 0 0 0,2 1 332 0 0,25 15 1296 0 0,67 29-1 0 0,-90-44-1742 0 0,0 0 0 0 0,1-1 0 0 0,0 0-1 0 0,0-1 1 0 0,0 0 0 0 0,0 0 0 0 0,0-1 0 0 0,0-1-1 0 0,0 0 1 0 0,1 0 0 0 0,12-3 0 0 0,-18 2-166 0 0,-1-1 0 0 0,0 0 0 0 0,0 0 0 0 0,-1 0 0 0 0,1-1 0 0 0,0 0 0 0 0,-1 0 0 0 0,1 0 0 0 0,-1 0 0 0 0,0-1 0 0 0,0 1 0 0 0,-1-1 0 0 0,1 0 0 0 0,-1 0 0 0 0,1-1 0 0 0,-1 1 0 0 0,-1-1 0 0 0,1 1 0 0 0,-1-1 0 0 0,3-7 0 0 0,2-5-387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6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0 5065 0 0,'-12'35'1564'0'0,"1"1"0"0"0,2 0-1 0 0,-5 47 1 0 0,8-51-659 0 0,5-24-708 0 0,-1 0-1 0 0,1-1 1 0 0,1 1 0 0 0,-1 0-1 0 0,1 0 1 0 0,1-1-1 0 0,-1 1 1 0 0,1 0 0 0 0,1 0-1 0 0,0-1 1 0 0,3 11-1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49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243 34 4681 0 0,'-37'23'17'0'0,"28"-16"132"0"0,0-1 0 0 0,0 0 1 0 0,-1-1-1 0 0,0 0 0 0 0,0 0 0 0 0,-1-1 1 0 0,-19 5-1 0 0,29-9-16 0 0,0 0 1 0 0,0-1-1 0 0,0 1 1 0 0,0 0-1 0 0,0 0 1 0 0,0-1-1 0 0,0 1 1 0 0,0-1-1 0 0,0 1 0 0 0,1-1 1 0 0,-1 1-1 0 0,0-1 1 0 0,0 0-1 0 0,0 1 1 0 0,1-1-1 0 0,-1 0 1 0 0,0 0-1 0 0,1 1 1 0 0,-1-1-1 0 0,0 0 0 0 0,1 0 1 0 0,-1 0-1 0 0,1 0 1 0 0,0 0-1 0 0,-1 0 1 0 0,1 0-1 0 0,-1-1 1 0 0,1 0-12 0 0,-1 1-1 0 0,1-1 1 0 0,-1 1 0 0 0,0-1 0 0 0,0 1 0 0 0,0-1 0 0 0,1 1 0 0 0,-1 0 0 0 0,0 0 0 0 0,-1 0 0 0 0,1-1 0 0 0,0 1 0 0 0,0 0 0 0 0,0 0 0 0 0,-1 0-1 0 0,1 1 1 0 0,0-1 0 0 0,-4-1 0 0 0,-25 4 1165 0 0,28-2-1088 0 0,-1 1-1 0 0,0 0 1 0 0,0-1 0 0 0,1 0-1 0 0,-1 0 1 0 0,0 0-1 0 0,0 0 1 0 0,1 0-1 0 0,-1 0 1 0 0,-4-2 0 0 0,8 0-77 0 0,1 0 0 0 0,0-1 0 0 0,-1 1 1 0 0,1 0-1 0 0,0 1 0 0 0,0-1 0 0 0,1 0 1 0 0,2-1-1 0 0,5-3 44 0 0,0 0 0 0 0,0 1 0 0 0,1 1 1 0 0,0 0-1 0 0,0 0 0 0 0,0 1 0 0 0,1 0 0 0 0,-1 1 0 0 0,13-1 1 0 0,7 1 0 0 0,0 1 1 0 0,35 3-1 0 0,-61-2-166 0 0,0 0-1 0 0,-1 1 1 0 0,1-1 0 0 0,0 1-1 0 0,-1 0 1 0 0,1 1-1 0 0,-1-1 1 0 0,0 1 0 0 0,1-1-1 0 0,-1 2 1 0 0,0-1-1 0 0,0 0 1 0 0,0 1 0 0 0,4 3-1 0 0,-6-3-14 0 0,1-1-1 0 0,-1 1 0 0 0,0 0 1 0 0,-1 1-1 0 0,1-1 0 0 0,0 0 1 0 0,-1 0-1 0 0,0 1 0 0 0,0-1 1 0 0,0 1-1 0 0,0-1 0 0 0,0 1 1 0 0,-1-1-1 0 0,0 1 1 0 0,1 0-1 0 0,-1-1 0 0 0,0 1 1 0 0,-2 6-1 0 0,-4 28-186 0 0,-2 0-1 0 0,-1-1 1 0 0,-16 38-1 0 0,12-38 165 0 0,2 1-1 0 0,1 0 1 0 0,-7 57-1 0 0,16-84 4 0 0,0 0 0 0 0,1 0 0 0 0,1 1 0 0 0,0-1-1 0 0,0 0 1 0 0,1 0 0 0 0,0 0 0 0 0,1 0 0 0 0,0-1 0 0 0,1 1 0 0 0,0-1-1 0 0,1 1 1 0 0,0-2 0 0 0,1 1 0 0 0,0 0 0 0 0,10 12 0 0 0,-5-11-809 0 0,0-1-251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0 260 7370 0 0,'1'-2'73'0'0,"0"-1"1"0"0,1 0-1 0 0,-1 1 1 0 0,0-1 0 0 0,1 1-1 0 0,-1 0 1 0 0,1-1-1 0 0,0 1 1 0 0,0 0-1 0 0,0 0 1 0 0,0 0 0 0 0,0 0-1 0 0,0 0 1 0 0,1 1-1 0 0,4-4 1 0 0,5-4 205 0 0,31-28-818 0 0,2 2 0 0 0,1 1 0 0 0,96-50-1 0 0,-114 72 500 0 0,0 2-20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87 299 4609 0 0,'-3'0'164'0'0,"0"0"1"0"0,0 0-1 0 0,0-1 0 0 0,0 1 1 0 0,0-1-1 0 0,0 0 0 0 0,0 0 1 0 0,0 0-1 0 0,0 0 0 0 0,1 0 1 0 0,-1-1-1 0 0,0 1 0 0 0,1-1 1 0 0,0 0-1 0 0,-1 0 1 0 0,1 1-1 0 0,0-2 0 0 0,0 1 1 0 0,0 0-1 0 0,0 0 0 0 0,0-1 1 0 0,0 1-1 0 0,1-1 0 0 0,-1 1 1 0 0,1-1-1 0 0,0 0 0 0 0,-1 0 1 0 0,2 1-1 0 0,-1-1 0 0 0,0 0 1 0 0,0 0-1 0 0,0-6 0 0 0,0 3 86 0 0,1 0-1 0 0,-1-1 0 0 0,1 1 0 0 0,0-1 1 0 0,1 1-1 0 0,0-1 0 0 0,0 1 0 0 0,0-1 1 0 0,1 1-1 0 0,0 0 0 0 0,0 0 0 0 0,0 0 0 0 0,1 0 1 0 0,5-9-1 0 0,-8 15-222 0 0,18-25 736 0 0,23-27 0 0 0,-36 47-743 0 0,0-1 0 0 0,1 1 1 0 0,-1 0-1 0 0,1 1 0 0 0,0-1 1 0 0,0 1-1 0 0,1 0 0 0 0,-1 1 1 0 0,1-1-1 0 0,12-3 0 0 0,-18 6-20 0 0,1 1 0 0 0,-1 0-1 0 0,0 0 1 0 0,1-1-1 0 0,-1 1 1 0 0,0 0 0 0 0,1 0-1 0 0,-1 0 1 0 0,0 0-1 0 0,1 0 1 0 0,-1 1 0 0 0,0-1-1 0 0,1 0 1 0 0,-1 1-1 0 0,0-1 1 0 0,1 1 0 0 0,-1-1-1 0 0,0 1 1 0 0,0-1-1 0 0,0 1 1 0 0,0 0 0 0 0,1 0-1 0 0,-1 0 1 0 0,1 1-1 0 0,0 1 4 0 0,0-1-1 0 0,-1 1 1 0 0,1-1 0 0 0,-1 1-1 0 0,0 0 1 0 0,0 0-1 0 0,0 0 1 0 0,0 0 0 0 0,0 0-1 0 0,0 5 1 0 0,0 4 24 0 0,0 1 0 0 0,-1-1 1 0 0,-1 1-1 0 0,-2 17 0 0 0,-5 10-273 0 0,-15 40-1 0 0,11-41-178 0 0,-11 60 0 0 0,21-88 342 0 0,1 1 0 0 0,0 0 0 0 0,1-1 1 0 0,0 1-1 0 0,1 0 0 0 0,0-1 0 0 0,1 1 0 0 0,0-1 1 0 0,7 20-1 0 0,-7-26 16 0 0,0-1 0 0 0,0 1 0 0 0,0-1 0 0 0,1 1 0 0 0,-1-1 0 0 0,1 0 0 0 0,0 0 0 0 0,0 0 0 0 0,1-1 0 0 0,-1 1 0 0 0,1-1 0 0 0,0 1 0 0 0,0-1 0 0 0,0-1 0 0 0,0 1 0 0 0,0 0 0 0 0,1-1 0 0 0,8 3 0 0 0,-10-4 60 0 0,1 0 0 0 0,0 0 0 0 0,0-1 0 0 0,-1 0 0 0 0,1 1 0 0 0,0-1 0 0 0,0-1 0 0 0,0 1 0 0 0,-1-1-1 0 0,1 1 1 0 0,0-1 0 0 0,0 0 0 0 0,-1 0 0 0 0,1-1 0 0 0,-1 1 0 0 0,1-1 0 0 0,-1 1 0 0 0,0-1 0 0 0,0 0 0 0 0,1-1 0 0 0,-1 1 0 0 0,-1 0 0 0 0,1-1 0 0 0,0 0 0 0 0,2-3 0 0 0,-1 2 193 0 0,0-1 0 0 0,0 1 1 0 0,-1-1-1 0 0,1 0 1 0 0,-1 0-1 0 0,-1 0 1 0 0,1 0-1 0 0,-1-1 0 0 0,0 1 1 0 0,0-1-1 0 0,0 0 1 0 0,-1 1-1 0 0,0-1 1 0 0,0 0-1 0 0,0 0 0 0 0,-1 0 1 0 0,0-7-1 0 0,-1 8-26 0 0,0 0 0 0 0,0 0 0 0 0,-1-1 0 0 0,1 1-1 0 0,-1 1 1 0 0,0-1 0 0 0,-1 0 0 0 0,1 0 0 0 0,-1 1-1 0 0,0 0 1 0 0,0-1 0 0 0,-1 1 0 0 0,1 0 0 0 0,-1 1 0 0 0,0-1-1 0 0,0 1 1 0 0,0-1 0 0 0,0 1 0 0 0,-7-3 0 0 0,-3-1-14 0 0,0 1 1 0 0,0 0 0 0 0,0 2-1 0 0,-1-1 1 0 0,0 2 0 0 0,0 0-1 0 0,0 1 1 0 0,0 0 0 0 0,0 1 0 0 0,-18 1-1 0 0,8 0-1047 0 0,1-2-1 0 0,-40-7 1 0 0,52 5-1042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0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47 4609 0 0,'3'-5'-175'0'0,"13"-20"2520"0"0,-15 24-1854 0 0,0-1 0 0 0,0 1 0 0 0,0 0 0 0 0,1-1 0 0 0,-1 1 1 0 0,0 0-1 0 0,1 0 0 0 0,-1 0 0 0 0,1-1 0 0 0,-1 2 0 0 0,1-1 0 0 0,2-1 0 0 0,-4 5 29 0 0,1 1 0 0 0,-1-1 1 0 0,0 1-1 0 0,0-1 0 0 0,-1 1 0 0 0,1-1 1 0 0,-1 1-1 0 0,-1 4 0 0 0,-10 44 756 0 0,4-21-1077 0 0,1-1 0 0 0,1 1 0 0 0,2 1 1 0 0,1-1-1 0 0,2 53 0 0 0,1-78-186 0 0,1-1-1 0 0,0 1 0 0 0,0-1 0 0 0,1 0 1 0 0,-1 1-1 0 0,1-1 0 0 0,1 0 1 0 0,-1 0-1 0 0,1 0 0 0 0,-1 0 0 0 0,1-1 1 0 0,1 1-1 0 0,-1-1 0 0 0,1 1 1 0 0,-1-1-1 0 0,1 0 0 0 0,0-1 0 0 0,1 1 1 0 0,-1-1-1 0 0,1 0 0 0 0,5 3 1 0 0,-3-2-21 0 0,1-1 0 0 0,0-1 1 0 0,-1 1-1 0 0,1-1 0 0 0,0-1 0 0 0,1 1 1 0 0,-1-1-1 0 0,0-1 0 0 0,0 1 1 0 0,0-1-1 0 0,1-1 0 0 0,-1 0 1 0 0,13-2-1 0 0,6-4-754 0 0,0-1 0 0 0,34-14 0 0 0,-30 8-2454 0 0,45-27-1 0 0,-67 36 3188 0 0,-1-2 29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1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 7370 0 0,'-3'4'693'0'0,"1"1"0"0"0,0 0 0 0 0,0 0 0 0 0,0-1 0 0 0,1 1 1 0 0,0 1-1 0 0,-1-1 0 0 0,2 0 0 0 0,-1 6 0 0 0,-2 6 468 0 0,-10 48 1453 0 0,-6 93 0 0 0,18-123-2620 0 0,0-1-1 0 0,2 0 1 0 0,2 1 0 0 0,11 52 0 0 0,-5-54-289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1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7370 0 0,'0'0'568'0'0,"-9"39"3921"0"0,8-34-4289 0 0,1 0 0 0 0,0 0 0 0 0,0 0 0 0 0,0 0 0 0 0,0 0 0 0 0,1 0 0 0 0,0 1 0 0 0,0-1 0 0 0,0-1 0 0 0,1 1 0 0 0,0 0 0 0 0,0 0 0 0 0,0 0 0 0 0,4 6 0 0 0,-4-9-113 0 0,0 1 0 0 0,1-1 0 0 0,-1 0 1 0 0,0 1-1 0 0,1-1 0 0 0,0 0 0 0 0,0-1 0 0 0,-1 1 0 0 0,1 0 0 0 0,0-1 1 0 0,0 0-1 0 0,0 1 0 0 0,1-1 0 0 0,-1 0 0 0 0,0-1 0 0 0,0 1 0 0 0,0 0 1 0 0,1-1-1 0 0,-1 0 0 0 0,0 0 0 0 0,1 0 0 0 0,-1 0 0 0 0,7-2 0 0 0,-8 2-78 0 0,0 0-1 0 0,0 0 0 0 0,0 0 0 0 0,0 0 0 0 0,0-1 0 0 0,0 1 0 0 0,-1-1 0 0 0,1 1 0 0 0,0-1 0 0 0,0 0 0 0 0,0 0 1 0 0,0 0-1 0 0,-1 0 0 0 0,1 0 0 0 0,0 0 0 0 0,-1 0 0 0 0,1-1 0 0 0,-1 1 0 0 0,1-1 0 0 0,-1 1 0 0 0,0-1 0 0 0,0 1 1 0 0,0-1-1 0 0,0 0 0 0 0,0 1 0 0 0,0-1 0 0 0,0 0 0 0 0,0 0 0 0 0,0 0 0 0 0,-1 0 0 0 0,1 0 0 0 0,-1 0 0 0 0,0 0 1 0 0,1 0-1 0 0,-1 0 0 0 0,0 0 0 0 0,0 0 0 0 0,0 0 0 0 0,-1 0 0 0 0,1 0 0 0 0,0 0 0 0 0,-1 1 0 0 0,1-1 0 0 0,-2-3 1 0 0,1 1-184 0 0,-1 0 1 0 0,0 0 0 0 0,0 0 0 0 0,0 0 0 0 0,0 0-1 0 0,-1 0 1 0 0,0 1 0 0 0,1-1 0 0 0,-1 1 0 0 0,-1-1 0 0 0,1 1-1 0 0,0 0 1 0 0,-1 1 0 0 0,1-1 0 0 0,-1 0 0 0 0,0 1 0 0 0,0 0-1 0 0,0 0 1 0 0,-6-2 0 0 0,-6 1-5095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9 6449 0 0,'0'-1'85'0'0,"0"1"0"0"0,0 0 0 0 0,0-1 0 0 0,0 1-1 0 0,0 0 1 0 0,0 0 0 0 0,0-1 0 0 0,-1 1-1 0 0,1 0 1 0 0,0-1 0 0 0,0 1 0 0 0,0 0 0 0 0,0 0-1 0 0,0-1 1 0 0,0 1 0 0 0,0 0 0 0 0,-1 0-1 0 0,1-1 1 0 0,0 1 0 0 0,0 0 0 0 0,0 0 0 0 0,-1-1-1 0 0,1 1 1 0 0,0 0 0 0 0,0 0 0 0 0,-1 0 0 0 0,1 0-1 0 0,0-1 1 0 0,0 1 0 0 0,-1 0 0 0 0,1 0-1 0 0,0 0 1 0 0,0 0 0 0 0,-1 0 0 0 0,1 0 0 0 0,0 0-1 0 0,-1 0 1 0 0,1 0 0 0 0,-1 0 0 0 0,-5 11 3166 0 0,0 13-1464 0 0,5-15-1574 0 0,0-1 1 0 0,0 1-1 0 0,1 0 0 0 0,1 0 0 0 0,-1-1 0 0 0,1 1 1 0 0,1 0-1 0 0,3 14 0 0 0,-3-19-195 0 0,-1 0 0 0 0,0 0 1 0 0,1 1-1 0 0,0-1 0 0 0,0 0 0 0 0,0-1 0 0 0,1 1 1 0 0,-1 0-1 0 0,1 0 0 0 0,0-1 0 0 0,0 0 0 0 0,0 0 1 0 0,0 1-1 0 0,0-2 0 0 0,1 1 0 0 0,0 0 0 0 0,-1-1 0 0 0,6 3 1 0 0,-9-5 0 0 0,1 1-1 0 0,0-1 1 0 0,-1 1 0 0 0,1-1 0 0 0,0 1 0 0 0,-1-1 0 0 0,1 0 0 0 0,0 1-1 0 0,0-1 1 0 0,0 0 0 0 0,-1 0 0 0 0,1 0 0 0 0,0 0 0 0 0,0 1 0 0 0,0-1-1 0 0,0 0 1 0 0,0 0 0 0 0,-1-1 0 0 0,1 1 0 0 0,0 0 0 0 0,0 0 0 0 0,0 0-1 0 0,-1 0 1 0 0,1-1 0 0 0,0 1 0 0 0,0 0 0 0 0,0-1 0 0 0,-1 1 0 0 0,1-1-1 0 0,0 1 1 0 0,-1-1 0 0 0,1 1 0 0 0,0-1 0 0 0,-1 1 0 0 0,1-1 0 0 0,-1 0-1 0 0,1 1 1 0 0,-1-1 0 0 0,1 0 0 0 0,-1 1 0 0 0,1-1 0 0 0,-1 0 0 0 0,0 0-1 0 0,1 1 1 0 0,-1-1 0 0 0,0 0 0 0 0,0 0 0 0 0,0 0 0 0 0,1 1 0 0 0,-1-1-1 0 0,0 0 1 0 0,0 0 0 0 0,0 0 0 0 0,0 0 0 0 0,0 0 0 0 0,-1 1 0 0 0,1-1-1 0 0,0 0 1 0 0,0 0 0 0 0,-1-1 0 0 0,0-5-256 0 0,-1 0 1 0 0,1 0-1 0 0,-2 1 1 0 0,1-1-1 0 0,-6-11 0 0 0,-7 0-5005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4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7370 0 0,'-4'14'9260'0'0,"4"-7"-9046"0"0,0 45 2046 0 0,0-48-2261 0 0,0 0-1 0 0,1-1 1 0 0,-1 1-1 0 0,1-1 1 0 0,0 1-1 0 0,0-1 0 0 0,0 0 1 0 0,1 1-1 0 0,-1-1 1 0 0,1 0-1 0 0,0 0 1 0 0,0 0-1 0 0,2 3 1 0 0,-7-38-10650 0 0,3 30 10961 0 0,-9-26-762 0 0,9 29 452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2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9674 0 0,'-4'9'211'0'0,"1"0"0"0"0,0 0 0 0 0,0 0 0 0 0,1 0 0 0 0,0 0 0 0 0,0 0 0 0 0,1 0 0 0 0,1 1-1 0 0,-1-1 1 0 0,2 1 0 0 0,1 17 0 0 0,-1-26-218 0 0,-1 0 0 0 0,0-1 0 0 0,0 1 0 0 0,0-1 0 0 0,0 1 0 0 0,0-1 1 0 0,0 1-1 0 0,1-1 0 0 0,-1 1 0 0 0,0-1 0 0 0,0 1 0 0 0,1-1 0 0 0,-1 1 0 0 0,0-1 0 0 0,1 1 0 0 0,-1-1 0 0 0,0 1 0 0 0,1-1 0 0 0,-1 0 0 0 0,1 1 0 0 0,-1-1 0 0 0,1 0 0 0 0,-1 1 0 0 0,1-1 0 0 0,-1 0 0 0 0,1 0 0 0 0,-1 0 0 0 0,1 1 0 0 0,-1-1 0 0 0,1 0 0 0 0,0 0 0 0 0,0 0 45 0 0,0-1 0 0 0,0 1 0 0 0,0 0 0 0 0,0-1 0 0 0,0 0-1 0 0,0 1 1 0 0,0-1 0 0 0,0 1 0 0 0,-1-1 0 0 0,1 0 0 0 0,0 0-1 0 0,0 1 1 0 0,0-1 0 0 0,0-2 0 0 0,18-33 1772 0 0,-18 34-1746 0 0,0-1-1 0 0,-1 0 1 0 0,1 0-1 0 0,-1 0 1 0 0,0 1-1 0 0,0-1 1 0 0,0 0-1 0 0,0 0 1 0 0,-1 0-1 0 0,1 1 1 0 0,-1-1-1 0 0,-1-4 1 0 0,2 6-63 0 0,0 1 1 0 0,-1-1-1 0 0,1 1 1 0 0,0-1-1 0 0,-1 1 1 0 0,1-1 0 0 0,0 1-1 0 0,-1-1 1 0 0,1 1-1 0 0,-1-1 1 0 0,1 1-1 0 0,-1-1 1 0 0,1 1 0 0 0,-1 0-1 0 0,1-1 1 0 0,-1 1-1 0 0,1 0 1 0 0,-1 0-1 0 0,0-1 1 0 0,1 1 0 0 0,-1 0-1 0 0,1 0 1 0 0,-2 0-1 0 0,1 0-29 0 0,0 0-1 0 0,-1 0 1 0 0,1 1-1 0 0,-1-1 1 0 0,1 0-1 0 0,0 1 1 0 0,-1-1-1 0 0,1 1 0 0 0,0 0 1 0 0,-1-1-1 0 0,1 1 1 0 0,0 0-1 0 0,0 0 1 0 0,-2 1-1 0 0,-2 3-475 0 0,0 0 1 0 0,0 0-1 0 0,1 1 0 0 0,0 0 0 0 0,0-1 0 0 0,0 1 0 0 0,1 1 1 0 0,-4 6-1 0 0,3-2-3356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3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5065 0 0,'-5'28'6372'0'0,"1"-10"-2668"0"0,-4 37 0 0 0,8-51-3493 0 0,0 1 0 0 0,0-1 0 0 0,0 1 1 0 0,1-1-1 0 0,-1 1 0 0 0,1-1 0 0 0,0 0 1 0 0,1 1-1 0 0,-1-1 0 0 0,1 0 0 0 0,-1 0 1 0 0,1 0-1 0 0,4 6 0 0 0,-5-9-219 0 0,0 0 1 0 0,-1 0-1 0 0,1-1 0 0 0,0 1 0 0 0,0 0 1 0 0,0-1-1 0 0,-1 1 0 0 0,1-1 1 0 0,0 1-1 0 0,0-1 0 0 0,0 0 1 0 0,0 1-1 0 0,0-1 0 0 0,0 0 0 0 0,0 1 1 0 0,0-1-1 0 0,0 0 0 0 0,0 0 1 0 0,0 0-1 0 0,0 0 0 0 0,0 0 0 0 0,0 0 1 0 0,0 0-1 0 0,0-1 0 0 0,0 1 1 0 0,0 0-1 0 0,0-1 0 0 0,0 1 1 0 0,0 0-1 0 0,0-1 0 0 0,0 1 0 0 0,0-1 1 0 0,0 1-1 0 0,0-1 0 0 0,0 0 1 0 0,-1 1-1 0 0,1-1 0 0 0,0 0 1 0 0,0 0-1 0 0,-1 1 0 0 0,1-1 0 0 0,0-1 1 0 0,0 1-67 0 0,0 0 1 0 0,0 0-1 0 0,-1 0 1 0 0,1 0-1 0 0,0 0 1 0 0,-1 0-1 0 0,1 0 1 0 0,-1 0-1 0 0,1-1 1 0 0,-1 1-1 0 0,0 0 1 0 0,1 0-1 0 0,-1 0 1 0 0,0 0-1 0 0,0-1 1 0 0,0 1-1 0 0,0 0 1 0 0,0 0-1 0 0,0 0 1 0 0,0-1-1 0 0,0 1 1 0 0,0 0-1 0 0,-1 0 1 0 0,1 0-1 0 0,0 0 1 0 0,-1-1-1 0 0,1 1 1 0 0,-1 0-1 0 0,1 0 1 0 0,-1 0-1 0 0,0 0 1 0 0,1 0-1 0 0,-1 0 1 0 0,0 0-1 0 0,0 0 1 0 0,0 1-1 0 0,1-1 1 0 0,-1 0-1 0 0,-2-1 1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0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 10594 0 0,'0'4'140'0'0,"-1"0"1"0"0,1-1-1 0 0,-1 1 0 0 0,1 0 0 0 0,0 0 0 0 0,1 0 0 0 0,-1 0 1 0 0,1 0-1 0 0,-1 0 0 0 0,1-1 0 0 0,0 1 0 0 0,1 0 0 0 0,-1 0 1 0 0,1-1-1 0 0,-1 1 0 0 0,1-1 0 0 0,0 0 0 0 0,1 1 0 0 0,-1-1 1 0 0,0 0-1 0 0,1 0 0 0 0,0 0 0 0 0,-1-1 0 0 0,1 1 0 0 0,0-1 1 0 0,1 1-1 0 0,-1-1 0 0 0,4 2 0 0 0,-7-4-86 0 0,1 1 0 0 0,-1-1 0 0 0,1 0 1 0 0,-1 1-1 0 0,1-1 0 0 0,-1 0 0 0 0,1 0 0 0 0,-1 0 0 0 0,1 1 0 0 0,-1-1 0 0 0,1 0 1 0 0,0 0-1 0 0,-1 0 0 0 0,1 0 0 0 0,-1 0 0 0 0,1 0 0 0 0,-1 0 0 0 0,1 0 0 0 0,0 0 1 0 0,-1 0-1 0 0,1 0 0 0 0,-1 0 0 0 0,1 0 0 0 0,-1-1 0 0 0,1 1 0 0 0,-1 0 0 0 0,1 0 0 0 0,-1-1 1 0 0,1 1-1 0 0,-1 0 0 0 0,1-1 0 0 0,0 0 0 0 0,0 0 28 0 0,-1 0 1 0 0,1-1-1 0 0,-1 1 0 0 0,1 0 0 0 0,-1-1 0 0 0,0 1 1 0 0,0-1-1 0 0,0 1 0 0 0,1 0 0 0 0,-1-1 1 0 0,0 1-1 0 0,-1-3 0 0 0,-9-40 735 0 0,8 40-862 0 0,0 0 1 0 0,0 0-1 0 0,0 0 0 0 0,0 0 1 0 0,-1 0-1 0 0,0 0 1 0 0,0 1-1 0 0,0-1 1 0 0,0 1-1 0 0,0 0 1 0 0,-1 0-1 0 0,-6-5 1 0 0,4 5-664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1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19 3225 0 0,'-18'-18'7918'0'0,"17"29"-4554"0"0,15 115 1374 0 0,8 53-3515 0 0,-16-142-2011 0 0,2-1 0 0 0,22 62 0 0 0,-20-76-1337 0 0,0-6-3812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2.3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11522 0 0,'-1'1'109'0'0,"1"-1"0"0"0,0 0 0 0 0,-1 1-1 0 0,1-1 1 0 0,0 1 0 0 0,-1-1 0 0 0,1 1-1 0 0,0-1 1 0 0,0 1 0 0 0,0-1 0 0 0,-1 0-1 0 0,1 1 1 0 0,0 0 0 0 0,0-1 0 0 0,0 1-1 0 0,0-1 1 0 0,0 1 0 0 0,0-1 0 0 0,0 1-1 0 0,0-1 1 0 0,0 1 0 0 0,0-1 0 0 0,0 1-1 0 0,0-1 1 0 0,1 1 0 0 0,-1-1-1 0 0,0 1 1 0 0,0-1 0 0 0,0 1 0 0 0,1-1-1 0 0,-1 0 1 0 0,0 1 0 0 0,1 0 0 0 0,16 16-798 0 0,-2-1-23 0 0,-11-3 712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2.7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3209 0 0,'11'15'527'0'0,"-2"1"-1"0"0,0 0 1 0 0,0 1 0 0 0,-2 0 0 0 0,6 19 0 0 0,22 91 1181 0 0,-5 54-4676 0 0,-30-181 2934 0 0,0 0-1 0 0,0 0 0 0 0,0 0 0 0 0,0 0 1 0 0,0 1-1 0 0,0-1 0 0 0,0 0 0 0 0,0 0 1 0 0,0 0-1 0 0,0 0 0 0 0,0 1 0 0 0,0-1 1 0 0,0 0-1 0 0,0 0 0 0 0,0 0 0 0 0,0 0 1 0 0,0 0-1 0 0,0 1 0 0 0,0-1 0 0 0,0 0 1 0 0,0 0-1 0 0,0 0 0 0 0,0 0 0 0 0,0 1 0 0 0,0-1 1 0 0,0 0-1 0 0,0 0 0 0 0,0 0 0 0 0,0 0 1 0 0,0 0-1 0 0,1 1 0 0 0,-1-1 0 0 0,0 0 1 0 0,0 0-1 0 0,0 0 0 0 0,0 0 0 0 0,0 0 1 0 0,0 0-1 0 0,1 0 0 0 0,-1 0 0 0 0,0 0 1 0 0,0 1-1 0 0,0-1 0 0 0,0 0 0 0 0,1 0 1 0 0,-1 0-1 0 0,0 0 0 0 0,0 0 0 0 0,0 0 1 0 0,0 0-1 0 0,1 0 0 0 0,-1 0 0 0 0,0 0 1 0 0,0 0-1 0 0,0 0 0 0 0,0 0 0 0 0,0 0 0 0 0,1 0 1 0 0,-1-1-1 0 0,0 1 0 0 0,0 0 0 0 0,0 0 1 0 0,1 0-1 0 0,5-15-406 0 0,5-26 725 0 0,-11 39-396 0 0,9-54 181 0 0,-7 35-183 0 0,2 1 1 0 0,10-36 0 0 0,-12 51 225 0 0,0-1 1 0 0,0 1-1 0 0,0 0 1 0 0,1 0-1 0 0,0 1 0 0 0,0-1 1 0 0,0 0-1 0 0,0 1 1 0 0,1 0-1 0 0,0 0 1 0 0,0 0-1 0 0,0 0 1 0 0,0 0-1 0 0,1 1 0 0 0,4-3 1 0 0,-8 5 151 0 0,0 1-1 0 0,0-1 1 0 0,0 1 0 0 0,1-1-1 0 0,-1 1 1 0 0,0-1 0 0 0,0 1-1 0 0,0 0 1 0 0,0 0 0 0 0,1 0-1 0 0,-1 0 1 0 0,0-1 0 0 0,0 1-1 0 0,0 1 1 0 0,1-1 0 0 0,-1 0-1 0 0,0 0 1 0 0,0 0 0 0 0,0 1-1 0 0,0-1 1 0 0,0 0 0 0 0,1 1-1 0 0,-1-1 1 0 0,1 2 0 0 0,1 0 66 0 0,-1 0 1 0 0,0 0-1 0 0,0 0 1 0 0,0 0-1 0 0,0 1 1 0 0,0-1-1 0 0,0 1 1 0 0,-1-1-1 0 0,3 6 1 0 0,2 5 187 0 0,-1 1 1 0 0,0 0-1 0 0,2 17 1 0 0,-6-28-389 0 0,17 110 667 0 0,-13-75-952 0 0,1 0-1 0 0,13 40 1 0 0,-13-61-1165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1840 0 0,'3'16'2188'0'0,"0"0"0"0"0,1 0 0 0 0,11 26 0 0 0,25 45 1815 0 0,2 7-1850 0 0,-24-32-1829 0 0,-14-43-857 0 0,2-1 1 0 0,12 31 0 0 0</inkml:trace>
  <inkml:trace contextRef="#ctx0" brushRef="#br0" timeOffset="1">101 35 920 0 0,'2'-2'463'0'0,"0"-1"0"0"0,0 1-1 0 0,0-1 1 0 0,0 1 0 0 0,1 0-1 0 0,-1 0 1 0 0,1 0 0 0 0,-1 0-1 0 0,1 0 1 0 0,0 0 0 0 0,0 1-1 0 0,0-1 1 0 0,-1 1 0 0 0,1 0-1 0 0,1 0 1 0 0,4-1 0 0 0,-6 1-254 0 0,0 1 0 0 0,0-1 1 0 0,0 1-1 0 0,1 0 1 0 0,-1-1-1 0 0,0 1 0 0 0,0 0 1 0 0,0 0-1 0 0,1 0 1 0 0,-1 1-1 0 0,0-1 0 0 0,0 1 1 0 0,0-1-1 0 0,1 1 0 0 0,-1 0 1 0 0,0-1-1 0 0,0 1 1 0 0,0 0-1 0 0,0 0 0 0 0,-1 1 1 0 0,1-1-1 0 0,0 0 1 0 0,0 1-1 0 0,2 2 0 0 0,-1 1 13 0 0,0 0-1 0 0,0 1 1 0 0,-1 0 0 0 0,1-1-1 0 0,-1 1 1 0 0,-1 0-1 0 0,1 0 1 0 0,-1 0 0 0 0,0 0-1 0 0,0 1 1 0 0,-1-1-1 0 0,0 0 1 0 0,-1 11-1 0 0,1-12-193 0 0,-1 0-1 0 0,0 1 0 0 0,0-1 1 0 0,0 0-1 0 0,0 0 0 0 0,-1 0 1 0 0,0 0-1 0 0,0 0 0 0 0,0-1 0 0 0,-1 1 1 0 0,0 0-1 0 0,0-1 0 0 0,0 0 1 0 0,0 0-1 0 0,0 0 0 0 0,-8 6 0 0 0,3-6-2103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0 2761 0 0,'-2'7'631'0'0,"-1"6"2303"0"0,0 0 0 0 0,0 1 1 0 0,0 18-1 0 0,3-27-2213 0 0,0-1 0 0 0,0 0 0 0 0,1 1 0 0 0,0-1 0 0 0,0 0 0 0 0,0 0 0 0 0,2 7 0 0 0,14 14-355 0 0,-6-11-357 0 0,0 0 1 0 0,-1 1-1 0 0,-1 0 0 0 0,0 1 1 0 0,11 28-1 0 0,25 87-471 0 0,-43-124 385 0 0,0 3-2567 0 0,-6-22-1346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3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0 120 2761 0 0,'6'19'2260'0'0,"1"-1"0"0"0,1 0 0 0 0,0 0 0 0 0,15 23 1 0 0,-23-41-2230 0 0,0 1-1 0 0,1-1 1 0 0,-1 0 0 0 0,0 1 0 0 0,0-1 0 0 0,0 0 0 0 0,1 1 0 0 0,-1-1-1 0 0,0 0 1 0 0,0 1 0 0 0,1-1 0 0 0,-1 0 0 0 0,0 0 0 0 0,1 1 0 0 0,-1-1-1 0 0,0 0 1 0 0,1 0 0 0 0,-1 0 0 0 0,0 0 0 0 0,1 1 0 0 0,-1-1 0 0 0,0 0 0 0 0,1 0-1 0 0,-1 0 1 0 0,1 0 0 0 0,-1 0 0 0 0,0 0 0 0 0,1 0 0 0 0,-1 0 0 0 0,1 0-1 0 0,-1 0 1 0 0,0 0 0 0 0,1 0 0 0 0,-1 0 0 0 0,0 0 0 0 0,1-1 0 0 0,-1 1-1 0 0,1 0 1 0 0,8-16-64 0 0,-1-23-1271 0 0,-2-28-1156 0 0,6-38-2203 0 0,-11 94 4123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4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3681 0 0,'0'19'2875'0'0,"2"1"-1"0"0,4 25 1 0 0,27 78-3028 0 0,-14-56 948 0 0,-1-11-389 0 0,-8-33-4040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4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9674 0 0,'1'7'677'0'0,"1"-1"-1"0"0,0 0 1 0 0,0 0 0 0 0,0 1 0 0 0,1-1-1 0 0,0-1 1 0 0,0 1 0 0 0,1 0-1 0 0,-1-1 1 0 0,6 6 0 0 0,9 17 602 0 0,6 22-865 0 0,-3 1 1 0 0,-1 1-1 0 0,14 64 0 0 0,2 5-410 0 0,-29-98-52 0 0,-4-12-139 0 0,0 0 0 0 0,1 0-1 0 0,0 0 1 0 0,1-1 0 0 0,0 0-1 0 0,0 0 1 0 0,1 0-1 0 0,8 10 1 0 0,-14-20 55 0 0,1 1-1 0 0,-1-1 1 0 0,0 0 0 0 0,1 1 0 0 0,-1-1-1 0 0,0 0 1 0 0,1 1 0 0 0,-1-1 0 0 0,1 0 0 0 0,-1 0-1 0 0,0 0 1 0 0,1 1 0 0 0,-1-1 0 0 0,1 0-1 0 0,-1 0 1 0 0,1 0 0 0 0,-1 0 0 0 0,1 0-1 0 0,-1 0 1 0 0,0 0 0 0 0,1 0 0 0 0,-1 0-1 0 0,1 0 1 0 0,-1 0 0 0 0,1 0 0 0 0,-1 0-1 0 0,1 0 1 0 0,-1 0 0 0 0,1 0 0 0 0,-1 0 0 0 0,1-1-1 0 0,-1 1 1 0 0,0 0 0 0 0,1 0 0 0 0,-1-1-1 0 0,1 1 1 0 0,-1-1 0 0 0,3-4-1725 0 0</inkml:trace>
  <inkml:trace contextRef="#ctx0" brushRef="#br0" timeOffset="1">85 242 5529 0 0,'30'-31'3753'0'0,"7"-11"-2272"0"0,-22 24-2094 0 0,0 2-1 0 0,0 0 1 0 0,2 0 0 0 0,35-25-1 0 0,-28 28-633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5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16 4145 0 0,'-1'-1'143'0'0,"0"0"0"0"0,0 0 1 0 0,-1 1-1 0 0,1-1 0 0 0,0 1 0 0 0,0-1 0 0 0,0 1 1 0 0,0-1-1 0 0,0 1 0 0 0,-1 0 0 0 0,1-1 1 0 0,0 1-1 0 0,0 0 0 0 0,-1 0 0 0 0,1 0 0 0 0,0 0 1 0 0,0 0-1 0 0,-1 0 0 0 0,1 0 0 0 0,0 0 1 0 0,0 1-1 0 0,-1-1 0 0 0,1 0 0 0 0,0 1 0 0 0,0-1 1 0 0,0 1-1 0 0,-2 1 0 0 0,-33 16 3240 0 0,30-13-2971 0 0,1 0-1 0 0,0 0 1 0 0,1 0-1 0 0,-1 1 0 0 0,1 0 1 0 0,0-1-1 0 0,1 2 1 0 0,-1-1-1 0 0,1 0 1 0 0,0 1-1 0 0,-2 7 0 0 0,3-5-214 0 0,-1 0 0 0 0,2 0-1 0 0,-1 1 1 0 0,1-1 0 0 0,1 1-1 0 0,0-1 1 0 0,2 19 0 0 0,-1-19-194 0 0,0-1 1 0 0,1 1 0 0 0,0-1 0 0 0,0 1 0 0 0,1-1-1 0 0,0 0 1 0 0,1 0 0 0 0,0 0 0 0 0,0-1-1 0 0,0 1 1 0 0,1-1 0 0 0,1 0 0 0 0,-1 0-1 0 0,1-1 1 0 0,0 1 0 0 0,0-1 0 0 0,1-1-1 0 0,0 1 1 0 0,9 5 0 0 0,-10-8-35 0 0,-1 0-1 0 0,1-1 1 0 0,-1 1 0 0 0,1-1-1 0 0,0-1 1 0 0,0 1 0 0 0,0-1-1 0 0,0 0 1 0 0,0 0 0 0 0,0-1-1 0 0,0 0 1 0 0,0 0 0 0 0,7-1-1 0 0,-9 0-59 0 0,0 0 0 0 0,0 0 1 0 0,0 0-1 0 0,0-1 0 0 0,0 1 0 0 0,0-1 0 0 0,0 0 0 0 0,-1-1 0 0 0,1 1 0 0 0,-1-1 0 0 0,1 1 1 0 0,-1-1-1 0 0,0 0 0 0 0,0 0 0 0 0,0 0 0 0 0,-1-1 0 0 0,1 1 0 0 0,-1-1 0 0 0,3-4 0 0 0,-1 2 36 0 0,-1 0 0 0 0,1-1 0 0 0,-1 0 0 0 0,-1 1 0 0 0,1-1 0 0 0,-1 0-1 0 0,0 0 1 0 0,0-1 0 0 0,-1 1 0 0 0,0 0 0 0 0,-1 0 0 0 0,1-1-1 0 0,-1 1 1 0 0,-1 0 0 0 0,1-1 0 0 0,-1 1 0 0 0,-1 0 0 0 0,1 0 0 0 0,-1 0-1 0 0,-1 0 1 0 0,1 0 0 0 0,-1 0 0 0 0,0 0 0 0 0,0 1 0 0 0,-1-1 0 0 0,0 1-1 0 0,0 0 1 0 0,-1 0 0 0 0,0 1 0 0 0,0-1 0 0 0,0 1 0 0 0,0 0 0 0 0,-1 1-1 0 0,0-1 1 0 0,0 1 0 0 0,-11-6 0 0 0,7 4 9 0 0,-4-1-283 0 0,0-1 0 0 0,1 0 1 0 0,0-1-1 0 0,-18-17 0 0 0,19 14-278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4609 0 0,'1'15'1573'0'0,"1"1"1"0"0,0-1-1 0 0,1 0 0 0 0,1 1 1 0 0,7 19-1 0 0,20 34 552 0 0,-31-68-2240 0 0,1-1-1 0 0,-1 1 1 0 0,0-1-1 0 0,0 1 0 0 0,1-1 1 0 0,-1 1-1 0 0,1-1 1 0 0,-1 1-1 0 0,0-1 1 0 0,1 1-1 0 0,-1-1 1 0 0,1 0-1 0 0,-1 1 1 0 0,1-1-1 0 0,0 0 1 0 0,-1 1-1 0 0,1-1 0 0 0,-1 0 1 0 0,1 0-1 0 0,-1 1 1 0 0,1-1-1 0 0,0 0 1 0 0,-1 0-1 0 0,1 0 1 0 0,0 0-1 0 0,-1 0 1 0 0,1 0-1 0 0,-1 0 1 0 0,1 0-1 0 0,0 0 1 0 0,-1 0-1 0 0,1 0 0 0 0,0-1 1 0 0,1 0-195 0 0,1 0 0 0 0,-1 0-1 0 0,0 0 1 0 0,0-1 0 0 0,0 1 0 0 0,0-1-1 0 0,0 1 1 0 0,0-1 0 0 0,1-2 0 0 0,30-41-2163 0 0,-32 45 2478 0 0,23-50-152 0 0,-11 23 8588 0 0,-7 45-7606 0 0,0 0 0 0 0,3 23-1 0 0,8 27-1282 0 0,1-27-4125 0 0,-9-26-782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4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0,'2'9'1116'0'0,"-1"0"-1"0"0,1 0 1 0 0,0 0-1 0 0,5 13 1 0 0,3 7 1293 0 0,12 95 1993 0 0,-4-21-3857 0 0,-13-79-2560 0 0,2 0-1 0 0,10 27 0 0 0,-8-32-94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6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1 136 11058 0 0,'8'-4'488'0'0,"-1"-1"105"0"0,1-2-473 0 0,-2 3-120 0 0,-1 1 0 0 0,-2 0 0 0 0,1 1 416 0 0,4-7 56 0 0,4-2 8 0 0,10-12-2825 0 0,-1-7-567 0 0,-2-4-121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1376 0 0,'-7'17'17718'0'0,"8"-13"-16825"0"0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0,'0'1'92'0'0,"0"-1"0"0"0,0 0 0 0 0,0 1 0 0 0,1-1 0 0 0,-1 1 0 0 0,0-1 1 0 0,0 0-1 0 0,0 1 0 0 0,1-1 0 0 0,-1 0 0 0 0,0 1 0 0 0,0-1 0 0 0,1 0 0 0 0,-1 1 1 0 0,0-1-1 0 0,1 0 0 0 0,-1 0 0 0 0,0 1 0 0 0,1-1 0 0 0,-1 0 0 0 0,0 0 1 0 0,1 0-1 0 0,-1 0 0 0 0,1 1 0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4.7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14283 0 0,'7'16'626'0'0,"-1"1"0"0"0,4 21 0 0 0,-2 11-5737 0 0,-7-42 3415 0 0</inkml:trace>
  <inkml:trace contextRef="#ctx0" brushRef="#br0" timeOffset="1">30 418 6913 0 0,'-3'12'2060'0'0,"0"1"-1"0"0,1-1 1 0 0,1 1-1 0 0,-1 19 0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11522 0 0,'12'-1'2015'0'0,"-11"10"-1527"0"0,-15 19-1178 0 0,8-15 1007 0 0,2-6-230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5.7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 2304 0 0,'-1'5'-731'0'0,"-4"26"3611"0"0,5-30-2686 0 0,0 0-1 0 0,0 0 1 0 0,0 1-1 0 0,1-1 1 0 0,-1 0-1 0 0,0 0 1 0 0,1 0-1 0 0,-1 0 1 0 0,0 1-1 0 0,1-1 1 0 0,0 0-1 0 0,-1 0 0 0 0,1 0 1 0 0,0 0-1 0 0,-1 0 1 0 0,1 0-1 0 0,0 0 1 0 0,0-1-1 0 0,0 1 1 0 0,0 0-1 0 0,0 0 1 0 0,0-1-1 0 0,0 1 1 0 0,1 0-1 0 0,-2-1-221 0 0,1 1-1 0 0,0-1 1 0 0,-1 0-1 0 0,1 0 1 0 0,0 0 0 0 0,-1-1-1 0 0,1 1 1 0 0,-1 0-1 0 0,1 0 1 0 0,-1 0-1 0 0,1 0 1 0 0,0 0 0 0 0,-1-1-1 0 0,1 1 1 0 0,-1 0-1 0 0,1-1 1 0 0,-1 1 0 0 0,1 0-1 0 0,-1-1 1 0 0,1 1-1 0 0,-1-1 1 0 0,1 0 0 0 0,1 0 17 0 0</inkml:trace>
  <inkml:trace contextRef="#ctx0" brushRef="#br0" timeOffset="1">137 311 13827 0 0,'-3'15'667'0'0,"1"0"0"0"0,0 0-1 0 0,1 0 1 0 0,2 28 0 0 0,-1-43-719 0 0,0 0 1 0 0,0 0-1 0 0,0 0 0 0 0,0 0 0 0 0,0-1 1 0 0,0 1-1 0 0,3-1-1500 0 0,-2 1 1500 0 0,-1 0 0 0 0,0 0 0 0 0,0 0 1 0 0,0 0-1 0 0,0 0 0 0 0,6-12-3627 0 0,-7 9 3544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6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4201 0 0,'-4'52'1204'0'0,"4"-48"-531"0"0,1 0 0 0 0,-1 0 0 0 0,1-1 1 0 0,0 1-1 0 0,0 0 0 0 0,0-1 0 0 0,2 5 0 0 0,-3-8-722 0 0,0 0 1 0 0,0 0-1 0 0,1 1 0 0 0,-1-1 0 0 0,0 0 0 0 0,0 0 0 0 0,0 0 0 0 0,0 0 0 0 0,1 0 1 0 0,-1 1-1 0 0,0-1 0 0 0,0 0 0 0 0,0 0 0 0 0,1 0 0 0 0,-1 0 0 0 0,0 0 1 0 0,0 0-1 0 0,0 0 0 0 0,1 0 0 0 0,-1 0 0 0 0,0 0 0 0 0,0 0 0 0 0,1 0 0 0 0,-1 0 1 0 0,0 0-1 0 0,0 0 0 0 0,1 0 0 0 0,-1 0 0 0 0,0 0 0 0 0,0 0 0 0 0,0 0 0 0 0,1 0 1 0 0,-1 0-1 0 0,0 0 0 0 0,0 0 0 0 0,0-1 0 0 0,1 1 0 0 0,-1 0 0 0 0,0 0 1 0 0,0 0-1 0 0,0 0 0 0 0,0 0 0 0 0,1-1 0 0 0,-1 1 0 0 0</inkml:trace>
  <inkml:trace contextRef="#ctx0" brushRef="#br0" timeOffset="1">29 327 10594 0 0,'-3'14'944'0'0,"1"-4"-751"0"0,4-4-193 0 0,-2-3 0 0 0,3-1 1048 0 0,-3 2 168 0 0,0 5 40 0 0,-2 6 9 0 0,1 3-633 0 0,-1 0-128 0 0,0-3-24 0 0,0-4-8 0 0,1-4-472 0 0,-2-3 0 0 0,2-4-136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12443 0 0,'0'0'80'0'0,"-1"0"1"0"0,-2 2 1449 0 0,3-1-1449 0 0,0-1-1 0 0,-1 0 1 0 0,1 0 0 0 0,0 0-1 0 0,0 1 1 0 0,0-1-1 0 0,0 0 1 0 0,0 0-1 0 0,0 0 1 0 0,0 1-1 0 0,0-1 1 0 0,0 0 0 0 0,0 0-1 0 0,0 1 1 0 0,0-1-1 0 0,0 0 1 0 0,0 0-1 0 0,2 3 1290 0 0,-2-2-1290 0 0,31 49-5115 0 0,-13-29 5283 0 0,-10-13-260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0 4145 0 0,'1'20'2301'0'0,"-1"-17"-2274"0"0,0 0 0 0 0,1 0 0 0 0,-1 0 1 0 0,0 0-1 0 0,0 0 0 0 0,-1 0 0 0 0,1 0 0 0 0,-1 0 0 0 0,1 0 1 0 0,-1 0-1 0 0,0 0 0 0 0,0 0 0 0 0,-1-1 0 0 0,1 1 0 0 0,0 0 0 0 0,-1-1 1 0 0,-3 6-1 0 0,0-3-81 0 0</inkml:trace>
  <inkml:trace contextRef="#ctx0" brushRef="#br0" timeOffset="1">32 369 4609 0 0,'-1'4'462'0'0,"0"-1"1"0"0,-1 1-1 0 0,1 0 1 0 0,0-1-1 0 0,1 1 0 0 0,-1 0 1 0 0,1 4-1 0 0,-5 16 2171 0 0,-4-8-6773 0 0,3-12 2543 0 0,2-4 1482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7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0 8290 0 0,'2'7'368'0'0,"-1"-3"80"0"0,2-1-360 0 0,-2-1-88 0 0,1 0 0 0 0,-2-1 0 0 0,1-1 0 0 0,0 3 0 0 0,2 0 0 0 0,-3 1-560 0 0,1 0-104 0 0,-1 0-16 0 0,-2-1-9 0 0,-4-2 529 0 0</inkml:trace>
  <inkml:trace contextRef="#ctx0" brushRef="#br0" timeOffset="1">30 523 5985 0 0,'-1'7'536'0'0,"0"-1"-432"0"0,1-4-104 0 0,0 0 192 0 0,0-1 8 0 0,0 3 9 0 0,-2 3-1 0 0,0 1 48 0 0,-1 2 0 0 0,-1-2 8 0 0,1-2 0 0 0,0-2-776 0 0,2-2-152 0 0,-3 0-737 0 0,2-4 1281 0 0,-2 0 120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8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5529 0 0,'-4'1'464'0'0,"0"0"0"0"0,0 0-1 0 0,0 0 1 0 0,0 1 0 0 0,0 0 0 0 0,0-1 0 0 0,0 2-1 0 0,1-1 1 0 0,-1 0 0 0 0,1 1 0 0 0,-1-1-1 0 0,1 1 1 0 0,-4 5 0 0 0,0-2 201 0 0,0 2 0 0 0,1-1 0 0 0,0 0 0 0 0,0 1-1 0 0,-5 10 1 0 0,9-14-619 0 0,1 0 0 0 0,-1 1 0 0 0,1-1 0 0 0,0 0 0 0 0,0 1-1 0 0,1-1 1 0 0,-1 1 0 0 0,1-1 0 0 0,0 1 0 0 0,0-1 0 0 0,1 1-1 0 0,-1-1 1 0 0,1 1 0 0 0,0-1 0 0 0,0 0 0 0 0,0 1 0 0 0,1-1-1 0 0,0 0 1 0 0,-1 0 0 0 0,2 0 0 0 0,-1 0 0 0 0,0 0 0 0 0,1 0-1 0 0,-1-1 1 0 0,1 1 0 0 0,0-1 0 0 0,0 0 0 0 0,1 0 0 0 0,-1 0-1 0 0,1 0 1 0 0,-1 0 0 0 0,1-1 0 0 0,0 0 0 0 0,0 0 0 0 0,0 0-1 0 0,0 0 1 0 0,0 0 0 0 0,1-1 0 0 0,-1 0 0 0 0,1 0 0 0 0,-1 0-1 0 0,0 0 1 0 0,1-1 0 0 0,-1 0 0 0 0,1 0 0 0 0,-1 0 0 0 0,1 0-1 0 0,4-2 1 0 0,1-1-8 0 0,0 0-1 0 0,-1-1 0 0 0,1 0 1 0 0,-1 0-1 0 0,0-1 0 0 0,0-1 1 0 0,-1 1-1 0 0,0-1 0 0 0,10-9 1 0 0,-13 10-18 0 0,0 1 1 0 0,0-1 0 0 0,-1 0 0 0 0,0 0 0 0 0,0 0 0 0 0,0-1 0 0 0,0 0-1 0 0,-1 1 1 0 0,0-1 0 0 0,0 0 0 0 0,-1-1 0 0 0,0 1 0 0 0,0 0-1 0 0,0-1 1 0 0,1-6 0 0 0,-3 10-84 0 0,0 1-1 0 0,0 0 1 0 0,0 0 0 0 0,0-1-1 0 0,0 1 1 0 0,0 0-1 0 0,-1 0 1 0 0,1 0 0 0 0,-1-1-1 0 0,1 1 1 0 0,-1 0 0 0 0,0 0-1 0 0,0 0 1 0 0,0 0-1 0 0,0 0 1 0 0,0 0 0 0 0,0 0-1 0 0,-1 0 1 0 0,1 1 0 0 0,-1-1-1 0 0,1 0 1 0 0,-1 1 0 0 0,0-1-1 0 0,1 1 1 0 0,-1 0-1 0 0,0-1 1 0 0,-3-1 0 0 0,2 3-47 0 0,1-1-1 0 0,-1 0 1 0 0,1 1 0 0 0,-1 0 0 0 0,0-1 0 0 0,1 1 0 0 0,-1 0 0 0 0,1 0 0 0 0,-1 1 0 0 0,0-1-1 0 0,1 1 1 0 0,-1-1 0 0 0,1 1 0 0 0,-1 0 0 0 0,1-1 0 0 0,0 1 0 0 0,-1 1 0 0 0,1-1 0 0 0,0 0 0 0 0,-1 1-1 0 0,1-1 1 0 0,0 1 0 0 0,-2 2 0 0 0,-9 8-2232 0 0,1 0-2365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100 122 8754 0 0,'-1'-1'431'0'0,"0"0"0"0"0,0 0 0 0 0,-1-1 1 0 0,1 1-1 0 0,0 0 0 0 0,0 0 0 0 0,-1 0 0 0 0,1 1 1 0 0,0-1-1 0 0,-1 0 0 0 0,1 0 0 0 0,-1 1 0 0 0,1-1 1 0 0,-4 0-1 0 0,3 1-296 0 0,1 1-1 0 0,-1-1 1 0 0,0 1 0 0 0,1-1 0 0 0,-1 1 0 0 0,1-1 0 0 0,-1 1 0 0 0,1 0-1 0 0,0 0 1 0 0,-1 0 0 0 0,1 0 0 0 0,0 0 0 0 0,-1 0 0 0 0,1 0 0 0 0,0 0-1 0 0,0 0 1 0 0,-1 2 0 0 0,-4 5-88 0 0,0-1 0 0 0,1 1 0 0 0,0 1 0 0 0,0-1-1 0 0,1 1 1 0 0,1-1 0 0 0,-6 17 0 0 0,7-19-134 0 0,1-1 0 0 0,-1 0 0 0 0,1 1 0 0 0,0-1 0 0 0,1 1 0 0 0,-1-1 0 0 0,1 1 0 0 0,0 0 0 0 0,1-1 0 0 0,-1 1 0 0 0,1-1 0 0 0,0 1 1 0 0,0-1-1 0 0,4 9 0 0 0,-4-12 74 0 0,1 0 1 0 0,-1 0-1 0 0,1 1 1 0 0,0-2 0 0 0,0 1-1 0 0,0 0 1 0 0,0 0 0 0 0,0 0-1 0 0,0-1 1 0 0,1 1-1 0 0,-1-1 1 0 0,0 0 0 0 0,1 0-1 0 0,-1 0 1 0 0,1 0 0 0 0,-1 0-1 0 0,1 0 1 0 0,0-1-1 0 0,-1 1 1 0 0,1-1 0 0 0,0 0-1 0 0,-1 0 1 0 0,1 0 0 0 0,0 0-1 0 0,-1 0 1 0 0,1 0-1 0 0,0-1 1 0 0,-1 1 0 0 0,1-1-1 0 0,3-1 1 0 0,5-2 102 0 0,-1 1-1 0 0,0-1 1 0 0,0-1 0 0 0,0 0-1 0 0,0 0 1 0 0,9-8 0 0 0,-6 4-8 0 0,0-2 0 0 0,-2 1 1 0 0,1-2-1 0 0,-1 1 1 0 0,10-15-1 0 0,-17 20-113 0 0,1 0-1 0 0,-1 0 1 0 0,-1-1-1 0 0,1 1 1 0 0,-1-1 0 0 0,0 0-1 0 0,-1 0 1 0 0,1 0-1 0 0,-1 0 1 0 0,-1-1 0 0 0,1 1-1 0 0,-1-1 1 0 0,0-7-1 0 0,-2 11 4 0 0,1 0-1 0 0,-1-1 1 0 0,0 1 0 0 0,0 0-1 0 0,-1 0 1 0 0,1-1-1 0 0,-1 1 1 0 0,0 0 0 0 0,0 0-1 0 0,0 1 1 0 0,-1-1-1 0 0,1 0 1 0 0,-1 1 0 0 0,0 0-1 0 0,0-1 1 0 0,0 1-1 0 0,0 0 1 0 0,-1 1-1 0 0,1-1 1 0 0,-1 0 0 0 0,0 1-1 0 0,1 0 1 0 0,-1 0-1 0 0,0 0 1 0 0,-5-1 0 0 0,3 1-169 0 0,1 0 0 0 0,-2 0 0 0 0,1 0 1 0 0,0 1-1 0 0,0 0 0 0 0,0 0 0 0 0,-1 1 1 0 0,1 0-1 0 0,0 0 0 0 0,0 0 0 0 0,-1 1 1 0 0,1 0-1 0 0,0 0 0 0 0,0 0 0 0 0,0 1 1 0 0,-11 4-1 0 0,-17 19-2879 0 0,18-11-710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191 13 5985 0 0,'-1'2'202'0'0,"-1"-1"0"0"0,0 1 0 0 0,1-1 0 0 0,-1 1 0 0 0,0-1-1 0 0,0 0 1 0 0,0 1 0 0 0,0-1 0 0 0,0 0 0 0 0,0 0 0 0 0,-1-1 0 0 0,1 1-1 0 0,0 0 1 0 0,0-1 0 0 0,-1 1 0 0 0,-2-1 0 0 0,1-1 317 0 0,1 0 1 0 0,-1 0-1 0 0,0-1 1 0 0,1 1-1 0 0,-1-1 1 0 0,1 0-1 0 0,0 0 1 0 0,-6-4-1 0 0,7 4-517 0 0,0 1-183 0 0,0 0 1 0 0,-1-1 0 0 0,1 1-1 0 0,0 0 1 0 0,-1 0 0 0 0,1 0-1 0 0,-1 0 1 0 0,0 1 0 0 0,1-1-1 0 0,-1 1 1 0 0,1-1 0 0 0,-1 1-1 0 0,0 0 1 0 0,1 0 0 0 0,-1 0-1 0 0,0 1 1 0 0,1-1 0 0 0,-1 0-1 0 0,1 1 1 0 0,-1 0 0 0 0,0 0-1 0 0,1 0 1 0 0,0 0 0 0 0,-1 0-1 0 0,1 0 1 0 0,-1 0 0 0 0,1 1-1 0 0,0-1 1 0 0,0 1 0 0 0,0 0-1 0 0,0 0 1 0 0,0-1 0 0 0,0 1-1 0 0,1 0 1 0 0,-1 1 0 0 0,1-1-1 0 0,-3 3 1 0 0,1 1-17 0 0,0-1-1 0 0,0 1 1 0 0,0 0-1 0 0,0 0 1 0 0,1 0 0 0 0,-3 11-1 0 0,4-12 434 0 0,0 0-1 0 0,1 0 0 0 0,-1-1 1 0 0,1 1-1 0 0,0 0 1 0 0,0 0-1 0 0,1 0 0 0 0,1 8 1 0 0,1-2 499 0 0,1-1 0 0 0,0 0 1 0 0,1 0-1 0 0,-1-1 0 0 0,2 1 0 0 0,0-1 1 0 0,7 10-1 0 0,-11-17-572 0 0,0 1 0 0 0,0-1 1 0 0,0 1-1 0 0,0-1 0 0 0,1 0 0 0 0,-1 1 0 0 0,1-1 0 0 0,-1-1 1 0 0,1 1-1 0 0,0 0 0 0 0,0-1 0 0 0,-1 1 0 0 0,1-1 0 0 0,0 0 1 0 0,0 0-1 0 0,1 0 0 0 0,-1 0 0 0 0,0 0 0 0 0,0-1 0 0 0,0 0 1 0 0,0 1-1 0 0,1-1 0 0 0,-1 0 0 0 0,0-1 0 0 0,0 1 0 0 0,0-1 1 0 0,1 1-1 0 0,3-2 0 0 0,-5 1-155 0 0,0-1 1 0 0,-1 1-1 0 0,1 0 0 0 0,0-1 0 0 0,-1 1 1 0 0,1-1-1 0 0,-1 0 0 0 0,0 1 0 0 0,0-1 1 0 0,1 0-1 0 0,-1 0 0 0 0,0 0 1 0 0,0 0-1 0 0,-1 0 0 0 0,1 0 0 0 0,0 0 1 0 0,-1 0-1 0 0,1 0 0 0 0,-1 0 0 0 0,0 0 1 0 0,1-1-1 0 0,-1 1 0 0 0,0 0 1 0 0,0 0-1 0 0,-1 0 0 0 0,0-4 0 0 0,1 1-236 0 0,-1-1 0 0 0,0 1 0 0 0,0-1 0 0 0,0 1 0 0 0,-1-1 0 0 0,1 1 0 0 0,-1 0 1 0 0,-1 0-1 0 0,-3-6 0 0 0,0 3-1473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3:59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10138 0 0,'-2'1'183'0'0,"1"0"-1"0"0,0 0 0 0 0,0 0 1 0 0,0 1-1 0 0,0-1 1 0 0,0 0-1 0 0,0 1 0 0 0,0-1 1 0 0,0 1-1 0 0,0-1 1 0 0,1 1-1 0 0,-1-1 1 0 0,1 1-1 0 0,-1-1 0 0 0,0 4 1 0 0,-4 32 968 0 0,3-25-957 0 0,-1 4 95 0 0,-2 16 57 0 0,-2 48 1 0 0,7-73-344 0 0,0 0-1 0 0,0 1 1 0 0,1-1 0 0 0,0 0-1 0 0,0 1 1 0 0,0-1 0 0 0,1 0 0 0 0,0 0-1 0 0,1 0 1 0 0,0 0 0 0 0,0-1 0 0 0,6 11-1 0 0,-8-15 1 0 0,1 0 0 0 0,-1 0 0 0 0,1 0-1 0 0,0 0 1 0 0,0 0 0 0 0,0-1 0 0 0,0 1-1 0 0,0-1 1 0 0,0 1 0 0 0,1-1 0 0 0,-1 0-1 0 0,0 0 1 0 0,1 0 0 0 0,-1 0 0 0 0,1 0-1 0 0,-1-1 1 0 0,1 1 0 0 0,-1-1 0 0 0,1 1-1 0 0,3-1 1 0 0,-1 0 35 0 0,0-1 0 0 0,-1 0 0 0 0,1 0 0 0 0,0 0 0 0 0,0 0 0 0 0,-1-1 0 0 0,1 0 0 0 0,0 0 0 0 0,-1 0 0 0 0,5-3 0 0 0,5-5 144 0 0,-1 0 0 0 0,0 0 0 0 0,0-2 0 0 0,-1 1 1 0 0,13-17-1 0 0,-18 19-113 0 0,0 1 1 0 0,-1-1 0 0 0,0 0-1 0 0,-1 0 1 0 0,0 0 0 0 0,7-17-1 0 0,-11 23-108 0 0,-1 1 0 0 0,1-1-1 0 0,0 1 1 0 0,-1-1 0 0 0,0 0 0 0 0,0 1-1 0 0,1-1 1 0 0,-2 0 0 0 0,1 1 0 0 0,0-1-1 0 0,0 1 1 0 0,-1-1 0 0 0,1 0-1 0 0,-1 1 1 0 0,0-1 0 0 0,0 1 0 0 0,0-1-1 0 0,0 1 1 0 0,0 0 0 0 0,-1 0 0 0 0,1-1-1 0 0,-1 1 1 0 0,0 0 0 0 0,1 0 0 0 0,-1 0-1 0 0,0 0 1 0 0,0 1 0 0 0,0-1 0 0 0,0 0-1 0 0,0 1 1 0 0,-1 0 0 0 0,-3-3-1 0 0,-32-11-2145 0 0,24 13 1026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7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9218 0 0,'2'3'7970'0'0,"12"152"-6439"0"0,-6-88-1470 0 0,-5-37-272 0 0,2-1 1 0 0,14 51-1 0 0,-11-58-413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8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 4145 0 0,'-6'10'2282'0'0,"-25"59"7274"0"0,26-57-9141 0 0,2 0 0 0 0,-1 1 0 0 0,2-1 0 0 0,-2 15 1 0 0,1-2-578 0 0,1 1 1 0 0,1 0 0 0 0,2 0-1 0 0,5 42 1 0 0,-5-61-4 0 0,1 0 1 0 0,0-1-1 0 0,0 1 1 0 0,0-1-1 0 0,1 0 1 0 0,0 0-1 0 0,0 0 0 0 0,0 0 1 0 0,1 0-1 0 0,6 6 1 0 0,-7-9 29 0 0,0 0 1 0 0,1 0-1 0 0,-1 0 0 0 0,1-1 1 0 0,0 1-1 0 0,-1-1 0 0 0,1 0 1 0 0,0 0-1 0 0,0 0 1 0 0,0-1-1 0 0,1 0 0 0 0,-1 0 1 0 0,0 0-1 0 0,1 0 1 0 0,-1 0-1 0 0,0-1 0 0 0,8 0 1 0 0,-7 0 134 0 0,0 0-1 0 0,0-1 1 0 0,0 0 0 0 0,-1 0 0 0 0,1 0 0 0 0,0-1-1 0 0,0 0 1 0 0,-1 0 0 0 0,1 0 0 0 0,-1 0 0 0 0,1 0-1 0 0,-1-1 1 0 0,0 0 0 0 0,0 0 0 0 0,0 0-1 0 0,0-1 1 0 0,-1 1 0 0 0,0-1 0 0 0,1 0 0 0 0,-1 0-1 0 0,0 0 1 0 0,-1 0 0 0 0,1-1 0 0 0,-1 1 0 0 0,0-1-1 0 0,0 1 1 0 0,1-6 0 0 0,1-1 215 0 0,0 0 0 0 0,-2 0 0 0 0,1-1 0 0 0,-1 0 0 0 0,-1 1 0 0 0,0-1 0 0 0,-1 0 0 0 0,0 1 0 0 0,-1-1 0 0 0,-3-17 0 0 0,3 22-99 0 0,-1 0-1 0 0,0 0 1 0 0,0 1 0 0 0,-1 0 0 0 0,0-1-1 0 0,0 1 1 0 0,0 0 0 0 0,-1 0-1 0 0,0 1 1 0 0,0-1 0 0 0,-6-6 0 0 0,-3 1-178 0 0,0 0 0 0 0,-1 0 0 0 0,-17-9 0 0 0,10 6-848 0 0,-33-24-4339 0 0,45 32 1338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9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1 258 10594 0 0,'147'-64'2287'0'0,"4"7"1"0"0,199-48-1 0 0,-292 93-2592 0 0,60-4 1 0 0,-91 14-441 0 0,0 1 0 0 0,0 1 0 0 0,0 2 0 0 0,43 7-1 0 0,-17 11-1597 0 0,-46-16 1809 0 0,0-1 1 0 0,0 0 0 0 0,1 0-1 0 0,-1-1 1 0 0,1 0-1 0 0,-1 0 1 0 0,14 1 0 0 0,-15-6-829 0 0,-10 6 1776 0 0,1 1 208 0 0,0 1 0 0 0,0-1 1 0 0,1 1-1 0 0,0 0 0 0 0,0-1 1 0 0,0 1-1 0 0,1 0 0 0 0,-1 0 1 0 0,1 0-1 0 0,0 0 0 0 0,0 11 1 0 0,0 69 2969 0 0,1-55-3062 0 0,5 35-121 0 0,2-1 0 0 0,2 0 0 0 0,26 87 0 0 0,-11-53-202 0 0,-16-62-267 0 0,-1-13-94 0 0,-2 1 0 0 0,-1 0 0 0 0,0 0 0 0 0,-1 24-1 0 0,-3-42 133 0 0,0-1-1 0 0,0 0 0 0 0,-1 0 0 0 0,1 0 0 0 0,-1 0 1 0 0,0 0-1 0 0,-1 0 0 0 0,1 0 0 0 0,-1 0 1 0 0,0 0-1 0 0,0 0 0 0 0,-1-1 0 0 0,1 1 0 0 0,-1-1 1 0 0,0 0-1 0 0,0 0 0 0 0,-1 0 0 0 0,1 0 0 0 0,-1 0 1 0 0,0-1-1 0 0,0 0 0 0 0,0 1 0 0 0,0-1 1 0 0,-7 3-1 0 0,2-3-45 0 0,0-1-1 0 0,0 0 1 0 0,0 0 0 0 0,0-1 0 0 0,0 0 0 0 0,0-1 0 0 0,0 1-1 0 0,-1-2 1 0 0,1 0 0 0 0,-14-2 0 0 0,-28-1-169 0 0,-7 7 586 0 0,0 3 0 0 0,0 2 0 0 0,-86 25 0 0 0,92-20-54 0 0,37-10-166 0 0,0-1-1 0 0,1 0 1 0 0,-1-1 0 0 0,0-1-1 0 0,0 0 1 0 0,-21-4 0 0 0,-25-8-2107 0 0,0-5-4569 0 0,42 12 1912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4:09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0,'2'1'271'0'0,"1"-1"1"0"0,0 1-1 0 0,0-1 1 0 0,0 1 0 0 0,0 0-1 0 0,-1 0 1 0 0,1 0-1 0 0,0 0 1 0 0,-1 1-1 0 0,1-1 1 0 0,-1 1 0 0 0,1-1-1 0 0,-1 1 1 0 0,0 0-1 0 0,0 0 1 0 0,0 0 0 0 0,0 0-1 0 0,0 0 1 0 0,0 1-1 0 0,0-1 1 0 0,-1 0-1 0 0,1 1 1 0 0,-1-1 0 0 0,0 1-1 0 0,1 3 1 0 0,3 5 158 0 0,-1 1 0 0 0,-1-1 1 0 0,0 1-1 0 0,3 20 0 0 0,8 194 218 0 0,-11-138-864 0 0,14 88-1 0 0,-7-125-563 0 0,-1 1-242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7.0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915 200 456 0 0,'-2'-9'306'0'0,"-1"0"0"0"0,-1 1 1 0 0,0 0-1 0 0,0 0 0 0 0,0 0 0 0 0,-1 0 0 0 0,0 1 0 0 0,-1 0 0 0 0,0 0 1 0 0,0 0-1 0 0,0 1 0 0 0,-1-1 0 0 0,0 2 0 0 0,-10-8 0 0 0,5 5 232 0 0,-1-1 1 0 0,0 2-1 0 0,-1 0 0 0 0,0 1 0 0 0,0 0 1 0 0,0 1-1 0 0,-27-6 0 0 0,18 8-216 0 0,0 2 1 0 0,-1 0-1 0 0,1 2 1 0 0,0 0-1 0 0,0 2 1 0 0,0 0-1 0 0,0 2 0 0 0,0 0 1 0 0,1 2-1 0 0,0 0 1 0 0,0 2-1 0 0,1 0 0 0 0,0 1 1 0 0,0 2-1 0 0,1 0 1 0 0,-34 27-1 0 0,33-19-260 0 0,2 1-1 0 0,0 0 1 0 0,1 2-1 0 0,1 0 1 0 0,1 0-1 0 0,1 2 1 0 0,-19 43 0 0 0,3 7-138 0 0,-29 111 1 0 0,51-157 60 0 0,2 0 0 0 0,1 1 0 0 0,2 0 0 0 0,0 0 1 0 0,2 0-1 0 0,2 0 0 0 0,0 0 0 0 0,2 0 0 0 0,2 0 1 0 0,0-1-1 0 0,2 1 0 0 0,1-1 0 0 0,2 0 1 0 0,1 0-1 0 0,1-1 0 0 0,1-1 0 0 0,1 0 0 0 0,2 0 1 0 0,0-2-1 0 0,2 0 0 0 0,32 38 0 0 0,-23-35-92 0 0,1 0-1 0 0,51 40 0 0 0,-60-55 49 0 0,0-1 0 0 0,1 0 0 0 0,1-2-1 0 0,0 0 1 0 0,0-1 0 0 0,25 7 0 0 0,-2-5 75 0 0,0-3 1 0 0,1-1 0 0 0,0-2 0 0 0,0-2-1 0 0,0-1 1 0 0,0-3 0 0 0,0-2-1 0 0,0-1 1 0 0,0-3 0 0 0,-1-1 0 0 0,0-3-1 0 0,-1-1 1 0 0,0-2 0 0 0,47-22-1 0 0,-52 17 163 0 0,-2-2 0 0 0,0-1 0 0 0,-1-2 0 0 0,-1-1-1 0 0,44-44 1 0 0,-30 21 141 0 0,-2-3-1 0 0,61-89 1 0 0,-85 108-144 0 0,-1-1 1 0 0,-2-1-1 0 0,-1-1 1 0 0,-2-1-1 0 0,18-62 1 0 0,-27 75-101 0 0,-1 0 0 0 0,-1-1 0 0 0,-1 1 0 0 0,-1-1 0 0 0,-1 0 1 0 0,-1 0-1 0 0,-1 0 0 0 0,-1 1 0 0 0,-1-1 0 0 0,-9-33 0 0 0,4 36 66 0 0,0 0-1 0 0,-2 1 1 0 0,0 0-1 0 0,-1 0 1 0 0,-1 1 0 0 0,-1 1-1 0 0,-1 0 1 0 0,0 0 0 0 0,-24-20-1 0 0,2 4 115 0 0,-1 2 0 0 0,-2 2 0 0 0,-53-31 0 0 0,69 48-231 0 0,0 1-1 0 0,-2 1 0 0 0,1 2 0 0 0,-1 0 0 0 0,-1 1 0 0 0,1 2 0 0 0,-29-4 0 0 0,12 4-548 0 0,0 3 0 0 0,0 2-1 0 0,-73 6 1 0 0,99-4-165 0 0,1 2-1 0 0,0 0 1 0 0,0 0-1 0 0,0 1 1 0 0,0 1-1 0 0,-14 7 1 0 0,5 2-4551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7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844 161 3681 0 0,'-26'-8'451'0'0,"-1"1"1"0"0,0 1-1 0 0,-1 1 1 0 0,1 2-1 0 0,-1 1 0 0 0,1 1 1 0 0,-1 1-1 0 0,0 1 1 0 0,-35 7-1 0 0,40-3-382 0 0,1 0-1 0 0,-1 2 1 0 0,2 0-1 0 0,-1 2 1 0 0,1 0-1 0 0,0 1 1 0 0,1 1 0 0 0,0 1-1 0 0,-18 16 1 0 0,15-9 111 0 0,0 1 0 0 0,2 1 0 0 0,1 0 0 0 0,0 2 0 0 0,2 1 1 0 0,-23 37-1 0 0,19-23-4 0 0,3 0-1 0 0,1 2 1 0 0,2 0 0 0 0,2 1-1 0 0,1 1 1 0 0,2 0 0 0 0,3 0-1 0 0,1 1 1 0 0,-3 77 0 0 0,11-97-179 0 0,0-1 0 0 0,1 0 0 0 0,2 0 0 0 0,0 0 0 0 0,1-1 0 0 0,2 1 0 0 0,0-1 1 0 0,1-1-1 0 0,1 1 0 0 0,15 25 0 0 0,0-7 6 0 0,2-2 0 0 0,1-1-1 0 0,2-1 1 0 0,37 35 0 0 0,-44-51 83 0 0,0 0 0 0 0,2-1 0 0 0,0-1-1 0 0,1-2 1 0 0,0 0 0 0 0,2-2 0 0 0,-1-1 0 0 0,1-1 0 0 0,1-1-1 0 0,40 9 1 0 0,-9-7 1 0 0,0-2 1 0 0,1-3-1 0 0,0-2 0 0 0,67-4 1 0 0,-101-2-10 0 0,1-1 1 0 0,-1-1-1 0 0,0-1 1 0 0,0-2-1 0 0,0 0 1 0 0,0-2-1 0 0,-1-1 1 0 0,-1-1-1 0 0,1-1 1 0 0,-2 0-1 0 0,1-2 1 0 0,-2-1 0 0 0,0-1-1 0 0,-1-1 1 0 0,0-1-1 0 0,-1-1 1 0 0,-1 0-1 0 0,17-23 1 0 0,-2 0 225 0 0,-1-2 0 0 0,-3-1-1 0 0,46-89 1 0 0,-60 99-135 0 0,-2-1 0 0 0,-1-1 0 0 0,-2 0 0 0 0,-1-1 0 0 0,-2 0 0 0 0,4-48 0 0 0,-7 35-22 0 0,-3-1 1 0 0,-4-55-1 0 0,0 85-46 0 0,-1 0 1 0 0,-1 0-1 0 0,-1 0 0 0 0,0 1 0 0 0,-2 0 0 0 0,0 0 1 0 0,-19-34-1 0 0,9 25 162 0 0,-2 1-1 0 0,-1 1 1 0 0,-1 1 0 0 0,-1 1-1 0 0,-29-25 1 0 0,13 16 32 0 0,-1 3 1 0 0,-76-47-1 0 0,93 65-259 0 0,0 2 1 0 0,0 1 0 0 0,-1 1 0 0 0,-1 1-1 0 0,1 0 1 0 0,-1 2 0 0 0,0 1-1 0 0,-1 1 1 0 0,-34-1 0 0 0,44 4-195 0 0,0 1 0 0 0,0 1 0 0 0,0 0 0 0 0,1 1 0 0 0,-1 0 0 0 0,0 2 0 0 0,1 0 0 0 0,0 0 0 0 0,0 1 0 0 0,0 1 0 0 0,1 0 0 0 0,-1 1 0 0 0,2 0 0 0 0,-1 1 0 0 0,1 1 0 0 0,-21 18 0 0 0,-16 30-2272 0 0,27-27 636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8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625 246 2385 0 0,'-3'-7'203'0'0,"-1"-1"1"0"0,1 1 0 0 0,-1 0 0 0 0,0-1 0 0 0,-1 2 0 0 0,0-1 0 0 0,0 1 0 0 0,0-1 0 0 0,-1 1 0 0 0,0 1 0 0 0,0-1 0 0 0,-1 1 0 0 0,1 0 0 0 0,-1 1 0 0 0,0 0 0 0 0,-11-6 0 0 0,9 7 90 0 0,-1-1-1 0 0,0 1 1 0 0,1 1 0 0 0,-1 0 0 0 0,0 0 0 0 0,0 1 0 0 0,0 0 0 0 0,0 1 0 0 0,-1 0 0 0 0,1 0 0 0 0,0 1 0 0 0,-19 5 0 0 0,14-3-37 0 0,1 2 0 0 0,-1 0 0 0 0,1 0 0 0 0,0 1 0 0 0,1 1 1 0 0,-1 1-1 0 0,1 0 0 0 0,1 0 0 0 0,-1 1 0 0 0,-12 13 0 0 0,11-7-63 0 0,1 0-1 0 0,0 0 1 0 0,1 1-1 0 0,1 1 1 0 0,0 0 0 0 0,1 0-1 0 0,-9 25 1 0 0,-10 24-159 0 0,-33 114-1 0 0,56-156-32 0 0,1-1-1 0 0,1 1 0 0 0,2 0 1 0 0,0 0-1 0 0,1 0 0 0 0,1 0 0 0 0,2 0 1 0 0,8 45-1 0 0,-2-33-12 0 0,2-1 1 0 0,2-1-1 0 0,1 0 0 0 0,2-1 1 0 0,20 34-1 0 0,-23-47 4 0 0,1 1 0 0 0,1-2 0 0 0,1 0 0 0 0,1 0-1 0 0,1-2 1 0 0,0 0 0 0 0,1-1 0 0 0,32 22 0 0 0,3-6-13 0 0,2-2 0 0 0,1-2-1 0 0,1-3 1 0 0,1-3 0 0 0,2-2 0 0 0,0-2-1 0 0,0-4 1 0 0,1-2 0 0 0,1-2 0 0 0,0-4 0 0 0,114-1-1 0 0,-143-8 103 0 0,1-1 0 0 0,-1-1 0 0 0,0-2 0 0 0,-1-1 0 0 0,1-2 0 0 0,-2-1 0 0 0,1-1 0 0 0,-2-2 0 0 0,0-1 0 0 0,0-2 0 0 0,-2 0-1 0 0,0-2 1 0 0,-1-1 0 0 0,-1-2 0 0 0,-1 0 0 0 0,26-30 0 0 0,-22 18 39 0 0,-2 0 0 0 0,-1-2 0 0 0,-1-1 0 0 0,-2-1 0 0 0,-2-1 0 0 0,-2-1 0 0 0,-1-1 0 0 0,-2 0 0 0 0,-2-1 0 0 0,-2-1 0 0 0,12-77 0 0 0,-19 86 177 0 0,-2 0-1 0 0,-2 0 1 0 0,0 0 0 0 0,-3 1 0 0 0,-9-60 0 0 0,7 74-195 0 0,-1 1 0 0 0,-1-1 0 0 0,0 1 0 0 0,-1 0 0 0 0,-1 1 0 0 0,-1 0 0 0 0,-1 0 0 0 0,0 0 0 0 0,-1 2 0 0 0,0-1 0 0 0,-22-21 0 0 0,12 19 6 0 0,0 0 0 0 0,-1 1 0 0 0,0 2 0 0 0,-2 0 0 0 0,0 1 0 0 0,0 2 0 0 0,-44-17 0 0 0,-5 5 271 0 0,-109-22 1 0 0,136 38-546 0 0,1 3 1 0 0,-1 1 0 0 0,0 3-1 0 0,1 2 1 0 0,-1 1 0 0 0,0 3-1 0 0,1 1 1 0 0,0 3 0 0 0,-55 17 0 0 0,80-20-136 0 0,1 0 0 0 0,0 2 0 0 0,0 0 0 0 0,-26 16 0 0 0,35-18-189 0 0,1 0 0 0 0,0 1 0 0 0,-15 16 0 0 0,19-17-259 0 0,0 0 0 0 0,0 0 0 0 0,1 0 0 0 0,0 1-1 0 0,0 0 1 0 0,-4 10 0 0 0,0 7-3976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39.3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611 135 3225 0 0,'-2'-4'117'0'0,"1"0"1"0"0,-1 0 0 0 0,0 0 0 0 0,0 1-1 0 0,-1-1 1 0 0,1 1 0 0 0,-1-1-1 0 0,1 1 1 0 0,-1 0 0 0 0,-6-6 0 0 0,-37-25 1372 0 0,37 27-959 0 0,2 2-208 0 0,0 1-1 0 0,0-1 0 0 0,0 1 0 0 0,-1 1 1 0 0,0-1-1 0 0,1 1 0 0 0,-1 1 0 0 0,0-1 1 0 0,0 1-1 0 0,0 1 0 0 0,-1 0 0 0 0,1 0 1 0 0,0 0-1 0 0,-13 1 0 0 0,10 2-60 0 0,0 0-1 0 0,0 1 1 0 0,1 0-1 0 0,-1 0 0 0 0,1 1 1 0 0,-1 1-1 0 0,2-1 1 0 0,-1 2-1 0 0,0-1 1 0 0,-12 11-1 0 0,1 1-180 0 0,1 1 0 0 0,0 0 0 0 0,2 2 1 0 0,0 0-1 0 0,1 1 0 0 0,1 1 0 0 0,1 1 0 0 0,1 0 0 0 0,1 1 0 0 0,1 0 0 0 0,1 1 0 0 0,1 0 1 0 0,-7 29-1 0 0,3 2-71 0 0,2 0 0 0 0,2 0 1 0 0,4 1-1 0 0,1 0 0 0 0,4 68 1 0 0,3-95-28 0 0,0 0 1 0 0,2-1-1 0 0,1 0 0 0 0,2 0 1 0 0,0 0-1 0 0,2-1 1 0 0,1 0-1 0 0,2 0 1 0 0,0-1-1 0 0,2-1 1 0 0,1 0-1 0 0,1-1 0 0 0,1-1 1 0 0,1 0-1 0 0,1-1 1 0 0,32 29-1 0 0,-20-24 0 0 0,1-2-1 0 0,1-1 0 0 0,1-1 1 0 0,1-2-1 0 0,2-2 0 0 0,0-1 1 0 0,77 27-1 0 0,-53-26-68 0 0,1-4 0 0 0,0-2-1 0 0,1-2 1 0 0,98 4 0 0 0,-127-14 74 0 0,1-2 0 0 0,-1-1 0 0 0,1-1 1 0 0,-1-2-1 0 0,1-2 0 0 0,-2-1 0 0 0,1-1 0 0 0,-1-2 0 0 0,0-2 0 0 0,54-26 0 0 0,-36 11 294 0 0,-1-3 0 0 0,-1-1 0 0 0,-2-3 0 0 0,85-79-1 0 0,-114 95-152 0 0,-1-1-1 0 0,-1 0 1 0 0,0-1-1 0 0,-2-1 1 0 0,0-1-1 0 0,-2 0 1 0 0,0 0-1 0 0,-2-2 0 0 0,0 1 1 0 0,-2-1-1 0 0,0 0 1 0 0,-2-1-1 0 0,7-47 1 0 0,-10 12 170 0 0,-3 0 1 0 0,-2 0-1 0 0,-2 1 0 0 0,-4-1 1 0 0,-2 1-1 0 0,-2 1 1 0 0,-31-89-1 0 0,35 125-220 0 0,-1 0-1 0 0,-1 1 1 0 0,0 0-1 0 0,-2 0 1 0 0,0 1 0 0 0,-17-19-1 0 0,18 26-20 0 0,-1 0-1 0 0,0 1 0 0 0,-1 1 0 0 0,0 0 1 0 0,-1 0-1 0 0,0 1 0 0 0,-1 1 0 0 0,-30-14 1 0 0,15 11-77 0 0,0 1 0 0 0,-1 2 0 0 0,0 1 0 0 0,0 1 0 0 0,-1 2 0 0 0,0 0 0 0 0,0 3 0 0 0,0 1 0 0 0,-40 3 0 0 0,36 2-1074 0 0,1 1 1 0 0,0 1-1 0 0,0 3 0 0 0,-59 21 0 0 0,67-19-4632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40.0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389 200 6913 0 0,'-9'1'144'0'0,"0"-1"-1"0"0,0 1 0 0 0,0 1 1 0 0,0 0-1 0 0,1 0 0 0 0,-1 1 1 0 0,0 0-1 0 0,1 0 0 0 0,0 1 0 0 0,0 0 1 0 0,0 0-1 0 0,0 1 0 0 0,0 0 1 0 0,1 0-1 0 0,0 1 0 0 0,0 0 0 0 0,-6 7 1 0 0,-4 6 215 0 0,1 0 0 0 0,1 1 1 0 0,0 1-1 0 0,1 0 1 0 0,2 1-1 0 0,0 0 0 0 0,-14 40 1 0 0,3 3-161 0 0,-22 106-1 0 0,32-110-213 0 0,2 1 0 0 0,3 1 0 0 0,2-1 0 0 0,4 1 0 0 0,2 0 0 0 0,3 0 0 0 0,2-1-1 0 0,16 68 1 0 0,-11-86 2 0 0,2-1 1 0 0,2 0-1 0 0,1 0 0 0 0,40 73 0 0 0,-42-92 25 0 0,2-1 0 0 0,1-1 0 0 0,1 0 1 0 0,1-1-1 0 0,1-1 0 0 0,0 0 0 0 0,2-2 0 0 0,0 0 1 0 0,29 18-1 0 0,-29-23-9 0 0,1-1 1 0 0,0-1 0 0 0,1-1 0 0 0,0 0-1 0 0,1-2 1 0 0,0-1 0 0 0,0-1-1 0 0,39 5 1 0 0,-33-8 64 0 0,0-2 0 0 0,0-1 0 0 0,0-2-1 0 0,0 0 1 0 0,0-3 0 0 0,53-13 0 0 0,-40 6 68 0 0,0-2 0 0 0,-1-1 0 0 0,-1-3-1 0 0,-1-1 1 0 0,-1-2 0 0 0,0-2 0 0 0,-2-1 0 0 0,0-2 0 0 0,-2-1 0 0 0,45-46 0 0 0,-24 15 505 0 0,52-71 0 0 0,-84 96-295 0 0,-2-1-1 0 0,-1 0 1 0 0,-2-2-1 0 0,17-43 1 0 0,-12 17 91 0 0,-4-2-1 0 0,-1 0 1 0 0,-4-2 0 0 0,-3 1 0 0 0,8-122-1 0 0,-19 147-232 0 0,-2 0 0 0 0,-1 1-1 0 0,-2-1 1 0 0,-1 0 0 0 0,-3 1 0 0 0,-1 0-1 0 0,-1 1 1 0 0,-3 0 0 0 0,-1 1-1 0 0,-1 0 1 0 0,-22-35 0 0 0,27 56-194 0 0,-2 0 1 0 0,0 1-1 0 0,0 1 0 0 0,-1 0 1 0 0,-1 0-1 0 0,-1 1 1 0 0,0 1-1 0 0,0 1 0 0 0,-1 0 1 0 0,-26-13-1 0 0,15 10 0 0 0,0 3 0 0 0,0 0 0 0 0,-1 1-1 0 0,0 2 1 0 0,-1 1 0 0 0,-36-4 0 0 0,43 9-735 0 0,-1 1 0 0 0,0 0 0 0 0,-37 5 0 0 0,27 1-6536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43.37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90 3225 0 0,'0'0'53'0'0,"-1"0"1"0"0,0 0-1 0 0,1-1 1 0 0,-1 1-1 0 0,1 0 0 0 0,-1 0 1 0 0,1-1-1 0 0,-1 1 1 0 0,1 0-1 0 0,-1-1 1 0 0,1 1-1 0 0,-1-1 1 0 0,1 1-1 0 0,-1 0 0 0 0,1-1 1 0 0,0 1-1 0 0,-1-1 1 0 0,1 1-1 0 0,0-1 1 0 0,-1 1-1 0 0,1-1 1 0 0,0 0-1 0 0,0 1 1 0 0,-1-1-1 0 0,1 1 0 0 0,0-1 1 0 0,0 0-1 0 0,0 1 1 0 0,0-1-1 0 0,0 1 1 0 0,0-1-1 0 0,0 0 1 0 0,0 1-1 0 0,0-1 1 0 0,0 1-1 0 0,0-1 0 0 0,1 0 1 0 0,-1 1-1 0 0,0-1 1 0 0,0 1-1 0 0,1-1 1 0 0,-1 1-1 0 0,0-1 1 0 0,0 0-1 0 0,1 1 1 0 0,-1 0-1 0 0,1-1 0 0 0,-1 1 1 0 0,0-1-1 0 0,1 1 1 0 0,-1-1-1 0 0,1 1 1 0 0,-1 0-1 0 0,1-1 1 0 0,-1 1-1 0 0,1 0 1 0 0,0 0-1 0 0,-1-1 0 0 0,1 1 1 0 0,0 0-1 0 0,39-18 1392 0 0,-2 7-575 0 0,0 3 1 0 0,0 0-1 0 0,1 3 0 0 0,0 1 1 0 0,45 2-1 0 0,211 28-814 0 0,-178-13-176 0 0,36-4 725 0 0,192-13 0 0 0,-17-2-300 0 0,43-8 245 0 0,-192 4-284 0 0,-37 1-108 0 0,81-2 77 0 0,-167 11-123 0 0,111 14-1 0 0,-47 6-79 0 0,163 4 0 0 0,-225-23-4 0 0,417-1 833 0 0,-141 9-226 0 0,-17 0-410 0 0,-266-10-90 0 0,0 2 1 0 0,1 2-1 0 0,-2 2 0 0 0,1 2 1 0 0,65 19-1 0 0,-62-13-135 0 0,0-3 0 0 0,1-1 0 0 0,0-4 0 0 0,0-1 0 0 0,1-4 0 0 0,73-7 0 0 0,19-16 415 0 0,-90 12-53 0 0,61-3 0 0 0,85 13 754 0 0,-203 1-1146 0 0,1 0 0 0 0,0 0 0 0 0,0 0-1 0 0,-1 1 1 0 0,1-1 0 0 0,0 0 0 0 0,0 1 0 0 0,-1-1 0 0 0,1 1-1 0 0,0 0 1 0 0,-1 0 0 0 0,1-1 0 0 0,-1 1 0 0 0,1 0-1 0 0,-1 1 1 0 0,1-1 0 0 0,-1 0 0 0 0,0 0 0 0 0,1 0 0 0 0,-1 1-1 0 0,0-1 1 0 0,0 1 0 0 0,0-1 0 0 0,0 1 0 0 0,0-1-1 0 0,0 3 1 0 0,2 1-626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0:59.2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12 1840 0 0,'-7'0'860'0'0,"0"1"-1"0"0,0 0 1 0 0,0 0-1 0 0,0 0 0 0 0,-8 3 1 0 0,14-4-737 0 0,0 1 0 0 0,0-1 1 0 0,0 0-1 0 0,-1 0 0 0 0,1 1 1 0 0,0-1-1 0 0,0 1 0 0 0,0-1 0 0 0,0 1 1 0 0,1-1-1 0 0,-1 1 0 0 0,0 0 1 0 0,0-1-1 0 0,0 1 0 0 0,0 0 1 0 0,1 0-1 0 0,-1-1 0 0 0,0 1 0 0 0,1 0 1 0 0,-1 0-1 0 0,0 0 0 0 0,1 0 1 0 0,-1 0-1 0 0,1 0 0 0 0,0 0 1 0 0,-1 0-1 0 0,1 0 0 0 0,0 0 0 0 0,0 0 1 0 0,-1 0-1 0 0,1 0 0 0 0,0 0 1 0 0,0 1-1 0 0,0-1 0 0 0,0 0 1 0 0,0 0-1 0 0,1 0 0 0 0,-1 0 0 0 0,0 0 1 0 0,0 0-1 0 0,1 0 0 0 0,0 2 1 0 0,1-1-45 0 0,0 0 1 0 0,-1 0-1 0 0,1 0 1 0 0,0 0 0 0 0,1 0-1 0 0,-1 0 1 0 0,0 0-1 0 0,1-1 1 0 0,-1 1 0 0 0,1-1-1 0 0,-1 0 1 0 0,1 0-1 0 0,-1 0 1 0 0,1 0 0 0 0,4 1-1 0 0,43 8 846 0 0,-48-10-896 0 0,25 3 230 0 0,0-1 0 0 0,0-2 0 0 0,-1-1 1 0 0,28-3-1 0 0,106-25 809 0 0,-108 18-550 0 0,0 1 0 0 0,92-3 0 0 0,-93 10 68 0 0,98-16 0 0 0,-121 14-166 0 0,-27 4-361 0 0,0 1-1 0 0,-1 0 1 0 0,1 0 0 0 0,0-1-1 0 0,-1 1 1 0 0,1 0-1 0 0,0 0 1 0 0,-1 0-1 0 0,1 0 1 0 0,0 0 0 0 0,-1 0-1 0 0,1 0 1 0 0,0 0-1 0 0,0 0 1 0 0,-1 0 0 0 0,1 0-1 0 0,0 0 1 0 0,-1 0-1 0 0,1 0 1 0 0,0 1-1 0 0,-1-1 1 0 0,1 0 0 0 0,0 1-1 0 0,-1-1 1 0 0,1 0-1 0 0,-1 1 1 0 0,1-1-1 0 0,-1 1 1 0 0,1-1 0 0 0,-1 1-1 0 0,1-1 1 0 0,-1 1-1 0 0,1-1 1 0 0,-1 1 0 0 0,1-1-1 0 0,-1 1 1 0 0,0 0-1 0 0,0-1 1 0 0,1 2-1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07.8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6923 365 5985 0 0,'-1'-2'192'0'0,"1"1"0"0"0,-1-1-1 0 0,1 1 1 0 0,-1 0 0 0 0,1-1-1 0 0,-1 1 1 0 0,0 0 0 0 0,0-1 0 0 0,1 1-1 0 0,-1 0 1 0 0,0 0 0 0 0,0 0-1 0 0,0-1 1 0 0,-1 1 0 0 0,1 0-1 0 0,0 0 1 0 0,0 1 0 0 0,0-1-1 0 0,-1 0 1 0 0,-2-1 0 0 0,-28-12 471 0 0,32 14-647 0 0,-25-6 5 0 0,1 0 0 0 0,-1 2-1 0 0,-1 1 1 0 0,1 1-1 0 0,-26 1 1 0 0,-2-1 537 0 0,19 0 83 0 0,-112-5 2003 0 0,-170-32 0 0 0,169 11-1400 0 0,-351-65 494 0 0,70 20-1159 0 0,318 57-461 0 0,-115-2 0 0 0,24 3-19 0 0,37 5 43 0 0,-170 12 0 0 0,299-1-138 0 0,-273 30-4 0 0,81-5 0 0 0,60-11 0 0 0,-131 7 0 0 0,7 8 66 0 0,37-2 12 0 0,-106 10-209 0 0,147-12 62 0 0,66-8 69 0 0,1 7 0 0 0,-174 52 0 0 0,173-25-32 0 0,-209 105 1 0 0,308-134 30 0 0,-179 93-126 0 0,88-43 46 0 0,105-56 54 0 0,1 2 0 0 0,1 1 1 0 0,0 2-1 0 0,1 1 0 0 0,-37 37 0 0 0,55-48 18 0 0,2 2-1 0 0,-1-1 0 0 0,1 2 1 0 0,1-1-1 0 0,1 1 0 0 0,0 1 0 0 0,1 0 1 0 0,0 0-1 0 0,2 0 0 0 0,0 1 1 0 0,0 0-1 0 0,2 1 0 0 0,-5 30 0 0 0,8-36-4 0 0,1-1 0 0 0,0 0 1 0 0,1 1-1 0 0,0-1 0 0 0,0 0 0 0 0,1 1 0 0 0,1-1 0 0 0,0 0 0 0 0,0-1 0 0 0,9 19 0 0 0,-4-14-35 0 0,1 0 1 0 0,0-1 0 0 0,1 0-1 0 0,1-1 1 0 0,0 0 0 0 0,19 18-1 0 0,0-6-33 0 0,1-2 0 0 0,0 0 0 0 0,2-3 0 0 0,0 0 0 0 0,59 23 0 0 0,-24-18 346 0 0,1-4-1 0 0,122 22 1 0 0,-47-13 49 0 0,282 46 18 0 0,6-32 46 0 0,-330-34-356 0 0,615 46 342 0 0,-407-33-262 0 0,751 10 142 0 0,-893-32-230 0 0,677-12 259 0 0,-565-8-125 0 0,280-55 1 0 0,-156-18-16 0 0,-233 50-67 0 0,19-12-59 0 0,332-143 0 0 0,-491 183 47 0 0,-1-2 0 0 0,0-1 0 0 0,50-39 0 0 0,68-77 159 0 0,-135 120-198 0 0,-2 0 1 0 0,0 0-1 0 0,0-1 1 0 0,-2 0-1 0 0,0-1 0 0 0,0 0 1 0 0,-1-1-1 0 0,-1 0 1 0 0,5-17-1 0 0,-8 20-3 0 0,-1 1 0 0 0,0-1 0 0 0,-1 1 0 0 0,-1-1 0 0 0,0 0 1 0 0,0 0-1 0 0,-2 0 0 0 0,1 1 0 0 0,-2-1 0 0 0,0 0 0 0 0,0 1 0 0 0,-9-25 0 0 0,-1 8 67 0 0,-2 2 0 0 0,-1-1 0 0 0,-35-45 1 0 0,8 11-176 0 0,32 48 100 0 0,0 1 0 0 0,-1 0 0 0 0,-1 0 0 0 0,0 1 0 0 0,0 1 0 0 0,-1 0 0 0 0,-20-13 0 0 0,-111-56-94 0 0,66 39 118 0 0,46 24-27 0 0,-2 2 0 0 0,0 1 0 0 0,0 1 0 0 0,-65-13 0 0 0,-149-13 0 0 0,115 22 0 0 0,17-1-1162 0 0,0 5-1 0 0,-128 2 1 0 0,167 15-6305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1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4448 77 10138 0 0,'23'-2'943'0'0,"-1"-1"0"0"0,1-1 0 0 0,-1-1 0 0 0,0-1 0 0 0,26-11-1 0 0,-47 17-889 0 0,0 0 0 0 0,-1 0-1 0 0,1-1 1 0 0,0 1 0 0 0,0 0-1 0 0,-1-1 1 0 0,1 1 0 0 0,0 0-1 0 0,0-1 1 0 0,-1 1 0 0 0,1-1-1 0 0,-1 1 1 0 0,1-1 0 0 0,0 0-1 0 0,-1 1 1 0 0,1-1 0 0 0,-1 0-1 0 0,1 1 1 0 0,-1-1 0 0 0,0 0-1 0 0,1 1 1 0 0,-1-1-1 0 0,0 0 1 0 0,1 0 0 0 0,-1 0-1 0 0,0 0-12 0 0,-1 0 0 0 0,1 0 0 0 0,-1 1 0 0 0,1-1 0 0 0,-1 0-1 0 0,1 1 1 0 0,-1-1 0 0 0,1 0 0 0 0,-1 1 0 0 0,1-1-1 0 0,-1 1 1 0 0,0-1 0 0 0,1 1 0 0 0,-1-1 0 0 0,0 1-1 0 0,0-1 1 0 0,1 1 0 0 0,-1 0 0 0 0,-1-1 0 0 0,-45-10 482 0 0,17 9-491 0 0,-1 1 1 0 0,0 2 0 0 0,-45 6 0 0 0,-96 25-834 0 0,110-19 468 0 0,-184 40-515 0 0,4 12 0 0 0,-255 102 0 0 0,382-121 981 0 0,-529 223 1617 0 0,-788 520 1333 0 0,1196-655-2690 0 0,-50 31 700 0 0,110-46 136 0 0,17-11-1685 0 0,49-41-5839 0 0,92-56-527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1.6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57 110 5529 0 0,'9'-19'115'0'0,"15"-35"2466"0"0,-13 18 4228 0 0,-47 157-633 0 0,-15 57-5757 0 0,46-157-416 0 0,2 1-1 0 0,0 0 0 0 0,1 0 1 0 0,1 0-1 0 0,2 0 1 0 0,2 25-1 0 0,-2-39 30 0 0,1 0-1 0 0,-1 0 1 0 0,2-1 0 0 0,-1 1-1 0 0,1-1 1 0 0,0 0 0 0 0,0 1-1 0 0,1-1 1 0 0,0-1 0 0 0,0 1-1 0 0,1 0 1 0 0,0-1 0 0 0,0 0-1 0 0,10 8 1 0 0,-7-7 16 0 0,1-1-1 0 0,0 0 1 0 0,0 0 0 0 0,1-1-1 0 0,0 0 1 0 0,0-1 0 0 0,0 0-1 0 0,0-1 1 0 0,18 4 0 0 0,0-3-7 0 0,1-1 0 0 0,-1-2-1 0 0,1 0 1 0 0,-1-2 0 0 0,1-1 0 0 0,-1-2 0 0 0,35-8 0 0 0,-19 0-200 0 0,-1-3 0 0 0,80-38 1 0 0,-59 23-3776 0 0,-29 17-797 0 0,-10 7-235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2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97 121 4145 0 0,'-39'-56'1713'0'0,"33"46"-517"0"0,0-1 1 0 0,-1 2-1 0 0,0-1 0 0 0,-1 1 1 0 0,-15-6 8093 0 0,33 54-8898 0 0,-7-28 304 0 0,15 72-408 0 0,11 143-1 0 0,-18-122-208 0 0,9 29 77 0 0,5 52-1562 0 0,-24-167-3843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2.6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0 101 10138 0 0,'2'-5'321'0'0,"1"0"1"0"0,0 0-1 0 0,0 0 0 0 0,0 0 0 0 0,0 1 1 0 0,1-1-1 0 0,0 1 0 0 0,0 0 0 0 0,0 0 1 0 0,0 0-1 0 0,0 1 0 0 0,1-1 0 0 0,0 1 1 0 0,0 0-1 0 0,9-4 0 0 0,-3 2 194 0 0,0 0 0 0 0,-1 1 1 0 0,1 0-1 0 0,1 1 0 0 0,-1 0 0 0 0,22-2 0 0 0,-28 4-464 0 0,0 1-1 0 0,0 0 1 0 0,0 0 0 0 0,0 0-1 0 0,-1 1 1 0 0,1 0 0 0 0,0 0-1 0 0,0 0 1 0 0,-1 0 0 0 0,1 1-1 0 0,-1 0 1 0 0,1 0 0 0 0,-1 0 0 0 0,0 0-1 0 0,0 1 1 0 0,0-1 0 0 0,0 1-1 0 0,0 0 1 0 0,0 1 0 0 0,-1-1-1 0 0,1 1 1 0 0,-1-1 0 0 0,0 1-1 0 0,0 0 1 0 0,-1 0 0 0 0,1 0-1 0 0,-1 0 1 0 0,0 1 0 0 0,0-1-1 0 0,0 1 1 0 0,-1-1 0 0 0,1 1-1 0 0,-1 0 1 0 0,1 9 0 0 0,2 20-31 0 0,-1 0 0 0 0,-2 0 1 0 0,-2 0-1 0 0,-1 0 0 0 0,-6 37 1 0 0,-4 77 11 0 0,12-147-32 0 0,0 0-1 0 0,0 1 1 0 0,0-1-1 0 0,0 1 0 0 0,0-1 1 0 0,0 0-1 0 0,0 1 0 0 0,1-1 1 0 0,-1 0-1 0 0,1 1 1 0 0,-1-1-1 0 0,1 0 0 0 0,-1 1 1 0 0,1-1-1 0 0,-1 0 0 0 0,1 0 1 0 0,0 1-1 0 0,0-1 1 0 0,0 0-1 0 0,0 0 0 0 0,0 0 1 0 0,0 0-1 0 0,1 1 0 0 0,0-2 4 0 0,0 1-1 0 0,-1-1 0 0 0,1 1 0 0 0,0-1 1 0 0,0 0-1 0 0,0 1 0 0 0,-1-1 0 0 0,1 0 1 0 0,0 0-1 0 0,0-1 0 0 0,0 1 0 0 0,-1 0 0 0 0,1 0 1 0 0,0-1-1 0 0,3-1 0 0 0,7-3 62 0 0,1 0 1 0 0,-1-2-1 0 0,21-14 0 0 0,-24 15 27 0 0,9-6-34 0 0,27-14-2244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3.1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1 319 6449 0 0,'26'-17'6816'0'0,"-14"9"-5690"0"0,59-31 2865 0 0,-45 26-3036 0 0,41-28 0 0 0,-63 37-967 0 0,1 1-1 0 0,-1-1 0 0 0,0-1 0 0 0,-1 1 1 0 0,1 0-1 0 0,-1-1 0 0 0,0 0 0 0 0,0 0 1 0 0,0 0-1 0 0,-1 0 0 0 0,1 0 0 0 0,-1 0 0 0 0,-1-1 1 0 0,1 1-1 0 0,-1-1 0 0 0,0 0 0 0 0,0 1 1 0 0,0-1-1 0 0,-1 0 0 0 0,0-8 0 0 0,-1 10-27 0 0,1 0 1 0 0,0 1-1 0 0,-1-1 0 0 0,0 0 0 0 0,0 0 0 0 0,0 0 0 0 0,-1 0 0 0 0,1 1 0 0 0,-1-1 0 0 0,0 1 0 0 0,0-1 0 0 0,0 1 0 0 0,0 0 0 0 0,0 0 0 0 0,-1 0 1 0 0,0 0-1 0 0,1 0 0 0 0,-1 0 0 0 0,0 1 0 0 0,0-1 0 0 0,-1 1 0 0 0,1 0 0 0 0,0 0 0 0 0,-1 0 0 0 0,1 0 0 0 0,-1 1 0 0 0,0-1 0 0 0,0 1 1 0 0,1 0-1 0 0,-5 0 0 0 0,4 0 33 0 0,1 1 0 0 0,0 0 0 0 0,-1 0 0 0 0,1 0 0 0 0,-1 1-1 0 0,1-1 1 0 0,0 1 0 0 0,0 0 0 0 0,-1 0 0 0 0,1 0 0 0 0,0 0 0 0 0,0 0 0 0 0,0 1 0 0 0,0 0 0 0 0,0-1 0 0 0,0 1 0 0 0,1 0 0 0 0,-1 0 0 0 0,0 1 0 0 0,1-1 0 0 0,0 0 0 0 0,0 1 0 0 0,-1 0 0 0 0,1-1 0 0 0,1 1 0 0 0,-1 0 0 0 0,0 0 0 0 0,1 0 0 0 0,-1 0 0 0 0,0 6 0 0 0,-2-1 53 0 0,1 1-1 0 0,1 0 1 0 0,-1 0 0 0 0,1 0 0 0 0,1 0 0 0 0,0 0 0 0 0,0 0 0 0 0,1 1 0 0 0,0-1 0 0 0,2 11-1 0 0,0-11-80 0 0,0-1 0 0 0,1 0 0 0 0,0 1 0 0 0,0-1 0 0 0,1-1 0 0 0,0 1 0 0 0,0 0 0 0 0,1-1 0 0 0,0 0 0 0 0,0 0 0 0 0,1 0 0 0 0,0-1 0 0 0,0 0 0 0 0,1 0 0 0 0,-1 0 0 0 0,1-1-1 0 0,1 0 1 0 0,-1 0 0 0 0,1-1 0 0 0,-1 0 0 0 0,1 0 0 0 0,0-1 0 0 0,1 0 0 0 0,-1-1 0 0 0,0 1 0 0 0,1-1 0 0 0,-1-1 0 0 0,1 0 0 0 0,0 0 0 0 0,0-1 0 0 0,-1 0 0 0 0,1 0 0 0 0,0-1 0 0 0,10-2-1 0 0,0-1-1398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3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83 407 2761 0 0,'-24'27'12721'0'0,"-4"13"-9547"0"0,24-34-3145 0 0,0 1 1 0 0,0-1 0 0 0,1 1 0 0 0,0 0 0 0 0,0 0 0 0 0,1 0-1 0 0,0 0 1 0 0,0 0 0 0 0,1 0 0 0 0,0 1 0 0 0,0 10-1 0 0,1-17-27 0 0,0 1-1 0 0,0 0 1 0 0,0-1-1 0 0,0 1 1 0 0,0 0-1 0 0,1-1 1 0 0,-1 1-1 0 0,0-1 1 0 0,1 1-1 0 0,0-1 1 0 0,-1 1-1 0 0,1-1 1 0 0,0 1-1 0 0,0-1 1 0 0,0 0-1 0 0,0 0 0 0 0,0 1 1 0 0,0-1-1 0 0,0 0 1 0 0,1 1-1 0 0,0-1-4 0 0,-1-1 0 0 0,0 1 0 0 0,0-1 0 0 0,1 0 0 0 0,-1 1 0 0 0,0-1 0 0 0,0 0 0 0 0,1 0 0 0 0,-1 0 0 0 0,0 0 0 0 0,1 0 0 0 0,-1 0 0 0 0,0-1 0 0 0,0 1 0 0 0,1 0 0 0 0,-1-1 0 0 0,0 1 0 0 0,0 0 0 0 0,2-2 0 0 0,3-1-41 0 0,-1 0 1 0 0,1-1 0 0 0,-1 1 0 0 0,0-1 0 0 0,0-1 0 0 0,0 1 0 0 0,-1-1 0 0 0,6-6 0 0 0,-2-2-142 0 0,-1 1 1 0 0,0-2-1 0 0,-1 1 1 0 0,0-1-1 0 0,-1 0 1 0 0,0 0-1 0 0,-2 0 1 0 0,1 0-1 0 0,-2-1 1 0 0,0 0-1 0 0,-1 1 1 0 0,0-1-1 0 0,-1 0 1 0 0,-3-26-1 0 0,-2 6 354 0 0,-2 0-1 0 0,0 0 1 0 0,-3 1-1 0 0,-1 1 1 0 0,-15-34 0 0 0,23 60 236 0 0,0 0 1 0 0,0 1 0 0 0,0-1 0 0 0,-1 1 0 0 0,0 0 0 0 0,-1 0-1 0 0,1 1 1 0 0,-1-1 0 0 0,0 1 0 0 0,0 0 0 0 0,-1 0 0 0 0,-6-4-1 0 0,12 13-243 0 0,0 1-1 0 0,1-1 0 0 0,-1 0 1 0 0,1 0-1 0 0,-1 0 1 0 0,3 6-1 0 0,85 232 202 0 0,-68-198-304 0 0,1-1-1 0 0,3-1 1 0 0,38 52-1 0 0,-50-77 4 0 0,-6-9-71 0 0,-1 1-1 0 0,1-1 0 0 0,0 0 0 0 0,1-1 1 0 0,0 0-1 0 0,0 0 0 0 0,1 0 0 0 0,0-1 1 0 0,0 0-1 0 0,16 9 0 0 0,-22-15 7 0 0,-1 1 0 0 0,1-1-1 0 0,0 0 1 0 0,-1 0 0 0 0,1 0 0 0 0,0 0 0 0 0,-1 0-1 0 0,1 0 1 0 0,0 0 0 0 0,0 0 0 0 0,-1-1 0 0 0,1 1 0 0 0,0-1-1 0 0,-1 1 1 0 0,1-1 0 0 0,-1 0 0 0 0,1 1 0 0 0,-1-1-1 0 0,1 0 1 0 0,-1 0 0 0 0,1 0 0 0 0,-1 0 0 0 0,0 0-1 0 0,0-1 1 0 0,1 1 0 0 0,-1 0 0 0 0,0 0 0 0 0,0-1-1 0 0,0 1 1 0 0,-1-1 0 0 0,2-1 0 0 0,4-8-35 0 0,0 0 1 0 0,-1 0 0 0 0,5-17-1 0 0,-3 9 18 0 0,1 1-6 0 0,-4 10-5 0 0,0-1 1 0 0,-1 1-1 0 0,1-1 1 0 0,-2 0-1 0 0,1 0 1 0 0,1-16-1 0 0,-5 23-350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4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8 9674 0 0,'0'0'105'0'0,"0"-1"0"0"0,0 1 1 0 0,0 0-1 0 0,0-1 0 0 0,0 1 0 0 0,-1 0 0 0 0,1-1 0 0 0,0 1 1 0 0,0 0-1 0 0,0-1 0 0 0,-1 1 0 0 0,1 0 0 0 0,0-1 1 0 0,0 1-1 0 0,-1 0 0 0 0,1 0 0 0 0,0-1 0 0 0,0 1 0 0 0,-1 0 1 0 0,1 0-1 0 0,0 0 0 0 0,-1 0 0 0 0,1-1 0 0 0,0 1 0 0 0,-1 0 1 0 0,1 0-1 0 0,0 0 0 0 0,-1 0 0 0 0,1 0 0 0 0,-1 0 0 0 0,1 0 1 0 0,0 0-1 0 0,-1 0 0 0 0,1 0 0 0 0,0 0 0 0 0,-1 0 1 0 0,1 0-1 0 0,0 0 0 0 0,-1 0 0 0 0,1 0 0 0 0,0 1 0 0 0,-1-1 1 0 0,1 0-1 0 0,0 0 0 0 0,-1 0 0 0 0,1 0 0 0 0,0 1 0 0 0,-1-1 1 0 0,1 0-1 0 0,0 0 0 0 0,0 1 0 0 0,-1-1 0 0 0,1 0 0 0 0,0 1 1 0 0,0-1-1 0 0,0 0 0 0 0,-1 0 0 0 0,1 1 0 0 0,0-1 1 0 0,0 0-1 0 0,0 1 0 0 0,0-1 0 0 0,0 1 0 0 0,-11 28 1870 0 0,6-1-1592 0 0,1 1 0 0 0,1-1 1 0 0,2 1-1 0 0,1-1 0 0 0,1 1 1 0 0,1 0-1 0 0,2-1 0 0 0,1 0 0 0 0,12 42 1 0 0,-14-63-383 0 0,0 0 0 0 0,0 0 0 0 0,1-1 0 0 0,0 1 1 0 0,0-1-1 0 0,1 0 0 0 0,-1 0 0 0 0,1 0 0 0 0,0 0 0 0 0,1-1 1 0 0,-1 0-1 0 0,1 0 0 0 0,0-1 0 0 0,1 1 0 0 0,7 3 0 0 0,-10-6 1 0 0,-1 0-1 0 0,1-1 0 0 0,0 1 0 0 0,0-1 0 0 0,-1 0 0 0 0,1 0 1 0 0,0-1-1 0 0,0 1 0 0 0,0-1 0 0 0,0 1 0 0 0,0-1 0 0 0,0-1 0 0 0,0 1 1 0 0,0 0-1 0 0,0-1 0 0 0,0 0 0 0 0,0 0 0 0 0,0 0 0 0 0,-1-1 1 0 0,1 1-1 0 0,0-1 0 0 0,-1 0 0 0 0,1 0 0 0 0,-1 0 0 0 0,0 0 0 0 0,1 0 1 0 0,-1-1-1 0 0,0 0 0 0 0,5-5 0 0 0,-1 0 13 0 0,-1-1-1 0 0,1 0 1 0 0,-2 0-1 0 0,1 0 1 0 0,-1-1-1 0 0,0 0 1 0 0,-1 0-1 0 0,5-16 1 0 0,-3-2-88 0 0,6-53 0 0 0,-8 47 248 0 0,9-34-1 0 0,-13 68-168 0 0,0 0 0 0 0,-1 0-1 0 0,1-1 1 0 0,0 1-1 0 0,0 0 1 0 0,0 0-1 0 0,0 0 1 0 0,0 0-1 0 0,0 0 1 0 0,0 0 0 0 0,0-1-1 0 0,0 1 1 0 0,0 0-1 0 0,1 0 1 0 0,-1 0-1 0 0,0 0 1 0 0,0 0-1 0 0,0 0 1 0 0,0 0-1 0 0,0-1 1 0 0,0 1 0 0 0,0 0-1 0 0,0 0 1 0 0,0 0-1 0 0,0 0 1 0 0,0 0-1 0 0,0 0 1 0 0,0 0-1 0 0,1 0 1 0 0,-1 0 0 0 0,0 0-1 0 0,0-1 1 0 0,0 1-1 0 0,0 0 1 0 0,0 0-1 0 0,0 0 1 0 0,0 0-1 0 0,1 0 1 0 0,-1 0-1 0 0,0 0 1 0 0,0 0 0 0 0,0 0-1 0 0,0 0 1 0 0,0 0-1 0 0,0 0 1 0 0,1 0-1 0 0,-1 0 1 0 0,0 0-1 0 0,0 0 1 0 0,0 0-1 0 0,0 0 1 0 0,0 0 0 0 0,0 0-1 0 0,0 0 1 0 0,1 1-1 0 0,-1-1 1 0 0,0 0-1 0 0,0 0 1 0 0,0 0-1 0 0,0 0 1 0 0,0 0 0 0 0,0 0-1 0 0,0 0 1 0 0,7 13 192 0 0,5 20-31 0 0,-11-30-163 0 0,12 33 120 0 0,0-1 1 0 0,21 37-1 0 0,-26-58-424 0 0,1 0 1 0 0,0 0-1 0 0,0-1 1 0 0,2 0 0 0 0,-1-1-1 0 0,2 0 1 0 0,18 15-1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4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32 174 3225 0 0,'0'-5'1155'0'0,"2"0"-1"0"0,-1 1 1 0 0,0-1 0 0 0,1 1 0 0 0,0 0 0 0 0,0-1 0 0 0,4-5 0 0 0,5-11 1375 0 0,-5 7-1453 0 0,12-36 975 0 0,-17 48-1897 0 0,-1 0-1 0 0,1 0 1 0 0,-1 0 0 0 0,1 0-1 0 0,-1 0 1 0 0,0 0-1 0 0,0 0 1 0 0,0 0 0 0 0,0 0-1 0 0,0 0 1 0 0,0 0-1 0 0,-1 0 1 0 0,1 0 0 0 0,-1 0-1 0 0,1 0 1 0 0,-1 0-1 0 0,0 0 1 0 0,0 0 0 0 0,1 1-1 0 0,-3-4 1 0 0,2 5-117 0 0,0-1 0 0 0,0 1 0 0 0,0 0 0 0 0,1-1 0 0 0,-1 1 0 0 0,0 0 0 0 0,0 0 0 0 0,0-1 1 0 0,0 1-1 0 0,0 0 0 0 0,0 0 0 0 0,0 0 0 0 0,0 0 0 0 0,1 0 0 0 0,-1 1 0 0 0,0-1 0 0 0,0 0 0 0 0,0 0 0 0 0,0 1 0 0 0,0-1 0 0 0,0 0 1 0 0,1 1-1 0 0,-1-1 0 0 0,0 1 0 0 0,0-1 0 0 0,1 1 0 0 0,-1-1 0 0 0,0 1 0 0 0,1-1 0 0 0,-1 1 0 0 0,-1 1 0 0 0,-19 23 203 0 0,16-15-216 0 0,0 1 0 0 0,1 0 1 0 0,1 0-1 0 0,0 0 0 0 0,0 0 1 0 0,1 0-1 0 0,0 1 0 0 0,1-1 0 0 0,1 1 1 0 0,-1-1-1 0 0,2 1 0 0 0,0 0 1 0 0,0-1-1 0 0,1 1 0 0 0,4 13 1 0 0,-4-19-38 0 0,0 0 1 0 0,0 0-1 0 0,0 0 1 0 0,1 0 0 0 0,0 0-1 0 0,0-1 1 0 0,1 1-1 0 0,0-1 1 0 0,0 0 0 0 0,0 0-1 0 0,0-1 1 0 0,1 1-1 0 0,-1-1 1 0 0,1 0 0 0 0,0 0-1 0 0,1 0 1 0 0,-1-1-1 0 0,1 0 1 0 0,-1 0 0 0 0,1 0-1 0 0,0-1 1 0 0,0 0-1 0 0,0 0 1 0 0,0 0 0 0 0,0-1-1 0 0,1 0 1 0 0,-1 0-1 0 0,0-1 1 0 0,7 1 0 0 0,19-3-1105 0 0,-10-2-4511 0 0,-2 0-1320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5.1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6 267 9218 0 0,'-1'0'94'0'0,"1"1"0"0"0,-1-1 0 0 0,1 1 0 0 0,-1-1 0 0 0,1 1-1 0 0,0 0 1 0 0,-1-1 0 0 0,1 1 0 0 0,0-1 0 0 0,-1 1 0 0 0,1 0 0 0 0,0-1 0 0 0,0 1 0 0 0,0 0 0 0 0,0-1 0 0 0,0 1-1 0 0,0 0 1 0 0,0 0 0 0 0,0-1 0 0 0,0 1 0 0 0,0 0 0 0 0,0-1 0 0 0,0 1 0 0 0,0 0 0 0 0,0-1 0 0 0,1 1 0 0 0,-1 0 0 0 0,0-1-1 0 0,0 1 1 0 0,1-1 0 0 0,-1 1 0 0 0,1 0 0 0 0,-1-1 0 0 0,1 1 0 0 0,0 0 125 0 0,0-1 1 0 0,1 1-1 0 0,-1-1 1 0 0,0 0-1 0 0,1 1 1 0 0,-1-1-1 0 0,0 0 1 0 0,1 0-1 0 0,-1 0 1 0 0,0 0 0 0 0,1 0-1 0 0,-1 0 1 0 0,0-1-1 0 0,1 1 1 0 0,-1 0-1 0 0,0-1 1 0 0,0 1-1 0 0,3-2 1 0 0,2-1 123 0 0,0 0 0 0 0,0-1 0 0 0,0 0 1 0 0,0 0-1 0 0,-1-1 0 0 0,1 0 1 0 0,-1 0-1 0 0,0 0 0 0 0,-1 0 0 0 0,1-1 1 0 0,-1 0-1 0 0,0 0 0 0 0,-1 0 1 0 0,4-8-1 0 0,0-1-277 0 0,0 1 0 0 0,-2-1 0 0 0,0 0 0 0 0,0-1 0 0 0,2-20 0 0 0,-6 30-75 0 0,-1-1 0 0 0,0 0 0 0 0,0 1 1 0 0,0-1-1 0 0,-1 0 0 0 0,0 1 0 0 0,0-1 1 0 0,-3-8-1 0 0,3 13 12 0 0,1 1 0 0 0,0-1 1 0 0,-1 1-1 0 0,0 0 0 0 0,1-1 1 0 0,-1 1-1 0 0,0 0 0 0 0,0 0 0 0 0,1-1 1 0 0,-1 1-1 0 0,0 0 0 0 0,0 0 0 0 0,0 0 1 0 0,-1 0-1 0 0,1 0 0 0 0,0 0 1 0 0,0 0-1 0 0,0 0 0 0 0,-1 1 0 0 0,1-1 1 0 0,0 0-1 0 0,-1 1 0 0 0,1-1 1 0 0,-1 1-1 0 0,1 0 0 0 0,-1-1 0 0 0,1 1 1 0 0,-1 0-1 0 0,1 0 0 0 0,-1 0 1 0 0,1 0-1 0 0,0 0 0 0 0,-1 0 0 0 0,1 0 1 0 0,-1 1-1 0 0,1-1 0 0 0,-1 0 0 0 0,1 1 1 0 0,-1-1-1 0 0,1 1 0 0 0,0 0 1 0 0,-1-1-1 0 0,-1 2 0 0 0,1 0 18 0 0,-1 0 0 0 0,1 0 0 0 0,0 0 0 0 0,0 0 0 0 0,-1 1 0 0 0,2-1 1 0 0,-1 1-1 0 0,0-1 0 0 0,0 1 0 0 0,1 0 0 0 0,-1-1 0 0 0,1 1 0 0 0,0 0 0 0 0,0 0 0 0 0,0 0 0 0 0,0 0 0 0 0,1 0 0 0 0,-1 0 0 0 0,1 0 0 0 0,0 0 0 0 0,0 0 0 0 0,0 0 0 0 0,0 0 1 0 0,0 0-1 0 0,1 4 0 0 0,2 11 26 0 0,-1-1 0 0 0,11 34 1 0 0,-8-37-46 0 0,-1 0 1 0 0,2 0 0 0 0,0-1 0 0 0,0 0 0 0 0,1 0-1 0 0,17 22 1 0 0,-22-31-195 0 0,1-1-1 0 0,0 1 1 0 0,0-1-1 0 0,1 0 1 0 0,-1 0 0 0 0,1 0-1 0 0,-1-1 1 0 0,1 1-1 0 0,0-1 1 0 0,0 0 0 0 0,0 0-1 0 0,0 0 1 0 0,0 0-1 0 0,0-1 1 0 0,1 0-1 0 0,-1 0 1 0 0,0 0 0 0 0,1 0-1 0 0,-1-1 1 0 0,1 1-1 0 0,-1-1 1 0 0,1-1-1 0 0,-1 1 1 0 0,1 0 0 0 0,-1-1-1 0 0,6-1 1 0 0,23-10-5948 0 0,-17 5 1081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5.4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2 132 968 0 0,'11'-12'376'0'0,"0"-1"1"0"0,0 0-1 0 0,8-15 0 0 0,6-18 3839 0 0,-25 45-4003 0 0,1 0 0 0 0,-1 1 1 0 0,1-1-1 0 0,-1 0 0 0 0,1 0 0 0 0,-1 0 0 0 0,0 1 0 0 0,0-1 0 0 0,1 0 1 0 0,-1 0-1 0 0,0 0 0 0 0,0 0 0 0 0,0 0 0 0 0,0 1 0 0 0,0-1 1 0 0,0 0-1 0 0,0 0 0 0 0,0 0 0 0 0,0 0 0 0 0,-3-1 814 0 0,3 2-823 0 0,-1-1 1 0 0,1 1-1 0 0,0 0 0 0 0,-1 0 1 0 0,1 0-1 0 0,-1 0 1 0 0,1 0-1 0 0,-6 2 2238 0 0,5-2-2238 0 0,-29 21 4437 0 0,26-16-4471 0 0,0 0-1 0 0,0 0 0 0 0,0 0 1 0 0,1 0-1 0 0,0 0 0 0 0,0 1 1 0 0,0-1-1 0 0,1 1 1 0 0,0 0-1 0 0,0 0 0 0 0,1 0 1 0 0,-1 0-1 0 0,0 8 0 0 0,2-10-134 0 0,0 0 0 0 0,0 0 0 0 0,0 0-1 0 0,1 0 1 0 0,0 0 0 0 0,0 0 0 0 0,0 0-1 0 0,0 0 1 0 0,0 0 0 0 0,1 0 0 0 0,-1 0 0 0 0,1-1-1 0 0,0 1 1 0 0,1 0 0 0 0,-1-1 0 0 0,0 0-1 0 0,1 0 1 0 0,0 0 0 0 0,0 0 0 0 0,4 4-1 0 0,24 16-27 0 0,-20-14 4 0 0,1-1 0 0 0,-1 2-1 0 0,0-1 1 0 0,-1 1 0 0 0,16 21 0 0 0,-24-28-10 0 0,0 0 0 0 0,-1 0 0 0 0,1 1-1 0 0,-1-1 1 0 0,0 0 0 0 0,1 1 0 0 0,-1-1 0 0 0,-1 1 0 0 0,1-1 0 0 0,-1 1-1 0 0,1-1 1 0 0,-1 1 0 0 0,0 0 0 0 0,0-1 0 0 0,0 1 0 0 0,-1-1-1 0 0,1 1 1 0 0,-1-1 0 0 0,0 1 0 0 0,0-1 0 0 0,0 1 0 0 0,-1-1-1 0 0,1 0 1 0 0,-1 1 0 0 0,0-1 0 0 0,0 0 0 0 0,0 0 0 0 0,-3 3-1 0 0,0 1-287 0 0,-1-1-1 0 0,0 0 0 0 0,0 0 1 0 0,0 0-1 0 0,0-1 1 0 0,-1 0-1 0 0,0 0 0 0 0,-12 6 1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6.2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 6913 0 0,'4'-2'353'0'0,"1"0"0"0"0,-1 0 0 0 0,0 0 0 0 0,0 1 0 0 0,1 0 0 0 0,-1 0 0 0 0,1 0 0 0 0,-1 0-1 0 0,1 1 1 0 0,-1 0 0 0 0,1 0 0 0 0,0 0 0 0 0,-1 0 0 0 0,1 1 0 0 0,-1 0 0 0 0,1 0-1 0 0,-1 0 1 0 0,0 0 0 0 0,7 4 0 0 0,-6-3-86 0 0,-1 1 0 0 0,1 0 0 0 0,-1 0 0 0 0,0 1-1 0 0,0-1 1 0 0,0 1 0 0 0,0 0 0 0 0,0 0 0 0 0,-1 0 0 0 0,0 1 0 0 0,0-1 0 0 0,0 1-1 0 0,0-1 1 0 0,-1 1 0 0 0,0 0 0 0 0,2 6 0 0 0,43 155 3019 0 0,-47-165-3282 0 0,0-1 0 0 0,0 1 0 0 0,0-1-1 0 0,0 0 1 0 0,0 1 0 0 0,0-1 0 0 0,0 1 0 0 0,1-1 0 0 0,-1 1 0 0 0,0-1 0 0 0,0 1-1 0 0,1-1 1 0 0,-1 0 0 0 0,0 1 0 0 0,1-1 0 0 0,-1 0 0 0 0,0 1 0 0 0,1-1 0 0 0,-1 0-1 0 0,0 1 1 0 0,1-1 0 0 0,-1 0 0 0 0,1 0 0 0 0,-1 1 0 0 0,1-1 0 0 0,-1 0 0 0 0,0 0-1 0 0,1 0 1 0 0,-1 0 0 0 0,1 0 0 0 0,-1 1 0 0 0,1-1 0 0 0,0 0 0 0 0,13-11-175 0 0,7-24-259 0 0,0-12 283 0 0,-11 25-77 0 0,22-41 0 0 0,-28 57 202 0 0,-1 1 0 0 0,1-1 1 0 0,0 1-1 0 0,1 0 0 0 0,-1 1 0 0 0,1-1 0 0 0,0 1 1 0 0,0 0-1 0 0,1 0 0 0 0,-1 0 0 0 0,11-5 0 0 0,-14 9 34 0 0,-1-1 0 0 0,1 0 0 0 0,-1 1-1 0 0,1-1 1 0 0,0 1 0 0 0,-1-1 0 0 0,1 1-1 0 0,-1 0 1 0 0,1 0 0 0 0,0 0 0 0 0,-1 0-1 0 0,1 0 1 0 0,-1 0 0 0 0,1 0 0 0 0,0 0-1 0 0,-1 1 1 0 0,1-1 0 0 0,-1 1 0 0 0,1-1-1 0 0,-1 1 1 0 0,1 0 0 0 0,2 1 0 0 0,-2 0 38 0 0,0 0 0 0 0,0 0 0 0 0,0 0 1 0 0,0 0-1 0 0,0 1 0 0 0,-1-1 0 0 0,1 1 1 0 0,-1-1-1 0 0,1 1 0 0 0,-1-1 0 0 0,2 6 1 0 0,0 6 187 0 0,1 0 1 0 0,-2 1 0 0 0,3 27-1 0 0,-5-40-233 0 0,-1 53 118 0 0,0-41-80 0 0,1-1-1 0 0,0 1 1 0 0,1 0-1 0 0,5 27 1 0 0,-6-41-45 0 0,0 1-1 0 0,1-1 1 0 0,-1 0 0 0 0,0 1 0 0 0,0-1 0 0 0,1 1-1 0 0,-1-1 1 0 0,0 0 0 0 0,0 0 0 0 0,1 1 0 0 0,-1-1 0 0 0,0 0-1 0 0,1 1 1 0 0,-1-1 0 0 0,0 0 0 0 0,1 0 0 0 0,-1 0-1 0 0,0 1 1 0 0,1-1 0 0 0,-1 0 0 0 0,1 0 0 0 0,-1 0-1 0 0,0 0 1 0 0,1 0 0 0 0,-1 0 0 0 0,1 0 0 0 0,-1 0-1 0 0,1 0 1 0 0,-1 0 0 0 0,0 0 0 0 0,1 0 0 0 0,-1 0-1 0 0,1 0 1 0 0,-1 0 0 0 0,0 0 0 0 0,1 0 0 0 0,-1 0 0 0 0,1-1-1 0 0,-1 1 1 0 0,0 0 0 0 0,1 0 0 0 0,-1 0 0 0 0,0-1-1 0 0,1 1 1 0 0,-1 0 0 0 0,0-1 0 0 0,1 1 0 0 0,-1 0-1 0 0,0-1 1 0 0,0 1 0 0 0,0 0 0 0 0,1-1 0 0 0,-1 1-1 0 0,0-1 1 0 0,20-21-204 0 0,-18 19 174 0 0,51-71-821 0 0,-37 48 656 0 0,39-46 0 0 0,-49 66 222 0 0,1-1-1 0 0,-1 1 1 0 0,1 0-1 0 0,0 1 1 0 0,1 0-1 0 0,-1 0 0 0 0,1 0 1 0 0,0 1-1 0 0,0 0 1 0 0,1 1-1 0 0,8-3 1 0 0,-15 6 13 0 0,1-1 1 0 0,-1 1 0 0 0,0 0 0 0 0,0 0-1 0 0,0 0 1 0 0,1 0 0 0 0,-1 0 0 0 0,0 0 0 0 0,0 1-1 0 0,0-1 1 0 0,0 1 0 0 0,1-1 0 0 0,-1 1 0 0 0,0 0-1 0 0,0 0 1 0 0,0 0 0 0 0,0 0 0 0 0,-1 0-1 0 0,1 1 1 0 0,0-1 0 0 0,0 0 0 0 0,-1 1 0 0 0,1 0-1 0 0,-1-1 1 0 0,1 1 0 0 0,-1 0 0 0 0,0-1-1 0 0,0 1 1 0 0,0 0 0 0 0,0 0 0 0 0,0 0 0 0 0,1 3-1 0 0,4 9 61 0 0,-1 1 0 0 0,0-1-1 0 0,4 27 1 0 0,-3-17-93 0 0,-3-14-290 0 0,0 1 0 0 0,1-1 0 0 0,0 0 0 0 0,1 0 0 0 0,0 0 0 0 0,1-1 1 0 0,-1 1-1 0 0,10 10 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6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1 211 6913 0 0,'10'-5'826'0'0,"0"0"-1"0"0,0-1 0 0 0,-1 0 0 0 0,0-1 0 0 0,0 0 1 0 0,0 0-1 0 0,-1-1 0 0 0,0 0 0 0 0,0-1 0 0 0,-1 1 0 0 0,0-2 1 0 0,-1 1-1 0 0,0-1 0 0 0,0 0 0 0 0,5-15 0 0 0,-10 23-780 0 0,0 0 0 0 0,0 0 0 0 0,-1 0 0 0 0,1 0 0 0 0,-1-1 0 0 0,1 1-1 0 0,-1 0 1 0 0,0 0 0 0 0,0 0 0 0 0,0 0 0 0 0,0-1 0 0 0,0 1 0 0 0,-1 0 0 0 0,1 0 0 0 0,-1 0-1 0 0,1 0 1 0 0,-1 0 0 0 0,0 0 0 0 0,0 0 0 0 0,0 0 0 0 0,0 0 0 0 0,0 0 0 0 0,0 0 0 0 0,0 0-1 0 0,-1 1 1 0 0,1-1 0 0 0,-1 1 0 0 0,1-1 0 0 0,-1 1 0 0 0,0-1 0 0 0,1 1 0 0 0,-1 0 0 0 0,0 0-1 0 0,0 0 1 0 0,0 0 0 0 0,0 0 0 0 0,0 0 0 0 0,0 0 0 0 0,0 1 0 0 0,0-1 0 0 0,0 1-1 0 0,0-1 1 0 0,-1 1 0 0 0,1 0 0 0 0,0 0 0 0 0,0 0 0 0 0,0 0 0 0 0,0 0 0 0 0,-1 1 0 0 0,1-1-1 0 0,0 1 1 0 0,0-1 0 0 0,0 1 0 0 0,0 0 0 0 0,0 0 0 0 0,0 0 0 0 0,0 0 0 0 0,0 0 0 0 0,0 0-1 0 0,1 0 1 0 0,-1 1 0 0 0,0-1 0 0 0,-2 4 0 0 0,2-2-139 0 0,0 1 0 0 0,0-1 0 0 0,0 1 1 0 0,0 0-1 0 0,0 0 0 0 0,1 0 0 0 0,0 0 0 0 0,0 0 0 0 0,0 1 1 0 0,0-1-1 0 0,1 0 0 0 0,0 0 0 0 0,0 1 0 0 0,0-1 0 0 0,0 0 0 0 0,0 0 1 0 0,1 1-1 0 0,0-1 0 0 0,0 0 0 0 0,0 0 0 0 0,3 6 0 0 0,1 4-570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0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85 157 3225 0 0,'-2'-1'446'0'0,"0"0"1"0"0,0 0 0 0 0,1 0 0 0 0,-1 1-1 0 0,0-1 1 0 0,0 0 0 0 0,0 1-1 0 0,0-1 1 0 0,0 1 0 0 0,0 0 0 0 0,0 0-1 0 0,0-1 1 0 0,-1 1 0 0 0,1 1-1 0 0,0-1 1 0 0,0 0 0 0 0,0 0 0 0 0,0 1-1 0 0,0-1 1 0 0,0 1 0 0 0,0 0-1 0 0,1 0 1 0 0,-3 0 0 0 0,1 1-81 0 0,1 1 1 0 0,0-1 0 0 0,-1 0-1 0 0,1 0 1 0 0,0 1 0 0 0,1-1-1 0 0,-1 1 1 0 0,0 0-1 0 0,1 0 1 0 0,-1-1 0 0 0,1 1-1 0 0,0 0 1 0 0,-1 5 0 0 0,-1 4 23 0 0,0 0 0 0 0,2 0 0 0 0,-1 0 0 0 0,1 0 1 0 0,1 0-1 0 0,2 20 0 0 0,-1-25-340 0 0,1 0 0 0 0,-1 0-1 0 0,1 1 1 0 0,1-1 0 0 0,0-1 0 0 0,0 1 0 0 0,0 0 0 0 0,1-1-1 0 0,-1 1 1 0 0,2-1 0 0 0,-1 0 0 0 0,1 0 0 0 0,0-1 0 0 0,0 1-1 0 0,0-1 1 0 0,1 0 0 0 0,0-1 0 0 0,0 0 0 0 0,0 1-1 0 0,9 3 1 0 0,-10-5-41 0 0,1-1 0 0 0,-1 0 0 0 0,1 0 0 0 0,0 0 0 0 0,0-1-1 0 0,0 1 1 0 0,0-1 0 0 0,-1-1 0 0 0,2 1 0 0 0,-1-1 0 0 0,0 0-1 0 0,0-1 1 0 0,0 1 0 0 0,0-1 0 0 0,-1 0 0 0 0,1-1 0 0 0,0 0 0 0 0,0 1-1 0 0,-1-2 1 0 0,1 1 0 0 0,-1-1 0 0 0,1 0 0 0 0,-1 0 0 0 0,0 0-1 0 0,6-5 1 0 0,-3 0-11 0 0,1-1-1 0 0,-1 0 0 0 0,-1 0 1 0 0,1 0-1 0 0,-2-1 1 0 0,1 0-1 0 0,-1-1 0 0 0,-1 1 1 0 0,0-1-1 0 0,0 0 1 0 0,-1 0-1 0 0,-1-1 0 0 0,0 1 1 0 0,2-15-1 0 0,-3 10-46 0 0,0 1-1 0 0,-1-1 1 0 0,-1 1-1 0 0,0-1 1 0 0,-2 1 0 0 0,1-1-1 0 0,-2 1 1 0 0,0 0-1 0 0,-1 0 1 0 0,-8-22-1 0 0,10 33-80 0 0,0 0 0 0 0,0 0 1 0 0,0 0-1 0 0,0 1 0 0 0,-1-1 0 0 0,0 1 0 0 0,1 0 0 0 0,-1-1 0 0 0,-1 1 0 0 0,-2-3 0 0 0,4 5-87 0 0,0 0 0 0 0,0 0 1 0 0,0-1-1 0 0,0 1 0 0 0,0 0 1 0 0,0 1-1 0 0,0-1 0 0 0,0 0 1 0 0,0 0-1 0 0,-1 1 1 0 0,1 0-1 0 0,0-1 0 0 0,0 1 1 0 0,-1 0-1 0 0,1 0 0 0 0,0 0 1 0 0,0 0-1 0 0,-1 1 0 0 0,1-1 1 0 0,0 0-1 0 0,-2 2 0 0 0,-13 5-1511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5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305 383 656 0 0,'-50'-16'917'0'0,"40"14"330"0"0,0 1-1 0 0,0 0 0 0 0,0 1 1 0 0,-1 0-1 0 0,-14 2 0 0 0,16-1-526 0 0,0 1-1 0 0,0-1 0 0 0,1 2 0 0 0,-1 0 0 0 0,1 0 1 0 0,0 0-1 0 0,-1 1 0 0 0,2 0 0 0 0,-1 1 1 0 0,0-1-1 0 0,1 1 0 0 0,-11 10 0 0 0,12-9-569 0 0,0 0 0 0 0,1 0-1 0 0,0 1 1 0 0,0 0 0 0 0,0 0 0 0 0,1 0-1 0 0,0 0 1 0 0,0 0 0 0 0,1 1 0 0 0,0 0-1 0 0,0 0 1 0 0,1 0 0 0 0,0 0-1 0 0,0 0 1 0 0,1 0 0 0 0,0 0 0 0 0,1 0-1 0 0,0 1 1 0 0,0-1 0 0 0,0 0 0 0 0,3 14-1 0 0,-2-18-145 0 0,0 1 1 0 0,0-1-1 0 0,1 0 0 0 0,-1 1 0 0 0,1-1 0 0 0,0 0 0 0 0,0 0 0 0 0,0 0 1 0 0,0 0-1 0 0,1 0 0 0 0,0 0 0 0 0,-1-1 0 0 0,1 1 0 0 0,1-1 0 0 0,-1 0 0 0 0,0 0 1 0 0,1 0-1 0 0,0 0 0 0 0,0-1 0 0 0,0 0 0 0 0,0 1 0 0 0,0-1 0 0 0,0-1 1 0 0,9 4-1 0 0,-8-4-102 0 0,1-1-1 0 0,-1 1 1 0 0,1-1 0 0 0,-1 0 0 0 0,1 0 0 0 0,-1 0 0 0 0,1-1 0 0 0,-1 0 0 0 0,1 0 0 0 0,-1-1 0 0 0,0 1 0 0 0,0-1 0 0 0,0 0-1 0 0,0-1 1 0 0,0 1 0 0 0,0-1 0 0 0,0 0 0 0 0,-1 0 0 0 0,1 0 0 0 0,5-7 0 0 0,3-3-531 0 0,-2 0 1 0 0,0-1-1 0 0,0-1 0 0 0,-1 1 1 0 0,-1-2-1 0 0,-1 1 0 0 0,0-1 1 0 0,-1-1-1 0 0,0 1 0 0 0,-2-1 1 0 0,0-1-1 0 0,5-33 0 0 0,-5 15-515 0 0,2-64-1 0 0,-13-31 2504 0 0,5 126-1161 0 0,-1-15 1257 0 0,-8-37 0 0 0,9 52-1017 0 0,0 1 0 0 0,-1-1 0 0 0,1 1 0 0 0,-1-1 0 0 0,0 1 0 0 0,0 0 0 0 0,0 0 0 0 0,-1 0 0 0 0,0 0 0 0 0,1 0 0 0 0,-1 1 0 0 0,-1-1 0 0 0,1 1 0 0 0,-5-4 0 0 0,8 7-388 0 0,0 0 0 0 0,-1 0 0 0 0,1 0 0 0 0,0 0 0 0 0,-1 0 0 0 0,1 0 0 0 0,0 0 0 0 0,-1 0 1 0 0,1 0-1 0 0,0 0 0 0 0,-1 0 0 0 0,1 0 0 0 0,0 0 0 0 0,-1 0 0 0 0,1 0 0 0 0,0 1 0 0 0,-1-1 0 0 0,1 0 0 0 0,0 0 1 0 0,-1 0-1 0 0,1 0 0 0 0,0 1 0 0 0,-1-1 0 0 0,1 0 0 0 0,0 0 0 0 0,0 1 0 0 0,0-1 0 0 0,-1 0 0 0 0,1 0 0 0 0,0 1 1 0 0,0-1-1 0 0,0 0 0 0 0,-1 1 0 0 0,1-1 0 0 0,0 0 0 0 0,0 1 0 0 0,0-1 0 0 0,0 0 0 0 0,0 1 0 0 0,0-1 0 0 0,0 0 1 0 0,0 1-1 0 0,0-1 0 0 0,0 0 0 0 0,0 1 0 0 0,0-1 0 0 0,0 1 0 0 0,0-1 0 0 0,-2 22 222 0 0,2-20-211 0 0,-1 37 55 0 0,2 1 1 0 0,1 0 0 0 0,3-1-1 0 0,1 1 1 0 0,1-1-1 0 0,3 0 1 0 0,1-1-1 0 0,2 0 1 0 0,27 56 0 0 0,-37-87-76 0 0,8 15-1762 0 0,1 1-3377 0 0,3 2-2413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7.8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0 331 10594 0 0,'28'-14'2272'0'0,"-17"10"-1688"0"0,0-1 0 0 0,0 0 0 0 0,-1-1 0 0 0,0 0 0 0 0,0-1 0 0 0,-1 0 0 0 0,0 0 1 0 0,0-1-1 0 0,0 0 0 0 0,13-18 0 0 0,-6 1-558 0 0,0-1 1 0 0,-2-1 0 0 0,-2 0-1 0 0,16-46 1 0 0,-27 71-28 0 0,0 0-1 0 0,-1 0 1 0 0,1 0 0 0 0,-1 0-1 0 0,1 0 1 0 0,-1 1 0 0 0,0-1-1 0 0,0 0 1 0 0,0 0-1 0 0,0 0 1 0 0,0 0 0 0 0,0 0-1 0 0,0 0 1 0 0,-1 0-1 0 0,1 0 1 0 0,-1 0 0 0 0,1 0-1 0 0,-1 0 1 0 0,-1-2 0 0 0,1 3 9 0 0,0 0 1 0 0,0 0-1 0 0,0 0 1 0 0,-1 1-1 0 0,1-1 1 0 0,0 0 0 0 0,0 1-1 0 0,0-1 1 0 0,0 1-1 0 0,-1 0 1 0 0,1-1-1 0 0,0 1 1 0 0,-1 0-1 0 0,1 0 1 0 0,0-1 0 0 0,-1 1-1 0 0,1 0 1 0 0,0 0-1 0 0,0 1 1 0 0,-1-1-1 0 0,1 0 1 0 0,0 0 0 0 0,-1 1-1 0 0,1-1 1 0 0,0 1-1 0 0,0-1 1 0 0,0 1-1 0 0,-1-1 1 0 0,-1 2 0 0 0,-2 0 15 0 0,0 1 0 0 0,0-1 0 0 0,0 1 0 0 0,1 0 0 0 0,-1 1 0 0 0,1-1 0 0 0,-1 1 0 0 0,1-1 0 0 0,0 1 0 0 0,0 1 0 0 0,1-1 0 0 0,-1 0 1 0 0,1 1-1 0 0,0 0 0 0 0,0 0 0 0 0,1 0 0 0 0,-1 0 0 0 0,1 0 0 0 0,0 0 0 0 0,1 1 0 0 0,-1-1 0 0 0,1 1 0 0 0,0-1 0 0 0,0 1 1 0 0,1-1-1 0 0,0 1 0 0 0,0 0 0 0 0,0-1 0 0 0,1 1 0 0 0,1 6 0 0 0,-1-3 11 0 0,2 0 0 0 0,-1-1 1 0 0,1 1-1 0 0,0-1 0 0 0,1 0 0 0 0,0 0 0 0 0,0 0 0 0 0,1 0 1 0 0,0-1-1 0 0,0 0 0 0 0,1 0 0 0 0,0 0 0 0 0,0-1 1 0 0,1 0-1 0 0,0 0 0 0 0,0 0 0 0 0,0-1 0 0 0,14 8 0 0 0,-15-11-348 0 0,-1 0 0 0 0,1 0 0 0 0,-1 0 0 0 0,1-1 0 0 0,0 0 0 0 0,-1 0-1 0 0,1 0 1 0 0,0-1 0 0 0,0 0 0 0 0,0 0 0 0 0,0 0 0 0 0,0-1-1 0 0,-1 0 1 0 0,1 0 0 0 0,0-1 0 0 0,-1 1 0 0 0,1-1 0 0 0,-1 0-1 0 0,1-1 1 0 0,-1 1 0 0 0,9-7 0 0 0,9-6-5792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8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39 236 3209 0 0,'1'-4'95'0'0,"16"-102"52"0"0,-16 52 1706 0 0,-9 2 4129 0 0,8 51-5793 0 0,0 0 0 0 0,0 1-1 0 0,-1-1 1 0 0,1 0 0 0 0,0 0-1 0 0,0 0 1 0 0,0 0-1 0 0,-1 0 1 0 0,1 0 0 0 0,0 1-1 0 0,-1-1 1 0 0,1 0 0 0 0,-1 0-1 0 0,1 1 1 0 0,-1-1-1 0 0,1 0 1 0 0,-1 1 0 0 0,0-1-1 0 0,1 0 1 0 0,-1 1 0 0 0,0-1-1 0 0,0 1 1 0 0,1-1-1 0 0,-3 0 1 0 0,3 1-21 0 0,-1 1 0 0 0,0-1 0 0 0,0 1 0 0 0,0-1 0 0 0,1 1 0 0 0,-1-1-1 0 0,0 1 1 0 0,1-1 0 0 0,-1 1 0 0 0,0 0 0 0 0,1-1 0 0 0,-1 1 0 0 0,1 0 0 0 0,-1 0 0 0 0,1-1 0 0 0,0 1 0 0 0,-1 0 0 0 0,1 0-1 0 0,-1 1 1 0 0,-13 47 2039 0 0,8 8-1750 0 0,3 0 0 0 0,2 1 0 0 0,2-1 0 0 0,4 0 0 0 0,22 112 0 0 0,-18-127-841 0 0,2 0 1 0 0,2-1-1 0 0,2-1 0 0 0,23 45 0 0 0,-25-60-7643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8.8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320 0 9674 0 0,'-3'0'314'0'0,"-1"1"0"0"0,1-1 0 0 0,-1 1 0 0 0,1 0 0 0 0,-1 0 0 0 0,1 0 0 0 0,-1 0 0 0 0,1 1 1 0 0,0-1-1 0 0,-1 1 0 0 0,1 0 0 0 0,-5 4 0 0 0,3-3-248 0 0,-30 19 942 0 0,1 1 0 0 0,-41 37 1 0 0,60-46-673 0 0,1 0 1 0 0,0 1 0 0 0,1 0-1 0 0,1 1 1 0 0,0 0-1 0 0,-18 36 1 0 0,28-49-288 0 0,1 0 0 0 0,-1 0 0 0 0,1 0 0 0 0,0 1 0 0 0,0-1-1 0 0,0 1 1 0 0,0-1 0 0 0,1 0 0 0 0,-1 1 0 0 0,1-1 0 0 0,0 1 0 0 0,0-1 0 0 0,0 1-1 0 0,1-1 1 0 0,-1 1 0 0 0,1-1 0 0 0,-1 1 0 0 0,1-1 0 0 0,1 1 0 0 0,-1-1 0 0 0,0 0 0 0 0,3 4-1 0 0,-1-3-52 0 0,1 0 1 0 0,-1 0-1 0 0,1 0 0 0 0,0-1 0 0 0,0 0 0 0 0,0 0 0 0 0,0 0 0 0 0,1 0 0 0 0,-1 0 0 0 0,1-1 0 0 0,0 0 0 0 0,0 0 0 0 0,0 0 1 0 0,7 1-1 0 0,15 2-9 0 0,-1-1 0 0 0,1-1 0 0 0,0-2 0 0 0,0 0 0 0 0,0-2 0 0 0,30-4 0 0 0,-20 1 0 0 0,0 2 0 0 0,46 4 0 0 0,-80-2 26 0 0,0 0-1 0 0,-1 1 1 0 0,1-1-1 0 0,0 1 0 0 0,0-1 1 0 0,0 1-1 0 0,-1 0 1 0 0,1 0-1 0 0,0 0 0 0 0,-1 1 1 0 0,1-1-1 0 0,-1 0 1 0 0,1 1-1 0 0,1 2 0 0 0,-3-3-2 0 0,0 0 0 0 0,-1 0 0 0 0,1 0 0 0 0,-1 1 0 0 0,0-1 0 0 0,1 0 0 0 0,-1 1 0 0 0,0-1 0 0 0,0 0 0 0 0,0 1 0 0 0,0-1 0 0 0,0 0 0 0 0,0 0-1 0 0,0 1 1 0 0,-1-1 0 0 0,1 0 0 0 0,0 1 0 0 0,-1-1 0 0 0,1 0 0 0 0,-1 0 0 0 0,1 1 0 0 0,-1-1 0 0 0,1 0 0 0 0,-1 0 0 0 0,0 0 0 0 0,0 0 0 0 0,0 0 0 0 0,0 0 0 0 0,1 0 0 0 0,-1 0-1 0 0,-2 1 1 0 0,-11 12 280 0 0,0 0 0 0 0,-1-2 0 0 0,0 1 0 0 0,-1-2 0 0 0,-24 14 0 0 0,15-10-2632 0 0,-29 24 1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1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14803 0 0,'1'1'117'0'0,"0"-1"0"0"0,0 1-1 0 0,0 0 1 0 0,0-1 0 0 0,0 1-1 0 0,0 0 1 0 0,-1 0 0 0 0,1 0-1 0 0,0-1 1 0 0,0 1 0 0 0,-1 0-1 0 0,1 0 1 0 0,-1 0 0 0 0,1 0-1 0 0,-1 0 1 0 0,1 0 0 0 0,-1 0-1 0 0,0 0 1 0 0,1 0 0 0 0,-1 1-1 0 0,0-1 1 0 0,0 1 0 0 0,7 29 2082 0 0,-7-29-1889 0 0,14 173 2313 0 0,2 9-4323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15203 0 0,'-4'1'3765'0'0,"16"8"-4062"0"0,14 35-1610 0 0,-15-27 1875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40 10594 0 0,'0'-1'116'0'0,"-1"0"0"0"0,1 0-1 0 0,-1 0 1 0 0,1 0 0 0 0,0 0 0 0 0,0 0-1 0 0,0 0 1 0 0,-1 0 0 0 0,1 1 0 0 0,0-1-1 0 0,0 0 1 0 0,0 0 0 0 0,0 0-1 0 0,0 0 1 0 0,1 0 0 0 0,-1 0 0 0 0,0 0-1 0 0,0 0 1 0 0,1 0 0 0 0,-1 0-1 0 0,0 0 1 0 0,1 1 0 0 0,-1-1 0 0 0,1 0-1 0 0,-1 0 1 0 0,1 0 0 0 0,-1 1 0 0 0,1-1-1 0 0,0 0 1 0 0,-1 1 0 0 0,1-1-1 0 0,0 0 1 0 0,0 1 0 0 0,-1-1 0 0 0,1 1-1 0 0,0-1 1 0 0,0 1 0 0 0,0 0 0 0 0,0-1-1 0 0,0 1 1 0 0,0 0 0 0 0,-1 0-1 0 0,3-1 1 0 0,0 0 158 0 0,0 0 0 0 0,0 0-1 0 0,0 0 1 0 0,0 0 0 0 0,1 0-1 0 0,-1 1 1 0 0,0 0 0 0 0,1 0-1 0 0,-1-1 1 0 0,0 2 0 0 0,1-1-1 0 0,3 1 1 0 0,-4 1-178 0 0,0 0 0 0 0,0-1 0 0 0,0 2-1 0 0,0-1 1 0 0,0 0 0 0 0,0 1 0 0 0,-1-1 0 0 0,1 1 0 0 0,-1 0-1 0 0,0 0 1 0 0,0 0 0 0 0,0 0 0 0 0,0 0 0 0 0,0 0-1 0 0,-1 1 1 0 0,1-1 0 0 0,-1 0 0 0 0,0 1 0 0 0,0 0 0 0 0,0-1-1 0 0,0 1 1 0 0,-1-1 0 0 0,0 5 0 0 0,2 8-39 0 0,-1 0 0 0 0,-1 0 0 0 0,-4 31 1 0 0,0-26 40 0 0,-12 35-1 0 0,11-42-24 0 0,1 0-1 0 0,0 0 1 0 0,1 0-1 0 0,1 0 1 0 0,0 0-1 0 0,0 16 0 0 0,2-28-63 0 0,0 0-1 0 0,0 0 0 0 0,1 0 0 0 0,-1 0 0 0 0,0 0 0 0 0,1 0 1 0 0,0 0-1 0 0,-1 0 0 0 0,1 0 0 0 0,0 0 0 0 0,0-1 0 0 0,0 1 0 0 0,0 0 1 0 0,0 0-1 0 0,0-1 0 0 0,1 1 0 0 0,-1 0 0 0 0,0-1 0 0 0,1 0 1 0 0,0 1-1 0 0,2 1 0 0 0,-1-2-1 0 0,0 0 1 0 0,-1 1-1 0 0,1-1 1 0 0,1-1 0 0 0,-1 1-1 0 0,0 0 1 0 0,0-1-1 0 0,0 0 1 0 0,0 1-1 0 0,0-1 1 0 0,0 0-1 0 0,6-1 1 0 0,0-1-108 0 0,0 0 0 0 0,0 0 0 0 0,0-1 0 0 0,-1 0 1 0 0,1 0-1 0 0,-1-1 0 0 0,0 0 0 0 0,14-10 0 0 0,4-8-2175 0 0,-10 6-4053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29.8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93 1840 0 0,'-38'-11'9425'0'0,"38"10"-9237"0"0,15-10 4549 0 0,71-24-921 0 0,2 6-5783 0 0,-70 23-4542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0.2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3 403 10594 0 0,'0'0'36'0'0,"-1"1"-1"0"0,1-1 0 0 0,0 0 0 0 0,0 0 0 0 0,0 1 1 0 0,0-1-1 0 0,-1 0 0 0 0,1 1 0 0 0,0-1 1 0 0,0 0-1 0 0,0 0 0 0 0,0 1 0 0 0,0-1 1 0 0,0 0-1 0 0,0 1 0 0 0,0-1 0 0 0,0 0 1 0 0,0 1-1 0 0,0-1 0 0 0,0 0 0 0 0,0 1 0 0 0,0-1 1 0 0,0 0-1 0 0,0 1 0 0 0,0-1 0 0 0,0 0 1 0 0,1 0-1 0 0,-1 1 0 0 0,0-1 0 0 0,0 0 1 0 0,0 1-1 0 0,0-1 0 0 0,1 0 0 0 0,-1 0 1 0 0,0 0-1 0 0,0 1 0 0 0,1-1 0 0 0,-1 0 1 0 0,0 0-1 0 0,1 1 0 0 0,16 0 1465 0 0,19-10 620 0 0,-20 2-1590 0 0,0 0-1 0 0,-1-2 0 0 0,0 1 0 0 0,0-2 0 0 0,0 0 1 0 0,-2-1-1 0 0,1 0 0 0 0,-1-1 0 0 0,-1-1 1 0 0,0 0-1 0 0,18-25 0 0 0,-20 22-494 0 0,0-1 1 0 0,0 1-1 0 0,-2-1 0 0 0,0-1 0 0 0,-1 0 1 0 0,-1 0-1 0 0,0 0 0 0 0,-1-1 1 0 0,-2 0-1 0 0,4-31 0 0 0,-7 49-47 0 0,0-1-1 0 0,0 1 1 0 0,0-1-1 0 0,0 1 1 0 0,0 0-1 0 0,0-1 1 0 0,0 1-1 0 0,0-1 1 0 0,0 1-1 0 0,-1 0 0 0 0,1-1 1 0 0,0 1-1 0 0,-1 0 1 0 0,1-1-1 0 0,-1 1 1 0 0,0 0-1 0 0,1 0 1 0 0,-1 0-1 0 0,0-1 1 0 0,-2-1-1 0 0,3 3-15 0 0,-1 0 0 0 0,0-1 0 0 0,0 1-1 0 0,0 0 1 0 0,0 0 0 0 0,0 0 0 0 0,0-1 0 0 0,0 1-1 0 0,0 0 1 0 0,0 0 0 0 0,0 0 0 0 0,0 1-1 0 0,0-1 1 0 0,0 0 0 0 0,0 0 0 0 0,0 0-1 0 0,0 1 1 0 0,0-1 0 0 0,0 1 0 0 0,0-1 0 0 0,-1 1-1 0 0,-3 2-90 0 0,-1 1-1 0 0,1 0 0 0 0,0-1 0 0 0,0 2 1 0 0,1-1-1 0 0,-1 0 0 0 0,-6 9 0 0 0,4-2 75 0 0,1-1 0 0 0,0 1 0 0 0,1 1 0 0 0,0-1 0 0 0,1 1 0 0 0,0-1 0 0 0,1 1 0 0 0,0 0 0 0 0,1 0 0 0 0,0 1 0 0 0,1-1 0 0 0,0 0 0 0 0,1 1 0 0 0,1-1 0 0 0,2 19 0 0 0,-2-23 106 0 0,1 0 1 0 0,0-1 0 0 0,0 0-1 0 0,1 1 1 0 0,-1-1 0 0 0,2 0-1 0 0,-1 0 1 0 0,1-1 0 0 0,0 1-1 0 0,0-1 1 0 0,1 0 0 0 0,0 0-1 0 0,0 0 1 0 0,0 0 0 0 0,1-1-1 0 0,-1 0 1 0 0,1 0 0 0 0,1-1-1 0 0,-1 0 1 0 0,1 0 0 0 0,-1 0-1 0 0,1-1 1 0 0,0 0 0 0 0,1 0-1 0 0,-1-1 1 0 0,10 3 0 0 0,-3-3 24 0 0,0 0 1 0 0,0-1 0 0 0,0 0 0 0 0,0-1 0 0 0,1-1 0 0 0,-1 0-1 0 0,0-1 1 0 0,0-1 0 0 0,0 0 0 0 0,-1-1 0 0 0,1 0 0 0 0,25-12 0 0 0,-2-4-89 0 0,0-1 1 0 0,-1-1 0 0 0,35-30 0 0 0,-15 4-625 0 0,-21 13-2792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0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0 11058 0 0,'-2'1'5245'0'0,"2"7"-2106"0"0,4 26-1196 0 0,8 41-1509 0 0,2 45 262 0 0,-1 170 1 0 0,-4-49-464 0 0,-8-226-288 0 0,0-1 1 0 0,1 0-1 0 0,1 0 0 0 0,1 0 1 0 0,5 15-1 0 0,-5-20-675 0 0,0-1 0 0 0,0 0 1 0 0,1 0-1 0 0,-1-1 0 0 0,10 12 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0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33 189 2761 0 0,'-32'-9'8869'0'0,"34"12"-8048"0"0,8 9-67 0 0,0-1 0 0 0,1 0 1 0 0,0 0-1 0 0,1-1 0 0 0,0-1 1 0 0,0 0-1 0 0,1 0 1 0 0,15 6-1 0 0,-15-8-383 0 0,0-1 1 0 0,1 0-1 0 0,0-1 0 0 0,0-1 1 0 0,0 0-1 0 0,0-1 0 0 0,1 0 1 0 0,26 1-1 0 0,-35-5-322 0 0,0 0 1 0 0,1 0-1 0 0,-1-1 0 0 0,0 1 0 0 0,0-1 1 0 0,0-1-1 0 0,-1 1 0 0 0,1-1 0 0 0,-1 0 1 0 0,1 0-1 0 0,-1-1 0 0 0,0 1 0 0 0,0-1 1 0 0,0 0-1 0 0,-1-1 0 0 0,1 1 0 0 0,3-6 1 0 0,11-13 101 0 0,-1-1 0 0 0,19-34 1 0 0,-23 36-110 0 0,54-92-1876 0 0,-55 90-6102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13363 0 0,'-2'0'1512'0'0,"2"0"-1336"0"0,-1 0 0 0 0,1 0 0 0 0,-1 1-1 0 0,1-1 1 0 0,-1 0 0 0 0,1 1 0 0 0,-1-1 0 0 0,1 0 0 0 0,-1 1-1 0 0,1-1 1 0 0,-1 1 0 0 0,1-1 0 0 0,-1 0 0 0 0,1 1 0 0 0,0-1-1 0 0,-1 1 1 0 0,1-1 0 0 0,0 1 0 0 0,-1 0 0 0 0,1-1 0 0 0,0 1-1 0 0,0-1 1 0 0,0 1 0 0 0,0-1 0 0 0,-1 1 0 0 0,1 0 0 0 0,0-1-1 0 0,0 1 1 0 0,0 0 0 0 0,-1 22 362 0 0,1-20-187 0 0,4 66 379 0 0,20 115 0 0 0,-5-63-536 0 0,16 235-5 0 0,-23-207-3356 0 0,-10-141 444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1.9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2 250 2761 0 0,'-1'-12'388'0'0,"1"0"1"0"0,0 1 0 0 0,0-1 0 0 0,2 0 0 0 0,-1 0-1 0 0,1 1 1 0 0,1-1 0 0 0,0 1 0 0 0,1 0-1 0 0,0 0 1 0 0,1 0 0 0 0,0 0 0 0 0,0 1 0 0 0,2 0-1 0 0,-1 0 1 0 0,15-17 0 0 0,-18 23-117 0 0,1 0 0 0 0,0 1-1 0 0,0-1 1 0 0,1 1 0 0 0,-1-1 0 0 0,1 1-1 0 0,-1 1 1 0 0,1-1 0 0 0,0 1 0 0 0,0-1 0 0 0,0 1-1 0 0,0 1 1 0 0,1-1 0 0 0,-1 1 0 0 0,0 0 0 0 0,8-1-1 0 0,-5 2-12 0 0,0 1-1 0 0,0 0 0 0 0,0 0 1 0 0,0 0-1 0 0,0 1 0 0 0,0 0 1 0 0,-1 0-1 0 0,1 1 0 0 0,-1 0 1 0 0,8 5-1 0 0,4 2 120 0 0,-1 2 1 0 0,-1 0 0 0 0,0 1-1 0 0,-1 1 1 0 0,0 1-1 0 0,-1 0 1 0 0,18 25-1 0 0,-23-27-254 0 0,-1 2 1 0 0,-1-1-1 0 0,0 1 0 0 0,-1 0 0 0 0,-1 1 0 0 0,-1 0 0 0 0,0 0 1 0 0,0 0-1 0 0,-2 0 0 0 0,0 1 0 0 0,-1-1 0 0 0,-1 1 0 0 0,0 0 1 0 0,-1 0-1 0 0,-1-1 0 0 0,-1 1 0 0 0,0 0 0 0 0,-8 27 0 0 0,6-29-142 0 0,-1-1 0 0 0,0 0 0 0 0,-1 0 0 0 0,-1 0 0 0 0,0 0 0 0 0,-1-1 0 0 0,-1-1 0 0 0,0 1 0 0 0,-12 12 0 0 0,12-16-318 0 0,0 0-1 0 0,0-1 0 0 0,-1 0 1 0 0,-1-1-1 0 0,1 0 1 0 0,-1 0-1 0 0,-1-1 0 0 0,1-1 1 0 0,-1 0-1 0 0,0 0 0 0 0,-21 5 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2.3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103 106 11058 0 0,'-8'5'271'0'0,"1"0"-1"0"0,0 0 0 0 0,0 1 0 0 0,0 0 1 0 0,1 0-1 0 0,0 0 0 0 0,0 1 0 0 0,1 0 1 0 0,0 0-1 0 0,0 1 0 0 0,0-1 0 0 0,1 1 1 0 0,0 0-1 0 0,1 0 0 0 0,-1 1 0 0 0,2-1 1 0 0,-1 1-1 0 0,1-1 0 0 0,1 1 0 0 0,-1 9 1 0 0,0-9 1 0 0,1 1 1 0 0,1 0 0 0 0,-1 0 0 0 0,2-1 0 0 0,-1 1-1 0 0,2 0 1 0 0,-1 0 0 0 0,1-1 0 0 0,0 1 0 0 0,1-1-1 0 0,0 0 1 0 0,1 0 0 0 0,0 0 0 0 0,0 0-1 0 0,1-1 1 0 0,0 1 0 0 0,1-1 0 0 0,9 11 0 0 0,-12-16-268 0 0,0 0 0 0 0,0 1 0 0 0,1-1 1 0 0,0 0-1 0 0,-1-1 0 0 0,1 1 1 0 0,0-1-1 0 0,0 0 0 0 0,0 0 0 0 0,1 0 1 0 0,-1 0-1 0 0,0-1 0 0 0,1 1 0 0 0,-1-1 1 0 0,1 0-1 0 0,0-1 0 0 0,-1 1 1 0 0,1-1-1 0 0,0 0 0 0 0,-1 0 0 0 0,1 0 1 0 0,0-1-1 0 0,-1 1 0 0 0,1-1 0 0 0,-1 0 1 0 0,1-1-1 0 0,-1 1 0 0 0,0-1 0 0 0,1 0 1 0 0,-1 0-1 0 0,0 0 0 0 0,0-1 1 0 0,0 1-1 0 0,-1-1 0 0 0,1 0 0 0 0,0 0 1 0 0,-1 0-1 0 0,0-1 0 0 0,0 1 0 0 0,4-7 1 0 0,1-2 4 0 0,0 0 1 0 0,-2-1 0 0 0,1 0-1 0 0,-2 0 1 0 0,1 0 0 0 0,-2-1-1 0 0,0 0 1 0 0,-1 0 0 0 0,0 0-1 0 0,-1 0 1 0 0,0 0 0 0 0,-1-1-1 0 0,-1 1 1 0 0,-2-17 0 0 0,1 18-234 0 0,0 0 1 0 0,-1 0 0 0 0,-1 0 0 0 0,0 1 0 0 0,-1-1-1 0 0,0 1 1 0 0,-1 0 0 0 0,0 0 0 0 0,-1 0 0 0 0,0 1-1 0 0,-1 0 1 0 0,0 0 0 0 0,-1 1 0 0 0,0 0 0 0 0,-18-18-1 0 0,13 20-1012 0 0,1 2-184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2.7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19 306 10594 0 0,'3'-5'4920'0'0,"7"-13"-2373"0"0,1 1-1897 0 0,6-14 168 0 0,31-63-30 0 0,-44 85-695 0 0,-1 0 0 0 0,0-1 1 0 0,0 1-1 0 0,-1-1 0 0 0,0 0 0 0 0,0 0 0 0 0,-1 1 0 0 0,-1-13 0 0 0,0 20-92 0 0,0-1 0 0 0,0 1 0 0 0,0 0 0 0 0,-1 0 0 0 0,1 0 0 0 0,-1 0 0 0 0,1 0 0 0 0,-1 0 0 0 0,0 0-1 0 0,1 0 1 0 0,-1 1 0 0 0,0-1 0 0 0,-1 0 0 0 0,1 0 0 0 0,0 1 0 0 0,-2-3 0 0 0,2 3-46 0 0,-1 0 0 0 0,1 0-1 0 0,0 1 1 0 0,0-1 0 0 0,-1 0 0 0 0,1 1 0 0 0,0-1 0 0 0,-1 1-1 0 0,1 0 1 0 0,0-1 0 0 0,-1 1 0 0 0,1 0 0 0 0,-1 0-1 0 0,1 0 1 0 0,0 0 0 0 0,-1 0 0 0 0,1 0 0 0 0,-3 1 0 0 0,0 0-116 0 0,0 0 0 0 0,1 0 0 0 0,-1 1 0 0 0,0-1 0 0 0,1 1 0 0 0,-1 0 0 0 0,1 0 0 0 0,0 1 0 0 0,0-1 0 0 0,-1 1 0 0 0,2-1 0 0 0,-1 1 0 0 0,0 0 0 0 0,0 0 0 0 0,-2 5 0 0 0,0 2 223 0 0,0-1 0 0 0,1 1 1 0 0,0 0-1 0 0,1 0 0 0 0,0 1 0 0 0,0-1 0 0 0,1 1 0 0 0,1-1 1 0 0,0 1-1 0 0,0-1 0 0 0,1 1 0 0 0,0 0 0 0 0,1-1 0 0 0,0 1 1 0 0,1 0-1 0 0,5 15 0 0 0,-6-19-17 0 0,1-1 0 0 0,0 0 0 0 0,1 0 1 0 0,-1 0-1 0 0,1-1 0 0 0,0 1 0 0 0,1-1 0 0 0,0 1 0 0 0,-1-1 0 0 0,1 0 0 0 0,1-1 1 0 0,-1 1-1 0 0,1-1 0 0 0,0 0 0 0 0,0 0 0 0 0,0 0 0 0 0,0 0 0 0 0,1-1 1 0 0,-1 0-1 0 0,1 0 0 0 0,0-1 0 0 0,0 0 0 0 0,0 0 0 0 0,0 0 0 0 0,1 0 1 0 0,-1-1-1 0 0,0 0 0 0 0,12 0 0 0 0,18-5-2052 0 0,-18-1-4543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1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138 0 9218 0 0,'-63'49'6912'0'0,"54"-41"-6249"0"0,0 1 1 0 0,1 0 0 0 0,0 0 0 0 0,-9 16-1 0 0,13-20-587 0 0,1 0-1 0 0,1 0 0 0 0,-1 1 1 0 0,1-1-1 0 0,0 1 0 0 0,0 0 1 0 0,0-1-1 0 0,1 1 1 0 0,0 0-1 0 0,0 0 0 0 0,1 0 1 0 0,-1 0-1 0 0,1 0 0 0 0,1 0 1 0 0,-1 0-1 0 0,1 0 1 0 0,0 0-1 0 0,0 0 0 0 0,1 0 1 0 0,0-1-1 0 0,0 1 0 0 0,0 0 1 0 0,0-1-1 0 0,5 6 1 0 0,2 3-62 0 0,1-1 0 0 0,0 0 1 0 0,1 0-1 0 0,0-1 0 0 0,20 16 0 0 0,-16-16-15 0 0,-2 1 0 0 0,0 0-1 0 0,20 27 1 0 0,-31-37 31 0 0,0 0 1 0 0,0 0-1 0 0,0 1 1 0 0,-1-1-1 0 0,1 1 1 0 0,-1 0-1 0 0,0-1 1 0 0,0 1-1 0 0,0 0 1 0 0,-1 0-1 0 0,1-1 1 0 0,-1 1-1 0 0,0 0 1 0 0,0 0-1 0 0,0 0 1 0 0,-1 0-1 0 0,1 0 1 0 0,-1-1-1 0 0,0 1 1 0 0,0 0-1 0 0,0-1 1 0 0,0 1-1 0 0,-1 0 1 0 0,0-1-1 0 0,0 0 1 0 0,-2 5-1 0 0,1-4-187 0 0,0 0 1 0 0,-1 0-1 0 0,0 0 0 0 0,1 0 0 0 0,-1-1 0 0 0,0 0 0 0 0,-1 0 0 0 0,1 0 1 0 0,-1 0-1 0 0,1 0 0 0 0,-1-1 0 0 0,0 0 0 0 0,0 0 0 0 0,0 0 1 0 0,0-1-1 0 0,0 1 0 0 0,0-1 0 0 0,-10 1 0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4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4609 0 0,'-18'16'8914'0'0,"17"-15"-8171"0"0,0 1-1 0 0,0 0 1 0 0,0 2 0 0 0,-1 0-30 0 0,1 1 1 0 0,0-1-1 0 0,0 1 0 0 0,0-1 1 0 0,1 1-1 0 0,-1 6 1 0 0,2 7-287 0 0,1 0 1 0 0,5 27-1 0 0,-4-31 153 0 0,7 40-146 0 0,11 62 17 0 0,10 171-1 0 0,-29-252-466 0 0,0-8-1684 0 0,-2-9-3825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3.9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4 166 6913 0 0,'0'-2'106'0'0,"-1"0"0"0"0,1 1 0 0 0,-1-1 0 0 0,1 0-1 0 0,-1 0 1 0 0,1 0 0 0 0,0 0 0 0 0,0 0-1 0 0,0 1 1 0 0,0-1 0 0 0,0 0 0 0 0,0 0-1 0 0,1 0 1 0 0,-1 0 0 0 0,1 1 0 0 0,-1-1-1 0 0,1 0 1 0 0,0 0 0 0 0,-1 1 0 0 0,1-1-1 0 0,0 0 1 0 0,0 1 0 0 0,2-3 0 0 0,30-38 2625 0 0,-27 36-2323 0 0,0-2 43 0 0,1 1 0 0 0,0 0 0 0 0,1 0 0 0 0,-1 1 0 0 0,1 0 0 0 0,1 0 0 0 0,-1 1 0 0 0,14-7 0 0 0,-17 11-263 0 0,0-1 0 0 0,-1 1 0 0 0,1-1 0 0 0,0 1 0 0 0,0 1 1 0 0,0-1-1 0 0,0 1 0 0 0,0 0 0 0 0,0 0 0 0 0,0 0 0 0 0,0 0 0 0 0,-1 1 0 0 0,1 0 1 0 0,0 0-1 0 0,0 1 0 0 0,0-1 0 0 0,-1 1 0 0 0,1 0 0 0 0,4 2 0 0 0,1 2-56 0 0,-1 0 0 0 0,1 0 0 0 0,-1 0 0 0 0,0 1 0 0 0,-1 1 0 0 0,0-1 0 0 0,0 1 0 0 0,0 1 0 0 0,-1 0 0 0 0,-1 0 0 0 0,1 0 0 0 0,-1 0 0 0 0,-1 1 0 0 0,0 0 0 0 0,0 1 0 0 0,-1-1 0 0 0,0 1 0 0 0,2 11 0 0 0,1 7-1276 0 0,6 49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4.2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15203 0 0,'0'0'1379'0'0,"16"19"2625"0"0,-3 10-3158 0 0,-1 1 0 0 0,-2 0 0 0 0,12 49 1 0 0,8 102-255 0 0,-9-52-400 0 0,12 27-649 0 0,-18-89-2255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4.3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99 10594 0 0,'0'0'819'0'0,"27"-6"2358"0"0,54-16 327 0 0,19-4-2472 0 0,52-12-3798 0 0,-120 31 2489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3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82 14283 0 0,'2'-1'437'0'0,"0"0"0"0"0,0 0 0 0 0,1 1 0 0 0,-1-1 0 0 0,0 1 1 0 0,1 0-1 0 0,-1-1 0 0 0,0 1 0 0 0,1 0 0 0 0,-1 0 0 0 0,4 1 0 0 0,33 11 1210 0 0,-31-8-1512 0 0,1 0 1 0 0,-1 1 0 0 0,0 0 0 0 0,0 0-1 0 0,0 1 1 0 0,9 9 0 0 0,-7-4-16 0 0,-1 1-1 0 0,0 0 1 0 0,-1 0 0 0 0,0 1 0 0 0,0 0 0 0 0,6 17-1 0 0,25 86 15 0 0,-32-91-266 0 0,-7-25 99 0 0,0 0 0 0 0,0 0 1 0 0,0 1-1 0 0,0-1 0 0 0,0 0 1 0 0,0 0-1 0 0,0 1 0 0 0,0-1 1 0 0,0 0-1 0 0,0 0 0 0 0,0 0 0 0 0,0 1 1 0 0,0-1-1 0 0,0 0 0 0 0,0 0 1 0 0,0 1-1 0 0,1-1 0 0 0,-1 0 0 0 0,0 0 1 0 0,0 0-1 0 0,0 1 0 0 0,0-1 1 0 0,0 0-1 0 0,0 0 0 0 0,0 0 1 0 0,1 0-1 0 0,-1 1 0 0 0,0-1 0 0 0,0 0 1 0 0,0 0-1 0 0,1 0 0 0 0,-1 0 1 0 0,0 0-1 0 0,0 0 0 0 0,0 0 0 0 0,1 1 1 0 0,-1-1-1 0 0,0 0 0 0 0,0 0 1 0 0,0 0-1 0 0,1 0 0 0 0,-1 0 0 0 0,0 0 1 0 0,0 0-1 0 0,0 0 0 0 0,1 0 1 0 0,-1 0-1 0 0,0 0 0 0 0,0 0 1 0 0,1 0-1 0 0,-1 0 0 0 0,0-1 0 0 0,7-13-1881 0 0,1-26-928 0 0,-8 40 2805 0 0,8-47-1105 0 0,21-65-1 0 0,-25 96 1460 0 0,2 1 1 0 0,0 0-1 0 0,1 0 0 0 0,1 0 1 0 0,0 1-1 0 0,1 0 0 0 0,20-24 1 0 0,-27 35-188 0 0,0 1 1 0 0,0 0 0 0 0,0 0 0 0 0,0 0 0 0 0,0 0 0 0 0,1 0 0 0 0,-1 0 0 0 0,1 1 0 0 0,0-1 0 0 0,-1 1 0 0 0,1-1-1 0 0,0 1 1 0 0,0 0 0 0 0,0 0 0 0 0,0 0 0 0 0,0 1 0 0 0,0-1 0 0 0,0 1 0 0 0,0 0 0 0 0,0 0 0 0 0,0 0-1 0 0,0 0 1 0 0,0 0 0 0 0,5 1 0 0 0,-4 1 7 0 0,0 0 0 0 0,0 0 0 0 0,0 1 0 0 0,0-1 0 0 0,0 1 0 0 0,0 0 0 0 0,-1 0 0 0 0,1 0 1 0 0,-1 0-1 0 0,0 1 0 0 0,0-1 0 0 0,0 1 0 0 0,-1 0 0 0 0,1 0 0 0 0,2 7 0 0 0,2 2-22 0 0,-1 0 0 0 0,-1 1 1 0 0,-1 0-1 0 0,0 0 1 0 0,3 19-1 0 0,5 77 30 0 0,-2-13-1309 0 0,-6-77-4150 0 0,-1 0-1794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6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0 449 10594 0 0,'3'-3'229'0'0,"-1"1"0"0"0,1-1-1 0 0,-1 0 1 0 0,0 1 0 0 0,0-1-1 0 0,0 0 1 0 0,-1 0 0 0 0,1 0 0 0 0,-1-1-1 0 0,1 1 1 0 0,1-6 0 0 0,1-3 215 0 0,77-179 2556 0 0,-68 154-2339 0 0,-2 0 0 0 0,-1-1 1 0 0,6-51-1 0 0,-18 86-727 0 0,-3 10-80 0 0,-6 13-66 0 0,3 2 377 0 0,1 0-1 0 0,1 1 1 0 0,0-1 0 0 0,2 1-1 0 0,-3 47 1 0 0,7-62-157 0 0,1 1 1 0 0,0 0-1 0 0,0 0 1 0 0,0 0-1 0 0,1 0 1 0 0,0-1 0 0 0,1 1-1 0 0,5 10 1 0 0,-6-14-92 0 0,1 0 1 0 0,0-1 0 0 0,0 1 0 0 0,1 0 0 0 0,-1-1 0 0 0,1 0 0 0 0,0 0 0 0 0,0 0 0 0 0,0 0 0 0 0,1-1 0 0 0,-1 0 0 0 0,1 0 0 0 0,0 0-1 0 0,6 3 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5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2 260 10138 0 0,'0'1'93'0'0,"-1"0"1"0"0,1 0-1 0 0,0 0 0 0 0,0 0 0 0 0,0 0 1 0 0,0 0-1 0 0,0 0 0 0 0,0 0 1 0 0,0 0-1 0 0,0 0 0 0 0,0 0 0 0 0,1 0 1 0 0,-1 0-1 0 0,0 0 0 0 0,1 0 0 0 0,-1 0 1 0 0,0 0-1 0 0,1-1 0 0 0,-1 1 0 0 0,1 0 1 0 0,0 0-1 0 0,-1 0 0 0 0,1 0 0 0 0,1 1 1 0 0,0-1 168 0 0,0 0 0 0 0,0 0 0 0 0,1 0 1 0 0,-1-1-1 0 0,0 1 0 0 0,0 0 0 0 0,1-1 0 0 0,-1 0 1 0 0,0 1-1 0 0,4-1 0 0 0,-1 0-133 0 0,-1-1-1 0 0,0 1 1 0 0,0-1 0 0 0,0 0 0 0 0,0 0 0 0 0,0-1-1 0 0,0 1 1 0 0,0-1 0 0 0,-1 0 0 0 0,1 0-1 0 0,0 0 1 0 0,-1 0 0 0 0,0-1 0 0 0,1 1-1 0 0,-1-1 1 0 0,0 0 0 0 0,0 0 0 0 0,-1 0-1 0 0,1 0 1 0 0,-1-1 0 0 0,1 1 0 0 0,-1-1 0 0 0,3-6-1 0 0,1-2 241 0 0,0 1 1 0 0,-1-2-1 0 0,-1 1 0 0 0,0 0 0 0 0,0-1 0 0 0,2-16 0 0 0,-5 16-424 0 0,0 0-1 0 0,0 1 0 0 0,-1-1 0 0 0,-1 0 0 0 0,0 1 0 0 0,-1-1 1 0 0,-5-17-1 0 0,7 29 25 0 0,0 1-1 0 0,0-1 1 0 0,0 1 0 0 0,0-1 0 0 0,0 1 0 0 0,-1-1 0 0 0,1 1 0 0 0,0-1 0 0 0,0 0 0 0 0,0 1-1 0 0,-1-1 1 0 0,1 1 0 0 0,0 0 0 0 0,-1-1 0 0 0,1 1 0 0 0,-1-1 0 0 0,1 1 0 0 0,0-1-1 0 0,-1 1 1 0 0,1 0 0 0 0,-1-1 0 0 0,1 1 0 0 0,-1 0 0 0 0,1 0 0 0 0,-1-1 0 0 0,1 1 0 0 0,-1 0-1 0 0,1 0 1 0 0,-1 0 0 0 0,0-1 0 0 0,-11 13-534 0 0,-4 24 396 0 0,14-29 166 0 0,0 0 1 0 0,1 0 0 0 0,0 0-1 0 0,0 0 1 0 0,1-1 0 0 0,0 1-1 0 0,0 0 1 0 0,0 0 0 0 0,1 0-1 0 0,0 0 1 0 0,1 0 0 0 0,0 0-1 0 0,0-1 1 0 0,0 1 0 0 0,1 0-1 0 0,-1-1 1 0 0,2 0-1 0 0,-1 0 1 0 0,1 0 0 0 0,0 0-1 0 0,0-1 1 0 0,0 1 0 0 0,1-1-1 0 0,0 0 1 0 0,0 0 0 0 0,0-1-1 0 0,1 1 1 0 0,6 3 0 0 0,3 0-841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6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227 486 6913 0 0,'1'-2'110'0'0,"0"-1"0"0"0,0 1 0 0 0,0 0-1 0 0,-1-1 1 0 0,1 1 0 0 0,-1 0-1 0 0,1-1 1 0 0,-1 1 0 0 0,0-1-1 0 0,0 1 1 0 0,0 0 0 0 0,0-1-1 0 0,0 1 1 0 0,0-1 0 0 0,-1 1-1 0 0,0-4 1 0 0,0 5 109 0 0,0-1-1 0 0,0 1 1 0 0,0-1 0 0 0,0 1-1 0 0,0-1 1 0 0,0 1 0 0 0,0 0 0 0 0,0 0-1 0 0,-1-1 1 0 0,1 1 0 0 0,0 0-1 0 0,-1 0 1 0 0,1 0 0 0 0,-1 1-1 0 0,1-1 1 0 0,-1 0 0 0 0,0 1-1 0 0,-1-2 1 0 0,-2 1 223 0 0,0 0-1 0 0,0 1 0 0 0,0-1 1 0 0,0 1-1 0 0,0 0 1 0 0,0 0-1 0 0,0 0 1 0 0,0 1-1 0 0,0-1 1 0 0,0 1-1 0 0,0 1 0 0 0,0-1 1 0 0,0 1-1 0 0,-6 3 1 0 0,2 0-215 0 0,1 0-1 0 0,0 1 1 0 0,0 0 0 0 0,0 1-1 0 0,1 0 1 0 0,0 0 0 0 0,0 0 0 0 0,1 1-1 0 0,0 0 1 0 0,0 1 0 0 0,1-1 0 0 0,0 1-1 0 0,-4 10 1 0 0,4-9-190 0 0,1 0 0 0 0,1 0 1 0 0,0 0-1 0 0,0 0 0 0 0,1 1 0 0 0,0-1 1 0 0,1 1-1 0 0,0-1 0 0 0,0 1 0 0 0,1 0 1 0 0,1-1-1 0 0,2 15 0 0 0,-3-24-53 0 0,0 1-1 0 0,0 0 1 0 0,0-1 0 0 0,1 1-1 0 0,-1-1 1 0 0,0 1 0 0 0,1-1-1 0 0,-1 1 1 0 0,1-1 0 0 0,0 0-1 0 0,-1 1 1 0 0,1-1 0 0 0,0 0-1 0 0,0 1 1 0 0,0-1 0 0 0,0 0-1 0 0,0 0 1 0 0,0 0 0 0 0,0 0-1 0 0,0 0 1 0 0,1 0 0 0 0,-1 0-1 0 0,0 0 1 0 0,0 0 0 0 0,1-1-1 0 0,-1 1 1 0 0,1 0 0 0 0,-1-1 0 0 0,1 1-1 0 0,-1-1 1 0 0,1 0 0 0 0,-1 1-1 0 0,1-1 1 0 0,-1 0 0 0 0,1 0-1 0 0,-1 0 1 0 0,1 0 0 0 0,-1 0-1 0 0,1-1 1 0 0,-1 1 0 0 0,1 0-1 0 0,-1-1 1 0 0,1 1 0 0 0,-1-1-1 0 0,1 1 1 0 0,-1-1 0 0 0,0 0-1 0 0,3-1 1 0 0,4-2-187 0 0,-1-1 0 0 0,0 0-1 0 0,0 0 1 0 0,-1-1 0 0 0,1 1 0 0 0,-1-1-1 0 0,7-11 1 0 0,2-3-569 0 0,-1-2 0 0 0,0 0 0 0 0,-2-1 0 0 0,-1 0 0 0 0,-1-1 0 0 0,-1 0 0 0 0,-1 0 1 0 0,9-47-1 0 0,-11 32 200 0 0,-2-1 1 0 0,-2 0 0 0 0,-1 1-1 0 0,-3-1 1 0 0,-5-39 0 0 0,4 53 980 0 0,3 16 461 0 0,-1 0 0 0 0,0 0 0 0 0,0 1 0 0 0,-1-1 1 0 0,0 0-1 0 0,-1 1 0 0 0,0 0 0 0 0,-9-17 0 0 0,12 25-792 0 0,0 1 0 0 0,0 0 0 0 0,0-1 0 0 0,-1 1 0 0 0,1 0 0 0 0,0 0-1 0 0,0-1 1 0 0,0 1 0 0 0,-1 0 0 0 0,1-1 0 0 0,0 1 0 0 0,0 0 0 0 0,-1 0 0 0 0,1 0 0 0 0,0-1 0 0 0,-1 1 0 0 0,1 0 0 0 0,0 0 0 0 0,-1 0 0 0 0,1 0-1 0 0,0 0 1 0 0,-1-1 0 0 0,1 1 0 0 0,0 0 0 0 0,-1 0 0 0 0,1 0 0 0 0,0 0 0 0 0,-1 0 0 0 0,1 0 0 0 0,0 0 0 0 0,-1 0 0 0 0,1 0 0 0 0,-1 0 0 0 0,1 1 0 0 0,0-1-1 0 0,-1 0 1 0 0,-8 13 1169 0 0,0 18-625 0 0,5 10-251 0 0,2-1 1 0 0,2 1 0 0 0,2-1 0 0 0,11 70 0 0 0,0-5 171 0 0,9 88 222 0 0,-16-162-845 0 0,1-1 0 0 0,1-1 1 0 0,2 1-1 0 0,16 34 0 0 0,-2-24-2528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0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253 31 5065 0 0,'2'-2'441'0'0,"1"0"0"0"0,0 1 0 0 0,-1-1 0 0 0,0 0 0 0 0,1 0 0 0 0,-1 0 0 0 0,0 0 0 0 0,0-1 0 0 0,0 1 0 0 0,0 0 0 0 0,2-6 0 0 0,-33 18 4621 0 0,9 1-3804 0 0,0 2 0 0 0,1 0 0 0 0,-33 30 0 0 0,34-26-1020 0 0,1 0-1 0 0,0 2 1 0 0,2 0-1 0 0,0 0 1 0 0,1 1-1 0 0,-18 36 1 0 0,30-52-234 0 0,0 0-1 0 0,0 0 1 0 0,1 0 0 0 0,-1 0-1 0 0,1 1 1 0 0,0-1 0 0 0,0 0-1 0 0,1 0 1 0 0,-1 1-1 0 0,1-1 1 0 0,0 1 0 0 0,0-1-1 0 0,0 0 1 0 0,1 1 0 0 0,1 6-1 0 0,-1-8-11 0 0,1 0-1 0 0,0 0 1 0 0,-1 0 0 0 0,1 0-1 0 0,1 0 1 0 0,-1-1 0 0 0,0 1-1 0 0,1-1 1 0 0,-1 1-1 0 0,1-1 1 0 0,-1 0 0 0 0,1 0-1 0 0,0 0 1 0 0,0 0 0 0 0,0-1-1 0 0,0 1 1 0 0,1-1-1 0 0,-1 1 1 0 0,7 0 0 0 0,43 13-449 0 0,40 14-47 0 0,-85-26 486 0 0,1 0 0 0 0,-2 1 1 0 0,1 1-1 0 0,0-1 0 0 0,-1 1 1 0 0,0 0-1 0 0,0 1 0 0 0,9 8 0 0 0,-14-12 30 0 0,0 1-1 0 0,-1-1 1 0 0,1 1-1 0 0,0 0 1 0 0,-1-1-1 0 0,0 1 1 0 0,0 0-1 0 0,0 0 1 0 0,0 0-1 0 0,0 0 1 0 0,0 0-1 0 0,-1 0 1 0 0,1 0-1 0 0,-1 0 1 0 0,0 1-1 0 0,0-1 0 0 0,0 0 1 0 0,0 0-1 0 0,-1 0 1 0 0,1 0-1 0 0,-1 0 1 0 0,0 0-1 0 0,0 0 1 0 0,0 0-1 0 0,0 0 1 0 0,0 0-1 0 0,-1-1 1 0 0,1 1-1 0 0,-1 0 1 0 0,0-1-1 0 0,0 1 1 0 0,-4 3-1 0 0,2-1-128 0 0,0 0 0 0 0,-1-1 0 0 0,1 0 0 0 0,-1 1 0 0 0,0-2 0 0 0,0 1 0 0 0,-1-1 0 0 0,1 1 0 0 0,-1-1 0 0 0,1-1 0 0 0,-1 1 0 0 0,0-1 0 0 0,0 0 0 0 0,0-1 0 0 0,-10 2 0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 14283 0 0,'5'-1'239'0'0,"-1"1"0"0"0,0 0 0 0 0,0 0 0 0 0,0 0 0 0 0,0 1 0 0 0,0-1 0 0 0,0 1 1 0 0,0 0-1 0 0,0 0 0 0 0,0 1 0 0 0,0-1 0 0 0,0 1 0 0 0,0 0 0 0 0,-1 0 0 0 0,1 0 0 0 0,-1 0 0 0 0,1 1 0 0 0,-1-1 0 0 0,0 1 0 0 0,0 0 0 0 0,0 0 0 0 0,0 0 1 0 0,-1 0-1 0 0,1 1 0 0 0,-1-1 0 0 0,4 7 0 0 0,-1 1 78 0 0,0-1 0 0 0,0 1 0 0 0,0 0 1 0 0,-2 0-1 0 0,1 0 0 0 0,-1 0 0 0 0,2 23 0 0 0,-3-15-605 0 0,-1 1 0 0 0,-1 0 0 0 0,-4 37 0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3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89 7370 0 0,'-4'-14'656'0'0,"1"6"-528"0"0,0 0-128 0 0,1-9 5081 0 0,0 11-3257 0 0,2-3-616 0 0,0 0-127 0 0,2 1-25 0 0,-1 1-8 0 0,0 4-1568 0 0,2 3-312 0 0,0 6-64 0 0,0 3-17 0 0,-1 6 729 0 0,1 2 184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7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261 57 9674 0 0,'0'-2'175'0'0,"0"0"0"0"0,0 0 0 0 0,0 0 0 0 0,-1-1 0 0 0,1 1 0 0 0,0 0 0 0 0,-1 0 0 0 0,1 0 0 0 0,-1-1 0 0 0,0 1 0 0 0,0 0 0 0 0,0 0 0 0 0,0 0 0 0 0,0 0 0 0 0,0 0 0 0 0,-1 1 0 0 0,1-1 0 0 0,0 0 0 0 0,-1 1 0 0 0,0-1 0 0 0,1 1 0 0 0,-1-1 0 0 0,0 1 0 0 0,0 0 0 0 0,0-1 0 0 0,1 1 0 0 0,-1 0-1 0 0,-1 0 1 0 0,1 1 0 0 0,0-1 0 0 0,-3-1 0 0 0,1 2 17 0 0,0-1 1 0 0,0 1-1 0 0,1 0 0 0 0,-1 0 0 0 0,0 0 0 0 0,0 1 0 0 0,0-1 0 0 0,0 1 0 0 0,0 0 0 0 0,0 0 0 0 0,1 0 0 0 0,-1 0 0 0 0,0 1 0 0 0,1 0 0 0 0,-1 0 1 0 0,1 0-1 0 0,-5 3 0 0 0,-7 8 24 0 0,-1 1 0 0 0,2 0 0 0 0,0 1 0 0 0,1 1 0 0 0,0 0 0 0 0,1 1 0 0 0,1 0 0 0 0,1 1 0 0 0,-16 36 0 0 0,23-32-680 0 0,3-21 395 0 0,0-1 0 0 0,0 0 0 0 0,0 1-1 0 0,0-1 1 0 0,1 0 0 0 0,-1 1 0 0 0,0-1 0 0 0,0 0 0 0 0,0 0 0 0 0,0 1 0 0 0,1-1-1 0 0,-1 0 1 0 0,0 0 0 0 0,0 1 0 0 0,1-1 0 0 0,-1 0 0 0 0,0 0 0 0 0,0 0 0 0 0,1 1-1 0 0,-1-1 1 0 0,0 0 0 0 0,1 0 0 0 0,-1 0 0 0 0,0 0 0 0 0,1 0 0 0 0,-1 0 0 0 0,0 0 0 0 0,1 0-1 0 0,-1 1 1 0 0,0-1 0 0 0,1 0 0 0 0,-1-1 0 0 0,2 1-181 0 0,1-1 1 0 0,-1 1 0 0 0,-1-1-1 0 0,1 0 1 0 0,0 0-1 0 0,0 0 1 0 0,0 0-1 0 0,0 0 1 0 0,-1-1 0 0 0,1 1-1 0 0,-1 0 1 0 0,1-1-1 0 0,-1 0 1 0 0,1 1-1 0 0,1-4 1 0 0,16-24-237 0 0,-9 13 873 0 0,0 1 0 0 0,1 0 1 0 0,25-25-1 0 0,-34 38-218 0 0,1-1-1 0 0,0 1 0 0 0,0-1 1 0 0,0 1-1 0 0,0 0 0 0 0,0 0 1 0 0,0 0-1 0 0,1 1 1 0 0,-1-1-1 0 0,0 1 0 0 0,1 0 1 0 0,0 0-1 0 0,-1 0 1 0 0,1 0-1 0 0,-1 1 0 0 0,1-1 1 0 0,0 1-1 0 0,0 0 0 0 0,-1 0 1 0 0,1 0-1 0 0,0 1 1 0 0,-1-1-1 0 0,1 1 0 0 0,0 0 1 0 0,3 1-1 0 0,-2 1-16 0 0,0 0 1 0 0,-1 0-1 0 0,1 0 0 0 0,0 0 0 0 0,-1 1 0 0 0,0 0 1 0 0,0 0-1 0 0,0 0 0 0 0,-1 0 0 0 0,1 1 0 0 0,-1 0 0 0 0,0-1 1 0 0,0 1-1 0 0,-1 0 0 0 0,4 8 0 0 0,3 9 42 0 0,-1 1 0 0 0,5 26 0 0 0,-6-23-154 0 0,-2 0 0 0 0,-1 0 0 0 0,0 0 0 0 0,-2 0 0 0 0,-2 1 0 0 0,0-1 0 0 0,-1 1 0 0 0,-2-1 0 0 0,-1 0 0 0 0,-8 33 0 0 0,10-55-41 0 0,0 0-1 0 0,1 0 1 0 0,-1 0 0 0 0,-1 0 0 0 0,1 0 0 0 0,-1-1-1 0 0,1 1 1 0 0,-6 4 0 0 0,7-7-42 0 0,1 0 0 0 0,-1-1 0 0 0,1 1-1 0 0,-1-1 1 0 0,0 1 0 0 0,1-1 0 0 0,-1 1 0 0 0,0-1 0 0 0,1 0 0 0 0,-1 1-1 0 0,0-1 1 0 0,0 0 0 0 0,1 0 0 0 0,-1 1 0 0 0,0-1 0 0 0,0 0 0 0 0,0 0-1 0 0,1 0 1 0 0,-1 0 0 0 0,0 0 0 0 0,0 0 0 0 0,0 0 0 0 0,1 0 0 0 0,-1 0-1 0 0,0-1 1 0 0,0 1 0 0 0,1 0 0 0 0,-1 0 0 0 0,0-1 0 0 0,0 1 0 0 0,1 0-1 0 0,-1-1 1 0 0,0 1 0 0 0,1-1 0 0 0,-1 1 0 0 0,0-1 0 0 0,1 1 0 0 0,-1-1-1 0 0,1 0 1 0 0,-1 1 0 0 0,1-1 0 0 0,-1 1 0 0 0,1-1 0 0 0,-1 0 0 0 0,1 0 0 0 0,0 1-1 0 0,-1-1 1 0 0,1 0 0 0 0,0 0 0 0 0,0 1 0 0 0,0-1 0 0 0,-1 0 0 0 0,1-1-1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38.3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81 10594 0 0,'-1'0'47'0'0,"1"0"-1"0"0,-1 0 1 0 0,1-1 0 0 0,-1 1-1 0 0,1 0 1 0 0,-1 0 0 0 0,1 0-1 0 0,0 0 1 0 0,-1-1-1 0 0,1 1 1 0 0,-1 0 0 0 0,1 0-1 0 0,0-1 1 0 0,-1 1-1 0 0,1 0 1 0 0,0-1 0 0 0,-1 1-1 0 0,1 0 1 0 0,0-1-1 0 0,-1 1 1 0 0,1-1 0 0 0,0 1-1 0 0,0 0 1 0 0,-1-1 0 0 0,1 1-1 0 0,0-1 1 0 0,0 1-1 0 0,0-1 1 0 0,0 1 0 0 0,0-1-1 0 0,0 1 1 0 0,0-1-1 0 0,0 1 1 0 0,0-1 0 0 0,0 1-1 0 0,0-1 1 0 0,0 1-1 0 0,0-1 1 0 0,0 1 0 0 0,0 0-1 0 0,0-1 1 0 0,0 1 0 0 0,0-1-1 0 0,1 1 1 0 0,-1-1-1 0 0,0 1 1 0 0,0 0 0 0 0,1-1-1 0 0,-1 1 1 0 0,1-1-1 0 0,-1 0 29 0 0,0 1 0 0 0,0-1 0 0 0,1 1 0 0 0,-1-1-1 0 0,0 1 1 0 0,0 0 0 0 0,1-1 0 0 0,-1 1-1 0 0,0-1 1 0 0,1 1 0 0 0,-1 0 0 0 0,1-1-1 0 0,-1 1 1 0 0,0 0 0 0 0,1-1 0 0 0,-1 1 0 0 0,1 0-1 0 0,-1-1 1 0 0,1 1 0 0 0,-1 0 0 0 0,1 0-1 0 0,-1 0 1 0 0,1 0 0 0 0,-1-1 0 0 0,1 1 0 0 0,-1 0-1 0 0,1 0 1 0 0,-1 0 0 0 0,1 0 0 0 0,-1 0-1 0 0,1 0 1 0 0,-1 0 0 0 0,1 1 0 0 0,-1-1-1 0 0,1 0 1 0 0,-1 0 0 0 0,1 0 0 0 0,-1 0 0 0 0,1 1-1 0 0,-1-1 1 0 0,1 0 0 0 0,-1 0 0 0 0,1 1-1 0 0,-1-1 1 0 0,0 0 0 0 0,1 1 0 0 0,-1-1 0 0 0,0 0-1 0 0,1 1 1 0 0,-1-1 0 0 0,1 1 0 0 0,4 7 464 0 0,0 0 1 0 0,-1 0-1 0 0,0 1 1 0 0,0 0-1 0 0,-1-1 1 0 0,5 18 0 0 0,7 62-16 0 0,-7-43-472 0 0,8 23-542 0 0,5-120-3111 0 0,-10 19 2495 0 0,1 1 0 0 0,27-51 0 0 0,-29 67 1928 0 0,-1 1 0 0 0,2 0 0 0 0,0 0 0 0 0,1 1 0 0 0,0 0 1 0 0,24-20-1 0 0,-35 33-785 0 0,0 0-1 0 0,1 0 1 0 0,-1 0 0 0 0,0 0-1 0 0,0 0 1 0 0,0 0 0 0 0,1 0-1 0 0,-1 0 1 0 0,0 1 0 0 0,1-1-1 0 0,-1 0 1 0 0,0 1 0 0 0,1-1-1 0 0,-1 1 1 0 0,1 0 0 0 0,-1 0-1 0 0,1-1 1 0 0,-1 1 0 0 0,1 0-1 0 0,-1 0 1 0 0,1 0 0 0 0,-1 0-1 0 0,1 1 1 0 0,-1-1 0 0 0,1 0 0 0 0,-1 1-1 0 0,1-1 1 0 0,-1 1 0 0 0,1-1-1 0 0,-1 1 1 0 0,0 0 0 0 0,1-1-1 0 0,-1 1 1 0 0,0 0 0 0 0,0 0-1 0 0,0 0 1 0 0,0 0 0 0 0,1 0-1 0 0,-1 0 1 0 0,-1 1 0 0 0,1-1-1 0 0,0 0 1 0 0,0 0 0 0 0,0 1-1 0 0,-1-1 1 0 0,1 0 0 0 0,0 1 0 0 0,-1-1-1 0 0,1 3 1 0 0,4 10 321 0 0,-1-1 1 0 0,0 1 0 0 0,-1 0-1 0 0,1 16 1 0 0,-2-20-308 0 0,2 18-43 0 0,-1-1-117 0 0,2 1 0 0 0,8 27 0 0 0,-10-48-91 0 0,-1 1 0 0 0,2 0 1 0 0,-1-1-1 0 0,1 1 0 0 0,0-1 0 0 0,0 0 0 0 0,1-1 1 0 0,0 1-1 0 0,0-1 0 0 0,1 0 0 0 0,8 8 0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3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17972 0 0,'-2'5'294'0'0,"1"0"1"0"0,0-1-1 0 0,1 1 0 0 0,-1 0 1 0 0,1 0-1 0 0,0 0 1 0 0,0 0-1 0 0,0 0 0 0 0,1 0 1 0 0,0 0-1 0 0,2 7 0 0 0,1 13-76 0 0,-1 19 14 0 0,-1-2-939 0 0,1-14-4826 0 0,0-12-1227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5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19 11058 0 0,'-11'-2'367'0'0,"10"2"-102"0"0,1 0 0 0 0,-1 0 1 0 0,0 0-1 0 0,0-1 0 0 0,0 1 0 0 0,1 0 0 0 0,-1 0 1 0 0,0-1-1 0 0,1 1 0 0 0,-5-4 1856 0 0,4 3-1856 0 0,1 1 1 0 0,-1-1-1 0 0,1 0 0 0 0,-1 1 0 0 0,1-1 0 0 0,0 0 0 0 0,-1 1 1 0 0,1-1-1 0 0,0 0 0 0 0,0 0 0 0 0,-1 1 0 0 0,1-3 1 0 0,1 22-3983 0 0,3 6 2314 0 0,-1-7-170 0 0,1 3-218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8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198 24 8290 0 0,'-2'-2'411'0'0,"0"0"-1"0"0,-1 0 1 0 0,1 0 0 0 0,0 0 0 0 0,-1 0 0 0 0,1 1 0 0 0,-1-1-1 0 0,1 1 1 0 0,-1-1 0 0 0,0 1 0 0 0,0 0 0 0 0,1 0 0 0 0,-1 0 0 0 0,0 1-1 0 0,0-1 1 0 0,0 1 0 0 0,0-1 0 0 0,-4 1 0 0 0,3 1-159 0 0,0 0 0 0 0,1-1 0 0 0,-1 1 0 0 0,1 1 0 0 0,0-1 0 0 0,-1 0 1 0 0,1 1-1 0 0,0 0 0 0 0,0 0 0 0 0,0 0 0 0 0,0 0 0 0 0,0 0 0 0 0,-3 4 0 0 0,-2 3-6 0 0,0 0-1 0 0,0 1 1 0 0,1 0 0 0 0,1 0-1 0 0,-1 0 1 0 0,2 1-1 0 0,-9 22 1 0 0,6-10-51 0 0,2 0 0 0 0,1 0 1 0 0,1 1-1 0 0,-1 25 0 0 0,2 99 241 0 0,3-119-369 0 0,0 17 128 0 0,2-1-1 0 0,16 85 1 0 0,-14-110-601 0 0,1 0-1 0 0,1-1 1 0 0,1 0 0 0 0,0-1 0 0 0,2 1 0 0 0,0-1 0 0 0,1-1 0 0 0,24 33 0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0.9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28 176 5985 0 0,'-1'0'178'0'0,"0"0"0"0"0,-1-1-1 0 0,1 1 1 0 0,0 0 0 0 0,0-1-1 0 0,-1 1 1 0 0,1-1 0 0 0,0 1 0 0 0,0-1-1 0 0,0 0 1 0 0,-1 1 0 0 0,1-1-1 0 0,0 0 1 0 0,0 0 0 0 0,0 0-1 0 0,0 0 1 0 0,0 0 0 0 0,1 0 0 0 0,-1 0-1 0 0,0 0 1 0 0,0 0 0 0 0,1 0-1 0 0,-1-1 1 0 0,0 1 0 0 0,1 0-1 0 0,0 0 1 0 0,-1-1 0 0 0,1 1 0 0 0,-1-2-1 0 0,2 1 169 0 0,-1 0 1 0 0,0 1-1 0 0,1-1 0 0 0,-1 0 0 0 0,1 0 0 0 0,0 1 0 0 0,0-1 0 0 0,0 1 1 0 0,-1-1-1 0 0,1 1 0 0 0,2-3 0 0 0,12-12-438 0 0,-4 7-36 0 0,1-1 0 0 0,0 2 1 0 0,0-1-1 0 0,1 2 0 0 0,0-1 0 0 0,0 2 1 0 0,1 0-1 0 0,0 1 0 0 0,20-6 0 0 0,13 1 35 0 0,74-8-1 0 0,-121 18 96 0 0,29-3-82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1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0,'1'0'224'0'0,"0"1"0"0"0,1-1 0 0 0,-1 1 0 0 0,0-1-1 0 0,0 1 1 0 0,1 0 0 0 0,-1 0 0 0 0,0 0 0 0 0,0 0-1 0 0,0 0 1 0 0,0 0 0 0 0,0 0 0 0 0,0 0 0 0 0,0 0 0 0 0,0 0-1 0 0,-1 0 1 0 0,1 0 0 0 0,0 1 0 0 0,-1-1 0 0 0,1 0-1 0 0,-1 1 1 0 0,1-1 0 0 0,-1 1 0 0 0,1-1 0 0 0,-1 0-1 0 0,0 1 1 0 0,0-1 0 0 0,0 2 0 0 0,6 57 4342 0 0,-5-41-3405 0 0,1 6-369 0 0,8 54 987 0 0,-9-72-2073 0 0,0 0 0 0 0,1 0 0 0 0,0-1 1 0 0,1 1-1 0 0,-1-1 0 0 0,1 1 0 0 0,1-1 0 0 0,6 11 0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67 9674 0 0,'-2'-6'864'0'0,"-1"1"-696"0"0,2 1-168 0 0,1 2 0 0 0,1 1 272 0 0,-1-2 16 0 0,-1-4 8 0 0,-1-1 1 0 0,2-3-514 0 0,2 3-103 0 0,0 1-16 0 0,1 4-8 0 0,3 2 256 0 0,-2 2 88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1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301 12 7370 0 0,'-1'-1'404'0'0,"0"0"0"0"0,-1 0 0 0 0,1 0 0 0 0,-1 0 0 0 0,1 0 0 0 0,-1 0 0 0 0,1 0 1 0 0,-1 0-1 0 0,1 1 0 0 0,-1-1 0 0 0,0 1 0 0 0,1-1 0 0 0,-1 1 0 0 0,0 0 0 0 0,0-1 0 0 0,1 1 1 0 0,-1 0-1 0 0,-3 0 0 0 0,1 1-40 0 0,0 0-1 0 0,1 0 1 0 0,-1 0 0 0 0,0 0 0 0 0,1 0-1 0 0,-1 1 1 0 0,1 0 0 0 0,-5 3 0 0 0,-2 1 52 0 0,1 1 0 0 0,0 1 0 0 0,0 0 1 0 0,-14 17-1 0 0,0 3-131 0 0,2 0 0 0 0,1 2 1 0 0,1 1-1 0 0,1 0 0 0 0,2 1 0 0 0,1 1 1 0 0,-19 62-1 0 0,33-91-367 0 0,0 1 0 0 0,0-1-1 0 0,0 1 1 0 0,1-1 0 0 0,0 1 0 0 0,0 0 0 0 0,0-1-1 0 0,0 1 1 0 0,1 0 0 0 0,-1-1 0 0 0,1 1 0 0 0,1 0 0 0 0,-1-1-1 0 0,1 0 1 0 0,-1 1 0 0 0,1-1 0 0 0,0 0 0 0 0,4 6 0 0 0,-3-7-407 0 0,-1 0 0 0 0,1-1 1 0 0,0 1-1 0 0,0-1 0 0 0,0 0 1 0 0,0 1-1 0 0,0-1 0 0 0,1-1 1 0 0,-1 1-1 0 0,1 0 1 0 0,-1-1-1 0 0,1 0 0 0 0,-1 0 1 0 0,1 0-1 0 0,0 0 0 0 0,-1 0 1 0 0,1-1-1 0 0,0 0 0 0 0,0 0 1 0 0,0 0-1 0 0,-1 0 0 0 0,9-2 1 0 0,1 0 313 0 0,0-1 1 0 0,0 0-1 0 0,0-2 1 0 0,0 1-1 0 0,-1-1 1 0 0,21-12-1 0 0,-1-3 134 0 0,33-27-1 0 0,-32 22-24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0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14 456 0 0,'-19'-14'12275'0'0,"8"20"-11651"0"0,-5 5 1384 0 0,0 0 0 0 0,-18 16 0 0 0,20-14-1250 0 0,1 0 0 0 0,-18 25-1 0 0,23-28-689 0 0,1 0 0 0 0,1 0 0 0 0,0 1 0 0 0,0 0 0 0 0,1 0-1 0 0,0 0 1 0 0,1 1 0 0 0,1 0 0 0 0,0 0 0 0 0,0 0-1 0 0,-1 21 1 0 0,4-29-98 0 0,0 0-1 0 0,0 0 0 0 0,0 1 1 0 0,1-1-1 0 0,0 0 0 0 0,0 0 1 0 0,0 0-1 0 0,0 0 1 0 0,1 0-1 0 0,-1 0 0 0 0,1-1 1 0 0,0 1-1 0 0,0 0 1 0 0,1-1-1 0 0,-1 1 0 0 0,1-1 1 0 0,4 4-1 0 0,-6-5-37 0 0,1-1 0 0 0,-1 0 0 0 0,1 0 0 0 0,0 0-1 0 0,0 0 1 0 0,0 0 0 0 0,0 0 0 0 0,0 0 0 0 0,0-1 0 0 0,0 1 0 0 0,0-1 0 0 0,0 1 0 0 0,0-1-1 0 0,0 0 1 0 0,0 0 0 0 0,0 0 0 0 0,0 0 0 0 0,0 0 0 0 0,0 0 0 0 0,0-1 0 0 0,0 1 0 0 0,0-1-1 0 0,0 1 1 0 0,0-1 0 0 0,0 0 0 0 0,0 0 0 0 0,0 0 0 0 0,0 0 0 0 0,-1 0 0 0 0,1 0-1 0 0,0 0 1 0 0,-1-1 0 0 0,1 1 0 0 0,-1-1 0 0 0,1 1 0 0 0,0-3 0 0 0,7-6-196 0 0,-1 0-1 0 0,0-1 1 0 0,-1 0 0 0 0,0-1 0 0 0,-1 0 0 0 0,8-18-1 0 0,-7 14 805 0 0,0 0 0 0 0,18-25 0 0 0,-25 40-514 0 0,1 0-1 0 0,0 0 1 0 0,-1 0-1 0 0,1 0 1 0 0,0 0-1 0 0,0 1 1 0 0,-1-1-1 0 0,1 0 0 0 0,0 0 1 0 0,0 1-1 0 0,0-1 1 0 0,0 0-1 0 0,0 1 1 0 0,0-1-1 0 0,0 1 1 0 0,0 0-1 0 0,1-1 0 0 0,-1 1 1 0 0,0 0-1 0 0,0-1 1 0 0,0 1-1 0 0,0 0 1 0 0,1 0-1 0 0,-1 0 1 0 0,2 0-1 0 0,-1 1 68 0 0,1 0-1 0 0,-1 0 1 0 0,0 0-1 0 0,0 0 1 0 0,0 0-1 0 0,0 0 1 0 0,-1 1-1 0 0,1-1 1 0 0,0 0 0 0 0,0 1-1 0 0,-1 0 1 0 0,3 2-1 0 0,3 5 242 0 0,-1 1 0 0 0,1 0 1 0 0,-2 0-1 0 0,6 12 0 0 0,-5-7-334 0 0,23 44 3 0 0,-27-54-4 0 0,1-1-1 0 0,0 1 0 0 0,0-1 0 0 0,1 0 0 0 0,-1 0 0 0 0,1 0 1 0 0,0-1-1 0 0,0 1 0 0 0,9 5 0 0 0,-12-9-38 0 0,0 0 0 0 0,1 1-1 0 0,-1-1 1 0 0,0 0 0 0 0,1 0 0 0 0,-1 0-1 0 0,1 0 1 0 0,-1 0 0 0 0,0 0 0 0 0,1 0-1 0 0,-1 0 1 0 0,1-1 0 0 0,-1 1 0 0 0,0 0-1 0 0,1-1 1 0 0,-1 1 0 0 0,0-1 0 0 0,0 0-1 0 0,1 1 1 0 0,-1-1 0 0 0,0 0 0 0 0,0 0-1 0 0,0 0 1 0 0,0 1 0 0 0,0-1 0 0 0,2-2-1 0 0,29-35-571 0 0,-22 25 507 0 0,20-23 29 0 0,-13 14 345 0 0,2 0 0 0 0,37-32 0 0 0,-55 52-236 0 0,2 0 1 0 0,-1 0 0 0 0,0 0-1 0 0,0 1 1 0 0,0-1-1 0 0,1 1 1 0 0,-1 0 0 0 0,1 0-1 0 0,-1 0 1 0 0,1 0 0 0 0,-1 0-1 0 0,1 0 1 0 0,0 1-1 0 0,-1-1 1 0 0,1 1 0 0 0,0 0-1 0 0,0-1 1 0 0,-1 2 0 0 0,1-1-1 0 0,0 0 1 0 0,-1 0 0 0 0,1 1-1 0 0,0-1 1 0 0,-1 1-1 0 0,1 0 1 0 0,0 0 0 0 0,-1 0-1 0 0,1 0 1 0 0,-1 0 0 0 0,0 1-1 0 0,5 2 1 0 0,-1 2 60 0 0,-1-1 0 0 0,0 1 0 0 0,0 0 0 0 0,0 0 0 0 0,-1 1 0 0 0,1-1 0 0 0,-2 1 0 0 0,1 0 0 0 0,5 14 0 0 0,-8-18-181 0 0,0-1-1 0 0,0 1 1 0 0,0-1 0 0 0,0 0 0 0 0,1 1-1 0 0,-1-1 1 0 0,1 0 0 0 0,-1 0 0 0 0,1 0-1 0 0,0 0 1 0 0,0 0 0 0 0,0-1 0 0 0,0 1-1 0 0,0 0 1 0 0,1-1 0 0 0,-1 0-1 0 0,0 1 1 0 0,1-1 0 0 0,-1 0 0 0 0,1 0-1 0 0,-1-1 1 0 0,1 1 0 0 0,-1 0 0 0 0,4 0-1 0 0,-1-1-330 0 0,0 0 0 0 0,0 0-1 0 0,0 0 1 0 0,0-1 0 0 0,0 0-1 0 0,0 0 1 0 0,0 0-1 0 0,-1 0 1 0 0,1-1 0 0 0,0 0-1 0 0,-1 0 1 0 0,7-3 0 0 0,7-7-6469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3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 0 14283 0 0,'-5'16'612'0'0,"1"0"0"0"0,1 1 1 0 0,1-1-1 0 0,0 0 0 0 0,1 1 0 0 0,1 26 0 0 0,0 0-40 0 0,-2 46 747 0 0,3 0-1 0 0,23 147 1 0 0,-10-162-2267 0 0,38 120-1 0 0,-45-173-6687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5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9 14283 0 0,'-1'0'204'0'0,"-27"-6"565"0"0,9 8 2084 0 0,19-2-2780 0 0,0 0 0 0 0,0 0 0 0 0,0 0 0 0 0,0 1 0 0 0,0-1 0 0 0,0 0-1 0 0,0 0 1 0 0,0 0 0 0 0,0 1 0 0 0,0-1 0 0 0,0 0 0 0 0,0 0 0 0 0,0 0 0 0 0,0 0 0 0 0,0 1-1 0 0,0-1 1 0 0,0 0 0 0 0,0 0 0 0 0,0 1 0 0 0,1 0 5 0 0,0 0 0 0 0,0 0 0 0 0,0 0 0 0 0,0 0 0 0 0,0 0 0 0 0,1-1 0 0 0,-1 1 1 0 0,0 0-1 0 0,0 0 0 0 0,1-1 0 0 0,-1 1 0 0 0,0-1 0 0 0,1 1 0 0 0,-1-1 0 0 0,0 0 0 0 0,1 1 0 0 0,-1-1 0 0 0,3 0 0 0 0,30 2 189 0 0,-29-2-226 0 0,46-1-50 0 0,66-9 1 0 0,-24 0-1752 0 0,1 9-4278 0 0,-62 3 3393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2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74 10594 0 0,'3'-5'736'0'0,"-1"0"1"0"0,1 0-1 0 0,-1 0 0 0 0,1-1 0 0 0,-1 1 0 0 0,-1-1 0 0 0,1 1 1 0 0,-1-1-1 0 0,0 1 0 0 0,-1-1 0 0 0,1-8 0 0 0,-2 14-640 0 0,1 0 1 0 0,-1 0-1 0 0,1 0 0 0 0,-1 0 1 0 0,0 0-1 0 0,1 0 0 0 0,-1 0 1 0 0,1 1-1 0 0,-1-1 0 0 0,1 0 1 0 0,-1 0-1 0 0,1 1 0 0 0,-1-1 0 0 0,1 0 1 0 0,-1 1-1 0 0,1-1 0 0 0,-1 1 1 0 0,1-1-1 0 0,-1 1 0 0 0,1-1 1 0 0,0 0-1 0 0,-1 1 0 0 0,1 0 1 0 0,0-1-1 0 0,-1 1 0 0 0,1-1 0 0 0,-1 2 1 0 0,-12 16 592 0 0,4 3-628 0 0,0-1 1 0 0,1 2-1 0 0,1-1 0 0 0,1 1 0 0 0,1 0 1 0 0,1 0-1 0 0,1 1 0 0 0,1-1 0 0 0,1 1 1 0 0,1 0-1 0 0,5 42 0 0 0,-3-57-83 0 0,-1 0 1 0 0,2 1-1 0 0,-1-1 0 0 0,1 0 0 0 0,0-1 1 0 0,1 1-1 0 0,-1 0 0 0 0,2-1 1 0 0,-1 0-1 0 0,1 0 0 0 0,0 0 0 0 0,0-1 1 0 0,13 12-1 0 0,-14-14 2 0 0,1-1 1 0 0,0 0-1 0 0,0 0 0 0 0,0 0 1 0 0,0-1-1 0 0,0 1 0 0 0,1-1 1 0 0,-1 0-1 0 0,1-1 1 0 0,-1 1-1 0 0,1-1 0 0 0,0 0 1 0 0,-1-1-1 0 0,1 1 0 0 0,0-1 1 0 0,0-1-1 0 0,-1 1 0 0 0,1-1 1 0 0,0 1-1 0 0,-1-2 1 0 0,7-1-1 0 0,32-15-1791 0 0,-23 5 85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3.2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63 3681 0 0,'-5'6'2832'0'0,"4"-4"-2124"0"0,0 0 0 0 0,1-1 0 0 0,-1 1-1 0 0,0 0 1 0 0,1 0 0 0 0,-1-1 0 0 0,0 4 0 0 0,0 27 3259 0 0,12 27-710 0 0,-7-47-2793 0 0,0 0 0 0 0,1 0 0 0 0,1 0-1 0 0,0-1 1 0 0,11 15 0 0 0,-15-21-397 0 0,1-1-1 0 0,1 0 1 0 0,-1 0-1 0 0,0 0 1 0 0,1 0 0 0 0,0-1-1 0 0,0 1 1 0 0,0-1 0 0 0,1 0-1 0 0,-1 0 1 0 0,1 0-1 0 0,-1-1 1 0 0,1 0 0 0 0,0 0-1 0 0,10 3 1 0 0,-13-5-60 0 0,0 0 0 0 0,0 1 1 0 0,0-1-1 0 0,0 0 0 0 0,0-1 0 0 0,0 1 1 0 0,0 0-1 0 0,0-1 0 0 0,0 1 0 0 0,0-1 1 0 0,0 1-1 0 0,0-1 0 0 0,-1 0 0 0 0,1 0 0 0 0,0 0 1 0 0,0 0-1 0 0,0 0 0 0 0,2-3 0 0 0,-1 1-11 0 0,0 0 0 0 0,0 0 0 0 0,-1-1 0 0 0,1 1 0 0 0,-1-1 0 0 0,0 0 0 0 0,0 0-1 0 0,2-6 1 0 0,0 0-40 0 0,-1 0-1 0 0,-1 0 0 0 0,0 0 1 0 0,0 0-1 0 0,-1 0 1 0 0,0-19-1 0 0,-1 21-64 0 0,-1 0 0 0 0,0 0 0 0 0,0 1 0 0 0,-1-1 0 0 0,0 0 0 0 0,0 1 0 0 0,-1 0 0 0 0,0-1 0 0 0,0 1 0 0 0,-1 0 0 0 0,0 1 0 0 0,0-1 0 0 0,-1 1 1 0 0,1-1-1 0 0,-1 1 0 0 0,-1 1 0 0 0,1-1 0 0 0,-13-9 0 0 0,11 11-361 0 0,0-1 1 0 0,-1 1 0 0 0,0 0 0 0 0,0 1-1 0 0,0 0 1 0 0,0 0 0 0 0,0 0 0 0 0,-1 1-1 0 0,1 1 1 0 0,-17-2 0 0 0,-6 1-5438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3.8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6449 0 0,'24'19'791'0'0,"-16"-14"-287"0"0,0 1 1 0 0,0 0-1 0 0,-1 1 0 0 0,0-1 0 0 0,0 2 1 0 0,-1-1-1 0 0,0 0 0 0 0,7 12 1 0 0,9 33 1372 0 0,-18-41-1451 0 0,-1-1 0 0 0,2 1 0 0 0,0-1 0 0 0,0-1 0 0 0,7 11-1 0 0,-11-19-416 0 0,-1-1 0 0 0,0 0 0 0 0,0 0 0 0 0,0 1 0 0 0,0-1-1 0 0,1 0 1 0 0,-1 0 0 0 0,0 1 0 0 0,0-1 0 0 0,1 0-1 0 0,-1 0 1 0 0,0 0 0 0 0,0 0 0 0 0,1 1 0 0 0,-1-1 0 0 0,0 0-1 0 0,1 0 1 0 0,-1 0 0 0 0,0 0 0 0 0,1 0 0 0 0,-1 0-1 0 0,0 0 1 0 0,1 0 0 0 0,-1 0 0 0 0,0 0 0 0 0,0 0-1 0 0,1 0 1 0 0,-1 0 0 0 0,0 0 0 0 0,1 0 0 0 0,-1 0 0 0 0,0 0-1 0 0,1-1 1 0 0,-1 1 0 0 0,0 0 0 0 0,0 0 0 0 0,1 0-1 0 0,-1-1 1 0 0,11-13-437 0 0,8-30-1065 0 0,-15 35 1265 0 0,13-35-644 0 0,-8 18 760 0 0,17-33 0 0 0,-26 59 171 0 0,0-1 1 0 0,0 1-1 0 0,0 0 1 0 0,1-1-1 0 0,-1 1 1 0 0,0 0 0 0 0,0-1-1 0 0,0 1 1 0 0,0 0-1 0 0,1-1 1 0 0,-1 1 0 0 0,0 0-1 0 0,0-1 1 0 0,1 1-1 0 0,-1 0 1 0 0,0 0 0 0 0,0-1-1 0 0,1 1 1 0 0,-1 0-1 0 0,0 0 1 0 0,1 0-1 0 0,-1-1 1 0 0,0 1 0 0 0,1 0-1 0 0,-1 0 1 0 0,0 0-1 0 0,1 0 1 0 0,-1 0 0 0 0,0 0-1 0 0,1 0 1 0 0,-1 0-1 0 0,0 0 1 0 0,1 0 0 0 0,-1 0-1 0 0,1 0 1 0 0,-1 0-1 0 0,9 14 1697 0 0,1 31 495 0 0,-9-37-1872 0 0,2 2-298 0 0,-1 3 66 0 0,0-1 0 0 0,1 1 0 0 0,1 0 1 0 0,0-1-1 0 0,1 0 0 0 0,0 0 0 0 0,0 0 0 0 0,2-1 0 0 0,7 11 1 0 0,-14-21-153 0 0,1 0 1 0 0,0 0 0 0 0,-1-1 0 0 0,1 1 0 0 0,0 0 0 0 0,0-1 0 0 0,0 1-1 0 0,-1-1 1 0 0,1 1 0 0 0,0-1 0 0 0,0 1 0 0 0,0-1 0 0 0,0 0-1 0 0,0 1 1 0 0,0-1 0 0 0,0 0 0 0 0,0 0 0 0 0,0 0 0 0 0,0 0 0 0 0,0 0-1 0 0,0 0 1 0 0,0 0 0 0 0,0 0 0 0 0,1 0 0 0 0,0-1-19 0 0,0 0 1 0 0,1 0 0 0 0,-1 0-1 0 0,0 0 1 0 0,0 0 0 0 0,0 0-1 0 0,0-1 1 0 0,0 1 0 0 0,-1-1-1 0 0,3-1 1 0 0,4-7-110 0 0,0 1 0 0 0,-1-1 0 0 0,8-13 0 0 0,-12 17 81 0 0,4-5-173 0 0,1-1 0 0 0,0 1 0 0 0,0 1 0 0 0,1-1 0 0 0,20-17 0 0 0,-25 25 267 0 0,-1 1 0 0 0,1-1-1 0 0,-1 1 1 0 0,1 0 0 0 0,0 0 0 0 0,0 1-1 0 0,0-1 1 0 0,0 1 0 0 0,0 0-1 0 0,0 0 1 0 0,1 0 0 0 0,-1 0 0 0 0,0 1-1 0 0,0 0 1 0 0,1 0 0 0 0,-1 0 0 0 0,0 0-1 0 0,0 1 1 0 0,1 0 0 0 0,-1-1-1 0 0,0 2 1 0 0,0-1 0 0 0,6 3 0 0 0,-6-2 41 0 0,0 0 0 0 0,0 0 0 0 0,-1 1 1 0 0,1 0-1 0 0,-1 0 0 0 0,0-1 1 0 0,0 2-1 0 0,0-1 0 0 0,0 0 0 0 0,0 1 1 0 0,-1-1-1 0 0,1 1 0 0 0,-1 0 0 0 0,0 0 1 0 0,0 0-1 0 0,-1 0 0 0 0,1 0 0 0 0,-1 0 1 0 0,0 0-1 0 0,1 6 0 0 0,-1-5-307 0 0,1 1 0 0 0,-1-1 0 0 0,1 0 0 0 0,1 1 0 0 0,-1-1-1 0 0,1 0 1 0 0,0 0 0 0 0,0-1 0 0 0,0 1 0 0 0,0-1 0 0 0,6 7-1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 10594 0 0,'1'-2'366'0'0,"-1"0"0"0"0,1 0 0 0 0,-1 0 0 0 0,1 0 0 0 0,0 0 0 0 0,0 0 0 0 0,0 1 0 0 0,0-1 0 0 0,0 0 0 0 0,0 0 0 0 0,10-1 3798 0 0,-11 3-4048 0 0,9 18 1814 0 0,10 51-687 0 0,-3 1-1 0 0,7 75 1 0 0,22 92-1512 0 0,-37-217 168 0 0,-2-10-701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2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3 194 3225 0 0,'-1'-6'104'0'0,"0"0"0"0"0,1 1 0 0 0,0-1 0 0 0,0 0 1 0 0,0 0-1 0 0,1 0 0 0 0,-1 0 0 0 0,1 1 0 0 0,1-1 0 0 0,-1 0 0 0 0,1 1 1 0 0,0-1-1 0 0,0 1 0 0 0,1-1 0 0 0,0 1 0 0 0,0 0 0 0 0,0 0 1 0 0,7-9-1 0 0,-2 7 335 0 0,0-1 0 0 0,0 1 0 0 0,0 0 0 0 0,1 1 0 0 0,0 0 0 0 0,0 1 0 0 0,0-1 0 0 0,1 2 0 0 0,0-1 0 0 0,0 1 0 0 0,0 1 0 0 0,0 0 0 0 0,18-3 0 0 0,-21 5-145 0 0,-1 1 1 0 0,1 0-1 0 0,0 0 0 0 0,-1 0 0 0 0,1 0 0 0 0,-1 1 0 0 0,1 0 1 0 0,-1 1-1 0 0,0 0 0 0 0,1 0 0 0 0,-1 0 0 0 0,0 0 1 0 0,0 1-1 0 0,-1 0 0 0 0,1 1 0 0 0,0-1 0 0 0,-1 1 0 0 0,0 0 1 0 0,0 0-1 0 0,0 0 0 0 0,0 1 0 0 0,-1 0 0 0 0,8 10 1 0 0,-9-10-170 0 0,-1-1 1 0 0,1 0 0 0 0,-1 1 0 0 0,0-1 0 0 0,0 1 0 0 0,0 0 0 0 0,-1 0 0 0 0,1 0-1 0 0,-1 0 1 0 0,-1 0 0 0 0,1 0 0 0 0,-1 0 0 0 0,1 0 0 0 0,-2 10 0 0 0,-1-7-16 0 0,1 0-1 0 0,-1 0 1 0 0,-1 0 0 0 0,1-1 0 0 0,-1 1 0 0 0,-1-1 0 0 0,1 1 0 0 0,-9 11 0 0 0,3-7-341 0 0,-1 1 0 0 0,0-1 0 0 0,-1-1 0 0 0,0 1 0 0 0,-1-2 0 0 0,0 0 1 0 0,0 0-1 0 0,-1-1 0 0 0,-18 9 0 0 0,9-8-6617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6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 2304 0 0,'5'-2'650'0'0,"0"0"0"0"0,0 0 0 0 0,0 0-1 0 0,0 1 1 0 0,1 0 0 0 0,-1 0 0 0 0,0 0-1 0 0,1 1 1 0 0,-1 0 0 0 0,1 0-1 0 0,7 1 1 0 0,-11-1-369 0 0,0 1-1 0 0,1 0 0 0 0,-1 0 1 0 0,0-1-1 0 0,0 2 0 0 0,0-1 1 0 0,0 0-1 0 0,0 0 0 0 0,0 0 1 0 0,-1 1-1 0 0,1-1 0 0 0,0 1 1 0 0,-1 0-1 0 0,1-1 1 0 0,-1 1-1 0 0,1 0 0 0 0,-1 0 1 0 0,0 0-1 0 0,0 0 0 0 0,0 0 1 0 0,0 0-1 0 0,0 0 0 0 0,0 0 1 0 0,-1 1-1 0 0,1-1 1 0 0,-1 0-1 0 0,0 0 0 0 0,1 1 1 0 0,-1 1-1 0 0,3 53 2921 0 0,-3-40-2965 0 0,1-1 1 0 0,1 1 0 0 0,0-1-1 0 0,1 0 1 0 0,6 19 0 0 0,-9-33-235 0 0,1 1 1 0 0,0-1-1 0 0,0 0 1 0 0,0 0 0 0 0,0 0-1 0 0,1 0 1 0 0,-1 0-1 0 0,0 0 1 0 0,1 0-1 0 0,-1-1 1 0 0,1 1-1 0 0,0 0 1 0 0,0-1-1 0 0,0 1 1 0 0,-1-1-1 0 0,1 0 1 0 0,1 1-1 0 0,-1-1 1 0 0,0 0-1 0 0,4 1 1 0 0,-2-1-54 0 0,-1-1 1 0 0,1 0-1 0 0,0 0 0 0 0,-1 0 1 0 0,1 0-1 0 0,0 0 1 0 0,-1-1-1 0 0,1 1 0 0 0,-1-1 1 0 0,1 0-1 0 0,-1 0 0 0 0,5-2 1 0 0,5-3-397 0 0,-1-1-1 0 0,1 0 1 0 0,-1-1 0 0 0,-1 0-1 0 0,19-18 1 0 0,-16 13-545 0 0,-1-1-1 0 0,-1-1 1 0 0,0 0-1 0 0,-1-1 1 0 0,-1 0-1 0 0,12-26 1 0 0,8-22 929 0 0,-29 63 100 0 0,-1 0 142 0 0,0 1 0 0 0,0-1 0 0 0,5-6 3220 0 0,-5 6-3220 0 0,1 1 0 0 0,-1 0 0 0 0,0 0 0 0 0,1-1 0 0 0,-1 1 0 0 0,1 0 0 0 0,-1 0 0 0 0,1 0 0 0 0,-1 0 0 0 0,1 0 0 0 0,-1 0 0 0 0,1 0 0 0 0,0 0 0 0 0,8 17 2440 0 0,-1 36-1941 0 0,-8-49-483 0 0,2 23-304 0 0,-1-11 317 0 0,0-1 0 0 0,1 1-1 0 0,6 20 1 0 0,-8-33-390 0 0,1 0 1 0 0,0-1 0 0 0,0 1 0 0 0,-1-1-1 0 0,2 1 1 0 0,-1-1 0 0 0,0 0-1 0 0,0 1 1 0 0,1-1 0 0 0,-1 0 0 0 0,1 0-1 0 0,0 0 1 0 0,0 0 0 0 0,0 0-1 0 0,0-1 1 0 0,0 1 0 0 0,0 0 0 0 0,0-1-1 0 0,0 1 1 0 0,1-1 0 0 0,-1 0-1 0 0,1 0 1 0 0,-1 0 0 0 0,1 0 0 0 0,4 1-1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4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1 109 7370 0 0,'3'-13'373'0'0,"16"-43"558"0"0,1 17 7049 0 0,-20 39-7882 0 0,0 0 0 0 0,0 0 1 0 0,1 0-1 0 0,-1 0 0 0 0,0 0 1 0 0,0 0-1 0 0,0 0 1 0 0,1 0-1 0 0,-1 0 0 0 0,0 0 1 0 0,0 0-1 0 0,1 0 0 0 0,-1 0 1 0 0,0 0-1 0 0,0 0 0 0 0,1 0 1 0 0,-1 0-1 0 0,0 0 1 0 0,1 1-1 0 0,4 11 1982 0 0,0 19-864 0 0,-5-30-1126 0 0,6 50 1048 0 0,22 93 0 0 0,-22-122-1619 0 0,0-1 0 0 0,2 0-1 0 0,1-1 1 0 0,1 0 0 0 0,0 0-1 0 0,25 33 1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7 132 16131 0 0,'-1'0'40'0'0,"1"0"-1"0"0,-1 0 0 0 0,1-1 1 0 0,0 1-1 0 0,-1 0 0 0 0,1 0 1 0 0,0-1-1 0 0,0 1 0 0 0,-1 0 1 0 0,1 0-1 0 0,0-1 0 0 0,-1 1 1 0 0,1 0-1 0 0,0-1 0 0 0,0 1 1 0 0,0 0-1 0 0,-1-1 0 0 0,1 1 1 0 0,0-1-1 0 0,0 1 0 0 0,0 0 1 0 0,0-1-1 0 0,0 1 0 0 0,0-1 0 0 0,0 1 1 0 0,0 0-1 0 0,0-1 0 0 0,0 1 1 0 0,0-1-1 0 0,0 1 0 0 0,0 0 1 0 0,0-1-1 0 0,0 1 0 0 0,0-1 1 0 0,0 1-1 0 0,0 0 0 0 0,1-1 1 0 0,-1 1-1 0 0,0 0 0 0 0,0-1 1 0 0,0 1-1 0 0,1 0 0 0 0,-1-1 1 0 0,0 1-1 0 0,0 0 0 0 0,1-1 1 0 0,-1 1-1 0 0,0 0 0 0 0,1 0 0 0 0,-1-1 1 0 0,0 1-1 0 0,1 0 0 0 0,22-21 147 0 0,-19 17 57 0 0,6-4-331 0 0,0 1 0 0 0,1 0 1 0 0,-1 0-1 0 0,1 1 0 0 0,1 0 0 0 0,-1 1 1 0 0,19-6-1 0 0,6 1-2434 0 0,46-6 1 0 0,-69 14 1758 0 0,14-2 269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3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127 235 3177 0 0,'9'-12'-6'0'0,"-2"0"0"0"0,0 0 1 0 0,0-1-1 0 0,-1 0 1 0 0,8-26-1 0 0,-11 30 312 0 0,-1 0-1 0 0,0 0 1 0 0,0 0 0 0 0,-1-1-1 0 0,0 1 1 0 0,-1 0 0 0 0,0 0-1 0 0,-1-1 1 0 0,0 1 0 0 0,-2-11-1 0 0,3 19-275 0 0,0 0 0 0 0,-1 0 0 0 0,1 0 0 0 0,0 0 0 0 0,-1 0 0 0 0,1 0 0 0 0,-1 0 0 0 0,1 0 0 0 0,-1 0 0 0 0,1 0 0 0 0,-1 0 0 0 0,0 0 0 0 0,0 0 0 0 0,1 0 0 0 0,-1 0 0 0 0,0 1 0 0 0,0-1 0 0 0,0 0 0 0 0,0 1 0 0 0,0-1 0 0 0,0 1-1 0 0,0-1 1 0 0,0 1 0 0 0,0-1 0 0 0,-2 0 0 0 0,1 1-11 0 0,-1 0 0 0 0,1 0 0 0 0,0 0 0 0 0,0 1 0 0 0,-1-1 0 0 0,1 0 0 0 0,0 1 0 0 0,-1 0 0 0 0,1-1 0 0 0,0 1 0 0 0,-4 2 0 0 0,-4 3 94 0 0,1 0-1 0 0,0 0 1 0 0,0 1 0 0 0,-9 9-1 0 0,9-7 347 0 0,1 0 1 0 0,0 0-1 0 0,1 0 1 0 0,0 1-1 0 0,1 0 1 0 0,0 0-1 0 0,0 1 0 0 0,-7 21 1 0 0,11-29-255 0 0,1 0 0 0 0,0 0 1 0 0,1 0-1 0 0,-1 0 0 0 0,0 1 0 0 0,1-1 0 0 0,0 0 1 0 0,0 0-1 0 0,0 1 0 0 0,0-1 0 0 0,0 0 1 0 0,1 0-1 0 0,-1 0 0 0 0,1 1 0 0 0,0-1 0 0 0,0 0 1 0 0,0 0-1 0 0,0 0 0 0 0,1 0 0 0 0,-1 0 1 0 0,1-1-1 0 0,0 1 0 0 0,0 0 0 0 0,0-1 0 0 0,0 1 1 0 0,0-1-1 0 0,0 0 0 0 0,1 1 0 0 0,-1-1 1 0 0,1 0-1 0 0,0-1 0 0 0,-1 1 0 0 0,1 0 0 0 0,0-1 1 0 0,0 0-1 0 0,0 1 0 0 0,5 0 0 0 0,-4-1-99 0 0,0 1 0 0 0,1-1 0 0 0,0-1 0 0 0,-1 1-1 0 0,1-1 1 0 0,-1 1 0 0 0,1-1 0 0 0,0-1 0 0 0,-1 1 0 0 0,1 0 0 0 0,7-3-1 0 0,1-1-680 0 0,0 0 0 0 0,20-11-1 0 0,-8 3-6437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17508 0 0,'-1'1'154'0'0,"0"0"0"0"0,1 1-1 0 0,-1-1 1 0 0,1 0 0 0 0,-1 0 0 0 0,1 1 0 0 0,-1-1 0 0 0,1 0 0 0 0,0 0 0 0 0,0 1 0 0 0,0-1 0 0 0,-1 0 0 0 0,1 1-1 0 0,1-1 1 0 0,-1 0 0 0 0,0 1 0 0 0,1 2 0 0 0,6 28 998 0 0,-2-15-811 0 0,9 63 805 0 0,25 109 651 0 0,-32-165-1811 0 0,1 0 1 0 0,1-1 0 0 0,0 0 0 0 0,2-1 0 0 0,22 34 0 0 0,-23-43-2492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5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13 920 0 0,'5'-2'235'0'0,"1"-1"0"0"0,-1 2 1 0 0,1-1-1 0 0,0 1 0 0 0,0 0 0 0 0,0 0 0 0 0,-1 0 0 0 0,1 1 0 0 0,0 0 0 0 0,0 0 1 0 0,6 1-1 0 0,10 2 2645 0 0,35 11-1 0 0,-36-9-2425 0 0,6 2 689 0 0,0 1-1 0 0,-1 0 0 0 0,0 2 0 0 0,0 2 0 0 0,-1 0 0 0 0,38 25 1 0 0,-61-35-1104 0 0,0-1 1 0 0,0 1-1 0 0,0-1 1 0 0,0 1 0 0 0,0 0-1 0 0,0 0 1 0 0,0 0-1 0 0,-1 0 1 0 0,1 0 0 0 0,-1 0-1 0 0,0 0 1 0 0,1 0-1 0 0,-1 0 1 0 0,0 1 0 0 0,0-1-1 0 0,-1 1 1 0 0,1-1-1 0 0,0 1 1 0 0,-1-1 0 0 0,1 1-1 0 0,-1-1 1 0 0,0 1-1 0 0,0-1 1 0 0,0 1 0 0 0,0-1-1 0 0,0 1 1 0 0,-1-1 0 0 0,1 1-1 0 0,-1-1 1 0 0,0 1-1 0 0,0-1 1 0 0,1 1 0 0 0,-2-1-1 0 0,1 0 1 0 0,0 0-1 0 0,0 1 1 0 0,-1-1 0 0 0,1 0-1 0 0,-1 0 1 0 0,0 0-1 0 0,-1 1 1 0 0,-9 10-1011 0 0,-1 0 0 0 0,-1-1 0 0 0,0 0 1 0 0,-25 14-1 0 0,31-20-562 0 0,-20 14-4164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6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8290 0 0,'1'0'89'0'0,"-1"1"0"0"0,1-1 0 0 0,-1 0 0 0 0,1 0 1 0 0,-1 1-1 0 0,1-1 0 0 0,-1 0 0 0 0,0 1 0 0 0,1-1 0 0 0,-1 1 0 0 0,0-1 1 0 0,1 0-1 0 0,-1 1 0 0 0,0-1 0 0 0,1 1 0 0 0,-1-1 0 0 0,0 1 1 0 0,0-1-1 0 0,0 1 0 0 0,0-1 0 0 0,1 1 0 0 0,-1-1 0 0 0,0 1 0 0 0,0-1 1 0 0,0 1-1 0 0,0-1 0 0 0,0 1 0 0 0,0 0 0 0 0,0-1 0 0 0,0 1 1 0 0,0-1-1 0 0,-1 1 0 0 0,1-1 0 0 0,0 1 0 0 0,0-1 0 0 0,0 1 0 0 0,-1 0 1 0 0,-7 29 1125 0 0,6-24-672 0 0,-5 20 440 0 0,0-1 0 0 0,2 1 0 0 0,-3 53 0 0 0,8-71-911 0 0,0 0 0 0 0,0 0 0 0 0,1 1 0 0 0,1-1 1 0 0,0 0-1 0 0,0-1 0 0 0,5 14 0 0 0,-5-17-68 0 0,0 0-1 0 0,0 0 1 0 0,1 0 0 0 0,-1 0 0 0 0,1 0 0 0 0,0 0 0 0 0,0-1 0 0 0,1 1-1 0 0,-1-1 1 0 0,1 0 0 0 0,0 0 0 0 0,-1-1 0 0 0,1 1 0 0 0,6 2 0 0 0,-7-3-130 0 0,1-1 1 0 0,0 1 0 0 0,0-1 0 0 0,-1 0 0 0 0,1 0 0 0 0,0 0 0 0 0,0-1-1 0 0,0 1 1 0 0,0-1 0 0 0,0 0 0 0 0,0 0 0 0 0,0-1 0 0 0,0 1 0 0 0,7-2-1 0 0,-4 0 10 0 0,0-1 0 0 0,0 0-1 0 0,-1 0 1 0 0,1 0-1 0 0,-1-1 1 0 0,0 1-1 0 0,10-9 1 0 0,-4 2-619 0 0,-2-1 1 0 0,1 1-1 0 0,-1-2 1 0 0,-1 1-1 0 0,0-1 1 0 0,-1-1-1 0 0,10-18 1 0 0,-7 8-3287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6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67 1984 0 0,'3'-4'178'0'0,"1"0"0"0"0,1 0-1 0 0,-1 0 1 0 0,1 0-1 0 0,-1 1 1 0 0,1-1 0 0 0,0 1-1 0 0,0 1 1 0 0,0-1-1 0 0,1 1 1 0 0,8-3 0 0 0,5-2 984 0 0,38-6 1 0 0,-48 11-717 0 0,0 1 0 0 0,0 0 0 0 0,0 1-1 0 0,-1 0 1 0 0,1 0 0 0 0,0 1-1 0 0,0 0 1 0 0,0 0 0 0 0,0 1 0 0 0,-1 0-1 0 0,1 1 1 0 0,-1 0 0 0 0,0 0-1 0 0,14 8 1 0 0,-14-6-105 0 0,0 1 1 0 0,0 0-1 0 0,-1 1 1 0 0,1 0-1 0 0,-1 0 0 0 0,-1 1 1 0 0,0-1-1 0 0,0 2 1 0 0,0-1-1 0 0,-1 0 0 0 0,0 1 1 0 0,6 17-1 0 0,-7-16-218 0 0,0 0 1 0 0,1-1-1 0 0,0 1 0 0 0,0-1 1 0 0,1 0-1 0 0,7 9 0 0 0,-11-17-76 0 0,-1 1-1 0 0,1-1 0 0 0,-1 1 1 0 0,1-1-1 0 0,-1 0 0 0 0,1 0 1 0 0,0 0-1 0 0,0 0 0 0 0,-1 0 1 0 0,1 0-1 0 0,0-1 0 0 0,0 1 1 0 0,0-1-1 0 0,0 1 0 0 0,0-1 1 0 0,3 1-1 0 0,-3-1 27 0 0,1-1 1 0 0,-1 1-1 0 0,1-1 0 0 0,0 0 0 0 0,-1 0 0 0 0,0 1 0 0 0,1-1 1 0 0,-1-1-1 0 0,0 1 0 0 0,1 0 0 0 0,-1-1 0 0 0,0 1 1 0 0,0-1-1 0 0,0 0 0 0 0,0 1 0 0 0,2-4 0 0 0,0 1-37 0 0,0-1 0 0 0,0-1-1 0 0,-1 1 1 0 0,0-1 0 0 0,0 1-1 0 0,0-1 1 0 0,3-9 0 0 0,10-20 46 0 0,-13 38-74 0 0,0 0 0 0 0,-1 1 0 0 0,0-1 0 0 0,0 0 0 0 0,1 1 0 0 0,-2-1 0 0 0,4 7 0 0 0,6 11 75 0 0,-8-16-32 0 0,1-1 0 0 0,-1 1 0 0 0,1 0 0 0 0,0-1 0 0 0,1 0 0 0 0,-1 0 0 0 0,1 0 0 0 0,-1 0 0 0 0,1-1 0 0 0,0 0 0 0 0,1 0 0 0 0,-1 0 0 0 0,0-1 0 0 0,1 0 0 0 0,6 2 0 0 0,-9-3-24 0 0,1 0 0 0 0,0-1 0 0 0,0 0 0 0 0,-1 0 0 0 0,1 0-1 0 0,0 0 1 0 0,0 0 0 0 0,-1-1 0 0 0,1 0 0 0 0,0 0 0 0 0,-1 0-1 0 0,1 0 1 0 0,0 0 0 0 0,-1-1 0 0 0,0 1 0 0 0,1-1 0 0 0,-1 0-1 0 0,0 0 1 0 0,0-1 0 0 0,0 1 0 0 0,0 0 0 0 0,0-1-1 0 0,-1 0 1 0 0,5-5 0 0 0,4-7-263 0 0,0-2 0 0 0,-2 1 0 0 0,1-1 0 0 0,-2-1 0 0 0,-1 0 0 0 0,8-23 0 0 0,-7 15-7235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7.1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1 196 4609 0 0,'7'-1'565'0'0,"0"0"0"0"0,1 0-1 0 0,-1-1 1 0 0,0 0 0 0 0,0 0 0 0 0,0-1 0 0 0,-1 0-1 0 0,1 0 1 0 0,-1-1 0 0 0,1 0 0 0 0,6-5 0 0 0,12-10 1555 0 0,26-24 0 0 0,-51 42-2113 0 0,6-5 537 0 0,-1 0-1 0 0,1-1 1 0 0,-2 0-1 0 0,1 1 1 0 0,4-10-1 0 0,-9 15-437 0 0,1 0 0 0 0,0-1 0 0 0,-1 1 0 0 0,1-1-1 0 0,-1 1 1 0 0,1-1 0 0 0,-1 0 0 0 0,0 1 0 0 0,1-1 0 0 0,-1 1 0 0 0,0-1-1 0 0,0 1 1 0 0,0-1 0 0 0,-1-2 0 0 0,1 4-110 0 0,-1-1 0 0 0,1 0 0 0 0,-1 1 0 0 0,1-1 0 0 0,-1 0 1 0 0,1 1-1 0 0,-1-1 0 0 0,0 1 0 0 0,1-1 0 0 0,-1 1 0 0 0,0-1 0 0 0,1 1 0 0 0,-1-1 0 0 0,0 1 0 0 0,0 0 0 0 0,1-1 0 0 0,-1 1 1 0 0,0 0-1 0 0,0 0 0 0 0,1 0 0 0 0,-1-1 0 0 0,0 1 0 0 0,0 0 0 0 0,0 0 0 0 0,0 0 0 0 0,1 0 0 0 0,-1 1 0 0 0,0-1 1 0 0,0 0-1 0 0,-1 0 0 0 0,-4 2-219 0 0,0 0 1 0 0,0 0-1 0 0,0 1 0 0 0,0-1 1 0 0,0 1-1 0 0,0 0 1 0 0,1 1-1 0 0,-1 0 0 0 0,1 0 1 0 0,0 0-1 0 0,0 0 1 0 0,0 1-1 0 0,1-1 0 0 0,0 1 1 0 0,0 1-1 0 0,0-1 1 0 0,0 0-1 0 0,1 1 1 0 0,0 0-1 0 0,-4 10 0 0 0,7-15 202 0 0,0 1 0 0 0,-1-1-1 0 0,1 1 1 0 0,0-1-1 0 0,0 1 1 0 0,1-1-1 0 0,-1 0 1 0 0,0 1 0 0 0,0-1-1 0 0,1 1 1 0 0,-1-1-1 0 0,1 0 1 0 0,-1 1 0 0 0,1-1-1 0 0,0 0 1 0 0,-1 1-1 0 0,1-1 1 0 0,0 0 0 0 0,0 0-1 0 0,0 0 1 0 0,0 0-1 0 0,0 0 1 0 0,0 0 0 0 0,0 0-1 0 0,0 0 1 0 0,1 0-1 0 0,-1-1 1 0 0,0 1 0 0 0,0 0-1 0 0,1-1 1 0 0,-1 1-1 0 0,0-1 1 0 0,1 1-1 0 0,-1-1 1 0 0,1 1 0 0 0,-1-1-1 0 0,0 0 1 0 0,1 0-1 0 0,-1 0 1 0 0,3 0 0 0 0,3 0 351 0 0,-1 1-1 0 0,1-2 1 0 0,0 1 0 0 0,0-1 0 0 0,-1 0 0 0 0,1 0 0 0 0,8-3 0 0 0,7-6 236 0 0,-1 0-1 0 0,0-1 1 0 0,35-25-1 0 0,21-13-580 0 0,-72 47 106 0 0,-1 1-1 0 0,1-1 1 0 0,0 1-1 0 0,0 0 1 0 0,0 1 0 0 0,0-1-1 0 0,0 1 1 0 0,0 0-1 0 0,0 0 1 0 0,0 0-1 0 0,0 1 1 0 0,0 0 0 0 0,0 0-1 0 0,0 0 1 0 0,0 0-1 0 0,-1 1 1 0 0,1 0-1 0 0,0 0 1 0 0,-1 0-1 0 0,1 1 1 0 0,-1-1 0 0 0,6 5-1 0 0,9 7 181 0 0,-1 0-1 0 0,0 1 0 0 0,21 24 1 0 0,-17-16 127 0 0,0-1 0 0 0,2-1 0 0 0,30 21 0 0 0,-45-93 1231 0 0,-5 26-1484 0 0,15-46 1 0 0,-15 58-1032 0 0,2 0 0 0 0,12-21 1 0 0,-1 8-7668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7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0 13363 0 0,'-11'15'1184'0'0,"3"-5"-944"0"0,-3 15 6842 0 0,11-20-6626 0 0,3-1-280 0 0,4-1-56 0 0,5-6-16 0 0,6-1-104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8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15203 0 0,'4'11'5328'0'0,"1"21"-4493"0"0,-1-11-350 0 0,30 155 329 0 0,83 386-2377 0 0,-100-498-5992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8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610 216 25349 0 0,'-20'-4'1940'0'0,"-15"-4"-1798"0"0,-17 0-4519 0 0,43 8 3405 0 0,0 0-1 0 0,0 0 0 0 0,-16 3 1 0 0,-11 8 1979 0 0,19-3-941 0 0,0 1 0 0 0,1 0-1 0 0,1 1 1 0 0,0 1 0 0 0,0 1 0 0 0,1 0-1 0 0,0 0 1 0 0,1 2 0 0 0,0-1 0 0 0,2 2-1 0 0,-15 21 1 0 0,-9 20-336 0 0,-50 109 1 0 0,82-159 260 0 0,-19 40-231 0 0,3 1 0 0 0,1 0 0 0 0,-14 64 0 0 0,27-87-46 0 0,1-1-1 0 0,1 1 1 0 0,2-1-1 0 0,0 1 1 0 0,1 0-1 0 0,2 0 1 0 0,0-1-1 0 0,2 1 1 0 0,7 28 0 0 0,-4-30-163 0 0,0 0 0 0 0,2-1 0 0 0,0 1 0 0 0,1-2 0 0 0,2 0 0 0 0,0 0 0 0 0,1-1 1 0 0,1 0-1 0 0,17 18 0 0 0,-15-21 373 0 0,0-1 0 0 0,1-1 0 0 0,0 0-1 0 0,1-2 1 0 0,0 0 0 0 0,1 0 0 0 0,0-2 0 0 0,1-1 0 0 0,1 0 0 0 0,-1-1 0 0 0,1-1-1 0 0,0-1 1 0 0,1-2 0 0 0,-1 0 0 0 0,32 2 0 0 0,-28-4 231 0 0,0-2-1 0 0,0-1 1 0 0,0-1 0 0 0,0-1-1 0 0,0-1 1 0 0,-1-2 0 0 0,0 0-1 0 0,0-1 1 0 0,39-18 0 0 0,-40 13 358 0 0,-1-1 1 0 0,0 0-1 0 0,-1-2 0 0 0,-1 0 0 0 0,0-2 1 0 0,-1 0-1 0 0,-1-1 0 0 0,-1-1 1 0 0,22-30-1 0 0,-23 28-80 0 0,-2-1 0 0 0,-1-1 0 0 0,0 0 0 0 0,-2 0 0 0 0,-1-1 0 0 0,-1-1 0 0 0,9-33 0 0 0,-14 39-273 0 0,-1 0 0 0 0,-1-1 1 0 0,0 1-1 0 0,-2-1 0 0 0,0 0 0 0 0,-1 0 1 0 0,-1 1-1 0 0,-1-1 0 0 0,0 1 0 0 0,-10-27 1 0 0,-9-17-3 0 0,-2 1 0 0 0,-4 2 1 0 0,-2 0-1 0 0,-3 3 1 0 0,-2 0-1 0 0,-2 2 0 0 0,-3 2 1 0 0,-47-49-1 0 0,57 73-158 0 0,-1 0 0 0 0,-1 2 0 0 0,-37-23 0 0 0,49 37 0 0 0,-2 0 0 0 0,0 2 0 0 0,0 0 0 0 0,-1 1 0 0 0,0 1 0 0 0,-36-8 0 0 0,52 15-116 0 0,0 1 0 0 0,0 0 0 0 0,-1 0-1 0 0,1 0 1 0 0,0 1 0 0 0,0 0 0 0 0,-1 1-1 0 0,1-1 1 0 0,0 1 0 0 0,0 1 0 0 0,0-1 0 0 0,-1 1-1 0 0,2 1 1 0 0,-1-1 0 0 0,0 1 0 0 0,0 0 0 0 0,1 1-1 0 0,0-1 1 0 0,0 1 0 0 0,-6 5 0 0 0,-15 20-7726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9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32 168 10138 0 0,'-3'-2'204'0'0,"0"-1"-1"0"0,0 0 0 0 0,1 0 1 0 0,0 0-1 0 0,-1 0 1 0 0,1 0-1 0 0,0 0 0 0 0,0-1 1 0 0,1 1-1 0 0,-1-1 1 0 0,1 1-1 0 0,0-1 0 0 0,0 1 1 0 0,0-1-1 0 0,0 0 1 0 0,1 0-1 0 0,-1 1 0 0 0,1-1 1 0 0,0 0-1 0 0,0 0 0 0 0,0 0 1 0 0,1-4-1 0 0,1 4-104 0 0,-1 1-1 0 0,1-1 1 0 0,0 0-1 0 0,0 0 0 0 0,0 0 1 0 0,0 1-1 0 0,1 0 1 0 0,-1-1-1 0 0,1 1 1 0 0,0 0-1 0 0,0 0 0 0 0,0 0 1 0 0,1 1-1 0 0,-1-1 1 0 0,1 1-1 0 0,-1-1 1 0 0,1 1-1 0 0,0 1 0 0 0,7-4 1 0 0,0 1 112 0 0,-1 0 0 0 0,1 0 0 0 0,1 1 0 0 0,-1 1 1 0 0,0 0-1 0 0,1 1 0 0 0,-1 0 0 0 0,1 0 0 0 0,-1 1 0 0 0,1 1 0 0 0,-1 0 0 0 0,1 0 1 0 0,18 6-1 0 0,-21-4-189 0 0,0 0 1 0 0,0 1-1 0 0,0 1 1 0 0,0-1 0 0 0,-1 1-1 0 0,0 1 1 0 0,0 0-1 0 0,0 0 1 0 0,-1 0-1 0 0,0 1 1 0 0,0 0-1 0 0,-1 1 1 0 0,1-1 0 0 0,-2 1-1 0 0,1 0 1 0 0,5 13-1 0 0,-1-1-73 0 0,-1 0 0 0 0,-1 1-1 0 0,-1 1 1 0 0,0-1-1 0 0,-2 1 1 0 0,4 39 0 0 0,-3 134-505 0 0,-6-79 674 0 0,0-107 121 0 0,1-1 0 0 0,0 0 0 0 0,0 0 0 0 0,1 0 0 0 0,0 0 0 0 0,0 0 0 0 0,1 0 0 0 0,0 0 0 0 0,0-1 0 0 0,6 11-1 0 0,-7-15-202 0 0,0-1-1 0 0,0 1 0 0 0,1 0 0 0 0,-1-1 0 0 0,1 1 0 0 0,-1-1 1 0 0,1 0-1 0 0,0 0 0 0 0,-1 0 0 0 0,1 0 0 0 0,0-1 0 0 0,0 1 1 0 0,1-1-1 0 0,-1 1 0 0 0,0-1 0 0 0,0 0 0 0 0,1 0 0 0 0,-1-1 1 0 0,1 1-1 0 0,-1-1 0 0 0,0 0 0 0 0,1 1 0 0 0,-1-1 0 0 0,1-1 1 0 0,-1 1-1 0 0,7-2 0 0 0,5-2-144 0 0,0 0 0 0 0,0-1 0 0 0,0-1 1 0 0,25-13-1 0 0,0-4-6058 0 0,-14 6-801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42:49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811 149 10594 0 0,'-30'-12'1250'0'0,"-41"-24"-1"0"0,52 25-589 0 0,-1 1 0 0 0,1 1 0 0 0,-1 1 0 0 0,-1 0 0 0 0,-29-6 0 0 0,34 11-367 0 0,1 1 0 0 0,-1 1 0 0 0,1 0 0 0 0,-1 2 0 0 0,0-1 0 0 0,1 2 0 0 0,-1 0 0 0 0,1 1 0 0 0,0 0-1 0 0,0 1 1 0 0,-25 11 0 0 0,22-6-127 0 0,0 0-1 0 0,1 1 1 0 0,1 1-1 0 0,-1 1 1 0 0,2 0-1 0 0,0 1 1 0 0,0 1-1 0 0,-17 21 0 0 0,10-6-74 0 0,0 1 0 0 0,3 1 0 0 0,0 1-1 0 0,2 1 1 0 0,1 0 0 0 0,2 1 0 0 0,2 1-1 0 0,0 0 1 0 0,-9 58 0 0 0,15-49-134 0 0,1-1-1 0 0,3 1 1 0 0,5 82 0 0 0,5-54-60 0 0,26 109 0 0 0,-27-153 66 0 0,1-1 0 0 0,2 0 0 0 0,1 0 0 0 0,0-1 0 0 0,2-1-1 0 0,31 46 1 0 0,-31-54-16 0 0,1 0 0 0 0,0 0 0 0 0,2-2 0 0 0,0 1 0 0 0,0-2 1 0 0,1-1-1 0 0,1 0 0 0 0,0-1 0 0 0,32 16 0 0 0,-23-16-64 0 0,1-1 0 0 0,0-1 0 0 0,0-1 0 0 0,1-2 0 0 0,0-1 0 0 0,0-1 0 0 0,0-2 0 0 0,1 0 0 0 0,0-3 0 0 0,49-3 0 0 0,-57 0 168 0 0,1-1-1 0 0,-1-1 0 0 0,-1 0 0 0 0,1-2 0 0 0,-1-1 1 0 0,0 0-1 0 0,-1-1 0 0 0,0-2 0 0 0,0 0 0 0 0,-1-1 0 0 0,0-1 1 0 0,-1 0-1 0 0,-1-2 0 0 0,26-27 0 0 0,-22 17 164 0 0,-1-1-1 0 0,-1-2 1 0 0,-1 0-1 0 0,-1 0 1 0 0,-2-2-1 0 0,-1 0 1 0 0,-2 0 0 0 0,0-2-1 0 0,-2 1 1 0 0,7-44-1 0 0,-7 17-87 0 0,-3 1-1 0 0,-3-2 1 0 0,-2 1-1 0 0,-3 0 1 0 0,-7-59-1 0 0,5 91-61 0 0,-31-203 222 0 0,29 204-196 0 0,-2 1 1 0 0,0 0-1 0 0,-2 1 0 0 0,0 0 1 0 0,-2 0-1 0 0,0 1 0 0 0,-17-24 0 0 0,19 34-116 0 0,-1 1-1 0 0,0 0 0 0 0,-1 0 1 0 0,-1 1-1 0 0,1 1 0 0 0,-1 0 0 0 0,-1 0 1 0 0,0 1-1 0 0,-24-11 0 0 0,25 14-223 0 0,0 0 0 0 0,0 0 0 0 0,-1 2 0 0 0,0-1 0 0 0,1 2 0 0 0,-1 0-1 0 0,0 0 1 0 0,0 1 0 0 0,0 1 0 0 0,0 0 0 0 0,-20 3 0 0 0,-9 7-7740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7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3225 0 0,'-23'-11'9773'0'0,"23"12"-9633"0"0,-1 2 403 0 0,1 0-1 0 0,-1 1 0 0 0,1-1 1 0 0,-1 0-1 0 0,1 1 1 0 0,0-1-1 0 0,1 5 0 0 0,-1-2-998 0 0,5 254 2485 0 0,4 91-1899 0 0,-6-306-229 0 0,11 52-1 0 0,1-38-5367 0 0,-7-37-341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7.7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19 238 3225 0 0,'-1'-21'437'0'0,"-1"0"0"0"0,-5-26 0 0 0,-1-2 3925 0 0,8 45-3993 0 0,0 1 0 0 0,0-1-1 0 0,1 1 1 0 0,-1-1 0 0 0,1 1 0 0 0,0-1 0 0 0,0 1-1 0 0,1 0 1 0 0,-1 0 0 0 0,1-1 0 0 0,-1 1 0 0 0,1 0 0 0 0,2-2-1 0 0,-1 1-308 0 0,-1 0 0 0 0,1 0 1 0 0,0 0-1 0 0,0 1 0 0 0,0-1 0 0 0,1 1 0 0 0,-1 0 0 0 0,1 0 0 0 0,-1 0 0 0 0,1 1 0 0 0,0-1 0 0 0,0 1 0 0 0,1 0 0 0 0,-1 0 0 0 0,8-2 0 0 0,-10 4-42 0 0,1 0-1 0 0,0 0 1 0 0,-1 1 0 0 0,1-1 0 0 0,-1 1-1 0 0,0 0 1 0 0,1 0 0 0 0,-1 0 0 0 0,0 0-1 0 0,1 0 1 0 0,-1 0 0 0 0,0 1 0 0 0,0-1 0 0 0,0 1-1 0 0,0-1 1 0 0,0 1 0 0 0,0 0 0 0 0,-1 0-1 0 0,1 0 1 0 0,0 0 0 0 0,-1 0 0 0 0,0 0-1 0 0,1 0 1 0 0,-1 1 0 0 0,0-1 0 0 0,0 0-1 0 0,1 5 1 0 0,3 6 21 0 0,-1 1 0 0 0,-1-1 0 0 0,3 22 0 0 0,-3-20-36 0 0,-2-1 0 0 0,0 1 0 0 0,-1 0 0 0 0,-1 0 0 0 0,0 0 0 0 0,-5 22 0 0 0,4-27-91 0 0,-1-1 0 0 0,0 1 1 0 0,0-1-1 0 0,-1 0 0 0 0,0-1 1 0 0,-1 1-1 0 0,0-1 0 0 0,0 0 0 0 0,-1 0 1 0 0,-13 14-1 0 0,48-23-2232 0 0,-21 1 2409 0 0,0 0 0 0 0,0 0 0 0 0,-1 1 0 0 0,1 0 0 0 0,0 0 0 0 0,0 1 0 0 0,0 0 1 0 0,0 0-1 0 0,-1 1 0 0 0,8 3 0 0 0,6 5 581 0 0,-1 1 0 0 0,21 15 0 0 0,-20-12-901 0 0,31 16 0 0 0,-43-28-3358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8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0 124 6449 0 0,'12'-11'1947'0'0,"1"0"-1"0"0,-1 0 0 0 0,23-12 1 0 0,-22 15-1845 0 0,1 1 0 0 0,0 0 0 0 0,1 1 0 0 0,0 1 0 0 0,0 1 0 0 0,0 0 0 0 0,16-2 0 0 0,-19 4-915 0 0,1-1-1 0 0,0 0 1 0 0,11-5-1 0 0,-11 3-3565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8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0,'23'11'2515'0'0,"-2"1"-1514"0"0,-1 0 1 0 0,-1 2-1 0 0,0 0 1 0 0,-1 1-1 0 0,-1 1 1 0 0,0 1-1 0 0,20 26 1 0 0,-2-4-12 0 0,-30-33-812 0 0,0 0 1 0 0,-1 0-1 0 0,1 0 1 0 0,-2 1-1 0 0,1-1 1 0 0,-1 1-1 0 0,0 0 1 0 0,0 0-1 0 0,-1 0 1 0 0,0 1-1 0 0,0-1 0 0 0,-1 1 1 0 0,0-1-1 0 0,1 15 1 0 0,-3-10-114 0 0,1 0 0 0 0,-1 0-1 0 0,-1-1 1 0 0,0 1 0 0 0,-1 0 0 0 0,0-1 0 0 0,-1 1 0 0 0,-9 20 0 0 0,7-24-2622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9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 4609 0 0,'3'-2'421'0'0,"0"1"-1"0"0,0 0 1 0 0,0 0-1 0 0,0 0 1 0 0,0 0-1 0 0,1 1 1 0 0,-1-1-1 0 0,0 1 1 0 0,0 0-1 0 0,1 0 1 0 0,-1 0-1 0 0,0 0 1 0 0,5 1 0 0 0,52 9 1997 0 0,-44-5-1838 0 0,0 0 0 0 0,0 1-1 0 0,0 1 1 0 0,-1 0 0 0 0,26 17 0 0 0,63 57-693 0 0,-83-63-838 0 0,-20-17 682 0 0,0 0 0 0 0,1 0 0 0 0,-1 0 0 0 0,0 0 1 0 0,1 0-1 0 0,-1 0 0 0 0,1 0 0 0 0,-1-1 0 0 0,1 1 0 0 0,-1-1 0 0 0,1 1 0 0 0,-1-1 1 0 0,1 1-1 0 0,0-1 0 0 0,-1 0 0 0 0,1 0 0 0 0,3 0 0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39.3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47 6449 0 0,'29'-46'7678'0'0,"-48"103"-3895"0"0,-38 78-2056 0 0,-29 81-2044 0 0,84-193-2553 0 0,3-16 1791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0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49 112 6449 0 0,'-2'1'205'0'0,"-1"-1"0"0"0,0 1-1 0 0,0-1 1 0 0,1 0 0 0 0,-1 0-1 0 0,0 0 1 0 0,0 0 0 0 0,1 0-1 0 0,-1-1 1 0 0,0 1 0 0 0,0-1-1 0 0,1 0 1 0 0,-1 0 0 0 0,0 0-1 0 0,1 0 1 0 0,-4-2 0 0 0,8 0 20 0 0,0-1 1 0 0,-1 0-1 0 0,2 1 0 0 0,-1-1 1 0 0,0 1-1 0 0,1-1 1 0 0,-1 1-1 0 0,1 0 0 0 0,3-3 1 0 0,1 0 130 0 0,-2 0-171 0 0,1 0 0 0 0,0 0 0 0 0,0 1 0 0 0,0-1 0 0 0,1 2 0 0 0,-1-1 1 0 0,1 1-1 0 0,1 0 0 0 0,-1 0 0 0 0,0 1 0 0 0,10-3 0 0 0,-14 5-197 0 0,-1 1 0 0 0,1-1 0 0 0,-1 1 0 0 0,1-1 0 0 0,-1 1 0 0 0,1 0 0 0 0,-1 0-1 0 0,1 0 1 0 0,0 0 0 0 0,-1 1 0 0 0,1-1 0 0 0,-1 1 0 0 0,1 0 0 0 0,-1-1 0 0 0,1 1 0 0 0,-1 0 0 0 0,0 0-1 0 0,0 1 1 0 0,1-1 0 0 0,-1 0 0 0 0,0 1 0 0 0,0-1 0 0 0,0 1 0 0 0,0 0 0 0 0,0 0 0 0 0,-1 0 0 0 0,1 0-1 0 0,-1 0 1 0 0,1 0 0 0 0,-1 0 0 0 0,1 0 0 0 0,-1 1 0 0 0,0-1 0 0 0,0 0 0 0 0,0 1 0 0 0,-1-1 0 0 0,1 1-1 0 0,0 3 1 0 0,2 10-31 0 0,-1 1 0 0 0,-1-1 1 0 0,0 1-1 0 0,-1-1 0 0 0,-1 1 0 0 0,0 0 0 0 0,-1-1 0 0 0,-8 30 0 0 0,5-25-151 0 0,1-1-1 0 0,1 1 1 0 0,1 0 0 0 0,2 33 0 0 0,0-54 190 0 0,0 1 0 0 0,0-1 0 0 0,0 0 1 0 0,0 1-1 0 0,1-1 0 0 0,-1 0 0 0 0,0 1 0 0 0,0-1 1 0 0,1 0-1 0 0,-1 1 0 0 0,0-1 0 0 0,0 0 0 0 0,1 1 1 0 0,-1-1-1 0 0,0 0 0 0 0,1 0 0 0 0,-1 1 0 0 0,1-1 1 0 0,-1 0-1 0 0,0 0 0 0 0,1 0 0 0 0,-1 0 0 0 0,0 1 1 0 0,1-1-1 0 0,-1 0 0 0 0,1 0 0 0 0,-1 0 0 0 0,1 0 1 0 0,-1 0-1 0 0,0 0 0 0 0,1 0 0 0 0,-1 0 1 0 0,1 0-1 0 0,-1 0 0 0 0,0 0 0 0 0,1-1 0 0 0,-1 1 1 0 0,1 0-1 0 0,-1 0 0 0 0,0 0 0 0 0,1 0 0 0 0,-1-1 1 0 0,0 1-1 0 0,1 0 0 0 0,-1 0 0 0 0,0-1 0 0 0,1 1 1 0 0,-1 0-1 0 0,0-1 0 0 0,1 1 0 0 0,-1-1 0 0 0,27-17-172 0 0,-21 13 124 0 0,5-2 229 0 0,0 0-1 0 0,0 2 0 0 0,1-1 0 0 0,15-4 1 0 0,-22 8-135 0 0,0 1 1 0 0,0-1-1 0 0,0 1 1 0 0,1 0-1 0 0,-1 1 1 0 0,1-1-1 0 0,-1 1 1 0 0,0 0-1 0 0,1 1 1 0 0,-1-1-1 0 0,1 1 0 0 0,6 2 1 0 0,-10-3 22 0 0,0 1 0 0 0,0 0 0 0 0,-1 1 0 0 0,1-1 1 0 0,0 0-1 0 0,-1 0 0 0 0,1 1 0 0 0,-1-1 0 0 0,0 1 0 0 0,1-1 0 0 0,-1 1 0 0 0,0 0 1 0 0,0-1-1 0 0,0 1 0 0 0,0 0 0 0 0,0 0 0 0 0,-1-1 0 0 0,1 1 0 0 0,0 0 0 0 0,-1 0 1 0 0,1 0-1 0 0,-1 0 0 0 0,0 0 0 0 0,0 0 0 0 0,0 0 0 0 0,0 0 0 0 0,0 0 1 0 0,0 0-1 0 0,0 0 0 0 0,-1 0 0 0 0,1 0 0 0 0,-2 3 0 0 0,-1 8 471 0 0,-1 1-1 0 0,0-1 1 0 0,-9 17-1 0 0,11-25-418 0 0,-14 26 19 0 0,-1-2 0 0 0,-2 0 0 0 0,0 0 0 0 0,-42 44 0 0 0,50-62-1825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4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545 108 3225 0 0,'0'0'104'0'0,"-1"0"1"0"0,1 0 0 0 0,-1 0 0 0 0,0 0-1 0 0,1 0 1 0 0,-1 0 0 0 0,1 0-1 0 0,-1 0 1 0 0,0-1 0 0 0,1 1 0 0 0,-1 0-1 0 0,1 0 1 0 0,-1 0 0 0 0,1-1-1 0 0,-1 1 1 0 0,1 0 0 0 0,-1-1 0 0 0,1 1-1 0 0,-1-1 1 0 0,1 1 0 0 0,-1-1-1 0 0,1 1 1 0 0,0 0 0 0 0,-1-2 0 0 0,-18-20 1130 0 0,-5-3-126 0 0,13 18-479 0 0,0 2 0 0 0,-1 0 0 0 0,1 0-1 0 0,-1 1 1 0 0,0 0 0 0 0,-1 1 0 0 0,-14-2 0 0 0,-8-2 530 0 0,26 4-1043 0 0,0 1 1 0 0,-1 1-1 0 0,1 0 1 0 0,0 0-1 0 0,0 1 1 0 0,0 0-1 0 0,-1 0 1 0 0,1 1-1 0 0,0 1 1 0 0,0-1-1 0 0,-15 6 1 0 0,11-2-144 0 0,0 1 0 0 0,0 1 0 0 0,1 0 1 0 0,0 0-1 0 0,1 2 0 0 0,-21 17 0 0 0,15-11 56 0 0,2-1 0 0 0,-15 19 0 0 0,25-26 52 0 0,0-1 0 0 0,1 1 0 0 0,0 1 0 0 0,0-1 0 0 0,0 0 0 0 0,1 1 0 0 0,1 0 0 0 0,-4 12 1 0 0,0 18-37 0 0,2 0 0 0 0,1 0 0 0 0,2 1 0 0 0,1-1 0 0 0,3 0 0 0 0,0 1 0 0 0,12 45 0 0 0,-8-56-54 0 0,16 40 0 0 0,3 14 206 0 0,-23-70-104 0 0,1 0 0 0 0,0 0 0 0 0,0 0 0 0 0,1 0 0 0 0,1-1 0 0 0,0 0 0 0 0,0 0 0 0 0,1 0-1 0 0,0-1 1 0 0,1 0 0 0 0,15 15 0 0 0,22 26 113 0 0,-31-34-22 0 0,0-1 1 0 0,19 16-1 0 0,-27-27-153 0 0,0-1 0 0 0,1 1 0 0 0,-1-1 0 0 0,1 0 0 0 0,0 0 0 0 0,0-1 0 0 0,1 0 0 0 0,-1 0 0 0 0,13 2 0 0 0,10 2-46 0 0,1-1 0 0 0,0-1-1 0 0,1-2 1 0 0,-1-1 0 0 0,1-1 0 0 0,0-2 0 0 0,-1-2-1 0 0,37-6 1 0 0,-51 6-10 0 0,1-1 0 0 0,-1-1 0 0 0,-1 0 0 0 0,1-1 0 0 0,-1-1 0 0 0,0-1 0 0 0,0 0 0 0 0,-1-1 0 0 0,19-14 0 0 0,49-36 4 0 0,-57 42 9 0 0,-1 0 0 0 0,0-2 0 0 0,35-36 0 0 0,-53 45 11 0 0,-1-1 0 0 0,0 0 0 0 0,0 0 0 0 0,-1-1 0 0 0,-1 1 0 0 0,0-1 0 0 0,0 0 0 0 0,2-18 0 0 0,3-8 11 0 0,2 3-33 0 0,-2 1 1 0 0,-2-1 0 0 0,-1-1-1 0 0,1-50 1 0 0,-7 79 46 0 0,-2 0 1 0 0,1 0-1 0 0,-1-1 0 0 0,0 1 0 0 0,-1 0 1 0 0,0 1-1 0 0,0-1 0 0 0,-5-9 1 0 0,-7-14 42 0 0,10 19-20 0 0,1 0-1 0 0,-2 1 1 0 0,1 0-1 0 0,-2 0 1 0 0,1 0 0 0 0,-1 1-1 0 0,-1 0 1 0 0,1 0-1 0 0,-2 1 1 0 0,1 0 0 0 0,-1 0-1 0 0,-19-12 1 0 0,16 13 0 0 0,-1 1 0 0 0,1 0 1 0 0,-1 1-1 0 0,0 1 0 0 0,0 0 0 0 0,-1 0 1 0 0,1 2-1 0 0,-1 0 0 0 0,0 0 0 0 0,-22 1 1 0 0,-267 11-4584 0 0,271-7-1162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5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659 24 456 0 0,'-1'-1'123'0'0,"1"0"0"0"0,-1 0 0 0 0,1 0 0 0 0,-1 0 0 0 0,0 0 0 0 0,0 0 0 0 0,0 0 0 0 0,0 0 0 0 0,1 0 0 0 0,-1 1 0 0 0,0-1 0 0 0,-1 0 0 0 0,1 0 0 0 0,0 1 0 0 0,0-1 0 0 0,0 1 0 0 0,0-1 0 0 0,0 1 0 0 0,-1-1 0 0 0,1 1 0 0 0,0 0 0 0 0,0 0 0 0 0,-1 0 0 0 0,1-1 0 0 0,-2 1 0 0 0,-37-4 2295 0 0,38 4-2289 0 0,-1 0 25 0 0,-96-2 3225 0 0,87 3-3241 0 0,0 1 0 0 0,0 0-1 0 0,0 0 1 0 0,0 1 0 0 0,1 1 0 0 0,-14 5-1 0 0,-12 10 512 0 0,0 1 1 0 0,1 2-1 0 0,1 1 0 0 0,-55 48 0 0 0,37-16-513 0 0,-7 6 3 0 0,56-58-73 0 0,1 0 0 0 0,0 0 0 0 0,-1 0 0 0 0,1 1 0 0 0,0-1 0 0 0,1 1 0 0 0,-1 0 0 0 0,1 0 0 0 0,-1 0-1 0 0,1 0 1 0 0,0 0 0 0 0,1 0 0 0 0,-1 0 0 0 0,1 1 0 0 0,0-1 0 0 0,0 1 0 0 0,0-1 0 0 0,0 1 0 0 0,1-1 0 0 0,0 1 0 0 0,0-1 0 0 0,0 1 0 0 0,0-1 0 0 0,1 1 0 0 0,0 0-1 0 0,2 6 1 0 0,4 19 22 0 0,1-1 0 0 0,1 1-1 0 0,23 47 1 0 0,-22-58-100 0 0,1-1-1 0 0,0-1 1 0 0,1 0 0 0 0,1 0 0 0 0,0-1 0 0 0,24 20 0 0 0,-13-13-7 0 0,-5-5 34 0 0,0 0-1 0 0,1-1 0 0 0,1-2 0 0 0,0 0 0 0 0,36 19 0 0 0,9-3 54 0 0,5 3-72 0 0,2-3 0 0 0,81 23-1 0 0,-131-48-101 0 0,0-1-1 0 0,0-2 1 0 0,1 0-1 0 0,0-1 1 0 0,-1-1-1 0 0,1-1 1 0 0,0-2-1 0 0,-1 0 1 0 0,1-1-1 0 0,31-10 1 0 0,-43 10 137 0 0,1-1 0 0 0,-1-1 0 0 0,0 0 0 0 0,-1-1 0 0 0,1 0 0 0 0,-1-1 0 0 0,-1 0 0 0 0,1-1 0 0 0,-1 0 0 0 0,0 0 0 0 0,-1-1 0 0 0,0-1 0 0 0,0 1 0 0 0,-1-1 0 0 0,0-1 0 0 0,-1 0 0 0 0,0 0 0 0 0,-1 0 0 0 0,0-1 0 0 0,5-16 0 0 0,-8 16-33 0 0,0 1 1 0 0,-1 0-1 0 0,-1-1 0 0 0,0 1 0 0 0,0-1 1 0 0,-1 1-1 0 0,0-1 0 0 0,-1 1 0 0 0,-5-21 1 0 0,-4-12-24 0 0,-19-49 0 0 0,15 50-75 0 0,9 26 120 0 0,-2 0-1 0 0,0 0 0 0 0,0 1 1 0 0,-2 0-1 0 0,0 1 1 0 0,-1 0-1 0 0,0 0 0 0 0,-2 1 1 0 0,1 0-1 0 0,-2 1 1 0 0,0 0-1 0 0,0 1 0 0 0,-1 1 1 0 0,-18-12-1 0 0,14 10 367 0 0,0 1 0 0 0,0 0 0 0 0,-1 1 0 0 0,-1 2 0 0 0,0 0 0 0 0,-39-12 0 0 0,36 13-323 0 0,1-1 1 0 0,0 0-1 0 0,0-2 0 0 0,-23-15 0 0 0,8 5-779 0 0,32 18 559 0 0,2 1-230 0 0,0 0 1 0 0,0 0-1 0 0,-1 0 1 0 0,1 1-1 0 0,-1-1 1 0 0,1 1-1 0 0,-1 0 0 0 0,0 0 1 0 0,1 1-1 0 0,-1-1 1 0 0,-6 0-1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46.9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746 16 2761 0 0,'-3'-2'352'0'0,"0"0"0"0"0,0 1 0 0 0,0-1 0 0 0,0 1 0 0 0,0-1 0 0 0,0 1 0 0 0,0 0 0 0 0,0 0 0 0 0,0 0 0 0 0,-1 0 0 0 0,1 1 0 0 0,0-1 0 0 0,-1 1 0 0 0,1 0 0 0 0,0 0 0 0 0,-5 1 0 0 0,-57 8 3189 0 0,56-7-3080 0 0,-54 7 801 0 0,50-9-1198 0 0,1 1 0 0 0,-1 1 0 0 0,0 0 1 0 0,1 1-1 0 0,0 0 0 0 0,-1 1 1 0 0,1 1-1 0 0,-16 7 0 0 0,-88 70 1922 0 0,45-28-1739 0 0,51-40-160 0 0,0 2 1 0 0,2 0-1 0 0,0 1 1 0 0,1 1 0 0 0,0 1-1 0 0,2 0 1 0 0,0 1-1 0 0,2 1 1 0 0,0 0 0 0 0,-11 26-1 0 0,15-29-32 0 0,2 1 0 0 0,0 0 1 0 0,1 0-1 0 0,1 1 0 0 0,1 0 0 0 0,1 0 0 0 0,1 0 0 0 0,0 0 0 0 0,2 1 1 0 0,0-1-1 0 0,1 0 0 0 0,7 38 0 0 0,-4-46-67 0 0,1-1-1 0 0,0 1 1 0 0,0-1-1 0 0,1 1 1 0 0,12 16 0 0 0,4 9-10 0 0,-14-21 11 0 0,1 0 1 0 0,0 0-1 0 0,2-1 0 0 0,-1 0 1 0 0,2 0-1 0 0,0-2 0 0 0,1 1 1 0 0,0-2-1 0 0,1 1 0 0 0,0-2 1 0 0,25 15-1 0 0,-18-15 14 0 0,0 0 0 0 0,1-2 0 0 0,1-1 0 0 0,0-1-1 0 0,0 0 1 0 0,0-2 0 0 0,1-1 0 0 0,-1-1 0 0 0,1-1 0 0 0,27 0 0 0 0,-6-4 3 0 0,0-1 1 0 0,0-3-1 0 0,0-1 1 0 0,62-19-1 0 0,-62 13 68 0 0,0-3 0 0 0,-1-1 0 0 0,0-2 1 0 0,40-26-1 0 0,-72 37-107 0 0,-1-1 0 0 0,0-1 0 0 0,0 0 1 0 0,-1 0-1 0 0,-1-1 0 0 0,0 0 0 0 0,0-1 1 0 0,-1 0-1 0 0,0 0 0 0 0,-1-1 0 0 0,6-15 0 0 0,-3 4 41 0 0,-1 1 0 0 0,-1-1 0 0 0,-1 0-1 0 0,-2 0 1 0 0,5-42 0 0 0,-9 44 46 0 0,-1 0-1 0 0,-1 0 1 0 0,0 0 0 0 0,-2 1-1 0 0,-1-1 1 0 0,-1 1 0 0 0,-13-40-1 0 0,4 20-5 0 0,9 20 5 0 0,-1 1 1 0 0,-2 0-1 0 0,0 0 0 0 0,-1 1 1 0 0,0 0-1 0 0,-2 0 1 0 0,-18-23-1 0 0,12 20-46 0 0,1 3 28 0 0,0 0 1 0 0,-1 1-1 0 0,-30-25 1 0 0,41 38-35 0 0,-1 1-1 0 0,1 0 1 0 0,-1 0 0 0 0,0 1 0 0 0,0 0 0 0 0,0 0-1 0 0,-1 0 1 0 0,1 1 0 0 0,0 0 0 0 0,-1 0 0 0 0,0 1-1 0 0,1 0 1 0 0,-1 1 0 0 0,0-1 0 0 0,-14 3-1 0 0,0 1-455 0 0,0 2-1 0 0,0 1 1 0 0,-23 9-1 0 0,-31 8-6126 0 0,56-18 1822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0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0 171 6913 0 0,'14'-23'348'0'0,"0"1"-1"0"0,1 0 1 0 0,2 1-1 0 0,0 0 1 0 0,30-27-1 0 0,-46 47-284 0 0,0 0-1 0 0,0 0 1 0 0,0 0 0 0 0,0 0 0 0 0,0 0-1 0 0,0 0 1 0 0,0 0 0 0 0,0 0 0 0 0,0 1-1 0 0,0-1 1 0 0,1 0 0 0 0,-1 1 0 0 0,0-1-1 0 0,0 1 1 0 0,1-1 0 0 0,-1 1 0 0 0,0 0-1 0 0,1 0 1 0 0,-1-1 0 0 0,1 1 0 0 0,-1 0-1 0 0,0 0 1 0 0,1 0 0 0 0,-1 0 0 0 0,2 1-1 0 0,-1 0 33 0 0,-1 0 0 0 0,0 1-1 0 0,0-1 1 0 0,1 0-1 0 0,-1 1 1 0 0,0-1 0 0 0,-1 1-1 0 0,1-1 1 0 0,0 1-1 0 0,0 0 1 0 0,-1-1 0 0 0,1 1-1 0 0,0 0 1 0 0,-1-1-1 0 0,0 1 1 0 0,1 0 0 0 0,-1 0-1 0 0,0-1 1 0 0,0 4-1 0 0,2 45 1010 0 0,-2-36-976 0 0,1 1 1 0 0,0-1-1 0 0,0 0 1 0 0,8 27-1 0 0,-8-40-103 0 0,0 1 0 0 0,0-1 0 0 0,0 0-1 0 0,0 0 1 0 0,0 1 0 0 0,0-1 0 0 0,0 0 0 0 0,0 0-1 0 0,1 0 1 0 0,-1 0 0 0 0,0 0 0 0 0,1 0 0 0 0,-1 0 0 0 0,1-1-1 0 0,-1 1 1 0 0,1-1 0 0 0,-1 1 0 0 0,1-1 0 0 0,0 1 0 0 0,-1-1-1 0 0,1 0 1 0 0,0 0 0 0 0,-1 1 0 0 0,1-1 0 0 0,-1 0 0 0 0,1-1-1 0 0,3 1 1 0 0,52-10 717 0 0,-47 8-451 0 0,-1 0-204 0 0,1 0-1 0 0,-1 1 1 0 0,0 0-1 0 0,0 1 1 0 0,1 0-1 0 0,-1 0 1 0 0,0 1-1 0 0,1 0 0 0 0,-1 1 1 0 0,15 4-1 0 0,-20-4-52 0 0,1-1 0 0 0,-1 1 1 0 0,-1 1-1 0 0,1-1 0 0 0,0 1 0 0 0,0-1 0 0 0,-1 1 0 0 0,1 0 0 0 0,-1 0 0 0 0,0 0 0 0 0,0 1 0 0 0,0-1 0 0 0,-1 1 1 0 0,1 0-1 0 0,-1 0 0 0 0,0 0 0 0 0,0 0 0 0 0,0 0 0 0 0,0 0 0 0 0,-1 0 0 0 0,0 1 0 0 0,0-1 0 0 0,0 1 0 0 0,0 4 0 0 0,0 6 148 0 0,0 0-1 0 0,-1-1 0 0 0,-1 1 0 0 0,-1 0 0 0 0,0-1 1 0 0,0 1-1 0 0,-2-1 0 0 0,0 0 0 0 0,-11 26 0 0 0,6-18 0 0 0,-2-1-1 0 0,0-1 0 0 0,-2 1 1 0 0,0-2-1 0 0,-23 26 0 0 0,23-30-1817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1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 4145 0 0,'-2'0'181'0'0,"0"-1"0"0"0,0 1 1 0 0,0-1-1 0 0,0 1 0 0 0,0 0 0 0 0,0 0 0 0 0,0 0 1 0 0,1 0-1 0 0,-1 0 0 0 0,0 0 0 0 0,0 1 1 0 0,0-1-1 0 0,0 0 0 0 0,0 1 0 0 0,0 0 0 0 0,1-1 1 0 0,-1 1-1 0 0,0 0 0 0 0,1 0 0 0 0,-1 0 1 0 0,0 0-1 0 0,1 0 0 0 0,-1 0 0 0 0,1 1 0 0 0,-1-1 1 0 0,1 0-1 0 0,-1 3 0 0 0,-6 3 1096 0 0,0 1 0 0 0,1 0 0 0 0,-9 13 0 0 0,16-21-1255 0 0,0 0 1 0 0,0 0-1 0 0,0 0 0 0 0,0 0 1 0 0,-1 0-1 0 0,1 1 0 0 0,0-1 1 0 0,0 0-1 0 0,0 0 0 0 0,0 0 1 0 0,0 0-1 0 0,0 0 0 0 0,0 0 1 0 0,0 0-1 0 0,0 0 0 0 0,0 1 1 0 0,0-1-1 0 0,-1 0 0 0 0,1 0 1 0 0,0 0-1 0 0,0 0 0 0 0,0 0 1 0 0,0 0-1 0 0,0 0 1 0 0,0 1-1 0 0,0-1 0 0 0,0 0 1 0 0,0 0-1 0 0,0 0 0 0 0,0 0 1 0 0,0 0-1 0 0,0 1 0 0 0,0-1 1 0 0,0 0-1 0 0,1 0 0 0 0,-1 0 1 0 0,0 0-1 0 0,0 0 0 0 0,0 0 1 0 0,0 0-1 0 0,0 1 0 0 0,0-1 1 0 0,0 0-1 0 0,0 0 0 0 0,0 0 1 0 0,0 0-1 0 0,0 0 0 0 0,1 0 1 0 0,-1 0-1 0 0,0 0 0 0 0,0 0 1 0 0,0 0-1 0 0,0 0 0 0 0,0 1 1 0 0,0-1-1 0 0,0 0 0 0 0,1 0 1 0 0,-1 0-1 0 0,0 0 0 0 0,12-3 732 0 0,12-6 109 0 0,-11 3-666 0 0,-1 1-1 0 0,2 0 1 0 0,-1 1 0 0 0,0 0 0 0 0,1 1 0 0 0,0 1-1 0 0,0 0 1 0 0,20 1 0 0 0,-30 1-161 0 0,1 0 0 0 0,-1 0 1 0 0,0 0-1 0 0,0 1 0 0 0,0 0 0 0 0,1 0 0 0 0,-1 0 0 0 0,0 0 1 0 0,0 1-1 0 0,0 0 0 0 0,0-1 0 0 0,-1 1 0 0 0,1 1 0 0 0,0-1 1 0 0,-1 0-1 0 0,0 1 0 0 0,1 0 0 0 0,-1 0 0 0 0,0 0 0 0 0,-1 0 1 0 0,1 0-1 0 0,0 1 0 0 0,-1-1 0 0 0,0 1 0 0 0,0 0 0 0 0,0 0 1 0 0,0-1-1 0 0,0 1 0 0 0,-1 1 0 0 0,0-1 0 0 0,2 7 0 0 0,-1 13 236 0 0,0 1 1 0 0,-2-1-1 0 0,-1 0 0 0 0,0 1 0 0 0,-10 45 0 0 0,5-34-89 0 0,-2 59-1 0 0,8-86-377 0 0,-1 16 166 0 0,2-1 0 0 0,1 1 0 0 0,5 28 0 0 0,-5-44-1062 0 0,1 1 0 0 0,0-1 1 0 0,7 14-1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1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20 159 5985 0 0,'-1'1'103'0'0,"0"-1"0"0"0,1 0 1 0 0,-1 0-1 0 0,0 0 0 0 0,1 0 0 0 0,-1 0 0 0 0,0 0 0 0 0,0 0 0 0 0,1 0 0 0 0,-1 0 0 0 0,0 0 1 0 0,1-1-1 0 0,-1 1 0 0 0,0 0 0 0 0,1 0 0 0 0,-1-1 0 0 0,1 1 0 0 0,-1 0 0 0 0,0-1 0 0 0,1 1 1 0 0,-1 0-1 0 0,1-1 0 0 0,-1 1 0 0 0,1-1 0 0 0,-1 1 0 0 0,1-1 0 0 0,-1 1 0 0 0,1-1 0 0 0,0 1 0 0 0,-1-2 1 0 0,1 1 82 0 0,0 0 1 0 0,0-1-1 0 0,0 1 1 0 0,1 0-1 0 0,-1 0 1 0 0,0 0-1 0 0,1-1 1 0 0,-1 1-1 0 0,1 0 1 0 0,-1 0-1 0 0,1 0 1 0 0,0 0 0 0 0,-1 0-1 0 0,1 0 1 0 0,1-1-1 0 0,34-32 3149 0 0,-19 23-2771 0 0,1 1 0 0 0,0 1 0 0 0,0 1 0 0 0,38-12 1 0 0,35-5-3901 0 0,-59 17 6 0 0,-10 2-1701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83 8290 0 0,'101'-20'6524'0'0,"6"-8"-5028"0"0,-49 13-2144 0 0,0-1-4422 0 0,-43 12 503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1 7370 0 0,'-6'6'522'0'0,"0"1"1"0"0,0 1 0 0 0,1-1 0 0 0,0 1-1 0 0,0 0 1 0 0,1 0 0 0 0,0 0 0 0 0,0 1-1 0 0,1 0 1 0 0,0-1 0 0 0,1 1-1 0 0,0 0 1 0 0,-1 10 0 0 0,1-9-65 0 0,1 1 0 0 0,0-1 0 0 0,0 1 0 0 0,2-1 0 0 0,-1 0-1 0 0,1 1 1 0 0,1-1 0 0 0,0 0 0 0 0,0 0 0 0 0,1 0 0 0 0,6 16 0 0 0,-5-20-262 0 0,0 0 0 0 0,1 0 0 0 0,-1-1 0 0 0,1 1 0 0 0,1-1 0 0 0,-1 0 0 0 0,1 0 0 0 0,0-1 0 0 0,11 8 0 0 0,-9-7-106 0 0,0 0 1 0 0,0 1 0 0 0,-1 0 0 0 0,9 10 0 0 0,-14-13-85 0 0,0-1 1 0 0,0 1-1 0 0,0 0 0 0 0,0 0 1 0 0,-1 1-1 0 0,1-1 0 0 0,-1 0 1 0 0,0 0-1 0 0,0 1 0 0 0,0-1 1 0 0,0 1-1 0 0,-1-1 0 0 0,1 1 1 0 0,-1-1-1 0 0,0 7 0 0 0,-2 10-253 0 0,-1 0-1 0 0,-1 0 1 0 0,-1-1 0 0 0,-7 21-1 0 0,-3 9-3793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2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42 195 2761 0 0,'-26'4'1525'0'0,"10"5"4543"0"0,30-15-1631 0 0,16-5-3057 0 0,-12 5-454 0 0,26-8 586 0 0,0 1-1 0 0,88-12 1 0 0,96 6-784 0 0,-42 4-355 0 0,-67 0-1 0 0,181-48 0 0 0,-280 58-384 0 0,0 0 0 0 0,1 1 0 0 0,-1 1 0 0 0,1 1 0 0 0,0 1 0 0 0,-1 0 0 0 0,1 2 0 0 0,38 6 0 0 0,-9 13-2842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3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1 456 0 0,'-2'0'444'0'0,"0"-1"0"0"0,0 1 0 0 0,-1 0 1 0 0,1 0-1 0 0,0 0 0 0 0,0 1 0 0 0,0-1 0 0 0,0 0 0 0 0,-1 1 0 0 0,1 0 0 0 0,0-1 0 0 0,0 1 1 0 0,0 0-1 0 0,0 0 0 0 0,-3 2 0 0 0,2-1 273 0 0,0-1 0 0 0,1 1 0 0 0,-1 0 0 0 0,0-1 0 0 0,1 1 0 0 0,0 0 1 0 0,-1 1-1 0 0,1-1 0 0 0,0 0 0 0 0,-3 5 0 0 0,5-6-545 0 0,0 0 1 0 0,0 0-1 0 0,1 0 0 0 0,-1 0 1 0 0,0 0-1 0 0,0 1 0 0 0,1-1 0 0 0,-1 0 1 0 0,1 0-1 0 0,-1 0 0 0 0,1 0 1 0 0,-1 0-1 0 0,1 0 0 0 0,0-1 1 0 0,0 1-1 0 0,-1 0 0 0 0,1 0 1 0 0,0 0-1 0 0,0-1 0 0 0,0 1 1 0 0,0 0-1 0 0,0-1 0 0 0,0 1 0 0 0,2 0 1 0 0,26 16 677 0 0,-20-13-689 0 0,122 64 767 0 0,-118-60-916 0 0,-1 0 1 0 0,0 1-1 0 0,-1 0 1 0 0,0 1-1 0 0,0 0 1 0 0,-1 1-1 0 0,17 22 1 0 0,-25-30 12 0 0,-1-1 0 0 0,0 0 0 0 0,0 0 0 0 0,0 1 0 0 0,0-1 1 0 0,0 1-1 0 0,0-1 0 0 0,-1 1 0 0 0,1-1 0 0 0,-1 1 0 0 0,0-1 1 0 0,0 1-1 0 0,0-1 0 0 0,0 1 0 0 0,0-1 0 0 0,0 1 0 0 0,-1-1 1 0 0,0 4-1 0 0,0-2-9 0 0,-1 1 0 0 0,0-1 0 0 0,0 0 0 0 0,0 0 0 0 0,-1 0 0 0 0,0 0 0 0 0,1 0 0 0 0,-1 0 0 0 0,-5 3 0 0 0,-3 4-229 0 0,0-2-1 0 0,-2 1 0 0 0,1-1 1 0 0,-1-1-1 0 0,-14 7 1 0 0,13-9-856 0 0,1-1 0 0 0,-1-1-1 0 0,0 0 1 0 0,-28 4 0 0 0,39-7 771 0 0,-12 1-5490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3.9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81 6449 0 0,'-47'23'5153'0'0,"88"-55"-63"0"0,2-2-3330 0 0,-33 28-1476 0 0,0 1 0 0 0,0 0 0 0 0,0 0 0 0 0,0 1 0 0 0,1 0 0 0 0,11-2 0 0 0,-20 5-274 0 0,1 1 0 0 0,-1-1 0 0 0,0 1-1 0 0,1 0 1 0 0,-1-1 0 0 0,0 1-1 0 0,1 0 1 0 0,-1 1 0 0 0,1-1 0 0 0,-1 0-1 0 0,0 1 1 0 0,0-1 0 0 0,1 1-1 0 0,-1 0 1 0 0,0 0 0 0 0,0 0-1 0 0,0 0 1 0 0,0 0 0 0 0,0 0 0 0 0,0 1-1 0 0,0-1 1 0 0,0 1 0 0 0,0-1-1 0 0,0 1 1 0 0,-1 0 0 0 0,1-1-1 0 0,-1 1 1 0 0,1 0 0 0 0,-1 0 0 0 0,0 0-1 0 0,0 0 1 0 0,0 0 0 0 0,0 1-1 0 0,0-1 1 0 0,1 4 0 0 0,0 5-67 0 0,1 0 0 0 0,-2 0 0 0 0,1 0 0 0 0,-1 0 0 0 0,-1 0 0 0 0,0 0 0 0 0,-2 14 0 0 0,-19 80-782 0 0,2-7 412 0 0,19-97 424 0 0,0-1 0 0 0,1 1-1 0 0,-1-1 1 0 0,0 1 0 0 0,0 0 0 0 0,0-1 0 0 0,0 1-1 0 0,1-1 1 0 0,-1 1 0 0 0,0-1 0 0 0,1 1 0 0 0,-1-1-1 0 0,0 1 1 0 0,1-1 0 0 0,-1 1 0 0 0,0-1 0 0 0,1 0-1 0 0,-1 1 1 0 0,1-1 0 0 0,-1 1 0 0 0,1-1 0 0 0,-1 0-1 0 0,1 0 1 0 0,-1 1 0 0 0,1-1 0 0 0,0 0 0 0 0,-1 0-1 0 0,1 0 1 0 0,-1 1 0 0 0,1-1 0 0 0,-1 0 0 0 0,1 0-1 0 0,0 0 1 0 0,-1 0 0 0 0,1 0 0 0 0,-1 0-1 0 0,1 0 1 0 0,0 0 0 0 0,-1-1 0 0 0,1 1 0 0 0,-1 0-1 0 0,1 0 1 0 0,-1 0 0 0 0,2-1 0 0 0,37-9-223 0 0,-25 7 180 0 0,-5 1 48 0 0,0 1 0 0 0,0 1 0 0 0,0-1 0 0 0,0 2 1 0 0,0-1-1 0 0,0 1 0 0 0,0 1 0 0 0,0-1 0 0 0,17 7 0 0 0,-22-7 67 0 0,1 1-1 0 0,-1 0 0 0 0,0 0 1 0 0,0 0-1 0 0,0 1 0 0 0,0-1 1 0 0,0 1-1 0 0,0 0 0 0 0,-1 0 1 0 0,1 0-1 0 0,-1 1 0 0 0,0-1 1 0 0,0 1-1 0 0,0 0 0 0 0,-1 0 1 0 0,1 0-1 0 0,-1 0 0 0 0,0 0 1 0 0,0 0-1 0 0,2 9 0 0 0,-3-9 34 0 0,-1 0 1 0 0,0 0-1 0 0,0 0 0 0 0,0 0 0 0 0,-1 0 0 0 0,1 0 0 0 0,-1 0 1 0 0,0 0-1 0 0,0 0 0 0 0,0 0 0 0 0,-1 0 0 0 0,1-1 0 0 0,-1 1 0 0 0,0 0 1 0 0,0-1-1 0 0,0 1 0 0 0,-1-1 0 0 0,-4 5 0 0 0,-7 8 133 0 0,0 0 0 0 0,-22 17 1 0 0,22-20-215 0 0,-76 63-503 0 0,49-46-4336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4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12443 0 0,'0'0'3398'0'0,"-3"21"1229"0"0,3-3-4204 0 0,0-1-1 0 0,1 1 1 0 0,1-1-1 0 0,6 27 0 0 0,24 71-1032 0 0,-9-37 130 0 0,-3-10-765 0 0,-8-40-4458 0 0,-4-13-565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4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40 170 7370 0 0,'-27'-104'1869'0'0,"19"63"2485"0"0,3 16 900 0 0,9 41-5998 0 0,1 0 0 0 0,0-1 1 0 0,1 1-1 0 0,0-1 0 0 0,11 16 0 0 0,-4-8-805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6913 0 0,'9'-2'513'0'0,"0"0"0"0"0,-1 0 0 0 0,1 1 0 0 0,0 1 0 0 0,-1-1 0 0 0,1 2 0 0 0,0-1 0 0 0,0 1 0 0 0,15 4 0 0 0,-20-5-442 0 0,0 1 0 0 0,0 0 0 0 0,-1 0 0 0 0,1 0 0 0 0,0 1 0 0 0,0-1 1 0 0,-1 1-1 0 0,1 0 0 0 0,-1 0 0 0 0,1 0 0 0 0,-1 1 0 0 0,0-1 0 0 0,0 1 0 0 0,0 0 1 0 0,0 0-1 0 0,0 0 0 0 0,-1 0 0 0 0,1 0 0 0 0,-1 1 0 0 0,0-1 0 0 0,3 7 1 0 0,0 3 110 0 0,-2-1 1 0 0,1 1 0 0 0,-2 0-1 0 0,0 1 1 0 0,1 15 0 0 0,-2-17 102 0 0,-1-12-283 0 0,0 0 1 0 0,0 0 0 0 0,0 0 0 0 0,0 0 0 0 0,0 1 0 0 0,-1-1 0 0 0,1 0 0 0 0,0 0 0 0 0,0 0 0 0 0,0 1 0 0 0,0-1 0 0 0,0 0 0 0 0,0 0 0 0 0,0 1 0 0 0,0-1 0 0 0,0 0 0 0 0,0 0-1 0 0,0 0 1 0 0,1 1 0 0 0,-1-1 0 0 0,0 0 0 0 0,0 0 0 0 0,0 0 0 0 0,0 0 0 0 0,0 1 0 0 0,0-1 0 0 0,0 0 0 0 0,0 0 0 0 0,1 0 0 0 0,-1 0 0 0 0,0 1 0 0 0,0-1 0 0 0,0 0-1 0 0,0 0 1 0 0,0 0 0 0 0,1 0 0 0 0,-1 0 0 0 0,0 0 0 0 0,0 1 0 0 0,0-1 0 0 0,1 0 0 0 0,-1 0 0 0 0,0 0 0 0 0,0 0 0 0 0,0 0 0 0 0,1 0 0 0 0,-1 0 0 0 0,0 0 0 0 0,0 0 0 0 0,0 0-1 0 0,1 0 1 0 0,-1 0 0 0 0,0 0 0 0 0,1 0 0 0 0,8-14-628 0 0,7-21-723 0 0,-2-11 546 0 0,-12 38 858 0 0,-1 0 0 0 0,1 1-1 0 0,1-1 1 0 0,-1 0 0 0 0,1 1 0 0 0,1-1-1 0 0,-1 1 1 0 0,1 0 0 0 0,1 0 0 0 0,-1 0 0 0 0,1 1-1 0 0,7-8 1 0 0,-10 13 126 0 0,-1 0-1 0 0,0 1 0 0 0,1-1 1 0 0,-1 0-1 0 0,1 1 1 0 0,-1 0-1 0 0,1-1 1 0 0,-1 1-1 0 0,1 0 1 0 0,-1 0-1 0 0,1-1 0 0 0,0 1 1 0 0,-1 0-1 0 0,1 1 1 0 0,-1-1-1 0 0,1 0 1 0 0,-1 0-1 0 0,1 1 1 0 0,-1-1-1 0 0,1 1 0 0 0,-1-1 1 0 0,1 1-1 0 0,-1 0 1 0 0,0-1-1 0 0,1 1 1 0 0,-1 0-1 0 0,0 0 1 0 0,0 0-1 0 0,1 0 1 0 0,-1 0-1 0 0,0 0 0 0 0,0 1 1 0 0,0-1-1 0 0,1 2 1 0 0,3 3 117 0 0,1 1 0 0 0,-1 0 0 0 0,0 0 0 0 0,6 14 0 0 0,18 58-590 0 0,-14-32-2096 0 0,-7-24-4247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5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14283 0 0,'1'6'516'0'0,"0"0"0"0"0,0 0-1 0 0,1 0 1 0 0,0-1 0 0 0,5 11 0 0 0,2 9 809 0 0,42 176 1867 0 0,-17-60-3130 0 0,-33-138-112 0 0,1 7-307 0 0,0 0-1 0 0,1-1 0 0 0,0 1 0 0 0,1-1 1 0 0,0 1-1 0 0,0-1 0 0 0,1-1 1 0 0,12 18-1 0 0</inkml:trace>
  <inkml:trace contextRef="#ctx0" brushRef="#br0" timeOffset="1">67 109 7834 0 0,'0'-1'84'0'0,"-1"0"0"0"0,1 0 0 0 0,0 0 0 0 0,-1 0 0 0 0,1 0 0 0 0,0 0 0 0 0,0 0 0 0 0,0 1 0 0 0,-1-1 0 0 0,1 0 0 0 0,0 0 0 0 0,1 0 1 0 0,-1 0-1 0 0,0 0 0 0 0,0 0 0 0 0,0 0 0 0 0,0 0 0 0 0,1 0 0 0 0,-1 0 0 0 0,0 0 0 0 0,1 0 0 0 0,-1 1 0 0 0,1-1 0 0 0,-1 0 0 0 0,1 0 0 0 0,-1 0 0 0 0,1 1 1 0 0,0-1-1 0 0,-1 0 0 0 0,2 0 0 0 0,25-26 1885 0 0,-24 25-1921 0 0,-1-1 76 0 0,1 0 0 0 0,0 1-1 0 0,0 0 1 0 0,0-1 0 0 0,0 1 0 0 0,1 0-1 0 0,-1 1 1 0 0,0-1 0 0 0,1 0-1 0 0,-1 1 1 0 0,1 0 0 0 0,-1 0 0 0 0,1 0-1 0 0,0 0 1 0 0,0 1 0 0 0,-1 0-1 0 0,1-1 1 0 0,0 1 0 0 0,5 1 0 0 0,-5 0-33 0 0,-1 0 1 0 0,1 1 0 0 0,0-1 0 0 0,-1 1 0 0 0,0 0 0 0 0,1 0 0 0 0,-1 0 0 0 0,0 0-1 0 0,0 1 1 0 0,0-1 0 0 0,0 1 0 0 0,-1 0 0 0 0,1 0 0 0 0,-1 0 0 0 0,0 0-1 0 0,1 0 1 0 0,-1 1 0 0 0,-1-1 0 0 0,3 5 0 0 0,-1-2-5 0 0,-1 1-1 0 0,1 0 1 0 0,-1-1-1 0 0,-1 1 1 0 0,1 0-1 0 0,-1 0 1 0 0,-1 0 0 0 0,1 0-1 0 0,-1 0 1 0 0,0 0-1 0 0,-1 0 1 0 0,0 1 0 0 0,-2 11-1 0 0,0-9-556 0 0,0 0 1 0 0,0-1-1 0 0,-1 0 1 0 0,0 0-1 0 0,-8 13 0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5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10594 0 0,'4'3'308'0'0,"0"-1"0"0"0,0 1 0 0 0,0 0 0 0 0,-1 0 0 0 0,1 0 0 0 0,-1 0 1 0 0,0 1-1 0 0,0-1 0 0 0,0 1 0 0 0,0 0 0 0 0,-1 0 0 0 0,1 0 0 0 0,2 6 0 0 0,2 8 149 0 0,11 40 1 0 0,-14-43-423 0 0,0-1 1 0 0,1 1-1 0 0,11 21 0 0 0,-14-32-36 0 0,0 0-1 0 0,1 0 0 0 0,0 0 0 0 0,0 0 0 0 0,0-1 1 0 0,0 1-1 0 0,1-1 0 0 0,-1 0 0 0 0,1 0 0 0 0,0 0 1 0 0,0 0-1 0 0,0-1 0 0 0,0 1 0 0 0,0-1 0 0 0,0 0 1 0 0,1 0-1 0 0,6 1 0 0 0,-8-2-81 0 0,0-1 0 0 0,0 0 0 0 0,1 0 0 0 0,-1 0 0 0 0,0-1 1 0 0,1 1-1 0 0,-1-1 0 0 0,0 1 0 0 0,0-1 0 0 0,0 0 0 0 0,1 0 0 0 0,-1-1 0 0 0,0 1 0 0 0,0-1 0 0 0,-1 1 0 0 0,1-1 0 0 0,0 0 0 0 0,0 0 0 0 0,-1 0 1 0 0,0 0-1 0 0,1-1 0 0 0,-1 1 0 0 0,0-1 0 0 0,0 1 0 0 0,3-6 0 0 0,3-5-420 0 0,-1-1 1 0 0,0 0-1 0 0,-1 0 1 0 0,-1-1-1 0 0,6-21 1 0 0,-8 23 575 0 0,1-1 1 0 0,1 1-1 0 0,0 0 1 0 0,0 1-1 0 0,2-1 1 0 0,-1 1-1 0 0,9-11 1 0 0,-14 22 67 0 0,-1 1-1 0 0,0-1 1 0 0,0 1 0 0 0,1 0 0 0 0,-1-1 0 0 0,0 1 0 0 0,1-1 0 0 0,-1 1 0 0 0,0 0-1 0 0,1 0 1 0 0,-1-1 0 0 0,1 1 0 0 0,-1 0 0 0 0,0 0 0 0 0,1-1 0 0 0,-1 1-1 0 0,1 0 1 0 0,-1 0 0 0 0,1 0 0 0 0,-1 0 0 0 0,1 0 0 0 0,-1 0 0 0 0,0-1-1 0 0,1 1 1 0 0,-1 0 0 0 0,1 0 0 0 0,-1 1 0 0 0,1-1 0 0 0,-1 0 0 0 0,1 0 0 0 0,10 13 2934 0 0,3 31-290 0 0,-11-30-2771 0 0,4 6 59 0 0,1 0 1 0 0,1-1 0 0 0,1 0-1 0 0,15 22 1 0 0,-16-27-1266 0 0,1-2 1 0 0,0 1 0 0 0,19 15 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6.2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 8290 0 0,'5'-45'5121'0'0,"-4"45"-5015"0"0,-1 0 0 0 0,0 0 1 0 0,0 0-1 0 0,1 0 1 0 0,-1 0-1 0 0,0 0 1 0 0,1 0-1 0 0,-1 0 0 0 0,0 0 1 0 0,0 0-1 0 0,1 0 1 0 0,-1 0-1 0 0,14 17 3440 0 0,4 22-1414 0 0,24 78 0 0 0,-29-77-2037 0 0,1-1-1 0 0,22 42 1 0 0,18 8-906 0 0,-15-32-4135 0 0,-23-33 855 0 0,-9-14 3390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6.6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1 267 10594 0 0,'13'-11'812'0'0,"0"0"-1"0"0,1 2 1 0 0,1-1 0 0 0,18-7-1 0 0,9-7 398 0 0,44-34 1060 0 0,-39 25-2548 0 0,95-50 0 0 0,-115 72-6059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1-14T22:25:57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9 8290 0 0,'-1'-1'101'0'0,"0"0"0"0"0,1 1 0 0 0,-1-1 0 0 0,1 0 0 0 0,-1 1 0 0 0,0-1 0 0 0,1 1 0 0 0,-1-1 0 0 0,0 1 0 0 0,0 0 0 0 0,1-1 0 0 0,-1 1 0 0 0,0 0 0 0 0,0-1 0 0 0,0 1 0 0 0,1 0 0 0 0,-1 0 0 0 0,0 0 1 0 0,0 0-1 0 0,0 0 0 0 0,0 0 0 0 0,0 0 0 0 0,1 0 0 0 0,-1 0 0 0 0,0 0 0 0 0,0 0 0 0 0,0 0 0 0 0,-1 1 0 0 0,-26 4 578 0 0,19-2-466 0 0,0 1 0 0 0,0 1 1 0 0,1-1-1 0 0,-1 1 1 0 0,1 1-1 0 0,0 0 0 0 0,1 0 1 0 0,0 0-1 0 0,-9 11 0 0 0,6-6 341 0 0,0 0 0 0 0,1 1 0 0 0,1 1 0 0 0,0 0 0 0 0,-9 18 0 0 0,17-29-463 0 0,-1 0 0 0 0,0 0 0 0 0,1 0 0 0 0,-1 0 0 0 0,1 0 1 0 0,-1 0-1 0 0,1 0 0 0 0,0 0 0 0 0,0 0 0 0 0,0 0 0 0 0,0 0 1 0 0,0 1-1 0 0,1-1 0 0 0,-1 0 0 0 0,1 0 0 0 0,-1 0 0 0 0,1 0 0 0 0,0 0 1 0 0,0 0-1 0 0,0-1 0 0 0,0 1 0 0 0,0 0 0 0 0,0 0 0 0 0,0 0 0 0 0,1-1 1 0 0,1 3-1 0 0,5 4 118 0 0,0-1 0 0 0,1 0 0 0 0,0-1 0 0 0,11 7 0 0 0,11 8 494 0 0,-15-8-424 0 0,-1 1 0 0 0,0 1 0 0 0,17 22 0 0 0,-28-32-281 0 0,0-1 1 0 0,0 1 0 0 0,-1 0-1 0 0,0 1 1 0 0,0-1 0 0 0,-1 1-1 0 0,1-1 1 0 0,-1 1 0 0 0,0 0-1 0 0,-1 0 1 0 0,0 0 0 0 0,1 0-1 0 0,-2 0 1 0 0,1 0 0 0 0,-1 0-1 0 0,0 7 1 0 0,-10 10-1941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2.7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35 3681 0 0,'-28'-17'2648'0'0,"23"13"-1674"0"0,-1 0 0 0 0,0 1 0 0 0,0-1 0 0 0,-1 1 0 0 0,-9 5 3596 0 0,28 36-2642 0 0,6 10-1523 0 0,-2 1-1 0 0,-2 0 1 0 0,-3 2-1 0 0,-1-1 1 0 0,3 75-1 0 0,-8-38-281 0 0,0-3-1371 0 0,-4-29-5540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0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0 321 1376 0 0,'2'-18'662'0'0,"1"0"-1"0"0,1 0 1 0 0,0 0-1 0 0,1 0 0 0 0,1 1 1 0 0,12-24-1 0 0,-1 7 1864 0 0,44-64 0 0 0,-58 94-2291 0 0,0 1 1 0 0,0-1 0 0 0,0 0 0 0 0,0 1-1 0 0,1 0 1 0 0,0-1 0 0 0,-1 2 0 0 0,1-1-1 0 0,0 0 1 0 0,5-2 0 0 0,-8 5-171 0 0,1-1 0 0 0,-1 1 0 0 0,0-1 0 0 0,1 1 0 0 0,-1 0 0 0 0,0 0 0 0 0,1 0 0 0 0,-1 0 0 0 0,0 0 0 0 0,1 0 0 0 0,-1 0 0 0 0,0 0 0 0 0,0 1 0 0 0,1-1-1 0 0,-1 0 1 0 0,0 1 0 0 0,1-1 0 0 0,-1 1 0 0 0,0-1 0 0 0,0 1 0 0 0,0 0 0 0 0,0-1 0 0 0,0 1 0 0 0,0 0 0 0 0,0 0 0 0 0,0 0 0 0 0,0 0 0 0 0,0 0 0 0 0,0 0 0 0 0,0 0 0 0 0,0 0 0 0 0,-1 0 0 0 0,1 0 0 0 0,0 1 0 0 0,-1-1 0 0 0,1 0 0 0 0,-1 0 0 0 0,0 1 0 0 0,1 1 0 0 0,3 9 36 0 0,-1 0 1 0 0,-1-1-1 0 0,0 1 1 0 0,-1 0 0 0 0,0 0-1 0 0,-1 0 1 0 0,0 0-1 0 0,0 0 1 0 0,-2 0-1 0 0,-2 15 1 0 0,-6 18 11 0 0,-19 53 0 0 0,28-96-105 0 0,-22 56 419 0 0,16-43-124 0 0,1-1 0 0 0,0 2 0 0 0,1-1 0 0 0,1 0 0 0 0,-3 20 0 0 0,7-34-250 0 0,0 0-1 0 0,0 0 0 0 0,0 0 1 0 0,0 1-1 0 0,0-1 1 0 0,1 0-1 0 0,-1 0 0 0 0,0 0 1 0 0,1 0-1 0 0,-1 1 1 0 0,1-1-1 0 0,-1 0 0 0 0,1 0 1 0 0,-1 0-1 0 0,1 0 1 0 0,0 0-1 0 0,0 0 0 0 0,-1-1 1 0 0,1 1-1 0 0,0 0 1 0 0,0 0-1 0 0,0 0 0 0 0,0-1 1 0 0,0 1-1 0 0,0 0 0 0 0,0-1 1 0 0,0 1-1 0 0,0-1 1 0 0,0 1-1 0 0,0-1 0 0 0,1 0 1 0 0,-1 1-1 0 0,0-1 1 0 0,0 0-1 0 0,0 0 0 0 0,3 0 1 0 0,6 1 81 0 0,0-1 0 0 0,0 0 1 0 0,16-2-1 0 0,-10 0-55 0 0,-9 2-98 0 0,147-2-346 0 0,-122 3-1970 0 0,39 8 1 0 0,-45-3-4035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4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221 14 10138 0 0,'-8'-3'559'0'0,"1"0"1"0"0,-1 1-1 0 0,0 0 0 0 0,0 1 0 0 0,0 0 0 0 0,0 0 1 0 0,-15 1-1 0 0,18 0-434 0 0,0 1-1 0 0,0 0 1 0 0,1 1 0 0 0,-1-1-1 0 0,1 1 1 0 0,-1 0 0 0 0,1 0-1 0 0,0 1 1 0 0,0-1 0 0 0,0 1-1 0 0,0 0 1 0 0,0 0 0 0 0,0 0-1 0 0,-5 7 1 0 0,1 0-17 0 0,-1 1-1 0 0,1 0 0 0 0,1 0 1 0 0,0 1-1 0 0,-10 21 1 0 0,14-27-67 0 0,0 1 1 0 0,1-1 0 0 0,0 1-1 0 0,0-1 1 0 0,1 1 0 0 0,-1 0 0 0 0,1-1-1 0 0,1 1 1 0 0,-1 0 0 0 0,1 0-1 0 0,1 0 1 0 0,-1 0 0 0 0,3 8-1 0 0,-3-14-70 0 0,0 1 0 0 0,0-1 0 0 0,0 0 0 0 0,1 0-1 0 0,-1 0 1 0 0,1 1 0 0 0,-1-1 0 0 0,1 0-1 0 0,-1 0 1 0 0,1 0 0 0 0,-1 0 0 0 0,1 0-1 0 0,0 0 1 0 0,0 0 0 0 0,0 0 0 0 0,-1 0-1 0 0,1 0 1 0 0,0-1 0 0 0,0 1 0 0 0,0 0-1 0 0,0 0 1 0 0,0-1 0 0 0,1 1 0 0 0,-1-1 0 0 0,0 1-1 0 0,0-1 1 0 0,0 0 0 0 0,0 1 0 0 0,1-1-1 0 0,-1 0 1 0 0,0 0 0 0 0,0 0 0 0 0,0 1-1 0 0,1-1 1 0 0,-1-1 0 0 0,0 1 0 0 0,0 0-1 0 0,1 0 1 0 0,-1 0 0 0 0,0-1 0 0 0,0 1-1 0 0,0 0 1 0 0,0-1 0 0 0,1 1 0 0 0,-1-1 0 0 0,0 0-1 0 0,0 1 1 0 0,0-1 0 0 0,0 0 0 0 0,1-1-1 0 0,4-2-409 0 0,0-1 0 0 0,0 0 0 0 0,-1 0 0 0 0,0-1 0 0 0,0 0 0 0 0,8-11-1 0 0,7-23-581 0 0,-14 26 794 0 0,0 0-1 0 0,13-19 1 0 0,-18 31 327 0 0,1-1-1 0 0,0 1 1 0 0,0 0 0 0 0,0 0 0 0 0,0-1 0 0 0,0 1 0 0 0,0 0-1 0 0,0 1 1 0 0,1-1 0 0 0,-1 0 0 0 0,1 1 0 0 0,-1-1 0 0 0,1 1 0 0 0,0 0-1 0 0,0 0 1 0 0,-1 0 0 0 0,1 0 0 0 0,3 0 0 0 0,-4 1 34 0 0,0 0 0 0 0,0 0 0 0 0,0 1 0 0 0,0-1 0 0 0,0 1 0 0 0,0-1-1 0 0,-1 1 1 0 0,1 0 0 0 0,0-1 0 0 0,0 1 0 0 0,-1 0 0 0 0,1 0 0 0 0,-1 0 0 0 0,1 1 0 0 0,-1-1 0 0 0,1 0 0 0 0,-1 1 0 0 0,1-1 0 0 0,-1 0 0 0 0,1 3 0 0 0,25 38 1047 0 0,-18-27-837 0 0,2 4-289 0 0,-2-4 274 0 0,0-1-1 0 0,20 24 1 0 0,-26-35-620 0 0,1 1-1 0 0,-1-1 1 0 0,1 1 0 0 0,0-1 0 0 0,1 0 0 0 0,-1 0 0 0 0,0-1 0 0 0,1 0-1 0 0,-1 1 1 0 0,1-1 0 0 0,0-1 0 0 0,0 1 0 0 0,9 1 0 0 0,-1-2-5133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3.8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97 5065 0 0,'-6'28'4494'0'0,"6"-13"-3542"0"0,0 0 1 0 0,1 0 0 0 0,3 15 0 0 0,-1-18-507 0 0,1 0 0 0 0,0-1 0 0 0,0 1 0 0 0,1-1 1 0 0,11 18-1 0 0,-9-18-335 0 0,-2-1 0 0 0,1 1 0 0 0,-2 1 0 0 0,1-1 0 0 0,4 21 0 0 0,-9-27-240 0 0,0-5 98 0 0,0 0 1 0 0,0 0 0 0 0,1 0-1 0 0,-1 0 1 0 0,0 0 0 0 0,0 0-1 0 0,0 0 1 0 0,0 0 0 0 0,0 0-1 0 0,0 0 1 0 0,0 0 0 0 0,0 0-1 0 0,0 0 1 0 0,1 0 0 0 0,-1 0-1 0 0,0 0 1 0 0,0 0 0 0 0,0 0-1 0 0,0 0 1 0 0,0 1 0 0 0,0-1-1 0 0,0 0 1 0 0,0 0 0 0 0,0 0-1 0 0,0 0 1 0 0,1 0-182 0 0,-1 0 181 0 0,0 0 1 0 0,0 1 0 0 0,0-1-1 0 0,0 0 1 0 0,0 0 0 0 0,0 0-1 0 0,0 0 1 0 0,0 0 0 0 0,0 0-1 0 0,0 0 1 0 0,0 0 0 0 0,0 0-1 0 0,0 1 1 0 0,0-1 0 0 0,0 0-1 0 0,0 0 1 0 0,0 0 0 0 0,0 0-1 0 0,0 0 1 0 0,0 0 0 0 0,0 0-1 0 0,4-3-848 0 0,3-2 1105 0 0,1 0 0 0 0,0 0 0 0 0,1 1 0 0 0,-1 0 0 0 0,1 0 0 0 0,0 1 0 0 0,0 0 0 0 0,0 1-1 0 0,0 0 1 0 0,1 0 0 0 0,10 0 0 0 0,-2-1 479 0 0,-13 3-494 0 0,0-1 0 0 0,0-1 1 0 0,0 1-1 0 0,0-1 0 0 0,0 0 0 0 0,0 0 1 0 0,0 0-1 0 0,0-1 0 0 0,-1 1 0 0 0,1-1 1 0 0,-1 0-1 0 0,0-1 0 0 0,0 1 1 0 0,0-1-1 0 0,4-5 0 0 0,-3 3-49 0 0,-2 0 0 0 0,1 0 0 0 0,-1-1 1 0 0,0 1-1 0 0,0-1 0 0 0,0 0 0 0 0,-1 0 0 0 0,0 0 0 0 0,-1 0 0 0 0,2-8 0 0 0,-2-14-273 0 0,0 0 0 0 0,-2 0-1 0 0,-1 1 1 0 0,-9-44-1 0 0,10 61-96 0 0,-2-2-1545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4.4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304 22 6449 0 0,'-6'-3'566'0'0,"0"-1"-1"0"0,0 2 0 0 0,0-1 0 0 0,-1 1 1 0 0,1 0-1 0 0,-1 0 0 0 0,1 1 1 0 0,-1 0-1 0 0,0 0 0 0 0,0 0 0 0 0,1 1 1 0 0,-1 0-1 0 0,0 0 0 0 0,0 1 1 0 0,1 0-1 0 0,-1 0 0 0 0,-8 3 0 0 0,5-1-290 0 0,-1 0 0 0 0,1 1-1 0 0,-1 1 1 0 0,1 0 0 0 0,1 0-1 0 0,-1 0 1 0 0,1 2 0 0 0,0-1-1 0 0,-15 14 1 0 0,17-12-153 0 0,0 1 1 0 0,1 0-1 0 0,0 1 1 0 0,0-1-1 0 0,1 1 1 0 0,0 0-1 0 0,1 0 1 0 0,0 1 0 0 0,0-1-1 0 0,1 1 1 0 0,1 0-1 0 0,0 0 1 0 0,0 0-1 0 0,1 0 1 0 0,1 0-1 0 0,1 19 1 0 0,-1-13-105 0 0,2 0 1 0 0,1 0-1 0 0,0-1 1 0 0,0 1 0 0 0,2-1-1 0 0,0 0 1 0 0,1 0-1 0 0,1-1 1 0 0,0 0-1 0 0,14 21 1 0 0,-19-32-59 0 0,1-1 0 0 0,-1 1 0 0 0,1-1 0 0 0,0 1 0 0 0,0-1 0 0 0,1 0 0 0 0,-1 0-1 0 0,1-1 1 0 0,-1 1 0 0 0,1-1 0 0 0,0 1 0 0 0,0-1 0 0 0,0 0 0 0 0,0-1 0 0 0,0 1 0 0 0,1-1 0 0 0,-1 0 0 0 0,0 0 0 0 0,1 0 0 0 0,-1 0 0 0 0,1-1 0 0 0,5 0 0 0 0,-4 0-156 0 0,0-1 0 0 0,-1-1 0 0 0,1 1 1 0 0,0-1-1 0 0,-1 0 0 0 0,1 0 0 0 0,-1 0 1 0 0,0-1-1 0 0,1 0 0 0 0,-1 0 0 0 0,0 0 1 0 0,-1-1-1 0 0,1 0 0 0 0,-1 0 1 0 0,0 0-1 0 0,6-7 0 0 0,-2 0-614 0 0,0 0 0 0 0,0-1 0 0 0,-1 0 0 0 0,-1-1 0 0 0,7-17 0 0 0,0-6-3969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4.6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68 191 2761 0 0,'-39'-116'1738'0'0,"11"41"7310"0"0,48 136-2118 0 0,3 39-5124 0 0,-3-10-1220 0 0,8 10-376 0 0,71 169 0 0 0,-24-121-4526 0 0,-63-128-2646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0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85 5529 0 0,'0'-3'437'0'0,"0"-1"1"0"0,0 0-1 0 0,-1 0 0 0 0,1 0 0 0 0,-1 0 1 0 0,0 1-1 0 0,-1-1 0 0 0,1 0 0 0 0,0 1 0 0 0,-1-1 1 0 0,0 1-1 0 0,0 0 0 0 0,0-1 0 0 0,0 1 1 0 0,-1 0-1 0 0,1 0 0 0 0,-1 0 0 0 0,1 1 0 0 0,-1-1 1 0 0,0 1-1 0 0,0-1 0 0 0,-7-2 0 0 0,8 4-276 0 0,0 0 0 0 0,-1 0 0 0 0,1 0 0 0 0,-1 0 0 0 0,1 1-1 0 0,-1-1 1 0 0,1 1 0 0 0,-1 0 0 0 0,0 0 0 0 0,1 0 0 0 0,-1 0 0 0 0,1 0-1 0 0,-1 1 1 0 0,1-1 0 0 0,-1 1 0 0 0,1-1 0 0 0,-1 1 0 0 0,1 0 0 0 0,-1 0-1 0 0,1 0 1 0 0,0 0 0 0 0,0 1 0 0 0,-1-1 0 0 0,1 1 0 0 0,0-1 0 0 0,0 1-1 0 0,0 0 1 0 0,1 0 0 0 0,-1 0 0 0 0,0 0 0 0 0,1 0 0 0 0,-1 0 0 0 0,1 0-1 0 0,-3 5 1 0 0,-1 3-87 0 0,0 1 0 0 0,1-1 0 0 0,0 1-1 0 0,0 1 1 0 0,1-1 0 0 0,1 0 0 0 0,0 1 0 0 0,1-1 0 0 0,0 1-1 0 0,0 14 1 0 0,2-11-52 0 0,-1 0 0 0 0,2 0 0 0 0,0 0 0 0 0,1 0-1 0 0,0-1 1 0 0,2 1 0 0 0,8 20 0 0 0,-11-30-77 0 0,0 0-1 0 0,1 0 1 0 0,0 0-1 0 0,0 0 1 0 0,1-1-1 0 0,-1 0 1 0 0,1 0-1 0 0,0 0 1 0 0,0 0-1 0 0,0 0 1 0 0,1-1 0 0 0,-1 1-1 0 0,1-1 1 0 0,0 0-1 0 0,5 2 1 0 0,-6-4-55 0 0,-1 0 1 0 0,1 0 0 0 0,-1 0 0 0 0,1-1 0 0 0,-1 1 0 0 0,1-1-1 0 0,-1 0 1 0 0,1 0 0 0 0,-1 0 0 0 0,1 0 0 0 0,-1-1 0 0 0,1 1-1 0 0,-1-1 1 0 0,1 0 0 0 0,-1 0 0 0 0,0 0 0 0 0,1-1 0 0 0,-1 1-1 0 0,0-1 1 0 0,0 1 0 0 0,0-1 0 0 0,0 0 0 0 0,0-1-1 0 0,4-3 1 0 0,1-2 35 0 0,0-1 0 0 0,-1 0-1 0 0,0-1 1 0 0,-1 0 0 0 0,1 0-1 0 0,-2 0 1 0 0,0-1-1 0 0,5-12 1 0 0,-5 10 525 0 0,1 0-1 0 0,0 1 0 0 0,1 0 1 0 0,16-22-1 0 0,-20 32-412 0 0,-1-1-1 0 0,0 1 0 0 0,0-1 0 0 0,1 1 0 0 0,-1 0 1 0 0,1 0-1 0 0,0 0 0 0 0,0 0 0 0 0,0 1 1 0 0,0-1-1 0 0,0 1 0 0 0,6-2 0 0 0,-7 2 26 0 0,0 1-1 0 0,0 0 0 0 0,0 0 1 0 0,0 0-1 0 0,0 0 0 0 0,0 0 1 0 0,0 0-1 0 0,0 1 0 0 0,0-1 1 0 0,0 1-1 0 0,0-1 1 0 0,0 1-1 0 0,0 0 0 0 0,0 0 1 0 0,-1 0-1 0 0,3 1 0 0 0,5 5-81 0 0,-1 0-1 0 0,-1 1 0 0 0,1 0 0 0 0,-1 0 0 0 0,0 1 0 0 0,8 14 0 0 0,-9-14-1355 0 0,0 0 0 0 0,0-1 0 0 0,1 1 0 0 0,12 10 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46 9674 0 0,'-2'-6'325'0'0,"1"4"-119"0"0,-1-1 0 0 0,1 1 0 0 0,1-1 0 0 0,-1 1 0 0 0,0-1 0 0 0,1 1-1 0 0,-1-1 1 0 0,1 1 0 0 0,0-1 0 0 0,-1 0 0 0 0,1 1 0 0 0,1-1 0 0 0,-1-3-1 0 0,1 6-35 0 0,0 0 0 0 0,-1 0-1 0 0,1 0 1 0 0,-1 0-1 0 0,1 0 1 0 0,0 1-1 0 0,-1-1 1 0 0,1 0-1 0 0,-1 0 1 0 0,1 1-1 0 0,-1-1 1 0 0,1 0 0 0 0,-1 1-1 0 0,1-1 1 0 0,-1 0-1 0 0,1 1 1 0 0,-1-1-1 0 0,1 1 1 0 0,-1-1-1 0 0,1 1 1 0 0,-1-1-1 0 0,0 1 1 0 0,0-1 0 0 0,1 1-1 0 0,-1 0 1 0 0,0-1-1 0 0,0 1 1 0 0,1-1-1 0 0,-1 1 1 0 0,0 0-1 0 0,0 0 1 0 0,9 25 1431 0 0,-8-23-1175 0 0,30 100 1327 0 0,41 119-177 0 0,-16-77-8954 0 0,-46-123 367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4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15 150 8290 0 0,'-1'0'131'0'0,"0"-1"-1"0"0,0 0 1 0 0,-1 0 0 0 0,1 0 0 0 0,1 0 0 0 0,-1 0-1 0 0,0 0 1 0 0,0-1 0 0 0,0 1 0 0 0,0 0-1 0 0,1 0 1 0 0,-1-1 0 0 0,1 1 0 0 0,-1 0 0 0 0,1-1-1 0 0,-1 1 1 0 0,1-1 0 0 0,0 1 0 0 0,0 0 0 0 0,-1-1-1 0 0,1 1 1 0 0,0-1 0 0 0,0 1 0 0 0,1-1 0 0 0,-1 1-1 0 0,0 0 1 0 0,0-1 0 0 0,1 1 0 0 0,-1-1-1 0 0,1 1 1 0 0,-1 0 0 0 0,1-1 0 0 0,-1 1 0 0 0,1 0-1 0 0,0 0 1 0 0,0 0 0 0 0,0-1 0 0 0,0 1 0 0 0,-1 0-1 0 0,1 0 1 0 0,1 0 0 0 0,-1 0 0 0 0,2-1 0 0 0,7-7 271 0 0,1 1 0 0 0,0 0 0 0 0,22-11 0 0 0,-18 10-472 0 0,39-22-1547 0 0,-33 20-3427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5.8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 3225 0 0,'0'0'271'0'0,"1"-1"-136"0"0,-1 1 1 0 0,0 0-1 0 0,1 0 1 0 0,-1-1 0 0 0,0 1-1 0 0,1 0 1 0 0,-1 0-1 0 0,0 0 1 0 0,1 0-1 0 0,-1-1 1 0 0,1 1-1 0 0,-1 0 1 0 0,1 0-1 0 0,-1 0 1 0 0,0 0 0 0 0,1 0-1 0 0,-1 0 1 0 0,1 0-1 0 0,-1 0 1 0 0,0 0-1 0 0,1 0 1 0 0,-1 0-1 0 0,1 0 1 0 0,-1 1 0 0 0,0-1-1 0 0,1 0 1 0 0,-1 0-1 0 0,1 0 1 0 0,-1 0-1 0 0,0 1 1 0 0,2 0 542 0 0,-2-1-543 0 0,0 1 1 0 0,1-1-1 0 0,-1 0 1 0 0,0 1-1 0 0,0-1 1 0 0,0 0-1 0 0,1 1 1 0 0,-1-1 0 0 0,0 1-1 0 0,0-1 1 0 0,0 0-1 0 0,0 1 1 0 0,0-1-1 0 0,0 1 1 0 0,0-1-1 0 0,0 1 1 0 0,0-1-1 0 0,0 0 1 0 0,0 1 0 0 0,0-1-1 0 0,0 1 1 0 0,0-1-1 0 0,0 1 1 0 0,-7 32 3799 0 0,5-25-3386 0 0,-3 22 346 0 0,2 0 0 0 0,0 37 1 0 0,3-55-641 0 0,1 0-1 0 0,0 0 1 0 0,1 0 0 0 0,0 0 0 0 0,1-1 0 0 0,0 1 0 0 0,1-1 0 0 0,7 17 0 0 0,-11-27-263 0 0,1 1 1 0 0,-1-1 0 0 0,1 0 0 0 0,-1 0 0 0 0,1 0-1 0 0,0 0 1 0 0,-1 0 0 0 0,1 0 0 0 0,0 0 0 0 0,0 0 0 0 0,0 0-1 0 0,0 0 1 0 0,0 0 0 0 0,0 0 0 0 0,0-1 0 0 0,0 1-1 0 0,0 0 1 0 0,0-1 0 0 0,0 1 0 0 0,1-1 0 0 0,-1 1 0 0 0,0-1-1 0 0,0 0 1 0 0,0 1 0 0 0,2-1 0 0 0,-1 0-18 0 0,-1-1 0 0 0,1 1 0 0 0,0-1 0 0 0,-1 0 1 0 0,0 1-1 0 0,1-1 0 0 0,-1 0 0 0 0,0 0 0 0 0,1 0 1 0 0,-1 0-1 0 0,0 0 0 0 0,0 0 0 0 0,0-1 0 0 0,0 1 0 0 0,0 0 1 0 0,2-3-1 0 0,4-7-156 0 0,-1-1 0 0 0,0 0 0 0 0,6-19 1 0 0,-12 29 171 0 0,15-45-259 0 0,-12 33 509 0 0,1 0 1 0 0,1 0-1 0 0,0 0 1 0 0,1 1-1 0 0,0 0 0 0 0,10-13 1 0 0,-15 24-209 0 0,0 1 1 0 0,0 0-1 0 0,0 0 0 0 0,1-1 1 0 0,-1 1-1 0 0,0 0 1 0 0,1 0-1 0 0,-1 0 0 0 0,1 0 1 0 0,-1 0-1 0 0,1 1 0 0 0,0-1 1 0 0,-1 0-1 0 0,1 1 1 0 0,0-1-1 0 0,0 1 0 0 0,-1 0 1 0 0,1-1-1 0 0,0 1 0 0 0,0 0 1 0 0,-1 0-1 0 0,1 0 1 0 0,0 1-1 0 0,0-1 0 0 0,0 0 1 0 0,-1 0-1 0 0,1 1 1 0 0,0-1-1 0 0,-1 1 0 0 0,1 0 1 0 0,0-1-1 0 0,-1 1 0 0 0,1 0 1 0 0,-1 0-1 0 0,1 0 1 0 0,-1 0-1 0 0,1 0 0 0 0,1 3 1 0 0,8 5 286 0 0,-1 1 1 0 0,0 0-1 0 0,16 21 0 0 0,-20-23-272 0 0,59 71-1942 0 0,-49-61-5966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8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5 366 6449 0 0,'-1'0'42'0'0,"1"0"-1"0"0,0 0 0 0 0,0-1 1 0 0,0 1-1 0 0,-1 0 0 0 0,1 0 1 0 0,0 0-1 0 0,0 0 0 0 0,0 0 0 0 0,0 0 1 0 0,-1 0-1 0 0,1 0 0 0 0,0-1 1 0 0,0 1-1 0 0,0 0 0 0 0,0 0 1 0 0,0 0-1 0 0,0 0 0 0 0,-1 0 0 0 0,1-1 1 0 0,0 1-1 0 0,0 0 0 0 0,0 0 1 0 0,0 0-1 0 0,0 0 0 0 0,0-1 1 0 0,0 1-1 0 0,0 0 0 0 0,0 0 0 0 0,0 0 1 0 0,0-1-1 0 0,0 1 0 0 0,0 0 1 0 0,0 0-1 0 0,0 0 0 0 0,0-1 1 0 0,0 1-1 0 0,0 0 0 0 0,0 0 1 0 0,0 0-1 0 0,0-1 0 0 0,8-9 901 0 0,12-5 30 0 0,5 3-720 0 0,1 1 0 0 0,1 1 0 0 0,0 1 0 0 0,0 2-1 0 0,34-6 1 0 0,14-4-203 0 0,-4 1-11 0 0,127-13 0 0 0,74 14 8 0 0,-190 12-29 0 0,276 0 7 0 0,-77 2-82 0 0,-185-1 72 0 0,294-14-453 0 0,-244 4 243 0 0,304-34-213 0 0,32-15 342 0 0,-78 13-2400 0 0,-380 46 1264 0 0,-3 2-1464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8.9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2163 1 2304 0 0,'5'9'1144'0'0,"0"0"-1"0"0,-1 1 0 0 0,-1 0 1 0 0,0-1-1 0 0,0 1 0 0 0,3 20 1 0 0,6 22 937 0 0,20 31-627 0 0,61 112 1 0 0,-41-91-1232 0 0,114 252-210 0 0,48 98-16 0 0,-24-56 1 0 0,-34 12 15 0 0,-110-269 804 0 0,5-3 0 0 0,7-2 1 0 0,101 174-1 0 0,-144-285-683 0 0,87 155 288 0 0,-80-137-516 0 0,-3 1-1 0 0,19 62 1 0 0,-1 16-46 0 0,52 186 922 0 0,-88-303-718 0 0,1 1 1 0 0,-1 0 0 0 0,0 0 0 0 0,-1-1 0 0 0,0 1-1 0 0,1 0 1 0 0,-2 0 0 0 0,1 0 0 0 0,-1 0 0 0 0,0-1-1 0 0,0 1 1 0 0,0 0 0 0 0,-1-1 0 0 0,0 1 0 0 0,0-1-1 0 0,0 1 1 0 0,-1-1 0 0 0,0 0 0 0 0,0 0 0 0 0,-4 5-1 0 0,1-3-27 0 0,-1 0 1 0 0,0-1-1 0 0,0 0 0 0 0,0 0 0 0 0,-1 0 0 0 0,0-1 0 0 0,0 0 0 0 0,-1-1 0 0 0,1 0 0 0 0,-1 0 0 0 0,-16 4 0 0 0,-12 0-9 0 0,-1-1-1 0 0,0-2 0 0 0,0-1 0 0 0,-68-3 1 0 0,1 0-227 0 0,-986 59-935 0 0,391-45 586 0 0,691-15 550 0 0,-649-4 349 0 0,549 8-286 0 0,-378 4 678 0 0,457-9-1042 0 0,1-1-1 0 0,1-1 1 0 0,-1-2-1 0 0,-28-7 1 0 0,35 4-1020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29.5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3 7834 0 0,'-2'-1'168'0'0,"0"1"1"0"0,0-1-1 0 0,0 1 1 0 0,-1 0 0 0 0,1 0-1 0 0,0 0 1 0 0,0 0 0 0 0,0 0-1 0 0,0 1 1 0 0,0-1-1 0 0,0 1 1 0 0,0-1 0 0 0,-1 1-1 0 0,2 0 1 0 0,-1 0-1 0 0,-3 1 1 0 0,4-1-86 0 0,0 0 0 0 0,-1 0 0 0 0,1 1 0 0 0,0-1 0 0 0,0 0 0 0 0,0 0 1 0 0,1 1-1 0 0,-1-1 0 0 0,0 1 0 0 0,0-1 0 0 0,1 1 0 0 0,-1-1 0 0 0,1 1 0 0 0,-1-1 0 0 0,1 1 0 0 0,0-1 0 0 0,0 3 0 0 0,0 6 3 0 0,0 0 1 0 0,1 1-1 0 0,0-1 0 0 0,1 0 0 0 0,5 15 0 0 0,-2-6-189 0 0,55 261-114 0 0,107 460-227 0 0,-37-303 166 0 0,-34-131 266 0 0,83 378 23 0 0,-101-376 1204 0 0,7-39 2042 0 0,-16-56-1211 0 0,-59-170-1461 0 0,-2 1 0 0 0,-2-1 0 0 0,1 47 0 0 0,1 14 795 0 0,-7-93-1262 0 0,8 45-740 0 0,7-21-3069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3:31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437 233 4609 0 0,'-3'-4'277'0'0,"0"0"0"0"0,0 1 0 0 0,-1-1 1 0 0,0 1-1 0 0,0 0 0 0 0,0 0 0 0 0,0 0 0 0 0,0 0 0 0 0,0 1 0 0 0,-1-1 1 0 0,1 1-1 0 0,-1 1 0 0 0,0-1 0 0 0,1 0 0 0 0,-1 1 0 0 0,-10-1 0 0 0,7 1 6 0 0,0 0 0 0 0,0 1-1 0 0,0 0 1 0 0,-1 0-1 0 0,1 1 1 0 0,0 0 0 0 0,0 0-1 0 0,0 1 1 0 0,-11 3 0 0 0,8 1-112 0 0,0-1 1 0 0,1 2-1 0 0,0-1 0 0 0,0 1 1 0 0,0 1-1 0 0,1 0 1 0 0,0 0-1 0 0,0 1 1 0 0,1 0-1 0 0,0 1 1 0 0,1-1-1 0 0,0 2 1 0 0,1-1-1 0 0,0 1 1 0 0,-6 14-1 0 0,-8 21-176 0 0,2 1 1 0 0,-15 65-1 0 0,31-103 20 0 0,-13 48-346 0 0,-15 119 0 0 0,27-137 263 0 0,2-1 1 0 0,2 0-1 0 0,1 1 1 0 0,9 47-1 0 0,87 323-502 0 0,-73-333-334 0 0,3-1 0 0 0,4-2 0 0 0,51 88 0 0 0,-60-123 219 0 0,2-2 0 0 0,1-1 0 0 0,51 52 0 0 0,-59-69 630 0 0,1-1-1 0 0,1 0 0 0 0,0-2 1 0 0,1 0-1 0 0,0-2 0 0 0,2 0 1 0 0,38 16-1 0 0,-49-25 45 0 0,-1-1-1 0 0,0 0 1 0 0,1-1-1 0 0,0 0 1 0 0,0-1 0 0 0,0 0-1 0 0,-1-1 1 0 0,1-1-1 0 0,0 1 1 0 0,0-2 0 0 0,0 0-1 0 0,-1 0 1 0 0,1-1 0 0 0,-1 0-1 0 0,0-1 1 0 0,0-1-1 0 0,0 0 1 0 0,0 0 0 0 0,17-12-1 0 0,-9 3 159 0 0,0 0 1 0 0,-1-1-1 0 0,0-1 0 0 0,-1-1 1 0 0,-1-1-1 0 0,-1 0 0 0 0,0-1 0 0 0,22-39 1 0 0,-11 12 393 0 0,-3-1 1 0 0,-2-1-1 0 0,-2-1 0 0 0,-2-1 1 0 0,-2 0-1 0 0,-2-1 1 0 0,-3 0-1 0 0,8-104 1 0 0,-19 130-99 0 0,0-1 1 0 0,-2 1-1 0 0,-1 0 1 0 0,0 0 0 0 0,-14-39-1 0 0,-55-117 2291 0 0,-2-8-1152 0 0,56 128-1230 0 0,-3 1 0 0 0,-31-59 0 0 0,37 89-86 0 0,-1 0-1 0 0,-1 1 1 0 0,-2 2 0 0 0,-1-1-1 0 0,-37-36 1 0 0,19 23-309 0 0,-61-86 0 0 0,23 26 24 0 0,67 90-19 0 0,-1 1 1 0 0,1 0-1 0 0,-2 1 1 0 0,1 0-1 0 0,-1 1 1 0 0,-1 0-1 0 0,1 1 0 0 0,-1 0 1 0 0,-1 1-1 0 0,1 0 1 0 0,-1 1-1 0 0,0 1 1 0 0,0 0-1 0 0,0 1 1 0 0,-27-2-1 0 0,32 4-81 0 0,0 1 0 0 0,0 0 0 0 0,0 1 0 0 0,-1 0 0 0 0,1 1 0 0 0,0-1 0 0 0,0 2 0 0 0,1-1-1 0 0,-1 1 1 0 0,0 1 0 0 0,-11 5 0 0 0,14-5-48 0 0,0 1-1 0 0,0-1 1 0 0,0 1-1 0 0,0 0 0 0 0,1 0 1 0 0,0 1-1 0 0,0 0 1 0 0,0 0-1 0 0,1 0 1 0 0,-1 0-1 0 0,2 1 1 0 0,-1 0-1 0 0,1 0 0 0 0,0 0 1 0 0,-3 9-1 0 0,-2 24-2420 0 0,4-17-2836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6.3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95 6913 0 0,'-2'-4'418'0'0,"1"0"0"0"0,-1-1 0 0 0,1 1-1 0 0,0-1 1 0 0,0 1 0 0 0,0-1 0 0 0,1 1-1 0 0,-1-10 1 0 0,1 12-156 0 0,0 0 0 0 0,1 0 1 0 0,-1 0-1 0 0,1 0 0 0 0,-1 0 0 0 0,1 0 0 0 0,-1 0 0 0 0,1 0 0 0 0,0 0 0 0 0,0 0 0 0 0,0 0 0 0 0,0 0 1 0 0,0 1-1 0 0,1-1 0 0 0,-1 0 0 0 0,0 1 0 0 0,1-1 0 0 0,-1 1 0 0 0,1 0 0 0 0,0-1 0 0 0,-1 1 0 0 0,1 0 1 0 0,2-1-1 0 0,-4 2-193 0 0,1-1 1 0 0,-1 1 0 0 0,1 0 0 0 0,-1-1 0 0 0,1 1 0 0 0,-1 0-1 0 0,1-1 1 0 0,0 1 0 0 0,-1 0 0 0 0,1 0 0 0 0,0 0 0 0 0,-1 0-1 0 0,1 0 1 0 0,-1-1 0 0 0,1 1 0 0 0,0 0 0 0 0,-1 0 0 0 0,1 1-1 0 0,0-1 1 0 0,-1 0 0 0 0,1 0 0 0 0,0 0 0 0 0,-1 0 0 0 0,1 1-1 0 0,-1-1 1 0 0,1 0 0 0 0,-1 0 0 0 0,1 1 0 0 0,0-1 0 0 0,-1 0-1 0 0,1 1 1 0 0,-1-1 0 0 0,1 1 0 0 0,-1-1 0 0 0,0 1 0 0 0,1-1-1 0 0,-1 1 1 0 0,1-1 0 0 0,-1 1 0 0 0,0-1 0 0 0,1 1 0 0 0,-1-1-1 0 0,0 1 1 0 0,0 0 0 0 0,0-1 0 0 0,1 2 0 0 0,-1-1 13 0 0,0 1 1 0 0,1 0-1 0 0,-1-1 1 0 0,0 1-1 0 0,0 0 1 0 0,0-1-1 0 0,-1 1 1 0 0,1-1-1 0 0,0 1 1 0 0,0 0-1 0 0,-1-1 1 0 0,1 1-1 0 0,-1-1 1 0 0,0 1-1 0 0,1-1 1 0 0,-1 0-1 0 0,-2 3 1 0 0,1-1-122 0 0,0-1 1 0 0,0 1-1 0 0,-1-1 1 0 0,0 0-1 0 0,1 0 1 0 0,-1 0-1 0 0,0 0 1 0 0,0 0-1 0 0,0-1 1 0 0,0 1-1 0 0,0-1 1 0 0,0 0-1 0 0,-1 0 1 0 0,1 0-1 0 0,-5 1 1 0 0,6-2-205 0 0,1 0 0 0 0,0 1 0 0 0,-1-1 0 0 0,1 0 0 0 0,0 1 0 0 0,-1-1 0 0 0,1 1 1 0 0,0-1-1 0 0,0 1 0 0 0,0 0 0 0 0,-1 0 0 0 0,1-1 0 0 0,-2 3 0 0 0,-3 14-6956 0 0,7-7 3379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0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73 127 5065 0 0,'-11'-36'2728'0'0,"-7"-15"372"0"0,17 47-2688 0 0,0 1 0 0 0,-1 0 0 0 0,0-1 0 0 0,0 1 0 0 0,0 0 0 0 0,0 0 0 0 0,-1 0 0 0 0,1 0 0 0 0,-1 1 0 0 0,-5-5 0 0 0,8 7-357 0 0,0-1 0 0 0,-1 1 1 0 0,1 0-1 0 0,0 0 1 0 0,0 0-1 0 0,0 0 1 0 0,-1 0-1 0 0,1 0 0 0 0,0 0 1 0 0,0 0-1 0 0,0 0 1 0 0,-1-1-1 0 0,1 1 0 0 0,0 0 1 0 0,0 0-1 0 0,-1 0 1 0 0,1 0-1 0 0,0 0 0 0 0,0 0 1 0 0,-1 1-1 0 0,1-1 1 0 0,0 0-1 0 0,0 0 1 0 0,-1 0-1 0 0,1 0 0 0 0,0 0 1 0 0,0 0-1 0 0,0 0 1 0 0,-1 0-1 0 0,1 0 0 0 0,0 1 1 0 0,0-1-1 0 0,0 0 1 0 0,-1 0-1 0 0,1 0 0 0 0,0 0 1 0 0,0 1-1 0 0,0-1 1 0 0,-5 14 729 0 0,2 16-548 0 0,3-28-112 0 0,2 132 487 0 0,19 141-1 0 0,-7-117-552 0 0,-3-49-62 0 0,1 30-264 0 0,-9-47-4676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2 110 5065 0 0,'-1'-3'124'0'0,"1"0"1"0"0,-1 0-1 0 0,1 1 0 0 0,0-1 0 0 0,0 0 1 0 0,0 0-1 0 0,1 0 0 0 0,-1 0 0 0 0,1 0 1 0 0,-1 1-1 0 0,1-1 0 0 0,0 0 0 0 0,0 0 1 0 0,0 1-1 0 0,1-1 0 0 0,-1 1 0 0 0,3-4 1 0 0,-1 2-46 0 0,0 1 0 0 0,0-1 1 0 0,1 0-1 0 0,0 1 1 0 0,0 0-1 0 0,0 0 1 0 0,0 0-1 0 0,0 0 0 0 0,7-2 1 0 0,-2 1 217 0 0,0 0 1 0 0,0 1 0 0 0,1 0 0 0 0,-1 1-1 0 0,0 0 1 0 0,1 0 0 0 0,0 1-1 0 0,-1 0 1 0 0,1 1 0 0 0,10 1-1 0 0,-11 0-112 0 0,0 1 1 0 0,0 0-1 0 0,0 1 0 0 0,-1 0 0 0 0,1 0 0 0 0,-1 1 0 0 0,0 0 0 0 0,0 0 0 0 0,0 1 0 0 0,-1 0 0 0 0,0 1 0 0 0,0-1 0 0 0,0 1 0 0 0,0 1 0 0 0,-1-1 0 0 0,0 1 0 0 0,6 9 0 0 0,-8-9-157 0 0,0 0-1 0 0,0-1 1 0 0,0 2-1 0 0,-1-1 1 0 0,0 0-1 0 0,0 1 1 0 0,-1-1-1 0 0,0 1 1 0 0,0 0-1 0 0,-1-1 1 0 0,0 1-1 0 0,-1 0 1 0 0,1 0-1 0 0,-1 0 1 0 0,-1 0-1 0 0,0 0 1 0 0,0 0-1 0 0,0-1 1 0 0,-5 15-1 0 0,-7 10-67 0 0,-1-1 0 0 0,-2-1 0 0 0,-30 46 0 0 0,-69 77 516 0 0,15-42 2522 0 0,109-117-2364 0 0,0 1 0 0 0,0 0-1 0 0,0 0 1 0 0,16-4 0 0 0,-15 5-429 0 0,3-1-167 0 0,0 0-1 0 0,0 1 1 0 0,0 1 0 0 0,0 0-1 0 0,1 1 1 0 0,-1 1-1 0 0,1 0 1 0 0,0 0-1 0 0,-1 2 1 0 0,15 1-1 0 0,-8 1-321 0 0,0 2 0 0 0,-1 0 0 0 0,0 1 0 0 0,0 1-1 0 0,0 0 1 0 0,20 13 0 0 0,11 6-1739 0 0,-26-12 527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8.9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364 112 5529 0 0,'-8'-11'399'0'0,"0"0"-1"0"0,-1 0 1 0 0,-1 1-1 0 0,1 0 1 0 0,-15-11-1 0 0,18 17-134 0 0,-1-1 1 0 0,0 1-1 0 0,0 0 0 0 0,0 1 0 0 0,0 0 0 0 0,-1 0 1 0 0,1 0-1 0 0,-1 1 0 0 0,0 0 0 0 0,-12-1 0 0 0,15 2-86 0 0,0 1 0 0 0,-1 0 0 0 0,1 0 0 0 0,0 0 0 0 0,0 1-1 0 0,-1 0 1 0 0,1 0 0 0 0,0 0 0 0 0,0 1 0 0 0,0-1 0 0 0,0 1 0 0 0,0 1-1 0 0,1-1 1 0 0,-10 6 0 0 0,7-3 21 0 0,0 1-1 0 0,1 0 0 0 0,-1 1 1 0 0,1-1-1 0 0,1 1 0 0 0,-1 0 1 0 0,1 1-1 0 0,-5 9 1 0 0,0 4 79 0 0,0 0 1 0 0,2 1 0 0 0,0 0-1 0 0,1 0 1 0 0,-6 45 0 0 0,11-58-256 0 0,1 0 1 0 0,1 0-1 0 0,0 0 1 0 0,0 0-1 0 0,1 0 1 0 0,0 0-1 0 0,0 0 1 0 0,1-1 0 0 0,0 1-1 0 0,1 0 1 0 0,0-1-1 0 0,4 9 1 0 0,-5-14-32 0 0,-1 0 1 0 0,1 0 0 0 0,0 0 0 0 0,1 0-1 0 0,-1 0 1 0 0,0-1 0 0 0,1 1 0 0 0,-1-1-1 0 0,1 0 1 0 0,0 1 0 0 0,0-1 0 0 0,0 0-1 0 0,0-1 1 0 0,0 1 0 0 0,0-1 0 0 0,1 1-1 0 0,-1-1 1 0 0,0 0 0 0 0,1 0 0 0 0,-1 0-1 0 0,1-1 1 0 0,-1 1 0 0 0,1-1 0 0 0,-1 0-1 0 0,1 0 1 0 0,0 0 0 0 0,-1 0 0 0 0,1-1-1 0 0,-1 1 1 0 0,1-1 0 0 0,-1 0 0 0 0,6-2-1 0 0,2-1-133 0 0,-1 0-1 0 0,1-1 0 0 0,-1 0 0 0 0,-1-1 0 0 0,1 0 1 0 0,-1 0-1 0 0,0-1 0 0 0,0 0 0 0 0,0-1 1 0 0,-1 0-1 0 0,-1 0 0 0 0,8-10 0 0 0,-3 2 645 0 0,-1-1-1 0 0,-1-1 0 0 0,0 0 1 0 0,-1 0-1 0 0,12-35 0 0 0,-21 52-421 0 0,0 0 0 0 0,0 0 1 0 0,1-1-1 0 0,-1 1 0 0 0,1 0 0 0 0,-1 0 0 0 0,1 0 0 0 0,-1 0 0 0 0,1 0 0 0 0,0 0 0 0 0,-1-1 0 0 0,1 2 0 0 0,0-1 1 0 0,0 0-1 0 0,0 0 0 0 0,0 0 0 0 0,0 0 0 0 0,0 0 0 0 0,0 1 0 0 0,0-1 0 0 0,0 1 0 0 0,0-1 0 0 0,2 0 0 0 0,-2 1-30 0 0,1 0 0 0 0,-1 0-1 0 0,0 0 1 0 0,1 1-1 0 0,-1-1 1 0 0,0 0-1 0 0,1 1 1 0 0,-1-1-1 0 0,0 1 1 0 0,0-1-1 0 0,1 1 1 0 0,-1 0-1 0 0,0-1 1 0 0,0 1-1 0 0,0 0 1 0 0,0 0-1 0 0,2 2 1 0 0,2 3 1 0 0,0 0 1 0 0,0 0-1 0 0,0 0 0 0 0,-1 1 1 0 0,7 14-1 0 0,-7-10-150 0 0,1 0 0 0 0,0-1 0 0 0,1 1 0 0 0,1-1 0 0 0,10 15 0 0 0,-12-21-218 0 0,-1 0 0 0 0,1 0 0 0 0,0 0 0 0 0,0 0 0 0 0,0-1 0 0 0,1 1-1 0 0,-1-2 1 0 0,1 1 0 0 0,-1 0 0 0 0,1-1 0 0 0,0 0 0 0 0,9 2 0 0 0,3-1-1351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09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107 296 3625 0 0,'-5'-19'136'0'0,"-14"-41"468"0"0,17 57-174 0 0,1 0 0 0 0,0-1 0 0 0,-1 1 0 0 0,0 0 0 0 0,0 0 0 0 0,0 0 0 0 0,0 1 0 0 0,0-1 0 0 0,-1 1 0 0 0,1-1 0 0 0,-1 1 0 0 0,1-1 1 0 0,-1 1-1 0 0,-4-2 0 0 0,6 4-297 0 0,0 0 0 0 0,0 0 1 0 0,0-1-1 0 0,0 1 0 0 0,0 0 1 0 0,0 1-1 0 0,1-1 0 0 0,-1 0 1 0 0,0 0-1 0 0,0 0 1 0 0,0 1-1 0 0,0-1 0 0 0,0 0 1 0 0,0 1-1 0 0,0-1 0 0 0,0 0 1 0 0,1 1-1 0 0,-1-1 0 0 0,0 1 1 0 0,0 0-1 0 0,1-1 0 0 0,-1 1 1 0 0,0 0-1 0 0,1-1 0 0 0,-1 1 1 0 0,1 0-1 0 0,-1 0 1 0 0,0-1-1 0 0,1 1 0 0 0,0 0 1 0 0,-1 0-1 0 0,1 0 0 0 0,0 0 1 0 0,-1 0-1 0 0,1 1 0 0 0,-12 36 1007 0 0,12-37-1104 0 0,-3 16 195 0 0,0-1 0 0 0,2 1 0 0 0,0-1 0 0 0,1 1 0 0 0,0-1 0 0 0,2 1 0 0 0,0-1 0 0 0,0 1 0 0 0,2-1 0 0 0,9 28 0 0 0,-10-36-163 0 0,1 0-1 0 0,-1 0 1 0 0,2 0-1 0 0,-1-1 1 0 0,1 1-1 0 0,0-1 1 0 0,1 0-1 0 0,0 0 1 0 0,11 9-1 0 0,-12-12-63 0 0,0 0-1 0 0,1-1 1 0 0,-1 1 0 0 0,1-1-1 0 0,0 0 1 0 0,0-1 0 0 0,0 1-1 0 0,1-1 1 0 0,-1 0 0 0 0,0-1-1 0 0,1 0 1 0 0,-1 0 0 0 0,1 0-1 0 0,8-1 1 0 0,-11 0-41 0 0,0 0 1 0 0,0-1-1 0 0,0 1 1 0 0,1-1-1 0 0,-1 0 1 0 0,0 0-1 0 0,0 0 0 0 0,0-1 1 0 0,0 1-1 0 0,0-1 1 0 0,-1 0-1 0 0,1 0 1 0 0,0-1-1 0 0,-1 1 0 0 0,0-1 1 0 0,1 0-1 0 0,-1 1 1 0 0,0-1-1 0 0,-1-1 1 0 0,1 1-1 0 0,0 0 0 0 0,-1-1 1 0 0,0 1-1 0 0,0-1 1 0 0,0 0-1 0 0,0 0 0 0 0,0 0 1 0 0,1-6-1 0 0,3-10-99 0 0,-2-1 0 0 0,0 0 0 0 0,-1 0 0 0 0,1-31 0 0 0,-3 24 6 0 0,0 24 106 0 0,-1-1 1 0 0,1 1-1 0 0,-1-1 0 0 0,1 1 1 0 0,1-1-1 0 0,-1 1 0 0 0,1-1 1 0 0,-1 1-1 0 0,4-5 0 0 0,-5 9 20 0 0,1-1 0 0 0,-1 1-1 0 0,0-1 1 0 0,1 1 0 0 0,-1 0-1 0 0,0-1 1 0 0,1 1 0 0 0,-1-1 0 0 0,1 1-1 0 0,-1 0 1 0 0,1 0 0 0 0,-1-1-1 0 0,1 1 1 0 0,-1 0 0 0 0,1 0-1 0 0,-1-1 1 0 0,1 1 0 0 0,-1 0 0 0 0,1 0-1 0 0,-1 0 1 0 0,1 0 0 0 0,-1 0-1 0 0,1 0 1 0 0,0 0 0 0 0,-1 0 0 0 0,1 0-1 0 0,-1 0 1 0 0,2 1 0 0 0,0-1 16 0 0,-1 2 0 0 0,1-1 0 0 0,0 0 0 0 0,-1 0 0 0 0,1 1 0 0 0,0-1 0 0 0,-1 0 0 0 0,0 1 0 0 0,1 0 1 0 0,-1-1-1 0 0,0 1 0 0 0,2 3 0 0 0,-2-4 6 0 0,6 10 244 0 0,0 0 0 0 0,0 0 0 0 0,1-1 0 0 0,16 15 0 0 0,-21-22-202 0 0,1 0 0 0 0,-1-1-1 0 0,1 0 1 0 0,-1 0 0 0 0,1 0 0 0 0,0 0 0 0 0,0 0 0 0 0,0-1 0 0 0,0 0 0 0 0,0 0 0 0 0,0 0-1 0 0,0 0 1 0 0,0 0 0 0 0,1-1 0 0 0,-1 0 0 0 0,0 0 0 0 0,0 0 0 0 0,7-1 0 0 0,-5 0 27 0 0,0 0 0 0 0,-1 0 1 0 0,1-1-1 0 0,0 0 0 0 0,-1 0 1 0 0,1 0-1 0 0,-1 0 1 0 0,0-1-1 0 0,1 0 0 0 0,-1 0 1 0 0,0-1-1 0 0,-1 1 0 0 0,1-1 1 0 0,-1 0-1 0 0,0 0 0 0 0,0-1 1 0 0,0 1-1 0 0,0-1 0 0 0,-1 0 1 0 0,1 0-1 0 0,-1 0 0 0 0,-1 0 1 0 0,1 0-1 0 0,-1-1 1 0 0,3-9-1 0 0,-2 3-19 0 0,0-1 1 0 0,-2 1-1 0 0,1-1 1 0 0,-2 1-1 0 0,1-1 1 0 0,-2 0-1 0 0,0 1 1 0 0,0-1-1 0 0,-1 1 0 0 0,-1-1 1 0 0,-4-13-1 0 0,1 6-270 0 0,-2 0-1 0 0,-11-23 0 0 0,-1 10-6888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336 469 1376 0 0,'1'-3'603'0'0,"0"-1"-1"0"0,-1 1 1 0 0,1-1-1 0 0,-1 1 0 0 0,0 0 1 0 0,0-1-1 0 0,0 1 1 0 0,-1-1-1 0 0,1 1 0 0 0,-1-1 1 0 0,1 1-1 0 0,-1 0 1 0 0,0-1-1 0 0,-3-5 0 0 0,2 6-233 0 0,-1-1 0 0 0,1 1 0 0 0,0 0-1 0 0,-1 0 1 0 0,1 0 0 0 0,-1 0-1 0 0,0 0 1 0 0,0 1 0 0 0,0-1 0 0 0,-1 1-1 0 0,-5-3 1 0 0,5 2-192 0 0,-1 1 0 0 0,0 0 0 0 0,0 0 0 0 0,0 0-1 0 0,0 1 1 0 0,0 0 0 0 0,-1 0 0 0 0,1 0 0 0 0,0 1 0 0 0,0 0 0 0 0,-1 0 0 0 0,1 0-1 0 0,0 0 1 0 0,0 1 0 0 0,-1 0 0 0 0,1 0 0 0 0,0 0 0 0 0,0 1 0 0 0,-7 3 0 0 0,0 2-37 0 0,-1 2 1 0 0,1-1 0 0 0,1 2 0 0 0,0-1 0 0 0,0 2-1 0 0,1-1 1 0 0,0 1 0 0 0,1 1 0 0 0,0 0 0 0 0,-13 23-1 0 0,14-20-122 0 0,1-1-1 0 0,0 1 0 0 0,1 1 0 0 0,0-1 0 0 0,1 1 0 0 0,1 0 1 0 0,1 0-1 0 0,0 0 0 0 0,-1 25 0 0 0,4-37-24 0 0,0 1 1 0 0,1 0 0 0 0,-1-1-1 0 0,1 1 1 0 0,0 0-1 0 0,0-1 1 0 0,0 1-1 0 0,1-1 1 0 0,-1 0-1 0 0,1 1 1 0 0,0-1-1 0 0,1 0 1 0 0,-1 0-1 0 0,1 0 1 0 0,-1 0-1 0 0,1-1 1 0 0,1 1-1 0 0,3 4 1 0 0,-4-6-38 0 0,0-1 1 0 0,0 1-1 0 0,0 0 0 0 0,0-1 0 0 0,0 1 1 0 0,0-1-1 0 0,1 0 0 0 0,-1 0 1 0 0,0 0-1 0 0,1-1 0 0 0,-1 1 1 0 0,1-1-1 0 0,-1 0 0 0 0,1 0 1 0 0,-1 0-1 0 0,0 0 0 0 0,1 0 1 0 0,-1-1-1 0 0,1 0 0 0 0,-1 0 0 0 0,0 0 1 0 0,0 0-1 0 0,1 0 0 0 0,-1 0 1 0 0,5-4-1 0 0,4-2-205 0 0,0-1 0 0 0,-1-1 0 0 0,0 1-1 0 0,0-2 1 0 0,-1 1 0 0 0,-1-2 0 0 0,1 1 0 0 0,-1-1 0 0 0,-1-1-1 0 0,11-19 1 0 0,-3 1 145 0 0,-1 0 0 0 0,-2 0-1 0 0,13-44 1 0 0,-20 52 232 0 0,-1 1 0 0 0,-1-1-1 0 0,-1 0 1 0 0,-1-1 0 0 0,-1 1 0 0 0,-2-32 0 0 0,-27-130 2618 0 0,24 165-2453 0 0,0-3 108 0 0,3 11 15 0 0,-1 0 1 0 0,0 1-1 0 0,-1 0 1 0 0,-8-19-1 0 0,13 34-259 0 0,-1 1 0 0 0,0-1 0 0 0,0 1 0 0 0,0-1 0 0 0,-1 1 0 0 0,1 5 0 0 0,0 12-75 0 0,17 111 116 0 0,-5-28-217 0 0,5 0 0 0 0,35 117 0 0 0,-40-182-184 0 0,1-1 0 0 0,24 44 0 0 0,-29-68-464 0 0,0-1 0 0 0,22 27 1 0 0,-22-32-281 0 0,-1-1 1 0 0,2-1-1 0 0,-1 1 1 0 0,1-1-1 0 0,11 6 1 0 0,1-1-1228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6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229 99 6913 0 0,'0'-5'227'0'0,"1"-1"0"0"0,-1 1 0 0 0,0 0 0 0 0,-1-1 0 0 0,1 1 0 0 0,-1 0 0 0 0,0-1-1 0 0,-1 1 1 0 0,1 0 0 0 0,-1 0 0 0 0,0 0 0 0 0,0 0 0 0 0,-4-6 0 0 0,5 9-48 0 0,0 1 0 0 0,0-1 1 0 0,0 1-1 0 0,0 0 0 0 0,-1-1 1 0 0,1 1-1 0 0,0 0 0 0 0,-1 0 1 0 0,1 0-1 0 0,-1 0 0 0 0,1 0 1 0 0,-1 0-1 0 0,1 0 0 0 0,-1 1 1 0 0,0-1-1 0 0,1 0 0 0 0,-4 0 1 0 0,3 1-49 0 0,-1 0 1 0 0,1 1 0 0 0,0-1-1 0 0,-1 0 1 0 0,1 1-1 0 0,0-1 1 0 0,0 1-1 0 0,0 0 1 0 0,-1-1-1 0 0,1 1 1 0 0,0 0 0 0 0,0 1-1 0 0,0-1 1 0 0,0 0-1 0 0,0 0 1 0 0,1 1-1 0 0,-3 1 1 0 0,-8 9 245 0 0,1-1 0 0 0,1 1 0 0 0,0 1 0 0 0,1 0-1 0 0,0 0 1 0 0,1 1 0 0 0,-12 25 0 0 0,6-5-96 0 0,2 0-1 0 0,-12 46 1 0 0,23-72-267 0 0,-1-1-1 0 0,1 1 1 0 0,1 0 0 0 0,0-1-1 0 0,0 1 1 0 0,0 0 0 0 0,1-1 0 0 0,2 12-1 0 0,-3-17-36 0 0,1 0-1 0 0,-1 0 0 0 0,1 0 1 0 0,-1 0-1 0 0,1 0 0 0 0,0 0 0 0 0,0-1 1 0 0,0 1-1 0 0,0 0 0 0 0,0 0 1 0 0,0-1-1 0 0,0 1 0 0 0,1-1 0 0 0,-1 1 1 0 0,0-1-1 0 0,1 1 0 0 0,-1-1 1 0 0,1 0-1 0 0,0 0 0 0 0,-1 0 0 0 0,1 0 1 0 0,0 0-1 0 0,0 0 0 0 0,0 0 1 0 0,0-1-1 0 0,0 1 0 0 0,-1-1 0 0 0,1 1 1 0 0,0-1-1 0 0,0 0 0 0 0,0 1 1 0 0,0-1-1 0 0,0 0 0 0 0,0 0 0 0 0,0-1 1 0 0,0 1-1 0 0,3-1 0 0 0,1-1-127 0 0,-1 0-1 0 0,0 0 0 0 0,0-1 0 0 0,0 0 1 0 0,0 0-1 0 0,0 0 0 0 0,-1-1 0 0 0,1 1 1 0 0,-1-1-1 0 0,0 0 0 0 0,0 0 1 0 0,5-8-1 0 0,1 0 26 0 0,-2 0 0 0 0,1-1 1 0 0,9-21-1 0 0,-3-7 443 0 0,-12 32-30 0 0,0 0 0 0 0,1-1 0 0 0,0 1 0 0 0,0 0 0 0 0,1 1 0 0 0,6-9 0 0 0,-11 16-225 0 0,1 1-1 0 0,-1-1 1 0 0,1 0-1 0 0,-1 1 1 0 0,0-1 0 0 0,1 1-1 0 0,-1 0 1 0 0,1-1-1 0 0,-1 1 1 0 0,1-1-1 0 0,0 1 1 0 0,-1 0 0 0 0,1-1-1 0 0,-1 1 1 0 0,1 0-1 0 0,0 0 1 0 0,-1-1 0 0 0,1 1-1 0 0,0 0 1 0 0,-1 0-1 0 0,1 0 1 0 0,0 0-1 0 0,-1 0 1 0 0,1 0 0 0 0,0 0-1 0 0,-1 0 1 0 0,1 0-1 0 0,1 1 1 0 0,-1-1 4 0 0,1 1 1 0 0,-1 0-1 0 0,0 0 0 0 0,1 0 0 0 0,-1 0 1 0 0,0 0-1 0 0,0 0 0 0 0,0 1 0 0 0,0-1 1 0 0,0 0-1 0 0,2 3 0 0 0,20 47 266 0 0,-20-43-176 0 0,0 0-165 0 0,1 0 0 0 0,0 0 0 0 0,0-1 0 0 0,1 0 0 0 0,-1 1 0 0 0,1-2 0 0 0,1 1 0 0 0,0-1 0 0 0,11 11 0 0 0,-14-15-170 0 0,0 1 1 0 0,1-1-1 0 0,0 0 1 0 0,0 0 0 0 0,-1 0-1 0 0,1-1 1 0 0,0 0-1 0 0,0 1 1 0 0,5 0 0 0 0,-4-2-338 0 0,-1 1 1 0 0,1-1 0 0 0,0 0 0 0 0,-1 0-1 0 0,1-1 1 0 0,0 1 0 0 0,-1-1-1 0 0,1 0 1 0 0,6-2 0 0 0,2-3-5037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0.9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51 318 6449 0 0,'-14'-89'882'0'0,"-3"-26"2497"0"0,-3 2 4227 0 0,23 127-6655 0 0,16 79 2293 0 0,-10-53-3126 0 0,2 0-1 0 0,2-1 1 0 0,30 67-1 0 0,24 29 153 0 0,-9-18-1636 0 0,-17-40-5332 0 0,-29-56 145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1.1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92 3225 0 0,'0'0'51'0'0,"0"-1"1"0"0,0 1-1 0 0,1-1 1 0 0,-1 1 0 0 0,0-1-1 0 0,1 1 1 0 0,-1-1-1 0 0,0 1 1 0 0,1-1 0 0 0,-1 1-1 0 0,1-1 1 0 0,-1 1-1 0 0,1 0 1 0 0,-1-1-1 0 0,1 1 1 0 0,-1 0 0 0 0,1 0-1 0 0,-1-1 1 0 0,1 1-1 0 0,-1 0 1 0 0,1 0 0 0 0,0 0-1 0 0,-1-1 1 0 0,1 1-1 0 0,-1 0 1 0 0,1 0-1 0 0,0 0 1 0 0,29-10 435 0 0,-25 9-378 0 0,181-52-2511 0 0,-152 44 2566 0 0,1 0-174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1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242 9 3225 0 0,'-7'-2'477'0'0,"0"0"1"0"0,1 1-1 0 0,-1 0 1 0 0,0 0 0 0 0,0 0-1 0 0,0 1 1 0 0,0 0-1 0 0,0 0 1 0 0,0 0 0 0 0,0 1-1 0 0,0 0 1 0 0,0 1-1 0 0,0 0 1 0 0,0 0 0 0 0,1 0-1 0 0,-1 1 1 0 0,1 0-1 0 0,0 0 1 0 0,0 0 0 0 0,0 1-1 0 0,0 0 1 0 0,0 0-1 0 0,1 1 1 0 0,0 0-1 0 0,0 0 1 0 0,-6 7 0 0 0,4-5-162 0 0,1 0 1 0 0,0 1 0 0 0,1 0 0 0 0,-1 0 0 0 0,2 0 0 0 0,-1 0-1 0 0,1 1 1 0 0,0 0 0 0 0,1 0 0 0 0,0 0 0 0 0,0 0 0 0 0,1 0-1 0 0,1 1 1 0 0,-1-1 0 0 0,1 1 0 0 0,1-1 0 0 0,0 1 0 0 0,2 18-1 0 0,-1-22-292 0 0,1 0 1 0 0,0 0-1 0 0,0 0 0 0 0,0 0 0 0 0,1 0 0 0 0,0-1 0 0 0,0 1 0 0 0,0-1 0 0 0,1 0 0 0 0,0 0 0 0 0,0 0 0 0 0,0 0 1 0 0,1-1-1 0 0,6 6 0 0 0,-8-8-30 0 0,0 0 0 0 0,0 0-1 0 0,0-1 1 0 0,0 1 0 0 0,0-1 0 0 0,1 0 0 0 0,-1 0 0 0 0,0 0 0 0 0,0-1 0 0 0,1 1 0 0 0,-1-1 0 0 0,1 1 0 0 0,-1-1 0 0 0,0 0 0 0 0,1-1 0 0 0,-1 1 0 0 0,1 0 0 0 0,-1-1-1 0 0,0 0 1 0 0,0 0 0 0 0,1 0 0 0 0,-1 0 0 0 0,0 0 0 0 0,0-1 0 0 0,0 1 0 0 0,0-1 0 0 0,0 0 0 0 0,4-3 0 0 0,1-3 23 0 0,-1 1 1 0 0,0-1 0 0 0,0 0-1 0 0,-1 0 1 0 0,0 0 0 0 0,0-1-1 0 0,-1 0 1 0 0,0-1 0 0 0,-1 1-1 0 0,0-1 1 0 0,4-12 0 0 0,-2 6 175 0 0,1 0 0 0 0,16-29 1 0 0,-22 45-184 0 0,-1-1 1 0 0,0 1-1 0 0,1-1 1 0 0,-1 1-1 0 0,0-1 1 0 0,1 1-1 0 0,-1-1 1 0 0,0 1-1 0 0,1 0 1 0 0,-1-1-1 0 0,1 1 0 0 0,-1-1 1 0 0,1 1-1 0 0,-1 0 1 0 0,1 0-1 0 0,-1-1 1 0 0,1 1-1 0 0,0 0 1 0 0,-1 0-1 0 0,1 0 1 0 0,-1-1-1 0 0,1 1 1 0 0,-1 0-1 0 0,1 0 0 0 0,0 0 1 0 0,-1 0-1 0 0,1 0 1 0 0,0 0-1 0 0,14 12 98 0 0,9 32-216 0 0,-20-36 50 0 0,7 14-652 0 0,0-2 0 0 0,2 1-1 0 0,1-2 1 0 0,23 28 0 0 0,-17-26-6498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2.3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455 70 5985 0 0,'-18'-3'286'0'0,"0"1"0"0"0,0 0-1 0 0,0 2 1 0 0,0 0 0 0 0,1 1 0 0 0,-34 6-1 0 0,39-5-50 0 0,-25 3 293 0 0,1 2 0 0 0,-40 13 0 0 0,62-16-243 0 0,0 1-1 0 0,1 1 1 0 0,0 0 0 0 0,0 1 0 0 0,0 0-1 0 0,1 1 1 0 0,0 0 0 0 0,-16 15 0 0 0,28-23-248 0 0,0 0 0 0 0,-1 0 0 0 0,1 1 0 0 0,0-1 0 0 0,0 0 0 0 0,-1 0 1 0 0,1 0-1 0 0,0 1 0 0 0,0-1 0 0 0,0 0 0 0 0,0 0 0 0 0,-1 0 0 0 0,1 1 1 0 0,0-1-1 0 0,0 0 0 0 0,0 1 0 0 0,0-1 0 0 0,0 0 0 0 0,0 0 0 0 0,0 1 1 0 0,0-1-1 0 0,0 0 0 0 0,0 1 0 0 0,-1-1 0 0 0,2 0 0 0 0,-1 0 0 0 0,0 1 1 0 0,0-1-1 0 0,0 0 0 0 0,0 1 0 0 0,0-1 0 0 0,0 0 0 0 0,0 0 0 0 0,0 1 1 0 0,0-1-1 0 0,0 0 0 0 0,1 0 0 0 0,-1 1 0 0 0,0-1 0 0 0,0 0 0 0 0,0 0 1 0 0,1 1-1 0 0,14 4 1362 0 0,21-2 375 0 0,25-6-516 0 0,0-3-1 0 0,73-17 1 0 0,-47 7-697 0 0,498-89 941 0 0,-499 86-1396 0 0,-61 12-83 0 0,-1 1 1 0 0,1 2 0 0 0,0 0 0 0 0,0 1-1 0 0,0 2 1 0 0,30 2 0 0 0,-15 8 37 0 0,-38-8-238 0 0,0-1 0 0 0,0 1-1 0 0,-1 0 1 0 0,1-1 0 0 0,0 1-1 0 0,-1 0 1 0 0,1 0-1 0 0,-1 0 1 0 0,1 0 0 0 0,-1 1-1 0 0,1-1 1 0 0,-1 0 0 0 0,0 1-1 0 0,0-1 1 0 0,1 1-1 0 0,-1-1 1 0 0,0 1 0 0 0,1 2-1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2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53 3225 0 0,'-1'-1'153'0'0,"0"0"0"0"0,1 0 0 0 0,-1 0 0 0 0,1 0 0 0 0,-1 0 0 0 0,1-1 0 0 0,-1 1 0 0 0,1 0 1 0 0,0 0-1 0 0,-1 0 0 0 0,1-1 0 0 0,0 1 0 0 0,0 0 0 0 0,0 0 0 0 0,0 0 0 0 0,0-1 0 0 0,0 1 0 0 0,0 0 1 0 0,1 0-1 0 0,-1-1 0 0 0,0 1 0 0 0,1 0 0 0 0,-1 0 0 0 0,1 0 0 0 0,-1 0 0 0 0,1 0 0 0 0,-1-1 0 0 0,1 1 1 0 0,0 0-1 0 0,0 0 0 0 0,-1 1 0 0 0,1-1 0 0 0,0 0 0 0 0,0 0 0 0 0,0 0 0 0 0,0 0 0 0 0,0 1 0 0 0,2-2 0 0 0,-2 1 183 0 0,1 0-1 0 0,0 0 0 0 0,0 0 0 0 0,0 0 0 0 0,0 0 0 0 0,0 0 1 0 0,1 0-1 0 0,-1 1 0 0 0,0-1 0 0 0,0 1 0 0 0,0 0 0 0 0,0-1 0 0 0,1 1 1 0 0,-1 0-1 0 0,0 0 0 0 0,0 0 0 0 0,1 1 0 0 0,-1-1 0 0 0,0 1 1 0 0,0-1-1 0 0,4 2 0 0 0,6 7 132 0 0,-1 0 0 0 0,0 1 0 0 0,0 0-1 0 0,-1 1 1 0 0,0 0 0 0 0,-1 0 0 0 0,15 25 0 0 0,-2-4 17 0 0,-1-4-189 0 0,-1-3-5 0 0,-1 1 0 0 0,-1 0 0 0 0,-2 1 0 0 0,20 46-1 0 0,-33-66-246 0 0,0 1 0 0 0,0 0 0 0 0,-1 0 0 0 0,-1 0 0 0 0,1 0 0 0 0,-1 0 0 0 0,-1 0 0 0 0,1 0 0 0 0,-2 0 0 0 0,1 0 0 0 0,-1 1 0 0 0,0-1 0 0 0,0 0 0 0 0,-1 0 0 0 0,0 0 0 0 0,-1-1 0 0 0,0 1 0 0 0,0-1 0 0 0,0 1 0 0 0,-1-1 0 0 0,0 0 0 0 0,-10 12 0 0 0,2-5 28 0 0,-1-1 0 0 0,0 0 0 0 0,-1-1-1 0 0,-29 19 1 0 0,-24 21-1102 0 0,59-43-881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3.2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17 5985 0 0,'-9'-4'548'0'0,"-18"-7"28"0"0,15 9 2923 0 0,31 33 1282 0 0,-1 6-3819 0 0,-2 0 0 0 0,-1 1 0 0 0,-2 0 0 0 0,-1 1 0 0 0,6 43 1 0 0,18 204-644 0 0,-29-213-1100 0 0,-6-50-2066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3.5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73 10594 0 0,'18'-12'295'0'0,"0"1"1"0"0,1 1-1 0 0,27-11 0 0 0,-37 17 56 0 0,1 1 0 0 0,0 0 0 0 0,1 0-1 0 0,-1 1 1 0 0,0 0 0 0 0,1 1 0 0 0,-1 0 0 0 0,20 1 0 0 0,-29 0-275 0 0,1 0 1 0 0,-1 1-1 0 0,1-1 1 0 0,-1 0-1 0 0,0 0 1 0 0,1 1 0 0 0,-1-1-1 0 0,0 1 1 0 0,1-1-1 0 0,-1 1 1 0 0,0 0-1 0 0,1-1 1 0 0,-1 1 0 0 0,0 0-1 0 0,0 0 1 0 0,0 0-1 0 0,0 0 1 0 0,0 0 0 0 0,0 0-1 0 0,0 0 1 0 0,0 0-1 0 0,0 1 1 0 0,0 0-1 0 0,0 0-5 0 0,-1 1-1 0 0,1-1 0 0 0,-1 1 0 0 0,1-1 0 0 0,-1 0 0 0 0,0 1 1 0 0,0-1-1 0 0,0 1 0 0 0,0-1 0 0 0,0 1 0 0 0,-1-1 1 0 0,0 4-1 0 0,-4 8 132 0 0,0 0 0 0 0,-1-1 0 0 0,-12 22 0 0 0,13-26 7 0 0,-110 171 720 0 0,-2 5-98 0 0,114-180-784 0 0,1 0-1 0 0,-1 0 1 0 0,1 0-1 0 0,0 1 1 0 0,0-1-1 0 0,1 0 1 0 0,0 1-1 0 0,0-1 1 0 0,0 1-1 0 0,0 0 1 0 0,1 6-1 0 0,0-10-29 0 0,1 0-1 0 0,0 0 0 0 0,-1 0 0 0 0,1 1 0 0 0,0-1 0 0 0,0 0 0 0 0,0 0 0 0 0,0 0 0 0 0,0 0 0 0 0,0 0 0 0 0,1-1 0 0 0,-1 1 0 0 0,1 0 0 0 0,-1-1 1 0 0,1 1-1 0 0,0-1 0 0 0,0 1 0 0 0,-1-1 0 0 0,1 0 0 0 0,0 1 0 0 0,0-1 0 0 0,0 0 0 0 0,1-1 0 0 0,-1 1 0 0 0,0 0 0 0 0,0 0 0 0 0,0-1 0 0 0,0 0 0 0 0,1 1 1 0 0,2-1-1 0 0,13 2-285 0 0,0-2 0 0 0,0 0 0 0 0,0-1 0 0 0,0-1 0 0 0,-1 0 1 0 0,19-6-1 0 0,3 2-287 0 0,0-1-511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4.2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1 8290 0 0,'-13'19'496'0'0,"0"2"0"0"0,1 0 1 0 0,2 0-1 0 0,0 1 0 0 0,-11 36 0 0 0,10-21 125 0 0,2 0 0 0 0,-7 66-1 0 0,14-77-372 0 0,1-1-1 0 0,1 0 0 0 0,1 1 0 0 0,1-1 1 0 0,2 0-1 0 0,0 0 0 0 0,16 47 0 0 0,-20-72-267 0 0,0 0 0 0 0,0 1 0 0 0,0-1-1 0 0,0 0 1 0 0,0 0 0 0 0,0 0 0 0 0,0 0 0 0 0,0 1-1 0 0,0-1 1 0 0,0 0 0 0 0,0 0 0 0 0,0 0 0 0 0,0 0-1 0 0,0 0 1 0 0,0 0 0 0 0,1 1 0 0 0,-1-1 0 0 0,0 0-1 0 0,0 0 1 0 0,0 0 0 0 0,0 0 0 0 0,0 0-1 0 0,0 0 1 0 0,1 0 0 0 0,-1 0 0 0 0,0 0 0 0 0,0 1-1 0 0,0-1 1 0 0,0 0 0 0 0,0 0 0 0 0,1 0 0 0 0,-1 0-1 0 0,0 0 1 0 0,0 0 0 0 0,0 0 0 0 0,0 0 0 0 0,1 0-1 0 0,-1 0 1 0 0,0 0 0 0 0,0 0 0 0 0,0 0 0 0 0,0 0-1 0 0,0 0 1 0 0,1-1 0 0 0,-1 1 0 0 0,0 0 0 0 0,0 0-1 0 0,0 0 1 0 0,1 0 0 0 0,6-10-921 0 0,5-17-1011 0 0,-11 26 1700 0 0,5-15-889 0 0,-2 1 0 0 0,0-1 0 0 0,0 1 0 0 0,-1-1 0 0 0,1-27 0 0 0,-6-85-538 0 0,-1 83 3641 0 0,5-51 0 0 0,-1 76-957 0 0,4-32 1578 0 0,-4 49-2192 0 0,-1-1 0 0 0,1 1-1 0 0,0 0 1 0 0,0-1 0 0 0,0 1-1 0 0,1 0 1 0 0,-1 0 0 0 0,1-1-1 0 0,-1 1 1 0 0,1 0-1 0 0,3-3 1 0 0,-5 6-300 0 0,1 0 0 0 0,-1 0 0 0 0,1 0-1 0 0,-1 0 1 0 0,1 0 0 0 0,-1 1 0 0 0,0-1 0 0 0,1 0 0 0 0,-1 0 0 0 0,1 0-1 0 0,-1 0 1 0 0,1 0 0 0 0,-1 1 0 0 0,0-1 0 0 0,1 0 0 0 0,-1 0-1 0 0,0 1 1 0 0,1-1 0 0 0,-1 0 0 0 0,0 1 0 0 0,1-1 0 0 0,-1 0-1 0 0,0 1 1 0 0,1-1 0 0 0,-1 0 0 0 0,0 1 0 0 0,0-1 0 0 0,0 1 0 0 0,1-1-1 0 0,-1 0 1 0 0,0 1 0 0 0,0-1 0 0 0,0 1 0 0 0,0-1 0 0 0,0 1-1 0 0,9 21 634 0 0,-8-20-429 0 0,25 74 1724 0 0,-17-45-1599 0 0,2-1 1 0 0,23 47 0 0 0,-29-69-401 0 0,0 1 1 0 0,1-1-1 0 0,0 0 1 0 0,0 0 0 0 0,0 0-1 0 0,1-1 1 0 0,1 0 0 0 0,-1-1-1 0 0,1 1 1 0 0,0-2 0 0 0,0 1-1 0 0,16 7 1 0 0,-22-12-34 0 0,0 0 0 0 0,-1 0 0 0 0,1 0 0 0 0,0-1 1 0 0,0 1-1 0 0,0-1 0 0 0,0 1 0 0 0,0-1 0 0 0,0 0 1 0 0,0 0-1 0 0,0 0 0 0 0,0 0 0 0 0,0 0 0 0 0,0 0 0 0 0,0 0 1 0 0,0 0-1 0 0,0-1 0 0 0,0 1 0 0 0,0-1 0 0 0,0 0 0 0 0,-1 0 1 0 0,1 1-1 0 0,0-1 0 0 0,0 0 0 0 0,-1-1 0 0 0,1 1 1 0 0,0 0-1 0 0,-1 0 0 0 0,1-1 0 0 0,-1 1 0 0 0,0-1 0 0 0,1 1 1 0 0,-1-1-1 0 0,0 1 0 0 0,0-1 0 0 0,0 0 0 0 0,0 0 0 0 0,0 1 1 0 0,0-1-1 0 0,0-3 0 0 0,4-10 20 0 0,0 1 0 0 0,-2-1 0 0 0,0 0 0 0 0,2-21-1 0 0,-2 14 116 0 0,-1 12-74 0 0,1-13 136 0 0,13-42 0 0 0,-14 60-168 0 0,-1 1 1 0 0,1 0-1 0 0,0-1 1 0 0,-1 1 0 0 0,2 0-1 0 0,-1 0 1 0 0,1 0-1 0 0,-1 0 1 0 0,1 1 0 0 0,0-1-1 0 0,0 1 1 0 0,1-1-1 0 0,-1 1 1 0 0,1 0 0 0 0,-1 0-1 0 0,6-2 1 0 0,-8 4 6 0 0,1 1 0 0 0,-1-1 0 0 0,1 1 0 0 0,-1 0 0 0 0,1 0 0 0 0,-1-1 0 0 0,1 1 0 0 0,0 0 0 0 0,-1 0 0 0 0,1 0 0 0 0,-1 1 0 0 0,1-1 0 0 0,-1 0 0 0 0,1 1 0 0 0,-1-1 0 0 0,1 1 0 0 0,-1-1 0 0 0,1 1 0 0 0,-1 0 0 0 0,1-1 0 0 0,-1 1 0 0 0,0 0 0 0 0,1 0 0 0 0,-1 0 0 0 0,0 0 0 0 0,0 0 0 0 0,0 1 0 0 0,0-1 1 0 0,0 0-1 0 0,0 0 0 0 0,0 1 0 0 0,0-1 0 0 0,0 2 0 0 0,5 7 34 0 0,-1 0 0 0 0,0 0 0 0 0,5 17 1 0 0,-8-20-10 0 0,84 206-228 0 0,-29-79-4126 0 0,-46-107-2786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4.6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164 45 3225 0 0,'2'-23'-41'0'0,"-2"22"271"0"0,0 0 1 0 0,0 0-1 0 0,-1 0 0 0 0,1 0 1 0 0,0 0-1 0 0,-1 0 0 0 0,1 0 1 0 0,0 0-1 0 0,-1 1 0 0 0,0-1 1 0 0,1 0-1 0 0,-1 0 0 0 0,1 0 1 0 0,-1 0-1 0 0,0 1 0 0 0,1-1 1 0 0,-1 0-1 0 0,0 1 0 0 0,0-1 1 0 0,0 0-1 0 0,-1 0 0 0 0,0 1 169 0 0,-1-1 0 0 0,1 1-1 0 0,0-1 1 0 0,-1 1-1 0 0,1 0 1 0 0,-1 0-1 0 0,1 0 1 0 0,-1 0-1 0 0,1 0 1 0 0,-1 1-1 0 0,1-1 1 0 0,0 1-1 0 0,-1 0 1 0 0,1-1-1 0 0,0 1 1 0 0,-1 0-1 0 0,1 0 1 0 0,-3 2-1 0 0,-3 2-117 0 0,0 0-1 0 0,1 0 0 0 0,-1 1 0 0 0,1 0 0 0 0,0 0 0 0 0,1 1 0 0 0,-1 0 0 0 0,1 0 1 0 0,1 0-1 0 0,-1 1 0 0 0,1 0 0 0 0,-6 13 0 0 0,9-17-161 0 0,0 1 1 0 0,0 0-1 0 0,0 0 0 0 0,1-1 0 0 0,-1 1 0 0 0,1 0 0 0 0,0 0 1 0 0,1 0-1 0 0,-1 0 0 0 0,1 0 0 0 0,0 0 0 0 0,1 0 1 0 0,-1 0-1 0 0,1 0 0 0 0,0 0 0 0 0,0 0 0 0 0,0 0 1 0 0,1 0-1 0 0,0 0 0 0 0,0-1 0 0 0,0 1 0 0 0,0-1 0 0 0,1 1 1 0 0,4 5-1 0 0,7 5-183 0 0,1-1 0 0 0,1 0-1 0 0,0-1 1 0 0,0-1 0 0 0,1 0 0 0 0,22 10 0 0 0,-15-7-33 0 0,0 0 0 0 0,28 24 0 0 0,-51-38 97 0 0,1 0 0 0 0,-1 0 1 0 0,1 0-1 0 0,-1 0 0 0 0,0 1 1 0 0,1-1-1 0 0,-1 0 0 0 0,0 1 1 0 0,0-1-1 0 0,0 1 0 0 0,0-1 1 0 0,0 1-1 0 0,-1 0 0 0 0,1-1 1 0 0,0 1-1 0 0,-1 0 0 0 0,1 0 1 0 0,-1-1-1 0 0,0 1 0 0 0,1 0 1 0 0,-1 0-1 0 0,0 0 0 0 0,0-1 1 0 0,0 1-1 0 0,0 0 1 0 0,-1 0-1 0 0,1 0 0 0 0,0-1 1 0 0,-1 1-1 0 0,1 0 0 0 0,-1 0 1 0 0,0-1-1 0 0,1 1 0 0 0,-1 0 1 0 0,0-1-1 0 0,0 1 0 0 0,0-1 1 0 0,0 1-1 0 0,-1-1 0 0 0,1 0 1 0 0,0 1-1 0 0,0-1 0 0 0,-1 0 1 0 0,1 0-1 0 0,-4 2 0 0 0,-7 6 81 0 0,-1-1-1 0 0,0-1 0 0 0,0 0 1 0 0,-21 8-1 0 0,22-10-191 0 0,-9 4-1087 0 0,0-1-3778 0 0,1 0-1835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0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205 61 3681 0 0,'-8'0'813'0'0,"0"1"1"0"0,-1 0-1 0 0,1 0 0 0 0,0 1 1 0 0,0 0-1 0 0,0 0 0 0 0,0 1 1 0 0,0 0-1 0 0,0 1 1 0 0,-11 6-1 0 0,11-5-261 0 0,0 1 0 0 0,0 0 1 0 0,0 1-1 0 0,1-1 0 0 0,0 1 1 0 0,1 1-1 0 0,-1-1 0 0 0,-8 15 0 0 0,11-16-425 0 0,0 1-1 0 0,0 0 1 0 0,1 0 0 0 0,0 0-1 0 0,0 0 1 0 0,1 1-1 0 0,0-1 1 0 0,0 1-1 0 0,1 0 1 0 0,0-1-1 0 0,0 1 1 0 0,0 0-1 0 0,1 0 1 0 0,1-1-1 0 0,-1 1 1 0 0,1 0 0 0 0,1-1-1 0 0,-1 1 1 0 0,1 0-1 0 0,0-1 1 0 0,1 0-1 0 0,0 1 1 0 0,0-1-1 0 0,1 0 1 0 0,5 8-1 0 0,-5-10-106 0 0,0 0-1 0 0,0 0 0 0 0,0 0 1 0 0,1-1-1 0 0,0 0 0 0 0,0 0 1 0 0,0 0-1 0 0,0 0 0 0 0,1-1 1 0 0,0 0-1 0 0,-1 0 0 0 0,1 0 1 0 0,0-1-1 0 0,0 1 0 0 0,1-2 1 0 0,-1 1-1 0 0,0-1 0 0 0,1 0 1 0 0,-1 0-1 0 0,1 0 0 0 0,-1-1 1 0 0,0 0-1 0 0,1-1 0 0 0,-1 1 1 0 0,1-1-1 0 0,-1-1 0 0 0,0 1 0 0 0,1-1 1 0 0,-1 0-1 0 0,0 0 0 0 0,0-1 1 0 0,0 0-1 0 0,-1 0 0 0 0,1 0 1 0 0,-1-1-1 0 0,1 1 0 0 0,-1-1 1 0 0,0-1-1 0 0,-1 1 0 0 0,6-7 1 0 0,-2 1 33 0 0,0-1 1 0 0,-1 0 0 0 0,0-1 0 0 0,-1 0 0 0 0,0 0-1 0 0,-1 0 1 0 0,0-1 0 0 0,-1 1 0 0 0,-1-1 0 0 0,0 0-1 0 0,0 0 1 0 0,-2-1 0 0 0,1-17 0 0 0,-1 23-49 0 0,-1 0 0 0 0,-1 0 1 0 0,1-1-1 0 0,-2 1 0 0 0,1 1 1 0 0,-1-1-1 0 0,0 0 0 0 0,0 0 1 0 0,-1 1-1 0 0,0-1 1 0 0,-1 1-1 0 0,1 0 0 0 0,-1 0 1 0 0,-1 0-1 0 0,1 0 0 0 0,-1 1 1 0 0,-1 0-1 0 0,1 0 0 0 0,-1 0 1 0 0,0 1-1 0 0,0 0 0 0 0,0 0 1 0 0,-10-6-1 0 0,12 9-135 0 0,-1 0 0 0 0,1 1 0 0 0,-1-1 0 0 0,1 1 0 0 0,-1-1 0 0 0,1 1 0 0 0,-1 1 0 0 0,1-1 0 0 0,-1 1 0 0 0,0 0 0 0 0,0 0 0 0 0,1 0 0 0 0,-1 0 0 0 0,0 1 0 0 0,1 0 0 0 0,-9 2 0 0 0,6 0-501 0 0,1-1-1 0 0,-1 1 1 0 0,1 0 0 0 0,0 1-1 0 0,0 0 1 0 0,-9 6 0 0 0,-2 5-5332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125 129 5529 0 0,'1'-19'-536'0'0,"1"-24"2910"0"0,-2 39-1799 0 0,0 0-1 0 0,0 0 1 0 0,-1 0 0 0 0,1 0-1 0 0,-1 0 1 0 0,0 0-1 0 0,0 0 1 0 0,-1 0-1 0 0,1 0 1 0 0,-1 1 0 0 0,0-1-1 0 0,0 1 1 0 0,-4-6-1 0 0,6 8-485 0 0,-1 0 0 0 0,0 1 0 0 0,1-1 0 0 0,-1 1 0 0 0,0-1 0 0 0,1 1 0 0 0,-1-1 0 0 0,0 1-1 0 0,0-1 1 0 0,0 1 0 0 0,0 0 0 0 0,1 0 0 0 0,-1-1 0 0 0,0 1 0 0 0,0 0 0 0 0,0 0 0 0 0,0 0 0 0 0,0 0-1 0 0,0 0 1 0 0,1 0 0 0 0,-1 0 0 0 0,0 0 0 0 0,0 0 0 0 0,0 0 0 0 0,0 1 0 0 0,0-1 0 0 0,0 0 0 0 0,1 0-1 0 0,-1 1 1 0 0,0-1 0 0 0,0 1 0 0 0,0-1 0 0 0,1 1 0 0 0,-1-1 0 0 0,0 1 0 0 0,1-1 0 0 0,-1 1 0 0 0,0 0-1 0 0,1-1 1 0 0,-1 1 0 0 0,1 0 0 0 0,-1 0 0 0 0,1-1 0 0 0,-1 1 0 0 0,0 1 0 0 0,-21 38 1109 0 0,12-13-888 0 0,1 1 0 0 0,1 0 1 0 0,1 1-1 0 0,1-1 0 0 0,-2 39 0 0 0,6-16-150 0 0,1 0 0 0 0,8 62 0 0 0,-3-76-238 0 0,3 0 0 0 0,1 0 0 0 0,1 0 0 0 0,3-1 0 0 0,0-1 0 0 0,3 0 0 0 0,0-1 1 0 0,3 0-1 0 0,23 34 0 0 0,-37-62-268 0 0,1-1 1 0 0,-1 1 0 0 0,1-1 0 0 0,0 0-1 0 0,8 6 1 0 0,-10-9-737 0 0,1 1 1 0 0,-1-1-1 0 0,1 0 0 0 0,-1-1 1 0 0,1 1-1 0 0,6 1 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5.4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51 276 9674 0 0,'-3'-2'234'0'0,"-1"0"0"0"0,1 0 0 0 0,0 0 0 0 0,0 0 0 0 0,0 0 0 0 0,0 0 0 0 0,1-1 0 0 0,-1 0 0 0 0,1 1 0 0 0,-1-1 0 0 0,1 0 0 0 0,0 0 0 0 0,0 0 0 0 0,0 0 0 0 0,0-1 0 0 0,1 1 0 0 0,-1 0 0 0 0,1-1 0 0 0,0 1 0 0 0,0-1 0 0 0,0 0 0 0 0,1 1 0 0 0,-1-1 0 0 0,1 0 0 0 0,0 1 0 0 0,0-1 0 0 0,0 0 0 0 0,0 1 1 0 0,1-1-1 0 0,-1 0 0 0 0,1 1 0 0 0,0-1 0 0 0,0 1 0 0 0,1-1 0 0 0,-1 1 0 0 0,1 0 0 0 0,1-4 0 0 0,3-2-82 0 0,0 1 0 0 0,1 0 1 0 0,-1 0-1 0 0,2 0 0 0 0,-1 1 0 0 0,1 0 1 0 0,0 1-1 0 0,0 0 0 0 0,1 0 1 0 0,0 0-1 0 0,16-7 0 0 0,7-1-1394 0 0,1 1-1 0 0,37-10 0 0 0,-29 12-4885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6.1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389 194 1928 0 0,'0'-14'976'0'0,"-1"0"0"0"0,-1 1 0 0 0,0-1 0 0 0,-1 1 0 0 0,-7-21-1 0 0,8 28-319 0 0,0 0 0 0 0,-1 0-1 0 0,0 0 1 0 0,0 0-1 0 0,0 1 1 0 0,-1-1-1 0 0,1 1 1 0 0,-1-1-1 0 0,-1 1 1 0 0,1 1-1 0 0,-1-1 1 0 0,1 1-1 0 0,-10-7 1 0 0,9 9-448 0 0,0 0 0 0 0,0 0 0 0 0,0 1 0 0 0,0 0 0 0 0,0 0 0 0 0,0 1 0 0 0,0-1 0 0 0,0 1 0 0 0,0 0 0 0 0,0 0 0 0 0,0 1 0 0 0,-1-1 0 0 0,1 1 0 0 0,0 0 0 0 0,0 0 0 0 0,1 1 1 0 0,-1 0-1 0 0,0 0 0 0 0,0 0 0 0 0,1 0 0 0 0,-1 1 0 0 0,-3 3 0 0 0,-7 3-82 0 0,1 1 1 0 0,0 1 0 0 0,1 0 0 0 0,0 1-1 0 0,-13 14 1 0 0,12-9-79 0 0,0 1-1 0 0,1 0 1 0 0,1 1-1 0 0,-11 21 1 0 0,19-32-33 0 0,1-1 1 0 0,-1 1-1 0 0,2 0 0 0 0,-1 0 1 0 0,1 0-1 0 0,0 0 0 0 0,1 0 1 0 0,0 0-1 0 0,0 1 1 0 0,1-1-1 0 0,0 1 0 0 0,0-1 1 0 0,1 0-1 0 0,1 9 0 0 0,-1-15-27 0 0,-1 1 0 0 0,1-1 1 0 0,0 0-1 0 0,-1 0 0 0 0,1 0 0 0 0,0 0 0 0 0,0 0 0 0 0,0 0 0 0 0,1 0 0 0 0,-1 0 1 0 0,0 0-1 0 0,1 0 0 0 0,-1-1 0 0 0,1 1 0 0 0,0-1 0 0 0,-1 1 0 0 0,1-1 0 0 0,0 1 0 0 0,0-1 1 0 0,3 2-1 0 0,-2-3-14 0 0,0 1 1 0 0,0 0-1 0 0,0-1 1 0 0,0 0-1 0 0,0 0 0 0 0,0 0 1 0 0,0 0-1 0 0,0 0 1 0 0,0 0-1 0 0,0-1 1 0 0,0 1-1 0 0,0-1 1 0 0,4-2-1 0 0,7-2-111 0 0,-1-2 1 0 0,0 1-1 0 0,-1-2 1 0 0,0 0-1 0 0,12-10 0 0 0,-7 3 54 0 0,-1 0 0 0 0,-1-1 0 0 0,0-1 0 0 0,-2-1 0 0 0,1 0 0 0 0,-2-1 0 0 0,12-25 1 0 0,-3 8 639 0 0,-20 35-545 0 0,-1 0 1 0 0,1 0 0 0 0,-1 0 0 0 0,1 0 0 0 0,0 0 0 0 0,-1 0 0 0 0,1 0-1 0 0,0 0 1 0 0,0 0 0 0 0,0 0 0 0 0,0 0 0 0 0,0 1 0 0 0,0-1-1 0 0,0 0 1 0 0,0 1 0 0 0,0-1 0 0 0,0 1 0 0 0,0-1 0 0 0,0 1 0 0 0,0-1-1 0 0,0 1 1 0 0,2-1 0 0 0,-2 1 12 0 0,0 1-1 0 0,0-1 1 0 0,1 1-1 0 0,-1-1 1 0 0,-1 1-1 0 0,1-1 1 0 0,0 1-1 0 0,0-1 1 0 0,0 1-1 0 0,0 0 1 0 0,0 0-1 0 0,0-1 1 0 0,-1 1 0 0 0,1 0-1 0 0,0 0 1 0 0,-1 0-1 0 0,1 0 1 0 0,-1 0-1 0 0,2 1 1 0 0,3 9 180 0 0,-1 0 0 0 0,0 0 1 0 0,4 19-1 0 0,-6-21-168 0 0,2 6-345 0 0,1 0 0 0 0,0 0 0 0 0,1-1 0 0 0,0 1 0 0 0,1-1 0 0 0,1 0-1 0 0,0-1 1 0 0,15 19 0 0 0,0-7-7041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6.8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281 44 4145 0 0,'0'-2'163'0'0,"0"0"1"0"0,0 1 0 0 0,0-1-1 0 0,0 0 1 0 0,-1 1-1 0 0,1-1 1 0 0,0 1-1 0 0,-1-1 1 0 0,1 0 0 0 0,-1 1-1 0 0,0-1 1 0 0,0 1-1 0 0,1 0 1 0 0,-1-1-1 0 0,0 1 1 0 0,0-1 0 0 0,0 1-1 0 0,0 0 1 0 0,-3-2-1 0 0,2 1 164 0 0,-1 1 0 0 0,1-1-1 0 0,-1 1 1 0 0,0 0-1 0 0,1 0 1 0 0,-1 0 0 0 0,0 0-1 0 0,0 1 1 0 0,0-1 0 0 0,0 1-1 0 0,-3-1 1 0 0,-4 1 208 0 0,1 1 1 0 0,-1 0 0 0 0,0 0-1 0 0,1 1 1 0 0,-1 0 0 0 0,1 1-1 0 0,0 0 1 0 0,-1 0 0 0 0,1 1-1 0 0,1 0 1 0 0,-1 1-1 0 0,1 0 1 0 0,0 0 0 0 0,0 1-1 0 0,-12 10 1 0 0,14-10-397 0 0,-1 0-1 0 0,1 0 1 0 0,0 0-1 0 0,0 1 1 0 0,1-1 0 0 0,0 2-1 0 0,0-1 1 0 0,1 0-1 0 0,0 1 1 0 0,0 0 0 0 0,1 0-1 0 0,0 0 1 0 0,0 0-1 0 0,1 0 1 0 0,0 1 0 0 0,1-1-1 0 0,-2 18 1 0 0,4-21-146 0 0,0 0-1 0 0,0 0 1 0 0,0 0 0 0 0,0 0 0 0 0,1 0 0 0 0,0 0 0 0 0,0-1-1 0 0,0 1 1 0 0,1 0 0 0 0,0-1 0 0 0,0 0 0 0 0,0 1-1 0 0,0-1 1 0 0,0-1 0 0 0,1 1 0 0 0,0 0 0 0 0,0-1 0 0 0,6 5-1 0 0,30 14-6347 0 0,-17-12-488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7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268 11 11979 0 0,'-4'-2'458'0'0,"0"1"-1"0"0,-1-1 1 0 0,1 1 0 0 0,0-1 0 0 0,0 1 0 0 0,-1 1 0 0 0,1-1 0 0 0,-1 1 0 0 0,1-1 0 0 0,-1 1 0 0 0,-6 1 0 0 0,-50 8 2366 0 0,53-6-2721 0 0,0-1 0 0 0,0 1 0 0 0,0 1 1 0 0,0 0-1 0 0,1 0 0 0 0,-1 0 1 0 0,1 1-1 0 0,0 0 0 0 0,1 0 0 0 0,-1 1 1 0 0,1 0-1 0 0,0 0 0 0 0,1 0 0 0 0,-1 1 1 0 0,1 0-1 0 0,0 0 0 0 0,1 0 0 0 0,0 1 1 0 0,0-1-1 0 0,1 1 0 0 0,-1 0 1 0 0,2 0-1 0 0,-1 0 0 0 0,-1 13 0 0 0,2-13-179 0 0,1 0 0 0 0,0 0-1 0 0,0 0 1 0 0,1 0 0 0 0,0 0-1 0 0,1 0 1 0 0,-1 0 0 0 0,2 0-1 0 0,-1 0 1 0 0,1 0 0 0 0,0-1 0 0 0,0 1-1 0 0,1 0 1 0 0,0-1 0 0 0,1 0-1 0 0,0 0 1 0 0,0 0 0 0 0,0 0-1 0 0,1 0 1 0 0,0-1 0 0 0,0 0-1 0 0,1 0 1 0 0,-1 0 0 0 0,1-1-1 0 0,13 9 1 0 0,-8-7-1317 0 0,0 0 0 0 0,0 0 0 0 0,1-2 0 0 0,0 1 0 0 0,0-1 0 0 0,0-1 0 0 0,1 0 0 0 0,20 3 0 0 0,-20-8 1181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7.6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0 275 5529 0 0,'0'5'5364'0'0,"9"-2"-2482"0"0,13-3-1581 0 0,-20 0-1383 0 0,2-1 276 0 0,1-1 1 0 0,0 1-1 0 0,-1-1 0 0 0,1 0 1 0 0,-1 0-1 0 0,0-1 1 0 0,1 1-1 0 0,-1-1 0 0 0,-1 0 1 0 0,1 0-1 0 0,0 0 1 0 0,-1-1-1 0 0,1 1 0 0 0,-1-1 1 0 0,3-5-1 0 0,0 1-95 0 0,0-1 0 0 0,-1 0 0 0 0,0 0 1 0 0,0-1-1 0 0,5-17 0 0 0,-6 14-6 0 0,-1-1 1 0 0,0 0 0 0 0,-1 0-1 0 0,1-19 1 0 0,-3 30-34 0 0,0 0 0 0 0,1 0 0 0 0,-1 0 0 0 0,-1 0 0 0 0,1 0 0 0 0,0 0 0 0 0,-1 0 0 0 0,1 0 0 0 0,-1 0-1 0 0,0 0 1 0 0,0 0 0 0 0,0 0 0 0 0,-1 0 0 0 0,1 0 0 0 0,-1 1 0 0 0,1-1 0 0 0,-1 1 0 0 0,0-1 0 0 0,0 1 0 0 0,0 0 0 0 0,0-1 0 0 0,0 1 0 0 0,-1 0 0 0 0,1 0 0 0 0,-6-3 0 0 0,7 5-14 0 0,0-1 0 0 0,-1 1-1 0 0,1 0 1 0 0,0-1 0 0 0,-1 1 0 0 0,1 0 0 0 0,0 0 0 0 0,0 0 0 0 0,-1 0 0 0 0,1 0 0 0 0,0 0 0 0 0,-1 0 0 0 0,1 0-1 0 0,0 0 1 0 0,-1 1 0 0 0,1-1 0 0 0,0 1 0 0 0,0-1 0 0 0,-1 1 0 0 0,1-1 0 0 0,0 1 0 0 0,-2 1 0 0 0,1 0 11 0 0,-1 0 1 0 0,1 1-1 0 0,0-1 1 0 0,0 0 0 0 0,0 1-1 0 0,0-1 1 0 0,1 1 0 0 0,-1 0-1 0 0,-1 4 1 0 0,0 1-6 0 0,0 0 0 0 0,1 1-1 0 0,-1-1 1 0 0,2 0 0 0 0,-1 1 0 0 0,1 10 0 0 0,1-11-54 0 0,0-1 1 0 0,1 0-1 0 0,0 0 1 0 0,0 0-1 0 0,1 1 1 0 0,0-1-1 0 0,0 0 1 0 0,1-1 0 0 0,0 1-1 0 0,0 0 1 0 0,1-1-1 0 0,-1 0 1 0 0,1 0-1 0 0,1 0 1 0 0,-1 0-1 0 0,1 0 1 0 0,0-1-1 0 0,0 0 1 0 0,1 0-1 0 0,-1-1 1 0 0,9 6-1 0 0,-8-6-824 0 0,1-1-1 0 0,0 1 0 0 0,0-1 1 0 0,0-1-1 0 0,0 1 1 0 0,0-1-1 0 0,14 2 0 0 0,3-2-6086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93 920 0 0,'2'-3'530'0'0,"-1"0"-1"0"0,1 1 1 0 0,-1-1-1 0 0,0 0 1 0 0,0 0-1 0 0,0 0 1 0 0,0-1 0 0 0,-1 1-1 0 0,1 0 1 0 0,-1 0-1 0 0,0 0 1 0 0,0 0-1 0 0,0-1 1 0 0,0 1-1 0 0,-2-6 1 0 0,2 4 1034 0 0,0 1 0 0 0,-1-1 1 0 0,2 0-1 0 0,-1 0 0 0 0,2-9 1 0 0,-5 24-233 0 0,1 1 0 0 0,0-1 0 0 0,-1 21 1 0 0,5 77-1378 0 0,-1-81 515 0 0,6 46-250 0 0,30 134 1 0 0,0-2-2143 0 0,-33-171 1299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1 213 9218 0 0,'5'-1'611'0'0,"0"0"0"0"0,0 0 0 0 0,0 0-1 0 0,1-1 1 0 0,-1 1 0 0 0,-1-1 0 0 0,1-1 0 0 0,0 1 0 0 0,7-5 0 0 0,38-30 3366 0 0,-45 33-3830 0 0,0-1-1 0 0,0 0 0 0 0,-1 0 1 0 0,0-1-1 0 0,0 1 1 0 0,-1-1-1 0 0,1 0 0 0 0,-1 0 1 0 0,0 0-1 0 0,-1 0 1 0 0,3-9-1 0 0,-4 12-118 0 0,0 1 0 0 0,-1 0 0 0 0,1-1 0 0 0,-1 1 0 0 0,1 0 0 0 0,-1-1 0 0 0,0 1 1 0 0,0-1-1 0 0,0 1 0 0 0,0-1 0 0 0,-1 1 0 0 0,1 0 0 0 0,0-1 0 0 0,-1 1 0 0 0,0 0 0 0 0,0-1 0 0 0,0 1 0 0 0,0 0 0 0 0,0 0 0 0 0,0 0 0 0 0,0 0 0 0 0,-1 0 1 0 0,1 0-1 0 0,-1 0 0 0 0,1 0 0 0 0,-1 0 0 0 0,0 1 0 0 0,0-1 0 0 0,1 0 0 0 0,-1 1 0 0 0,0 0 0 0 0,-1-1 0 0 0,1 1 0 0 0,-4-1 0 0 0,3 1-10 0 0,1 0 0 0 0,-1 0-1 0 0,0 0 1 0 0,1 0-1 0 0,-1 1 1 0 0,0-1-1 0 0,0 1 1 0 0,1 0-1 0 0,-1 0 1 0 0,0 0 0 0 0,0 0-1 0 0,0 1 1 0 0,1-1-1 0 0,-1 1 1 0 0,0-1-1 0 0,0 1 1 0 0,1 0 0 0 0,-1 0-1 0 0,-4 3 1 0 0,3-2-12 0 0,1 1 0 0 0,-1 0 1 0 0,1 0-1 0 0,0 0 1 0 0,0 1-1 0 0,0-1 0 0 0,1 1 1 0 0,-1-1-1 0 0,1 1 0 0 0,-1 0 1 0 0,-1 6-1 0 0,0-1-22 0 0,0 1 0 0 0,1 0 0 0 0,1-1-1 0 0,0 1 1 0 0,0 0 0 0 0,0 0 0 0 0,2 0-1 0 0,-1 0 1 0 0,1 0 0 0 0,2 16 0 0 0,1-16-5 0 0,0 0-1 0 0,1 0 1 0 0,0 0 0 0 0,0 0 0 0 0,1-1 0 0 0,0 0 0 0 0,1 0 0 0 0,0 0-1 0 0,0-1 1 0 0,1 0 0 0 0,0 0 0 0 0,15 12 0 0 0,-14-13-485 0 0,1 0-1 0 0,0-1 1 0 0,0-1 0 0 0,11 6 0 0 0,5-1-6554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8.9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5 123 5529 0 0,'0'0'189'0'0,"-1"-1"0"0"0,0 0 0 0 0,1 0 0 0 0,-1 0 0 0 0,1 0 0 0 0,0 0 0 0 0,-1 0 0 0 0,1 0 0 0 0,0 0 0 0 0,-1 0 0 0 0,1 0 0 0 0,0-1 0 0 0,0 1 0 0 0,0 0 0 0 0,0 0 0 0 0,0 0 0 0 0,0 0 0 0 0,0 0 0 0 0,1 0 0 0 0,-1 0 0 0 0,0 0 0 0 0,0 0 0 0 0,1 0 0 0 0,-1 0 0 0 0,1 0 0 0 0,0-2-1 0 0,0 2 111 0 0,1 0-1 0 0,-1 1 0 0 0,1-1 0 0 0,0 0 0 0 0,-1 0 0 0 0,1 1 0 0 0,-1-1 0 0 0,1 1 0 0 0,0-1 0 0 0,-1 1 0 0 0,1-1 0 0 0,0 1 0 0 0,0 0 0 0 0,-1 0 1 0 0,1 0-1 0 0,0 0 0 0 0,2 1 0 0 0,1-1-99 0 0,0 1 0 0 0,1 0-1 0 0,-1 0 1 0 0,0 0 0 0 0,0 1 0 0 0,0 0 0 0 0,0 0 0 0 0,0 0 0 0 0,0 0 0 0 0,-1 1 0 0 0,1 0-1 0 0,4 3 1 0 0,3 4 409 0 0,-1 1 0 0 0,18 20 0 0 0,1 2 1287 0 0,-31-34-1803 0 0,0-1-1 0 0,1 1 1 0 0,-1-1 0 0 0,1 1-1 0 0,-1-1 1 0 0,1 1 0 0 0,0-1 0 0 0,0 1-1 0 0,0-1 1 0 0,0 0 0 0 0,0 1 0 0 0,0-1-1 0 0,0 1 1 0 0,0-1 0 0 0,1 0 0 0 0,-1 1-1 0 0,1-3 1 0 0,10-27-75 0 0,-6 20-255 0 0,1 1 0 0 0,0 0 0 0 0,1 0-1 0 0,0 1 1 0 0,16-17 0 0 0,24-17-3578 0 0,-27 25-3089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2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1 4609 0 0,'2'5'3680'0'0,"-3"-4"-3598"0"0,-7 11 2465 0 0,-20 19 279 0 0,15-16-1647 0 0,-2 3-357 0 0,2 0 0 0 0,0 1-1 0 0,1 0 1 0 0,-10 23 0 0 0,18-32-564 0 0,-1 0-1 0 0,1 0 1 0 0,1 1 0 0 0,0 0 0 0 0,0 0-1 0 0,1 0 1 0 0,0 0 0 0 0,1 0 0 0 0,1 0 0 0 0,0 14-1 0 0,0-23-229 0 0,0 0 0 0 0,0 0 0 0 0,0 0 0 0 0,1 0 0 0 0,-1 0 0 0 0,0-1 0 0 0,1 1 0 0 0,0 0 0 0 0,-1 0-1 0 0,1-1 1 0 0,0 1 0 0 0,0 0 0 0 0,0-1 0 0 0,0 1 0 0 0,0-1 0 0 0,0 1 0 0 0,1-1 0 0 0,-1 1 0 0 0,0-1 0 0 0,1 0 0 0 0,1 2-1 0 0,-1-3-18 0 0,0 1-1 0 0,0-1 1 0 0,-1 1-1 0 0,1-1 1 0 0,0 0-1 0 0,0 0 0 0 0,0 0 1 0 0,0 0-1 0 0,0 0 1 0 0,-1 0-1 0 0,1-1 0 0 0,0 1 1 0 0,0 0-1 0 0,0-1 1 0 0,-1 0-1 0 0,1 1 0 0 0,2-2 1 0 0,5-3-13 0 0,0 0 0 0 0,0-1 0 0 0,-1 0 0 0 0,0 0 0 0 0,0-1 0 0 0,8-9 0 0 0,-8 8 1 0 0,0 0 1 0 0,0 0-1 0 0,0 1 1 0 0,1 0 0 0 0,13-8-1 0 0,-20 14 8 0 0,0 0 1 0 0,0 0-1 0 0,0 0 1 0 0,0 0-1 0 0,0 0 0 0 0,0 1 1 0 0,1-1-1 0 0,-1 1 0 0 0,0-1 1 0 0,0 1-1 0 0,0 0 1 0 0,1 0-1 0 0,-1 0 0 0 0,0 0 1 0 0,0 0-1 0 0,0 0 0 0 0,1 1 1 0 0,-1-1-1 0 0,0 1 1 0 0,0-1-1 0 0,0 1 0 0 0,0 0 1 0 0,0 0-1 0 0,0 0 0 0 0,0 0 1 0 0,0 0-1 0 0,0 0 1 0 0,0 1-1 0 0,-1-1 0 0 0,1 1 1 0 0,-1-1-1 0 0,1 1 0 0 0,2 3 1 0 0,5 7-88 0 0,1 1 185 0 0,0 0 0 0 0,1-1-1 0 0,13 12 1 0 0,-20-20-420 0 0,2 0 0 0 0,-1-1 0 0 0,0 1 0 0 0,1-1 0 0 0,-1 0 1 0 0,1-1-1 0 0,0 1 0 0 0,0-1 0 0 0,0-1 0 0 0,0 1 0 0 0,9 1 0 0 0,5-1-6731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4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70 9674 0 0,'-5'-22'569'0'0,"-2"-7"57"0"0,6 11 4223 0 0,9 36-491 0 0,4 10-3632 0 0,43 145 1020 0 0,10 28-3180 0 0,-54-174-6141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7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1 212 3425 0 0,'0'-2'33'0'0,"-1"0"0"0"0,1-1 0 0 0,0 1 0 0 0,0 0 1 0 0,0-1-1 0 0,0 1 0 0 0,1 0 0 0 0,-1 0 0 0 0,1-1 0 0 0,-1 1 0 0 0,1 0 1 0 0,0 0-1 0 0,0 0 0 0 0,0-1 0 0 0,0 1 0 0 0,0 0 0 0 0,0 0 1 0 0,1 1-1 0 0,-1-1 0 0 0,0 0 0 0 0,1 0 0 0 0,0 1 0 0 0,-1-1 1 0 0,4-1-1 0 0,5-6 581 0 0,1 1 1 0 0,1 0 0 0 0,12-5 0 0 0,-10 4 220 0 0,19-9 793 0 0,0 1 0 0 0,1 1 0 0 0,68-21 0 0 0,-80 31-1024 0 0,1 0 0 0 0,0 2 0 0 0,1 0 0 0 0,-1 2 0 0 0,1 1 0 0 0,0 0 0 0 0,30 4 0 0 0,-49-2-475 0 0,1 0 0 0 0,-1 0 1 0 0,0 0-1 0 0,0 1 0 0 0,0 0 0 0 0,0 0 1 0 0,0 0-1 0 0,0 0 0 0 0,-1 1 0 0 0,1 0 0 0 0,-1 0 1 0 0,0 0-1 0 0,0 0 0 0 0,0 1 0 0 0,0-1 1 0 0,0 1-1 0 0,-1 0 0 0 0,1 1 0 0 0,-1-1 0 0 0,0 0 1 0 0,3 7-1 0 0,-2 1-81 0 0,1-1 0 0 0,-1 1 0 0 0,-1 0 0 0 0,0 1 0 0 0,-1-1 0 0 0,0 0 0 0 0,-1 1 0 0 0,0 12 0 0 0,0 6-106 0 0,-1-7-410 0 0,1 0-1 0 0,1 1 1 0 0,5 25-1 0 0,-5-45-562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19.9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1 129 8754 0 0,'13'-86'3967'0'0,"-6"51"-2241"0"0,-5 27-2051 0 0,3 65-2259 0 0,-4-37 2584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0.5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39 5065 0 0,'-1'11'699'0'0,"0"0"-1"0"0,-1 0 1 0 0,-1 0 0 0 0,0-1 0 0 0,0 1-1 0 0,-9 18 1 0 0,6-15 283 0 0,0 0 0 0 0,2 0 0 0 0,-4 18 0 0 0,7-25-674 0 0,1 0-1 0 0,0 0 0 0 0,0 0 0 0 0,1 0 1 0 0,-1 0-1 0 0,2 1 0 0 0,-1-1 1 0 0,4 8-1 0 0,-4-12-157 0 0,0-1 0 0 0,0 0 0 0 0,0 1 0 0 0,0-1 0 0 0,0 0 0 0 0,1 0 0 0 0,-1 0 0 0 0,1 0 0 0 0,-1 0 1 0 0,1 0-1 0 0,4 3 0 0 0,-5-4-82 0 0,0-1 0 0 0,1 1 0 0 0,-1-1 0 0 0,0 1 0 0 0,1-1 0 0 0,-1 1 0 0 0,0-1 0 0 0,1 0 0 0 0,-1 1 0 0 0,1-1 0 0 0,-1 0 0 0 0,1 0 1 0 0,-1 0-1 0 0,1 0 0 0 0,-1 0 0 0 0,0-1 0 0 0,1 1 0 0 0,-1 0 0 0 0,1-1 0 0 0,-1 1 0 0 0,0-1 0 0 0,3 0 0 0 0,-3 0-78 0 0,1 0 0 0 0,-1 0 0 0 0,1 0 0 0 0,-1 0 0 0 0,1 0 0 0 0,-1 0 0 0 0,0 0 0 0 0,1-1 1 0 0,-1 1-1 0 0,0 0 0 0 0,0-1 0 0 0,0 1 0 0 0,0-1 0 0 0,0 1 0 0 0,0-1 0 0 0,-1 1 0 0 0,1-1 0 0 0,0 0 0 0 0,-1 0 0 0 0,1 1 0 0 0,-1-1 0 0 0,0 0 0 0 0,1 0 0 0 0,-1 1 0 0 0,0-1 0 0 0,0 0 0 0 0,0 0 0 0 0,-1 0 0 0 0,1 1 0 0 0,0-1 0 0 0,-1 0 0 0 0,0-3 0 0 0,-3-6-140 0 0,0-1-1 0 0,0 1 0 0 0,-12-21 0 0 0,4 8 39 0 0,10 20 128 0 0,1-1 1 0 0,-1 1-1 0 0,1-1 1 0 0,0 1-1 0 0,0-1 1 0 0,0 1-1 0 0,0-1 0 0 0,1 1 1 0 0,0-1-1 0 0,0 0 1 0 0,0 1-1 0 0,1-1 1 0 0,-1 0-1 0 0,1 1 0 0 0,0-1 1 0 0,1 1-1 0 0,-1 0 1 0 0,4-8-1 0 0,-1 6 5 0 0,-1 1 0 0 0,1 1 0 0 0,0-1-1 0 0,0 1 1 0 0,0-1 0 0 0,1 1 0 0 0,-1 0 0 0 0,1 1-1 0 0,0-1 1 0 0,0 1 0 0 0,1 0 0 0 0,-1 0 0 0 0,0 1-1 0 0,8-3 1 0 0,-7 3-18 0 0,0-1-1 0 0,1 1 1 0 0,-1 1-1 0 0,1-1 1 0 0,-1 1-1 0 0,1 0 0 0 0,0 0 1 0 0,-1 1-1 0 0,1 0 1 0 0,0 0-1 0 0,0 1 1 0 0,12 2-1 0 0,-14-1 0 0 0,1 0 0 0 0,-1 1 0 0 0,0-1 0 0 0,0 1 0 0 0,-1 0 0 0 0,1 0 0 0 0,-1 0 0 0 0,1 1 0 0 0,-1-1 0 0 0,0 1 0 0 0,0 0 0 0 0,0 1 0 0 0,-1-1 0 0 0,0 0 0 0 0,6 10 0 0 0,12 25 221 0 0,-2 0 0 0 0,-2 1-1 0 0,18 60 1 0 0,-34-100-218 0 0,-1 1 1 0 0,0 0-1 0 0,0 0 1 0 0,0-1-1 0 0,1 1 1 0 0,-1 0-1 0 0,0-1 0 0 0,1 1 1 0 0,-1 0-1 0 0,0-1 1 0 0,1 1-1 0 0,-1-1 1 0 0,1 1-1 0 0,-1 0 0 0 0,1-1 1 0 0,-1 1-1 0 0,1-1 1 0 0,0 0-1 0 0,-1 1 1 0 0,1-1-1 0 0,0 1 0 0 0,-1-1 1 0 0,1 0-1 0 0,0 0 1 0 0,-1 1-1 0 0,2-1 1 0 0,0 0-33 0 0,-1 0 1 0 0,0 0-1 0 0,1 0 1 0 0,-1-1 0 0 0,1 1-1 0 0,-1 0 1 0 0,1-1 0 0 0,-1 1-1 0 0,0-1 1 0 0,1 0 0 0 0,-1 1-1 0 0,0-1 1 0 0,2-1-1 0 0,6-5-269 0 0,0 0 1 0 0,-1-1-1 0 0,8-8 0 0 0,-6 6 66 0 0,34-36-53 0 0,24-22 1107 0 0,-61 62-526 0 0,1 0 0 0 0,0 0 0 0 0,0 1-1 0 0,0 0 1 0 0,1 1 0 0 0,-1-1 0 0 0,16-4 0 0 0,-22 9-264 0 0,0-1 1 0 0,0 0-1 0 0,1 1 0 0 0,-1 0 0 0 0,0-1 0 0 0,0 1 0 0 0,0 0 0 0 0,0 0 0 0 0,1 0 1 0 0,-1 1-1 0 0,0-1 0 0 0,0 0 0 0 0,0 1 0 0 0,0 0 0 0 0,0-1 0 0 0,0 1 0 0 0,0 0 1 0 0,0 0-1 0 0,0 0 0 0 0,0 0 0 0 0,0 0 0 0 0,-1 1 0 0 0,1-1 0 0 0,0 0 0 0 0,-1 1 1 0 0,1-1-1 0 0,-1 1 0 0 0,1 0 0 0 0,-1 0 0 0 0,0-1 0 0 0,0 1 0 0 0,2 3 0 0 0,2 7 7 0 0,0 0-1 0 0,-1 0 1 0 0,-1 0-1 0 0,4 22 1 0 0,2 6-75 0 0,-6-30-198 0 0,1 0-1 0 0,0 0 0 0 0,1 0 0 0 0,0-1 1 0 0,10 15-1 0 0,-2-7-829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0.7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17972 0 0,'-3'2'1760'0'0,"3"-1"-1568"0"0,0 1-192 0 0,2-1 0 0 0,-1-1 0 0 0,1 0-64 0 0,-1 1-56 0 0,0 2-8 0 0,2 1 0 0 0,0 0 128 0 0,-1 0 0 0 0,1 0-80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7.9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25 137 3225 0 0,'-23'-24'4008'0'0,"23"23"-3818"0"0,0-1 1 0 0,-1 1 0 0 0,1-1 0 0 0,0 1 0 0 0,0-1 0 0 0,0 0 0 0 0,0 1-1 0 0,0-1 1 0 0,0 1 0 0 0,0-1 0 0 0,1 1 0 0 0,0-4 381 0 0,1 1-381 0 0,2-2 108 0 0,0 0 0 0 0,1 1-1 0 0,0 0 1 0 0,0 0 0 0 0,0 0 0 0 0,1 0-1 0 0,7-4 1 0 0,-6 4-145 0 0,0 0 1 0 0,1 1-1 0 0,-1 0 0 0 0,1 0 0 0 0,0 1 1 0 0,0 0-1 0 0,0 0 0 0 0,0 1 0 0 0,1 0 0 0 0,-1 0 1 0 0,0 1-1 0 0,1 0 0 0 0,0 1 0 0 0,-1-1 1 0 0,1 2-1 0 0,-1-1 0 0 0,1 1 0 0 0,-1 1 1 0 0,1 0-1 0 0,-1 0 0 0 0,0 0 0 0 0,0 1 1 0 0,0 0-1 0 0,0 1 0 0 0,0 0 0 0 0,-1 0 1 0 0,14 10-1 0 0,-14-9-208 0 0,1 1 0 0 0,-1 1 0 0 0,0-1 0 0 0,-1 1 0 0 0,0 0 0 0 0,0 1 0 0 0,0 0 0 0 0,-1-1 1 0 0,0 2-1 0 0,0-1 0 0 0,-1 0 0 0 0,-1 1 0 0 0,1 0 0 0 0,-1 0 0 0 0,-1 0 0 0 0,1 0 0 0 0,-2 1 0 0 0,1-1 0 0 0,-1 1 0 0 0,-1-1 0 0 0,1 1 0 0 0,-2-1 0 0 0,1 1 1 0 0,-1-1-1 0 0,-3 10 0 0 0,-2-1 98 0 0,0 1 0 0 0,-14 26 1 0 0,12-27 222 0 0,-13 37-1 0 0,21-54-264 0 0,0-1-1 0 0,-1 1 0 0 0,1-1 0 0 0,0 1 0 0 0,0-1 0 0 0,0 1 0 0 0,0-1 0 0 0,0 1 0 0 0,0-1 0 0 0,0 1 0 0 0,0-1 0 0 0,0 1 0 0 0,0-1 0 0 0,0 1 0 0 0,0-1 0 0 0,0 1 0 0 0,0-1 0 0 0,0 1 0 0 0,1-1 0 0 0,-1 1 1 0 0,0-1-1 0 0,0 1 0 0 0,1-1 0 0 0,-1 0 0 0 0,0 1 0 0 0,0-1 0 0 0,1 1 0 0 0,-1-1 0 0 0,1 0 0 0 0,-1 1 0 0 0,0-1 0 0 0,1 0 0 0 0,0 1 0 0 0,19 0-67 0 0,28-16-289 0 0,-44 14 286 0 0,22-10 143 0 0,0 2 1 0 0,0 1-1 0 0,1 1 1 0 0,0 2-1 0 0,50-5 1 0 0,-70 10-73 0 0,0 0 0 0 0,0 0 1 0 0,0 1-1 0 0,0-1 0 0 0,0 2 1 0 0,0-1-1 0 0,0 1 0 0 0,0 0 1 0 0,-1 0-1 0 0,1 1 0 0 0,-1 0 1 0 0,1 0-1 0 0,-1 0 0 0 0,0 1 1 0 0,0 0-1 0 0,0 0 0 0 0,-1 1 1 0 0,0-1-1 0 0,0 1 0 0 0,0 1 1 0 0,0-1-1 0 0,-1 1 0 0 0,0-1 1 0 0,0 1-1 0 0,0 0 0 0 0,-1 1 1 0 0,0-1-1 0 0,3 8 0 0 0,-3-3 96 0 0,0 0 0 0 0,-1 0 0 0 0,0 0 0 0 0,-1 1 0 0 0,-1-1-1 0 0,1 1 1 0 0,-2-1 0 0 0,0 1 0 0 0,0-1 0 0 0,-1 0-1 0 0,0 1 1 0 0,-1-1 0 0 0,0 0 0 0 0,-1 0 0 0 0,-9 18-1 0 0,-6 10 319 0 0,-2 0 0 0 0,-44 60 0 0 0,-10 4-3421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37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2 142 4145 0 0,'-1'-3'263'0'0,"1"-1"-1"0"0,0 1 1 0 0,0 0 0 0 0,0 0 0 0 0,0 0 0 0 0,1-1-1 0 0,-1 1 1 0 0,1 0 0 0 0,0 0 0 0 0,-1 0 0 0 0,2 0-1 0 0,-1 0 1 0 0,0 0 0 0 0,4-5 0 0 0,-1 0 357 0 0,1 0 0 0 0,0 0 0 0 0,12-13 1 0 0,-11 16-311 0 0,0 0 1 0 0,0 1-1 0 0,1 0 1 0 0,-1 0 0 0 0,1 0-1 0 0,0 1 1 0 0,0 0-1 0 0,0 0 1 0 0,0 1-1 0 0,1 0 1 0 0,-1 0 0 0 0,1 0-1 0 0,-1 1 1 0 0,1 1-1 0 0,0-1 1 0 0,-1 1 0 0 0,1 0-1 0 0,10 2 1 0 0,2 0 48 0 0,-1 1 1 0 0,0 1-1 0 0,0 1 1 0 0,0 0-1 0 0,0 2 1 0 0,19 9-1 0 0,-31-12-274 0 0,0 0-1 0 0,-1 1 1 0 0,1 0-1 0 0,-1 0 0 0 0,0 1 1 0 0,0 0-1 0 0,-1 0 1 0 0,1 0-1 0 0,-1 0 0 0 0,-1 1 1 0 0,1 0-1 0 0,-1 0 1 0 0,0 0-1 0 0,-1 1 1 0 0,0-1-1 0 0,0 1 0 0 0,3 14 1 0 0,1 12 172 0 0,0 1 0 0 0,2 62 0 0 0,-7-71-88 0 0,7 171 530 0 0,12 112-774 0 0,-20-301-251 0 0,15 86-472 0 0,0-49-1949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58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2 325 10594 0 0,'0'-1'49'0'0,"-1"0"-1"0"0,1 0 1 0 0,0 0-1 0 0,0 0 1 0 0,-1 0-1 0 0,1-1 1 0 0,0 1-1 0 0,0 0 1 0 0,0 0-1 0 0,0 0 1 0 0,0 0-1 0 0,1-1 1 0 0,-1 1-1 0 0,0 0 1 0 0,0 0-1 0 0,1 0 0 0 0,-1 0 1 0 0,1 0-1 0 0,-1 0 1 0 0,1 0-1 0 0,-1 0 1 0 0,1 0-1 0 0,0 0 1 0 0,0 0-1 0 0,-1 0 1 0 0,1 0-1 0 0,0 0 1 0 0,0 0-1 0 0,0 1 1 0 0,0-1-1 0 0,0 0 1 0 0,1 0-1 0 0,43-26 620 0 0,-31 18-398 0 0,71-44 1500 0 0,132-74 2281 0 0,-189 113-4466 0 0,2 1 1 0 0,-1 2 0 0 0,2 1 0 0 0,-1 1 0 0 0,60-9 0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8.90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16 140 10138 0 0,'-15'-12'1557'0'0,"38"5"-57"0"0,-11 4-1212 0 0,161-28 4279 0 0,-17 3-3745 0 0,-113 20-1421 0 0,35-9-909 0 0,-70 15 615 0 0,-1-1-1 0 0,1 0 1 0 0,-1 0 0 0 0,0 0 0 0 0,23-16-1787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9.23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310 1 2761 0 0,'-10'0'215'0'0,"0"0"1"0"0,0 1-1 0 0,0 0 1 0 0,0 0 0 0 0,0 1-1 0 0,1 1 1 0 0,-1-1 0 0 0,1 2-1 0 0,-1-1 1 0 0,1 1 0 0 0,0 1-1 0 0,0-1 1 0 0,1 2-1 0 0,-1-1 1 0 0,1 1 0 0 0,1 0-1 0 0,-1 1 1 0 0,-11 13 0 0 0,4-3 376 0 0,0 0 0 0 0,2 1 0 0 0,0 1 0 0 0,1 0 0 0 0,1 1 0 0 0,1 0 0 0 0,-10 28 0 0 0,16-36-94 0 0,0-1 0 0 0,2 1-1 0 0,-1 0 1 0 0,2 0-1 0 0,-1 0 1 0 0,1 0 0 0 0,1 0-1 0 0,1 0 1 0 0,2 23-1 0 0,1-18-192 0 0,0 0-1 0 0,1 0 1 0 0,1 0-1 0 0,1-1 1 0 0,0 0 0 0 0,11 19-1 0 0,1-7-228 0 0,1 0-1 0 0,0-1 1 0 0,2-1 0 0 0,2-1 0 0 0,0-1-1 0 0,43 33 1 0 0,-23-26-24 0 0,-16-11-48 0 0,30 27 1 0 0,-51-40-4 0 0,0 0 1 0 0,-1 0-1 0 0,0 0 1 0 0,0 1-1 0 0,0-1 0 0 0,-1 2 1 0 0,0-1-1 0 0,7 17 0 0 0,-11-21 4 0 0,0-1-1 0 0,0 1 0 0 0,-1-1 0 0 0,1 1 1 0 0,-1-1-1 0 0,1 1 0 0 0,-1-1 0 0 0,-1 1 0 0 0,1 0 1 0 0,0-1-1 0 0,-1 1 0 0 0,1-1 0 0 0,-1 1 1 0 0,0-1-1 0 0,0 1 0 0 0,-2 2 0 0 0,-1 1 47 0 0,1-1-1 0 0,-1 1 1 0 0,-1-1-1 0 0,1 0 1 0 0,-1-1-1 0 0,0 1 1 0 0,-8 6-1 0 0,-5 3 253 0 0,-1-1-1 0 0,-1-1 1 0 0,-39 20-1 0 0,35-22-102 0 0,-1 0 0 0 0,-44 13 0 0 0,56-21-704 0 0,0 0 1 0 0,0-1-1 0 0,0 0 0 0 0,0-1 0 0 0,-1-1 1 0 0,1 0-1 0 0,-19-3 0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29.7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44 164 10138 0 0,'-43'-3'1118'0'0,"101"-7"2063"0"0,-9-1-2535 0 0,191-21 1618 0 0,248-24 1057 0 0,-295 37-2489 0 0,61-4-297 0 0,-174 19-521 0 0,75-2-641 0 0,-128 7-564 0 0,1 1 1 0 0,-1 1-1 0 0,43 10 1 0 0,-65-11 466 0 0,2-1 0 0 0,-1 1 0 0 0,0-1 0 0 0,0 0 0 0 0,0-1 0 0 0,0 1 0 0 0,1-1 0 0 0,-1 0 0 0 0,0-1 0 0 0,10-1 1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30.08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115 105 656 0 0,'-115'-102'17050'0'0,"130"100"-15912"0"0,15 3-428 0 0,-3 4-524 0 0,0 1 1 0 0,-1 1-1 0 0,0 1 1 0 0,0 2-1 0 0,35 18 1 0 0,117 76 753 0 0,-170-99-940 0 0,23 14 13 0 0,-1 1-1 0 0,-1 1 1 0 0,0 2 0 0 0,43 45 0 0 0,-70-66-12 0 0,-1 1 0 0 0,1-1 1 0 0,-1 0-1 0 0,1 1 0 0 0,-1-1 1 0 0,0 1-1 0 0,0-1 0 0 0,0 1 1 0 0,0-1-1 0 0,0 1 0 0 0,0 0 1 0 0,-1-1-1 0 0,1 1 1 0 0,-1 0-1 0 0,0 0 0 0 0,0 0 1 0 0,0-1-1 0 0,0 1 0 0 0,-1 0 1 0 0,1 0-1 0 0,-1-1 0 0 0,1 1 1 0 0,-2 2-1 0 0,-3 6 23 0 0,0 0 1 0 0,0-1-1 0 0,-1 0 1 0 0,-11 14-1 0 0,11-17-409 0 0,1 0 0 0 0,0 1-1 0 0,0 0 1 0 0,1 0 0 0 0,0 0 0 0 0,1 0 0 0 0,-4 10-1 0 0,6-4-1001 0 0,1 1-12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4:30.704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96 3225 0 0,'0'-28'7376'0'0,"5"26"-7149"0"0,49-26 1677 0 0,-29 19-845 0 0,-1 1 0 0 0,47-8 0 0 0,-62 14-871 0 0,0 1 0 0 0,0 0 0 0 0,0 1 0 0 0,0 0 0 0 0,0 0-1 0 0,0 1 1 0 0,0 0 0 0 0,0 1 0 0 0,-1 0 0 0 0,1 0 0 0 0,14 6 0 0 0,-19-6-153 0 0,-1 0 0 0 0,1 0 0 0 0,-1 1 0 0 0,0-1 0 0 0,0 1 0 0 0,0-1 0 0 0,0 1 0 0 0,0 0 0 0 0,0 0 0 0 0,-1 0 0 0 0,1 0 0 0 0,-1 1 0 0 0,0-1 0 0 0,0 1 0 0 0,3 7 0 0 0,-3-5-16 0 0,-1 1-1 0 0,1 0 0 0 0,-1 0 0 0 0,0 0 0 0 0,-1-1 0 0 0,0 1 0 0 0,0 0 0 0 0,-1 11 0 0 0,-4 7-7 0 0,-1 0 0 0 0,0-1 0 0 0,-20 44 0 0 0,25-65-3 0 0,-9 21 153 0 0,6-19-138 0 0,1 1 0 0 0,1-1 0 0 0,-1 1-1 0 0,1 0 1 0 0,0 0 0 0 0,0 0 0 0 0,1 0-1 0 0,0 1 1 0 0,0-1 0 0 0,0 0 0 0 0,1 0-1 0 0,0 7 1 0 0,1-11-42 0 0,0 0 0 0 0,0-1 0 0 0,0 1 0 0 0,0 0 0 0 0,0-1-1 0 0,0 1 1 0 0,0-1 0 0 0,1 1 0 0 0,-1-1 0 0 0,1 0 0 0 0,-1 0 0 0 0,1 1 0 0 0,0-1-1 0 0,-1 0 1 0 0,1-1 0 0 0,0 1 0 0 0,0 0 0 0 0,-1 0 0 0 0,1-1 0 0 0,0 1 0 0 0,2 0-1 0 0,48 8-417 0 0,-41-7 447 0 0,28 3 42 0 0,-1 2 0 0 0,0 2-1 0 0,-1 1 1 0 0,1 2 0 0 0,-2 2 0 0 0,0 1 0 0 0,49 29 0 0 0,-78-40 10 0 0,0 1 1 0 0,-1 0 0 0 0,0 0 0 0 0,0 0 0 0 0,0 1-1 0 0,0 0 1 0 0,-1 0 0 0 0,0 1 0 0 0,-1-1-1 0 0,1 1 1 0 0,-1 0 0 0 0,0 0 0 0 0,-1 0-1 0 0,0 1 1 0 0,0-1 0 0 0,-1 1 0 0 0,0 0-1 0 0,0 0 1 0 0,0 0 0 0 0,-1 0 0 0 0,-1 0-1 0 0,1 0 1 0 0,-1 0 0 0 0,-1 0 0 0 0,1 0-1 0 0,-1 0 1 0 0,-1 0 0 0 0,1 0 0 0 0,-1-1-1 0 0,-1 1 1 0 0,0 0 0 0 0,0-1 0 0 0,0 1-1 0 0,-7 10 1 0 0,-1-3 109 0 0,-1 0 0 0 0,0 0 0 0 0,-1-2 0 0 0,0 0 0 0 0,-1 0 0 0 0,-1-1 0 0 0,0-1-1 0 0,-17 11 1 0 0,-139 67-27 0 0,154-81-179 0 0,-31 13-1812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0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0 17972 0 0,'-3'5'119'0'0,"-1"0"0"0"0,1 0 0 0 0,0 0 0 0 0,0 1 0 0 0,0-1 0 0 0,1 1 0 0 0,-1 0 0 0 0,2 0 0 0 0,-1-1 0 0 0,1 1 0 0 0,-2 7 0 0 0,3 4-1021 0 0,-1 0 0 0 0,5 31 0 0 0,-4-42 870 0 0,25 241-412 0 0,29 461 181 0 0,-44 76 264 0 0,4 206-15 0 0,28-1 1306 0 0,12-24 1217 0 0,-43 2-1102 0 0,-14-835-1244 0 0,-46 871 734 0 0,43-946-1328 0 0,-27 108-1 0 0,24-136-295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0.5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192 58 11058 0 0,'-38'1'587'0'0,"0"1"-1"0"0,-75 17 0 0 0,113-19-583 0 0,0 0 0 0 0,1 0 0 0 0,-1 0 0 0 0,0 0-1 0 0,0 0 1 0 0,0 0 0 0 0,0 0 0 0 0,0 0-1 0 0,0 0 1 0 0,0 0 0 0 0,0 1 0 0 0,0-1-1 0 0,0 0 1 0 0,0 0 0 0 0,0 0 0 0 0,0 0 0 0 0,0 0-1 0 0,0 0 1 0 0,0 0 0 0 0,0 0 0 0 0,0 0-1 0 0,0 1 1 0 0,0-1 0 0 0,0 0 0 0 0,0 0 0 0 0,0 0-1 0 0,0 0 1 0 0,0 0 0 0 0,0 0 0 0 0,0 0-1 0 0,0 0 1 0 0,0 0 0 0 0,-1 1 0 0 0,1-1 0 0 0,0 0-1 0 0,0 0 1 0 0,0 0 0 0 0,0 0 0 0 0,0 0-1 0 0,0 0 1 0 0,0 0 0 0 0,0 0 0 0 0,0 0-1 0 0,0 0 1 0 0,0 0 0 0 0,-1 0 0 0 0,1 0 0 0 0,0 0-1 0 0,0 0 1 0 0,0 0 0 0 0,0 0 0 0 0,0 0-1 0 0,0 0 1 0 0,0 0 0 0 0,0 0 0 0 0,-1 0 0 0 0,1 0-1 0 0,0 0 1 0 0,0 0 0 0 0,0 0 0 0 0,0 0-1 0 0,13 4 48 0 0,19-1-54 0 0,569-6 960 0 0,-388-4-556 0 0,469-21 254 0 0,-380 13-416 0 0,-89 5-91 0 0,737-17 742 0 0,-121 28-772 0 0,68 1-5 0 0,-213 48-1374 0 0,-401-23 779 0 0,-192-22-1174 0 0,150-10 0 0 0,-167-1-2598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1.3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5874 0 17972 0 0,'-1'4'130'0'0,"2"0"0"0"0,-1 0 1 0 0,0 0-1 0 0,1 0 0 0 0,0 0 0 0 0,-1 0 1 0 0,2 0-1 0 0,-1-1 0 0 0,0 1 0 0 0,1 0 1 0 0,0-1-1 0 0,2 5 0 0 0,4 11-135 0 0,35 109-171 0 0,-5 3 0 0 0,25 171 0 0 0,15 332 145 0 0,-29 2-29 0 0,16 157 15 0 0,76 411 45 0 0,-39-362 0 0 0,-81-647 81 0 0,20 160 304 0 0,27-5-64 0 0,61 38 142 0 0,8 29-1228 0 0,-133-401 957 0 0,0-1 0 0 0,-1 1-1 0 0,-1 0 1 0 0,0 29 0 0 0,-2-42-132 0 0,0 0 1 0 0,0-1-1 0 0,0 1 0 0 0,-1 0 1 0 0,1 0-1 0 0,-1 0 1 0 0,0-1-1 0 0,1 1 1 0 0,-1 0-1 0 0,0-1 1 0 0,-1 1-1 0 0,1-1 1 0 0,0 1-1 0 0,-1-1 0 0 0,0 1 1 0 0,1-1-1 0 0,-1 0 1 0 0,0 0-1 0 0,0 0 1 0 0,0 0-1 0 0,0 0 1 0 0,-1 0-1 0 0,1-1 0 0 0,0 1 1 0 0,-1-1-1 0 0,1 0 1 0 0,-1 1-1 0 0,0-1 1 0 0,1 0-1 0 0,-1-1 1 0 0,0 1-1 0 0,0 0 1 0 0,1-1-1 0 0,-6 1 0 0 0,-30-1-103 0 0,-1-1 0 0 0,1-2 0 0 0,0-1 0 0 0,-67-18 0 0 0,-5 0-231 0 0,-461-33-597 0 0,189 24 793 0 0,-572-28 680 0 0,-2 51-2412 0 0,941 8 1731 0 0,-997 35-2233 0 0,10 102 4504 0 0,231 48 715 0 0,568-113-2756 0 0,-203 103 1 0 0,372-159-188 0 0,-79 29-2038 0 0,78-34-5405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3.521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123 4893 10138 0 0,'-11'7'646'0'0,"-35"22"500"0"0,43-27-1001 0 0,0-1 0 0 0,0 1 0 0 0,0-1 0 0 0,-1 1 0 0 0,1-1 0 0 0,0 0 0 0 0,-1 0 0 0 0,1-1 0 0 0,-1 1 0 0 0,1-1 0 0 0,-7 0 0 0 0,9 0-83 0 0,0-1-1 0 0,-1 1 1 0 0,1-1 0 0 0,0 1 0 0 0,0-1 0 0 0,0 1 0 0 0,0-1 0 0 0,1 0 0 0 0,-1 0 0 0 0,0 1 0 0 0,0-1 0 0 0,0 0 0 0 0,0 0 0 0 0,1 0 0 0 0,-1 0 0 0 0,1 0 0 0 0,-1 0 0 0 0,0 0 0 0 0,1 0 0 0 0,0 0 0 0 0,-1 0-1 0 0,1 0 1 0 0,0-1 0 0 0,-1 1 0 0 0,1 0 0 0 0,0 0 0 0 0,0 0 0 0 0,0 0 0 0 0,0-1 0 0 0,0 1 0 0 0,0 0 0 0 0,0 0 0 0 0,1 0 0 0 0,-1-2 0 0 0,11-44 159 0 0,-10 41-166 0 0,15-40-503 0 0,1 1 1 0 0,39-75-1 0 0,62-79-515 0 0,6-11 869 0 0,-44 57 350 0 0,259-473 1705 0 0,-104 201-1297 0 0,-5 9-135 0 0,122-235-652 0 0,-105 154-559 0 0,61-133-1753 0 0,-24 5-747 0 0,-271 594 3440 0 0,-2 4 562 0 0,1 1 0 0 0,0 0 0 0 0,2 1-1 0 0,28-38 1 0 0,-42 62-784 0 0,1 0 0 0 0,-1 1 0 0 0,1-1 0 0 0,-1 0 0 0 0,1 0 0 0 0,-1 1 0 0 0,1-1 1 0 0,0 0-1 0 0,-1 1 0 0 0,1-1 0 0 0,0 0 0 0 0,0 1 0 0 0,0-1 0 0 0,-1 1 0 0 0,1 0 0 0 0,0-1 0 0 0,0 1 0 0 0,0-1 0 0 0,0 1 0 0 0,0 0 0 0 0,0 0 0 0 0,-1 0 0 0 0,1 0 0 0 0,2-1 0 0 0,-2 2-19 0 0,-1 0 0 0 0,1 0 0 0 0,0-1-1 0 0,-1 1 1 0 0,1 0 0 0 0,-1 0 0 0 0,1 0 0 0 0,-1-1-1 0 0,1 1 1 0 0,-1 0 0 0 0,0 0 0 0 0,0 0 0 0 0,1 0-1 0 0,-1 0 1 0 0,0 0 0 0 0,0 0 0 0 0,0 0 0 0 0,0 0-1 0 0,0 1 1 0 0,-4 57 5 0 0,3-55 3 0 0,-66 373 485 0 0,50-293-539 0 0,-6 34 15 0 0,-71 394-74 0 0,72-350 70 0 0,-2 192-1 0 0,28-112 436 0 0,49 345 1 0 0,98 227 293 0 0,-123-694-497 0 0,6-3 1 0 0,79 189-1 0 0,-73-222 78 0 0,3-1 0 0 0,4-3-1 0 0,3-2 1 0 0,67 80-1 0 0,339 329 1677 0 0,-384-415-1919 0 0,62 73-1732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3.98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99 16131 0 0,'6'0'1520'0'0,"154"2"-175"0"0,416-55-1321 0 0,-450 38-201 0 0,-11 0-1230 0 0,4-3-4867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8.2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162 194 6449 0 0,'-161'19'6047'0'0,"264"-16"-3660"0"0,558-46 1967 0 0,-522 32-3691 0 0,1273-137 1914 0 0,-1214 135-2525 0 0,-176 13-268 0 0,0 1 0 0 0,0 1 0 0 0,0 1 0 0 0,0 0 0 0 0,0 2 0 0 0,38 14 0 0 0,-56-17-176 0 0,1-1 0 0 0,-1 1 0 0 0,0 0 0 0 0,0 1 0 0 0,0-1 0 0 0,0 1 0 0 0,0 0 0 0 0,0 0 0 0 0,-1 0 0 0 0,1 0 0 0 0,-1 0 0 0 0,0 1 1 0 0,0 0-1 0 0,0 0 0 0 0,3 5 0 0 0,-2 2-1087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28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25 9218 0 0,'-2'-2'131'0'0,"0"0"0"0"0,0-1 0 0 0,0 1-1 0 0,0 0 1 0 0,0 0 0 0 0,-1 0 0 0 0,1 1 0 0 0,0-1 0 0 0,-1 0 0 0 0,-4-1 0 0 0,6 3-83 0 0,1-1 1 0 0,-1 1-1 0 0,1 0 1 0 0,-1 0-1 0 0,0 0 1 0 0,1 0-1 0 0,-1 0 1 0 0,1 0 0 0 0,-1 0-1 0 0,0 0 1 0 0,1 0-1 0 0,-1 0 1 0 0,1 0-1 0 0,-1 0 1 0 0,0 0-1 0 0,1 1 1 0 0,-1-1-1 0 0,1 0 1 0 0,-1 0 0 0 0,1 1-1 0 0,-2 0 1 0 0,1 0 0 0 0,1-1 0 0 0,-1 1 1 0 0,0 0-1 0 0,1 1 0 0 0,-1-1 1 0 0,0 0-1 0 0,1 0 0 0 0,-1 0 0 0 0,1 0 1 0 0,0 0-1 0 0,-1 1 0 0 0,1-1 1 0 0,0 0-1 0 0,0 0 0 0 0,0 2 1 0 0,0-1-29 0 0,0 0 1 0 0,0 0 0 0 0,1 0-1 0 0,-1 0 1 0 0,1 0 0 0 0,0-1-1 0 0,0 1 1 0 0,-1 0-1 0 0,1 0 1 0 0,0 0 0 0 0,1-1-1 0 0,-1 1 1 0 0,0 0 0 0 0,0-1-1 0 0,1 1 1 0 0,-1-1 0 0 0,1 0-1 0 0,-1 1 1 0 0,3 0 0 0 0,38 26 479 0 0,-34-23-256 0 0,132 69 2258 0 0,-84-47-1523 0 0,63 42 0 0 0,-103-59-886 0 0,-1 1 0 0 0,-1 1-1 0 0,0 0 1 0 0,0 1 0 0 0,-1 1 0 0 0,-1 0 0 0 0,0 0 0 0 0,14 24-1 0 0,-24-33-61 0 0,0-1-1 0 0,1 1 1 0 0,-1 0 0 0 0,-1-1-1 0 0,1 1 1 0 0,-1 0-1 0 0,0 0 1 0 0,0 0-1 0 0,0 0 1 0 0,-1 0-1 0 0,0 0 1 0 0,1 0 0 0 0,-2 0-1 0 0,1 0 1 0 0,-2 6-1 0 0,0-3 96 0 0,0-1 0 0 0,-1 1 0 0 0,0-1 0 0 0,0 0 0 0 0,-1 0 0 0 0,0 0 0 0 0,0-1 0 0 0,-10 13 0 0 0,-6 1 164 0 0,-1 1 1 0 0,-1-2-1 0 0,-1-1 1 0 0,-27 17-1 0 0,46-32-306 0 0,-30 20-1406 0 0,-5 3-5950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2.19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60 5622 4145 0 0,'-8'5'722'0'0,"1"1"0"0"0,0 1 0 0 0,0-1 1 0 0,0 1-1 0 0,1 0 0 0 0,0 1 0 0 0,-6 8 0 0 0,53-53-801 0 0,157-215 651 0 0,-50 57 666 0 0,281-394 2002 0 0,-204 265-2370 0 0,27-53-64 0 0,-13 18-223 0 0,4-6-232 0 0,-33 47-290 0 0,264-392-61 0 0,-100 156 0 0 0,-125 183 7 0 0,141-224-294 0 0,-142 216-1500 0 0,-140 219-94 0 0,-72 108 300 0 0,-3 5-2884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5.705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29 93 9218 0 0,'-3'0'301'0'0,"0"1"1"0"0,0 0-1 0 0,0 1 0 0 0,0-1 1 0 0,1 0-1 0 0,-1 1 0 0 0,1-1 1 0 0,-4 11 1032 0 0,6-11-1307 0 0,18 5 242 0 0,7-3-28 0 0,0-2 0 0 0,1 0 0 0 0,-1-2 0 0 0,1-1 0 0 0,42-8 1 0 0,-22 3-18 0 0,-38 6-202 0 0,550-69 1583 0 0,4 36-2596 0 0,-473 34-4589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37.037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132 18 11058 0 0,'-12'-18'2037'0'0,"7"33"-1732"0"0,5-14-290 0 0,-30 140 620 0 0,-19 232-1 0 0,24-13 160 0 0,14 0-1 0 0,48 472 0 0 0,0-497-92 0 0,85 347 1 0 0,-68-464-184 0 0,9-2-1 0 0,143 325 0 0 0,-140-407-111 0 0,5-3-1 0 0,91 126 1 0 0,208 216 781 0 0,-324-422-1233 0 0,2-3 0 0 0,2-1-1 0 0,2-3 1 0 0,2-2-1 0 0,2-2 1 0 0,1-3-1 0 0,3-3 1 0 0,0-2 0 0 0,2-2-1 0 0,112 35 1 0 0,48-4-2652 0 0,-106-32-4306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0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 17972 0 0,'3'-17'2516'0'0,"-2"37"-799"0"0,42 230-1935 0 0,0 7-63 0 0,-24-92 74 0 0,-10-68-904 0 0,4 1-1 0 0,42 154 0 0 0,-40-211-180 0 0,0-6-185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0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92 394 11522 0 0,'-12'-17'1112'0'0,"-3"-3"927"0"0,14 20-1997 0 0,0 0-1 0 0,1 0 1 0 0,-1 0 0 0 0,0-1-1 0 0,1 1 1 0 0,-1 0 0 0 0,1 0-1 0 0,-1 0 1 0 0,0 0 0 0 0,1 0-1 0 0,-1 1 1 0 0,0-1 0 0 0,1 0-1 0 0,-1 0 1 0 0,1 0 0 0 0,-1 0-1 0 0,0 1 1 0 0,1-1 0 0 0,-1 0-1 0 0,1 1 1 0 0,-1-1 0 0 0,1 0-1 0 0,-1 1 1 0 0,1-1 0 0 0,-1 1-1 0 0,1-1 1 0 0,-1 0 0 0 0,1 1-1 0 0,0-1 1 0 0,-1 1 0 0 0,1 0-1 0 0,0-1 1 0 0,-1 1 0 0 0,1-1-1 0 0,0 1 1 0 0,0-1 0 0 0,0 1 0 0 0,-1 0-1 0 0,-4 11 97 0 0,1 1-1 0 0,0-1 1 0 0,0 1 0 0 0,1-1-1 0 0,1 1 1 0 0,0 0 0 0 0,1 0-1 0 0,0 15 1 0 0,-1 2-143 0 0,-15 361-116 0 0,20-303-72 0 0,3-1 1 0 0,25 128-1 0 0,-24-187-65 0 0,0-1 0 0 0,2 0 0 0 0,0 0 0 0 0,2 0 0 0 0,1-2 0 0 0,2 1 0 0 0,0-2 1 0 0,1 0-1 0 0,1 0 0 0 0,2-2 0 0 0,0 0 0 0 0,1-1 0 0 0,2-1 0 0 0,0-1 0 0 0,0 0 0 0 0,2-2 0 0 0,0-1 0 0 0,1 0 0 0 0,47 21 0 0 0,-44-25 112 0 0,1-2 0 0 0,-1-1 0 0 0,2 0 0 0 0,-1-3 0 0 0,1 0-1 0 0,0-1 1 0 0,0-2 0 0 0,1-2 0 0 0,40-1 0 0 0,-48-2 254 0 0,0-1 1 0 0,0 0-1 0 0,-1-2 1 0 0,1 0 0 0 0,-1-2-1 0 0,0 0 1 0 0,-1-2 0 0 0,0 0-1 0 0,0-1 1 0 0,-1-1-1 0 0,0 0 1 0 0,-1-2 0 0 0,19-16-1 0 0,-14 7 399 0 0,-2 0-1 0 0,0-2 1 0 0,-2-1 0 0 0,31-49-1 0 0,-27 33 457 0 0,-2-1 1 0 0,25-69-1 0 0,-34 73-641 0 0,-3 0 1 0 0,0-1 0 0 0,-3 0-1 0 0,-1 0 1 0 0,-2 0 0 0 0,-2-1 0 0 0,-2 1-1 0 0,-1-1 1 0 0,-12-61 0 0 0,-10-15 480 0 0,-74-209 1 0 0,82 278-717 0 0,-2 2-1 0 0,-2 0 0 0 0,-2 2 1 0 0,-32-50-1 0 0,44 78-66 0 0,-1 0-1 0 0,0 1 0 0 0,-1 0 0 0 0,-1 1 0 0 0,0 0 0 0 0,-1 1 0 0 0,0 0 0 0 0,-1 1 0 0 0,0 1 0 0 0,-1 1 0 0 0,0 0 1 0 0,0 0-1 0 0,-1 2 0 0 0,-24-8 0 0 0,30 13-62 0 0,0 0 0 0 0,0 0 0 0 0,0 1 0 0 0,0 1 0 0 0,0-1 0 0 0,0 2 0 0 0,0 0 1 0 0,-1 0-1 0 0,1 1 0 0 0,1 0 0 0 0,-1 1 0 0 0,0 1 0 0 0,1-1 0 0 0,-1 2 0 0 0,1-1 0 0 0,0 1 0 0 0,-15 11 0 0 0,-7 8-289 0 0,0 1-1 0 0,2 1 1 0 0,-41 46-1 0 0,41-41 127 0 0,-28 30-1934 0 0,2 2-4582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1.1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99 152 4609 0 0,'-32'-10'1242'0'0,"26"7"252"0"0,-1 0 0 0 0,1 0-1 0 0,0 0 1 0 0,0-1-1 0 0,-10-7 1 0 0,15 10-1129 0 0,-1-1 0 0 0,0 1-1 0 0,1-1 1 0 0,0 1 0 0 0,-1-1 0 0 0,1 0 0 0 0,0 0 0 0 0,-1 1 0 0 0,1-1 0 0 0,0 0 0 0 0,1 0-1 0 0,-1 0 1 0 0,0 0 0 0 0,0 0 0 0 0,1 0 0 0 0,-1-1 0 0 0,1 1 0 0 0,0 0 0 0 0,0-4-1 0 0,0 4-495 0 0,1-1-1 0 0,-1 0 0 0 0,1 0 0 0 0,0 1 0 0 0,0-1 0 0 0,0 0 0 0 0,0 1 0 0 0,0-1 0 0 0,1 1 0 0 0,-1 0 0 0 0,1-1 0 0 0,2-1 0 0 0,-2 1 133 0 0,1 0-1 0 0,0-1 1 0 0,0 1-1 0 0,0 1 1 0 0,0-1-1 0 0,0 0 1 0 0,1 1-1 0 0,-1 0 1 0 0,1 0-1 0 0,0 0 1 0 0,-1 0-1 0 0,1 1 1 0 0,0-1-1 0 0,0 1 1 0 0,0 0-1 0 0,0 0 1 0 0,1 0-1 0 0,6 0 1 0 0,-8 1-3 0 0,1 1 0 0 0,-1-1 1 0 0,0 1-1 0 0,0 0 1 0 0,1-1-1 0 0,-1 1 0 0 0,0 1 1 0 0,0-1-1 0 0,0 0 1 0 0,0 1-1 0 0,-1 0 0 0 0,1-1 1 0 0,0 1-1 0 0,-1 0 1 0 0,1 0-1 0 0,-1 1 0 0 0,1-1 1 0 0,-1 0-1 0 0,0 1 0 0 0,0 0 1 0 0,0-1-1 0 0,-1 1 1 0 0,1 0-1 0 0,1 4 0 0 0,9 24-26 0 0,-1 1 0 0 0,-1 0 1 0 0,-2 0-1 0 0,6 59 0 0 0,8 28-57 0 0,-16-94 49 0 0,1-1 0 0 0,1 1 0 0 0,1-1 0 0 0,22 40 0 0 0,-27-57 14 0 0,-1-1 0 0 0,1 1 0 0 0,1-1 0 0 0,-1 0 0 0 0,1 0 0 0 0,0-1 0 0 0,1 0 0 0 0,-1 0 0 0 0,1 0 0 0 0,0 0 0 0 0,0-1 0 0 0,1 0 0 0 0,-1 0 0 0 0,1-1 0 0 0,0 0 0 0 0,0 0 0 0 0,0 0 0 0 0,0-1 0 0 0,0 0 0 0 0,15 1 0 0 0,-16-2-192 0 0,0-2 1 0 0,0 1 0 0 0,0-1 0 0 0,0 0 0 0 0,0 0 0 0 0,9-3 0 0 0,17-9-4311 0 0,-1-2-1284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1.5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747 153 7370 0 0,'-60'-3'1412'0'0,"-1"4"1"0"0,1 2-1 0 0,-73 13 0 0 0,113-12-1102 0 0,1 0-1 0 0,-1 2 1 0 0,1 0-1 0 0,0 1 0 0 0,1 1 1 0 0,0 1-1 0 0,0 1 0 0 0,1 0 1 0 0,0 1-1 0 0,1 1 0 0 0,0 1 1 0 0,1 0-1 0 0,-21 23 0 0 0,17-12-288 0 0,1 1-1 0 0,1 1 0 0 0,2 0 1 0 0,0 1-1 0 0,2 1 1 0 0,0 0-1 0 0,3 1 0 0 0,0 0 1 0 0,2 1-1 0 0,1 0 0 0 0,-4 34 1 0 0,6-20-78 0 0,2-1 1 0 0,3 1-1 0 0,1 0 1 0 0,1 0-1 0 0,3-1 0 0 0,2 1 1 0 0,15 51-1 0 0,-11-59-251 0 0,2 0 1 0 0,2-1-1 0 0,1-1 0 0 0,1 0 0 0 0,2-1 0 0 0,2-1 0 0 0,0-1 0 0 0,2-1 0 0 0,2-1 0 0 0,1-1 0 0 0,0-1 0 0 0,2-1 1 0 0,1-2-1 0 0,2 0 0 0 0,0-3 0 0 0,61 33 0 0 0,-59-40 108 0 0,0-2 0 0 0,0-2 0 0 0,1-1 0 0 0,0-1 0 0 0,1-2 0 0 0,-1-1-1 0 0,1-2 1 0 0,0-2 0 0 0,0-1 0 0 0,55-7 0 0 0,-44 1 313 0 0,-1-3 0 0 0,1-1 0 0 0,-1-3 0 0 0,-1-1 0 0 0,-1-2 1 0 0,0-2-1 0 0,60-36 0 0 0,-73 36 273 0 0,-1-2 1 0 0,-1 0 0 0 0,-1-2-1 0 0,-1-2 1 0 0,-1 0 0 0 0,-1-1-1 0 0,-1-2 1 0 0,31-46 0 0 0,-41 52 68 0 0,-1 0 0 0 0,0-1 1 0 0,-2 0-1 0 0,0-1 0 0 0,-2-1 1 0 0,-1 1-1 0 0,0-1 0 0 0,-2 0 1 0 0,-1-1-1 0 0,-1 1 0 0 0,-1-1 1 0 0,-2-47-1 0 0,-4 31-12 0 0,-3 1 0 0 0,-1 1 1 0 0,-16-50-1 0 0,-51-113 378 0 0,35 101-629 0 0,21 51-77 0 0,-49-90 1 0 0,58 122-114 0 0,-2 0 0 0 0,0 1 0 0 0,-1 0 0 0 0,-1 1 0 0 0,-1 1 1 0 0,0 0-1 0 0,-31-23 0 0 0,33 28-201 0 0,-1 1-1 0 0,0 0 1 0 0,-1 0-1 0 0,0 2 1 0 0,-1 0 0 0 0,1 1-1 0 0,-1 0 1 0 0,0 1 0 0 0,-1 1-1 0 0,1 1 1 0 0,-1 0-1 0 0,1 1 1 0 0,-19 0 0 0 0,-23 9-7140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2.1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41 213 2304 0 0,'-5'-5'353'0'0,"1"-1"-1"0"0,-1 0 1 0 0,2 0-1 0 0,-1 0 1 0 0,1 0-1 0 0,0-1 1 0 0,0 1-1 0 0,0-1 1 0 0,1 0-1 0 0,0 0 1 0 0,-1-7-1 0 0,3 11-101 0 0,-1 0-1 0 0,1 0 1 0 0,0 0-1 0 0,0 0 1 0 0,0 0-1 0 0,0 0 1 0 0,1 0-1 0 0,-1 0 1 0 0,1 0-1 0 0,0 0 1 0 0,0 0-1 0 0,0 0 1 0 0,0 0-1 0 0,0 1 1 0 0,0-1-1 0 0,1 0 1 0 0,0 1-1 0 0,-1-1 1 0 0,1 1-1 0 0,0-1 1 0 0,0 1-1 0 0,0 0 1 0 0,0 0-1 0 0,1 0 1 0 0,-1 0-1 0 0,1 0 1 0 0,4-2-1 0 0,13-6 414 0 0,-1 2-1 0 0,2 0 1 0 0,-1 1-1 0 0,32-7 1 0 0,-41 12-532 0 0,1 0-1 0 0,-1 1 1 0 0,0 0 0 0 0,0 1-1 0 0,1 0 1 0 0,-1 0 0 0 0,0 2-1 0 0,0-1 1 0 0,1 1 0 0 0,13 5 0 0 0,-18-4-158 0 0,1 1 0 0 0,-1 1 0 0 0,0-1 0 0 0,-1 1 0 0 0,1 0 1 0 0,-1 0-1 0 0,0 1 0 0 0,0 0 0 0 0,-1 0 0 0 0,1 0 0 0 0,-1 1 1 0 0,-1-1-1 0 0,1 1 0 0 0,-1 1 0 0 0,-1-1 0 0 0,1 0 0 0 0,-1 1 1 0 0,3 10-1 0 0,3 15-147 0 0,0 0 0 0 0,6 66 0 0 0,-5-13 288 0 0,-5-25 23 0 0,4-1 0 0 0,16 60 0 0 0,-22-110-216 0 0,0-1 0 0 0,1 1-1 0 0,1-1 1 0 0,0 0-1 0 0,0 0 1 0 0,0 0-1 0 0,1-1 1 0 0,1 0-1 0 0,-1 0 1 0 0,1 0-1 0 0,0-1 1 0 0,13 9-1 0 0,7 4-442 0 0,2-2 0 0 0,44 23 0 0 0,-44-27 542 0 0,0 2 1 0 0,44 34-1 0 0,-62-41 55 0 0,-1 0 0 0 0,0 1 0 0 0,-1 0 0 0 0,0 1 0 0 0,0-1 0 0 0,-1 2 0 0 0,-1-1 0 0 0,0 1 0 0 0,7 16 0 0 0,-11-20 68 0 0,0 0-1 0 0,-1 1 0 0 0,0-1 0 0 0,0 1 1 0 0,0 0-1 0 0,-1-1 0 0 0,-1 1 1 0 0,0 0-1 0 0,0-1 0 0 0,0 1 0 0 0,-1 0 1 0 0,0 0-1 0 0,-1-1 0 0 0,0 1 1 0 0,-5 12-1 0 0,2-8-131 0 0,0-1 0 0 0,-1 1-1 0 0,-1-2 1 0 0,0 1 0 0 0,-10 12 0 0 0,13-18-443 0 0,-1-1 1 0 0,0 0 0 0 0,0 0-1 0 0,-1 0 1 0 0,1-1-1 0 0,-13 8 1 0 0,1-5-5234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7:42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1146 297 4289 0 0,'-1'-14'56'0'0,"-1"1"1"0"0,0 0-1 0 0,-1 0 0 0 0,0 0 1 0 0,-1 0-1 0 0,-1 1 0 0 0,0-1 1 0 0,-1 1-1 0 0,0 0 0 0 0,-1 1 1 0 0,-9-13-1 0 0,7 13 325 0 0,-1-1-1 0 0,0 2 0 0 0,-1-1 1 0 0,0 2-1 0 0,0-1 1 0 0,-1 2-1 0 0,-1-1 1 0 0,1 2-1 0 0,-1 0 1 0 0,0 0-1 0 0,-1 1 1 0 0,0 1-1 0 0,0 0 1 0 0,0 1-1 0 0,-1 0 0 0 0,1 1 1 0 0,-1 1-1 0 0,1 0 1 0 0,-1 1-1 0 0,0 1 1 0 0,0 0-1 0 0,0 1 1 0 0,1 1-1 0 0,-1 0 1 0 0,0 1-1 0 0,1 0 1 0 0,-27 11-1 0 0,17-3-325 0 0,0 1 0 0 0,0 1-1 0 0,2 2 1 0 0,-1 0 0 0 0,2 1 0 0 0,0 1 0 0 0,1 1 0 0 0,-27 31-1 0 0,3 3-65 0 0,3 2-1 0 0,-42 72 1 0 0,38-50-46 0 0,4 2 1 0 0,4 2-1 0 0,3 1 1 0 0,3 2 0 0 0,-31 138-1 0 0,47-148-150 0 0,3 0-1 0 0,3 1 1 0 0,4 0 0 0 0,3 1-1 0 0,2-1 1 0 0,5 0-1 0 0,13 77 1 0 0,-12-120-173 0 0,1 1 1 0 0,2-2-1 0 0,0 1 1 0 0,2-1-1 0 0,2-1 0 0 0,0 0 1 0 0,2-1-1 0 0,1 0 1 0 0,2-1-1 0 0,0-1 0 0 0,2-1 1 0 0,0-1-1 0 0,2 0 0 0 0,1-2 1 0 0,1 0-1 0 0,35 24 1 0 0,-26-24 151 0 0,1-2 0 0 0,1-1 0 0 0,0-1 0 0 0,1-3 0 0 0,1 0 1 0 0,76 17-1 0 0,-63-22 302 0 0,0-3 0 0 0,0-1 1 0 0,1-3-1 0 0,101-8 1 0 0,-73-3 278 0 0,0-3 1 0 0,-1-4 0 0 0,114-37 0 0 0,-135 32 73 0 0,0-3 0 0 0,-1-2 0 0 0,-2-3 1 0 0,0-2-1 0 0,54-42 0 0 0,-64 40 475 0 0,-3-2-1 0 0,54-56 1 0 0,-77 71-550 0 0,-2-1-1 0 0,0 0 1 0 0,-2-1-1 0 0,0-1 1 0 0,-1-1-1 0 0,-2 0 1 0 0,12-31-1 0 0,-7 4 213 0 0,-2-1 0 0 0,-3 0 1 0 0,-2-1-1 0 0,3-67 0 0 0,-8-215 1374 0 0,-6 262-1624 0 0,2 4-207 0 0,0-19 174 0 0,-4 1 1 0 0,-14-87-1 0 0,14 149-239 0 0,-1 1-1 0 0,-1 0 0 0 0,-1 0 1 0 0,-1 0-1 0 0,0 1 1 0 0,-2 0-1 0 0,-1 1 1 0 0,-1 0-1 0 0,0 1 0 0 0,-2 0 1 0 0,0 1-1 0 0,-20-20 1 0 0,20 26-130 0 0,0 1 0 0 0,-2 0 0 0 0,1 1-1 0 0,-1 1 1 0 0,-1 1 0 0 0,0 0 0 0 0,0 1 0 0 0,-1 1 0 0 0,0 1 0 0 0,0 0 0 0 0,0 1 0 0 0,-1 1 0 0 0,0 1-1 0 0,0 1 1 0 0,0 0 0 0 0,0 1 0 0 0,-24 3 0 0 0,-40 8-7400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16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2668 384 6913 0 0,'-25'-45'1003'0'0,"-1"1"0"0"0,-2 1-1 0 0,-2 2 1 0 0,-39-43 0 0 0,58 72-845 0 0,0 1 1 0 0,-1 1 0 0 0,-1 0-1 0 0,0 0 1 0 0,0 1 0 0 0,-1 1-1 0 0,0 0 1 0 0,0 1 0 0 0,-29-10-1 0 0,20 11-40 0 0,0 0 0 0 0,-1 1 0 0 0,0 2 0 0 0,1 0 0 0 0,-48 2 0 0 0,8 6-62 0 0,1 4 0 0 0,-1 1 0 0 0,1 4 1 0 0,-64 23-1 0 0,40-5 158 0 0,1 4 1 0 0,-140 81-1 0 0,38-17-812 0 0,123-66 425 0 0,2 3-1 0 0,1 2 1 0 0,-94 81-1 0 0,56-30 185 0 0,-96 112 0 0 0,146-143-2 0 0,3 3 0 0 0,2 1 0 0 0,3 3 0 0 0,2 1-1 0 0,-36 89 1 0 0,11-19 33 0 0,29-66-2 0 0,3 1 1 0 0,-40 132-1 0 0,57-145 77 0 0,2 1-1 0 0,3 0 1 0 0,3 0-1 0 0,3 1 1 0 0,1 0 0 0 0,10 95-1 0 0,-2-133 34 0 0,0 1 0 0 0,1-1 0 0 0,1 0 0 0 0,2-1 1 0 0,0 0-1 0 0,1 0 0 0 0,1-1 0 0 0,1 0 0 0 0,26 33 0 0 0,-3-11-241 0 0,2-1 0 0 0,2-2 0 0 0,45 36-1 0 0,-61-58 68 0 0,1-1 0 0 0,0-1 0 0 0,1-1 0 0 0,1-1 0 0 0,0-1 0 0 0,52 17 0 0 0,-42-19 2 0 0,1-1 0 0 0,0-2-1 0 0,0-2 1 0 0,68 2-1 0 0,-81-8-55 0 0,0-2 0 0 0,0 0 0 0 0,-1-2 0 0 0,39-10 0 0 0,92-39-585 0 0,-76 24 461 0 0,76-33-702 0 0,183-100-1 0 0,-262 124 992 0 0,-6 4 105 0 0,96-64 1 0 0,-39 6 443 0 0,187-179 0 0 0,-254 210-825 0 0,-3-2 0 0 0,-3-2 0 0 0,-2-3 0 0 0,-4-1 0 0 0,52-103 1 0 0,-57 93 783 0 0,-4-2 0 0 0,-4-2 1 0 0,46-167-1 0 0,-77 235-462 0 0,35-189 1151 0 0,-35 179-1184 0 0,-2 1-1 0 0,-1 0 0 0 0,-1-1 1 0 0,-1 1-1 0 0,-1 0 0 0 0,-9-37 1 0 0,0 17 121 0 0,-3 2 1 0 0,-1 0-1 0 0,-2 0 0 0 0,-2 2 1 0 0,-1 1-1 0 0,-2 0 0 0 0,-2 1 1 0 0,-49-56-1 0 0,66 85-456 0 0,-1 0 1 0 0,-1 1-1 0 0,1-1 0 0 0,-1 2 0 0 0,-1-1 0 0 0,1 2 0 0 0,-1-1 0 0 0,0 1 1 0 0,-1 1-1 0 0,0 0 0 0 0,1 1 0 0 0,-2 0 0 0 0,1 1 0 0 0,0 0 0 0 0,-1 1 1 0 0,1 0-1 0 0,-1 1 0 0 0,-15 1 0 0 0,-4 4-5417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18.6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1959 437 5985 0 0,'-11'-20'825'0'0,"-2"1"0"0"0,0 0-1 0 0,-1 1 1 0 0,-19-18 0 0 0,1 0 574 0 0,14 16-862 0 0,-1 0 0 0 0,-1 2 0 0 0,0 0 0 0 0,-2 1 1 0 0,0 1-1 0 0,-1 1 0 0 0,-35-17 0 0 0,33 20-587 0 0,0 1 1 0 0,-1 2-1 0 0,-1 1 0 0 0,1 0 1 0 0,-2 2-1 0 0,1 1 0 0 0,0 2 0 0 0,-1 0 1 0 0,0 2-1 0 0,1 1 0 0 0,-53 7 1 0 0,-14 9-61 0 0,1 4 0 0 0,1 4 0 0 0,-151 62-1 0 0,218-75 303 0 0,-139 64 601 0 0,138-61-784 0 0,1 1 1 0 0,1 1-1 0 0,1 2 0 0 0,-27 24 0 0 0,2 5-354 0 0,1 3 0 0 0,3 1-1 0 0,2 2 1 0 0,2 2-1 0 0,-38 70 1 0 0,58-81 597 0 0,2 2 0 0 0,2 0 0 0 0,2 1 0 0 0,2 0 0 0 0,2 1 0 0 0,2 1 0 0 0,-2 66 0 0 0,9-67-160 0 0,2 0-1 0 0,2-1 1 0 0,2 1-1 0 0,2-1 1 0 0,2 0-1 0 0,15 46 1 0 0,15 19-316 0 0,63 131 1 0 0,-80-192 137 0 0,3-1 0 0 0,2-1 0 0 0,60 81 0 0 0,-4-30 627 0 0,170 158 1 0 0,-191-202-926 0 0,122 84 1 0 0,32-13-451 0 0,-170-104 528 0 0,1-2-1 0 0,92 27 1 0 0,-113-42 355 0 0,-1-2 0 0 0,1-1 0 0 0,0-1 0 0 0,-1-1-1 0 0,1-1 1 0 0,0-1 0 0 0,0-2 0 0 0,-1 0 0 0 0,1-2 0 0 0,-1-1-1 0 0,0-1 1 0 0,25-10 0 0 0,32-17 553 0 0,-1-4 1 0 0,86-55-1 0 0,-104 56-412 0 0,-28 15-133 0 0,0-2 0 0 0,-2-1 0 0 0,-1-1 0 0 0,-1-2 0 0 0,40-46 0 0 0,118-173 241 0 0,-142 172-220 0 0,-3-2 0 0 0,-4-2 0 0 0,-3-1 0 0 0,-4-2 0 0 0,32-116 0 0 0,-55 158 5 0 0,-1 0 0 0 0,-2-1 1 0 0,-2 0-1 0 0,-1-1 0 0 0,-2 1 0 0 0,-7-70 0 0 0,-2 55 242 0 0,-3 0-1 0 0,-2 1 0 0 0,-2 0 0 0 0,-30-72 0 0 0,42 122-302 0 0,-40-104 378 0 0,-98-182-1 0 0,121 259-401 0 0,-1 2 0 0 0,-1 0 0 0 0,-1 1 0 0 0,-2 2 0 0 0,0 0 0 0 0,-2 1 1 0 0,-1 2-1 0 0,-1 1 0 0 0,-2 1 0 0 0,-33-20 0 0 0,-269-159 684 0 0,204 125-450 0 0,107 65-624 0 0,0 2-1 0 0,-1 1 1 0 0,0 0-1 0 0,-34-6 1 0 0,26 9-6752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0.7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89 514 6913 0 0,'-65'13'3112'0'0,"42"-10"-1356"0"0,155-31 2592 0 0,70-29-1936 0 0,39-10-1566 0 0,-35 16-561 0 0,224-47-889 0 0,-410 94 559 0 0,278-55-1824 0 0,-9-24 405 0 0,-258 72 723 0 0,-1-1 0 0 0,0-2 0 0 0,39-23-1 0 0,-57 28-3925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3 4145 0 0,'-52'2'4547'0'0,"9"-3"5380"0"0,82-1-9674 0 0,-1 1 0 0 0,1 2 0 0 0,0 1 0 0 0,0 3 0 0 0,-1 0 0 0 0,0 3 0 0 0,0 1 0 0 0,-1 2 0 0 0,62 27 0 0 0,-82-31-267 0 0,-1 1 1 0 0,-1 1 0 0 0,1 0 0 0 0,-1 1 0 0 0,20 18 0 0 0,-32-25 24 0 0,0 0-1 0 0,1 0 1 0 0,-1 0 0 0 0,0 0 0 0 0,0 1-1 0 0,-1-1 1 0 0,1 1 0 0 0,-1 0 0 0 0,0 0 0 0 0,0 0-1 0 0,0 0 1 0 0,0 0 0 0 0,-1 0 0 0 0,0 0-1 0 0,0 1 1 0 0,0-1 0 0 0,0 1 0 0 0,-1-1-1 0 0,1 0 1 0 0,-1 1 0 0 0,0-1 0 0 0,0 1-1 0 0,-1-1 1 0 0,0 1 0 0 0,1-1 0 0 0,-2 0-1 0 0,0 5 1 0 0,-12 19 197 0 0,-1-1 1 0 0,-1-1-1 0 0,-1 0 0 0 0,-1-2 0 0 0,-2 0 1 0 0,-36 36-1 0 0,34-40-320 0 0,-1-2 1 0 0,0 0-1 0 0,-1-1 1 0 0,-30 14-1 0 0,36-21-626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13363 0 0,'-2'12'4352'0'0,"7"17"-3407"0"0,-2-18-361 0 0,27 399 3205 0 0,-29-272-5783 0 0,-4-1-4177 0 0,2-117-239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1.9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4609 0 0,'4'-15'615'0'0,"0"1"0"0"0,1 0 1 0 0,0-1-1 0 0,1 2 0 0 0,0-1 0 0 0,1 1 1 0 0,17-24-1 0 0,-16 25-333 0 0,-3 4 163 0 0,0 0 1 0 0,1 1-1 0 0,-1 0 1 0 0,2 0-1 0 0,-1 0 1 0 0,1 1-1 0 0,0 0 1 0 0,9-6-1 0 0,-14 10-300 0 0,0 1 1 0 0,0 0-1 0 0,0 1 0 0 0,0-1 0 0 0,0 0 0 0 0,0 0 0 0 0,0 1 0 0 0,0-1 0 0 0,0 1 0 0 0,0 0 0 0 0,1 0 0 0 0,-1-1 0 0 0,0 1 0 0 0,0 1 0 0 0,0-1 0 0 0,4 1 0 0 0,-3 0-61 0 0,-1 0 1 0 0,0 0-1 0 0,1 1 1 0 0,-1-1-1 0 0,0 1 1 0 0,0-1-1 0 0,0 1 1 0 0,0 0-1 0 0,0 0 1 0 0,0 0-1 0 0,-1 0 1 0 0,1 0 0 0 0,-1 0-1 0 0,1 0 1 0 0,-1 0-1 0 0,0 1 1 0 0,1 2-1 0 0,2 5-54 0 0,0 0 1 0 0,-2 1-1 0 0,1-1 0 0 0,-1 0 0 0 0,-1 1 1 0 0,0-1-1 0 0,0 1 0 0 0,-1 0 0 0 0,0-1 1 0 0,-1 1-1 0 0,0-1 0 0 0,-1 1 0 0 0,0-1 0 0 0,-7 20 1 0 0,1-9-21 0 0,0-1-1 0 0,0 0 1 0 0,-2 0 0 0 0,-1-1 0 0 0,0 0 0 0 0,-18 21 0 0 0,20-29-150 0 0,0 0 1 0 0,-1-1-1 0 0,0 0 1 0 0,-1-1-1 0 0,0 0 1 0 0,0-1-1 0 0,-1 0 1 0 0,0 0-1 0 0,-15 6 1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2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9218 0 0,'10'9'978'0'0,"1"0"-1"0"0,-1 0 1 0 0,-1 1-1 0 0,0 0 1 0 0,0 1-1 0 0,-1 0 1 0 0,-1 1 0 0 0,0-1-1 0 0,8 18 1 0 0,1 9-524 0 0,18 71 1 0 0,-28-88-1054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 7834 0 0,'-2'-5'696'0'0,"1"3"-560"0"0,2 0-136 0 0,1 2 0 0 0,-1 0 176 0 0,2-1 8 0 0,0 0 0 0 0,-1-2 0 0 0,4-1-384 0 0,-1 2-80 0 0,2 1-8 0 0,3 2-8 0 0,-1 2 216 0 0,4 1 80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0,'2'4'301'0'0,"1"-1"0"0"0,0 0 0 0 0,-1 0 0 0 0,2 0 0 0 0,-1 0 0 0 0,0-1 0 0 0,0 1 0 0 0,1-1 0 0 0,-1 0 0 0 0,7 3 0 0 0,-1 1 49 0 0,16 13 972 0 0,45 44 0 0 0,-44-38-1680 0 0,32 24 0 0 0,-46-40-390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2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20 8754 0 0,'-4'-2'53'0'0,"-2"-1"544"0"0,0 0 0 0 0,0 0 0 0 0,0 1 0 0 0,-1 0 0 0 0,-8-2 1 0 0,12 3-276 0 0,0 1 0 0 0,0 0 0 0 0,0 0 1 0 0,0 1-1 0 0,0-1 0 0 0,1 0 1 0 0,-1 1-1 0 0,0 0 0 0 0,0 0 1 0 0,0 0-1 0 0,1 0 0 0 0,-1 0 1 0 0,0 0-1 0 0,1 1 0 0 0,-4 2 0 0 0,-3 3 49 0 0,1 0 0 0 0,0 0 0 0 0,0 1 0 0 0,1 0 0 0 0,0 1 0 0 0,0-1 0 0 0,1 1 0 0 0,0 1 0 0 0,0-1 0 0 0,1 1 0 0 0,-5 15 0 0 0,2-4-509 0 0,2-1-1 0 0,0 1 1 0 0,1 1-1 0 0,-3 39 1 0 0,6-35-684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1 413 5065 0 0,'20'-13'1535'0'0,"-1"0"0"0"0,-1-2 0 0 0,0 0 0 0 0,-1 0 0 0 0,17-22 0 0 0,-17 17-855 0 0,-1 0 0 0 0,-2-1-1 0 0,0-1 1 0 0,-1 0 0 0 0,-1-1 0 0 0,-2 0 0 0 0,15-45 0 0 0,-24 65-651 0 0,0 0 0 0 0,0-1 0 0 0,0 1 0 0 0,-1-1 0 0 0,0 1 0 0 0,0-1 0 0 0,0 1 0 0 0,0-1 0 0 0,0 1 0 0 0,-1-1 0 0 0,1 1 0 0 0,-1 0 0 0 0,0-1 0 0 0,0 1 0 0 0,0 0 0 0 0,-1-1 0 0 0,1 1 0 0 0,-4-6 0 0 0,3 8-50 0 0,1-1 1 0 0,-1 1-1 0 0,1 0 0 0 0,-1-1 0 0 0,0 1 0 0 0,1 0 0 0 0,-1 0 0 0 0,0 0 1 0 0,0 0-1 0 0,0 1 0 0 0,0-1 0 0 0,0 0 0 0 0,0 1 0 0 0,0-1 0 0 0,0 1 1 0 0,0 0-1 0 0,0-1 0 0 0,0 1 0 0 0,0 0 0 0 0,0 0 0 0 0,0 1 0 0 0,0-1 1 0 0,0 0-1 0 0,0 1 0 0 0,0-1 0 0 0,0 1 0 0 0,0 0 0 0 0,0-1 0 0 0,0 1 1 0 0,0 0-1 0 0,0 0 0 0 0,1 1 0 0 0,-3 0 0 0 0,-5 4-48 0 0,1 1-1 0 0,0-1 0 0 0,0 2 1 0 0,1-1-1 0 0,-1 1 0 0 0,2 0 1 0 0,-1 0-1 0 0,1 1 0 0 0,1-1 1 0 0,-1 2-1 0 0,-4 10 0 0 0,4-7 58 0 0,0 1 0 0 0,1-1 0 0 0,1 1 0 0 0,0-1 0 0 0,1 1 0 0 0,0 0 0 0 0,0 26 0 0 0,2-34 73 0 0,2-1 0 0 0,-1 1 0 0 0,0 0 0 0 0,1-1 0 0 0,0 1 0 0 0,1-1 0 0 0,-1 1 0 0 0,1-1 0 0 0,0 0 0 0 0,0 0-1 0 0,0 0 1 0 0,1 0 0 0 0,0 0 0 0 0,0 0 0 0 0,0 0 0 0 0,1-1 0 0 0,0 0 0 0 0,-1 0 0 0 0,1 0 0 0 0,1 0 0 0 0,-1 0 0 0 0,1-1 0 0 0,-1 0 0 0 0,1 0 0 0 0,0 0 0 0 0,0-1 0 0 0,0 1 0 0 0,0-1 0 0 0,1 0 0 0 0,-1-1 0 0 0,0 1 0 0 0,7 0-1 0 0,1 0-361 0 0,1 0 0 0 0,-1-1 0 0 0,1-1-1 0 0,0 0 1 0 0,0-1 0 0 0,-1 0-1 0 0,1-1 1 0 0,-1-1 0 0 0,1 0-1 0 0,-1-1 1 0 0,0 0 0 0 0,15-7-1 0 0,-13 3-1657 0 0,-1 0-1 0 0,18-13 1 0 0,-4-1-2752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3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96 199 456 0 0,'2'-22'-446'0'0,"1"-6"1397"0"0,-1-34 1 0 0,-2 56-161 0 0,0 0 1 0 0,0 0 0 0 0,-1 0-1 0 0,0 0 1 0 0,0 0-1 0 0,-1 0 1 0 0,0 0-1 0 0,0 0 1 0 0,0 1 0 0 0,0-1-1 0 0,-7-9 1 0 0,9 14-682 0 0,-1 1 0 0 0,1-1 1 0 0,-1 1-1 0 0,1-1 0 0 0,-1 1 0 0 0,0 0 1 0 0,1-1-1 0 0,-1 1 0 0 0,1 0 1 0 0,-1-1-1 0 0,0 1 0 0 0,1 0 0 0 0,-1 0 1 0 0,0-1-1 0 0,1 1 0 0 0,-1 0 0 0 0,0 0 1 0 0,1 0-1 0 0,-1 0 0 0 0,0 0 1 0 0,1 0-1 0 0,-1 0 0 0 0,0 0 0 0 0,0 0 1 0 0,1 0-1 0 0,-1 1 0 0 0,0-1 0 0 0,1 0 1 0 0,-1 0-1 0 0,1 1 0 0 0,-1-1 1 0 0,0 0-1 0 0,1 1 0 0 0,-1-1 0 0 0,1 1 1 0 0,-1-1-1 0 0,1 0 0 0 0,-1 1 0 0 0,1-1 1 0 0,-1 1-1 0 0,1 0 0 0 0,-1-1 1 0 0,1 1-1 0 0,0-1 0 0 0,-1 1 0 0 0,1 0 1 0 0,0-1-1 0 0,0 1 0 0 0,-1 0 0 0 0,-16 33 1974 0 0,8-7-1600 0 0,2-1 0 0 0,1 1 0 0 0,0 0 0 0 0,2 1 0 0 0,2-1 0 0 0,0 54 0 0 0,26 168 386 0 0,-20-224-736 0 0,6 40-514 0 0,2 0-1 0 0,4-2 1 0 0,28 77-1 0 0,-26-96-7455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140 183 5529 0 0,'-14'-22'2187'0'0,"7"10"-1035"0"0,-1 0 0 0 0,0 1-1 0 0,0-1 1 0 0,-1 2 0 0 0,-1-1 0 0 0,0 1 0 0 0,-17-13-1 0 0,27 22-1032 0 0,-1 1-1 0 0,0-1 1 0 0,1 1-1 0 0,-1-1 0 0 0,0 1 1 0 0,1 0-1 0 0,-1-1 1 0 0,0 1-1 0 0,0 0 1 0 0,1 0-1 0 0,-1 0 1 0 0,0-1-1 0 0,0 1 0 0 0,1 0 1 0 0,-1 0-1 0 0,0 0 1 0 0,0 0-1 0 0,0 0 1 0 0,1 0-1 0 0,-1 0 0 0 0,0 1 1 0 0,0-1-1 0 0,0 0 1 0 0,1 0-1 0 0,-1 1 1 0 0,0-1-1 0 0,1 0 1 0 0,-2 1-1 0 0,1 0-21 0 0,0 1 0 0 0,0-1 1 0 0,0 0-1 0 0,0 1 0 0 0,0-1 0 0 0,0 1 0 0 0,0-1 0 0 0,0 1 1 0 0,1-1-1 0 0,-1 1 0 0 0,1 0 0 0 0,-1 2 0 0 0,-1 6 4 0 0,0 1-1 0 0,1 0 0 0 0,1 12 0 0 0,0-22-52 0 0,0 12-27 0 0,1 1 0 0 0,0-1 1 0 0,2 1-1 0 0,-1-1 0 0 0,1 0 0 0 0,1 0 1 0 0,0 0-1 0 0,1-1 0 0 0,1 1 0 0 0,0-1 1 0 0,8 12-1 0 0,-11-20-33 0 0,-1 0 0 0 0,2 1 0 0 0,-1-1 0 0 0,0 0-1 0 0,1-1 1 0 0,0 1 0 0 0,0-1 0 0 0,0 0 0 0 0,0 0 0 0 0,0 0 0 0 0,1 0 0 0 0,-1-1 0 0 0,1 1-1 0 0,0-1 1 0 0,-1-1 0 0 0,1 1 0 0 0,0 0 0 0 0,0-1 0 0 0,0 0 0 0 0,1-1 0 0 0,-1 1 0 0 0,0-1 0 0 0,0 0-1 0 0,0 0 1 0 0,0 0 0 0 0,1-1 0 0 0,-1 0 0 0 0,0 0 0 0 0,0 0 0 0 0,0 0 0 0 0,6-4 0 0 0,0 1-150 0 0,-1-1 1 0 0,0-1-1 0 0,0 1 1 0 0,-1-1 0 0 0,1-1-1 0 0,-1 0 1 0 0,-1 0-1 0 0,1-1 1 0 0,-1 0-1 0 0,-1-1 1 0 0,0 1 0 0 0,0-1-1 0 0,0-1 1 0 0,-1 1-1 0 0,-1-1 1 0 0,0 0-1 0 0,0-1 1 0 0,-1 1 0 0 0,0-1-1 0 0,0 0 1 0 0,2-19-1 0 0,-5 30 204 0 0,-1 0 0 0 0,0 0 0 0 0,1 0 0 0 0,-1 0 0 0 0,0 0 1 0 0,1 0-1 0 0,-1 0 0 0 0,0 0 0 0 0,1 0 0 0 0,-1 0 0 0 0,0 0 0 0 0,1 0 0 0 0,-1 1 0 0 0,0-1 0 0 0,0 0 0 0 0,1 0 0 0 0,-1 0 0 0 0,0 1 0 0 0,1-1 0 0 0,-1 0 0 0 0,0 0 0 0 0,0 1 0 0 0,0-1 0 0 0,1 0 0 0 0,-1 0 0 0 0,0 1 0 0 0,0-1 0 0 0,0 0 0 0 0,0 1 1 0 0,1-1-1 0 0,-1 0 0 0 0,0 1 0 0 0,0-1 0 0 0,0 0 0 0 0,0 1 0 0 0,0-1 0 0 0,0 1 0 0 0,18 27 363 0 0,4 5-189 0 0,-15-25-130 0 0,0 0-1 0 0,1-1 0 0 0,0 0 0 0 0,1-1 0 0 0,-1 0 0 0 0,1 0 0 0 0,0-1 0 0 0,1 0 1 0 0,-1 0-1 0 0,1-1 0 0 0,0 0 0 0 0,0-1 0 0 0,0 0 0 0 0,18 2 0 0 0,-22-5-21 0 0,-1 1-1 0 0,1-1 1 0 0,0 0-1 0 0,-1 0 1 0 0,1-1-1 0 0,0 1 1 0 0,-1-1 0 0 0,1 0-1 0 0,-1-1 1 0 0,1 0-1 0 0,-1 0 1 0 0,8-4-1 0 0,-9 4-30 0 0,0-1-1 0 0,-1 1 1 0 0,1-1-1 0 0,-1 0 1 0 0,0-1-1 0 0,0 1 1 0 0,0 0 0 0 0,0-1-1 0 0,0 0 1 0 0,-1 0-1 0 0,0 1 1 0 0,0-1-1 0 0,0-1 1 0 0,0 1-1 0 0,-1 0 1 0 0,1 0-1 0 0,0-8 1 0 0,1-5-195 0 0,-1-1 0 0 0,-1 0-1 0 0,-1 1 1 0 0,-1-1 0 0 0,0 0 0 0 0,-1 1 0 0 0,-1-1 0 0 0,-1 1-1 0 0,-9-29 1 0 0,9 34-1049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3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0,'7'75'7642'0'0,"-1"-7"-5105"0"0,-4 118-2001 0 0,0-165-7490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4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19 7370 0 0,'-5'-7'656'0'0,"2"3"-528"0"0,2 0-128 0 0,1 1 840 0 0,1 3-392 0 0,2 0 8 0 0,1 4-1032 0 0,-1 3-216 0 0,1 8-40 0 0,1 5-1 0 0,1 6 641 0 0,-1 3 128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267 551 9218 0 0,'1'-2'213'0'0,"-1"0"1"0"0,0-1-1 0 0,0 1 1 0 0,0 0-1 0 0,0 0 1 0 0,0-1-1 0 0,0 1 1 0 0,0 0-1 0 0,-1 0 1 0 0,1 0-1 0 0,-1-1 1 0 0,0 1-1 0 0,0 0 0 0 0,1 0 1 0 0,-1 0-1 0 0,-1 0 1 0 0,1 0-1 0 0,0 0 1 0 0,-3-2-1 0 0,3 2-2 0 0,-1 2 0 0 0,0-1 0 0 0,1 0-1 0 0,-1 0 1 0 0,0 0 0 0 0,0 1 0 0 0,1-1-1 0 0,-1 1 1 0 0,0-1 0 0 0,0 1 0 0 0,0 0-1 0 0,0 0 1 0 0,0 0 0 0 0,1 0 0 0 0,-1 0-1 0 0,0 0 1 0 0,0 0 0 0 0,0 1 0 0 0,0-1-1 0 0,0 1 1 0 0,1-1 0 0 0,-1 1 0 0 0,0 0-1 0 0,-2 1 1 0 0,-6 3 29 0 0,0 1-1 0 0,1 0 1 0 0,0 1-1 0 0,0 0 1 0 0,0 0 0 0 0,1 1-1 0 0,0 0 1 0 0,-12 16-1 0 0,-1 4 508 0 0,-26 47-1 0 0,39-61-817 0 0,1 0 0 0 0,0 1 0 0 0,2 0 0 0 0,-1 0 1 0 0,2 0-1 0 0,-5 28 0 0 0,8-38 37 0 0,1-1-1 0 0,0 1 1 0 0,0 0-1 0 0,0 0 1 0 0,0-1-1 0 0,1 1 1 0 0,0 0-1 0 0,0-1 1 0 0,0 1-1 0 0,1-1 1 0 0,3 9 0 0 0,-3-10 16 0 0,-1-1 0 0 0,1 1 0 0 0,1 0 0 0 0,-1-1 0 0 0,0 0 0 0 0,1 1 0 0 0,-1-1 0 0 0,1 0 0 0 0,-1 0 0 0 0,1 0 1 0 0,0-1-1 0 0,0 1 0 0 0,0-1 0 0 0,0 1 0 0 0,0-1 0 0 0,0 0 0 0 0,1 0 0 0 0,5 1 0 0 0,-3-2-152 0 0,0 0-1 0 0,0 0 1 0 0,0 0-1 0 0,0-1 1 0 0,-1 0-1 0 0,1 0 0 0 0,0 0 1 0 0,0-1-1 0 0,-1 1 1 0 0,1-1-1 0 0,0-1 1 0 0,-1 1-1 0 0,0-1 1 0 0,0 0-1 0 0,0 0 1 0 0,0-1-1 0 0,0 0 1 0 0,7-7-1 0 0,1-1-333 0 0,0-1 1 0 0,-1-1-1 0 0,-1 0 0 0 0,19-31 1 0 0,-17 21 130 0 0,-1-2 0 0 0,-2 1 0 0 0,0-2 0 0 0,-2 1 0 0 0,-1-1 0 0 0,-1 0 0 0 0,-1-1 0 0 0,1-30 0 0 0,-1-38 781 0 0,-9-95 1 0 0,1 121 958 0 0,2 30 2259 0 0,-13-71-1 0 0,16 127-3057 0 0,-1 1 1 0 0,-3 29-1 0 0,0-1-391 0 0,15 264 1076 0 0,13-156-2112 0 0,-16-109-2172 0 0,24 60 0 0 0,-16-61-4560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6 11522 0 0,'-10'-5'1150'0'0,"12"9"-174"0"0,9 16 102 0 0,5 41 1370 0 0,11 77 0 0 0,-18-80-1106 0 0,30 98 0 0 0,-4-59-3156 0 0,-24-68-5547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5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28 351 3681 0 0,'-2'-1'35'0'0,"-1"-1"1"0"0,1 1-1 0 0,0-1 1 0 0,0 0-1 0 0,0 0 1 0 0,-1 0-1 0 0,2 0 0 0 0,-1 0 1 0 0,0-1-1 0 0,0 1 1 0 0,-2-5-1 0 0,4 5 28 0 0,0 0-1 0 0,0 1 1 0 0,0-1-1 0 0,0 0 1 0 0,1 0-1 0 0,-1 1 1 0 0,0-1-1 0 0,1 0 1 0 0,-1 1-1 0 0,1-1 1 0 0,0 0-1 0 0,0 1 1 0 0,-1-1-1 0 0,1 1 1 0 0,0-1-1 0 0,0 1 1 0 0,0-1-1 0 0,1 1 1 0 0,-1 0-1 0 0,0 0 1 0 0,2-2-1 0 0,8-8 91 0 0,0 1-1 0 0,1 0 0 0 0,0 0 1 0 0,1 1-1 0 0,25-14 1 0 0,76-29 1363 0 0,-4 2 1248 0 0,-85 36-2477 0 0,0-1 0 0 0,-2-1 0 0 0,0-1 1 0 0,33-33-1 0 0,-58 54 62 0 0,0-1 1 0 0,0 1-1 0 0,0-1 0 0 0,0 1 1 0 0,1 0-1 0 0,0 0 0 0 0,-1 0 1 0 0,1 0-1 0 0,0 8 0 0 0,-5 43 710 0 0,5-50-945 0 0,-1 25 265 0 0,1 0 1 0 0,2 0-1 0 0,7 47 0 0 0,-7-66-337 0 0,1 0 1 0 0,0-1 0 0 0,1 0-1 0 0,1 1 1 0 0,-1-1 0 0 0,1 0-1 0 0,1 0 1 0 0,0-1 0 0 0,0 0-1 0 0,1 1 1 0 0,1-2 0 0 0,-1 1-1 0 0,12 10 1 0 0,-16-16-8 0 0,1-1 1 0 0,-1 1-1 0 0,1-1 0 0 0,0 0 1 0 0,0 0-1 0 0,0-1 0 0 0,0 1 1 0 0,0 0-1 0 0,1-1 0 0 0,-1 0 1 0 0,0 0-1 0 0,1 0 0 0 0,-1 0 1 0 0,1 0-1 0 0,-1-1 0 0 0,1 0 1 0 0,-1 1-1 0 0,1-1 0 0 0,-1-1 1 0 0,1 1-1 0 0,-1 0 0 0 0,1-1 1 0 0,-1 0-1 0 0,0 0 1 0 0,1 0-1 0 0,3-2 0 0 0,-1 0 21 0 0,0-1 0 0 0,0 0 0 0 0,-1 0 0 0 0,1-1-1 0 0,-1 1 1 0 0,0-1 0 0 0,-1 0 0 0 0,1-1 0 0 0,-1 1 0 0 0,0-1 0 0 0,0 0 0 0 0,4-10-1 0 0,17-48 88 0 0,-22 53-85 0 0,0 1 1 0 0,0-1 0 0 0,1 1-1 0 0,1 0 1 0 0,0 0-1 0 0,0 0 1 0 0,1 1-1 0 0,0 0 1 0 0,13-14 0 0 0,-18 21-22 0 0,0 1 0 0 0,1 0 0 0 0,-1 0 0 0 0,0 0 1 0 0,1 0-1 0 0,-1 1 0 0 0,1-1 0 0 0,0 0 0 0 0,-1 1 1 0 0,1-1-1 0 0,-1 0 0 0 0,1 1 0 0 0,0 0 0 0 0,-1 0 0 0 0,1-1 1 0 0,0 1-1 0 0,0 0 0 0 0,-1 0 0 0 0,1 0 0 0 0,0 1 1 0 0,-1-1-1 0 0,1 0 0 0 0,0 1 0 0 0,-1-1 0 0 0,1 1 1 0 0,0-1-1 0 0,-1 1 0 0 0,1 0 0 0 0,-1-1 0 0 0,1 1 1 0 0,-1 0-1 0 0,0 0 0 0 0,1 0 0 0 0,-1 1 0 0 0,0-1 1 0 0,2 2-1 0 0,5 6 65 0 0,0 0 0 0 0,-1 1 0 0 0,0-1 0 0 0,7 16 0 0 0,-3-6-28 0 0,1-2-319 0 0,0-1-1 0 0,1-1 1 0 0,0 0-1 0 0,1-1 1 0 0,1 0 0 0 0,0-1-1 0 0,1-1 1 0 0,1-1-1 0 0,30 17 1 0 0,-20-14-7263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7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 13 5065 0 0,'-171'42'7226'0'0,"165"-39"-5987"0"0,8 0-393 0 0,15 1 4 0 0,27 1-155 0 0,137 5 1267 0 0,358-27 1 0 0,-396-7-2475 0 0,-117 17-1243 0 0,38-15 1 0 0,-42 13-4077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7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36 11058 0 0,'-1'1'47'0'0,"1"-1"-1"0"0,-1 0 1 0 0,1 0-1 0 0,-1 0 1 0 0,1 0-1 0 0,-1 0 0 0 0,0 0 1 0 0,1 0-1 0 0,-1 0 1 0 0,1 0-1 0 0,-1 0 1 0 0,1-1-1 0 0,-1 1 1 0 0,1 0-1 0 0,-1 0 0 0 0,1 0 1 0 0,-1-1-1 0 0,1 1 1 0 0,-1 0-1 0 0,1 0 1 0 0,-1-1-1 0 0,1 1 0 0 0,-1-1 1 0 0,1 1-1 0 0,0 0 1 0 0,-1-1-1 0 0,1 1 1 0 0,0-1-1 0 0,-1 1 1 0 0,1-1-1 0 0,0 1 0 0 0,-1-2 1 0 0,16-8 1205 0 0,34-6 340 0 0,-38 15-1281 0 0,1 1 0 0 0,-1 0 0 0 0,1 0 0 0 0,-1 1 0 0 0,0 0 0 0 0,0 1 0 0 0,1 0 0 0 0,-1 1 0 0 0,-1 0-1 0 0,1 1 1 0 0,0 0 0 0 0,-1 1 0 0 0,0 0 0 0 0,0 1 0 0 0,0 0 0 0 0,11 9 0 0 0,-3-2-180 0 0,-1 1 1 0 0,-1 1-1 0 0,0 1 1 0 0,0 0-1 0 0,-2 1 1 0 0,0 0-1 0 0,17 29 1 0 0,-23-32-96 0 0,-1 1 1 0 0,0 0-1 0 0,-1 0 1 0 0,0 1-1 0 0,-1 0 1 0 0,-1 0-1 0 0,-1 0 1 0 0,0 0-1 0 0,-1 1 1 0 0,0 26-1 0 0,-3-32-39 0 0,0 0 0 0 0,0 0-1 0 0,-1-1 1 0 0,0 1 0 0 0,-1 0 0 0 0,0-1-1 0 0,-1 0 1 0 0,0 0 0 0 0,0 0 0 0 0,-1 0-1 0 0,-1-1 1 0 0,1 0 0 0 0,-2 0-1 0 0,1 0 1 0 0,-1-1 0 0 0,0 0 0 0 0,-10 8-1 0 0,9-9-726 0 0,0-1 0 0 0,-1 1 0 0 0,-19 8 0 0 0,11-6-6246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44 8290 0 0,'-20'-44'8154'0'0,"18"73"-4486"0"0,7 141-1682 0 0,13 270-2730 0 0,-14-388-6911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15203 0 0,'15'37'5228'0'0,"7"54"-3447"0"0,1 2-1390 0 0,46 99-846 0 0,-63-175 52 0 0,6 13-642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8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5 317 3681 0 0,'-1'-2'67'0'0,"0"0"-1"0"0,0 0 1 0 0,1 0 0 0 0,-1 0-1 0 0,1 0 1 0 0,0 0 0 0 0,-1 0 0 0 0,1 0-1 0 0,0 0 1 0 0,0 0 0 0 0,0 0 0 0 0,1 0-1 0 0,-1 0 1 0 0,0 0 0 0 0,1 0-1 0 0,-1 0 1 0 0,1 0 0 0 0,0 0 0 0 0,0 0-1 0 0,0 0 1 0 0,1-2 0 0 0,25-40 561 0 0,-15 28-410 0 0,2 0-1 0 0,0 1 0 0 0,1 1 1 0 0,0 1-1 0 0,1 0 0 0 0,0 1 1 0 0,1 0-1 0 0,1 2 1 0 0,0 0-1 0 0,36-14 0 0 0,-10 7 772 0 0,1 3-1 0 0,1 1 0 0 0,77-10 0 0 0,-114 21-810 0 0,1 1 0 0 0,-1 0 0 0 0,1 1-1 0 0,0 0 1 0 0,-1 0 0 0 0,18 4 0 0 0,-23-3-112 0 0,0 0 0 0 0,0 1 0 0 0,0 0 0 0 0,0-1 0 0 0,0 1 0 0 0,-1 1 0 0 0,1-1 0 0 0,-1 0 1 0 0,1 1-1 0 0,-1 0 0 0 0,0 0 0 0 0,0 0 0 0 0,0 0 0 0 0,0 0 0 0 0,-1 1 0 0 0,1-1 0 0 0,2 6 0 0 0,4 9 76 0 0,-2 1 0 0 0,0-1 0 0 0,-1 1 0 0 0,-1 1 0 0 0,-1-1-1 0 0,3 39 1 0 0,-5-37-85 0 0,0-1-1 0 0,2 1 0 0 0,1-1 0 0 0,0 0 1 0 0,1 0-1 0 0,10 21 0 0 0,-15-38-30 0 0,0-1-1 0 0,1 0 1 0 0,-1 1-1 0 0,1-1 1 0 0,-1 0-1 0 0,1 1 1 0 0,0-1-1 0 0,-1 0 1 0 0,1 0-1 0 0,0-1 1 0 0,0 1-1 0 0,1 0 1 0 0,-1 0-1 0 0,0-1 1 0 0,0 0-1 0 0,1 1 1 0 0,-1-1-1 0 0,1 0 1 0 0,-1 0-1 0 0,1 0 1 0 0,0-1-1 0 0,-1 1 1 0 0,1-1-1 0 0,5 1 1 0 0,-4-1 93 0 0,0-1 1 0 0,-1 0 0 0 0,1 0-1 0 0,0 0 1 0 0,-1 0-1 0 0,1-1 1 0 0,-1 0 0 0 0,0 1-1 0 0,1-1 1 0 0,-1 0 0 0 0,0-1-1 0 0,0 1 1 0 0,0 0 0 0 0,0-1-1 0 0,-1 0 1 0 0,1 0 0 0 0,3-4-1 0 0,2-5 116 0 0,-1 1 0 0 0,0-1 1 0 0,0 0-1 0 0,-1-1 0 0 0,-1 1 0 0 0,0-1 0 0 0,-1 0 0 0 0,0 0 0 0 0,2-17 0 0 0,-4 20-162 0 0,-1 0 1 0 0,0 1-1 0 0,-1-1 1 0 0,0 0-1 0 0,0 0 1 0 0,-1 0-1 0 0,0 0 1 0 0,-1 1-1 0 0,0-1 1 0 0,0 1-1 0 0,-1-1 1 0 0,-1 1-1 0 0,-6-14 1 0 0,7 18-103 0 0,0 1-1 0 0,0 0 1 0 0,-1 0 0 0 0,0 0 0 0 0,1 0 0 0 0,-1 1 0 0 0,0 0 0 0 0,-1-1 0 0 0,1 1 0 0 0,-1 1 0 0 0,1-1-1 0 0,-1 1 1 0 0,0 0 0 0 0,0 0 0 0 0,0 0 0 0 0,0 1 0 0 0,-8-2 0 0 0,-32-1-6458 0 0,24 6-21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 14283 0 0,'-2'6'367'0'0,"0"0"0"0"0,0 0 0 0 0,1 0 0 0 0,0 0 0 0 0,0 0 0 0 0,0 0 0 0 0,1 0 0 0 0,0 0 0 0 0,1 9 0 0 0,-2 2 189 0 0,1-11-522 0 0,-2 24 536 0 0,2-1 1 0 0,5 55-1 0 0,-4-78-506 0 0,0 0 0 0 0,0 0 0 0 0,0 0 0 0 0,1 0 0 0 0,-1 0 0 0 0,1 0 0 0 0,1-1 0 0 0,-1 1-1 0 0,1-1 1 0 0,0 1 0 0 0,0-1 0 0 0,1 0 0 0 0,0 0 0 0 0,0 0 0 0 0,0-1 0 0 0,0 1 0 0 0,0-1 0 0 0,1 0 0 0 0,0 0 0 0 0,8 4 0 0 0,-12-7-73 0 0,1-1 0 0 0,0 1 0 0 0,0 0 1 0 0,0-1-1 0 0,-1 1 0 0 0,1-1 0 0 0,0 0 1 0 0,0 0-1 0 0,0 1 0 0 0,0-1 0 0 0,0 0 1 0 0,0-1-1 0 0,0 1 0 0 0,0 0 0 0 0,0-1 1 0 0,-1 1-1 0 0,1-1 0 0 0,0 1 0 0 0,0-1 1 0 0,2-1-1 0 0,0 0-37 0 0,-1-1 0 0 0,1 1 1 0 0,-1-1-1 0 0,1 0 0 0 0,-1 0 0 0 0,0-1 0 0 0,-1 1 1 0 0,6-7-1 0 0,-1-2-90 0 0,0 0 1 0 0,-1-1-1 0 0,0 0 1 0 0,6-22-1 0 0,7-56-641 0 0,-8 34 435 0 0,-10 56 339 0 0,-1 0-1 0 0,0 1 1 0 0,1-1-1 0 0,-1 1 1 0 0,1-1-1 0 0,-1 1 0 0 0,1-1 1 0 0,0 1-1 0 0,-1-1 1 0 0,1 1-1 0 0,-1 0 1 0 0,1-1-1 0 0,0 1 1 0 0,-1 0-1 0 0,1 0 1 0 0,0-1-1 0 0,-1 1 1 0 0,1 0-1 0 0,0 0 1 0 0,-1 0-1 0 0,1 0 1 0 0,0 0-1 0 0,0 0 1 0 0,-1 0-1 0 0,1 0 1 0 0,0 0-1 0 0,-1 0 1 0 0,1 0-1 0 0,0 0 1 0 0,0 0-1 0 0,-1 1 0 0 0,1-1 1 0 0,0 0-1 0 0,-1 0 1 0 0,1 1-1 0 0,-1-1 1 0 0,1 1-1 0 0,0 0 1 0 0,34 16-207 0 0,-30-14 181 0 0,-2-1 26 0 0,18 9 187 0 0,1 0 0 0 0,0-1-1 0 0,40 13 1 0 0,-55-22-66 0 0,-1 1 1 0 0,1-1-1 0 0,0 0 0 0 0,0-1 1 0 0,0 0-1 0 0,0 0 1 0 0,13-2-1 0 0,-16 1-30 0 0,-1 0 0 0 0,1 0 0 0 0,0 0 0 0 0,0-1 0 0 0,-1 1 0 0 0,1-1 0 0 0,-1 0 0 0 0,1 0 0 0 0,-1 0 0 0 0,0-1 0 0 0,0 1 0 0 0,0-1 0 0 0,0 0 0 0 0,4-5 0 0 0,-3 2-114 0 0,-1 0-1 0 0,-1-1 1 0 0,1 1-1 0 0,-1 0 1 0 0,0-1-1 0 0,0 0 1 0 0,-1 1-1 0 0,0-1 1 0 0,0 0-1 0 0,-1 0 1 0 0,0 0-1 0 0,0 1 1 0 0,-1-1-1 0 0,-1-10 1 0 0,1 1-1158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 13827 0 0,'-24'18'5238'0'0,"17"-8"-4953"0"0,0-1-1 0 0,1 1 0 0 0,0 0 1 0 0,1 0-1 0 0,0 1 0 0 0,1-1 1 0 0,0 1-1 0 0,0 0 0 0 0,1 0 1 0 0,1 1-1 0 0,0-1 0 0 0,0 1 1 0 0,1-1-1 0 0,1 19 0 0 0,1 7-180 0 0,1-1-1 0 0,2 1 0 0 0,12 46 1 0 0,-13-68-263 0 0,1 0 0 0 0,0-1 0 0 0,1 1 0 0 0,1-1 0 0 0,0 0 1 0 0,0 0-1 0 0,17 23 0 0 0,-17-29-685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29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0 108 2304 0 0,'3'-5'471'0'0,"0"0"-1"0"0,0-1 0 0 0,0 1 1 0 0,0 0-1 0 0,1 1 0 0 0,0-1 1 0 0,0 1-1 0 0,0-1 0 0 0,0 1 0 0 0,10-7 1 0 0,-2 3 772 0 0,0 0 0 0 0,1 1 0 0 0,19-9 1 0 0,-29 14-966 0 0,1 1 0 0 0,-1-1 1 0 0,1 1-1 0 0,0 0 0 0 0,0 0 1 0 0,0 1-1 0 0,-1-1 0 0 0,1 1 1 0 0,0 0-1 0 0,0 0 0 0 0,0 0 1 0 0,0 0-1 0 0,0 1 0 0 0,0-1 1 0 0,-1 1-1 0 0,1 0 0 0 0,0 0 0 0 0,0 1 1 0 0,-1-1-1 0 0,1 1 0 0 0,-1 0 1 0 0,0 0-1 0 0,5 3 0 0 0,-6-3-160 0 0,0 0-1 0 0,1 1 1 0 0,-1-1-1 0 0,0 1 0 0 0,-1-1 1 0 0,1 1-1 0 0,0 0 0 0 0,-1 0 1 0 0,1 0-1 0 0,-1 0 1 0 0,0 0-1 0 0,0 0 0 0 0,0 0 1 0 0,-1 1-1 0 0,1-1 0 0 0,-1 0 1 0 0,1 0-1 0 0,-1 1 0 0 0,0-1 1 0 0,-1 0-1 0 0,1 0 1 0 0,0 1-1 0 0,-1-1 0 0 0,0 0 1 0 0,0 0-1 0 0,0 0 0 0 0,-2 5 1 0 0,-5 9-99 0 0,-2 0 0 0 0,0-1 0 0 0,0-1 0 0 0,-2 0 0 0 0,1 0 1 0 0,-19 16-1 0 0,7-6-624 0 0,8-8-297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12899 0 0,'0'4'606'0'0,"0"0"1"0"0,0 1-1 0 0,0-1 1 0 0,1 0-1 0 0,-1 1 0 0 0,1-1 1 0 0,0 0-1 0 0,2 5 1 0 0,0 6 29 0 0,3 44 1028 0 0,-5-39-1820 0 0,1 0 0 0 0,0 0 0 0 0,2 0 0 0 0,0 0-1 0 0,14 34 1 0 0,-18-54 156 0 0,0 1-1 0 0,0-1 1 0 0,0 1 0 0 0,0-1-1 0 0,0 1 1 0 0,1-1 0 0 0,-1 0-1 0 0,0 1 1 0 0,0-1 0 0 0,1 1-1 0 0,-1-1 1 0 0,0 0-1 0 0,0 1 1 0 0,1-1 0 0 0,-1 0-1 0 0,1 1 1 0 0,-1-1 0 0 0,0 0-1 0 0,1 1 1 0 0,-1-1-1 0 0,1 0 1 0 0,-1 0 0 0 0,0 0-1 0 0,1 1 1 0 0,-1-1 0 0 0,1 0-1 0 0,-1 0 1 0 0,1 0-1 0 0,-1 0 1 0 0,1 0 0 0 0,-1 0-1 0 0,1 0 1 0 0,-1 0 0 0 0,1 0-1 0 0,-1 0 1 0 0,1 0-1 0 0,-1 0 1 0 0,0 0 0 0 0,1 0-1 0 0,-1-1 1 0 0,1 1 0 0 0,-1 0-1 0 0,1 0 1 0 0,-1 0 0 0 0,0-1-1 0 0,1 1 1 0 0,-1 0-1 0 0,1-1 1 0 0,-1 1 0 0 0,0 0-1 0 0,1-1 1 0 0,-1 1 0 0 0,0 0-1 0 0,0-1 1 0 0,1 1-1 0 0,-1-1 1 0 0,0 1 0 0 0,0 0-1 0 0,1-1 1 0 0,-1 0 0 0 0,3-12-38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4 147 6913 0 0,'-2'-11'609'0'0,"0"1"-481"0"0,2 2-128 0 0,0 3 0 0 0,3 1 872 0 0,0 0 152 0 0,1-1 32 0 0,3-3 8 0 0,4-5-439 0 0,4-5-89 0 0,2-3-24 0 0,3 4 0 0 0,-3 3-1768 0 0,0 7-361 0 0,-1 6-71 0 0,-4 3-8 0 0,-2 3 1328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0,'33'29'3636'0'0,"-1"1"1"0"0,37 47-1 0 0,43 78-942 0 0,-107-146-2914 0 0,26 33 577 0 0,-29-40-647 0 0,0 0 1 0 0,0 0 0 0 0,0 0 0 0 0,0 0 0 0 0,0 0-1 0 0,1-1 1 0 0,-1 1 0 0 0,1-1 0 0 0,2 1 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363 1 13827 0 0,'-9'1'408'0'0,"1"0"1"0"0,-1 0-1 0 0,1 1 0 0 0,0 0 0 0 0,0 1 1 0 0,0 0-1 0 0,0 0 0 0 0,1 1 1 0 0,-1-1-1 0 0,1 2 0 0 0,0-1 0 0 0,-8 7 1 0 0,-9 8 645 0 0,-40 42 0 0 0,39-35-805 0 0,1 1-1 0 0,-35 53 1 0 0,48-62-1050 0 0,1 1 1 0 0,0 0-1 0 0,-8 26 1 0 0,16-40 609 0 0,1 0 0 0 0,-1-1 0 0 0,2 1 0 0 0,-1 0 0 0 0,0 0 0 0 0,1 9 0 0 0,1 4 161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0.9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1 387 7370 0 0,'23'-8'771'0'0,"0"-1"0"0"0,0-1 1 0 0,0-1-1 0 0,-2-1 0 0 0,22-15 1 0 0,-31 18-327 0 0,-1 0 1 0 0,0-1-1 0 0,0 0 1 0 0,-1-1-1 0 0,0 0 1 0 0,-1-1-1 0 0,0 0 1 0 0,-1 0-1 0 0,11-23 1 0 0,-12 21-170 0 0,23-55 853 0 0,-28 62-1073 0 0,0 0-1 0 0,0-1 1 0 0,0 1 0 0 0,-1-1 0 0 0,0 1-1 0 0,-1-1 1 0 0,0-12 0 0 0,0 19-89 0 0,0 0 1 0 0,0 0-1 0 0,0 0 0 0 0,0 0 1 0 0,0 0-1 0 0,0 0 1 0 0,0 0-1 0 0,-1 0 0 0 0,1 0 1 0 0,0 0-1 0 0,-1 0 0 0 0,1 0 1 0 0,-1 1-1 0 0,1-1 1 0 0,-1 0-1 0 0,1 0 0 0 0,-1 0 1 0 0,0 0-1 0 0,1 1 0 0 0,-1-1 1 0 0,0 0-1 0 0,0 1 1 0 0,1-1-1 0 0,-1 1 0 0 0,0-1 1 0 0,-1 0-1 0 0,0 1-59 0 0,0 0 0 0 0,1 0 0 0 0,-1 0 0 0 0,1 0 1 0 0,-1 0-1 0 0,0 0 0 0 0,1 0 0 0 0,-1 1 0 0 0,1-1 0 0 0,-1 0 0 0 0,0 1 0 0 0,1 0 0 0 0,0-1 0 0 0,-3 2 0 0 0,-4 3-492 0 0,0 0 0 0 0,1 0-1 0 0,0 1 1 0 0,-10 10 0 0 0,11-9 543 0 0,0 0 0 0 0,0 0 1 0 0,1 0-1 0 0,0 1 0 0 0,1 0 1 0 0,0 0-1 0 0,0 0 0 0 0,1 1 0 0 0,0-1 1 0 0,0 1-1 0 0,-1 10 0 0 0,3-16 153 0 0,1 0-1 0 0,-1 0 1 0 0,1 0 0 0 0,0-1-1 0 0,0 1 1 0 0,0 0-1 0 0,0 0 1 0 0,1 0-1 0 0,-1-1 1 0 0,1 1-1 0 0,0 0 1 0 0,0-1 0 0 0,0 1-1 0 0,0 0 1 0 0,0-1-1 0 0,0 1 1 0 0,1-1-1 0 0,-1 0 1 0 0,1 1 0 0 0,0-1-1 0 0,0 0 1 0 0,0 0-1 0 0,0 0 1 0 0,0 0-1 0 0,0 0 1 0 0,0-1 0 0 0,1 1-1 0 0,-1-1 1 0 0,0 1-1 0 0,1-1 1 0 0,-1 0-1 0 0,1 0 1 0 0,0 0 0 0 0,-1 0-1 0 0,1-1 1 0 0,0 1-1 0 0,0-1 1 0 0,-1 1-1 0 0,6-1 1 0 0,1 0-193 0 0,1 0 0 0 0,-1-1-1 0 0,1 0 1 0 0,0-1 0 0 0,-1 0 0 0 0,0 0-1 0 0,1-1 1 0 0,-1 0 0 0 0,0-1 0 0 0,9-4-1 0 0,16-8-5719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1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181 119 6913 0 0,'2'-18'153'0'0,"0"10"-79"0"0,-1 0 0 0 0,0 0 0 0 0,0-1 0 0 0,-1 1 0 0 0,0 0 0 0 0,-1-1 0 0 0,-2-12 0 0 0,2 19 110 0 0,1 1 1 0 0,-1 0-1 0 0,1 0 0 0 0,-1 0 1 0 0,0-1-1 0 0,1 1 1 0 0,-1 0-1 0 0,0 0 1 0 0,0 0-1 0 0,0 0 1 0 0,0 1-1 0 0,0-1 1 0 0,0 0-1 0 0,0 0 0 0 0,0 0 1 0 0,0 1-1 0 0,0-1 1 0 0,0 1-1 0 0,-1-1 1 0 0,1 1-1 0 0,0-1 1 0 0,0 1-1 0 0,-1 0 1 0 0,1-1-1 0 0,0 1 0 0 0,-1 0 1 0 0,1 0-1 0 0,-3 0 1 0 0,2 0 255 0 0,-1 0 1 0 0,1 1-1 0 0,-1-1 0 0 0,1 1 1 0 0,-1-1-1 0 0,1 1 0 0 0,0 0 1 0 0,-1 0-1 0 0,1 0 1 0 0,0 0-1 0 0,0 1 0 0 0,-1-1 1 0 0,-2 3-1 0 0,-4 6-78 0 0,1 0-1 0 0,0 0 1 0 0,0 1 0 0 0,1 0-1 0 0,1 0 1 0 0,0 1-1 0 0,0 0 1 0 0,2 0 0 0 0,-5 13-1 0 0,-4 20 36 0 0,-7 52-1 0 0,15-68-251 0 0,2 1 0 0 0,1-1-1 0 0,1 1 1 0 0,1 0 0 0 0,2-1 0 0 0,1 1 0 0 0,9 43 0 0 0,-8-58-344 0 0,0 0 0 0 0,1 0 0 0 0,0 0 0 0 0,2-1 0 0 0,-1 0 0 0 0,2 0 0 0 0,-1 0 0 0 0,2-1 0 0 0,0 0 0 0 0,1-1 0 0 0,0 0 0 0 0,1-1 0 0 0,0 0 0 0 0,0 0 1 0 0,26 16-1 0 0,-14-13-7595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1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 16 5985 0 0,'19'-15'15097'0'0,"-30"25"-14476"0"0,-5 6-388 0 0,1 0 0 0 0,0 1-1 0 0,2 1 1 0 0,0 0 0 0 0,-12 21 0 0 0,18-26-220 0 0,1-1 1 0 0,0 1-1 0 0,1 0 1 0 0,1 0-1 0 0,0 0 0 0 0,0 0 1 0 0,1 1-1 0 0,1 0 1 0 0,-1 19-1 0 0,4-27-9 0 0,-1 0 0 0 0,1 0 0 0 0,0 0 0 0 0,0 0 0 0 0,0 0 0 0 0,1 0 0 0 0,0 0 0 0 0,1 0 0 0 0,-1-1 0 0 0,1 1 0 0 0,3 4 0 0 0,5 6 66 0 0,0-2 0 0 0,17 18 1 0 0,-17-21-21 0 0,-1 0 1 0 0,-1 1-1 0 0,0 0 1 0 0,9 17-1 0 0,-17-28-69 0 0,-1 1 0 0 0,0-1-1 0 0,1 0 1 0 0,-1 0 0 0 0,0 0 0 0 0,0 0-1 0 0,0 0 1 0 0,0 0 0 0 0,0 0 0 0 0,0 1-1 0 0,-1-1 1 0 0,1 0 0 0 0,0 0 0 0 0,0 0-1 0 0,-1 0 1 0 0,1 0 0 0 0,-1 0 0 0 0,1 0-1 0 0,-1 0 1 0 0,1 0 0 0 0,-1 0 0 0 0,0 0 0 0 0,1 0-1 0 0,-1-1 1 0 0,0 1 0 0 0,0 0 0 0 0,0 0-1 0 0,1-1 1 0 0,-1 1 0 0 0,0 0 0 0 0,0-1-1 0 0,0 1 1 0 0,0-1 0 0 0,-2 1 0 0 0,-9 7-544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2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0 7834 0 0,'-11'5'660'0'0,"0"-1"-1"0"0,1 2 1 0 0,0-1 0 0 0,0 2 0 0 0,0-1 0 0 0,1 1 0 0 0,0 1-1 0 0,-14 14 1 0 0,10-8 41 0 0,1 0-1 0 0,0 1 1 0 0,1 1-1 0 0,-14 26 0 0 0,18-28-258 0 0,1 0 0 0 0,1 1 0 0 0,0-1 0 0 0,0 1 0 0 0,-2 22 0 0 0,6-31-382 0 0,0 0 1 0 0,0 0-1 0 0,1 0 0 0 0,0 0 0 0 0,0 0 0 0 0,1 0 1 0 0,-1 0-1 0 0,1 0 0 0 0,1 0 0 0 0,-1-1 0 0 0,1 1 1 0 0,0 0-1 0 0,0-1 0 0 0,1 1 0 0 0,-1-1 1 0 0,7 10-1 0 0,-7-13-131 0 0,0 0 1 0 0,-1 0-1 0 0,1 0 0 0 0,0 0 1 0 0,0-1-1 0 0,0 1 1 0 0,1 0-1 0 0,-1-1 0 0 0,0 1 1 0 0,1-1-1 0 0,-1 0 0 0 0,1 0 1 0 0,-1 0-1 0 0,1 0 1 0 0,-1 0-1 0 0,1 0 0 0 0,0-1 1 0 0,-1 0-1 0 0,1 1 1 0 0,5-1-1 0 0,-4-1-213 0 0,0 0 0 0 0,0 0 0 0 0,0 0-1 0 0,0 0 1 0 0,0-1 0 0 0,0 1 0 0 0,-1-1 0 0 0,1 0 0 0 0,-1-1-1 0 0,1 1 1 0 0,-1 0 0 0 0,5-5 0 0 0,1-1-655 0 0,-1-1 0 0 0,0-1 0 0 0,0 1 0 0 0,-1-1 0 0 0,0-1 0 0 0,0 1 0 0 0,-1-1 0 0 0,5-13 0 0 0,-7 10 542 0 0,0 0 1 0 0,-1 0 0 0 0,-1-1 0 0 0,0 1-1 0 0,-1-1 1 0 0,-1 1 0 0 0,-2-23 0 0 0,8-24 11812 0 0,-5 61-11167 0 0,0 0 18 0 0,1 1 0 0 0,-1-1 0 0 0,0 1-1 0 0,1-1 1 0 0,-1 1 0 0 0,0 0 0 0 0,0-1 0 0 0,0 1 0 0 0,0 0 0 0 0,1 0 0 0 0,-1 0 0 0 0,0 0 0 0 0,1 2 0 0 0,35 48 1221 0 0,-34-47-1149 0 0,13 20-6 0 0,0-1 0 0 0,1-1 1 0 0,31 30-1 0 0,-39-44-340 0 0,1 0 1 0 0,0-1-1 0 0,0 0 0 0 0,0-1 0 0 0,1 0 0 0 0,0 0 1 0 0,0-1-1 0 0,0 0 0 0 0,1-1 0 0 0,20 4 1 0 0,-15-5-1149 0 0,0-1 0 0 0,25 1 0 0 0,-21-4-5865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8754 0 0,'0'-1'125'0'0,"0"0"1"0"0,1 0-1 0 0,0 0 1 0 0,-1 1-1 0 0,1-1 1 0 0,-1 0 0 0 0,1 0-1 0 0,0 0 1 0 0,0 1-1 0 0,-1-1 1 0 0,1 0-1 0 0,0 1 1 0 0,0-1-1 0 0,0 1 1 0 0,0-1-1 0 0,0 1 1 0 0,0-1-1 0 0,-1 1 1 0 0,1 0-1 0 0,0-1 1 0 0,0 1-1 0 0,0 0 1 0 0,1 0-1 0 0,-1 0 1 0 0,0 0-1 0 0,0 0 1 0 0,0 0-1 0 0,0 0 1 0 0,0 0-1 0 0,0 0 1 0 0,0 0 0 0 0,0 1-1 0 0,0-1 1 0 0,0 0-1 0 0,0 1 1 0 0,0-1-1 0 0,-1 1 1 0 0,1-1-1 0 0,0 1 1 0 0,1 0-1 0 0,3 2 403 0 0,0-1 0 0 0,0 1 0 0 0,-1 0 0 0 0,1 0 0 0 0,-1 0 0 0 0,6 7 0 0 0,4 8 32 0 0,-2 1-1 0 0,0 0 1 0 0,-2 1 0 0 0,0 0 0 0 0,-1 1 0 0 0,-1 0 0 0 0,-1 0 0 0 0,0 1-1 0 0,3 27 1 0 0,-8-40-401 0 0,-2-14 112 0 0,0-21 118 0 0,9-23-1210 0 0,3 0 0 0 0,27-68 0 0 0,-22 73-6942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2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82 10138 0 0,'-2'7'323'0'0,"1"-1"-1"0"0,0 1 1 0 0,0-1-1 0 0,1 1 1 0 0,0 0 0 0 0,1 11-1 0 0,0-16-71 0 0,-1 0-1 0 0,0 1 1 0 0,1-1-1 0 0,0 0 1 0 0,-1 0-1 0 0,1 0 1 0 0,0 0 0 0 0,0 0-1 0 0,0 0 1 0 0,0 0-1 0 0,1-1 1 0 0,-1 1-1 0 0,0 0 1 0 0,1 0-1 0 0,-1-1 1 0 0,1 1 0 0 0,0-1-1 0 0,-1 0 1 0 0,1 1-1 0 0,0-1 1 0 0,0 0-1 0 0,0 0 1 0 0,0 0-1 0 0,3 1 1 0 0,-2-2-124 0 0,-1 0 1 0 0,0 0-1 0 0,1 0 0 0 0,-1 0 1 0 0,0 0-1 0 0,1-1 1 0 0,-1 1-1 0 0,0-1 0 0 0,1 1 1 0 0,-1-1-1 0 0,0 0 1 0 0,0 0-1 0 0,1 0 0 0 0,-1 0 1 0 0,0-1-1 0 0,0 1 0 0 0,0 0 1 0 0,-1-1-1 0 0,1 1 1 0 0,0-1-1 0 0,-1 0 0 0 0,1 0 1 0 0,2-3-1 0 0,4-5 86 0 0,0-1 1 0 0,12-21-1 0 0,2-16-33 0 0,-21 44-186 0 0,1 0 0 0 0,-1 1 0 0 0,0-1 1 0 0,-1 0-1 0 0,1 0 0 0 0,-1 0 0 0 0,1 0 0 0 0,-1 0 0 0 0,0 1 0 0 0,-1-1 0 0 0,0-6 0 0 0,1 10-1 0 0,0-1 0 0 0,-1 1-1 0 0,1 0 1 0 0,0 0 0 0 0,0-1-1 0 0,-1 1 1 0 0,1 0 0 0 0,0-1-1 0 0,-1 1 1 0 0,1 0 0 0 0,0 0 0 0 0,-1-1-1 0 0,1 1 1 0 0,0 0 0 0 0,-1 0-1 0 0,1 0 1 0 0,0 0 0 0 0,-1 0 0 0 0,1 0-1 0 0,-1-1 1 0 0,1 1 0 0 0,0 0-1 0 0,-1 0 1 0 0,1 0 0 0 0,-1 0-1 0 0,1 0 1 0 0,0 0 0 0 0,-1 0 0 0 0,1 1-1 0 0,-1-1 1 0 0,1 0 0 0 0,0 0-1 0 0,-1 0 1 0 0,1 0 0 0 0,0 0 0 0 0,-1 1-1 0 0,1-1 1 0 0,0 0 0 0 0,-1 0-1 0 0,1 1 1 0 0,0-1 0 0 0,-1 0-1 0 0,1 0 1 0 0,0 1 0 0 0,0-1 0 0 0,-1 0-1 0 0,1 1 1 0 0,0-1 0 0 0,0 0-1 0 0,0 1 1 0 0,-1 0 0 0 0,-14 16-155 0 0,11-12 194 0 0,1 0 0 0 0,1-1 0 0 0,-1 1 0 0 0,1 0 1 0 0,0 1-1 0 0,0-1 0 0 0,1 0 0 0 0,-1 0 0 0 0,1 1 1 0 0,0-1-1 0 0,0 1 0 0 0,1-1 0 0 0,0 1 0 0 0,0-1 1 0 0,0 1-1 0 0,1-1 0 0 0,0 1 0 0 0,0-1 0 0 0,0 1 1 0 0,0-1-1 0 0,1 0 0 0 0,0 1 0 0 0,5 8 0 0 0,-4-9-149 0 0,1 0-1 0 0,-1 0 1 0 0,1 0-1 0 0,0-1 1 0 0,0 1-1 0 0,1-1 1 0 0,0 0 0 0 0,-1 0-1 0 0,1-1 1 0 0,0 1-1 0 0,9 3 1 0 0,-7-4-635 0 0,-1 0 0 0 0,1-1 1 0 0,0 0-1 0 0,0 0 0 0 0,0 0 1 0 0,10 0-1 0 0,9 0-6136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3.2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50 4145 0 0,'-9'-18'3717'0'0,"7"14"-2525"0"0,1 1-1 0 0,0 0 1 0 0,-1 0-1 0 0,0 0 1 0 0,0 0-1 0 0,0 0 1 0 0,-5-5-1 0 0,7 8-1067 0 0,-1 0 0 0 0,1-1 0 0 0,0 1-1 0 0,-1 0 1 0 0,1 0 0 0 0,0 0 0 0 0,-1 0-1 0 0,1-1 1 0 0,0 1 0 0 0,-1 0 0 0 0,1 0-1 0 0,-1 0 1 0 0,1 0 0 0 0,0 0 0 0 0,-1 0 0 0 0,1 0-1 0 0,0 0 1 0 0,-1 0 0 0 0,1 0 0 0 0,-1 1-1 0 0,1-1 1 0 0,0 0 0 0 0,-1 0 0 0 0,1 0-1 0 0,0 0 1 0 0,-1 0 0 0 0,1 1 0 0 0,0-1-1 0 0,-1 0 1 0 0,-12 20 1260 0 0,5 2-1306 0 0,0 0-1 0 0,2 0 1 0 0,0 0-1 0 0,1 1 1 0 0,2 0-1 0 0,0 0 1 0 0,1 32-1 0 0,2-41-45 0 0,0-1-1 0 0,1 1 0 0 0,1 0 0 0 0,1-1 1 0 0,0 1-1 0 0,0-1 0 0 0,1 0 0 0 0,1 0 1 0 0,0 0-1 0 0,1-1 0 0 0,0 0 0 0 0,1 0 1 0 0,14 19-1 0 0,-18-27-40 0 0,1 0 1 0 0,-1-1-1 0 0,1 1 0 0 0,0-1 1 0 0,0 0-1 0 0,0 0 0 0 0,0 0 1 0 0,0 0-1 0 0,1-1 0 0 0,-1 0 1 0 0,1 0-1 0 0,-1 0 0 0 0,1 0 1 0 0,0-1-1 0 0,9 2 0 0 0,-7-3-18 0 0,-1 0 0 0 0,1 0 0 0 0,-1-1 0 0 0,1 1 0 0 0,-1-2-1 0 0,0 1 1 0 0,0-1 0 0 0,0 1 0 0 0,1-2 0 0 0,-2 1 0 0 0,7-4 0 0 0,12-8-106 0 0,-1-2 0 0 0,0 0 0 0 0,-2-2 0 0 0,33-33 1 0 0,-31 29 70 0 0,69-61-1889 0 0,-35 33-6764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3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 7370 0 0,'-4'0'388'0'0,"0"0"-1"0"0,0 0 1 0 0,0 0 0 0 0,-1 0 0 0 0,1 1 0 0 0,0-1 0 0 0,0 1 0 0 0,0 0 0 0 0,0 0 0 0 0,0 1 0 0 0,0-1 0 0 0,1 1 0 0 0,-1 0 0 0 0,0 0 0 0 0,1 0 0 0 0,-1 1-1 0 0,1-1 1 0 0,0 1 0 0 0,0 0 0 0 0,0-1 0 0 0,0 1 0 0 0,0 1 0 0 0,1-1 0 0 0,-1 0 0 0 0,1 1 0 0 0,-4 7 0 0 0,0 1 183 0 0,-1 1 1 0 0,2 0-1 0 0,0 1 0 0 0,0-1 1 0 0,2 1-1 0 0,0 0 1 0 0,-3 23-1 0 0,4-19-442 0 0,1 0-1 0 0,1 0 1 0 0,1 0-1 0 0,0-1 1 0 0,2 1 0 0 0,0 0-1 0 0,0-1 1 0 0,2 0-1 0 0,11 30 1 0 0,-12-39-105 0 0,0 0-1 0 0,0-1 1 0 0,1 1 0 0 0,0-1-1 0 0,0 0 1 0 0,0-1 0 0 0,1 1-1 0 0,0-1 1 0 0,11 9 0 0 0,-15-14-23 0 0,0 1 0 0 0,1-1 0 0 0,-1 0 1 0 0,0 1-1 0 0,1-1 0 0 0,-1 0 0 0 0,1 0 0 0 0,-1-1 1 0 0,1 1-1 0 0,-1-1 0 0 0,1 1 0 0 0,-1-1 0 0 0,1 0 1 0 0,0 0-1 0 0,-1 0 0 0 0,1 0 0 0 0,-1 0 0 0 0,1 0 1 0 0,0-1-1 0 0,-1 1 0 0 0,1-1 0 0 0,-1 0 0 0 0,1 0 1 0 0,-1 0-1 0 0,0 0 0 0 0,1 0 0 0 0,-1-1 0 0 0,0 1 1 0 0,0-1-1 0 0,0 1 0 0 0,0-1 0 0 0,0 0 1 0 0,0 0-1 0 0,0 0 0 0 0,2-3 0 0 0,6-8-6 0 0,0-1-1 0 0,-1 0 1 0 0,0-1 0 0 0,-1 1 0 0 0,-1-2-1 0 0,0 1 1 0 0,-1-1 0 0 0,6-26-1 0 0,-2-3-1365 0 0,9-87-1 0 0,-17 103-6263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4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1840 0 0,'18'8'8686'0'0,"9"6"-1275"0"0,-24-12-6995 0 0,1 1 0 0 0,0-1 0 0 0,-1 1 1 0 0,1 0-1 0 0,-1 1 0 0 0,0-1 0 0 0,0 0 0 0 0,4 6 0 0 0,1 5-95 0 0,0-1 0 0 0,-1 1 0 0 0,-1 0 0 0 0,0 1 0 0 0,7 28 0 0 0,10 78 95 0 0,-12-49-347 0 0,-11-71-90 0 0,0 0-1 0 0,0 0 1 0 0,0 0 0 0 0,0-1-1 0 0,0 1 1 0 0,0 0 0 0 0,1 0-1 0 0,-1 0 1 0 0,0 0 0 0 0,1 0-1 0 0,-1 0 1 0 0,0 0 0 0 0,1-1-1 0 0,-1 1 1 0 0,1 0 0 0 0,-1 0-1 0 0,1-1 1 0 0,-1 1 0 0 0,1 0-1 0 0,0-1 1 0 0,-1 1 0 0 0,1 0-1 0 0,0-1 1 0 0,1 1 0 0 0,-1-1-21 0 0,-1 0 0 0 0,1-1 0 0 0,0 1 0 0 0,0-1 1 0 0,0 1-1 0 0,-1-1 0 0 0,1 1 0 0 0,0-1 0 0 0,-1 1 0 0 0,1-1 1 0 0,0 0-1 0 0,-1 1 0 0 0,1-1 0 0 0,-1 0 0 0 0,1 0 0 0 0,-1 0 1 0 0,1 1-1 0 0,-1-1 0 0 0,1-1 0 0 0,19-51-1690 0 0,-19 50 1584 0 0,6-18-368 0 0,45-123-6917 0 0,-44 126 6982 0 0,1 1 0 0 0,0 0 0 0 0,1 0 0 0 0,1 1 0 0 0,24-27 0 0 0,-33 40 681 0 0,1 0 1 0 0,-1 1 0 0 0,1-1-1 0 0,0 1 1 0 0,0 0 0 0 0,0-1 0 0 0,0 1-1 0 0,0 1 1 0 0,1-1 0 0 0,-1 0-1 0 0,1 1 1 0 0,-1 0 0 0 0,1 0 0 0 0,-1 0-1 0 0,1 0 1 0 0,0 0 0 0 0,-1 1-1 0 0,1 0 1 0 0,0 0 0 0 0,0 0 0 0 0,-1 0-1 0 0,1 0 1 0 0,0 1 0 0 0,-1-1-1 0 0,7 3 1 0 0,-4-1 124 0 0,-1 1 0 0 0,0 0 1 0 0,0 0-1 0 0,0 0 0 0 0,0 0 0 0 0,-1 1 0 0 0,1 0 0 0 0,-1 0 0 0 0,0 0 0 0 0,0 0 1 0 0,0 1-1 0 0,-1-1 0 0 0,1 1 0 0 0,-1 0 0 0 0,-1 0 0 0 0,3 6 0 0 0,2 5-36 0 0,-2 1 0 0 0,0 0 0 0 0,-1 1 0 0 0,4 28 0 0 0,-6-28-285 0 0,1 0-1 0 0,0 0 1 0 0,2-1 0 0 0,8 23-1 0 0,-12-37-231 0 0,1-1 0 0 0,-1 1 0 0 0,0-1-1 0 0,1 1 1 0 0,0-1 0 0 0,-1 0 0 0 0,1 0-1 0 0,0 1 1 0 0,0-1 0 0 0,0-1 0 0 0,4 3-1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4.7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3 2761 0 0,'-6'-2'13470'0'0,"14"12"-13290"0"0,-8-10-215 0 0,0 0 1 0 0,0 0-1 0 0,1 0 1 0 0,-1 1-1 0 0,0-1 1 0 0,0 0-1 0 0,1 0 1 0 0,-1 1-1 0 0,0-1 0 0 0,0 0 1 0 0,1 0-1 0 0,-1 1 1 0 0,0-1-1 0 0,0 0 1 0 0,0 1-1 0 0,0-1 1 0 0,0 0-1 0 0,1 0 1 0 0,-1 1-1 0 0,0-1 1 0 0,0 0-1 0 0,0 1 0 0 0,0-1 1 0 0,0 0-1 0 0,0 1 1 0 0,0-1-1 0 0,0 0 1 0 0,0 1-1 0 0,0-1 1 0 0,0 0-1 0 0,0 1 1 0 0,-1-1-1 0 0,1 0 1 0 0,0 1-1 0 0,0-1 0 0 0,0 0 1 0 0,0 1-1 0 0,0-1 1 0 0,-1 0-1 0 0,1 0 1 0 0,0 1-1 0 0,0-1 1 0 0,-1 1-1 0 0,-15-3-220 0 0,15 2-54 0 0,-1 0 1 0 0,1 0-1 0 0,-1-1 0 0 0,1 1 0 0 0,0 1 0 0 0,-1-1 0 0 0,1 0 1 0 0,-1 0-1 0 0,1 0 0 0 0,0 1 0 0 0,-1-1 0 0 0,1 0 1 0 0,0 1-1 0 0,-1 0 0 0 0,1-1 0 0 0,0 1 0 0 0,0 0 1 0 0,-1-1-1 0 0,1 1 0 0 0,-1 1 0 0 0,-43 26-905 0 0,29-19 2437 0 0,1 0 0 0 0,0 1 0 0 0,0 0 0 0 0,1 1 0 0 0,0 1 0 0 0,1 0 0 0 0,-16 20 0 0 0,29-32-1198 0 0,0 0-1 0 0,0 0 1 0 0,0 0 0 0 0,0 0-1 0 0,0 0 1 0 0,-1 0-1 0 0,1 0 1 0 0,0 0 0 0 0,0 0-1 0 0,0 0 1 0 0,0 0 0 0 0,0 0-1 0 0,0 0 1 0 0,0 0 0 0 0,0 1-1 0 0,0-1 1 0 0,0 0 0 0 0,0 0-1 0 0,0 0 1 0 0,0 0 0 0 0,0 0-1 0 0,0 0 1 0 0,0 0 0 0 0,-1 0-1 0 0,1 1 1 0 0,0-1 0 0 0,0 0-1 0 0,0 0 1 0 0,0 0 0 0 0,0 0-1 0 0,0 0 1 0 0,0 0-1 0 0,1 0 1 0 0,-1 0 0 0 0,0 1-1 0 0,0-1 1 0 0,0 0 0 0 0,0 0-1 0 0,0 0 1 0 0,0 0 0 0 0,0 0-1 0 0,0 0 1 0 0,0 0 0 0 0,0 0-1 0 0,0 0 1 0 0,0 1 0 0 0,0-1-1 0 0,0 0 1 0 0,0 0 0 0 0,0 0-1 0 0,1 0 1 0 0,-1 0 0 0 0,0 0-1 0 0,0 0 1 0 0,0 0 0 0 0,0 0-1 0 0,0 0 1 0 0,0 0-1 0 0,0 0 1 0 0,0 0 0 0 0,1 0-1 0 0,-1 0 1 0 0,0 0 0 0 0,11-3 605 0 0,10-6-219 0 0,13-11 532 0 0,-21 12-570 0 0,1 0 0 0 0,0 1 0 0 0,0 0 1 0 0,1 1-1 0 0,22-6 0 0 0,-33 11-316 0 0,0 0 1 0 0,0 1-1 0 0,1 0 0 0 0,-1 0 1 0 0,0 0-1 0 0,0 0 0 0 0,1 0 1 0 0,-1 1-1 0 0,0 0 1 0 0,0 0-1 0 0,0 0 0 0 0,0 0 1 0 0,0 1-1 0 0,0 0 0 0 0,0 0 1 0 0,0 0-1 0 0,0 0 0 0 0,-1 0 1 0 0,1 1-1 0 0,-1-1 0 0 0,0 1 1 0 0,0 0-1 0 0,0 0 0 0 0,0 1 1 0 0,3 3-1 0 0,9 16 182 0 0,-1 0 1 0 0,-1 1-1 0 0,-1 1 0 0 0,-1 0 0 0 0,11 37 1 0 0,0-3 36 0 0,15 42-182 0 0,-22-57-2837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5.1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21 241 8290 0 0,'-1'-1'51'0'0,"0"1"1"0"0,0-1 0 0 0,0 0 0 0 0,-1 1-1 0 0,1-1 1 0 0,0 0 0 0 0,0 0 0 0 0,0 0-1 0 0,0 0 1 0 0,0 0 0 0 0,0 0-1 0 0,1 0 1 0 0,-1 0 0 0 0,0 0 0 0 0,0 0-1 0 0,1 0 1 0 0,-1 0 0 0 0,1-1 0 0 0,-1 1-1 0 0,1 0 1 0 0,-1-1 0 0 0,1 1-1 0 0,-1-2 1 0 0,1-2 191 0 0,0 1 1 0 0,0-1-1 0 0,0 1 1 0 0,0-1-1 0 0,1 1 0 0 0,0-1 1 0 0,1-5-1 0 0,2-2 531 0 0,0 0 0 0 0,1 0 0 0 0,1 1 0 0 0,11-20 1 0 0,-9 20-46 0 0,0 0-1 0 0,1 1 1 0 0,0 0 0 0 0,12-9 0 0 0,-17 16-504 0 0,1-1 0 0 0,-1 1 0 0 0,0 0-1 0 0,1 0 1 0 0,0 0 0 0 0,-1 1 0 0 0,1-1 0 0 0,0 1 0 0 0,0 1-1 0 0,0-1 1 0 0,1 1 0 0 0,-1-1 0 0 0,6 1 0 0 0,-9 1-184 0 0,0 1 0 0 0,-1-1 1 0 0,1 1-1 0 0,0-1 0 0 0,0 1 0 0 0,-1 0 1 0 0,1 0-1 0 0,-1 0 0 0 0,1 0 1 0 0,-1 0-1 0 0,1 0 0 0 0,-1 0 1 0 0,1 1-1 0 0,-1-1 0 0 0,0 0 0 0 0,0 1 1 0 0,0-1-1 0 0,0 1 0 0 0,0-1 1 0 0,0 1-1 0 0,0 0 0 0 0,0-1 0 0 0,0 1 1 0 0,0 2-1 0 0,15 51 204 0 0,-13-42-154 0 0,1 2-59 0 0,0-1-1 0 0,1 0 1 0 0,0 0 0 0 0,1 0-1 0 0,10 17 1 0 0,15 5-6694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5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14 309 4609 0 0,'1'1'12498'0'0,"11"-12"-10009"0"0,13-21-2301 0 0,-8 1 608 0 0,20-46 0 0 0,-33 65-739 0 0,0 0 0 0 0,0 0 0 0 0,-1 0 0 0 0,0-1 0 0 0,-1 1 0 0 0,-1-1-1 0 0,0-19 1 0 0,0 31-62 0 0,-1-1 0 0 0,0 0 0 0 0,0 1 0 0 0,0-1 0 0 0,0 1 0 0 0,-1-1 0 0 0,1 1-1 0 0,0 0 1 0 0,0-1 0 0 0,-1 1 0 0 0,1-1 0 0 0,-1 1 0 0 0,0-1 0 0 0,1 1 0 0 0,-1 0 0 0 0,0-1 0 0 0,0 1-1 0 0,0 0 1 0 0,1 0 0 0 0,-2 0 0 0 0,1 0 0 0 0,0 0 0 0 0,0 0 0 0 0,0 0 0 0 0,0 0 0 0 0,0 0-1 0 0,-1 0 1 0 0,1 0 0 0 0,0 1 0 0 0,-1-1 0 0 0,1 1 0 0 0,-1-1 0 0 0,1 1 0 0 0,-1-1 0 0 0,1 1 0 0 0,-1 0-1 0 0,1 0 1 0 0,-1 0 0 0 0,1 0 0 0 0,-1 0 0 0 0,1 0 0 0 0,-1 0 0 0 0,1 0 0 0 0,-1 1 0 0 0,1-1-1 0 0,0 0 1 0 0,-1 1 0 0 0,1-1 0 0 0,-3 2 0 0 0,-1 0-30 0 0,0 1 0 0 0,0-1 0 0 0,0 1 0 0 0,0 0-1 0 0,1 0 1 0 0,-1 0 0 0 0,1 1 0 0 0,0 0 0 0 0,0-1 0 0 0,0 1-1 0 0,0 1 1 0 0,-5 7 0 0 0,6-5 51 0 0,1 0-1 0 0,0 1 0 0 0,0-1 1 0 0,0 0-1 0 0,1 1 0 0 0,0-1 1 0 0,1 1-1 0 0,0 0 0 0 0,0-1 1 0 0,0 1-1 0 0,1-1 0 0 0,0 1 1 0 0,1-1-1 0 0,-1 1 0 0 0,1-1 1 0 0,1 0-1 0 0,0 0 0 0 0,5 11 1 0 0,-3-8 30 0 0,0 0 0 0 0,1 1 0 0 0,0-2 0 0 0,0 1 0 0 0,1-1 1 0 0,1 0-1 0 0,0 0 0 0 0,0-1 0 0 0,0 0 0 0 0,1-1 1 0 0,15 10-1 0 0,-19-14-169 0 0,1 0 1 0 0,0-1-1 0 0,0 1 1 0 0,0-2-1 0 0,0 1 0 0 0,0-1 1 0 0,0 1-1 0 0,0-2 1 0 0,0 1-1 0 0,1-1 1 0 0,-1 0-1 0 0,0 0 1 0 0,0 0-1 0 0,1-1 1 0 0,-1 0-1 0 0,8-3 1 0 0,9-4-7045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20 3225 0 0,'-2'-1'310'0'0,"1"-1"1"0"0,0 1 0 0 0,-1-1 0 0 0,1 1-1 0 0,-1-1 1 0 0,1 1 0 0 0,-1 0 0 0 0,0 0-1 0 0,0 0 1 0 0,0 0 0 0 0,1 0 0 0 0,-1 0-1 0 0,0 0 1 0 0,0 0 0 0 0,0 1 0 0 0,0-1-1 0 0,-1 1 1 0 0,-2-1 0 0 0,1 1 222 0 0,0 1 1 0 0,-1-1-1 0 0,1 1 1 0 0,0-1-1 0 0,0 1 0 0 0,0 0 1 0 0,0 1-1 0 0,-8 2 1 0 0,2 1 292 0 0,1 1 1 0 0,-1 0 0 0 0,1 0-1 0 0,0 1 1 0 0,1 0 0 0 0,-12 12-1 0 0,13-11-617 0 0,1 0 1 0 0,0 0-1 0 0,0 1 0 0 0,1 0 0 0 0,0 0 0 0 0,1 0 0 0 0,0 1 1 0 0,1-1-1 0 0,0 1 0 0 0,0 0 0 0 0,1 0 0 0 0,0 0 0 0 0,-1 18 1 0 0,3-23-226 0 0,0 0 1 0 0,0 0-1 0 0,0-1 1 0 0,1 1-1 0 0,0 0 1 0 0,0 0-1 0 0,0 0 1 0 0,0-1-1 0 0,1 1 1 0 0,-1-1-1 0 0,1 1 1 0 0,1-1-1 0 0,-1 0 1 0 0,0 0-1 0 0,1 1 1 0 0,0-2-1 0 0,0 1 1 0 0,0 0-1 0 0,1-1 1 0 0,-1 1 0 0 0,1-1-1 0 0,0 0 1 0 0,-1 0-1 0 0,1 0 1 0 0,1-1-1 0 0,-1 0 1 0 0,0 1-1 0 0,1-2 1 0 0,-1 1-1 0 0,9 2 1 0 0,-7-3-184 0 0,-1 0 0 0 0,1 0 0 0 0,0 0 0 0 0,-1-1 0 0 0,1 0 0 0 0,0 0 0 0 0,-1-1 0 0 0,1 0 0 0 0,0 0 0 0 0,9-3 0 0 0,-7 2-1084 0 0,-1-1 1 0 0,1 0-1 0 0,-1-1 1 0 0,7-4-1 0 0,11-9-4582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88 197 4609 0 0,'-1'-16'350'0'0,"0"0"0"0"0,-2-1 1 0 0,0 1-1 0 0,-6-17 0 0 0,6 22 1085 0 0,-2 1 0 0 0,1-1-1 0 0,-1 1 1 0 0,-1 0 0 0 0,0 0 0 0 0,-11-15 0 0 0,16 25-1280 0 0,1-1 1 0 0,-1 0 0 0 0,1 0 0 0 0,-1 1-1 0 0,1-1 1 0 0,-1 0 0 0 0,1 1 0 0 0,-1-1-1 0 0,0 1 1 0 0,1-1 0 0 0,-1 1 0 0 0,0-1-1 0 0,1 1 1 0 0,-1-1 0 0 0,0 1 0 0 0,0-1-1 0 0,1 1 1 0 0,-1 0 0 0 0,0 0 0 0 0,0-1-1 0 0,0 1 1 0 0,0 0 0 0 0,1 0 0 0 0,-2 0-1 0 0,1 0-66 0 0,1 1 1 0 0,-1-1-1 0 0,1 1 0 0 0,-1 0 0 0 0,1-1 0 0 0,-1 1 0 0 0,1-1 1 0 0,-1 1-1 0 0,1 0 0 0 0,0 0 0 0 0,-1-1 0 0 0,1 1 0 0 0,0 0 1 0 0,0-1-1 0 0,-1 1 0 0 0,1 0 0 0 0,0 0 0 0 0,0-1 0 0 0,0 1 1 0 0,0 1-1 0 0,2 43 874 0 0,11 15-717 0 0,2-1 0 0 0,2 0 1 0 0,4-2-1 0 0,53 108 0 0 0,-67-151-1097 0 0,1 0 0 0 0,0-1 0 0 0,21 24 0 0 0,-34-41 735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7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0 123 4145 0 0,'1'-3'141'0'0,"-1"0"0"0"0,1 0 0 0 0,0 0 0 0 0,0 0-1 0 0,0 0 1 0 0,1 0 0 0 0,-1 1 0 0 0,0-1 0 0 0,1 0 0 0 0,0 1 0 0 0,0-1 0 0 0,0 1 0 0 0,0 0 0 0 0,0-1 0 0 0,0 1 0 0 0,0 0-1 0 0,1 0 1 0 0,-1 1 0 0 0,1-1 0 0 0,0 0 0 0 0,-1 1 0 0 0,1 0 0 0 0,3-2 0 0 0,14-5 704 0 0,-1 0 0 0 0,28-7-1 0 0,-25 9-708 0 0,0-2 221 0 0,-11 4-180 0 0,0 0 0 0 0,0 1-1 0 0,0 0 1 0 0,0 1 0 0 0,1 0 0 0 0,20-1 0 0 0,-31 4-86 0 0,-1-1-1 0 0,1 0 1 0 0,0 0 0 0 0,-1 1 0 0 0,1-1 0 0 0,0 0-1 0 0,-1 1 1 0 0,1-1 0 0 0,0 1 0 0 0,-1-1-1 0 0,1 1 1 0 0,-1-1 0 0 0,1 1 0 0 0,-1 0 0 0 0,1-1-1 0 0,-1 1 1 0 0,0-1 0 0 0,1 1 0 0 0,-1 0-1 0 0,0 0 1 0 0,1-1 0 0 0,-1 1 0 0 0,0 0 0 0 0,0-1-1 0 0,0 1 1 0 0,1 0 0 0 0,-1 0 0 0 0,0-1-1 0 0,0 1 1 0 0,0 0 0 0 0,0 0 0 0 0,-1 1 0 0 0,-2 32 2250 0 0,1-24-1668 0 0,-1 11 165 0 0,0 7-296 0 0,0 0 0 0 0,2-1-1 0 0,2 41 1 0 0,0-60-493 0 0,0 0 0 0 0,1 0 0 0 0,0 0-1 0 0,0 0 1 0 0,1 0 0 0 0,-1 0 0 0 0,2-1 0 0 0,-1 1 0 0 0,1-1 0 0 0,1 0 0 0 0,-1 0 0 0 0,1 0-1 0 0,0-1 1 0 0,0 0 0 0 0,1 0 0 0 0,8 7 0 0 0,-14-12-18 0 0,1-1 1 0 0,-1 1-1 0 0,1-1 1 0 0,-1 1-1 0 0,1-1 0 0 0,-1 1 1 0 0,1-1-1 0 0,0 0 1 0 0,-1 1-1 0 0,1-1 0 0 0,0 0 1 0 0,-1 1-1 0 0,1-1 1 0 0,0 0-1 0 0,0 0 0 0 0,-1 0 1 0 0,1 1-1 0 0,0-1 1 0 0,0 0-1 0 0,-1 0 0 0 0,1 0 1 0 0,0 0-1 0 0,0-1 1 0 0,0 1-13 0 0,-1-1 1 0 0,1 1 0 0 0,-1-1 0 0 0,1 1 0 0 0,-1-1-1 0 0,0 1 1 0 0,1-1 0 0 0,-1 1 0 0 0,0-1 0 0 0,0 0 0 0 0,1 1-1 0 0,-1-1 1 0 0,0 0 0 0 0,0 1 0 0 0,0-1 0 0 0,0 0 0 0 0,0 1-1 0 0,0-1 1 0 0,0 1 0 0 0,0-2 0 0 0,-7-43 270 0 0,5 36-231 0 0,-4-25-88 0 0,0 10-70 0 0,2-1-1 0 0,-1-26 1 0 0,5 44-159 0 0,0-1 0 0 0,1 1 0 0 0,-1-1 0 0 0,1 1 0 0 0,1-1 0 0 0,-1 1 1 0 0,1 0-1 0 0,1 0 0 0 0,-1 0 0 0 0,1 0 0 0 0,5-9 0 0 0,3 0-945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8:36.9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87 920 0 0,'3'12'1841'0'0,"-1"0"-1"0"0,0 0 0 0 0,-1 0 1 0 0,0 18-1 0 0,-1-27-1432 0 0,0 1 0 0 0,0-1 0 0 0,0 1 0 0 0,-1-1 0 0 0,1 1 1 0 0,-1-1-1 0 0,0 1 0 0 0,0-1 0 0 0,-1 0 0 0 0,1 0 0 0 0,-1 1 0 0 0,0-1 0 0 0,1 0 0 0 0,-1 0 0 0 0,0 0 1 0 0,-1-1-1 0 0,1 1 0 0 0,0 0 0 0 0,-5 3 0 0 0,17-41 2519 0 0,65-114-3864 0 0,-50 102-6326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0 6913 0 0,'-1'0'251'0'0,"0"1"0"0"0,-1-1 0 0 0,1 0 0 0 0,0 0 0 0 0,0 1 0 0 0,-1-1 0 0 0,1 0 0 0 0,0 1 0 0 0,0-1 0 0 0,0 1 0 0 0,0 0 0 0 0,-1-1 0 0 0,1 1 0 0 0,0 0 0 0 0,0 0 0 0 0,0-1 0 0 0,1 1 0 0 0,-1 0 0 0 0,0 0 0 0 0,0 0-1 0 0,0 0 1 0 0,1 0 0 0 0,-1 1 0 0 0,0-1 0 0 0,1 0 0 0 0,-1 0 0 0 0,1 0 0 0 0,0 0 0 0 0,-1 1 0 0 0,1-1 0 0 0,0 0 0 0 0,0 1 0 0 0,-1-1 0 0 0,1 0 0 0 0,0 0 0 0 0,1 3 0 0 0,-1 7 67 0 0,0 0 0 0 0,1 0 1 0 0,4 17-1 0 0,-2-7 366 0 0,1 25-805 0 0,2 0 0 0 0,2 0 0 0 0,2-1 1 0 0,28 80-1 0 0,-19-90-5370 0 0,-8-21 287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6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436 39 4609 0 0,'-2'-3'167'0'0,"0"0"1"0"0,1 0-1 0 0,-1 1 1 0 0,-1-1-1 0 0,1 1 1 0 0,0 0-1 0 0,-1 0 1 0 0,1 0-1 0 0,-1 0 1 0 0,0 0-1 0 0,1 0 1 0 0,-1 1-1 0 0,0-1 1 0 0,0 1-1 0 0,0 0 1 0 0,0 0-1 0 0,-4-1 1 0 0,1 1 155 0 0,-1 0 1 0 0,1 1-1 0 0,0 0 1 0 0,0 0 0 0 0,-1 0-1 0 0,1 1 1 0 0,0 0-1 0 0,-10 2 1 0 0,0 2 162 0 0,0 1 1 0 0,1 0-1 0 0,-1 1 0 0 0,1 1 0 0 0,-27 18 1 0 0,28-15-414 0 0,1 0 1 0 0,0 1 0 0 0,1 1 0 0 0,0 0 0 0 0,1 1 0 0 0,1 0 0 0 0,0 1 0 0 0,1 0-1 0 0,-9 18 1 0 0,1 5 133 0 0,2 0-1 0 0,-19 71 0 0 0,30-89-203 0 0,0 0 0 0 0,2 0 0 0 0,0 0 0 0 0,1 0 0 0 0,1 0 0 0 0,1 0 0 0 0,1 0-1 0 0,1 0 1 0 0,1 0 0 0 0,7 24 0 0 0,-6-26 0 0 0,2-1 0 0 0,-1 0-1 0 0,2 0 1 0 0,0 0 0 0 0,2-1-1 0 0,-1-1 1 0 0,2 0 0 0 0,0 0-1 0 0,1-1 1 0 0,0 0 0 0 0,20 17-1 0 0,-21-23 25 0 0,1 0 0 0 0,0-1 0 0 0,0 0 0 0 0,1-1 0 0 0,0 0 0 0 0,0-1 1 0 0,0-1-1 0 0,1 0 0 0 0,0-1 0 0 0,-1 0 0 0 0,1-1 0 0 0,0 0 0 0 0,0-2 0 0 0,18 0 0 0 0,-8-1 32 0 0,-1-1 1 0 0,1-2-1 0 0,0 0 1 0 0,-1-1-1 0 0,0-2 1 0 0,0 0-1 0 0,34-16 1 0 0,-46 17 40 0 0,0 1 1 0 0,-1-2-1 0 0,0 1 1 0 0,0-1 0 0 0,0-1-1 0 0,-1 0 1 0 0,0 0-1 0 0,0-1 1 0 0,-1 0-1 0 0,0 0 1 0 0,-1-1-1 0 0,0 0 1 0 0,0 0 0 0 0,-1-1-1 0 0,-1 0 1 0 0,0 0-1 0 0,0 0 1 0 0,-1-1-1 0 0,0 0 1 0 0,-1 1 0 0 0,-1-1-1 0 0,0 0 1 0 0,0-1-1 0 0,-1 1 1 0 0,-1 0-1 0 0,-1-16 1 0 0,-9-41-6 0 0,-3 0 0 0 0,-3 0 1 0 0,-3 2-1 0 0,-31-72 0 0 0,22 85-627 0 0,16 38-80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7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59 5529 0 0,'4'-6'231'0'0,"1"1"0"0"0,0 0 0 0 0,0 0 0 0 0,0 1 0 0 0,0-1-1 0 0,1 1 1 0 0,0 0 0 0 0,0 1 0 0 0,9-5 0 0 0,-13 6-137 0 0,0 1 0 0 0,1 0 0 0 0,-1 0 0 0 0,0 0 1 0 0,1 0-1 0 0,-1 0 0 0 0,1 1 0 0 0,-1-1 0 0 0,1 1 0 0 0,-1 0 0 0 0,1-1 0 0 0,0 1 1 0 0,-1 0-1 0 0,1 1 0 0 0,-1-1 0 0 0,1 0 0 0 0,-1 1 0 0 0,1-1 0 0 0,-1 1 0 0 0,1 0 1 0 0,-1 0-1 0 0,0 0 0 0 0,1 0 0 0 0,-1 0 0 0 0,0 0 0 0 0,0 1 0 0 0,0-1 0 0 0,4 4 1 0 0,-4-2-33 0 0,-1 0 0 0 0,1 0 0 0 0,-1 0 1 0 0,1 0-1 0 0,-1 1 0 0 0,0-1 0 0 0,0 0 1 0 0,-1 1-1 0 0,1-1 0 0 0,-1 1 1 0 0,1-1-1 0 0,-1 1 0 0 0,0-1 0 0 0,0 1 1 0 0,-1-1-1 0 0,1 1 0 0 0,-1-1 0 0 0,-2 7 1 0 0,-1 7 185 0 0,-2 0 1 0 0,-10 21-1 0 0,15-35-231 0 0,-51 101 575 0 0,27-56 66 0 0,-26 68-1 0 0,50-113-542 0 0,0 0 0 0 0,0 0 0 0 0,0 0-1 0 0,0 0 1 0 0,1 0 0 0 0,-1 0-1 0 0,1 0 1 0 0,0 0 0 0 0,0 0-1 0 0,0 0 1 0 0,0 0 0 0 0,1 0-1 0 0,0 4 1 0 0,0-6-66 0 0,-1 0 0 0 0,0-1-1 0 0,1 1 1 0 0,-1 0 0 0 0,1-1-1 0 0,-1 1 1 0 0,1 0 0 0 0,-1-1-1 0 0,1 1 1 0 0,0-1 0 0 0,-1 1-1 0 0,1-1 1 0 0,-1 1 0 0 0,1-1 0 0 0,0 1-1 0 0,0-1 1 0 0,-1 0 0 0 0,1 1-1 0 0,1-1 1 0 0,0 1-17 0 0,0-1 0 0 0,1 0 1 0 0,-1 0-1 0 0,0 0 0 0 0,0 0 0 0 0,0 0 1 0 0,0 0-1 0 0,0-1 0 0 0,0 1 0 0 0,4-2 0 0 0,35-15-577 0 0,-1-1 0 0 0,57-36 0 0 0,-64 35-1619 0 0,-10 5-2901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7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599 162 4609 0 0,'-11'-15'836'0'0,"1"1"1"0"0,-2 0-1 0 0,1 0 1 0 0,-2 2-1 0 0,0-1 0 0 0,0 2 1 0 0,-2-1-1 0 0,1 2 0 0 0,-21-11 1 0 0,28 17-566 0 0,0 0 0 0 0,-1 1 0 0 0,0 0 1 0 0,1 0-1 0 0,-1 1 0 0 0,0 0 0 0 0,-1 0 1 0 0,1 1-1 0 0,0 0 0 0 0,0 0 0 0 0,0 1 0 0 0,-1 0 1 0 0,1 1-1 0 0,0 0 0 0 0,0 0 0 0 0,-1 1 0 0 0,1 0 1 0 0,0 0-1 0 0,1 1 0 0 0,-1 0 0 0 0,0 0 1 0 0,-7 5-1 0 0,-5 5-142 0 0,0 2 0 0 0,1 0 0 0 0,1 1 0 0 0,0 0 0 0 0,2 2 0 0 0,-1 0 0 0 0,2 1 0 0 0,1 0 0 0 0,0 1 0 0 0,1 1 0 0 0,2 0 0 0 0,0 1 0 0 0,1 0 0 0 0,1 1 0 0 0,1 0 0 0 0,-5 25 0 0 0,8-25-155 0 0,1-1 0 0 0,1 0 1 0 0,1 1-1 0 0,1 0 1 0 0,1 0-1 0 0,0-1 1 0 0,8 38-1 0 0,-5-43 15 0 0,2 0-1 0 0,0 0 1 0 0,0 0 0 0 0,2-1-1 0 0,0 0 1 0 0,1 0-1 0 0,1 0 1 0 0,0-1 0 0 0,1-1-1 0 0,16 19 1 0 0,-16-23-38 0 0,1 0 0 0 0,1 0-1 0 0,-1-1 1 0 0,2-1 0 0 0,-1 0 0 0 0,1-1 0 0 0,0 0 0 0 0,1-1-1 0 0,-1-1 1 0 0,1 0 0 0 0,0-1 0 0 0,1 0 0 0 0,25 3 0 0 0,-15-4-30 0 0,0-1 0 0 0,1-1 0 0 0,-1-1 0 0 0,1-1 0 0 0,-1-2 0 0 0,0 0 0 0 0,29-8 0 0 0,-46 9 108 0 0,-1 0 0 0 0,0-1 0 0 0,0 0 1 0 0,1 0-1 0 0,-2 0 0 0 0,1-1 0 0 0,0 0 0 0 0,-1 0 1 0 0,0-1-1 0 0,0 0 0 0 0,0 0 0 0 0,0 0 1 0 0,-1-1-1 0 0,0 0 0 0 0,0 0 0 0 0,-1 0 1 0 0,5-8-1 0 0,-4 4 72 0 0,-1-1 0 0 0,0 1 0 0 0,0-1 0 0 0,-1 0 0 0 0,-1 0 0 0 0,0 0 0 0 0,0 0 0 0 0,-1-1 0 0 0,0 1 0 0 0,-1 0 1 0 0,-2-12-1 0 0,-3-25-132 0 0,-2 1-1 0 0,-2 0 1 0 0,-3 1 0 0 0,-1 0 0 0 0,-2 1 0 0 0,-35-71 0 0 0,39 96-1116 0 0,0 1-3895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8.2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3 126 3225 0 0,'-1'-5'564'0'0,"0"-1"0"0"0,1 1 0 0 0,0 0 0 0 0,-1-1-1 0 0,2 1 1 0 0,-1-1 0 0 0,1 1 0 0 0,-1 0 0 0 0,2-1 0 0 0,-1 1 0 0 0,0 0 0 0 0,1 0 0 0 0,0 0 0 0 0,4-7 0 0 0,-5 9-478 0 0,0 1-1 0 0,0 0 1 0 0,0-1 0 0 0,0 1 0 0 0,1 0-1 0 0,-1 0 1 0 0,1 0 0 0 0,-1 0-1 0 0,1 0 1 0 0,0 0 0 0 0,0 1 0 0 0,0-1-1 0 0,0 0 1 0 0,0 1 0 0 0,0 0-1 0 0,0-1 1 0 0,1 1 0 0 0,-1 0-1 0 0,0 0 1 0 0,1 0 0 0 0,-1 0 0 0 0,1 1-1 0 0,-1-1 1 0 0,1 1 0 0 0,-1-1-1 0 0,1 1 1 0 0,0 0 0 0 0,-1 0 0 0 0,1 0-1 0 0,-1 1 1 0 0,1-1 0 0 0,3 1-1 0 0,-5 0-43 0 0,0-1 0 0 0,1 1-1 0 0,-1-1 1 0 0,1 1-1 0 0,-1 0 1 0 0,0 0 0 0 0,0 0-1 0 0,0-1 1 0 0,1 1 0 0 0,-1 0-1 0 0,0 1 1 0 0,0-1-1 0 0,0 0 1 0 0,0 0 0 0 0,0 0-1 0 0,-1 1 1 0 0,1-1-1 0 0,0 0 1 0 0,-1 1 0 0 0,2 2-1 0 0,-1-1 30 0 0,-1 1-1 0 0,1-1 0 0 0,-1 1 1 0 0,0-1-1 0 0,0 1 0 0 0,0-1 1 0 0,0 1-1 0 0,-1 5 0 0 0,-2 4 142 0 0,-1 0 0 0 0,0 0 1 0 0,-10 19-1 0 0,4-13-126 0 0,-10 20-1 0 0,19-38-83 0 0,0 1 0 0 0,0 0-1 0 0,1 0 1 0 0,-1-1 0 0 0,1 1-1 0 0,-1 0 1 0 0,1 0 0 0 0,0 0-1 0 0,0 0 1 0 0,-1 0 0 0 0,1 0-1 0 0,1-1 1 0 0,-1 1 0 0 0,0 0-1 0 0,0 0 1 0 0,1 2 0 0 0,0-3-2 0 0,0 0 0 0 0,0 1 0 0 0,0-1 0 0 0,0-1 0 0 0,0 1 0 0 0,0 0 0 0 0,0 0 0 0 0,0 0 0 0 0,0 0 0 0 0,0-1 0 0 0,1 1 0 0 0,-1-1 0 0 0,0 1 0 0 0,0-1 0 0 0,1 1 0 0 0,-1-1 0 0 0,0 0 0 0 0,1 1 0 0 0,1-1 0 0 0,33 1 0 0 0,-13 0 0 0 0,-20-1 0 0 0,1 1 0 0 0,0 0 0 0 0,-1-1 0 0 0,1 1 0 0 0,-1 1 0 0 0,1-1 0 0 0,-1 0 0 0 0,0 1 0 0 0,1 0 0 0 0,4 3 0 0 0,-7-4 0 0 0,0-1 0 0 0,-1 1 0 0 0,1 0 0 0 0,-1-1 0 0 0,0 1 0 0 0,1 0 0 0 0,-1-1 0 0 0,1 1 0 0 0,-1 0 0 0 0,0-1 0 0 0,0 1 0 0 0,1 0 0 0 0,-1 0 0 0 0,0-1 0 0 0,0 1 0 0 0,0 0 0 0 0,0 0 0 0 0,0 0 0 0 0,0-1 0 0 0,0 3 0 0 0,-1-1 0 0 0,1 0 0 0 0,-1 0 0 0 0,0 0 0 0 0,0 0 0 0 0,0-1 0 0 0,0 1 0 0 0,0 0 0 0 0,0 0 0 0 0,-1 0 0 0 0,-2 2 0 0 0,-3 3-112 0 0,0 0 0 0 0,0-1 0 0 0,-1 0 0 0 0,-16 9 0 0 0,10-7-513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8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423 24 8754 0 0,'-5'-4'233'0'0,"0"2"0"0"0,0-1 1 0 0,0 0-1 0 0,0 1 0 0 0,0 0 0 0 0,-1 0 0 0 0,1 1 1 0 0,-1-1-1 0 0,1 1 0 0 0,-1 0 0 0 0,0 1 1 0 0,-6-1-1 0 0,1 2 241 0 0,1 0 0 0 0,-1 0 1 0 0,1 1-1 0 0,0 0 0 0 0,-1 1 0 0 0,-11 4 1 0 0,5 0 13 0 0,0 1 1 0 0,1 0-1 0 0,0 1 1 0 0,0 1-1 0 0,1 1 0 0 0,0 0 1 0 0,-17 17-1 0 0,20-15-376 0 0,1 1 0 0 0,1 0 0 0 0,0 0 0 0 0,0 1 0 0 0,2 1 0 0 0,0-1 0 0 0,1 1 0 0 0,0 1-1 0 0,1-1 1 0 0,-4 24 0 0 0,4-13-118 0 0,1 0 1 0 0,1 0-1 0 0,2 1 0 0 0,1 0 0 0 0,4 51 1 0 0,-2-68-10 0 0,1 0 0 0 0,0-1 1 0 0,0 1-1 0 0,1-1 0 0 0,0 1 1 0 0,1-1-1 0 0,1 0 0 0 0,-1 0 1 0 0,1 0-1 0 0,1-1 0 0 0,0 0 1 0 0,0 0-1 0 0,1 0 0 0 0,0-1 1 0 0,0 0-1 0 0,1 0 0 0 0,0-1 1 0 0,1 0-1 0 0,-1 0 0 0 0,1-1 1 0 0,1 0-1 0 0,-1-1 0 0 0,1 0 1 0 0,0 0-1 0 0,0-1 0 0 0,0-1 1 0 0,1 1-1 0 0,-1-2 0 0 0,1 1 1 0 0,0-2-1 0 0,16 2 0 0 0,1-2-144 0 0,0-1-1 0 0,0-1 0 0 0,0-2 1 0 0,0-1-1 0 0,0-1 0 0 0,37-12 0 0 0,-48 12 150 0 0,-1-1 0 0 0,1 0 0 0 0,-1-2 0 0 0,0 0 0 0 0,-1 0 0 0 0,0-2 0 0 0,0 0 0 0 0,-1-1 0 0 0,0 0-1 0 0,-1-1 1 0 0,15-16 0 0 0,-22 19 119 0 0,1 1 1 0 0,-1-1-1 0 0,0 0 0 0 0,-1-1 0 0 0,0 1 0 0 0,-1-1 0 0 0,0 0 0 0 0,0 0 0 0 0,-1-1 0 0 0,0 1 0 0 0,1-13 1 0 0,-3 14-2 0 0,-1 0 0 0 0,0-1 0 0 0,-1 1 0 0 0,0 0 0 0 0,0-1 0 0 0,-1 1 0 0 0,0 0 0 0 0,-1 0 0 0 0,0 0 0 0 0,0 0 0 0 0,-1 1 0 0 0,0-1 0 0 0,-5-8 0 0 0,-8-10-241 0 0,-1 0-1 0 0,-1 1 0 0 0,-2 0 0 0 0,0 2 1 0 0,-2 0-1 0 0,0 2 0 0 0,-34-26 1 0 0,34 36-4839 0 0,2 4-1604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10 9674 0 0,'-1'-1'272'0'0,"-1"0"-1"0"0,0 0 1 0 0,0 0 0 0 0,0 0 0 0 0,0 0-1 0 0,0 0 1 0 0,0 1 0 0 0,0-1-1 0 0,0 0 1 0 0,-1 1 0 0 0,1 0 0 0 0,0 0-1 0 0,0-1 1 0 0,0 1 0 0 0,-1 0-1 0 0,1 1 1 0 0,0-1 0 0 0,0 0 0 0 0,0 1-1 0 0,0-1 1 0 0,0 1 0 0 0,-3 1-1 0 0,1 0-60 0 0,0 0-1 0 0,1 0 1 0 0,-1 1-1 0 0,1 0 0 0 0,0-1 1 0 0,-1 1-1 0 0,1 0 0 0 0,1 1 1 0 0,-1-1-1 0 0,0 1 0 0 0,-2 3 1 0 0,1 0-91 0 0,0 0-1 0 0,1-1 1 0 0,0 1 0 0 0,0 0 0 0 0,1 0 0 0 0,-1 1 0 0 0,1-1 0 0 0,1 0 0 0 0,0 1 0 0 0,0-1 0 0 0,0 1 0 0 0,1 0 0 0 0,1 13 0 0 0,-1-19-53 0 0,1 1 0 0 0,0-1-1 0 0,0 0 1 0 0,0 1 0 0 0,0-1 0 0 0,0 0 0 0 0,0 0 0 0 0,0 0-1 0 0,1 1 1 0 0,-1-1 0 0 0,1-1 0 0 0,0 1 0 0 0,-1 0-1 0 0,1 0 1 0 0,0-1 0 0 0,0 1 0 0 0,0-1 0 0 0,0 1 0 0 0,3 0-1 0 0,0 0-13 0 0,0 0-1 0 0,0 0 1 0 0,0-1-1 0 0,0 0 0 0 0,1 0 1 0 0,-1 0-1 0 0,0 0 1 0 0,9-1-1 0 0,4-1-33 0 0,-1-1 0 0 0,0 0 0 0 0,1-2 0 0 0,23-7 0 0 0,-27 6-278 0 0,-1 0-1 0 0,0-1 1 0 0,-1 0-1 0 0,0-1 1 0 0,0-1-1 0 0,15-11 1 0 0,-12 6-1223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2761 0 0,'-7'5'7628'0'0,"7"-4"-7390"0"0,0 13 3085 0 0,7 12-1324 0 0,-7-26-1739 0 0,8 29 814 0 0,-1 1 0 0 0,-1-1 0 0 0,2 45 0 0 0,-6 89-1655 0 0,-1-35-3812 0 0,-1-112 4361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1:59:4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383 67 10138 0 0,'-22'-14'1401'0'0,"-40"-19"0"0"0,53 29-1050 0 0,0 1 0 0 0,0 0 0 0 0,0 0 0 0 0,0 1 0 0 0,-1 0 0 0 0,1 1 0 0 0,-1 0 0 0 0,-9 1 0 0 0,12 0-295 0 0,0 0-1 0 0,0 1 1 0 0,0 0-1 0 0,0 1 1 0 0,1 0-1 0 0,-1 0 1 0 0,0 0-1 0 0,1 1 1 0 0,0-1-1 0 0,-1 2 1 0 0,1-1-1 0 0,0 1 1 0 0,1 0-1 0 0,-8 6 1 0 0,5-2 82 0 0,0 0 1 0 0,1 0 0 0 0,0 1-1 0 0,1 0 1 0 0,0 0 0 0 0,0 1-1 0 0,1-1 1 0 0,-6 16 0 0 0,2-1 65 0 0,2 0 0 0 0,1 1 0 0 0,0 0 0 0 0,2 0 0 0 0,1 0 0 0 0,1 1 0 0 0,1 29 0 0 0,2-19-232 0 0,2 0 0 0 0,1 0 0 0 0,2 0 0 0 0,2-1 0 0 0,21 63 0 0 0,-23-83 16 0 0,0 0-1 0 0,1-1 1 0 0,1 0-1 0 0,0 0 1 0 0,1 0-1 0 0,1-1 1 0 0,0 0-1 0 0,1-1 1 0 0,0 0-1 0 0,1-1 1 0 0,0 0-1 0 0,0-1 1 0 0,1 0-1 0 0,1-1 1 0 0,18 9-1 0 0,4-2-256 0 0,1-2 0 0 0,0-1 0 0 0,1-2 0 0 0,0-1 0 0 0,1-3 0 0 0,0-1 0 0 0,0-1 0 0 0,1-3 0 0 0,60-3 0 0 0,-91 1 249 0 0,0-1 0 0 0,0-1 0 0 0,0 0 0 0 0,0 0 0 0 0,-1 0 0 0 0,1-1-1 0 0,-1 0 1 0 0,0-1 0 0 0,0 0 0 0 0,0 0 0 0 0,9-7 0 0 0,-13 7 147 0 0,1 0 1 0 0,-1 0-1 0 0,0 0 0 0 0,0 0 1 0 0,-1-1-1 0 0,1 0 1 0 0,-1 1-1 0 0,0-1 0 0 0,-1 0 1 0 0,1-1-1 0 0,-1 1 1 0 0,0 0-1 0 0,0-1 0 0 0,0 1 1 0 0,-1-1-1 0 0,0 0 1 0 0,0 1-1 0 0,0-10 0 0 0,-1-2 333 0 0,-1 0-1 0 0,0-1 0 0 0,-2 1 0 0 0,0 0 0 0 0,-10-33 0 0 0,-39-82 729 0 0,35 91-1060 0 0,-5-12 99 0 0,-2 2 0 0 0,-33-51 0 0 0,40 76-3540 0 0,-25-28-1 0 0,26 35-4022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0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345 320 2761 0 0,'-11'-5'211'0'0,"-1"0"1"0"0,1 1-1 0 0,-1 0 1 0 0,0 1 0 0 0,0 1-1 0 0,-1 0 1 0 0,1 0-1 0 0,0 1 1 0 0,-1 1 0 0 0,1 0-1 0 0,-14 2 1 0 0,19-1-131 0 0,1 0 1 0 0,0 0-1 0 0,0 1 1 0 0,0 0 0 0 0,0 1-1 0 0,1-1 1 0 0,-1 1-1 0 0,0 0 1 0 0,1 0-1 0 0,0 1 1 0 0,0 0 0 0 0,0 0-1 0 0,0 0 1 0 0,1 0-1 0 0,-1 1 1 0 0,1 0 0 0 0,0 0-1 0 0,1 0 1 0 0,-1 0-1 0 0,1 1 1 0 0,0-1-1 0 0,0 1 1 0 0,-3 9 0 0 0,-9 25 19 0 0,2 0 0 0 0,2 1 0 0 0,1 0 0 0 0,3 1 0 0 0,1 0 0 0 0,-1 56 0 0 0,8-79-112 0 0,0-1-1 0 0,1 0 1 0 0,1 1 0 0 0,1-1-1 0 0,0 0 1 0 0,2-1 0 0 0,9 23 0 0 0,-9-27 43 0 0,1 0 1 0 0,0-1 0 0 0,1 0-1 0 0,1 0 1 0 0,0-1-1 0 0,0 0 1 0 0,1 0 0 0 0,0-1-1 0 0,1-1 1 0 0,17 13 0 0 0,-16-14 36 0 0,1 0 0 0 0,-1-1 0 0 0,1-1 0 0 0,1 0 0 0 0,-1 0 0 0 0,1-1 0 0 0,0-1 0 0 0,0 0 0 0 0,1-1 0 0 0,-1-1 0 0 0,1 0 0 0 0,17 0 1 0 0,-21-3-49 0 0,1 0 0 0 0,-1 0 0 0 0,1-1 0 0 0,-1 0 0 0 0,0-1 0 0 0,0 0 0 0 0,0-1 0 0 0,0-1 0 0 0,0 1 0 0 0,-1-2 0 0 0,0 1 1 0 0,0-1-1 0 0,0-1 0 0 0,-1 0 0 0 0,0 0 0 0 0,8-9 0 0 0,-6 3 160 0 0,0 0-1 0 0,-1-1 1 0 0,-1 0-1 0 0,0 0 1 0 0,-1-1 0 0 0,0 0-1 0 0,-1-1 1 0 0,-1 0-1 0 0,5-20 1 0 0,1-9 499 0 0,-3 0 1 0 0,5-54 0 0 0,-9 10 374 0 0,-4-1 1 0 0,-4 0 0 0 0,-3 1 0 0 0,-24-113 0 0 0,30 197-1009 0 0,-1 0 0 0 0,0 0-1 0 0,0 0 1 0 0,-1 0-1 0 0,1 0 1 0 0,-1 1 0 0 0,0-1-1 0 0,0 1 1 0 0,0-1 0 0 0,-1 1-1 0 0,0 0 1 0 0,0 0 0 0 0,0 0-1 0 0,0 0 1 0 0,-1 0-1 0 0,1 1 1 0 0,-1-1 0 0 0,0 1-1 0 0,0 0 1 0 0,0 0 0 0 0,0 1-1 0 0,-1-1 1 0 0,1 1 0 0 0,-1 0-1 0 0,1 0 1 0 0,-1 1-1 0 0,0-1 1 0 0,0 1 0 0 0,0 0-1 0 0,0 0 1 0 0,1 0 0 0 0,-9 1-1 0 0,1 0-24 0 0,0 0 0 0 0,-1 1 0 0 0,1 0 0 0 0,0 1 0 0 0,0 0 0 0 0,0 1 0 0 0,0 0 0 0 0,0 1-1 0 0,0 0 1 0 0,1 1 0 0 0,-22 13 0 0 0,18-9-550 0 0,0 2 0 0 0,-25 22 0 0 0,26-19-1346 0 0,0 0-1 0 0,-15 22 1 0 0,4 1-3824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1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506 187 2304 0 0,'-16'-4'294'0'0,"1"-1"-1"0"0,0 0 0 0 0,-25-14 0 0 0,-28-9 771 0 0,56 24-643 0 0,0 1-1 0 0,-1 1 1 0 0,1 0 0 0 0,0 1 0 0 0,-1 0-1 0 0,1 1 1 0 0,-1 0 0 0 0,1 1-1 0 0,-1 0 1 0 0,1 1 0 0 0,-22 6 0 0 0,26-5-194 0 0,0 1 0 0 0,0-1 1 0 0,0 1-1 0 0,1 1 0 0 0,-1-1 1 0 0,1 1-1 0 0,0 0 0 0 0,0 1 1 0 0,0 0-1 0 0,1 0 0 0 0,0 0 1 0 0,0 1-1 0 0,1 0 0 0 0,0 0 1 0 0,0 0-1 0 0,1 1 0 0 0,-6 11 1 0 0,-1 8 75 0 0,2 1 1 0 0,0 1-1 0 0,2-1 1 0 0,-7 60-1 0 0,5 119 45 0 0,9-168-346 0 0,3 0 0 0 0,1 0 0 0 0,15 63 0 0 0,-14-80-55 0 0,2 0 1 0 0,1-1-1 0 0,0 0 0 0 0,2 0 0 0 0,0-1 0 0 0,1 0 0 0 0,23 30 1 0 0,-31-46 8 0 0,0 1 0 0 0,1-1 0 0 0,0 0 1 0 0,0-1-1 0 0,0 1 0 0 0,1-1 0 0 0,-1 0 1 0 0,1 0-1 0 0,-1 0 0 0 0,1-1 0 0 0,0 1 0 0 0,0-1 1 0 0,0 0-1 0 0,1-1 0 0 0,-1 1 0 0 0,8 0 1 0 0,-6-1-29 0 0,0-1 1 0 0,0 0-1 0 0,0-1 0 0 0,0 0 1 0 0,0 0-1 0 0,-1 0 1 0 0,1-1-1 0 0,0 0 1 0 0,-1 0-1 0 0,1-1 1 0 0,10-5-1 0 0,-5 1 24 0 0,0-1-1 0 0,-1 0 1 0 0,0-1-1 0 0,0 0 1 0 0,-1-1-1 0 0,0 0 1 0 0,-1 0-1 0 0,0-1 1 0 0,0-1-1 0 0,-1 1 1 0 0,-1-1 0 0 0,8-17-1 0 0,-5 3 259 0 0,-2 0 1 0 0,-1-1-1 0 0,-1 0 0 0 0,-1 0 0 0 0,-1 0 1 0 0,-1-1-1 0 0,-2 1 0 0 0,-3-41 1 0 0,-7-25 538 0 0,-23-102-1 0 0,24 153-490 0 0,-3-29 165 0 0,-11-54 150 0 0,19 113-683 0 0,-1 0 0 0 0,0 0 0 0 0,-1 1 0 0 0,0 0 0 0 0,0 0 0 0 0,-2 0 0 0 0,-13-19 0 0 0,18 28-23 0 0,1 1 1 0 0,0-1-1 0 0,-1 0 1 0 0,1 0-1 0 0,-1 1 1 0 0,1-1-1 0 0,-1 1 1 0 0,0 0 0 0 0,0-1-1 0 0,0 1 1 0 0,0 0-1 0 0,0 0 1 0 0,0 0-1 0 0,0 0 1 0 0,0 0-1 0 0,0 1 1 0 0,0-1-1 0 0,0 1 1 0 0,0-1 0 0 0,-1 1-1 0 0,1 0 1 0 0,0 0-1 0 0,0 0 1 0 0,0 0-1 0 0,-1 0 1 0 0,1 0-1 0 0,0 1 1 0 0,0-1 0 0 0,0 1-1 0 0,-1 0 1 0 0,1-1-1 0 0,0 1 1 0 0,0 0-1 0 0,0 0 1 0 0,0 0-1 0 0,1 1 1 0 0,-4 1-1 0 0,-13 13-4247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2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377 11 3225 0 0,'-14'-3'559'0'0,"1"0"1"0"0,-1 1 0 0 0,0 1 0 0 0,0 0 0 0 0,0 1-1 0 0,0 0 1 0 0,0 1 0 0 0,0 1 0 0 0,1 0-1 0 0,-1 0 1 0 0,0 2 0 0 0,1 0 0 0 0,0 0-1 0 0,-15 8 1 0 0,17-5-396 0 0,0 1 0 0 0,1 1 1 0 0,0-1-1 0 0,1 2 0 0 0,-1-1 0 0 0,2 1 0 0 0,-1 1 0 0 0,2 0 0 0 0,-1 0 0 0 0,1 0 1 0 0,1 1-1 0 0,0 0 0 0 0,1 0 0 0 0,-7 23 0 0 0,5-9-65 0 0,0 2-1 0 0,2-1 1 0 0,1 1 0 0 0,1-1-1 0 0,2 1 1 0 0,1 28 0 0 0,2-20-154 0 0,2 0 0 0 0,12 58 1 0 0,-10-73-154 0 0,1-1 0 0 0,0 1 0 0 0,1-1 0 0 0,2-1 1 0 0,19 32-1 0 0,128 165-1395 0 0,-153-211 1545 0 0,0-1 1 0 0,0 0 0 0 0,1 0-1 0 0,-1 0 1 0 0,1 0-1 0 0,0 0 1 0 0,0-1 0 0 0,0 0-1 0 0,0 0 1 0 0,1-1-1 0 0,6 3 1 0 0,-9-4 155 0 0,-1-1 0 0 0,1 1-1 0 0,-1-1 1 0 0,1 0 0 0 0,-1 0 0 0 0,1 0 0 0 0,-1 0-1 0 0,1 0 1 0 0,-1-1 0 0 0,1 1 0 0 0,-1-1 0 0 0,1 1-1 0 0,-1-1 1 0 0,0 0 0 0 0,1 0 0 0 0,-1 0-1 0 0,0 0 1 0 0,1-1 0 0 0,-1 1 0 0 0,0-1 0 0 0,0 1-1 0 0,0-1 1 0 0,-1 0 0 0 0,1 1 0 0 0,0-1 0 0 0,-1 0-1 0 0,1 0 1 0 0,1-3 0 0 0,8-13 449 0 0,-1 0 0 0 0,-1 0 0 0 0,-1-1 0 0 0,9-27 0 0 0,12-30 277 0 0,70-160 849 0 0,-89 203-1605 0 0,-1-1 0 0 0,-1 0 1 0 0,-2-1-1 0 0,-1 0 0 0 0,-1-45 0 0 0,-3 46 65 0 0,-3 0-1 0 0,-8-55 1 0 0,9 81-176 0 0,-1 0 1 0 0,0-1 0 0 0,0 1 0 0 0,-1 0 0 0 0,0 1-1 0 0,0-1 1 0 0,-1 0 0 0 0,0 1 0 0 0,-1 0 0 0 0,1 0-1 0 0,-1 0 1 0 0,-1 1 0 0 0,1-1 0 0 0,-1 1 0 0 0,0 0-1 0 0,-9-6 1 0 0,-3 2-758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8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2319 277 6449 0 0,'2'-14'389'0'0,"-1"1"0"0"0,0 0 0 0 0,-1-1-1 0 0,0 1 1 0 0,-5-26 0 0 0,4 33-358 0 0,-1 0 1 0 0,0 1 0 0 0,0-1-1 0 0,0 1 1 0 0,-1 0 0 0 0,0 0-1 0 0,0 0 1 0 0,0 0-1 0 0,-1 0 1 0 0,1 1 0 0 0,-1-1-1 0 0,0 1 1 0 0,0 0-1 0 0,-1 0 1 0 0,1 1 0 0 0,-7-4-1 0 0,-8-5-6 0 0,0 2-1 0 0,-2 0 0 0 0,1 1 1 0 0,-1 1-1 0 0,0 1 1 0 0,-1 1-1 0 0,1 1 0 0 0,-28-3 1 0 0,-22 1 1471 0 0,-87 3 0 0 0,142 3-1284 0 0,-1 2 0 0 0,1 0 0 0 0,-1 1 0 0 0,1 1 0 0 0,0 0 0 0 0,0 1 0 0 0,1 1 0 0 0,-1 0 0 0 0,1 1 0 0 0,0 1 0 0 0,0 1 0 0 0,1 0 0 0 0,-23 16 0 0 0,-176 151-126 0 0,101-80-206 0 0,20-11 213 0 0,-129 149 0 0 0,154-153 266 0 0,-63 102 0 0 0,-44 98 131 0 0,134-213-476 0 0,-247 455 343 0 0,254-452-74 0 0,3 2-1 0 0,2 1 1 0 0,5 1-1 0 0,-16 78 0 0 0,-35 309 772 0 0,67-387-751 0 0,3 107 0 0 0,18 74 115 0 0,1 1 75 0 0,-15-234-454 0 0,1 0 1 0 0,1 0 0 0 0,1 0-1 0 0,1 0 1 0 0,1 0 0 0 0,0-1 0 0 0,2 0-1 0 0,1 0 1 0 0,0 0 0 0 0,2-1-1 0 0,0 0 1 0 0,1-1 0 0 0,24 31 0 0 0,20 19-21 0 0,-7-6 10 0 0,102 101-1 0 0,-138-154-50 0 0,-1-1 0 0 0,2 0 0 0 0,-1 0 0 0 0,1-1 1 0 0,0-1-1 0 0,1 0 0 0 0,0-1 0 0 0,0 0 0 0 0,0-1 0 0 0,30 6 1 0 0,-20-8-13 0 0,1-1 1 0 0,0 0 0 0 0,0-2-1 0 0,0-1 1 0 0,47-8 0 0 0,14-6 153 0 0,-2-5 0 0 0,0-3 0 0 0,-1-4 0 0 0,-2-3 0 0 0,122-64 0 0 0,-165 71-106 0 0,0-1 0 0 0,-2-2 0 0 0,0-1-1 0 0,-2-2 1 0 0,-1-1 0 0 0,-2-2 0 0 0,-1-1 0 0 0,-1-1 0 0 0,-2-2 0 0 0,44-76 0 0 0,7-30 47 0 0,93-237-1 0 0,-119 245-4 0 0,110-306-221 0 0,-102 264 81 0 0,74-258 355 0 0,-71 110-47 0 0,-52 240-74 0 0,1-161 0 0 0,-14 203-87 0 0,-1 1 0 0 0,-2 0 0 0 0,-2 0 0 0 0,-22-71 0 0 0,20 86-23 0 0,-2 0 1 0 0,0 0-1 0 0,-1 1 1 0 0,-2 0-1 0 0,0 2 1 0 0,-2-1-1 0 0,-37-40 1 0 0,-30-17 104 0 0,-21-23-126 0 0,95 93-106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9.7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307 138 6913 0 0,'-7'-21'-925'0'0,"5"11"1536"0"0,-1 0 0 0 0,0 0 1 0 0,-1 0-1 0 0,0 1 0 0 0,-1-1 0 0 0,0 1 0 0 0,0 0 1 0 0,-1 0-1 0 0,-7-9 0 0 0,11 17-443 0 0,1 0 1 0 0,-1-1-1 0 0,1 1 0 0 0,-1 0 1 0 0,0 0-1 0 0,1 0 1 0 0,-1 1-1 0 0,0-1 0 0 0,0 0 1 0 0,0 1-1 0 0,0-1 0 0 0,0 1 1 0 0,0-1-1 0 0,1 1 0 0 0,-1 0 1 0 0,0 0-1 0 0,0 0 1 0 0,0 0-1 0 0,0 0 0 0 0,-3 1 1 0 0,1 0 25 0 0,0 1 1 0 0,0-1-1 0 0,0 1 1 0 0,0 0-1 0 0,0 0 1 0 0,0 0-1 0 0,0 1 1 0 0,-6 4-1 0 0,-1 3 70 0 0,0 1 1 0 0,0 1-1 0 0,1-1 1 0 0,-9 16-1 0 0,3-3-147 0 0,2 0-1 0 0,0 0 1 0 0,2 2-1 0 0,1-1 1 0 0,-13 43-1 0 0,21-56-83 0 0,0 0 0 0 0,0 0 0 0 0,1 0 0 0 0,1 1 0 0 0,0-1 0 0 0,0 0-1 0 0,1 1 1 0 0,1-1 0 0 0,0 0 0 0 0,1 0 0 0 0,0 0 0 0 0,1 0 0 0 0,0 0 0 0 0,1 0 0 0 0,6 12 0 0 0,-4-14 61 0 0,1 0 1 0 0,0-1 0 0 0,1 0 0 0 0,0 0 0 0 0,0-1 0 0 0,1 0 0 0 0,0 0-1 0 0,0-1 1 0 0,0 0 0 0 0,1-1 0 0 0,0 0 0 0 0,1 0 0 0 0,-1-1 0 0 0,1-1-1 0 0,0 0 1 0 0,18 4 0 0 0,-16-4-58 0 0,1-1-1 0 0,0-1 1 0 0,-1 0-1 0 0,1-1 1 0 0,0 0 0 0 0,0-1-1 0 0,0-1 1 0 0,0 0-1 0 0,0-1 1 0 0,-1 0-1 0 0,1-1 1 0 0,-1-1-1 0 0,22-8 1 0 0,-15 2-418 0 0,-1-1 0 0 0,33-25 0 0 0,-16 7-5293 0 0,-10 7-885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39.9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 9674 0 0,'-3'3'490'0'0,"1"0"0"0"0,-1 1 0 0 0,1-1-1 0 0,0 1 1 0 0,0 0 0 0 0,0 0 0 0 0,1 0 0 0 0,-1 0 0 0 0,1 0-1 0 0,0 0 1 0 0,0 0 0 0 0,1 0 0 0 0,-1 0 0 0 0,1 1 0 0 0,0 5-1 0 0,1 11 789 0 0,6 41 0 0 0,-2-26-727 0 0,9 112-3423 0 0,-14-138 1273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8 123 9674 0 0,'-5'-45'1156'0'0,"3"-24"7274"0"0,3 61-6809 0 0,1 20-2488 0 0,2 6-568 0 0,2-4 524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43 10594 0 0,'0'-1'101'0'0,"0"0"-1"0"0,-1 0 0 0 0,1 1 1 0 0,0-1-1 0 0,0 0 0 0 0,0 0 1 0 0,0 1-1 0 0,0-1 0 0 0,0 0 1 0 0,0 0-1 0 0,1 0 0 0 0,-1 1 1 0 0,0-1-1 0 0,0 0 1 0 0,1 0-1 0 0,-1 1 0 0 0,0-1 1 0 0,1 0-1 0 0,-1 1 0 0 0,0-1 1 0 0,1 0-1 0 0,-1 1 0 0 0,1-1 1 0 0,-1 1-1 0 0,1-1 0 0 0,0 0 1 0 0,-1 1-1 0 0,1-1 0 0 0,0 1 1 0 0,-1 0-1 0 0,1-1 1 0 0,0 1-1 0 0,-1 0 0 0 0,2-1 1 0 0,0 0 62 0 0,-1 0 0 0 0,1 1 0 0 0,-1-1 0 0 0,1 0 0 0 0,-1 1 1 0 0,1 0-1 0 0,-1-1 0 0 0,1 1 0 0 0,0 0 0 0 0,-1 0 0 0 0,1 0 1 0 0,-1 0-1 0 0,1 0 0 0 0,0 0 0 0 0,-1 0 0 0 0,1 0 0 0 0,1 1 1 0 0,3 3-10 0 0,-1-1 0 0 0,1 1 0 0 0,-1 1 0 0 0,-1-1 0 0 0,1 1 0 0 0,-1 0 0 0 0,1 0 0 0 0,3 6 1 0 0,28 47 354 0 0,41 89 621 0 0,-79-154-925 0 0,0 1 1 0 0,0-1 0 0 0,0 1 0 0 0,1-1-1 0 0,0 1 1 0 0,0-1 0 0 0,0 0 0 0 0,1 0-1 0 0,0 0 1 0 0,1 1 0 0 0,-1-1 0 0 0,1 0-1 0 0,4-12 1 0 0,0-4-1143 0 0,2 0 0 0 0,18-43 0 0 0,-14 42-358 0 0,3-1-217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0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205 0 6913 0 0,'0'1'77'0'0,"0"0"-1"0"0,0 0 1 0 0,0 0-1 0 0,-1 0 0 0 0,1 0 1 0 0,0 0-1 0 0,-1 0 1 0 0,1 0-1 0 0,-1 0 0 0 0,1-1 1 0 0,-1 1-1 0 0,1 0 0 0 0,-1 0 1 0 0,0 0-1 0 0,1-1 1 0 0,-1 1-1 0 0,0 0 0 0 0,0-1 1 0 0,1 1-1 0 0,-1-1 1 0 0,0 1-1 0 0,0-1 0 0 0,0 1 1 0 0,-1 0-1 0 0,-29 15 1342 0 0,28-14-1022 0 0,-10 4 85 0 0,0 1 1 0 0,0 0-1 0 0,1 2 0 0 0,0-1 1 0 0,1 1-1 0 0,-1 1 0 0 0,2 0 1 0 0,-17 20-1 0 0,23-25-308 0 0,0 1 1 0 0,0 0-1 0 0,1 1 1 0 0,0-1-1 0 0,0 0 1 0 0,1 1-1 0 0,-1 0 1 0 0,1 0-1 0 0,1-1 1 0 0,0 1-1 0 0,-1 0 1 0 0,2 0-1 0 0,-1 0 1 0 0,1 0-1 0 0,0 1 1 0 0,1-1-1 0 0,0 0 1 0 0,0 0-1 0 0,0 0 0 0 0,4 8 1 0 0,-3-9-203 0 0,1 0 0 0 0,0 0-1 0 0,0-1 1 0 0,0 1 0 0 0,1-1 0 0 0,0 0-1 0 0,0 0 1 0 0,0 0 0 0 0,0 0 0 0 0,1-1 0 0 0,0 0-1 0 0,0 0 1 0 0,0 0 0 0 0,1 0 0 0 0,-1-1 0 0 0,1 0-1 0 0,0 0 1 0 0,0 0 0 0 0,0-1 0 0 0,0 0-1 0 0,0 0 1 0 0,0-1 0 0 0,1 0 0 0 0,-1 0 0 0 0,0 0-1 0 0,1-1 1 0 0,-1 0 0 0 0,1 0 0 0 0,-1 0 0 0 0,1-1-1 0 0,6-2 1 0 0,10-3-6334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1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27 10138 0 0,'-11'-27'9302'0'0,"11"38"-7083"0"0,29 263-260 0 0,12-94-5346 0 0,-33-152-3961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1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0 381 10138 0 0,'16'-5'591'0'0,"0"-1"0"0"0,-1-1 0 0 0,0 0-1 0 0,0-1 1 0 0,-1-1 0 0 0,0 0 0 0 0,-1 0 0 0 0,16-15-1 0 0,-20 15-165 0 0,-1-1-1 0 0,0 0 1 0 0,0 0-1 0 0,-1 0 0 0 0,0-1 1 0 0,-1 0-1 0 0,0 0 1 0 0,0-1-1 0 0,-2 0 1 0 0,1 0-1 0 0,3-17 0 0 0,-8 27-424 0 0,4-13-10 0 0,-1 1-1 0 0,1-26 1 0 0,-3 36 4 0 0,-1 0 1 0 0,0 0 0 0 0,-1 0-1 0 0,1 0 1 0 0,-1 0 0 0 0,1 0-1 0 0,-1 0 1 0 0,-1 1 0 0 0,1-1-1 0 0,0 0 1 0 0,-1 1-1 0 0,0-1 1 0 0,0 1 0 0 0,0-1-1 0 0,-4-4 1 0 0,5 7-31 0 0,1 0 0 0 0,-1 0 0 0 0,0 0 0 0 0,0 0 0 0 0,0 0 0 0 0,0 0 1 0 0,0 0-1 0 0,-1 0 0 0 0,1 1 0 0 0,0-1 0 0 0,0 0 0 0 0,0 1 0 0 0,-1-1 0 0 0,1 1 0 0 0,0-1 0 0 0,-1 1 0 0 0,1 0 0 0 0,0 0 0 0 0,-1-1 0 0 0,1 1 1 0 0,-1 0-1 0 0,1 0 0 0 0,0 0 0 0 0,-3 1 0 0 0,2 0-24 0 0,-1 0-1 0 0,1 0 1 0 0,0 0 0 0 0,0 0-1 0 0,0 1 1 0 0,0-1 0 0 0,0 1 0 0 0,0-1-1 0 0,0 1 1 0 0,1 0 0 0 0,-1 0 0 0 0,-2 3-1 0 0,-1 2-52 0 0,1 1 0 0 0,0-1 0 0 0,0 0 0 0 0,1 1 0 0 0,0 0 0 0 0,0 0 0 0 0,-2 9 0 0 0,4-5 149 0 0,0 0 0 0 0,1 0 1 0 0,0 0-1 0 0,1-1 0 0 0,0 1 0 0 0,1 0 0 0 0,1 0 0 0 0,-1-1 0 0 0,2 1 1 0 0,0-1-1 0 0,0 0 0 0 0,1 0 0 0 0,0-1 0 0 0,1 1 0 0 0,0-1 0 0 0,1 0 1 0 0,0-1-1 0 0,0 1 0 0 0,1-1 0 0 0,0-1 0 0 0,1 0 0 0 0,0 0 0 0 0,0 0 1 0 0,1-1-1 0 0,0-1 0 0 0,0 0 0 0 0,0 0 0 0 0,1-1 0 0 0,16 6 0 0 0,0-2-569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5.5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1967 267 8290 0 0,'-155'-102'6449'0'0,"-94"-22"-4985"0"0,232 116-1407 0 0,-1 1-1 0 0,1 1 1 0 0,-2 1-1 0 0,1 1 1 0 0,0 0-1 0 0,-1 1 1 0 0,0 1-1 0 0,0 1 1 0 0,0 0-1 0 0,0 2 0 0 0,1 0 1 0 0,-1 1-1 0 0,0 1 1 0 0,1 1-1 0 0,-1 0 1 0 0,1 1-1 0 0,-22 10 1 0 0,9-2-47 0 0,1 2 0 0 0,1 1 0 0 0,0 1 1 0 0,1 2-1 0 0,-48 41 0 0 0,43-29 24 0 0,1 2-1 0 0,2 1 1 0 0,-46 67 0 0 0,26-19 15 0 0,4 3 0 0 0,3 1 0 0 0,-46 138 0 0 0,-127 414-113 0 0,40-37 38 0 0,46-78 98 0 0,102-363-23 0 0,-9 216 0 0 0,45 172-281 0 0,5-361 89 0 0,8-2 0 0 0,9 0 0 0 0,60 204 0 0 0,-64-297 20 0 0,63 211-185 0 0,26-7 223 0 0,-69-203-157 0 0,5-2 1 0 0,3-2-1 0 0,4-3 1 0 0,4-2 0 0 0,92 95-1 0 0,-111-133 180 0 0,2-1 0 0 0,61 47 0 0 0,-86-77-1 0 0,1-1 1 0 0,1-1 0 0 0,0-1 0 0 0,0-1-1 0 0,1-1 1 0 0,0-1 0 0 0,1-1 0 0 0,40 9-1 0 0,-26-12 116 0 0,0-1-1 0 0,73-1 1 0 0,78-19 150 0 0,-21 2 154 0 0,-121 12-339 0 0,-1-2 0 0 0,0-2 0 0 0,0-2 0 0 0,-1-3 0 0 0,0-1 0 0 0,-1-2-1 0 0,0-2 1 0 0,-2-2 0 0 0,0-1 0 0 0,40-27 0 0 0,12-15 173 0 0,-3-5-1 0 0,-3-3 1 0 0,-4-5-1 0 0,131-143 0 0 0,-174 166-148 0 0,-1-2 0 0 0,-3-1 0 0 0,41-80 0 0 0,-32 41-132 0 0,47-138-1 0 0,-53 102 242 0 0,-5-2 0 0 0,19-152 0 0 0,10-275 847 0 0,-42 337-194 0 0,-6 68 9 0 0,-7 0 0 0 0,-18-268 0 0 0,-141-494 226 0 0,103 676-759 0 0,22 114-91 0 0,-72-214-1 0 0,73 275-155 0 0,-3 1 0 0 0,-3 2-1 0 0,-2 0 1 0 0,-3 3 0 0 0,-44-56 0 0 0,12 30 58 0 0,-129-126 0 0 0,139 159-37 0 0,-2 2 0 0 0,-2 2 0 0 0,-77-44 1 0 0,-103-35 226 0 0,197 108-974 0 0,-1 1 0 0 0,0 2 0 0 0,-80-15 1 0 0,81 25-6719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6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68 232 4145 0 0,'-9'-20'1501'0'0,"0"-1"1"0"0,-12-38 0 0 0,-1-5 3083 0 0,15 43 1646 0 0,9 33-4825 0 0,6 27-1350 0 0,3-1-1 0 0,1 1 0 0 0,1-2 0 0 0,37 70 1 0 0,-39-86-56 0 0,1 0 0 0 0,24 31 0 0 0,-31-46 0 0 0,0 0 0 0 0,0 0 0 0 0,1 0 0 0 0,-1-1 0 0 0,1 0 0 0 0,0 0 0 0 0,1 0 0 0 0,-1-1 0 0 0,1 0 0 0 0,0-1 0 0 0,0 1 0 0 0,10 2 0 0 0,-13-5 46 0 0,-1-1 1 0 0,1 0 0 0 0,0 0 0 0 0,0-1 0 0 0,0 1 0 0 0,0-1 0 0 0,0 0 0 0 0,-1 0-1 0 0,1 0 1 0 0,0 0 0 0 0,-1-1 0 0 0,1 1 0 0 0,-1-1 0 0 0,0 0 0 0 0,1 0 0 0 0,-1 0 0 0 0,0-1-1 0 0,0 1 1 0 0,0-1 0 0 0,0 1 0 0 0,-1-1 0 0 0,5-6 0 0 0,2-1 34 0 0,-1-1 0 0 0,-1 0 1 0 0,1-1-1 0 0,-2 0 0 0 0,8-16 0 0 0,-8 7-32 0 0,-1-1 0 0 0,-1 0-1 0 0,-1 0 1 0 0,-1 0 0 0 0,0 0-1 0 0,-2-1 1 0 0,-2-22 0 0 0,1-6 116 0 0,1 38-129 0 0,-1-37 148 0 0,0 47-172 0 0,1-1-1 0 0,0 1 1 0 0,-1 0 0 0 0,0 0-1 0 0,0 0 1 0 0,1 0-1 0 0,-2 0 1 0 0,1 0-1 0 0,0 1 1 0 0,-1-1 0 0 0,1 0-1 0 0,-4-3 1 0 0,5 6-7 0 0,0 0 0 0 0,1 1 0 0 0,-1-1 0 0 0,0 0 1 0 0,0 1-1 0 0,0-1 0 0 0,0 0 0 0 0,0 0 0 0 0,0 1 0 0 0,0-1 1 0 0,0 0-1 0 0,-1 1 0 0 0,1-1 0 0 0,0 0 0 0 0,0 1 0 0 0,0-1 0 0 0,0 0 1 0 0,0 1-1 0 0,0-1 0 0 0,-1 0 0 0 0,1 0 0 0 0,0 1 0 0 0,0-1 1 0 0,0 0-1 0 0,-1 0 0 0 0,1 1 0 0 0,0-1 0 0 0,0 0 0 0 0,-1 0 1 0 0,1 0-1 0 0,0 1 0 0 0,-1-1 0 0 0,1 0 0 0 0,0 0 0 0 0,0 0 1 0 0,-1 0-1 0 0,1 0 0 0 0,0 0 0 0 0,-1 0 0 0 0,1 0 0 0 0,0 0 1 0 0,-1 0-1 0 0,1 0 0 0 0,0 0 0 0 0,-1 0 0 0 0,1 0 0 0 0,0 0 0 0 0,-1 0 1 0 0,1 0-1 0 0,0 0 0 0 0,-1 0 0 0 0,1 0 0 0 0,0 0 0 0 0,0-1 1 0 0,-1 1-1 0 0,1 0 0 0 0,0 0 0 0 0,0 0 0 0 0,-1 0 0 0 0,1-1 1 0 0,0 1-1 0 0,0 0 0 0 0,-1 0 0 0 0,1-1 0 0 0,0 1 0 0 0,2 25 23 0 0,-2-25-35 0 0,12 67-104 0 0,3-1 1 0 0,27 71-1 0 0,-40-127-157 0 0,1 0 0 0 0,1 0 0 0 0,0 0-1 0 0,0-1 1 0 0,1 1 0 0 0,0-1 0 0 0,1 0 0 0 0,0-1 0 0 0,0 0 0 0 0,1 0-1 0 0,0 0 1 0 0,0 0 0 0 0,14 9 0 0 0,-7-8-819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1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12 7834 0 0,'-1'-1'331'0'0,"-17"-9"7402"0"0,19 24-3614 0 0,2-3-3981 0 0,21 95 1036 0 0,17 61-986 0 0,-31-134-1773 0 0,19 39 0 0 0,-21-56-3026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3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0 119 6449 0 0,'3'-7'270'0'0,"0"0"0"0"0,0 0 1 0 0,0 0-1 0 0,1 0 0 0 0,0 1 0 0 0,0 0 0 0 0,1 0 0 0 0,0 0 0 0 0,0 0 0 0 0,0 1 0 0 0,1-1 0 0 0,0 2 0 0 0,0-1 0 0 0,0 0 0 0 0,0 1 0 0 0,1 0 0 0 0,-1 1 0 0 0,1 0 0 0 0,0 0 1 0 0,0 0-1 0 0,0 1 0 0 0,1 0 0 0 0,11-2 0 0 0,-17 4-211 0 0,0-1 1 0 0,0 1 0 0 0,0 0-1 0 0,0 0 1 0 0,0 1 0 0 0,0-1-1 0 0,0 0 1 0 0,-1 1 0 0 0,1-1-1 0 0,0 1 1 0 0,0 0 0 0 0,0-1-1 0 0,-1 1 1 0 0,1 0 0 0 0,0 0-1 0 0,-1 0 1 0 0,1 0 0 0 0,0 1-1 0 0,-1-1 1 0 0,0 0 0 0 0,1 1-1 0 0,-1-1 1 0 0,2 3 0 0 0,-1 0 140 0 0,-1-1 0 0 0,1 0 0 0 0,-1 1 0 0 0,0 0 0 0 0,0-1 0 0 0,0 1 0 0 0,-1 0 0 0 0,0-1 0 0 0,1 1 0 0 0,-1 0 1 0 0,-1 5-1 0 0,-1 6 342 0 0,0 0 1 0 0,-1-1 0 0 0,-1 1 0 0 0,0-1 0 0 0,-7 15-1 0 0,-19 36-1249 0 0,22-45-170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7.4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 7370 0 0,'3'-2'656'0'0,"0"2"-528"0"0,-1 0-128 0 0,1 0 0 0 0,0 0 848 0 0,-1-1 144 0 0,5 1 24 0 0,4-1 9 0 0,3-1 95 0 0,1 2 32 0 0,-3 0 0 0 0,-1 0 1 0 0,-1 0-841 0 0,-1-1-168 0 0,-1 1-32 0 0,6 1-3153 0 0,1 1-624 0 0,3-1-128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8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227 291 6449 0 0,'-9'-4'1044'0'0,"-1"1"-1"0"0,0 1 1 0 0,0 0 0 0 0,0 0-1 0 0,0 1 1 0 0,-1 0-1 0 0,1 1 1 0 0,-19 1-1 0 0,24 0-783 0 0,0 0-1 0 0,-1 1 1 0 0,1-1-1 0 0,0 1 1 0 0,0 0-1 0 0,1 0 1 0 0,-1 1-1 0 0,0-1 0 0 0,1 1 1 0 0,-1 0-1 0 0,1 0 1 0 0,0 1-1 0 0,0-1 1 0 0,0 1-1 0 0,1 0 1 0 0,-1 0-1 0 0,1 0 1 0 0,-4 8-1 0 0,2-5-216 0 0,1 1 0 0 0,0 0 0 0 0,1-1 0 0 0,0 1 0 0 0,0 0 1 0 0,1 0-1 0 0,0 1 0 0 0,0-1 0 0 0,1 0 0 0 0,0 1 0 0 0,1-1 0 0 0,0 1 0 0 0,0-1 0 0 0,2 11 0 0 0,-2-15-50 0 0,2 1-1 0 0,-1 0 0 0 0,0 0 1 0 0,1-1-1 0 0,0 1 0 0 0,0 0 1 0 0,0-1-1 0 0,1 0 0 0 0,-1 0 1 0 0,1 1-1 0 0,0-2 0 0 0,1 1 1 0 0,-1 0-1 0 0,0-1 0 0 0,1 1 1 0 0,0-1-1 0 0,0 0 0 0 0,0 0 1 0 0,0-1-1 0 0,0 1 0 0 0,1-1 1 0 0,-1 0-1 0 0,1 0 0 0 0,0 0 1 0 0,7 1-1 0 0,-8-2-66 0 0,-1 0 1 0 0,1 0-1 0 0,0-1 1 0 0,0 1-1 0 0,0-1 1 0 0,0 0-1 0 0,0 0 1 0 0,-1-1-1 0 0,1 1 1 0 0,0-1-1 0 0,0 0 0 0 0,0 0 1 0 0,-1 0-1 0 0,1 0 1 0 0,0-1-1 0 0,6-3 1 0 0,-5 1-39 0 0,1 0 1 0 0,-1-1-1 0 0,0 1 0 0 0,0-1 1 0 0,0 0-1 0 0,-1 0 0 0 0,1-1 1 0 0,6-11-1 0 0,-3 2 35 0 0,0 0 0 0 0,-2-1-1 0 0,0 1 1 0 0,0-1 0 0 0,-2-1 0 0 0,0 1-1 0 0,2-19 1 0 0,-2 0 249 0 0,-2-1-1 0 0,-1 0 1 0 0,-2 0-1 0 0,-2 0 1 0 0,-1 0-1 0 0,-16-67 1 0 0,19 102-68 0 0,1-1 0 0 0,-1 0 0 0 0,1 0 1 0 0,-1 0-1 0 0,0 1 0 0 0,0-1 0 0 0,0 0 1 0 0,0 1-1 0 0,0-1 0 0 0,0 1 0 0 0,0-1 1 0 0,0 1-1 0 0,-1-1 0 0 0,1 1 0 0 0,-1 0 1 0 0,1 0-1 0 0,-1 0 0 0 0,1 0 0 0 0,-1 0 1 0 0,0 0-1 0 0,1 0 0 0 0,-1 0 0 0 0,0 1 1 0 0,0-1-1 0 0,1 1 0 0 0,-1-1 0 0 0,0 1 1 0 0,0 0-1 0 0,0-1 0 0 0,0 1 0 0 0,0 0 1 0 0,0 0-1 0 0,1 0 0 0 0,-3 1 0 0 0,7 24 507 0 0,12 52-841 0 0,42 159-2806 0 0,-48-207 2312 0 0,1-1 0 0 0,1-1 1 0 0,2 0-1 0 0,1-1 0 0 0,1 0 0 0 0,19 25 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8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68 230 9218 0 0,'-20'-35'2622'0'0,"20"34"-2406"0"0,-1-1 1 0 0,0 1-1 0 0,1 0 0 0 0,-1 0 1 0 0,0 0-1 0 0,0 0 1 0 0,0 0-1 0 0,0 0 1 0 0,0 0-1 0 0,0 1 0 0 0,0-1 1 0 0,0 0-1 0 0,0 0 1 0 0,0 1-1 0 0,0-1 1 0 0,0 1-1 0 0,-1-1 0 0 0,1 1 1 0 0,0-1-1 0 0,0 1 1 0 0,-1 0-1 0 0,1-1 1 0 0,0 1-1 0 0,-1 0 1 0 0,1 0-1 0 0,0 0 0 0 0,-2 0 1 0 0,1 2-96 0 0,1-1 0 0 0,0 0 0 0 0,0 1 0 0 0,-1-1 0 0 0,1 0 0 0 0,0 1 1 0 0,0 0-1 0 0,1-1 0 0 0,-1 1 0 0 0,0 0 0 0 0,0-1 0 0 0,1 1 0 0 0,-1 0 0 0 0,1 0 0 0 0,0-1 0 0 0,-1 1 0 0 0,1 0 1 0 0,0 2-1 0 0,-2 34 324 0 0,3-27-393 0 0,0 0 1 0 0,1 0 0 0 0,1 0-1 0 0,-1 0 1 0 0,2 0-1 0 0,-1 0 1 0 0,10 16 0 0 0,-11-23-55 0 0,0 0 1 0 0,0 0 0 0 0,1-1-1 0 0,-1 1 1 0 0,1-1 0 0 0,0 0-1 0 0,0 0 1 0 0,0 0 0 0 0,1 0-1 0 0,4 3 1 0 0,-6-5-7 0 0,0 0 0 0 0,1 0 0 0 0,-1 0 0 0 0,0 0 0 0 0,1-1 0 0 0,-1 1 0 0 0,1-1 0 0 0,-1 1 0 0 0,1-1 0 0 0,-1 0 0 0 0,1 0 0 0 0,0 0 0 0 0,-1 0 0 0 0,1 0 0 0 0,-1-1 0 0 0,1 1 0 0 0,-1-1 0 0 0,5-1 0 0 0,-4 1 12 0 0,-1-1 0 0 0,1 0 0 0 0,0 0 0 0 0,-1 0-1 0 0,1 0 1 0 0,-1 0 0 0 0,0 0 0 0 0,0-1-1 0 0,0 1 1 0 0,0-1 0 0 0,0 1 0 0 0,0-1-1 0 0,0 0 1 0 0,-1 0 0 0 0,0 0 0 0 0,1 0 0 0 0,-1 0-1 0 0,0 0 1 0 0,-1 0 0 0 0,1 0 0 0 0,0-5-1 0 0,1-7 137 0 0,0-1-1 0 0,-1 1 0 0 0,-1-17 1 0 0,-1 11 0 0 0,-1 0 0 0 0,-1 1 0 0 0,-11-39 0 0 0,11 47-81 0 0,-1 0 0 0 0,-1 0 0 0 0,0 0 0 0 0,-1 1 0 0 0,0 0 0 0 0,-1 0 0 0 0,-12-16 0 0 0,17 25-463 0 0,0-1 0 0 0,-1 1 0 0 0,1 0 0 0 0,0 0 0 0 0,-1 0 0 0 0,1 0 0 0 0,-1 0 0 0 0,0 1 0 0 0,1-1 0 0 0,-1 1 0 0 0,0 0 0 0 0,0 0 0 0 0,0 0 0 0 0,0 0 0 0 0,0 0 0 0 0,0 1 0 0 0,-6-1 0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9.1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32 6913 0 0,'-1'0'231'0'0,"-1"-1"-1"0"0,1 1 0 0 0,-1-1 0 0 0,1 1 0 0 0,-1 0 0 0 0,0-1 0 0 0,1 1 0 0 0,-1 0 0 0 0,1 0 0 0 0,-1 0 0 0 0,0 0 0 0 0,1 1 0 0 0,-1-1 0 0 0,1 0 0 0 0,-1 1 0 0 0,1-1 0 0 0,-1 1 0 0 0,1-1 1 0 0,-1 1-1 0 0,1 0 0 0 0,-1-1 0 0 0,1 1 0 0 0,0 0 0 0 0,-1 0 0 0 0,0 1 0 0 0,0 1-34 0 0,-1 0 0 0 0,1 0 0 0 0,0 0 0 0 0,1 0 0 0 0,-1 1 0 0 0,0-1 0 0 0,1 0 0 0 0,0 1 0 0 0,0-1 0 0 0,-2 7 0 0 0,1 3 73 0 0,1 0 1 0 0,0 1 0 0 0,1-1 0 0 0,0 0-1 0 0,3 20 1 0 0,-1-25-67 0 0,0 0-1 0 0,0 0 1 0 0,1 0-1 0 0,0-1 1 0 0,1 1 0 0 0,0-1-1 0 0,0 0 1 0 0,1 0 0 0 0,-1 0-1 0 0,8 8 1 0 0,-10-13-176 0 0,0 0 0 0 0,-1 0 0 0 0,1 0 0 0 0,0 0 0 0 0,0-1 0 0 0,0 1 0 0 0,0 0 0 0 0,1-1 0 0 0,-1 0 0 0 0,0 1 0 0 0,1-1 0 0 0,-1 0 0 0 0,0 0 0 0 0,1-1 0 0 0,-1 1 0 0 0,1 0 0 0 0,0-1 0 0 0,-1 1 0 0 0,1-1 0 0 0,-1 0 0 0 0,1 0 0 0 0,0 0 0 0 0,-1 0 0 0 0,1-1 0 0 0,-1 1 0 0 0,1-1 0 0 0,-1 1 0 0 0,1-1 0 0 0,-1 0 0 0 0,1 0 0 0 0,-1 0 0 0 0,1 0 0 0 0,-1 0 1 0 0,0-1-1 0 0,0 1 0 0 0,4-4 0 0 0,-2 1-56 0 0,0 0 0 0 0,0 0 0 0 0,-1 0 0 0 0,0-1 1 0 0,1 1-1 0 0,-2-1 0 0 0,1 0 0 0 0,0 0 1 0 0,-1 0-1 0 0,0 0 0 0 0,2-9 0 0 0,1-8-210 0 0,5-37-1 0 0,3-12-245 0 0,-11 62 479 0 0,-1 5-1 0 0,0 0 1 0 0,0 0 0 0 0,0 0-1 0 0,1 0 1 0 0,-1 0 0 0 0,1 0 0 0 0,0 0-1 0 0,0 0 1 0 0,1 1 0 0 0,-1-1 0 0 0,1 1-1 0 0,4-5 1 0 0,-7 8 11 0 0,1 0 1 0 0,0 0-1 0 0,-1 0 1 0 0,1 0-1 0 0,0 0 0 0 0,-1 0 1 0 0,1 0-1 0 0,0 1 1 0 0,-1-1-1 0 0,1 0 0 0 0,-1 0 1 0 0,1 1-1 0 0,0-1 1 0 0,-1 0-1 0 0,1 1 0 0 0,-1-1 1 0 0,1 0-1 0 0,-1 1 1 0 0,1-1-1 0 0,-1 1 0 0 0,1-1 1 0 0,-1 1-1 0 0,0-1 1 0 0,1 1-1 0 0,-1-1 1 0 0,0 1-1 0 0,1-1 0 0 0,-1 1 1 0 0,1 0-1 0 0,12 23 318 0 0,-11-19-188 0 0,1-1-51 0 0,0 1-1 0 0,0-1 1 0 0,0 0 0 0 0,1 0-1 0 0,-1-1 1 0 0,1 1 0 0 0,0-1-1 0 0,0 0 1 0 0,0 0 0 0 0,1 0-1 0 0,-1 0 1 0 0,1-1 0 0 0,-1 0-1 0 0,1 0 1 0 0,0 0 0 0 0,0 0-1 0 0,0-1 1 0 0,0 0 0 0 0,0 0-1 0 0,0 0 1 0 0,0-1-1 0 0,0 1 1 0 0,0-1 0 0 0,8-1-1 0 0,-8 1-126 0 0,0-1-1 0 0,0 0 0 0 0,-1 0 0 0 0,1 0 1 0 0,0-1-1 0 0,-1 1 0 0 0,0-1 0 0 0,1 0 1 0 0,-1 0-1 0 0,0-1 0 0 0,0 1 0 0 0,0-1 0 0 0,0 0 1 0 0,0 0-1 0 0,-1 0 0 0 0,1 0 0 0 0,-1-1 1 0 0,0 0-1 0 0,0 1 0 0 0,0-1 0 0 0,-1 0 0 0 0,1 0 1 0 0,-1-1-1 0 0,0 1 0 0 0,0 0 0 0 0,2-7 1 0 0,-1-3-1143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49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0,'3'2'262'0'0,"0"-1"0"0"0,0 1 0 0 0,0 0 1 0 0,0 1-1 0 0,0-1 0 0 0,0 1 0 0 0,-1-1 1 0 0,1 1-1 0 0,-1 0 0 0 0,0 0 0 0 0,0 0 0 0 0,0 0 1 0 0,0 0-1 0 0,1 4 0 0 0,21 48 2868 0 0,-13-20-1374 0 0,-4-14-488 0 0,0 0 0 0 0,1 0-1 0 0,1-1 1 0 0,16 26 0 0 0,-27-49-1239 0 0,1 0 0 0 0,-1 0 0 0 0,1 0 0 0 0,0 0-1 0 0,0 0 1 0 0,0 0 0 0 0,0 0 0 0 0,1 0 0 0 0,-1 0 0 0 0,1 0 0 0 0,0-1 0 0 0,0 1 0 0 0,1-5 0 0 0,0-1 40 0 0,0 1 0 0 0,1-1-1 0 0,1 1 1 0 0,5-15 0 0 0,3 0 110 0 0,1 0-1 0 0,22-32 1 0 0,-30 48-112 0 0,0 1-1 0 0,1 0 1 0 0,0 1 0 0 0,0-1-1 0 0,0 1 1 0 0,9-7-1 0 0,-13 11-32 0 0,1 0 0 0 0,-1 0 0 0 0,0 1 1 0 0,1-1-1 0 0,-1 1 0 0 0,1-1 0 0 0,-1 1 0 0 0,1-1 0 0 0,-1 1 0 0 0,1 0 0 0 0,-1-1 0 0 0,1 1 0 0 0,-1 0 0 0 0,1 0 0 0 0,-1 0 0 0 0,1 1 0 0 0,-1-1 0 0 0,1 0 0 0 0,-1 0 0 0 0,1 1 1 0 0,-1-1-1 0 0,1 1 0 0 0,-1 0 0 0 0,1-1 0 0 0,-1 1 0 0 0,0 0 0 0 0,0 0 0 0 0,1 0 0 0 0,-1-1 0 0 0,0 2 0 0 0,0-1 0 0 0,0 0 0 0 0,0 0 0 0 0,0 0 0 0 0,0 0 0 0 0,0 1 0 0 0,1 0 1 0 0,20 30 769 0 0,24 42 0 0 0,-1-1-1855 0 0,-11-26-4458 0 0,-18-29-1566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3.7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1299 562 5529 0 0,'-12'-10'145'0'0,"1"0"-1"0"0,-1 0 1 0 0,2-1 0 0 0,0-1-1 0 0,-12-17 1 0 0,-40-72 1215 0 0,18 27 181 0 0,4 7 68 0 0,19 31-381 0 0,-1 1 1 0 0,-35-43-1 0 0,51 70-1056 0 0,-1 1 0 0 0,-1-1 0 0 0,1 1 0 0 0,-1 0 0 0 0,0 1 0 0 0,-1 0 0 0 0,0 0 0 0 0,0 1 0 0 0,0 0 0 0 0,0 0 0 0 0,-1 1 0 0 0,0 0 0 0 0,0 1 0 0 0,-12-2 0 0 0,9 3-55 0 0,0 2 0 0 0,0 0 0 0 0,-1 0 0 0 0,1 1 0 0 0,0 1 0 0 0,1 0 0 0 0,-1 1 0 0 0,0 0 0 0 0,1 1 0 0 0,-1 0 0 0 0,1 1 0 0 0,0 0 0 0 0,1 1 0 0 0,-18 12-1 0 0,11-6-81 0 0,0 2-1 0 0,1 0 0 0 0,1 0 0 0 0,0 2 0 0 0,0 0 1 0 0,2 1-1 0 0,-22 32 0 0 0,8-2 18 0 0,3 1 0 0 0,-30 76 0 0 0,-24 110-244 0 0,48-138 216 0 0,-130 433-200 0 0,134-439 181 0 0,5 1-1 0 0,4 0 1 0 0,4 2-1 0 0,-2 102 1 0 0,14-125-40 0 0,4 0 0 0 0,3-1 1 0 0,3 0-1 0 0,2 0 0 0 0,4-1 1 0 0,27 80-1 0 0,-30-114-30 0 0,3-1 0 0 0,0 0-1 0 0,3-1 1 0 0,0 0 0 0 0,2-1 0 0 0,28 34 0 0 0,-33-48 34 0 0,0-1 1 0 0,1-1 0 0 0,1 0 0 0 0,1-1 0 0 0,0-1 0 0 0,0 0 0 0 0,2-1 0 0 0,-1-1 0 0 0,1-1 0 0 0,1-1 0 0 0,35 12 0 0 0,-25-13-45 0 0,2 0 0 0 0,-1-3 0 0 0,1 0 0 0 0,0-2 0 0 0,0-1 0 0 0,0-2 1 0 0,0-1-1 0 0,-1-1 0 0 0,1-2 0 0 0,0-1 0 0 0,-1-2 0 0 0,0-1 0 0 0,0-1 1 0 0,-1-2-1 0 0,0-1 0 0 0,-1-1 0 0 0,-1-1 0 0 0,0-2 0 0 0,0-1 0 0 0,-2-1 1 0 0,0-1-1 0 0,23-24 0 0 0,-1-5 128 0 0,-1-2 0 0 0,57-80 0 0 0,59-128 1001 0 0,-107 149-650 0 0,-5-3 0 0 0,57-180-1 0 0,-86 222-153 0 0,-3-1 1 0 0,-4-1-1 0 0,8-84 0 0 0,-20 116-108 0 0,-1 0 0 0 0,-3 0-1 0 0,-1 0 1 0 0,-2 1 0 0 0,-2-1 0 0 0,-1 1 0 0 0,-19-56-1 0 0,4 33 391 0 0,-56-110 0 0 0,59 138-369 0 0,-2 0 1 0 0,0 2-1 0 0,-3 0 0 0 0,-41-43 1 0 0,50 61-138 0 0,0 1 0 0 0,-2 1 0 0 0,1 0 0 0 0,-2 1 0 0 0,1 0 0 0 0,-1 2 0 0 0,-1 0 0 0 0,0 1 1 0 0,0 1-1 0 0,-1 1 0 0 0,1 1 0 0 0,-1 0 0 0 0,0 2 0 0 0,-1 0 0 0 0,1 1 0 0 0,-1 1 0 0 0,-35 3 0 0 0,28 1-309 0 0,1 1 0 0 0,0 1 0 0 0,-1 1 0 0 0,2 1 0 0 0,-1 2 0 0 0,1 0 0 0 0,1 2 0 0 0,-1 1 0 0 0,2 1 0 0 0,0 1 0 0 0,0 1 0 0 0,-34 30 0 0 0,15-5-812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4.3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0,'27'42'2377'0'0,"-7"0"-2125"0"0,-1 0 0 0 0,-2 2 0 0 0,14 58 0 0 0,-16-50-292 0 0,2-1 1 0 0,25 52 0 0 0,-28-76 396 0 0,0-1 0 0 0,2-1 0 0 0,1 0 0 0 0,1-1 0 0 0,2-1 0 0 0,0-1 0 0 0,1-1 0 0 0,1 0 0 0 0,36 25 0 0 0,-37-32-29 0 0,1-1-1 0 0,0-1 1 0 0,1-1-1 0 0,0 0 1 0 0,1-2-1 0 0,0-1 1 0 0,1-1-1 0 0,-1-1 0 0 0,1-1 1 0 0,1-1-1 0 0,38 0 1 0 0,-37-3-211 0 0,1-1 1 0 0,-1-2-1 0 0,1-1 1 0 0,-1-1-1 0 0,0-1 1 0 0,-1-1-1 0 0,1-2 1 0 0,-1-1-1 0 0,0 0 1 0 0,28-17-1 0 0,-21 8-109 0 0,0-2 1 0 0,-1-2-1 0 0,30-26 1 0 0,-1-10-5513 0 0,-34 29-300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4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128 152 3225 0 0,'-47'-63'1918'0'0,"38"48"40"0"0,-2 0-1 0 0,0 1 1 0 0,-23-24-1 0 0,33 38-1752 0 0,1-1-1 0 0,-1 0 0 0 0,0 1 1 0 0,1-1-1 0 0,-1 1 0 0 0,0-1 1 0 0,1 1-1 0 0,-1 0 0 0 0,0-1 1 0 0,0 1-1 0 0,1-1 0 0 0,-1 1 1 0 0,0 0-1 0 0,0 0 0 0 0,0 0 0 0 0,0-1 1 0 0,0 1-1 0 0,-1 0 0 0 0,2 1-75 0 0,0 0 0 0 0,0-1 0 0 0,0 1 0 0 0,0 0 0 0 0,1-1 0 0 0,-1 1 0 0 0,0-1 0 0 0,0 1 0 0 0,1 0 0 0 0,-1-1 0 0 0,0 1 0 0 0,1-1 0 0 0,-1 1 0 0 0,0-1 0 0 0,1 1 0 0 0,-1-1 0 0 0,1 1 0 0 0,-1-1 0 0 0,1 1 0 0 0,-1-1 0 0 0,1 0 0 0 0,-1 1 0 0 0,1-1 0 0 0,-1 0 0 0 0,1 1 0 0 0,-1-1 0 0 0,1 0-1 0 0,0 0 1 0 0,0 1 0 0 0,19 12-96 0 0,53 37 127 0 0,-2 3 0 0 0,67 65 0 0 0,-137-117-136 0 0,0 1 0 0 0,0 0 0 0 0,-1-1 0 0 0,1 1 0 0 0,0-1 0 0 0,-1 1 0 0 0,1 0 0 0 0,-1 0 0 0 0,0-1 1 0 0,1 1-1 0 0,-1 0 0 0 0,0 0 0 0 0,0-1 0 0 0,0 1 0 0 0,0 0 0 0 0,0 0 0 0 0,-1-1 0 0 0,1 1 0 0 0,0 0 1 0 0,-1 0-1 0 0,0-1 0 0 0,1 1 0 0 0,-1-1 0 0 0,0 1 0 0 0,0 0 0 0 0,0-1 0 0 0,0 1 0 0 0,-1 1 0 0 0,-37 48 957 0 0,31-41-885 0 0,-93 97-175 0 0,5-5-3443 0 0,84-86-1353 0 0,2 0-1395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10594 0 0,'-3'6'8590'0'0,"7"22"-5862"0"0,10 43-3457 0 0,-11-54 1671 0 0,25 132-549 0 0,6 29-471 0 0,-7-61-3593 0 0,-22-94-3215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3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55 8290 0 0,'-3'-3'619'0'0,"0"-1"0"0"0,1 1 0 0 0,-1 0 0 0 0,1-1 0 0 0,0 1 0 0 0,0-1 1 0 0,0 1-1 0 0,1-1 0 0 0,-1 0 0 0 0,1 0 0 0 0,0 0 0 0 0,-1-5 0 0 0,5 7-1458 0 0,2 9-182 0 0,5 11-308 0 0,-3 1 1116 0 0,7 38 0 0 0,-7-25 213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5.9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118 493 3225 0 0,'4'-11'-273'0'0,"1"0"1042"0"0,-1 0 0 0 0,-1-1-1 0 0,1 1 1 0 0,-2-1 0 0 0,2-13 0 0 0,-3 23-508 0 0,-1 1 1 0 0,0-1 0 0 0,0 0-1 0 0,0 0 1 0 0,0 0 0 0 0,-1 1-1 0 0,1-1 1 0 0,0 0 0 0 0,-1 0-1 0 0,1 0 1 0 0,-1 1 0 0 0,0-1-1 0 0,1 0 1 0 0,-1 1 0 0 0,0-1-1 0 0,0 1 1 0 0,0-1 0 0 0,0 1-1 0 0,0-1 1 0 0,0 1 0 0 0,-1 0-1 0 0,1-1 1 0 0,0 1 0 0 0,-1 0-1 0 0,1 0 1 0 0,-1 0 0 0 0,1 0-1 0 0,-1 0 1 0 0,0 0 0 0 0,1 1-1 0 0,-1-1 1 0 0,0 1 0 0 0,0-1-1 0 0,1 1 1 0 0,-1-1 0 0 0,0 1-1 0 0,0 0 1 0 0,0 0 0 0 0,1 0-1 0 0,-1 0 1 0 0,-3 0 0 0 0,1 1-197 0 0,0-1 0 0 0,0 1 0 0 0,1 0 0 0 0,-1 0 0 0 0,0 1 0 0 0,1-1 0 0 0,-1 1 1 0 0,1-1-1 0 0,-1 1 0 0 0,1 0 0 0 0,0 0 0 0 0,0 1 0 0 0,0-1 0 0 0,0 1 0 0 0,0-1 0 0 0,0 1 1 0 0,1 0-1 0 0,-1 0 0 0 0,1 0 0 0 0,0 1 0 0 0,0-1 0 0 0,0 0 0 0 0,0 1 0 0 0,1-1 0 0 0,-1 1 1 0 0,0 4-1 0 0,-2 2 102 0 0,1 1 1 0 0,0 0-1 0 0,0 0 1 0 0,1 0-1 0 0,1 1 1 0 0,0-1-1 0 0,1 20 1 0 0,1-23-366 0 0,0 0 0 0 0,1 0 0 0 0,0 0 1 0 0,1 0-1 0 0,0 0 0 0 0,0-1 0 0 0,0 1 1 0 0,1-1-1 0 0,0 0 0 0 0,1 0 1 0 0,0 0-1 0 0,10 10 0 0 0,-14-15 128 0 0,1 0 0 0 0,0 0 0 0 0,0 0 0 0 0,0 0 0 0 0,0 0 0 0 0,0-1 0 0 0,1 1 0 0 0,-1-1 0 0 0,0 0-1 0 0,1 0 1 0 0,-1 0 0 0 0,1 0 0 0 0,-1 0 0 0 0,1 0 0 0 0,0 0 0 0 0,-1-1 0 0 0,1 0 0 0 0,-1 1 0 0 0,1-1 0 0 0,0 0 0 0 0,0 0 0 0 0,-1-1 0 0 0,1 1 0 0 0,0 0 0 0 0,-1-1-1 0 0,1 0 1 0 0,-1 1 0 0 0,1-1 0 0 0,-1 0 0 0 0,1 0 0 0 0,-1-1 0 0 0,1 1 0 0 0,-1 0 0 0 0,0-1 0 0 0,0 1 0 0 0,0-1 0 0 0,0 0 0 0 0,0 0 0 0 0,0 0 0 0 0,0 0 0 0 0,2-4-1 0 0,4-5-415 0 0,0-1 0 0 0,0 0-1 0 0,-1 0 1 0 0,-1-1-1 0 0,0 0 1 0 0,-1-1 0 0 0,6-21-1 0 0,17-101-1988 0 0,-23 99 1916 0 0,-2 0 0 0 0,-2 0 1 0 0,-5-69-1 0 0,1 82 1565 0 0,-1 1 0 0 0,-1-1-1 0 0,-15-43 1 0 0,20 66-837 0 0,0 0 0 0 0,0 1 0 0 0,0-1 0 0 0,-1 0 0 0 0,1 0 0 0 0,0 0 0 0 0,-1 1 0 0 0,1-1 0 0 0,0 0 0 0 0,-1 0 0 0 0,1 1 0 0 0,-1-1 0 0 0,1 0 0 0 0,-1 1 0 0 0,0-1 0 0 0,1 0 0 0 0,-1 1 0 0 0,0-1 0 0 0,1 1 0 0 0,-1-1 0 0 0,0 1 0 0 0,1 0 0 0 0,-1-1 0 0 0,0 1 0 0 0,-1-1 1 0 0,1 2-34 0 0,0-1 1 0 0,1 0-1 0 0,-1 1 1 0 0,0-1 0 0 0,0 1-1 0 0,1-1 1 0 0,-1 1 0 0 0,0 0-1 0 0,1-1 1 0 0,-1 1 0 0 0,1 0-1 0 0,-1-1 1 0 0,1 1 0 0 0,-1 0-1 0 0,1 0 1 0 0,-1-1 0 0 0,1 1-1 0 0,0 0 1 0 0,-1 1 0 0 0,-11 44 1665 0 0,10-18-1630 0 0,2-1 0 0 0,0 0 0 0 0,2 0 0 0 0,1 0 0 0 0,2-1 0 0 0,10 38 0 0 0,-2-21-505 0 0,2-2 1 0 0,2 0-1 0 0,26 45 0 0 0,-26-56-643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6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9218 0 0,'0'6'4833'0'0,"5"21"-2931"0"0,55 219 2934 0 0,-34-166-6393 0 0,4-1-3495 0 0,-18-52-1054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1:56.7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1 358 10594 0 0,'19'-12'319'0'0,"-1"-1"-1"0"0,0 0 0 0 0,-1-2 0 0 0,0 0 0 0 0,-1-1 1 0 0,-1 0-1 0 0,19-27 0 0 0,-26 32-207 0 0,0 0-1 0 0,-1-1 0 0 0,-1 0 1 0 0,0 0-1 0 0,7-22 0 0 0,-10 26-108 0 0,-1 1 1 0 0,0-1-1 0 0,0 0 0 0 0,-1 0 0 0 0,0 1 0 0 0,-1-1 0 0 0,0 0 0 0 0,0 0 0 0 0,0 0 0 0 0,-1 0 0 0 0,-2-8 0 0 0,3 15 18 0 0,-1 0 0 0 0,1 0 0 0 0,0 0-1 0 0,0 0 1 0 0,-1 0 0 0 0,1 0 0 0 0,0 0 0 0 0,-1 0 0 0 0,1 0 0 0 0,-1 0-1 0 0,1 0 1 0 0,-1 0 0 0 0,1 1 0 0 0,-1-1 0 0 0,0 0 0 0 0,0 0 0 0 0,1 1-1 0 0,-1-1 1 0 0,0 0 0 0 0,0 1 0 0 0,0-1 0 0 0,0 1 0 0 0,0-1 0 0 0,-1 0 0 0 0,0 1 39 0 0,1 0 1 0 0,0 0 0 0 0,0 1 0 0 0,0-1 0 0 0,0 0 0 0 0,0 1 0 0 0,-1-1 0 0 0,1 1 0 0 0,0-1 0 0 0,0 1 0 0 0,0-1-1 0 0,0 1 1 0 0,0 0 0 0 0,0-1 0 0 0,1 1 0 0 0,-1 0 0 0 0,-1 2 0 0 0,-3 2 227 0 0,1 0 0 0 0,0 1 0 0 0,0 0 0 0 0,1-1 1 0 0,-1 1-1 0 0,-2 8 0 0 0,1 1 53 0 0,1 1 1 0 0,0 0-1 0 0,1 0 1 0 0,1 1-1 0 0,0-1 1 0 0,1 0-1 0 0,1 1 1 0 0,0-1 0 0 0,1 0-1 0 0,6 28 1 0 0,-5-38-306 0 0,-1 0 0 0 0,1 1 0 0 0,0-1 0 0 0,1 0 1 0 0,-1 0-1 0 0,1-1 0 0 0,1 1 0 0 0,-1-1 1 0 0,1 1-1 0 0,0-1 0 0 0,0 0 0 0 0,0 0 0 0 0,1-1 1 0 0,-1 1-1 0 0,1-1 0 0 0,0 0 0 0 0,1 0 0 0 0,-1-1 1 0 0,1 0-1 0 0,-1 0 0 0 0,1 0 0 0 0,0 0 1 0 0,0-1-1 0 0,1 0 0 0 0,-1 0 0 0 0,0-1 0 0 0,0 0 1 0 0,1 0-1 0 0,10 0 0 0 0,-5-1-257 0 0,0 0 1 0 0,0-1-1 0 0,21-5 0 0 0,7-4-645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1.1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3229 529 10594 0 0,'-22'-54'-338'0'0,"5"13"879"0"0,-22-40-1 0 0,31 67-467 0 0,0 0-1 0 0,-2 1 0 0 0,1 0 0 0 0,-2 1 0 0 0,0 0 0 0 0,-18-16 1 0 0,-7 1 400 0 0,-2 0 0 0 0,0 3 0 0 0,-1 1 0 0 0,-2 2 0 0 0,0 1 0 0 0,-1 3 0 0 0,-1 1 0 0 0,-88-20 0 0 0,53 22 23 0 0,0 4 1 0 0,0 2 0 0 0,0 5-1 0 0,-109 7 1 0 0,79 5-352 0 0,0 5 1 0 0,-161 40 0 0 0,31 1-352 0 0,-71 20-100 0 0,269-63 310 0 0,-189 61 131 0 0,180-54-90 0 0,1 3-1 0 0,-72 42 0 0 0,94-48-41 0 0,-55 34-52 0 0,-129 103 0 0 0,188-134 40 0 0,1 1-1 0 0,0 1 1 0 0,1 1-1 0 0,2 1 0 0 0,0 1 1 0 0,2 0-1 0 0,0 1 1 0 0,2 0-1 0 0,1 2 1 0 0,-10 27-1 0 0,5-3-17 0 0,2 0 1 0 0,2 1-1 0 0,3 0 0 0 0,2 1 1 0 0,-2 72-1 0 0,11-106 22 0 0,1-1 0 0 0,1 1 1 0 0,1-1-1 0 0,0 1 0 0 0,2-1 0 0 0,0 0 1 0 0,1 0-1 0 0,16 33 0 0 0,-9-28-11 0 0,0-1 0 0 0,2-1-1 0 0,0 0 1 0 0,2-1 0 0 0,32 31 0 0 0,-10-16-20 0 0,1-3 1 0 0,47 29 0 0 0,90 46-33 0 0,-117-72 62 0 0,47 26-608 0 0,3-4 0 0 0,3-5-1 0 0,162 50 1 0 0,-212-85 962 0 0,1-3 1 0 0,0-3-1 0 0,1-2 0 0 0,83-1 0 0 0,-41-9 449 0 0,194-27-1 0 0,-260 21-773 0 0,0-3-1 0 0,-1-1 1 0 0,0-2-1 0 0,46-22 1 0 0,148-86 20 0 0,-65 31 184 0 0,-102 56-258 0 0,-1-3 0 0 0,-1-3 0 0 0,-3-2 1 0 0,-1-3-1 0 0,58-57 0 0 0,-91 72 282 0 0,-1 0 1 0 0,-2-2 0 0 0,43-70 0 0 0,41-118 546 0 0,-97 191-781 0 0,-1-1-1 0 0,-2 0 1 0 0,-1 0-1 0 0,-2-1 0 0 0,0 0 1 0 0,1-39-1 0 0,-6 45 55 0 0,-2 1-1 0 0,0-1 0 0 0,-1 1 1 0 0,-1-1-1 0 0,-2 1 0 0 0,0 0 1 0 0,-2 0-1 0 0,-14-35 1 0 0,12 42 22 0 0,-1 0 0 0 0,0 1 1 0 0,-1 0-1 0 0,-1 1 0 0 0,0 0 1 0 0,-1 1-1 0 0,-1 0 0 0 0,0 1 1 0 0,-31-21-1 0 0,4 6 181 0 0,-1 2 1 0 0,-76-33-1 0 0,-59-7-551 0 0,130 52-22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3.3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103 147 6449 0 0,'-95'23'4465'0'0,"95"-23"-4428"0"0,-1 0-1 0 0,1 0 1 0 0,0 0-1 0 0,0 0 1 0 0,-1 0-1 0 0,1 0 1 0 0,0 0-1 0 0,-1 0 1 0 0,1 0-1 0 0,0 0 0 0 0,0 1 1 0 0,-1-1-1 0 0,1 0 1 0 0,0 0-1 0 0,0 0 1 0 0,-1 0-1 0 0,1 0 1 0 0,0 1-1 0 0,0-1 1 0 0,0 0-1 0 0,-1 0 1 0 0,1 0-1 0 0,0 1 0 0 0,0-1 1 0 0,0 0-1 0 0,0 0 1 0 0,-1 1-1 0 0,1-1 1 0 0,0 0-1 0 0,0 0 1 0 0,0 1-1 0 0,0-1 1 0 0,0 0-1 0 0,0 0 1 0 0,0 1-1 0 0,0-1 1 0 0,0 1-1 0 0,11 4 571 0 0,19-1-135 0 0,30-5 375 0 0,86-13 1 0 0,-13 0-29 0 0,1191-110 3631 0 0,-1232 112-4742 0 0,76-6 700 0 0,-130 16-3316 0 0,37 4 0 0 0,-36 1-3381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3.7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42 10594 0 0,'-9'-29'2274'0'0,"5"16"2456"0"0,6 32-2141 0 0,14 178-1594 0 0,-12-121-918 0 0,3 1 1 0 0,30 132 0 0 0,-26-174-505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1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1 284 10594 0 0,'1'0'166'0'0,"0"1"-1"0"0,0-1 1 0 0,0 1 0 0 0,0-1-1 0 0,1 0 1 0 0,-1 1-1 0 0,0-1 1 0 0,0 0-1 0 0,1 0 1 0 0,-1 0-1 0 0,0 0 1 0 0,0 0 0 0 0,1 0-1 0 0,-1 0 1 0 0,0-1-1 0 0,0 1 1 0 0,0 0-1 0 0,2-1 1 0 0,26-10 909 0 0,-24 10-1032 0 0,8-5 25 0 0,0 0 1 0 0,0-1 0 0 0,-1 0-1 0 0,1-1 1 0 0,-2-1 0 0 0,1 1-1 0 0,-1-2 1 0 0,0 0 0 0 0,10-12-1 0 0,-17 18 1 0 0,-1 0 0 0 0,1-1 0 0 0,-1 1-1 0 0,0 0 1 0 0,0-1 0 0 0,-1 0 0 0 0,0 0-1 0 0,1 0 1 0 0,-2 0 0 0 0,1 0 0 0 0,0 0-1 0 0,-1 0 1 0 0,0 0 0 0 0,0-1-1 0 0,-1 1 1 0 0,1 0 0 0 0,-1-1 0 0 0,0 1-1 0 0,-1 0 1 0 0,1-1 0 0 0,-1 1 0 0 0,0 0-1 0 0,-1 0 1 0 0,1-1 0 0 0,-1 1 0 0 0,0 0-1 0 0,-5-9 1 0 0,6 12-47 0 0,0 0 0 0 0,-1 0 0 0 0,1 0-1 0 0,-1 0 1 0 0,1 0 0 0 0,-1 0 0 0 0,0 1 0 0 0,0-1-1 0 0,0 1 1 0 0,0-1 0 0 0,0 1 0 0 0,0-1 0 0 0,0 1 0 0 0,0 0-1 0 0,-1 0 1 0 0,1 0 0 0 0,0 0 0 0 0,-1 1 0 0 0,1-1-1 0 0,0 1 1 0 0,-1-1 0 0 0,1 1 0 0 0,-1 0 0 0 0,1 0 0 0 0,-1 0-1 0 0,1 0 1 0 0,-1 0 0 0 0,1 1 0 0 0,-1-1 0 0 0,1 1-1 0 0,0 0 1 0 0,-1-1 0 0 0,1 1 0 0 0,0 0 0 0 0,-1 0 0 0 0,1 1-1 0 0,0-1 1 0 0,0 0 0 0 0,0 1 0 0 0,-2 1 0 0 0,-2 1 29 0 0,1 0 0 0 0,0 1 1 0 0,0-1-1 0 0,0 1 0 0 0,1 0 1 0 0,0 0-1 0 0,-1 0 0 0 0,2 1 1 0 0,-1 0-1 0 0,1-1 0 0 0,0 1 0 0 0,0 0 1 0 0,0 1-1 0 0,-1 6 0 0 0,3-8 21 0 0,1-1-1 0 0,-1 0 0 0 0,1 1 0 0 0,0-1 1 0 0,0 1-1 0 0,1-1 0 0 0,-1 0 0 0 0,1 1 1 0 0,0-1-1 0 0,1 0 0 0 0,-1 0 0 0 0,0 0 1 0 0,1 0-1 0 0,0 0 0 0 0,0 0 0 0 0,0 0 1 0 0,1-1-1 0 0,-1 1 0 0 0,1-1 0 0 0,0 1 1 0 0,0-1-1 0 0,6 5 0 0 0,-2-2-154 0 0,0-2 0 0 0,0 1-1 0 0,0-1 1 0 0,0 0 0 0 0,1 0 0 0 0,-1-1 0 0 0,1 0-1 0 0,0 0 1 0 0,0-1 0 0 0,0 0 0 0 0,11 1 0 0 0,5-1-1175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4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3 11522 0 0,'-2'-1'217'0'0,"1"1"-1"0"0,-1 0 1 0 0,0-1-1 0 0,0 1 1 0 0,0 0-1 0 0,0 0 1 0 0,0 0-1 0 0,0 0 1 0 0,0 0-1 0 0,0 1 1 0 0,0-1-1 0 0,0 1 1 0 0,0-1-1 0 0,0 1 1 0 0,0 0-1 0 0,0-1 1 0 0,0 1-1 0 0,1 0 1 0 0,-1 0-1 0 0,0 0 1 0 0,1 1-1 0 0,-1-1 0 0 0,1 0 1 0 0,-1 1-1 0 0,1-1 1 0 0,0 1-1 0 0,-1-1 1 0 0,1 1-1 0 0,0-1 1 0 0,0 1-1 0 0,0 0 1 0 0,0 0-1 0 0,0 0 1 0 0,1-1-1 0 0,-1 1 1 0 0,0 3-1 0 0,-5 15 169 0 0,1 0 0 0 0,0 1 0 0 0,2 0-1 0 0,0-1 1 0 0,2 1 0 0 0,0 0 0 0 0,3 25 0 0 0,-2 4-239 0 0,0 24-60 0 0,10 92-1 0 0,9-65-6786 0 0,-11-71-276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6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10 174 14283 0 0,'0'0'50'0'0,"-1"-1"0"0"0,0 1 0 0 0,1 0 0 0 0,-1-1 0 0 0,0 0 0 0 0,1 1 0 0 0,-1-1-1 0 0,1 1 1 0 0,-1-1 0 0 0,1 0 0 0 0,-1 1 0 0 0,1-1 0 0 0,0 0 0 0 0,-1 0 0 0 0,1 1 0 0 0,0-1 0 0 0,-1 0 0 0 0,1 0 0 0 0,0 1 0 0 0,0-1-1 0 0,0 0 1 0 0,0 0 0 0 0,0 0 0 0 0,0 1 0 0 0,0-1 0 0 0,0 0 0 0 0,0 0 0 0 0,0-1 0 0 0,1-1-13 0 0,0 0 1 0 0,0 0 0 0 0,0 0-1 0 0,1 1 1 0 0,-1-1-1 0 0,1 0 1 0 0,-1 0-1 0 0,3-2 1 0 0,5-5 87 0 0,0 0 0 0 0,19-16 0 0 0,-16 17-475 0 0,0 0 1 0 0,1 1 0 0 0,-1 0 0 0 0,2 1 0 0 0,-1 0 0 0 0,1 1 0 0 0,0 1-1 0 0,0 0 1 0 0,22-4 0 0 0,-14 4 336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4.8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1 3225 0 0,'-23'11'12310'0'0,"21"-8"-11750"0"0,0 0 53 0 0,1 0 0 0 0,-1 1 1 0 0,1-1-1 0 0,0 0 0 0 0,0 1 1 0 0,0 0-1 0 0,0 6 1 0 0,0 8-383 0 0,1 0 0 0 0,4 27 0 0 0,-3-32 589 0 0,18 134-249 0 0,-13-122-2011 0 0,16 44 0 0 0,-13-47-5875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5.5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 11979 0 0,'5'-1'628'0'0,"1"-1"0"0"0,-1 1 0 0 0,1 0 0 0 0,-1 1 0 0 0,1-1 0 0 0,-1 1 0 0 0,1 0 0 0 0,-1 0 0 0 0,10 2 0 0 0,3 4 588 0 0,-18-5-1230 0 0,0 0 0 0 0,0-1 0 0 0,0 1 0 0 0,-1 0 0 0 0,1 0 0 0 0,0-1-1 0 0,0 1 1 0 0,-1 0 0 0 0,1 0 0 0 0,-1-1 0 0 0,1 1 0 0 0,-1 0 0 0 0,1-1 0 0 0,-1 1 0 0 0,1-1-1 0 0,-1 1 1 0 0,-3 2 1689 0 0,4 0-2741 0 0,-2 8 1462 0 0,3-3-1984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5.8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23 11522 0 0,'0'0'39'0'0,"0"0"0"0"0,0 0-1 0 0,-1 0 1 0 0,1 0-1 0 0,0 0 1 0 0,0 0 0 0 0,0 0-1 0 0,0 1 1 0 0,0-1-1 0 0,0 0 1 0 0,0 0 0 0 0,0 0-1 0 0,-1 0 1 0 0,1 0-1 0 0,0 0 1 0 0,0 1 0 0 0,0-1-1 0 0,0 0 1 0 0,0 0-1 0 0,0 0 1 0 0,0 0-1 0 0,0 0 1 0 0,0 1 0 0 0,0-1-1 0 0,0 0 1 0 0,0 0-1 0 0,0 0 1 0 0,0 0 0 0 0,0 0-1 0 0,0 1 1 0 0,0-1-1 0 0,0 0 1 0 0,0 0 0 0 0,0 0-1 0 0,0 0 1 0 0,0 0-1 0 0,0 0 1 0 0,1 1 0 0 0,-1-1-1 0 0,0 0 1 0 0,0 0-1 0 0,0 0 1 0 0,0 0-1 0 0,0 0 1 0 0,0 0 0 0 0,0 0-1 0 0,0 1 1 0 0,1-1-1 0 0,-1 0 1 0 0,0 0 0 0 0,0 0-1 0 0,0 0 1 0 0,0 0-1 0 0,0 0 1 0 0,1 0 0 0 0,-1 0-1 0 0,0 0 1 0 0,15 2 1160 0 0,16-4 302 0 0,40-10 707 0 0,-49 7-3212 0 0,0 1-1 0 0,0 1 1 0 0,0 1-1 0 0,35 1 1 0 0,-32 2 968 0 0,-3-3 36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26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47 5529 0 0,'0'-1'236'0'0,"1"0"1"0"0,-1 1-1 0 0,1-1 0 0 0,-1 0 1 0 0,1 1-1 0 0,0-1 0 0 0,-1 0 1 0 0,1 1-1 0 0,0-1 0 0 0,-1 1 0 0 0,1-1 1 0 0,0 1-1 0 0,0 0 0 0 0,-1-1 1 0 0,1 1-1 0 0,0 0 0 0 0,0 0 1 0 0,0-1-1 0 0,0 1 0 0 0,-1 0 0 0 0,1 0 1 0 0,0 0-1 0 0,0 0 0 0 0,0 0 1 0 0,0 0-1 0 0,0 0 0 0 0,-1 0 0 0 0,1 0 1 0 0,0 1-1 0 0,1-1 0 0 0,29 5 1952 0 0,-25-3-1858 0 0,0 1 0 0 0,0 0 0 0 0,0 1 0 0 0,0-1 0 0 0,0 1 0 0 0,-1 0 0 0 0,0 0-1 0 0,1 1 1 0 0,-2-1 0 0 0,1 1 0 0 0,5 8 0 0 0,5 7 511 0 0,22 41 0 0 0,-27-42-435 0 0,1 0 0 0 0,18 22 0 0 0,-27-39-372 0 0,15 15 417 0 0,-11-19-214 0 0,-2-13-46 0 0,-2-21-58 0 0,9-83-395 0 0,-8 100-846 0 0,2 2-1 0 0,8-26 1 0 0,-3 18-5969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6913 0 0,'7'11'1178'0'0,"-1"-1"-1"0"0,0 1 1 0 0,0 1-1 0 0,-1-1 0 0 0,-1 1 1 0 0,0 0-1 0 0,4 19 1 0 0,-4-11-198 0 0,-1 0 1 0 0,-1 0-1 0 0,-1 40 1 0 0,-3-42-1015 0 0,0-5-5429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6.5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65 5529 0 0,'-13'-15'488'0'0,"3"4"-392"0"0,2 2-96 0 0,-5-2 3881 0 0,9 7-2481 0 0,-2 0-815 0 0,-4-1-161 0 0,2 1-32 0 0,0 2-8 0 0,2 6-1416 0 0,2 2-289 0 0,3 2-55 0 0,3 4-16 0 0,4 2 1136 0 0,3 2 256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3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155 238 4145 0 0,'-1'0'52'0'0,"0"-1"1"0"0,-1 1-1 0 0,1-1 1 0 0,-1 1-1 0 0,1 0 1 0 0,0-1-1 0 0,-1 1 0 0 0,1 0 1 0 0,-1 0-1 0 0,1 0 1 0 0,-1 0-1 0 0,1 0 1 0 0,-1 0-1 0 0,1 0 1 0 0,-1 1-1 0 0,1-1 1 0 0,0 0-1 0 0,-1 1 0 0 0,1 0 1 0 0,-1-1-1 0 0,1 1 1 0 0,0 0-1 0 0,0-1 1 0 0,-1 1-1 0 0,1 0 1 0 0,0 0-1 0 0,0 0 1 0 0,0 0-1 0 0,0 0 0 0 0,-2 2 1 0 0,-33 41 1334 0 0,32-38-1222 0 0,-12 15 890 0 0,-19 36 1 0 0,32-52-777 0 0,0 1 0 0 0,1-1-1 0 0,-1 1 1 0 0,1 0 0 0 0,0 0 0 0 0,1 0 0 0 0,-1 0 0 0 0,1 0-1 0 0,0 0 1 0 0,1 0 0 0 0,-1 0 0 0 0,2 12 0 0 0,-1-17-237 0 0,0 0-1 0 0,0 0 1 0 0,1 0 0 0 0,-1 0 0 0 0,0 0 0 0 0,0 0 0 0 0,1 0-1 0 0,-1 0 1 0 0,0-1 0 0 0,1 1 0 0 0,-1 0 0 0 0,1 0-1 0 0,0 0 1 0 0,-1 0 0 0 0,1 0 0 0 0,-1-1 0 0 0,1 1 0 0 0,0 0-1 0 0,0-1 1 0 0,0 1 0 0 0,-1 0 0 0 0,1-1 0 0 0,0 1-1 0 0,0-1 1 0 0,0 1 0 0 0,2 0 0 0 0,-2-1-71 0 0,1 0 1 0 0,0-1-1 0 0,0 1 0 0 0,0 0 1 0 0,-1 0-1 0 0,1-1 0 0 0,0 1 1 0 0,-1-1-1 0 0,1 1 0 0 0,0-1 1 0 0,-1 0-1 0 0,1 0 0 0 0,2-1 1 0 0,6-5-66 0 0,-1 0 0 0 0,0-1 0 0 0,11-12 0 0 0,-19 19 199 0 0,17-20 203 0 0,34-32 509 0 0,-49 50-773 0 0,0 1 0 0 0,0 0 0 0 0,0-1 0 0 0,0 1 0 0 0,1 0 0 0 0,-1 0 0 0 0,1 1 0 0 0,-1-1 0 0 0,1 1 0 0 0,0 0 1 0 0,0 0-1 0 0,0 0 0 0 0,-1 0 0 0 0,1 1 0 0 0,4-1 0 0 0,-6 2-27 0 0,0-1 0 0 0,0 1 1 0 0,0 0-1 0 0,0 0 0 0 0,0 0 0 0 0,0 0 1 0 0,0 0-1 0 0,-1 0 0 0 0,1 0 0 0 0,0 0 1 0 0,-1 1-1 0 0,1-1 0 0 0,-1 1 0 0 0,0-1 1 0 0,1 1-1 0 0,-1 0 0 0 0,0 0 0 0 0,0-1 1 0 0,0 1-1 0 0,0 0 0 0 0,0 0 0 0 0,0 0 0 0 0,-1 0 1 0 0,1 0-1 0 0,0 2 0 0 0,10 54 785 0 0,-8-28-470 0 0,-1 1-1 0 0,-2 40 1 0 0,-1-62-362 0 0,0 0-1 0 0,0 0 1 0 0,-1 0-1 0 0,0 0 0 0 0,0 0 1 0 0,-1-1-1 0 0,-1 1 0 0 0,1-1 1 0 0,-1 1-1 0 0,0-1 0 0 0,-1 0 1 0 0,-7 8-1 0 0,12-15-50 0 0,0-1 0 0 0,0 1 0 0 0,-1-1 0 0 0,1 1 0 0 0,0-1 0 0 0,-1 1 0 0 0,1-1 0 0 0,0 0 0 0 0,-1 1 0 0 0,1-1-1 0 0,-1 0 1 0 0,1 1 0 0 0,0-1 0 0 0,-1 0 0 0 0,1 1 0 0 0,-1-1 0 0 0,1 0 0 0 0,-1 0 0 0 0,1 0 0 0 0,-1 1 0 0 0,1-1 0 0 0,-1 0 0 0 0,1 0 0 0 0,-1 0 0 0 0,0 0 0 0 0,1 0 0 0 0,-1 0 0 0 0,1 0 0 0 0,-1 0 0 0 0,-5-14-3178 0 0,9-23-1307 0 0,26-77 505 0 0,17-56 2749 0 0,-28 104 1034 0 0,15-37 1188 0 0,-3 13 2485 0 0,-24 67 659 0 0,7-53 4027 0 0,-16 82-5767 0 0,-3 14-848 0 0,3 11-1298 0 0,1 1-1 0 0,2-1 1 0 0,1 1 0 0 0,2-1 0 0 0,0 0 0 0 0,2 0-1 0 0,2 0 1 0 0,1-1 0 0 0,15 40 0 0 0,-17-57-135 0 0,1-1 0 0 0,-1 0 1 0 0,14 16-1 0 0,-19-25-66 0 0,1-1 1 0 0,0 1-1 0 0,0-1 0 0 0,0 0 0 0 0,0 1 1 0 0,0-1-1 0 0,1 0 0 0 0,-1 0 1 0 0,1 0-1 0 0,-1-1 0 0 0,1 1 0 0 0,0-1 1 0 0,-1 1-1 0 0,1-1 0 0 0,0 0 0 0 0,0 0 1 0 0,0 0-1 0 0,0 0 0 0 0,0-1 0 0 0,0 1 1 0 0,5-1-1 0 0,-6-1-49 0 0,1 0 1 0 0,-1 0-1 0 0,1-1 1 0 0,-1 1-1 0 0,1-1 0 0 0,-1 1 1 0 0,0-1-1 0 0,1 0 1 0 0,-1 0-1 0 0,0 0 0 0 0,0 0 1 0 0,-1 0-1 0 0,1-1 1 0 0,0 1-1 0 0,-1 0 1 0 0,1-1-1 0 0,-1 0 0 0 0,1-2 1 0 0,21-55-681 0 0,-20 53 673 0 0,10-36-196 0 0,-10 28 365 0 0,1 1 0 0 0,1-1 0 0 0,0 1 0 0 0,1 0 0 0 0,1 0 0 0 0,0 1 0 0 0,0 0 0 0 0,2 0 0 0 0,9-13 0 0 0,-17 26-37 0 0,-1-1-1 0 0,1 1 1 0 0,-1-1 0 0 0,1 1-1 0 0,-1-1 1 0 0,1 1 0 0 0,0-1-1 0 0,-1 1 1 0 0,1-1 0 0 0,-1 1-1 0 0,1 0 1 0 0,0-1 0 0 0,-1 1-1 0 0,1 0 1 0 0,0 0 0 0 0,0 0-1 0 0,-1-1 1 0 0,1 1-1 0 0,0 0 1 0 0,-1 0 0 0 0,1 0-1 0 0,0 0 1 0 0,0 0 0 0 0,-1 0-1 0 0,1 0 1 0 0,0 0 0 0 0,0 1-1 0 0,0-1 1 0 0,0 1 0 0 0,0 0 1 0 0,1 0-1 0 0,-1 0 0 0 0,0 0 1 0 0,0 0-1 0 0,0 0 0 0 0,0 0 1 0 0,0 0-1 0 0,-1 1 0 0 0,1-1 1 0 0,0 0-1 0 0,-1 0 1 0 0,2 3-1 0 0,2 7 52 0 0,-1 1 1 0 0,4 22 0 0 0,-5-24-26 0 0,-1-8-85 0 0,18 70 58 0 0,-16-65-368 0 0,0-1 1 0 0,0 1-1 0 0,0-1 0 0 0,1 0 0 0 0,-1 0 1 0 0,1 0-1 0 0,1 0 0 0 0,6 6 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27 14747 0 0,'5'-27'1600'0'0,"-18"136"4039"0"0,13-72-5524 0 0,2-1-1 0 0,1 1 1 0 0,11 47 0 0 0,-8-61-975 0 0,1 0 1 0 0,1-1-1 0 0,16 33 1 0 0,-9-27-6073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7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0 208 11979 0 0,'1'-3'393'0'0,"0"1"1"0"0,0-1-1 0 0,1 1 1 0 0,-1-1 0 0 0,0 1-1 0 0,1 0 1 0 0,-1-1-1 0 0,1 1 1 0 0,0 0 0 0 0,0 0-1 0 0,0 0 1 0 0,0 1-1 0 0,0-1 1 0 0,4-2 0 0 0,1-3-353 0 0,11-9 38 0 0,1 1 1 0 0,1 1 0 0 0,0 0-1 0 0,1 2 1 0 0,26-12 0 0 0,-5 5-3196 0 0,79-23 1 0 0,-85 32 2578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28T22:02:07.8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 15667 0 0,'-14'15'696'0'0,"5"-6"137"0"0,0-1-665 0 0,4-2-168 0 0,4-3 0 0 0,-1-3 64 0 0,1 2-64 0 0,2 2 64 0 0,-2-2-64 0 0,1-6 72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1.4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336 173 5529 0 0,'-5'-1'303'0'0,"-1"0"-1"0"0,1 1 1 0 0,-1-1-1 0 0,1 1 1 0 0,-1 0-1 0 0,0 0 1 0 0,1 1-1 0 0,-1-1 1 0 0,1 1-1 0 0,-1 1 1 0 0,1-1-1 0 0,-1 1 1 0 0,1 0-1 0 0,-6 2 1 0 0,-1 2 189 0 0,1 0 0 0 0,-1 0 0 0 0,1 1 1 0 0,-20 17-1 0 0,19-13-322 0 0,1 2 1 0 0,0 0-1 0 0,0 0 1 0 0,2 1-1 0 0,-1 0 1 0 0,2 0-1 0 0,0 1 0 0 0,1 0 1 0 0,-8 22-1 0 0,-2 17-56 0 0,-15 79-1 0 0,25-98-119 0 0,1 1-1 0 0,2 1 0 0 0,2-1 1 0 0,1 1-1 0 0,2-1 1 0 0,2 0-1 0 0,1 1 1 0 0,1-1-1 0 0,3-1 1 0 0,14 46-1 0 0,-19-73 5 0 0,1 1-1 0 0,-1-1 0 0 0,2 1 1 0 0,-1-1-1 0 0,1-1 1 0 0,0 1-1 0 0,1-1 1 0 0,0 1-1 0 0,0-2 0 0 0,1 1 1 0 0,0-1-1 0 0,0 0 1 0 0,9 6-1 0 0,-7-7 0 0 0,0 0 0 0 0,0-1 0 0 0,1-1 0 0 0,-1 1 0 0 0,1-2 0 0 0,-1 1 0 0 0,1-1 0 0 0,0-1 0 0 0,0 0 0 0 0,0 0 0 0 0,20-1 0 0 0,-4-3 111 0 0,0-2 0 0 0,0 0 0 0 0,0-1 0 0 0,-1-2 0 0 0,0 0 0 0 0,0-2 0 0 0,-1-1-1 0 0,0-1 1 0 0,-1-1 0 0 0,0-1 0 0 0,-1 0 0 0 0,22-21 0 0 0,-24 16-28 0 0,0-1 1 0 0,-2 0-1 0 0,0-2 1 0 0,-2 0-1 0 0,22-38 1 0 0,-17 22 138 0 0,-2-2-1 0 0,26-74 1 0 0,-35 79-23 0 0,-1-1 0 0 0,-2 0 0 0 0,-2 0 0 0 0,-1 0 0 0 0,-1-73 0 0 0,-4 82 90 0 0,-2 0 0 0 0,0 1 1 0 0,-2 0-1 0 0,-1 0 0 0 0,-1 0 1 0 0,-1 1-1 0 0,-1 0 0 0 0,-24-46 1 0 0,29 64-227 0 0,0 1 1 0 0,-1-1-1 0 0,0 1 1 0 0,0 0 0 0 0,-1 0-1 0 0,1 1 1 0 0,-1-1-1 0 0,0 1 1 0 0,-1 1-1 0 0,1-1 1 0 0,-1 1-1 0 0,0 0 1 0 0,0 1 0 0 0,-1-1-1 0 0,1 1 1 0 0,-15-3-1 0 0,12 4-389 0 0,0 0-1 0 0,-1 1 1 0 0,1 0-1 0 0,-1 1 0 0 0,0 0 1 0 0,1 0-1 0 0,-16 4 1 0 0,-11 3-6559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2.4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499 228 6913 0 0,'-15'-9'366'0'0,"0"0"0"0"0,-1 1-1 0 0,0 1 1 0 0,0 0-1 0 0,-1 2 1 0 0,0 0-1 0 0,0 0 1 0 0,0 2-1 0 0,0 0 1 0 0,-1 1-1 0 0,-27 0 1 0 0,36 2-119 0 0,0 1 1 0 0,0 0-1 0 0,0 1 1 0 0,0 0 0 0 0,0 0-1 0 0,0 1 1 0 0,1 0-1 0 0,-1 1 1 0 0,1 0-1 0 0,0 0 1 0 0,0 0 0 0 0,1 1-1 0 0,-11 8 1 0 0,8-4-56 0 0,1 1 1 0 0,0-1 0 0 0,0 2 0 0 0,1-1-1 0 0,0 1 1 0 0,1 0 0 0 0,1 1 0 0 0,-8 16-1 0 0,1 5-32 0 0,2 1-1 0 0,1 1 1 0 0,1-1-1 0 0,3 2 1 0 0,-6 67-1 0 0,10-48-142 0 0,2-1 1 0 0,2 1-1 0 0,10 55 1 0 0,-7-75-27 0 0,3 0 1 0 0,0-1-1 0 0,3 0 1 0 0,0 0-1 0 0,29 55 1 0 0,-33-76 3 0 0,0-1 0 0 0,1 1 0 0 0,1-1 0 0 0,0 0 0 0 0,0-1 0 0 0,1 0 0 0 0,1-1 0 0 0,18 15 0 0 0,-22-20 0 0 0,1-1 1 0 0,0 0-1 0 0,-1 0 1 0 0,2 0-1 0 0,-1-1 1 0 0,0 0-1 0 0,0-1 1 0 0,1 0-1 0 0,-1 0 1 0 0,1-1-1 0 0,0 0 0 0 0,0 0 1 0 0,-1-1-1 0 0,1 0 1 0 0,16-3-1 0 0,-4-1 61 0 0,0-1 0 0 0,0-1 0 0 0,0-1 0 0 0,0 0 0 0 0,-1-2 0 0 0,0-1 0 0 0,-1 0-1 0 0,0-1 1 0 0,-1-1 0 0 0,0-1 0 0 0,-1 0 0 0 0,0-2 0 0 0,-2 0 0 0 0,1 0 0 0 0,23-33 0 0 0,-11 8 75 0 0,-1-1 0 0 0,-2-1 0 0 0,-3-1 0 0 0,-1-1 0 0 0,-2-1 1 0 0,14-50-1 0 0,-24 65-45 0 0,-2 0 0 0 0,-1 0 0 0 0,-1-1 0 0 0,-1 0 0 0 0,-2 0-1 0 0,-2 0 1 0 0,0 0 0 0 0,-2 1 0 0 0,-2-1 0 0 0,0 0 0 0 0,-2 1 0 0 0,-2 0 0 0 0,0 0 0 0 0,-2 0 0 0 0,-2 2 0 0 0,0-1 0 0 0,-2 1 0 0 0,-1 1 0 0 0,-22-31 0 0 0,29 47-71 0 0,-1 0 1 0 0,0 1 0 0 0,0 0-1 0 0,-1 1 1 0 0,0 0 0 0 0,-1 0-1 0 0,-18-11 1 0 0,25 17-45 0 0,0 1-1 0 0,-1 0 1 0 0,1 0 0 0 0,-1 0-1 0 0,1 1 1 0 0,-1 0-1 0 0,1-1 1 0 0,-1 2 0 0 0,0-1-1 0 0,0 0 1 0 0,0 1-1 0 0,1 0 1 0 0,-1 0 0 0 0,0 0-1 0 0,0 1 1 0 0,0 0-1 0 0,1 0 1 0 0,-1 0 0 0 0,0 0-1 0 0,1 1 1 0 0,-1 0 0 0 0,1 0-1 0 0,0 0 1 0 0,-6 4-1 0 0,-1 2-648 0 0,0 0 0 0 0,1 1 0 0 0,-17 18 0 0 0,-5 11-5760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2.8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500 35 6449 0 0,'-10'-6'233'0'0,"1"1"0"0"0,-2 1-1 0 0,1 0 1 0 0,0 0-1 0 0,-1 1 1 0 0,0 1 0 0 0,0 0-1 0 0,0 0 1 0 0,0 1-1 0 0,0 0 1 0 0,0 1 0 0 0,0 0-1 0 0,0 1 1 0 0,0 0-1 0 0,0 1 1 0 0,1 0 0 0 0,-1 0-1 0 0,-14 6 1 0 0,11-3 44 0 0,0 1 1 0 0,1 1-1 0 0,-1-1 0 0 0,1 2 1 0 0,0 0-1 0 0,1 1 1 0 0,0 0-1 0 0,1 1 0 0 0,-1 0 1 0 0,2 0-1 0 0,0 1 1 0 0,0 1-1 0 0,-8 13 0 0 0,3 0-101 0 0,1 1-1 0 0,1 1 0 0 0,2 1 1 0 0,0-1-1 0 0,2 2 0 0 0,-10 56 1 0 0,13-45-158 0 0,1 1 1 0 0,3-1-1 0 0,1 1 1 0 0,6 61 0 0 0,-3-87 2 0 0,0 1 1 0 0,1-1 0 0 0,1 0 0 0 0,0 0-1 0 0,1-1 1 0 0,1 1 0 0 0,0-1-1 0 0,1 0 1 0 0,1 0 0 0 0,0-1 0 0 0,18 23-1 0 0,-20-29-27 0 0,1 0-1 0 0,0-1 1 0 0,1 1 0 0 0,-1-1-1 0 0,1-1 1 0 0,0 1-1 0 0,1-2 1 0 0,-1 1-1 0 0,1-1 1 0 0,0 0-1 0 0,0-1 1 0 0,1 0 0 0 0,-1 0-1 0 0,0-1 1 0 0,1 0-1 0 0,-1-1 1 0 0,1 0-1 0 0,0-1 1 0 0,0 1 0 0 0,10-3-1 0 0,1 0-46 0 0,1-2 0 0 0,0-1 0 0 0,-1 0 0 0 0,0-2 0 0 0,0 0 0 0 0,-1-2 0 0 0,0 0 0 0 0,0-1 0 0 0,-1-1 0 0 0,-1 0 0 0 0,1-2 0 0 0,-2 0 0 0 0,0-1 0 0 0,-1-1 0 0 0,0-1 0 0 0,20-26 0 0 0,-24 28 131 0 0,-1-2 1 0 0,0 1-1 0 0,-2-1 0 0 0,1-1 0 0 0,-2 0 0 0 0,-1 0 0 0 0,0-1 0 0 0,-1 0 0 0 0,-1 0 0 0 0,0 0 1 0 0,-1 0-1 0 0,-2-1 0 0 0,0 0 0 0 0,0 0 0 0 0,-2 0 0 0 0,0 1 0 0 0,-2-1 0 0 0,0 0 0 0 0,-7-28 1 0 0,1 18 121 0 0,-1 1 0 0 0,-2 0-1 0 0,-25-47 1 0 0,29 63-153 0 0,0 0 0 0 0,-1 1 0 0 0,-1 0 0 0 0,1 0 0 0 0,-2 1 0 0 0,0 0 0 0 0,0 0 0 0 0,0 1 0 0 0,-1 0 0 0 0,-17-9 0 0 0,22 15-66 0 0,0 0 1 0 0,-1 0-1 0 0,0 1 1 0 0,1 0-1 0 0,-1 0 0 0 0,0 0 1 0 0,0 1-1 0 0,0 0 1 0 0,-12 0-1 0 0,11 2-957 0 0,0-1-1 0 0,0 1 1 0 0,0 1 0 0 0,-14 3-1 0 0,-14 9-4657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3.3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0 6913 0 0,'-15'5'262'0'0,"7"-4"-75"0"0,0 2-1 0 0,1-1 1 0 0,0 1 0 0 0,-1 0-1 0 0,-6 5 1 0 0,11-7-57 0 0,1 1 1 0 0,-1 1-1 0 0,1-1 0 0 0,0 0 0 0 0,0 0 0 0 0,0 1 1 0 0,0 0-1 0 0,0-1 0 0 0,0 1 0 0 0,0 0 1 0 0,1 0-1 0 0,0 0 0 0 0,-1 0 0 0 0,1 0 0 0 0,0 0 1 0 0,0 3-1 0 0,-6 38 450 0 0,2 0 1 0 0,2 0 0 0 0,2 0-1 0 0,6 59 1 0 0,-5-95-542 0 0,3 28 203 0 0,1 0 1 0 0,2 0-1 0 0,1 0 0 0 0,2-1 1 0 0,2-1-1 0 0,1 1 0 0 0,1-2 1 0 0,27 50-1 0 0,-29-64-210 0 0,1 0-1 0 0,1 0 1 0 0,0-1 0 0 0,2 0-1 0 0,0-2 1 0 0,0 0 0 0 0,2 0 0 0 0,0-1-1 0 0,1-1 1 0 0,0-1 0 0 0,1-1-1 0 0,0-1 1 0 0,1 0 0 0 0,38 14-1 0 0,-42-20-16 0 0,-1-2-1 0 0,1 0 1 0 0,0 0-1 0 0,0-2 0 0 0,0 0 1 0 0,0-1-1 0 0,0 0 0 0 0,0-2 1 0 0,0 1-1 0 0,0-2 0 0 0,0 0 1 0 0,0-1-1 0 0,-1-1 1 0 0,16-7-1 0 0,-5 1 73 0 0,0-2 0 0 0,-1 0 0 0 0,0-2 0 0 0,-1-1 0 0 0,-1-1 0 0 0,0-1 1 0 0,20-21-1 0 0,-33 28-24 0 0,-1 0 1 0 0,0-1 0 0 0,-1 0-1 0 0,0-1 1 0 0,-1 0 0 0 0,0 0-1 0 0,-1 0 1 0 0,0-1 0 0 0,-1 0-1 0 0,-1 0 1 0 0,0-1 0 0 0,-1 1-1 0 0,-1-1 1 0 0,0 1-1 0 0,-1-1 1 0 0,0 0 0 0 0,-2-18-1 0 0,-1 6 121 0 0,-1-1 0 0 0,-1 1 0 0 0,-2 0 1 0 0,-1 0-1 0 0,0 1 0 0 0,-2 0 0 0 0,-1 0 0 0 0,-19-33 0 0 0,13 33-69 0 0,0 2 1 0 0,-2 0-1 0 0,-1 1 1 0 0,-1 0-1 0 0,0 2 1 0 0,-2 0 0 0 0,-1 2-1 0 0,-32-22 1 0 0,47 35-248 0 0,0 1 0 0 0,0 0 0 0 0,-1 0 0 0 0,0 0 0 0 0,0 1 0 0 0,0 1 0 0 0,-1 0 0 0 0,1 0 0 0 0,-1 1 0 0 0,-18-3-1 0 0,-12 8-6817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4.3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318 4 7834 0 0,'-5'-1'283'0'0,"0"0"0"0"0,0 0 1 0 0,0 1-1 0 0,0-1 0 0 0,0 1 0 0 0,0 1 1 0 0,0-1-1 0 0,0 1 0 0 0,0 0 1 0 0,1 0-1 0 0,-1 0 0 0 0,0 0 1 0 0,0 1-1 0 0,1 0 0 0 0,-1 0 1 0 0,1 0-1 0 0,-6 4 0 0 0,-3 2 54 0 0,1 1-1 0 0,0 0 0 0 0,1 0 1 0 0,-16 17-1 0 0,10-7-227 0 0,2 1-1 0 0,0 1 1 0 0,1 0 0 0 0,1 1-1 0 0,1 0 1 0 0,1 1 0 0 0,1 0-1 0 0,1 1 1 0 0,1 0 0 0 0,1 1-1 0 0,1-1 1 0 0,2 1-1 0 0,-4 39 1 0 0,6-20-130 0 0,2 0 0 0 0,2 0-1 0 0,2 0 1 0 0,1-1 0 0 0,3 1 0 0 0,1-1-1 0 0,16 43 1 0 0,-19-66 1 0 0,1-1-1 0 0,1 0 1 0 0,1 0-1 0 0,1-1 1 0 0,0 0-1 0 0,1-1 1 0 0,1 0 0 0 0,18 20-1 0 0,-25-32 4 0 0,0 0-1 0 0,1 0 1 0 0,-1 0-1 0 0,1-1 1 0 0,0 0-1 0 0,0-1 1 0 0,0 1-1 0 0,1-1 1 0 0,-1 0-1 0 0,1 0 1 0 0,0-1-1 0 0,0 0 1 0 0,-1 0-1 0 0,1-1 1 0 0,0 0-1 0 0,1 0 1 0 0,-1 0-1 0 0,0-1 1 0 0,0 0-1 0 0,0-1 1 0 0,0 0-1 0 0,0 0 1 0 0,0 0 0 0 0,0-1-1 0 0,0 0 1 0 0,0 0-1 0 0,8-4 1 0 0,1-2-5 0 0,0-1 0 0 0,0-1 1 0 0,-1 0-1 0 0,0-1 1 0 0,-1-1-1 0 0,-1 0 0 0 0,1 0 1 0 0,-2-2-1 0 0,0 0 1 0 0,-1 0-1 0 0,11-17 1 0 0,-5 4 158 0 0,-1-1 1 0 0,-1-1 0 0 0,-1 0 0 0 0,-2-1 0 0 0,13-46 0 0 0,-20 53 11 0 0,-1 0 0 0 0,-1-1 0 0 0,-1 1 0 0 0,-1-1 0 0 0,-2 1 0 0 0,0-1 0 0 0,-1 1 0 0 0,-7-31 0 0 0,1 16 179 0 0,-3-1 1 0 0,-1 2-1 0 0,-2-1 1 0 0,-20-38-1 0 0,26 61-208 0 0,0 0-1 0 0,-1 1 1 0 0,-1 0-1 0 0,0 1 1 0 0,-1 0-1 0 0,0 1 1 0 0,-1 0-1 0 0,0 1 1 0 0,-1 0-1 0 0,-20-13 1 0 0,28 21-214 0 0,0 0 0 0 0,-1 0 1 0 0,1 0-1 0 0,-1 1 1 0 0,1 0-1 0 0,-1 0 1 0 0,0 0-1 0 0,1 1 0 0 0,-1 0 1 0 0,0 0-1 0 0,0 0 1 0 0,0 1-1 0 0,0 0 0 0 0,0 0 1 0 0,0 1-1 0 0,0-1 1 0 0,0 1-1 0 0,0 0 1 0 0,0 1-1 0 0,1 0 0 0 0,-1 0 1 0 0,1 0-1 0 0,-1 0 1 0 0,1 1-1 0 0,0 0 0 0 0,-1 0 1 0 0,2 0-1 0 0,-1 1 1 0 0,0 0-1 0 0,1 0 0 0 0,-1 0 1 0 0,-3 5-1 0 0,-20 25-6134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4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295 17 6913 0 0,'-7'-3'183'0'0,"1"0"-1"0"0,-1 1 0 0 0,1 0 0 0 0,-1 0 0 0 0,1 1 1 0 0,-1 0-1 0 0,0 0 0 0 0,0 0 0 0 0,0 1 0 0 0,0 0 1 0 0,0 0-1 0 0,1 1 0 0 0,-1 0 0 0 0,0 0 0 0 0,0 1 1 0 0,1 0-1 0 0,-1 0 0 0 0,1 0 0 0 0,-1 1 0 0 0,1 0 1 0 0,0 0-1 0 0,0 0 0 0 0,0 1 0 0 0,-7 6 0 0 0,3-1 7 0 0,1 0-1 0 0,0 1 0 0 0,0 0 0 0 0,1 0 0 0 0,1 1 1 0 0,-1 0-1 0 0,2 0 0 0 0,0 1 0 0 0,0-1 0 0 0,1 2 1 0 0,0-1-1 0 0,-2 13 0 0 0,-2 12 44 0 0,1 1 1 0 0,3-1-1 0 0,1 1 0 0 0,1 0 1 0 0,5 64-1 0 0,1-71-148 0 0,1 1 0 0 0,1-1 0 0 0,2 0-1 0 0,1-1 1 0 0,1 0 0 0 0,2 0 0 0 0,17 35-1 0 0,-23-55-83 0 0,1-1-1 0 0,0 1 1 0 0,1-1-1 0 0,-1 0 1 0 0,2 0-1 0 0,-1-1 1 0 0,1 0-1 0 0,1 0 1 0 0,-1-1-1 0 0,1 0 1 0 0,0-1-1 0 0,1 0 1 0 0,0 0-1 0 0,0-1 1 0 0,0 0-1 0 0,0-1 1 0 0,1 0-1 0 0,0 0 1 0 0,0-1-1 0 0,0-1 1 0 0,0 0-1 0 0,0-1 1 0 0,0 0-1 0 0,0 0 1 0 0,1-1-1 0 0,-1-1 1 0 0,0 1-1 0 0,0-2 1 0 0,0 0-1 0 0,0 0 1 0 0,19-8-1 0 0,-13 5 96 0 0,0-1 0 0 0,-1-1 0 0 0,0-1 0 0 0,0 0 0 0 0,-1-1 0 0 0,0-1 0 0 0,-1 0 0 0 0,0-1 0 0 0,0-1 0 0 0,-1 0 0 0 0,-1 0 0 0 0,0-2 0 0 0,-1 1 0 0 0,0-2 0 0 0,-1 1 0 0 0,-1-1 0 0 0,0-1 0 0 0,-1 1 0 0 0,6-19-1 0 0,-4 7 253 0 0,-1-1-1 0 0,-2 0 0 0 0,-1-1 0 0 0,-1 1 1 0 0,-1-1-1 0 0,-2 0 0 0 0,-2-56 0 0 0,-1 68-271 0 0,0 0-1 0 0,-2 0 0 0 0,0 0 0 0 0,0 0 0 0 0,-2 1 0 0 0,0-1 0 0 0,-1 1 1 0 0,-1 1-1 0 0,0-1 0 0 0,-1 1 0 0 0,-1 0 0 0 0,-1 0 0 0 0,0 1 0 0 0,-18-20 1 0 0,18 25-159 0 0,0 1 1 0 0,0 0 0 0 0,0 1 0 0 0,-1 0 0 0 0,-1 0-1 0 0,1 1 1 0 0,-1 0 0 0 0,0 1 0 0 0,-20-5-1 0 0,22 7-1392 0 0,-1 1-1 0 0,0 0 1 0 0,-20 0-1 0 0,-5 4-4975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5.4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139 0 6913 0 0,'-7'8'393'0'0,"1"0"-1"0"0,-1 0 0 0 0,1 0 0 0 0,1 1 0 0 0,0 0 0 0 0,0 0 0 0 0,-6 16 0 0 0,-1 1-49 0 0,-2 2 87 0 0,1 1 0 0 0,1 1 0 0 0,2-1 1 0 0,-7 34-1 0 0,14-47-317 0 0,1 1 0 0 0,0-1 0 0 0,1 0 0 0 0,1 1 0 0 0,0-1 0 0 0,1 1 1 0 0,1-1-1 0 0,1 0 0 0 0,7 28 0 0 0,11 18 21 0 0,47 102 0 0 0,-55-140-107 0 0,0 0 0 0 0,1-1 0 0 0,2 0-1 0 0,0-2 1 0 0,2 1 0 0 0,36 34 0 0 0,-47-51 0 0 0,0 1 1 0 0,0-1-1 0 0,0-1 1 0 0,0 1-1 0 0,1-1 1 0 0,0 0-1 0 0,0-1 1 0 0,0 0-1 0 0,0 0 1 0 0,1-1-1 0 0,-1 0 1 0 0,1-1-1 0 0,-1 1 1 0 0,1-2-1 0 0,0 1 1 0 0,-1-1-1 0 0,1 0 1 0 0,0-1-1 0 0,-1 0 1 0 0,1-1-1 0 0,-1 0 1 0 0,1 0-1 0 0,14-6 0 0 0,-12 3 25 0 0,0 0-1 0 0,-1-1 0 0 0,0 0 0 0 0,0-1 0 0 0,0 0 0 0 0,-1 0 0 0 0,0-1 0 0 0,-1 0 0 0 0,1-1 0 0 0,-2 0 0 0 0,1 0 1 0 0,-1-1-1 0 0,-1 0 0 0 0,0 0 0 0 0,0 0 0 0 0,-1-1 0 0 0,5-12 0 0 0,-3-2 235 0 0,-1 1 0 0 0,0-2 0 0 0,-2 1 0 0 0,-1 0 0 0 0,-1-1 0 0 0,-2 0 0 0 0,0 1 0 0 0,-1-1 0 0 0,-2 1 0 0 0,-1-1 0 0 0,0 1 0 0 0,-17-48 0 0 0,11 45-175 0 0,-1 0 1 0 0,-1 1-1 0 0,-1 0 0 0 0,-1 1 0 0 0,-2 1 1 0 0,-1 0-1 0 0,-1 1 0 0 0,0 1 1 0 0,-2 0-1 0 0,-42-36 0 0 0,49 50-351 0 0,0 0-1 0 0,0 2 0 0 0,-1-1 0 0 0,1 2 0 0 0,-2 0 0 0 0,1 0 0 0 0,-1 2 0 0 0,1-1 0 0 0,-2 2 1 0 0,1 0-1 0 0,0 1 0 0 0,0 0 0 0 0,-1 2 0 0 0,1-1 0 0 0,-25 4 0 0 0,8 1 207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07.2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286 33 6913 0 0,'-4'-3'308'0'0,"0"-1"-1"0"0,0 1 1 0 0,-1 0-1 0 0,0 0 1 0 0,1 1-1 0 0,-1-1 1 0 0,0 1-1 0 0,0 0 1 0 0,0 0-1 0 0,-1 1 1 0 0,1 0-1 0 0,0 0 1 0 0,0 0-1 0 0,-1 0 1 0 0,1 1-1 0 0,-1 0 1 0 0,1 0-1 0 0,0 0 1 0 0,-1 1-1 0 0,1-1 1 0 0,-1 1-1 0 0,-6 3 1 0 0,4-2-66 0 0,-1 1 1 0 0,1 0-1 0 0,0 1 1 0 0,0-1 0 0 0,0 2-1 0 0,0-1 1 0 0,1 1 0 0 0,0 0-1 0 0,0 1 1 0 0,0 0-1 0 0,0 0 1 0 0,-10 13 0 0 0,10-8-185 0 0,0 1 0 0 0,1-1 1 0 0,0 1-1 0 0,1 1 1 0 0,0-1-1 0 0,1 1 1 0 0,1 0-1 0 0,0-1 0 0 0,0 2 1 0 0,1-1-1 0 0,0 13 1 0 0,1 24 307 0 0,8 79 0 0 0,-4-96-335 0 0,-1-13-31 0 0,20 187 0 0 0,-16-171 0 0 0,1 1 0 0 0,2-2 0 0 0,22 56 0 0 0,-23-74-31 0 0,0-2 0 0 0,1 1 0 0 0,0-1 0 0 0,2-1 0 0 0,-1 1 0 0 0,2-2 0 0 0,0 0 0 0 0,0 0 0 0 0,2-1 0 0 0,-1 0 1 0 0,30 18-1 0 0,-36-26 16 0 0,1 1 1 0 0,-1-1 0 0 0,1 0 0 0 0,0-1 0 0 0,0 0-1 0 0,0 0 1 0 0,1-1 0 0 0,-1 0 0 0 0,1 0 0 0 0,-1-1-1 0 0,1 0 1 0 0,-1-1 0 0 0,1 0 0 0 0,0 0 0 0 0,-1-1-1 0 0,1 0 1 0 0,-1 0 0 0 0,1-1 0 0 0,-1 0 0 0 0,1-1-1 0 0,-1 0 1 0 0,0 0 0 0 0,0 0 0 0 0,-1-1 0 0 0,1 0-1 0 0,8-7 1 0 0,-1-2 119 0 0,0 0 1 0 0,-1-1-1 0 0,-1 0 0 0 0,-1-1 1 0 0,0 0-1 0 0,0-1 0 0 0,15-30 1 0 0,-12 16 372 0 0,-1-1 0 0 0,-1 0 0 0 0,14-54 0 0 0,-24 70-335 0 0,0 0 0 0 0,0 0-1 0 0,-2 0 1 0 0,0-1-1 0 0,0 1 1 0 0,-2 0-1 0 0,0-1 1 0 0,0 1-1 0 0,-5-18 1 0 0,0 13-79 0 0,0 1 0 0 0,-1 0 1 0 0,-1 0-1 0 0,-1 1 0 0 0,0 0 0 0 0,-19-25 0 0 0,15 23-43 0 0,-33-47 96 0 0,-62-70-1 0 0,100 128-96 0 0,-1 1 1 0 0,0 0 0 0 0,-1 0-1 0 0,0 1 1 0 0,0 0 0 0 0,-1 1-1 0 0,1 0 1 0 0,-1 1-1 0 0,-1 0 1 0 0,-16-5 0 0 0,2 4-533 0 0,-1 0 1 0 0,0 1-1 0 0,-44-1 1 0 0,32 5-6984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0.4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10594 0 0,'16'60'3313'0'0,"-6"127"-163"0"0,-10-131-2802 0 0,3-1-1 0 0,16 94 1 0 0,-16-135-424 0 0,1-1 1 0 0,1 1-1 0 0,9 18 0 0 0,3-4-5302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0.6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38 7834 0 0,'-3'-5'-318'0'0,"-18"-17"3306"0"0,21 21-2678 0 0,-1 0-1 0 0,0 0 1 0 0,1 1 0 0 0,-1-1-1 0 0,0 0 1 0 0,0 1-1 0 0,1-1 1 0 0,-1 0 0 0 0,0 1-1 0 0,0-1 1 0 0,0 1 0 0 0,0-1-1 0 0,0 1 1 0 0,0 0-1 0 0,0-1 1 0 0,0 1 0 0 0,0 0-1 0 0,0 0 1 0 0,0 0-1 0 0,0 0 1 0 0,-2 0 0 0 0,3 0-276 0 0,0 1 1 0 0,-1-1-1 0 0,1 1 0 0 0,0-1 1 0 0,0 1-1 0 0,-1-1 1 0 0,1 1-1 0 0,0-1 1 0 0,0 1-1 0 0,0 0 1 0 0,0-1-1 0 0,0 1 0 0 0,0-1 1 0 0,0 1-1 0 0,0-1 1 0 0,0 1-1 0 0,0 0 1 0 0,0-1-1 0 0,0 1 0 0 0,0-1 1 0 0,0 1-1 0 0,0-1 1 0 0,1 1-1 0 0,-1-1 1 0 0,0 1-1 0 0,1 0 1 0 0,8 20-635 0 0,-7-17 171 0 0,17 43-2289 0 0,-9-19 1310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1.0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38 7370 0 0,'0'1'182'0'0,"-1"0"1"0"0,1 1-1 0 0,-1-1 0 0 0,1 1 1 0 0,0-1-1 0 0,-1 0 1 0 0,1 1-1 0 0,0-1 1 0 0,0 1-1 0 0,0-1 1 0 0,0 1-1 0 0,0-1 1 0 0,1 0-1 0 0,-1 1 1 0 0,0-1-1 0 0,1 3 1 0 0,6 46 1168 0 0,-6-42-989 0 0,5 49 410 0 0,-5-38-691 0 0,1 1 0 0 0,0-1-1 0 0,7 20 1 0 0,-9-38-81 0 0,-1-1 0 0 0,1 0 0 0 0,0 1-1 0 0,0-1 1 0 0,0 0 0 0 0,0 0 0 0 0,1 1-1 0 0,-1-1 1 0 0,0 0 0 0 0,0 1 0 0 0,0-1 0 0 0,0 0-1 0 0,0 1 1 0 0,0-1 0 0 0,0 0 0 0 0,0 0 0 0 0,1 1-1 0 0,-1-1 1 0 0,0 0 0 0 0,0 0 0 0 0,0 0-1 0 0,1 1 1 0 0,-1-1 0 0 0,0 0 0 0 0,0 0 0 0 0,1 0-1 0 0,-1 1 1 0 0,0-1 0 0 0,0 0 0 0 0,1 0 0 0 0,-1 0-1 0 0,0 0 1 0 0,0 0 0 0 0,1 0 0 0 0,-1 0-1 0 0,0 1 1 0 0,1-1 0 0 0,-1 0 0 0 0,0 0 0 0 0,0 0-1 0 0,1 0 1 0 0,8-13-38 0 0,3-25 76 0 0,-12 37-13 0 0,3-8-18 0 0,3-17 58 0 0,2 0 0 0 0,1 1 0 0 0,17-37 0 0 0,-23 56-56 0 0,0 1 1 0 0,0-1-1 0 0,1 1 1 0 0,0 0-1 0 0,0 0 1 0 0,0 0-1 0 0,0 0 1 0 0,1 1-1 0 0,-1 0 1 0 0,1 0 0 0 0,0 0-1 0 0,1 0 1 0 0,-1 1-1 0 0,1 0 1 0 0,-1 0-1 0 0,1 0 1 0 0,0 1-1 0 0,0 0 1 0 0,0 0-1 0 0,12-2 1 0 0,-14 4 14 0 0,0 0 1 0 0,0 0 0 0 0,0 0-1 0 0,0 0 1 0 0,-1 1-1 0 0,1-1 1 0 0,0 1-1 0 0,0 0 1 0 0,0 0-1 0 0,0 1 1 0 0,-1-1 0 0 0,1 1-1 0 0,-1 0 1 0 0,6 3-1 0 0,-3-1 81 0 0,-1 1-1 0 0,1 0 1 0 0,-1 0 0 0 0,-1 0-1 0 0,1 1 1 0 0,-1-1 0 0 0,6 10 0 0 0,2 8 264 0 0,0 0 1 0 0,-2 1-1 0 0,10 36 1 0 0,-16-47-327 0 0,7 26-568 0 0,6 44 0 0 0,-15-68-353 0 0,1 0 55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1.3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10594 0 0,'3'5'860'0'0,"1"-1"1"0"0,-1 1-1 0 0,0-1 0 0 0,0 1 0 0 0,2 7 1 0 0,23 60 605 0 0,-19-46-1062 0 0,72 158-2167 0 0,-79-176 397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1.5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0 179 1368 0 0,'0'-5'117'0'0,"0"0"0"0"0,1 1 1 0 0,0 0-1 0 0,-1-1 0 0 0,1 1 0 0 0,1-1 0 0 0,-1 1 0 0 0,1 0 0 0 0,-1 0 0 0 0,1 0 0 0 0,4-6 0 0 0,32-35 4075 0 0,-34 41-3842 0 0,4-4 314 0 0,0 1 1 0 0,1 0-1 0 0,-1 0 1 0 0,1 1-1 0 0,1 0 0 0 0,-1 1 1 0 0,1-1-1 0 0,0 2 1 0 0,0 0-1 0 0,12-4 0 0 0,-19 7-599 0 0,1 1 0 0 0,-1-1 0 0 0,1 0-1 0 0,-1 1 1 0 0,0 0 0 0 0,1-1 0 0 0,-1 1-1 0 0,1 1 1 0 0,-1-1 0 0 0,1 0-1 0 0,-1 1 1 0 0,0 0 0 0 0,1 0 0 0 0,-1 0-1 0 0,0 0 1 0 0,0 0 0 0 0,1 1 0 0 0,-1-1-1 0 0,0 1 1 0 0,0 0 0 0 0,-1 0-1 0 0,1 0 1 0 0,0 0 0 0 0,-1 1 0 0 0,1-1-1 0 0,-1 1 1 0 0,0 0 0 0 0,0-1 0 0 0,0 1-1 0 0,0 0 1 0 0,0 0 0 0 0,-1 0-1 0 0,1 0 1 0 0,-1 1 0 0 0,0-1 0 0 0,1 3-1 0 0,0 3-41 0 0,0 0-1 0 0,-1 0 0 0 0,0 0 1 0 0,0-1-1 0 0,-1 1 1 0 0,0 0-1 0 0,-1 0 0 0 0,0 0 1 0 0,0 0-1 0 0,-1 0 0 0 0,0-1 1 0 0,0 1-1 0 0,-1-1 1 0 0,0 1-1 0 0,-8 13 0 0 0,6-12-158 0 0,0 0-1 0 0,-1-1 1 0 0,0 0-1 0 0,-1 0 0 0 0,1-1 1 0 0,-2 0-1 0 0,1 0 1 0 0,-1-1-1 0 0,0 0 0 0 0,-1 0 1 0 0,1 0-1 0 0,-17 8 1 0 0,16-12-1442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1.9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0 105 456 0 0,'1'-1'122'0'0,"-1"1"0"0"0,0 0 0 0 0,1-1 0 0 0,-1 1 0 0 0,1 0 0 0 0,-1 0 0 0 0,0-1-1 0 0,1 1 1 0 0,-1 0 0 0 0,1 0 0 0 0,-1 0 0 0 0,1 0 0 0 0,-1-1 0 0 0,1 1 0 0 0,-1 0 0 0 0,1 0 0 0 0,-1 0 0 0 0,1 0 0 0 0,-1 0 0 0 0,1 0-1 0 0,-1 0 1 0 0,1 1 0 0 0,-1-1 0 0 0,1 0 0 0 0,-1 0 0 0 0,1 0 0 0 0,-1 0 0 0 0,1 1 0 0 0,-1-1 0 0 0,0 0 0 0 0,1 0 0 0 0,-1 1-1 0 0,1-1 1 0 0,0 1 0 0 0,2 18 6206 0 0,-2-10-7075 0 0,1 40 2697 0 0,-1-22-1541 0 0,1 1 0 0 0,6 31 1 0 0,-7-52-403 0 0,0-1 1 0 0,1 0-1 0 0,0 0 1 0 0,0 0 0 0 0,1 0-1 0 0,-1-1 1 0 0,1 1-1 0 0,0 0 1 0 0,1-1-1 0 0,-1 0 1 0 0,1 0-1 0 0,0 0 1 0 0,1 0-1 0 0,8 7 1 0 0,-11-11-10 0 0,-1 0-1 0 0,0 0 1 0 0,1 0-1 0 0,-1 0 1 0 0,1 0 0 0 0,0-1-1 0 0,-1 1 1 0 0,1 0 0 0 0,-1-1-1 0 0,1 1 1 0 0,0-1-1 0 0,-1 0 1 0 0,1 0 0 0 0,0 0-1 0 0,0 1 1 0 0,-1-1-1 0 0,1-1 1 0 0,0 1 0 0 0,-1 0-1 0 0,1 0 1 0 0,0-1 0 0 0,-1 1-1 0 0,1-1 1 0 0,0 1-1 0 0,-1-1 1 0 0,1 0 0 0 0,-1 0-1 0 0,1 1 1 0 0,-1-1 0 0 0,1 0-1 0 0,-1 0 1 0 0,0-1-1 0 0,0 1 1 0 0,1 0 0 0 0,-1 0-1 0 0,0-1 1 0 0,0 1 0 0 0,0 0-1 0 0,0-1 1 0 0,0 1-1 0 0,1-4 1 0 0,4-7-180 0 0,0 0 0 0 0,-1 0 0 0 0,-1-1 0 0 0,5-15 0 0 0,-6 17 40 0 0,19-87-742 0 0,-18 72 918 0 0,1 1 1 0 0,1 1 0 0 0,1-1-1 0 0,18-39 1 0 0,-24 62 17 0 0,-1 1 0 0 0,1 0 0 0 0,0-1 0 0 0,-1 1 1 0 0,1 0-1 0 0,0 0 0 0 0,0-1 0 0 0,0 1 0 0 0,0 0 0 0 0,0 0 0 0 0,0 0 1 0 0,0 0-1 0 0,0 0 0 0 0,0 0 0 0 0,1 1 0 0 0,1-2 0 0 0,-2 2-14 0 0,0 0-1 0 0,-1 0 1 0 0,1 0 0 0 0,-1 0-1 0 0,1 0 1 0 0,0 0-1 0 0,-1 1 1 0 0,1-1 0 0 0,-1 0-1 0 0,1 0 1 0 0,-1 1-1 0 0,1-1 1 0 0,-1 0 0 0 0,1 1-1 0 0,-1-1 1 0 0,1 1-1 0 0,-1-1 1 0 0,1 1 0 0 0,-1-1-1 0 0,0 0 1 0 0,1 1-1 0 0,-1-1 1 0 0,0 1 0 0 0,1 0-1 0 0,-1-1 1 0 0,0 1-1 0 0,0 0 1 0 0,4 9 445 0 0,0 0 0 0 0,-1 1 0 0 0,2 16 0 0 0,-1-6 32 0 0,3 1-174 0 0,0-1-1 0 0,1 0 0 0 0,2 0 1 0 0,21 37-1 0 0,-24-49-569 0 0,-1 0 0 0 0,1 0 0 0 0,0-1 0 0 0,1 0 0 0 0,0 0 0 0 0,0-1 0 0 0,1 0-1 0 0,0 0 1 0 0,0-1 0 0 0,0 0 0 0 0,1-1 0 0 0,12 6 0 0 0,-7-6-666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2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11979 0 0,'0'0'922'0'0,"10"31"2072"0"0,43 216 224 0 0,4 20-2884 0 0,-40-204-290 0 0,3-1-1 0 0,32 70 1 0 0,-41-110-148 0 0,1 0 0 0 0,29 39 1 0 0,12 1-2937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2.41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0 163 9674 0 0,'0'-2'153'0'0,"1"1"0"0"0,-1 0 0 0 0,0-1 0 0 0,1 1 0 0 0,-1 0-1 0 0,1 0 1 0 0,0-1 0 0 0,-1 1 0 0 0,1 0 0 0 0,0 0 0 0 0,0 0 0 0 0,-1 0 0 0 0,1 0 0 0 0,0 0 0 0 0,0 0 0 0 0,0 0-1 0 0,0 0 1 0 0,1 0 0 0 0,1-1 0 0 0,28-14 1785 0 0,-20 11-1451 0 0,16-10 468 0 0,124-58 1895 0 0,-135 67-3163 0 0,0 0 1 0 0,-1 2-1 0 0,2 0 1 0 0,-1 0-1 0 0,0 2 1 0 0,1 0 0 0 0,32 0-1 0 0,-20 5-5651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3.8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3 177 3225 0 0,'1'-52'1980'0'0,"0"16"739"0"0,-5-52-1 0 0,4 107 2534 0 0,0 12-3671 0 0,0 35-1172 0 0,14 180-7 0 0,-7-191-376 0 0,1-1 1 0 0,24 79-1 0 0,-24-110-13 0 0,0 0 0 0 0,16 30 0 0 0,-20-46-184 0 0,-1-1-1 0 0,1 1 0 0 0,0-1 0 0 0,1 0 1 0 0,0 0-1 0 0,0-1 0 0 0,0 1 0 0 0,0-1 0 0 0,1 0 1 0 0,0-1-1 0 0,0 1 0 0 0,7 3 0 0 0,-11-7-130 0 0,1 0 0 0 0,-1 0-1 0 0,0-1 1 0 0,0 1 0 0 0,1-1-1 0 0,-1 0 1 0 0,1 1 0 0 0,-1-1-1 0 0,0 0 1 0 0,1-1 0 0 0,-1 1-1 0 0,0 0 1 0 0,3-1 0 0 0,6-3-4219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4.2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1 252 5529 0 0,'3'-15'371'0'0,"1"0"-1"0"0,0 1 1 0 0,1-1 0 0 0,1 1-1 0 0,0 0 1 0 0,1 1-1 0 0,1-1 1 0 0,0 1 0 0 0,0 1-1 0 0,2 0 1 0 0,-1 0-1 0 0,1 0 1 0 0,1 1 0 0 0,0 1-1 0 0,1 0 1 0 0,0 1-1 0 0,19-12 1 0 0,-27 19-279 0 0,0 0 0 0 0,0 0-1 0 0,1 0 1 0 0,-1 0 0 0 0,1 1 0 0 0,-1 0-1 0 0,1 0 1 0 0,-1 0 0 0 0,1 0 0 0 0,0 1 0 0 0,-1 0-1 0 0,1 0 1 0 0,0 0 0 0 0,-1 1 0 0 0,1-1-1 0 0,8 3 1 0 0,-6 0 11 0 0,-1-1 0 0 0,1 1 0 0 0,-1 1 0 0 0,0-1 0 0 0,-1 1 0 0 0,1 0 0 0 0,-1 0 0 0 0,1 1 0 0 0,-1 0 0 0 0,6 7 0 0 0,0 2 131 0 0,0 1 0 0 0,-1 0 0 0 0,-1 0 0 0 0,0 1 0 0 0,-1 0 0 0 0,-1 1 0 0 0,10 34 0 0 0,-14-37-164 0 0,-2-7-88 0 0,0 0 0 0 0,1 0 1 0 0,0-1-1 0 0,0 1 1 0 0,0-1-1 0 0,1 1 0 0 0,0-1 1 0 0,0 0-1 0 0,1 0 1 0 0,5 7-1 0 0,-6-11-636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4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6913 0 0,'0'0'529'0'0,"1"22"820"0"0,16 86 4406 0 0,-11-81-5207 0 0,1-1-1 0 0,1 0 1 0 0,1 0-1 0 0,14 25 1 0 0,-22-48-560 0 0,85 153-1103 0 0,-76-142-4688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4.6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12443 0 0,'-8'1'4233'0'0,"5"5"-3921"0"0,2 3-88 0 0,1 4-24 0 0,6 14-3265 0 0,-4 0-648 0 0,-2 1-136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5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207 449 3225 0 0,'-6'-7'1051'0'0,"0"1"-1"0"0,0 1 1 0 0,-1-1 0 0 0,0 1 0 0 0,0 0 0 0 0,-1 1 0 0 0,1-1-1 0 0,-13-3 1 0 0,18 7-870 0 0,-1 0 0 0 0,0 0 0 0 0,0 1 0 0 0,1 0 0 0 0,-1-1-1 0 0,0 1 1 0 0,0 0 0 0 0,0 0 0 0 0,1 0 0 0 0,-1 1 0 0 0,0-1 0 0 0,0 1-1 0 0,0 0 1 0 0,1-1 0 0 0,-1 1 0 0 0,0 0 0 0 0,1 1 0 0 0,-1-1 0 0 0,1 0-1 0 0,0 1 1 0 0,-1-1 0 0 0,1 1 0 0 0,0 0 0 0 0,0 0 0 0 0,0 0-1 0 0,0 0 1 0 0,0 0 0 0 0,0 0 0 0 0,-2 5 0 0 0,-4 6-117 0 0,1 1 0 0 0,0-1 1 0 0,0 1-1 0 0,2 0 0 0 0,0 1 0 0 0,1-1 1 0 0,0 1-1 0 0,1 0 0 0 0,0 0 0 0 0,2 1 0 0 0,0-1 1 0 0,0 0-1 0 0,2 0 0 0 0,0 1 0 0 0,0-1 1 0 0,1 0-1 0 0,8 25 0 0 0,-10-38-93 0 0,1 1 0 0 0,0-1 0 0 0,0 0 0 0 0,0 1 0 0 0,0-1 0 0 0,0 0 0 0 0,1 0 0 0 0,-1 0 0 0 0,1 0 0 0 0,-1 0 0 0 0,1 0 0 0 0,0 0-1 0 0,0 0 1 0 0,0-1 0 0 0,0 1 0 0 0,0-1 0 0 0,0 1 0 0 0,0-1 0 0 0,0 0 0 0 0,1 0 0 0 0,-1 0 0 0 0,0 0 0 0 0,1 0 0 0 0,3 0 0 0 0,-3-1-76 0 0,0 0-1 0 0,1 0 1 0 0,-1-1 0 0 0,0 1-1 0 0,0-1 1 0 0,0 0 0 0 0,0 0-1 0 0,0 0 1 0 0,0 0 0 0 0,0-1-1 0 0,0 1 1 0 0,0-1 0 0 0,-1 0-1 0 0,1 1 1 0 0,0-1 0 0 0,-1-1-1 0 0,0 1 1 0 0,1 0 0 0 0,1-3 0 0 0,10-11-352 0 0,-2-1 0 0 0,0-1 0 0 0,-1 1 0 0 0,0-2 1 0 0,-2 1-1 0 0,13-34 0 0 0,-12 23 157 0 0,-1 0 1 0 0,-2-1-1 0 0,8-61 1 0 0,-14 68 257 0 0,-1-1 0 0 0,-1 0 0 0 0,-1 1 0 0 0,-2-1 0 0 0,0 1 0 0 0,-8-25 0 0 0,-2 3 512 0 0,-2 1 1 0 0,-23-46-1 0 0,38 88-241 0 0,-1-1-1 0 0,1 0 0 0 0,-1 0 0 0 0,0 1 0 0 0,0-1 0 0 0,0 1 0 0 0,-5-5 0 0 0,7 7-173 0 0,0 0 0 0 0,0 0 0 0 0,0 0 0 0 0,0-1 0 0 0,-1 1 0 0 0,1 0 0 0 0,0 0 0 0 0,0 0 0 0 0,0 0 0 0 0,-1 0 0 0 0,1 0 0 0 0,0 0 0 0 0,0 0 0 0 0,0 0 0 0 0,-1 0 1 0 0,1-1-1 0 0,0 1 0 0 0,0 0 0 0 0,0 0 0 0 0,-1 0 0 0 0,1 0 0 0 0,0 0 0 0 0,0 1 0 0 0,0-1 0 0 0,-1 0 0 0 0,1 0 0 0 0,0 0 0 0 0,0 0 0 0 0,-1 0 0 0 0,1 0 0 0 0,0 0 0 0 0,0 0 0 0 0,0 0 0 0 0,0 0 0 0 0,-1 1 0 0 0,1-1 0 0 0,0 0 0 0 0,0 0 0 0 0,-1 18 1513 0 0,5 13-1161 0 0,3-1 1 0 0,0 0-1 0 0,2 0 1 0 0,15 35-1 0 0,61 113-67 0 0,-41-92-162 0 0,61 118-2182 0 0,-86-171-4924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5.2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0 1 7322 0 0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5.9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207 506 6913 0 0,'0'0'715'0'0,"0"-1"-704"0"0,-1 0 124 0 0,1 0 0 0 0,-1 0 0 0 0,1 0 0 0 0,-1 0 0 0 0,1 1 0 0 0,-1-1 0 0 0,0 0 0 0 0,0 1-1 0 0,1-1 1 0 0,-1 0 0 0 0,0 1 0 0 0,0-1 0 0 0,0 1 0 0 0,0-1 0 0 0,0 1 0 0 0,1 0 0 0 0,-1-1 0 0 0,0 1 0 0 0,-1-1 0 0 0,-23-6 3106 0 0,22 6-3044 0 0,-1 0-132 0 0,0 0-1 0 0,-1 0 0 0 0,1 0 1 0 0,0 1-1 0 0,-1-1 0 0 0,1 1 1 0 0,0 0-1 0 0,-1 0 0 0 0,1 1 1 0 0,0 0-1 0 0,-1-1 0 0 0,1 1 1 0 0,0 1-1 0 0,0-1 0 0 0,0 0 0 0 0,0 1 1 0 0,0 0-1 0 0,-4 3 0 0 0,2-1 125 0 0,1 0-1 0 0,0 0 0 0 0,0 1 0 0 0,0 0 0 0 0,1 0 0 0 0,0 0 1 0 0,0 0-1 0 0,0 1 0 0 0,0 0 0 0 0,-5 12 0 0 0,5-8 0 0 0,0 0 0 0 0,0 0 0 0 0,1 0-1 0 0,1 1 1 0 0,-1-1 0 0 0,2 1-1 0 0,0 0 1 0 0,0 0 0 0 0,1-1 0 0 0,0 1-1 0 0,0 0 1 0 0,2 0 0 0 0,-1 0 0 0 0,6 16-1 0 0,-7-25-208 0 0,1 0 0 0 0,-1 0 0 0 0,1 0 0 0 0,0 0 0 0 0,0 0 0 0 0,0-1 0 0 0,0 1 0 0 0,0 0 0 0 0,0-1 0 0 0,1 1 0 0 0,-1-1 0 0 0,0 0 0 0 0,1 1 0 0 0,-1-1-1 0 0,1 0 1 0 0,0 0 0 0 0,-1 1 0 0 0,1-1 0 0 0,2 1 0 0 0,-2-2-33 0 0,0 0 0 0 0,0 0 1 0 0,0 0-1 0 0,-1 0 0 0 0,1 0 0 0 0,0 0 0 0 0,0 0 0 0 0,0 0 1 0 0,-1-1-1 0 0,1 1 0 0 0,0-1 0 0 0,0 1 0 0 0,-1-1 0 0 0,1 0 0 0 0,-1 0 1 0 0,1 1-1 0 0,1-3 0 0 0,4-2-173 0 0,0-1-1 0 0,0 0 1 0 0,-1 0 0 0 0,0 0-1 0 0,0-1 1 0 0,0 0 0 0 0,5-9 0 0 0,1-6-386 0 0,-1 1 0 0 0,-1-1 0 0 0,-1-1 0 0 0,-1 0 1 0 0,8-36-1 0 0,-5 2-185 0 0,5-69-1 0 0,-11 61 479 0 0,-3 0 0 0 0,-12-118 0 0 0,10 181 348 0 0,0 0 0 0 0,0 0-1 0 0,0 0 1 0 0,0 1 0 0 0,-1-1 0 0 0,1 0-1 0 0,-1 1 1 0 0,1-1 0 0 0,-1 0 0 0 0,0 1-1 0 0,1-1 1 0 0,-1 0 0 0 0,0 1-1 0 0,0 0 1 0 0,0-1 0 0 0,-1 1 0 0 0,1-1-1 0 0,0 1 1 0 0,0 0 0 0 0,-3-2 0 0 0,4 3 24 0 0,-1 0 0 0 0,1 0 0 0 0,-1 0 0 0 0,1 0 0 0 0,-1 0 0 0 0,0 0 0 0 0,1 0 0 0 0,-1 0 0 0 0,1 0 0 0 0,-1 0 0 0 0,1 0 0 0 0,-1 0 1 0 0,1 0-1 0 0,-1 0 0 0 0,1 1 0 0 0,-1-1 0 0 0,1 0 0 0 0,-1 0 0 0 0,1 1 0 0 0,-1-1 0 0 0,1 0 0 0 0,0 1 0 0 0,-1-1 0 0 0,0 1 1 0 0,-11 19 1543 0 0,6-2-1248 0 0,1 0 0 0 0,1 0 1 0 0,1 0-1 0 0,0 1 0 0 0,1-1 0 0 0,1 1 1 0 0,1 0-1 0 0,1-1 0 0 0,0 1 0 0 0,1-1 1 0 0,8 33-1 0 0,7 6 109 0 0,3-1 1 0 0,35 72-1 0 0,-18-43 41 0 0,-19-41-1067 0 0,2-2 0 0 0,27 42 0 0 0,-28-57-6006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16.7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1 357 5985 0 0,'0'1'93'0'0,"1"0"1"0"0,0-1-1 0 0,0 1 0 0 0,0 0 0 0 0,0-1 0 0 0,0 1 1 0 0,0-1-1 0 0,0 1 0 0 0,0-1 0 0 0,0 0 1 0 0,0 1-1 0 0,0-1 0 0 0,0 0 0 0 0,0 1 0 0 0,0-1 1 0 0,0 0-1 0 0,0 0 0 0 0,0 0 0 0 0,1 0 0 0 0,-1 0 1 0 0,0 0-1 0 0,0-1 0 0 0,0 1 0 0 0,2-1 0 0 0,0 0 67 0 0,0 0 1 0 0,0-1-1 0 0,0 0 0 0 0,0 1 0 0 0,0-1 0 0 0,0 0 0 0 0,-1-1 0 0 0,4-2 0 0 0,1-2 111 0 0,0-1-1 0 0,-1 1 1 0 0,0-2-1 0 0,10-16 1 0 0,-10 11-281 0 0,0-1 0 0 0,0 1 0 0 0,-2-2-1 0 0,0 1 1 0 0,4-30 0 0 0,-7 35-27 0 0,0 0-1 0 0,-1-1 1 0 0,0 1-1 0 0,-1-1 1 0 0,0 1-1 0 0,0 0 1 0 0,-1-1-1 0 0,0 1 0 0 0,-8-19 1 0 0,10 28 83 0 0,0 1 1 0 0,-1-1-1 0 0,1 0 1 0 0,0 0-1 0 0,0 1 1 0 0,-1-1 0 0 0,1 0-1 0 0,0 1 1 0 0,-1-1-1 0 0,1 0 1 0 0,-1 1-1 0 0,1-1 1 0 0,-1 1-1 0 0,1-1 1 0 0,-1 0-1 0 0,1 1 1 0 0,-1 0-1 0 0,1-1 1 0 0,-1 1-1 0 0,0-1 1 0 0,1 1-1 0 0,-1 0 1 0 0,0-1-1 0 0,1 1 1 0 0,-1 0-1 0 0,0 0 1 0 0,0-1-1 0 0,1 1 1 0 0,-1 0-1 0 0,0 0 1 0 0,0 0-1 0 0,0 0 1 0 0,-1 1 42 0 0,1-1 1 0 0,0 1 0 0 0,-1 0 0 0 0,1 0 0 0 0,0 0-1 0 0,0 0 1 0 0,0 0 0 0 0,0 1 0 0 0,0-1-1 0 0,0 0 1 0 0,0 0 0 0 0,0 1 0 0 0,0-1-1 0 0,0 3 1 0 0,-3 2 21 0 0,1 1 0 0 0,1-1 0 0 0,-1 1-1 0 0,1 0 1 0 0,1 0 0 0 0,-2 9 0 0 0,3-11 119 0 0,0 0 0 0 0,1 0 0 0 0,-1 0 0 0 0,1 0 1 0 0,0 0-1 0 0,1 0 0 0 0,-1 0 0 0 0,1-1 0 0 0,0 1 0 0 0,0 0 1 0 0,5 7-1 0 0,-5-6-127 0 0,-1 0 0 0 0,0 1 0 0 0,0 0 0 0 0,0-1 0 0 0,-1 1 1 0 0,0 0-1 0 0,0-1 0 0 0,-1 1 0 0 0,-1 7 0 0 0,1-5 43 0 0,0 0 0 0 0,0 0 0 0 0,1 0 1 0 0,0 0-1 0 0,1 1 0 0 0,0-1 0 0 0,3 10 0 0 0,-4-17-125 0 0,1 0-1 0 0,0 0 1 0 0,-1 0-1 0 0,1 0 1 0 0,0 0-1 0 0,0 0 1 0 0,0-1-1 0 0,0 1 1 0 0,0 0-1 0 0,1-1 1 0 0,-1 1 0 0 0,0-1-1 0 0,1 0 1 0 0,-1 1-1 0 0,1-1 1 0 0,-1 0-1 0 0,1 0 1 0 0,0 0-1 0 0,0 0 1 0 0,-1 0-1 0 0,1 0 1 0 0,2 1-1 0 0,-1-2-9 0 0,0 0 0 0 0,0 0 0 0 0,0 0 0 0 0,-1 0 0 0 0,1 0 0 0 0,0-1-1 0 0,-1 1 1 0 0,1-1 0 0 0,0 0 0 0 0,-1 0 0 0 0,1 0 0 0 0,0 0 0 0 0,-1 0 0 0 0,3-2-1 0 0,6-4 49 0 0,-1 0-1 0 0,0-1 0 0 0,0 0 0 0 0,-1-1 0 0 0,14-16 0 0 0,-1-1-10 0 0,-1-2 0 0 0,-1 0 0 0 0,-2-1 0 0 0,-1-1 0 0 0,-2-1 0 0 0,0 0 0 0 0,14-49 0 0 0,-29 80-48 0 0,0 0 0 0 0,0 0 0 0 0,0 0 0 0 0,0-1 0 0 0,0 1 0 0 0,0 0 0 0 0,0 0 0 0 0,0-1 0 0 0,0 1 0 0 0,0 0 0 0 0,0 0 0 0 0,0-1 0 0 0,0 1 0 0 0,0 0 0 0 0,0 0 0 0 0,0-1 0 0 0,0 1 0 0 0,0 0 0 0 0,0 0 0 0 0,1 0 0 0 0,-1-1 0 0 0,0 1 0 0 0,0 0 0 0 0,0 0 0 0 0,0 0 0 0 0,0 0 0 0 0,1-1 0 0 0,-1 1 0 0 0,0 0 0 0 0,0 0 0 0 0,0 0 0 0 0,1 0 0 0 0,-1 0 0 0 0,0 0 0 0 0,0-1 0 0 0,0 1 0 0 0,1 0 0 0 0,-1 0 0 0 0,0 0 0 0 0,0 0 0 0 0,1 0 0 0 0,-1 0 0 0 0,0 0 0 0 0,0 0 0 0 0,1 0 0 0 0,-1 0 0 0 0,0 0 0 0 0,0 0 0 0 0,1 0 0 0 0,-1 0 0 0 0,0 0 0 0 0,0 1 0 0 0,1-1 0 0 0,8 16 0 0 0,6 32 0 0 0,-14-45 0 0 0,18 83 139 0 0,-16-64-82 0 0,1 0-1 0 0,2 0 1 0 0,0-1 0 0 0,1 1 0 0 0,1-2 0 0 0,11 22 0 0 0,-19-42-58 0 0,0 1 1 0 0,0-1 0 0 0,0 0 0 0 0,0 0 0 0 0,0 0 0 0 0,0 1 0 0 0,0-1 0 0 0,0 0 0 0 0,1 0 0 0 0,-1 1 0 0 0,0-1 0 0 0,0 0 0 0 0,0 0 0 0 0,0 0-1 0 0,0 0 1 0 0,0 1 0 0 0,1-1 0 0 0,-1 0 0 0 0,0 0 0 0 0,0 0 0 0 0,0 0 0 0 0,1 0 0 0 0,-1 1 0 0 0,0-1 0 0 0,0 0 0 0 0,0 0 0 0 0,1 0 0 0 0,-1 0-1 0 0,0 0 1 0 0,0 0 0 0 0,0 0 0 0 0,1 0 0 0 0,-1 0 0 0 0,0 0 0 0 0,0 0 0 0 0,1 0 0 0 0,-1 0 0 0 0,0 0 0 0 0,0 0 0 0 0,0 0 0 0 0,1 0 0 0 0,-1 0 0 0 0,0 0-1 0 0,0 0 1 0 0,1 0 0 0 0,-1-1 0 0 0,0 1 0 0 0,0 0 0 0 0,1 0 0 0 0,4-16-11 0 0,2-38-39 0 0,-6 37 13 0 0,17-87-425 0 0,-15 93 423 0 0,0-1 1 0 0,0 1-1 0 0,2 1 1 0 0,-1-1-1 0 0,1 0 1 0 0,1 1-1 0 0,6-10 0 0 0,-11 18 35 0 0,1 1 0 0 0,-1-1 0 0 0,0 1 0 0 0,1-1 0 0 0,-1 1 0 0 0,1-1 0 0 0,0 1 0 0 0,-1 0 0 0 0,1-1 0 0 0,0 1 0 0 0,0 0 0 0 0,0 0 0 0 0,0 0 0 0 0,0 1 0 0 0,0-1 0 0 0,0 0 0 0 0,0 1 0 0 0,0 0 0 0 0,0-1 0 0 0,0 1 0 0 0,0 0 0 0 0,1 0 0 0 0,-1 0 0 0 0,0 0-1 0 0,0 0 1 0 0,0 1 0 0 0,0-1 0 0 0,0 0 0 0 0,0 1 0 0 0,0 0 0 0 0,0 0 0 0 0,0-1 0 0 0,0 1 0 0 0,0 0 0 0 0,0 1 0 0 0,0-1 0 0 0,-1 0 0 0 0,4 3 0 0 0,7 6 8 0 0,-1 0 0 0 0,0 1 0 0 0,0 1 0 0 0,12 16 0 0 0,-10-11-24 0 0,31 34-1572 0 0,-29-35-5068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2.1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195 80 4609 0 0,'-2'-3'319'0'0,"0"1"-1"0"0,1-1 1 0 0,-1 0 0 0 0,0 1 0 0 0,0-1-1 0 0,0 1 1 0 0,0 0 0 0 0,-1-1 0 0 0,1 1-1 0 0,-1 0 1 0 0,1 0 0 0 0,-1 1-1 0 0,0-1 1 0 0,0 1 0 0 0,0-1 0 0 0,0 1-1 0 0,0 0 1 0 0,-3-1 0 0 0,3 2-117 0 0,0 0 1 0 0,0 0 0 0 0,0 0-1 0 0,0 0 1 0 0,0 1-1 0 0,1 0 1 0 0,-1-1 0 0 0,0 1-1 0 0,0 0 1 0 0,1 0-1 0 0,-1 0 1 0 0,1 1-1 0 0,-1-1 1 0 0,1 1 0 0 0,-1-1-1 0 0,1 1 1 0 0,0 0-1 0 0,0 0 1 0 0,0 0 0 0 0,-4 4-1 0 0,-2 4 60 0 0,1 0 0 0 0,0 0-1 0 0,1 1 1 0 0,0 0 0 0 0,1 0 0 0 0,0 0-1 0 0,0 1 1 0 0,-4 19 0 0 0,0 7-67 0 0,-6 54 0 0 0,12-58-164 0 0,1 1 1 0 0,1 0-1 0 0,6 50 0 0 0,-2-66 3 0 0,0-1-1 0 0,0 1 1 0 0,2-1 0 0 0,0 1 0 0 0,1-1-1 0 0,1-1 1 0 0,18 33 0 0 0,-22-45-19 0 0,1 1-1 0 0,0-1 1 0 0,0 0-1 0 0,1 0 1 0 0,-1-1 0 0 0,1 1-1 0 0,0-1 1 0 0,0 0 0 0 0,1-1-1 0 0,-1 1 1 0 0,1-1 0 0 0,-1 0-1 0 0,1 0 1 0 0,0-1-1 0 0,0 1 1 0 0,13 2 0 0 0,-15-5 6 0 0,0 1 1 0 0,1-1 0 0 0,-1 0-1 0 0,0 0 1 0 0,1 0 0 0 0,-1-1-1 0 0,0 1 1 0 0,0-1 0 0 0,1 0-1 0 0,-1 0 1 0 0,0-1 0 0 0,0 1-1 0 0,0-1 1 0 0,0 0 0 0 0,-1 0-1 0 0,1 0 1 0 0,0-1-1 0 0,-1 1 1 0 0,1-1 0 0 0,-1 0-1 0 0,0 0 1 0 0,0 0 0 0 0,0 0-1 0 0,-1-1 1 0 0,1 1 0 0 0,2-5-1 0 0,2-4 39 0 0,-1-1-1 0 0,0 0 0 0 0,-1 0 1 0 0,0 0-1 0 0,-1 0 0 0 0,-1-1 0 0 0,0 0 1 0 0,-1 0-1 0 0,0 0 0 0 0,-1-16 1 0 0,-1-11 21 0 0,-2 1 0 0 0,-9-51 1 0 0,3 41 19 0 0,-20-62 0 0 0,22 92-71 0 0,-1-1 0 0 0,-1 1 0 0 0,-1 0 0 0 0,-1 1 0 0 0,-19-28 0 0 0,24 41-129 0 0,0 0-1 0 0,0 1 1 0 0,0-1-1 0 0,0 1 1 0 0,-1 1 0 0 0,0-1-1 0 0,0 1 1 0 0,-7-4-1 0 0,11 7 24 0 0,1 0 0 0 0,-1 0 0 0 0,0 1 0 0 0,1-1 0 0 0,-1 0 1 0 0,0 1-1 0 0,0-1 0 0 0,0 1 0 0 0,1-1 0 0 0,-1 1 0 0 0,0 0 0 0 0,0 0 0 0 0,0 0 0 0 0,0 0 0 0 0,1 0 0 0 0,-1 0 0 0 0,0 0 0 0 0,0 1 0 0 0,0-1 0 0 0,1 1 0 0 0,-1-1 1 0 0,0 1-1 0 0,0 0 0 0 0,1-1 0 0 0,-1 1 0 0 0,1 0 0 0 0,-1 0 0 0 0,0 0 0 0 0,1 1 0 0 0,0-1 0 0 0,-1 0 0 0 0,1 0 0 0 0,0 1 0 0 0,0-1 0 0 0,0 1 0 0 0,0-1 0 0 0,-1 2 0 0 0,-6 13-5961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2.5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0 134 10594 0 0,'12'93'4230'0'0,"5"34"-3359"0"0,-16-123-873 0 0,0 0 0 0 0,0 0 1 0 0,0-1-1 0 0,1 1 0 0 0,-1 0 0 0 0,1-1 0 0 0,0 0 0 0 0,0 1 0 0 0,0-1 0 0 0,1 0 0 0 0,4 5 0 0 0,-7-7-9 0 0,1-1 1 0 0,0 1-1 0 0,0-1 0 0 0,-1 1 1 0 0,1-1-1 0 0,0 1 0 0 0,0-1 0 0 0,0 1 1 0 0,0-1-1 0 0,0 0 0 0 0,0 1 1 0 0,0-1-1 0 0,0 0 0 0 0,0 0 0 0 0,-1 0 1 0 0,1 0-1 0 0,0 0 0 0 0,0 0 1 0 0,2 0-1 0 0,-1-1-15 0 0,-1 1 1 0 0,1-1 0 0 0,-1 0-1 0 0,0 1 1 0 0,1-1-1 0 0,-1 0 1 0 0,0 0 0 0 0,1 0-1 0 0,-1 0 1 0 0,0-1-1 0 0,0 1 1 0 0,0 0 0 0 0,0 0-1 0 0,0-1 1 0 0,0 1-1 0 0,0-2 1 0 0,12-22-620 0 0,-2-1 0 0 0,-1 1 0 0 0,-2-2 0 0 0,0 1 0 0 0,-1-1 0 0 0,2-28 0 0 0,-2 18 1035 0 0,1 1-1 0 0,16-45 1 0 0,-24 80-350 0 0,1-1 0 0 0,-1 1 0 0 0,0 0 0 0 0,1 0 1 0 0,-1 0-1 0 0,1 0 0 0 0,-1 0 0 0 0,1 0 0 0 0,-1 0 0 0 0,1 0 1 0 0,0 0-1 0 0,0 0 0 0 0,-1 0 0 0 0,1 0 0 0 0,0 0 0 0 0,0 1 1 0 0,0-1-1 0 0,0 0 0 0 0,0 0 0 0 0,0 1 0 0 0,0-1 0 0 0,0 1 1 0 0,0-1-1 0 0,2 0 0 0 0,-2 2-10 0 0,0-1 0 0 0,0 0 0 0 0,0 1 0 0 0,0-1 1 0 0,0 1-1 0 0,0-1 0 0 0,0 1 0 0 0,0 0 0 0 0,0-1 0 0 0,0 1 0 0 0,0 0 1 0 0,0 0-1 0 0,0 0 0 0 0,0 0 0 0 0,-1-1 0 0 0,1 1 0 0 0,0 0 0 0 0,-1 0 1 0 0,1 2-1 0 0,6 9 201 0 0,-1 0 0 0 0,-1 0 0 0 0,4 14 0 0 0,-7-21-56 0 0,10 33 618 0 0,-4-12-66 0 0,1 0 1 0 0,22 45-1 0 0,-27-64-835 0 0,0 0 0 0 0,1-1 0 0 0,-1 0 0 0 0,1 1 0 0 0,1-1 0 0 0,-1-1 0 0 0,1 1 0 0 0,0-1 0 0 0,0 0 0 0 0,0-1 0 0 0,1 1 0 0 0,-1-1 0 0 0,1 0 0 0 0,11 4 0 0 0,8 0-5575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2.7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6 10138 0 0,'0'-1'40'0'0,"0"1"-1"0"0,0 0 0 0 0,0 0 1 0 0,0 0-1 0 0,0-1 1 0 0,0 1-1 0 0,0 0 0 0 0,-1 0 1 0 0,1 0-1 0 0,0 0 1 0 0,0-1-1 0 0,0 1 1 0 0,0 0-1 0 0,0 0 0 0 0,0 0 1 0 0,0 0-1 0 0,0-1 1 0 0,0 1-1 0 0,-1 0 0 0 0,1 0 1 0 0,0 0-1 0 0,0 0 1 0 0,0 0-1 0 0,0 0 0 0 0,-1-1 1 0 0,1 1-1 0 0,0 0 1 0 0,0 0-1 0 0,0 0 0 0 0,0 0 1 0 0,-1 0-1 0 0,1 0 1 0 0,0 0-1 0 0,0 0 1 0 0,0 0-1 0 0,-1 0 0 0 0,1 0 1 0 0,0 0-1 0 0,0 0 1 0 0,0 0-1 0 0,-1 0 0 0 0,1 0 1 0 0,0 0-1 0 0,0 0 1 0 0,0 0-1 0 0,-1 0 0 0 0,1 0 1 0 0,0 0-1 0 0,0 0 1 0 0,0 1-1 0 0,0-1 1 0 0,-1 0-1 0 0,1 0 0 0 0,0 0 1 0 0,0 0-1 0 0,0 0 1 0 0,0 0-1 0 0,0 1 0 0 0,0-1 1 0 0,-1 0-1 0 0,1 0 1 0 0,0 1-1 0 0,-5 20 1403 0 0,3 37 153 0 0,2-51-1298 0 0,-1 62-43 0 0,3 0-1 0 0,3 0 1 0 0,4 0-1 0 0,2-1 0 0 0,3 0 1 0 0,4-1-1 0 0,34 89 1 0 0,-41-130-747 0 0,2-1 1 0 0,24 39 0 0 0,-15-33-91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2.9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10 202 11058 0 0,'-7'-1'985'0'0,"4"-3"-793"0"0,3 0-192 0 0,2 0 0 0 0,2 0 392 0 0,0 0 40 0 0,1-1 8 0 0,5-4 0 0 0,6-5-304 0 0,6-6-56 0 0,7-4-16 0 0,1 0 0 0 0,1-1-256 0 0,-1 5-64 0 0,0 2 0 0 0,-4 4-8 0 0,2 6 176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3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57 9674 0 0,'-2'0'164'0'0,"0"-1"1"0"0,-1 0-1 0 0,1 0 0 0 0,0 0 0 0 0,0 0 0 0 0,0-1 1 0 0,0 1-1 0 0,0-1 0 0 0,0 1 0 0 0,0-1 0 0 0,0 0 1 0 0,1 1-1 0 0,-1-1 0 0 0,1 0 0 0 0,-1 0 1 0 0,1 0-1 0 0,0 0 0 0 0,0-1 0 0 0,0 1 0 0 0,0 0 1 0 0,0 0-1 0 0,0-1 0 0 0,0 1 0 0 0,1 0 1 0 0,0-1-1 0 0,-1 1 0 0 0,1-1 0 0 0,3-3 1703 0 0,3 13-1103 0 0,4 11-31 0 0,13 45 735 0 0,22 105 0 0 0,-12-41-1157 0 0,-25-102-409 0 0,15 63-1233 0 0,-22-80 539 0 0,0 0 0 0 0,0 0-1 0 0,-1 0 1 0 0,-1 16 0 0 0,-4-14-3220 0 0,0-10 1965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3.6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1 129 6913 0 0,'2'-7'183'0'0,"0"0"0"0"0,0 1 0 0 0,1 0-1 0 0,-1-1 1 0 0,2 1 0 0 0,-1 0 0 0 0,1 0-1 0 0,0 1 1 0 0,0-1 0 0 0,0 1 0 0 0,1 0-1 0 0,5-5 1 0 0,-4 5 305 0 0,-1 0 0 0 0,1 1 0 0 0,0-1 0 0 0,0 1 0 0 0,0 1 0 0 0,0-1 0 0 0,1 1 0 0 0,0 0 0 0 0,-1 1 0 0 0,1-1 0 0 0,11-1 0 0 0,-16 4-438 0 0,0-1 0 0 0,0 1 0 0 0,0 0 0 0 0,-1 0 0 0 0,1 0 0 0 0,0 0 0 0 0,0 0 0 0 0,0 0 0 0 0,0 0 0 0 0,0 0 1 0 0,-1 1-1 0 0,1-1 0 0 0,0 1 0 0 0,0 0 0 0 0,0-1 0 0 0,-1 1 0 0 0,1 0 0 0 0,0 0 0 0 0,-1 0 0 0 0,1 0 0 0 0,-1 0 0 0 0,1 0 1 0 0,-1 1-1 0 0,0-1 0 0 0,0 0 0 0 0,1 1 0 0 0,-1-1 0 0 0,0 1 0 0 0,0 0 0 0 0,0-1 0 0 0,0 1 0 0 0,-1 0 0 0 0,1-1 1 0 0,0 1-1 0 0,-1 0 0 0 0,1 0 0 0 0,-1 0 0 0 0,0-1 0 0 0,1 1 0 0 0,-1 0 0 0 0,0 0 0 0 0,0 0 0 0 0,-1 4 0 0 0,1 3 156 0 0,-1 0 0 0 0,0 1 0 0 0,-1-1 0 0 0,0 0 0 0 0,0 1 0 0 0,-1-1 0 0 0,-6 12 0 0 0,-5 8-436 0 0,-2-1 0 0 0,0-1 0 0 0,-2 0 0 0 0,-1-1 0 0 0,-1-1 0 0 0,-35 34 0 0 0,47-54-2265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4.1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29 6913 0 0,'-1'-2'329'0'0,"0"0"-1"0"0,0 1 1 0 0,0-1-1 0 0,1 0 1 0 0,-1 0-1 0 0,1 0 1 0 0,-1 0-1 0 0,5-12 5012 0 0,-4 15-5284 0 0,6 18 1344 0 0,-4 1-379 0 0,1 35-1 0 0,-3-35-642 0 0,1 1 0 0 0,6 34 0 0 0,-6-50-379 0 0,0-1 0 0 0,1 1 1 0 0,-1 0-1 0 0,1-1 1 0 0,0 1-1 0 0,0-1 0 0 0,1 0 1 0 0,-1 1-1 0 0,1-1 1 0 0,0 0-1 0 0,0 0 0 0 0,0-1 1 0 0,0 1-1 0 0,1-1 1 0 0,-1 0-1 0 0,6 4 1 0 0,-8-6-9 0 0,0-1 1 0 0,0 1-1 0 0,1 0 1 0 0,-1-1 0 0 0,0 1-1 0 0,0-1 1 0 0,1 1 0 0 0,-1-1-1 0 0,0 1 1 0 0,1-1 0 0 0,-1 0-1 0 0,1 0 1 0 0,-1 0-1 0 0,0 0 1 0 0,1 0 0 0 0,-1 0-1 0 0,0 0 1 0 0,1 0 0 0 0,-1 0-1 0 0,0-1 1 0 0,1 1 0 0 0,-1-1-1 0 0,0 1 1 0 0,1-1 0 0 0,-1 1-1 0 0,1-2 1 0 0,1 0-72 0 0,0-1 0 0 0,0 1 0 0 0,0-1 0 0 0,-1 0 0 0 0,1 0 0 0 0,-1 0 1 0 0,0 0-1 0 0,0 0 0 0 0,3-6 0 0 0,1-4-225 0 0,-1-1 0 0 0,0 0 0 0 0,0 0 0 0 0,1-15 0 0 0,-3 6 168 0 0,3-21 39 0 0,-6 42 102 0 0,1 0 0 0 0,-1 0-1 0 0,1-1 1 0 0,0 1 0 0 0,0 0-1 0 0,0 0 1 0 0,0 0 0 0 0,0 0-1 0 0,0 0 1 0 0,0 0 0 0 0,1 0 0 0 0,-1 0-1 0 0,3-2 1 0 0,-3 4-5 0 0,0-1 0 0 0,0 1 0 0 0,0 0 0 0 0,-1 0 0 0 0,1 0-1 0 0,0 0 1 0 0,0 0 0 0 0,0 0 0 0 0,0 0 0 0 0,-1 0 0 0 0,1 0 0 0 0,0 0 0 0 0,0 0 0 0 0,0 0 0 0 0,-1 1 0 0 0,1-1 0 0 0,0 0 0 0 0,0 1 0 0 0,-1-1-1 0 0,1 1 1 0 0,0-1 0 0 0,0 0 0 0 0,-1 1 0 0 0,1 0 0 0 0,-1-1 0 0 0,1 1 0 0 0,0-1 0 0 0,-1 1 0 0 0,1 0 0 0 0,-1-1 0 0 0,0 1 0 0 0,1 0-1 0 0,-1-1 1 0 0,1 1 0 0 0,-1 0 0 0 0,0 0 0 0 0,0 0 0 0 0,1-1 0 0 0,-1 2 0 0 0,14 35 120 0 0,-13-35-88 0 0,3 10 174 0 0,-1 0 0 0 0,2-1 0 0 0,0 1 0 0 0,0-1 0 0 0,1 0 0 0 0,10 13 0 0 0,-14-21-325 0 0,0 0 0 0 0,1 0-1 0 0,0-1 1 0 0,0 1 0 0 0,0-1 0 0 0,0 0-1 0 0,0 0 1 0 0,0 0 0 0 0,0 0 0 0 0,1-1-1 0 0,-1 1 1 0 0,0-1 0 0 0,1 0 0 0 0,0 0-1 0 0,-1 0 1 0 0,1 0 0 0 0,0-1 0 0 0,-1 1-1 0 0,1-1 1 0 0,0 0 0 0 0,-1 0 0 0 0,1-1-1 0 0,0 1 1 0 0,0-1 0 0 0,5-1 0 0 0,12-4-1046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4.3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8290 0 0,'5'-11'598'0'0,"1"10"928"0"0,5 21 1116 0 0,2 20 431 0 0,10 50-1 0 0,-14-49-1923 0 0,20 53 0 0 0,8-3-382 0 0,30 86-1836 0 0,-61-151 596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4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1 279 9218 0 0,'2'-3'346'0'0,"0"-1"1"0"0,1 1-1 0 0,0 0 0 0 0,0 0 0 0 0,-1 0 1 0 0,2 1-1 0 0,-1-1 0 0 0,4-2 1 0 0,0-1-30 0 0,191-138 5298 0 0,-57 60-5883 0 0,-114 68-6145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7.0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13 146 6913 0 0,'-13'4'991'0'0,"14"5"622"0"0,0-8-1470 0 0,0 1 0 0 0,0-1 1 0 0,1 1-1 0 0,-1-1 0 0 0,1 0 0 0 0,-1 1 0 0 0,1-1 0 0 0,-1 0 0 0 0,1 0 0 0 0,0 0 0 0 0,3 1 0 0 0,9 1 308 0 0,1 0-1 0 0,-1-1 0 0 0,1 0 0 0 0,0-1 0 0 0,0-1 1 0 0,16-2-1 0 0,20 1-106 0 0,502-11 271 0 0,-261-1-300 0 0,-101 6-34 0 0,209-4 424 0 0,-137 5-411 0 0,209-3 402 0 0,-287 4-411 0 0,146-6 142 0 0,231-17 381 0 0,984-52-304 0 0,-186 97-505 0 0,-852-3 18 0 0,119-8 377 0 0,-189-5 48 0 0,136 2 203 0 0,1042 76-267 0 0,20 50-319 0 0,-1439-116-144 0 0,91 8 210 0 0,-97-3-3320 0 0,-149-12-3545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7.7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0 10138 0 0,'-2'1'49'0'0,"0"0"-1"0"0,-1 0 0 0 0,1 1 1 0 0,0-1-1 0 0,0 0 0 0 0,1 1 1 0 0,-1 0-1 0 0,0-1 0 0 0,0 1 1 0 0,1 0-1 0 0,-1 0 0 0 0,1 0 1 0 0,-1 0-1 0 0,1 0 1 0 0,0 0-1 0 0,0 0 0 0 0,0 1 1 0 0,0-1-1 0 0,1 0 0 0 0,-1 1 1 0 0,0-1-1 0 0,1 0 0 0 0,0 1 1 0 0,-1-1-1 0 0,1 1 1 0 0,0 2-1 0 0,-2 8 136 0 0,-29 175 551 0 0,-43 373 2697 0 0,87 278-2654 0 0,1-471-629 0 0,44 1661 1712 0 0,-61-961 951 0 0,-2-746-2160 0 0,24 421-41 0 0,7-35-563 0 0,8 110 54 0 0,0-106 345 0 0,-19-339-162 0 0,-17 361-68 0 0,-1-689-708 0 0,3 0-1 0 0,1 0 1 0 0,2 1-1 0 0,3-1 1 0 0,12 51-1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8.4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12159 0 16131 0 0,'-33'10'321'0'0,"-1"-2"-1"0"0,1-1 1 0 0,-52 3-1 0 0,-106-4-3350 0 0,51-3 247 0 0,-219 21-703 0 0,-180 27 4223 0 0,467-44-455 0 0,-1283 155 2984 0 0,574-64-6932 0 0,113-3 3004 0 0,247-33 1281 0 0,-58 13-234 0 0,-163 20 534 0 0,476-74-441 0 0,-482 51 2934 0 0,-832 93-2573 0 0,1133-126 868 0 0,-624-10 0 0 0,217-55-1680 0 0,-301-56 2861 0 0,944 68-2483 0 0,0 4 0 0 0,0 6 0 0 0,0 4 0 0 0,-197 26 0 0 0,267-19-328 0 0,13-2-563 0 0,0-1 0 0 0,-29 0-1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29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8754 0 0,'2'56'703'0'0,"14"72"0"0"0,-5-47-589 0 0,23 278 482 0 0,23 177 709 0 0,28 296-1164 0 0,-47 4 446 0 0,-23-434 126 0 0,-7 1092 90 0 0,-56-377-145 0 0,10-234 1699 0 0,36 68-1376 0 0,9-340-536 0 0,-18-117-186 0 0,8 422 426 0 0,29 507-573 0 0,-30-1247-64 0 0,-26 575 416 0 0,24-695-447 0 0,-1 22 359 0 0,2 103 0 0 0,5-176-332 0 0,0-1-14 0 0,0 1 0 0 0,0-1-1 0 0,0 1 1 0 0,1-1 0 0 0,0 1 0 0 0,0-1 0 0 0,0 1 0 0 0,0-1 0 0 0,1 0 0 0 0,0 0-1 0 0,2 6 1 0 0,2-10-1650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3.8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89 169 5065 0 0,'-4'-21'1474'0'0,"-1"1"0"0"0,-2-1 0 0 0,1 1 0 0 0,-2 0-1 0 0,-21-37 1 0 0,29 57-1378 0 0,0-1-1 0 0,0 1 1 0 0,0-1 0 0 0,-1 1-1 0 0,1-1 1 0 0,0 1-1 0 0,-1-1 1 0 0,1 1-1 0 0,0-1 1 0 0,-1 1 0 0 0,1-1-1 0 0,0 1 1 0 0,-1-1-1 0 0,1 1 1 0 0,-1 0-1 0 0,1-1 1 0 0,-1 1 0 0 0,1 0-1 0 0,-1-1 1 0 0,1 1-1 0 0,-1 0 1 0 0,1 0-1 0 0,-1 0 1 0 0,0-1-1 0 0,1 1 1 0 0,-1 0 0 0 0,1 0-1 0 0,-1 0 1 0 0,-1 0-1 0 0,-5 15 1418 0 0,2 28-454 0 0,5-42-1050 0 0,2 364 1479 0 0,-6 134-1532 0 0,3-368-1192 0 0,1-71-4294 0 0,0-55 3875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4.2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9 283 7834 0 0,'0'0'32'0'0,"0"0"1"0"0,0 0-1 0 0,-1 0 1 0 0,1 0 0 0 0,0 0-1 0 0,-1 0 1 0 0,1 0-1 0 0,0 0 1 0 0,0 0-1 0 0,-1 0 1 0 0,1 0 0 0 0,0 0-1 0 0,-1 0 1 0 0,1 0-1 0 0,0 0 1 0 0,0 0-1 0 0,-1 0 1 0 0,1 0 0 0 0,0 0-1 0 0,0-1 1 0 0,-1 1-1 0 0,1 0 1 0 0,0 0-1 0 0,0 0 1 0 0,-1-1 0 0 0,1 1-1 0 0,0 0 1 0 0,0 0-1 0 0,0 0 1 0 0,0-1-1 0 0,-1 1 1 0 0,1 0 0 0 0,0 0-1 0 0,0-1 1 0 0,0 1-1 0 0,0 0 1 0 0,0 0-1 0 0,0-1 1 0 0,0 1 0 0 0,0 0-1 0 0,0-1 1 0 0,0 1-1 0 0,0 0 1 0 0,0-1-1 0 0,0 1 1 0 0,0 0 0 0 0,0 0-1 0 0,0-1 1 0 0,0 1-1 0 0,0 0 1 0 0,0 0-1 0 0,0-1 1 0 0,0 1 0 0 0,0 0-1 0 0,1-1 1 0 0,-1 1 44 0 0,0-1 0 0 0,1 1 0 0 0,-1-1 0 0 0,1 1 0 0 0,-1 0 0 0 0,1-1 0 0 0,-1 1 0 0 0,1 0 0 0 0,-1-1 0 0 0,1 1 0 0 0,-1 0 0 0 0,1 0 0 0 0,-1-1 0 0 0,1 1 0 0 0,-1 0 0 0 0,1 0 0 0 0,-1 0 0 0 0,1 0 0 0 0,0 0 0 0 0,-1 0 0 0 0,1 0 0 0 0,-1 0 0 0 0,1 0 0 0 0,0 0 0 0 0,-1 0 0 0 0,1 0 0 0 0,-1 0 0 0 0,1 0 0 0 0,-1 1 0 0 0,1-1 0 0 0,-1 0 0 0 0,1 0 0 0 0,0 1 0 0 0,8 5 281 0 0,0 0 0 0 0,0 0-1 0 0,-1 1 1 0 0,0 0 0 0 0,0 1 0 0 0,13 16 0 0 0,40 64 884 0 0,-33-47-813 0 0,70 109 443 0 0,33 46-48 0 0,-95-144-528 0 0,-25-35-71 0 0,0 1 0 0 0,1-2 0 0 0,2 0 0 0 0,24 24 1 0 0,-37-39-198 0 0,0 0 0 0 0,0 0 0 0 0,0 0 0 0 0,0 0 0 0 0,0 0 0 0 0,0-1 0 0 0,0 1 0 0 0,1 0 1 0 0,-1-1-1 0 0,0 1 0 0 0,0-1 0 0 0,0 1 0 0 0,1-1 0 0 0,-1 0 0 0 0,0 0 0 0 0,1 1 0 0 0,-1-1 1 0 0,0 0-1 0 0,1 0 0 0 0,-1 0 0 0 0,2-1 0 0 0,-2 1 1 0 0,0-1-1 0 0,0 1 1 0 0,0-1-1 0 0,0 0 1 0 0,-1 0 0 0 0,1 1-1 0 0,0-1 1 0 0,0 0-1 0 0,-1 0 1 0 0,1 0-1 0 0,0 0 1 0 0,-1 0 0 0 0,1 0-1 0 0,-1 0 1 0 0,1 0-1 0 0,-1 0 1 0 0,0 0-1 0 0,1 0 1 0 0,-1-2 0 0 0,2-8 130 0 0,-1 1 1 0 0,0-1 0 0 0,-1 0 0 0 0,0-11-1 0 0,-1 13-80 0 0,-22-326 1047 0 0,2 65-1460 0 0,20 238-46 0 0,1-1 1 0 0,8-51 0 0 0,-3 59-1606 0 0,14-46 0 0 0,-7 36-4462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4.7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0 7834 0 0,'-1'0'156'0'0,"-1"1"1"0"0,1-1-1 0 0,0 0 1 0 0,0 0-1 0 0,0 0 1 0 0,0 1-1 0 0,0-1 1 0 0,0 1-1 0 0,0-1 1 0 0,0 1-1 0 0,0-1 1 0 0,0 1-1 0 0,0-1 1 0 0,0 1-1 0 0,0 0 1 0 0,0 0-1 0 0,0-1 1 0 0,1 1-1 0 0,-1 0 1 0 0,0 0-1 0 0,0 0 1 0 0,1 0-1 0 0,-1 0 1 0 0,1 0-1 0 0,-1 0 1 0 0,1 0-1 0 0,-1 0 1 0 0,1 0-1 0 0,0 0 1 0 0,0 0-1 0 0,-1 0 1 0 0,1 0-1 0 0,0 1 1 0 0,0-1-1 0 0,0 0 1 0 0,0 0-1 0 0,0 0 1 0 0,1 2-1 0 0,-1 7 166 0 0,1-1-1 0 0,1 0 0 0 0,4 16 0 0 0,-5-20-126 0 0,102 441 2350 0 0,-82-323-2520 0 0,10 205 0 0 0,-31-255-199 0 0,-1-36-878 0 0,2 0 0 0 0,9 63 0 0 0,-1-78-1606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5.1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15 224 7370 0 0,'0'0'56'0'0,"-1"0"1"0"0,1 0-1 0 0,-1 0 1 0 0,1 0-1 0 0,-1 0 1 0 0,0 0 0 0 0,1 0-1 0 0,-1 1 1 0 0,1-1-1 0 0,-1 0 1 0 0,1 0-1 0 0,-1 0 1 0 0,1 1 0 0 0,-1-1-1 0 0,1 0 1 0 0,-1 1-1 0 0,1-1 1 0 0,-1 0-1 0 0,1 1 1 0 0,0-1 0 0 0,-1 1-1 0 0,1-1 1 0 0,-1 0-1 0 0,1 1 1 0 0,0-1-1 0 0,-1 1 1 0 0,1-1 0 0 0,0 1-1 0 0,0-1 1 0 0,0 1-1 0 0,-1 0 1 0 0,1-1-1 0 0,0 1 1 0 0,0-1 0 0 0,0 1-1 0 0,0-1 1 0 0,0 2-1 0 0,11 20 1809 0 0,-7-17-1880 0 0,4 6 492 0 0,0 0 0 0 0,1-1 0 0 0,0 0-1 0 0,0 0 1 0 0,20 14 0 0 0,61 36 1428 0 0,4 4-535 0 0,36 51-571 0 0,39 30-614 0 0,-146-126 48 0 0,1-2 1 0 0,1-1-1 0 0,0-1 0 0 0,1-2 0 0 0,33 14 0 0 0,-63-63 2116 0 0,-25-97-1071 0 0,-2-4-1202 0 0,-20-218 1 0 0,50 326-1239 0 0,5-55 1 0 0,3 26-6549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6.5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333 113 6449 0 0,'-7'-21'582'0'0,"5"11"-399"0"0,0 0-1 0 0,-1 1 1 0 0,-1-1-1 0 0,1 1 1 0 0,-2 0-1 0 0,1 0 1 0 0,-11-15-1 0 0,14 24-146 0 0,1 0 0 0 0,0-1 1 0 0,-1 1-1 0 0,1 0 0 0 0,0 0 0 0 0,-1 0 0 0 0,1 0 0 0 0,0 0 0 0 0,-1 0 1 0 0,1 0-1 0 0,0 0 0 0 0,-1 0 0 0 0,1 0 0 0 0,-1 0 0 0 0,1 0 0 0 0,0 0 1 0 0,-1 0-1 0 0,1 0 0 0 0,0 0 0 0 0,-1 0 0 0 0,1 0 0 0 0,0 0 0 0 0,-1 1 1 0 0,1-1-1 0 0,0 0 0 0 0,-1 0 0 0 0,1 0 0 0 0,0 1 0 0 0,-1-1 0 0 0,1 0 1 0 0,0 0-1 0 0,0 1 0 0 0,-1-1 0 0 0,1 0 0 0 0,0 0 0 0 0,0 1 0 0 0,0-1 1 0 0,-1 0-1 0 0,1 1 0 0 0,0-1 0 0 0,0 0 0 0 0,0 1 0 0 0,0-1 0 0 0,0 1 1 0 0,0-1-1 0 0,0 0 0 0 0,0 1 0 0 0,0-1 0 0 0,0 0 0 0 0,0 1 0 0 0,0-1 1 0 0,0 1-1 0 0,-5 23 698 0 0,5-24-729 0 0,-43 370 2132 0 0,-39 222-1565 0 0,-55 542 2535 0 0,130-533-1976 0 0,41 0-503 0 0,-2-64-225 0 0,-11 848 8 0 0,-15-469 189 0 0,157 1079 2843 0 0,-127-1722-3472 0 0,89 575 132 0 0,-75-584-100 0 0,101 303-1 0 0,-108-423-568 0 0,-26-82-5591 0 0,-7-21-1127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7.2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 9218 0 0,'0'-1'43'0'0,"1"0"0"0"0,0 1 1 0 0,0-1-1 0 0,-1 1 0 0 0,1-1 0 0 0,0 1 1 0 0,0 0-1 0 0,0-1 0 0 0,-1 1 0 0 0,1 0 1 0 0,0-1-1 0 0,0 1 0 0 0,0 0 0 0 0,0 0 0 0 0,0 0 1 0 0,0 0-1 0 0,0 0 0 0 0,-1 0 0 0 0,1 0 1 0 0,1 0-1 0 0,26 3-740 0 0,-17-2 677 0 0,542 18 2716 0 0,-343-16-2014 0 0,753 4 546 0 0,-579-6-1119 0 0,580-6 370 0 0,-299 0 599 0 0,157-1 285 0 0,-42 0-187 0 0,82-2-332 0 0,497-1 335 0 0,-604 7-432 0 0,1093-2-238 0 0,-379 85-1204 0 0,-1296-59-1102 0 0,-60 1-4829 0 0,-67-11 1271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8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11158 4 16131 0 0,'-2'-1'83'0'0,"1"0"-1"0"0,-1 1 1 0 0,1-1-1 0 0,-1 1 0 0 0,1 0 1 0 0,-1-1-1 0 0,0 1 0 0 0,1 0 1 0 0,-1 0-1 0 0,1 0 0 0 0,-1 0 1 0 0,0 0-1 0 0,1 1 0 0 0,-1-1 1 0 0,1 0-1 0 0,-1 1 0 0 0,1-1 1 0 0,-1 1-1 0 0,1-1 1 0 0,-4 3-1 0 0,3-1-182 0 0,0 1 1 0 0,-1 0-1 0 0,1 0 1 0 0,0 0-1 0 0,0 0 1 0 0,1 0 0 0 0,-1 0-1 0 0,-1 4 1 0 0,-2 3 67 0 0,-12 27-95 0 0,2 1 0 0 0,2 0 0 0 0,1 1 1 0 0,-9 53-1 0 0,-13 168 1154 0 0,25-171-950 0 0,-45 367 311 0 0,-23 210-31 0 0,30 3 82 0 0,28 232 10 0 0,-7 209 44 0 0,12-814-347 0 0,-19 517 159 0 0,28-1 1171 0 0,98 847-852 0 0,-17-484-324 0 0,39-28-284 0 0,-20-360 174 0 0,-90-741-147 0 0,2 36 27 0 0,-6-74-66 0 0,-1 0 0 0 0,-1 0 0 0 0,0 0 1 0 0,0 0-1 0 0,-1 0 0 0 0,1 0 0 0 0,-6 12 0 0 0,5-17-12 0 0,1 0 0 0 0,-1 0 0 0 0,0-1 0 0 0,-1 1 0 0 0,1 0 0 0 0,0-1 0 0 0,-1 1 0 0 0,0-1 0 0 0,1 0 0 0 0,-1 0 1 0 0,0 0-1 0 0,0 0 0 0 0,0-1 0 0 0,0 1 0 0 0,0-1 0 0 0,-1 1 0 0 0,1-1 0 0 0,0 0 0 0 0,-1-1 0 0 0,1 1 0 0 0,-1 0 0 0 0,-3-1 0 0 0,-11 2-61 0 0,0-2 0 0 0,0 0-1 0 0,-19-3 1 0 0,20 2 34 0 0,-340-36-501 0 0,-26-1 724 0 0,-734-22 799 0 0,827 46-491 0 0,-455-12-873 0 0,300 13 314 0 0,-786-45-374 0 0,624 26 348 0 0,-1047-123-345 0 0,506 40 168 0 0,619 67-287 0 0,-278-18-245 0 0,405 52 934 0 0,343 12 87 0 0,-452 20 1723 0 0,428-8-1879 0 0,0 3 1 0 0,0 4-1 0 0,2 4 1 0 0,-99 38-1 0 0,167-54 72 0 0,0 1 1 0 0,0 0-1 0 0,1 1 0 0 0,-16 12 0 0 0,-2 5-2310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39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213 122 7834 0 0,'-4'2'197'0'0,"0"1"1"0"0,0-1-1 0 0,0 1 1 0 0,1 0-1 0 0,-1 0 1 0 0,0 0-1 0 0,1 0 0 0 0,0 1 1 0 0,-4 4-1 0 0,-25 39 269 0 0,25-36-314 0 0,-12 22-25 0 0,0 1 0 0 0,3 1-1 0 0,1 1 1 0 0,1 0 0 0 0,2 0-1 0 0,1 2 1 0 0,3-1 0 0 0,0 1-1 0 0,3 0 1 0 0,-1 42 0 0 0,5-69-85 0 0,1 1 0 0 0,1-1 0 0 0,-1 1 0 0 0,2 0 0 0 0,0-1 0 0 0,0 1 0 0 0,1-1 0 0 0,0 0-1 0 0,1 0 1 0 0,0 0 0 0 0,1-1 0 0 0,0 1 0 0 0,1-1 0 0 0,0 0 0 0 0,1-1 0 0 0,0 1 0 0 0,0-1 0 0 0,1-1 0 0 0,0 1 0 0 0,1-1 0 0 0,-1-1 0 0 0,1 1 0 0 0,1-2 0 0 0,0 1 0 0 0,15 7 0 0 0,-12-8 96 0 0,1 1 1 0 0,0-2 0 0 0,0 0 0 0 0,0 0-1 0 0,1-2 1 0 0,0 0 0 0 0,0 0-1 0 0,0-1 1 0 0,0-1 0 0 0,0-1 0 0 0,0 0-1 0 0,0-1 1 0 0,15-3 0 0 0,-10 0 42 0 0,0-1 0 0 0,0-1 0 0 0,0-1 0 0 0,-1 0 1 0 0,0-2-1 0 0,0 0 0 0 0,-1-1 0 0 0,32-24 1 0 0,-27 17-30 0 0,0-1 1 0 0,-2-1 0 0 0,0-1 0 0 0,30-37-1 0 0,-44 47-119 0 0,0 0-1 0 0,0-1 1 0 0,-1 0-1 0 0,-1 0 0 0 0,1-1 1 0 0,-2 0-1 0 0,0 0 1 0 0,0 0-1 0 0,-1 0 1 0 0,0 0-1 0 0,-1-1 0 0 0,-1 0 1 0 0,0-12-1 0 0,-3-12 265 0 0,-1 1 0 0 0,-2-1-1 0 0,-2 1 1 0 0,-1 1 0 0 0,-1-1-1 0 0,-3 2 1 0 0,0-1 0 0 0,-2 2 0 0 0,-24-42-1 0 0,29 61-214 0 0,0 0-1 0 0,-1 1 1 0 0,-1 0-1 0 0,0 1 1 0 0,0 0-1 0 0,-1 1 1 0 0,-1 0-1 0 0,-15-11 1 0 0,21 17-244 0 0,0 1 0 0 0,0 0 0 0 0,0 0 0 0 0,-1 1 1 0 0,0-1-1 0 0,1 2 0 0 0,-1-1 0 0 0,0 1 0 0 0,0 0 1 0 0,-1 1-1 0 0,1 0 0 0 0,0 0 0 0 0,0 1 0 0 0,-1 0 1 0 0,1 0-1 0 0,0 1 0 0 0,-16 3 0 0 0,-12 9-6556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0.0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407 286 3225 0 0,'-45'-41'1548'0'0,"31"27"-344"0"0,0 0 0 0 0,-1 1 0 0 0,-1 1 0 0 0,0 0 0 0 0,-29-15 0 0 0,40 25-983 0 0,0 0 0 0 0,1 0 0 0 0,-1 1 0 0 0,0 0 0 0 0,0-1 0 0 0,0 2 0 0 0,0-1 0 0 0,0 1 0 0 0,0 0 0 0 0,0 0 0 0 0,-1 0 0 0 0,1 0 0 0 0,0 1 1 0 0,0 0-1 0 0,0 0 0 0 0,0 1 0 0 0,1-1 0 0 0,-1 1 0 0 0,0 0 0 0 0,1 0 0 0 0,-1 1 0 0 0,1-1 0 0 0,0 1 0 0 0,-1 0 0 0 0,1 0 0 0 0,1 1 0 0 0,-6 4 1 0 0,0 2-25 0 0,0 1 1 0 0,0 0 0 0 0,1 1 0 0 0,0 0 0 0 0,1 0 0 0 0,1 0 0 0 0,0 1 0 0 0,0 0 0 0 0,2 1 0 0 0,-1-1 0 0 0,-4 27 0 0 0,2 6-80 0 0,1 1 0 0 0,1 56 0 0 0,4-66-124 0 0,2-1 0 0 0,1 1 0 0 0,2-1-1 0 0,2 0 1 0 0,1 0 0 0 0,2 0 0 0 0,25 64-1 0 0,-28-85 0 0 0,1 0 1 0 0,1-1-1 0 0,0 0 0 0 0,1-1 0 0 0,0 0 0 0 0,1 0 0 0 0,0-1 0 0 0,1 0 0 0 0,0-1 0 0 0,1 0 0 0 0,1-1 0 0 0,-1 0 0 0 0,2-1 0 0 0,-1-1 0 0 0,1 0 0 0 0,1 0 0 0 0,-1-2 0 0 0,1 0 0 0 0,0 0 0 0 0,21 4 0 0 0,-20-7-13 0 0,1 0 0 0 0,-1-1 0 0 0,1-1-1 0 0,-1-1 1 0 0,1 0 0 0 0,0-1 0 0 0,-1-1-1 0 0,1 0 1 0 0,17-5 0 0 0,-23 3 0 0 0,-1 1 1 0 0,1-1-1 0 0,-1-1 0 0 0,0 0 1 0 0,0 0-1 0 0,0-1 0 0 0,-1 0 1 0 0,0-1-1 0 0,0 0 0 0 0,-1 0 1 0 0,0-1-1 0 0,0 0 0 0 0,-1 0 1 0 0,10-14-1 0 0,-6 4 91 0 0,-1-1 0 0 0,-1 0 0 0 0,-1 0 0 0 0,-1-1 0 0 0,0 0 0 0 0,-2 0-1 0 0,0-1 1 0 0,-1 0 0 0 0,-2 0 0 0 0,0 0 0 0 0,0-24 0 0 0,-5-30 443 0 0,-20-131 0 0 0,17 168-491 0 0,3 15 19 0 0,-9-58 35 0 0,-40-151 0 0 0,49 221-97 0 0,-1 0 0 0 0,-1 0 1 0 0,-9-17-1 0 0,-7 4-1330 0 0,18 22 801 0 0,1 1 1 0 0,-1-1 0 0 0,1 1-1 0 0,-1 0 1 0 0,1-1 0 0 0,-1 1 0 0 0,0 0-1 0 0,0 1 1 0 0,-3-2 0 0 0,-22 0-6091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0.5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436 291 1376 0 0,'-35'-4'5085'0'0,"-47"0"0"0"0,61 4-4088 0 0,0 1 0 0 0,0 1 0 0 0,-33 8 0 0 0,44-7-836 0 0,0-1 0 0 0,0 2 1 0 0,0-1-1 0 0,1 1 0 0 0,0 1 1 0 0,-1-1-1 0 0,1 2 0 0 0,1-1 1 0 0,-1 1-1 0 0,1 0 0 0 0,0 1 0 0 0,1 0 1 0 0,0 0-1 0 0,0 1 0 0 0,0 0 1 0 0,1 0-1 0 0,0 1 0 0 0,0 0 1 0 0,1-1-1 0 0,-6 16 0 0 0,5-5-85 0 0,0 0 0 0 0,1 1 0 0 0,0 0-1 0 0,2 0 1 0 0,1 0 0 0 0,0 0 0 0 0,2 1-1 0 0,0-1 1 0 0,1 0 0 0 0,1 0 0 0 0,5 21 0 0 0,-4-23-83 0 0,2-1 1 0 0,0 1 0 0 0,1-1-1 0 0,0 0 1 0 0,2-1 0 0 0,0 1-1 0 0,0-2 1 0 0,2 1 0 0 0,0-1-1 0 0,1-1 1 0 0,0 1 0 0 0,21 18-1 0 0,-22-25 1 0 0,0-1-1 0 0,1 0 1 0 0,0-1-1 0 0,1 0 0 0 0,-1 0 1 0 0,1-1-1 0 0,0-1 1 0 0,0 0-1 0 0,1-1 1 0 0,-1 0-1 0 0,1-1 1 0 0,21 1-1 0 0,-9-1 9 0 0,-1-2 0 0 0,1-1-1 0 0,-1-1 1 0 0,1-1 0 0 0,39-10 0 0 0,-50 8 38 0 0,1 0 0 0 0,0 0 0 0 0,-1-2 0 0 0,0 0 0 0 0,-1 0 0 0 0,1-1 0 0 0,-2-1 0 0 0,1 0 0 0 0,-1-1 0 0 0,12-12 0 0 0,-10 7 49 0 0,-1-1 0 0 0,0 0 0 0 0,-1 0 1 0 0,-1-1-1 0 0,-1-1 0 0 0,0 0 1 0 0,7-22-1 0 0,-7 13 25 0 0,-1 0 0 0 0,-1-1-1 0 0,-2 0 1 0 0,-1-1 0 0 0,-1 1 0 0 0,-1-1 0 0 0,-2 0 0 0 0,-1 0 0 0 0,-1 0-1 0 0,-1 1 1 0 0,-7-31 0 0 0,1 21-31 0 0,-2 1-1 0 0,-29-72 0 0 0,34 96-108 0 0,-2 0-1 0 0,1 1 0 0 0,-1-1 1 0 0,-1 2-1 0 0,0-1 0 0 0,-1 1 0 0 0,0 0 1 0 0,-1 1-1 0 0,0 0 0 0 0,-1 1 0 0 0,-17-13 1 0 0,23 19-139 0 0,-1 0-1 0 0,1 0 1 0 0,-1 0 0 0 0,0 1 0 0 0,0 0 0 0 0,0 0-1 0 0,0 1 1 0 0,-1 0 0 0 0,1 0 0 0 0,0 0 0 0 0,-1 0-1 0 0,1 1 1 0 0,0 0 0 0 0,-7 2 0 0 0,-24 6-6939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1.0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369 170 5529 0 0,'-9'-4'514'0'0,"-1"1"1"0"0,1 0-1 0 0,-1 0 0 0 0,0 1 1 0 0,0 0-1 0 0,0 1 0 0 0,0 0 0 0 0,0 0 1 0 0,0 1-1 0 0,0 1 0 0 0,0 0 1 0 0,0 0-1 0 0,0 1 0 0 0,0 0 0 0 0,-17 6 1 0 0,17-3-239 0 0,0-1 0 0 0,0 2-1 0 0,1-1 1 0 0,0 2 0 0 0,0-1 0 0 0,0 1 0 0 0,1 0 0 0 0,-1 1 0 0 0,2 0-1 0 0,-1 0 1 0 0,1 1 0 0 0,1 0 0 0 0,0 0 0 0 0,-7 12 0 0 0,2 3-203 0 0,1 0 0 0 0,1 0 0 0 0,1 1 1 0 0,1 1-1 0 0,1-1 0 0 0,1 1 0 0 0,1 0 1 0 0,2 0-1 0 0,1 48 0 0 0,3-30-14 0 0,2 1 0 0 0,2-1 1 0 0,3 0-1 0 0,25 83 0 0 0,-27-109-44 0 0,0 0 0 0 0,1-1-1 0 0,1 0 1 0 0,0-1 0 0 0,1 0 0 0 0,1-1-1 0 0,0 1 1 0 0,1-2 0 0 0,1 0 0 0 0,0-1 0 0 0,21 17-1 0 0,-24-23-7 0 0,-1 0-1 0 0,1-1 1 0 0,0 0-1 0 0,1-1 1 0 0,-1 0-1 0 0,1-1 1 0 0,0 0-1 0 0,0 0 1 0 0,0-1-1 0 0,1-1 1 0 0,-1 0-1 0 0,1 0 0 0 0,-1-1 1 0 0,1-1-1 0 0,0 0 1 0 0,-1 0-1 0 0,1-1 1 0 0,0-1-1 0 0,17-4 1 0 0,-20 3 46 0 0,0 0 0 0 0,0-1 0 0 0,0 0-1 0 0,-1 0 1 0 0,1-1 0 0 0,-1 0 0 0 0,0 0 0 0 0,-1-1 0 0 0,1 0 0 0 0,-1 0 0 0 0,10-12 0 0 0,-8 6 76 0 0,0 0 0 0 0,-1 0 0 0 0,0 0 0 0 0,-1-1 0 0 0,-1 0 0 0 0,0-1 0 0 0,4-14 0 0 0,-2-1 85 0 0,-1-1 0 0 0,-2 1-1 0 0,-1-1 1 0 0,-1-1 0 0 0,-1 1-1 0 0,-5-56 1 0 0,-5 16-101 0 0,-3 1-1 0 0,-2 0 1 0 0,-4 1 0 0 0,-3 1 0 0 0,-45-105-1 0 0,51 142-328 0 0,-19-29 0 0 0,-7 5-5820 0 0,7 22-1100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2.8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4145 0 0,'146'45'1191'0'0,"-27"-7"-692"0"0,803 214 4647 0 0,86 20-2676 0 0,-935-254-2409 0 0,265 80 957 0 0,-330-95-1076 0 0,0 0 0 0 0,1 0 0 0 0,-1 1 0 0 0,-1 0 0 0 0,1 0 0 0 0,-1 1 1 0 0,0 0-1 0 0,0 1 0 0 0,0-1 0 0 0,0 1 0 0 0,-1 0 0 0 0,0 1 0 0 0,-1 0 0 0 0,1 0 1 0 0,-1 0-1 0 0,-1 0 0 0 0,1 1 0 0 0,-1 0 0 0 0,-1 0 0 0 0,1 0 0 0 0,-1 0 0 0 0,-1 1 1 0 0,0-1-1 0 0,2 11 0 0 0,-3 10 42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3.3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1544 4145 0 0,'452'-244'4924'0'0,"-324"178"-3735"0"0,225-106 1493 0 0,56-30-452 0 0,401-236-724 0 0,-596 317-1581 0 0,84-44-69 0 0,-226 126 24 0 0,-31 16-475 0 0,1 2 0 0 0,63-23 0 0 0,-71 37-1266 0 0,-33 7 1816 0 0,-1 0-1 0 0,1 0 1 0 0,0-1-1 0 0,-1 1 1 0 0,1 0 0 0 0,-1 0-1 0 0,1 0 1 0 0,0 0 0 0 0,-1 0-1 0 0,1 0 1 0 0,0 0-1 0 0,-1 0 1 0 0,1 0 0 0 0,0 0-1 0 0,-1 0 1 0 0,1 0 0 0 0,-1 1-1 0 0,1-1 1 0 0,0 0-1 0 0,-1 0 1 0 0,1 1 0 0 0,-1-1-1 0 0,1 0 1 0 0,-1 1 0 0 0,1-1-1 0 0,-1 1 1 0 0,1-1-1 0 0,-1 1 1 0 0,1-1 0 0 0,-1 0-1 0 0,1 1 1 0 0,-1 0 0 0 0,0-1-1 0 0,1 1 1 0 0,-1-1-1 0 0,0 1 1 0 0,0-1 0 0 0,1 1-1 0 0,-1 0 1 0 0,0-1-1 0 0,0 1 1 0 0,0 0 0 0 0,0-1-1 0 0,0 1 1 0 0,0 0 0 0 0,-6 10-61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3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1084 3225 0 0,'-8'6'5001'0'0,"2"-12"-4073"0"0,5 5-823 0 0,1 0 0 0 0,0 1 0 0 0,0-1 0 0 0,-1 0-1 0 0,1 1 1 0 0,-1-1 0 0 0,1 0 0 0 0,-1 1 0 0 0,1-1 0 0 0,-1 1 0 0 0,1-1 0 0 0,-1 1 0 0 0,1-1 0 0 0,-1 1 0 0 0,1 0-1 0 0,-1-1 1 0 0,0 1 0 0 0,1 0 0 0 0,-1-1 0 0 0,0 1 0 0 0,1 0 0 0 0,-1 0 0 0 0,0-1 0 0 0,1 1 0 0 0,-1 0 0 0 0,-1 0 0 0 0,9 0 382 0 0,0-1 0 0 0,-1 0 0 0 0,1-1 0 0 0,-1 1 0 0 0,1-1 1 0 0,-1-1-1 0 0,10-4 0 0 0,47-27-1056 0 0,-37 18 940 0 0,374-174 626 0 0,16 32 251 0 0,-57 24-442 0 0,300-120-411 0 0,-469 182-511 0 0,209-50 0 0 0,-94 56-1991 0 0,-270 58-3948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4.5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8754 0 0,'71'14'4075'0'0,"9"1"-4085"0"0,-1 8 578 0 0,-1 3 0 0 0,-1 3-1 0 0,137 74 1 0 0,201 154 734 0 0,-373-230-1315 0 0,37 23 38 0 0,1-3-1 0 0,3-4 0 0 0,1-3 0 0 0,2-5 0 0 0,2-3 0 0 0,153 35 0 0 0,239 5-1086 0 0,-296-49 334 0 0,-66-2-2195 0 0,-72-10 1418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5.1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2544 5065 0 0,'1'-4'289'0'0,"0"0"0"0"0,0 0 1 0 0,1 0-1 0 0,0 0 0 0 0,0 0 0 0 0,0 0 1 0 0,0 1-1 0 0,0-1 0 0 0,1 1 0 0 0,3-4 0 0 0,-1 0-13 0 0,50-69 2526 0 0,89-93-1 0 0,81-58-1077 0 0,-23 24-1227 0 0,206-207 17 0 0,-92 78-428 0 0,-100 101-68 0 0,-163 176-14 0 0,78-81 19 0 0,175-141 0 0 0,-160 159-201 0 0,107-79-1890 0 0,-204 165-1598 0 0,-1 4-1115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6.1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2676 999 3225 0 0,'23'-8'4056'0'0,"-22"8"-3846"0"0,-1-1 1 0 0,0 1 0 0 0,0-1-1 0 0,0 1 1 0 0,1-2-1 0 0,-1 1 80 0 0,-1 0-1 0 0,1 0 0 0 0,0 0 0 0 0,0 0 0 0 0,-1 0 0 0 0,1 0 0 0 0,-1 0 0 0 0,1-1 0 0 0,-1 1 0 0 0,0 0 0 0 0,1 1 0 0 0,-1-1 0 0 0,0 0 1 0 0,0 0-1 0 0,1 0 0 0 0,-1 0 0 0 0,0 1 0 0 0,0-1 0 0 0,0 0 0 0 0,0 1 0 0 0,0-1 0 0 0,0 0 0 0 0,0 1 0 0 0,-2-1 0 0 0,-48-24 1061 0 0,-1 2 0 0 0,-61-18 0 0 0,-115-23-1915 0 0,50 16 721 0 0,-47-21 374 0 0,-330-148 0 0 0,-1-19 75 0 0,291 147-451 0 0,-10-3-1813 0 0,123 42-2262 0 0,120 39 2737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7.4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226 88 5529 0 0,'-163'-63'2490'0'0,"100"39"3254"0"0,222 113-5768 0 0,244 101 0 0 0,128-12 337 0 0,9-31 496 0 0,-498-136-763 0 0,160 44 603 0 0,-2 9 0 0 0,-4 9 1 0 0,203 105-1 0 0,-273-112-345 0 0,196 135 1 0 0,-242-142-304 0 0,256 196-88 0 0,-315-238-443 0 0,0-2 0 0 0,2 0 0 0 0,27 13 0 0 0,-29-18-5207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8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2398 7834 0 0,'25'-39'3306'0'0,"-9"11"-2865"0"0,175-230 1585 0 0,22 14-1177 0 0,-97 113-630 0 0,10-6 66 0 0,5 4 0 0 0,6 7 0 0 0,5 6 0 0 0,174-112-1 0 0,188-73-78 0 0,-383 236-180 0 0,210-138-124 0 0,-170 104 34 0 0,-5-10-549 0 0,-100 70-1486 0 0,85-50 0 0 0,-110 76-2121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8.8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1 184 7370 0 0,'0'1'54'0'0,"0"0"0"0"0,0 0 0 0 0,0-1 0 0 0,0 1 0 0 0,0 0 1 0 0,0 0-1 0 0,0-1 0 0 0,0 1 0 0 0,1 0 0 0 0,-1 0 1 0 0,0-1-1 0 0,0 1 0 0 0,1 0 0 0 0,-1-1 0 0 0,1 1 0 0 0,-1 0 1 0 0,0-1-1 0 0,1 1 0 0 0,-1-1 0 0 0,1 1 0 0 0,-1-1 1 0 0,1 1-1 0 0,0-1 0 0 0,-1 1 0 0 0,2 0 0 0 0,22 15 404 0 0,-18-12-339 0 0,20 12 93 0 0,1-2 0 0 0,0-1-1 0 0,1-1 1 0 0,1-1-1 0 0,-1-2 1 0 0,2-1 0 0 0,-1-1-1 0 0,45 5 1 0 0,32-3 507 0 0,111-3 1 0 0,-21-11 552 0 0,235-37-1 0 0,187-77 1652 0 0,-384 54-1789 0 0,36-7-699 0 0,-212 59-388 0 0,0 4 1 0 0,102-4-1 0 0,-140 12-73 0 0,0 2-1 0 0,27 4 1 0 0,-40-3-6 0 0,1-1-1 0 0,-1 1 1 0 0,1 0 0 0 0,-1 1 0 0 0,0 0 0 0 0,0 0-1 0 0,0 1 1 0 0,0-1 0 0 0,6 6 0 0 0,12 16-135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7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182 194 5985 0 0,'-12'2'511'0'0,"1"1"0"0"0,0 0-1 0 0,0 1 1 0 0,0 1 0 0 0,1-1 0 0 0,0 2-1 0 0,0-1 1 0 0,0 2 0 0 0,0-1-1 0 0,1 1 1 0 0,-10 10 0 0 0,14-13-383 0 0,1 1 0 0 0,0 0 0 0 0,0 0 0 0 0,0 1 0 0 0,0-1-1 0 0,1 1 1 0 0,0-1 0 0 0,0 1 0 0 0,0 0 0 0 0,1 0 0 0 0,0 1 0 0 0,0-1 0 0 0,1 0 0 0 0,0 1 0 0 0,0-1 0 0 0,0 1 0 0 0,1-1 0 0 0,-1 1 0 0 0,2-1 0 0 0,1 13-1 0 0,1-4-129 0 0,1 0-1 0 0,1 0 0 0 0,1 0 1 0 0,0 0-1 0 0,0-1 0 0 0,2 0 1 0 0,0-1-1 0 0,0 0 0 0 0,1 0 1 0 0,18 19-1 0 0,-22-27 9 0 0,0 0 0 0 0,1 0 0 0 0,0 0 1 0 0,0 0-1 0 0,0-1 0 0 0,1 0 0 0 0,-1-1 0 0 0,1 0 0 0 0,0 0 0 0 0,12 4 0 0 0,-14-6 22 0 0,1 0-1 0 0,-1 0 1 0 0,1-1-1 0 0,0 0 1 0 0,-1 0-1 0 0,1 0 1 0 0,-1-1-1 0 0,1 1 1 0 0,-1-1-1 0 0,1-1 1 0 0,-1 1-1 0 0,0-1 1 0 0,1 0-1 0 0,-1 0 0 0 0,9-6 1 0 0,-5 2 109 0 0,1-1 0 0 0,-1 0 0 0 0,-1-1 0 0 0,1 0 0 0 0,-1 0 0 0 0,-1-1 0 0 0,0 0 0 0 0,0 0-1 0 0,-1-1 1 0 0,0 1 0 0 0,6-14 0 0 0,0-3 242 0 0,-1-1-1 0 0,-1 0 0 0 0,8-37 1 0 0,-14 43-189 0 0,0-1 0 0 0,-1 0 0 0 0,-1 0 0 0 0,-1 0 0 0 0,-3-28 1 0 0,1 35-325 0 0,-1 0 1 0 0,-1 0-1 0 0,0 0 1 0 0,-2 0-1 0 0,1 0 1 0 0,-2 1-1 0 0,1 0 1 0 0,-12-19 0 0 0,0 10-1702 0 0,-2 8-4231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8.1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1 8754 0 0,'-3'1'201'0'0,"0"-1"0"0"0,-1 1 0 0 0,1 0 0 0 0,0 0 1 0 0,0 1-1 0 0,-1-1 0 0 0,1 1 0 0 0,0-1 0 0 0,0 1 0 0 0,1 0 1 0 0,-1 0-1 0 0,0 0 0 0 0,1 1 0 0 0,-1-1 0 0 0,1 0 0 0 0,-1 1 0 0 0,-2 4 1 0 0,-2 3 211 0 0,0 0 0 0 0,0 1 1 0 0,-7 17-1 0 0,7-13-251 0 0,2 1-1 0 0,-1-1 0 0 0,2 1 0 0 0,1 1 1 0 0,0-1-1 0 0,0 0 0 0 0,2 1 0 0 0,0-1 0 0 0,2 26 1 0 0,0-30-157 0 0,1 0 1 0 0,0 0 0 0 0,0 0 0 0 0,1-1-1 0 0,1 1 1 0 0,0-1 0 0 0,1 1-1 0 0,0-1 1 0 0,0 0 0 0 0,1-1 0 0 0,0 0-1 0 0,1 0 1 0 0,13 15 0 0 0,-13-18 43 0 0,0 0 0 0 0,1 0 0 0 0,0-1 0 0 0,0 0 0 0 0,0 0 0 0 0,0-1 0 0 0,1 0 0 0 0,0-1 0 0 0,0 0 0 0 0,11 3 0 0 0,-16-6 78 0 0,1 1 1 0 0,0-2-1 0 0,0 1 1 0 0,0-1-1 0 0,1 1 1 0 0,-1-1-1 0 0,0-1 1 0 0,0 1-1 0 0,0-1 1 0 0,0 0-1 0 0,0 0 1 0 0,-1 0-1 0 0,1-1 0 0 0,0 0 1 0 0,0 0-1 0 0,-1 0 1 0 0,1 0-1 0 0,-1-1 1 0 0,0 1-1 0 0,0-1 1 0 0,8-7-1 0 0,-2 0 85 0 0,-1 1 0 0 0,0-2 0 0 0,-1 1 0 0 0,0-1 0 0 0,0-1-1 0 0,-1 0 1 0 0,0 0 0 0 0,-2 0 0 0 0,1 0 0 0 0,-1-1 0 0 0,5-22 0 0 0,-7 24-274 0 0,-1 1 0 0 0,-1 0-1 0 0,0-1 1 0 0,0 1 0 0 0,-1-1 0 0 0,0 1 0 0 0,-1-1 0 0 0,0 1-1 0 0,-1 0 1 0 0,0-1 0 0 0,0 1 0 0 0,-1 0 0 0 0,-1 0 0 0 0,1 1 0 0 0,-10-17-1 0 0,-4 1-7298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4.3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225 250 8290 0 0,'-7'-1'129'0'0,"1"-1"0"0"0,-1 1 0 0 0,1-1 0 0 0,-1 2 0 0 0,1-1 0 0 0,-1 1 0 0 0,1 0 0 0 0,-1 0 0 0 0,0 1 0 0 0,1 0 0 0 0,-1 0 0 0 0,1 1 0 0 0,0-1 0 0 0,-1 1 0 0 0,1 1 0 0 0,0-1 0 0 0,0 1 0 0 0,0 0 0 0 0,1 1 0 0 0,-1-1 0 0 0,1 1 0 0 0,-1 0 0 0 0,-4 6 0 0 0,3-4-3 0 0,0 1 0 0 0,1 0-1 0 0,0 0 1 0 0,1 1 0 0 0,0-1-1 0 0,0 1 1 0 0,0 0 0 0 0,1 1-1 0 0,0-1 1 0 0,1 1 0 0 0,0 0-1 0 0,0 0 1 0 0,1 0 0 0 0,0 0-1 0 0,0 0 1 0 0,1 1 0 0 0,1-1-1 0 0,0 0 1 0 0,0 1 0 0 0,0-1-1 0 0,1 0 1 0 0,3 14 0 0 0,2 0-90 0 0,0 1-1 0 0,1-2 1 0 0,1 1 0 0 0,1-1 0 0 0,1-1 0 0 0,1 1-1 0 0,24 33 1 0 0,-29-46 45 0 0,0-1-1 0 0,1 0 1 0 0,1 0-1 0 0,-1 0 1 0 0,1-1 0 0 0,0-1-1 0 0,1 1 1 0 0,-1-1-1 0 0,1 0 1 0 0,0-1 0 0 0,1 0-1 0 0,-1-1 1 0 0,1 0-1 0 0,0 0 1 0 0,0-1 0 0 0,1 0-1 0 0,-1-1 1 0 0,1 0-1 0 0,-1-1 1 0 0,1 0-1 0 0,-1-1 1 0 0,1 0 0 0 0,-1 0-1 0 0,1-1 1 0 0,-1-1-1 0 0,1 0 1 0 0,-1 0 0 0 0,1-1-1 0 0,-1 0 1 0 0,0-1-1 0 0,-1 0 1 0 0,1 0 0 0 0,-1-1-1 0 0,1-1 1 0 0,-2 1-1 0 0,1-1 1 0 0,-1-1-1 0 0,1 0 1 0 0,-2 0 0 0 0,1 0-1 0 0,8-12 1 0 0,-3 1 114 0 0,-1 0 0 0 0,0-1 0 0 0,-2 0 0 0 0,0 0 0 0 0,-1-1 0 0 0,-1-1 0 0 0,-1 0 0 0 0,0 0 0 0 0,-2 0 0 0 0,-1 0 0 0 0,0-1 0 0 0,1-43 0 0 0,-5 41-74 0 0,0-1 1 0 0,-2 1-1 0 0,0 0 1 0 0,-2 0-1 0 0,0 0 1 0 0,-2 0-1 0 0,-1 1 1 0 0,-1-1-1 0 0,0 2 1 0 0,-2-1-1 0 0,-18-29 1 0 0,22 42-123 0 0,-1 1 0 0 0,0 0 0 0 0,0 0 0 0 0,-1 1 0 0 0,0 0 0 0 0,-1 0 0 0 0,-12-8 0 0 0,17 13-212 0 0,-1 0 0 0 0,0 0-1 0 0,1 1 1 0 0,-1-1 0 0 0,0 1 0 0 0,-1 0-1 0 0,1 1 1 0 0,0-1 0 0 0,-1 1 0 0 0,1 0-1 0 0,0 1 1 0 0,-1-1 0 0 0,1 1 0 0 0,-1 0-1 0 0,1 0 1 0 0,-1 1 0 0 0,-6 1 0 0 0,-16 8-6448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4.7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278 147 10594 0 0,'-5'-6'199'0'0,"0"0"-1"0"0,-1 0 0 0 0,1 1 0 0 0,-1-1 1 0 0,-1 1-1 0 0,1 1 0 0 0,-1-1 0 0 0,0 1 1 0 0,-11-5-1 0 0,13 8-50 0 0,0-1 0 0 0,-1 1 0 0 0,1-1 0 0 0,-1 2 0 0 0,0-1 0 0 0,1 1 0 0 0,-1-1 0 0 0,0 2 0 0 0,1-1 0 0 0,-1 1 0 0 0,1-1 0 0 0,-1 1 0 0 0,0 1 0 0 0,-6 2-1 0 0,5-2-7 0 0,1 0-1 0 0,-1 1 0 0 0,1 0 0 0 0,0 0 0 0 0,0 0 0 0 0,0 1 0 0 0,0 0 0 0 0,1 0 0 0 0,-1 1 0 0 0,1-1 0 0 0,0 1 1 0 0,1 0-1 0 0,-1 1 0 0 0,1-1 0 0 0,-6 10 0 0 0,7-7-70 0 0,-1 0 1 0 0,1 0-1 0 0,0 0 0 0 0,1 1 1 0 0,0-1-1 0 0,0 1 1 0 0,1-1-1 0 0,0 1 0 0 0,1 0 1 0 0,0 17-1 0 0,3-4-80 0 0,1 0 0 0 0,1 1 0 0 0,0-1 0 0 0,2-1 0 0 0,1 1 0 0 0,0-1 0 0 0,2-1 0 0 0,18 31 0 0 0,-20-38 10 0 0,1-1-1 0 0,0 0 1 0 0,0 0-1 0 0,1-1 1 0 0,1 0-1 0 0,0-1 0 0 0,0 0 1 0 0,1-1-1 0 0,1 0 1 0 0,-1-1-1 0 0,1 0 1 0 0,1-1-1 0 0,-1-1 0 0 0,17 6 1 0 0,-14-7 13 0 0,0-2 0 0 0,0 1 0 0 0,1-2 0 0 0,-1 0 0 0 0,0-1 0 0 0,1-1 0 0 0,-1 0 0 0 0,1-1 1 0 0,-1-1-1 0 0,0 0 0 0 0,0-2 0 0 0,29-8 0 0 0,-34 8 25 0 0,0 0-1 0 0,1-1 1 0 0,-2-1 0 0 0,1 1-1 0 0,0-2 1 0 0,-1 1 0 0 0,-1-1-1 0 0,1-1 1 0 0,-1 0 0 0 0,0 0-1 0 0,-1-1 1 0 0,0 0 0 0 0,0 0 0 0 0,8-14-1 0 0,-9 9 15 0 0,1 0 0 0 0,-2 0 0 0 0,0-1 0 0 0,-1 0-1 0 0,0 0 1 0 0,-1-1 0 0 0,-1 0 0 0 0,-1 1 0 0 0,0-1 0 0 0,0-23-1 0 0,-2 18-45 0 0,-2-1 0 0 0,0 1 0 0 0,-1 0-1 0 0,-1 0 1 0 0,-1 0 0 0 0,-7-21 0 0 0,7 29-157 0 0,0 0-1 0 0,-1 0 1 0 0,0 0 0 0 0,-1 1 0 0 0,0 0 0 0 0,-1 1 0 0 0,0 0 0 0 0,-1 0-1 0 0,-1 1 1 0 0,-13-13 0 0 0,20 20-74 0 0,-1 0 1 0 0,0 1-1 0 0,0-1 0 0 0,0 1 1 0 0,0 0-1 0 0,0 0 0 0 0,0 0 1 0 0,0 0-1 0 0,-1 1 0 0 0,1 0 1 0 0,-1 0-1 0 0,1 0 0 0 0,-5 0 1 0 0,-25 5-5063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5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175 328 9218 0 0,'3'-1'192'0'0,"0"0"0"0"0,0 0 0 0 0,0 0 0 0 0,-1 0 0 0 0,1 0 1 0 0,0 0-1 0 0,0-1 0 0 0,-1 0 0 0 0,1 1 0 0 0,-1-1 0 0 0,1 0 0 0 0,-1 0 0 0 0,0 0 0 0 0,1-1 1 0 0,-1 1-1 0 0,-1-1 0 0 0,1 1 0 0 0,2-4 0 0 0,3-5 717 0 0,0 1 0 0 0,-1-1 0 0 0,5-14 0 0 0,-8 15-714 0 0,0 0 0 0 0,-1 0 0 0 0,0 0 1 0 0,-1 0-1 0 0,0-1 0 0 0,0 1 0 0 0,-1 0 1 0 0,-1 0-1 0 0,0-1 0 0 0,0 1 1 0 0,-1 0-1 0 0,0 0 0 0 0,-1 0 0 0 0,-4-12 1 0 0,5 18-142 0 0,0-1-1 0 0,-1 0 1 0 0,1 0 0 0 0,-1 1 0 0 0,0 0 0 0 0,0-1 0 0 0,0 1 0 0 0,-1 0 0 0 0,0 1 0 0 0,1-1 0 0 0,-1 1 0 0 0,-9-6 0 0 0,10 7-50 0 0,-1 0 1 0 0,0 1 0 0 0,0-1-1 0 0,0 1 1 0 0,0 0 0 0 0,0 0-1 0 0,-1 0 1 0 0,1 1 0 0 0,0-1-1 0 0,0 1 1 0 0,0 0 0 0 0,-1 1-1 0 0,1-1 1 0 0,0 1 0 0 0,0-1-1 0 0,0 1 1 0 0,-8 3 0 0 0,5-1 4 0 0,0-1-1 0 0,1 1 1 0 0,0 0 0 0 0,0 0 0 0 0,0 1 0 0 0,0 0 0 0 0,0 0 0 0 0,1 1 0 0 0,-1-1 0 0 0,1 1 0 0 0,0 0-1 0 0,1 1 1 0 0,-1-1 0 0 0,1 1 0 0 0,-4 6 0 0 0,4-2 9 0 0,-1-1 1 0 0,1 1-1 0 0,1 0 0 0 0,0 0 1 0 0,0 0-1 0 0,1 0 0 0 0,0 0 0 0 0,1 0 1 0 0,0 17-1 0 0,1-12-9 0 0,1 0 1 0 0,0 0-1 0 0,1 0 1 0 0,1-1-1 0 0,0 1 1 0 0,1-1-1 0 0,0 0 0 0 0,1 0 1 0 0,1 0-1 0 0,1 0 1 0 0,0-1-1 0 0,0 0 1 0 0,1-1-1 0 0,14 17 0 0 0,-15-22-40 0 0,0 0-1 0 0,0-1 1 0 0,1 0-1 0 0,0 0 0 0 0,0-1 1 0 0,1 0-1 0 0,-1 0 1 0 0,1-1-1 0 0,0 0 0 0 0,0-1 1 0 0,1 0-1 0 0,-1 0 1 0 0,1-1-1 0 0,-1 0 0 0 0,1-1 1 0 0,0 0-1 0 0,-1 0 1 0 0,1-1-1 0 0,0 0 0 0 0,0-1 1 0 0,0 0-1 0 0,-1-1 1 0 0,1 0-1 0 0,-1 0 1 0 0,12-5-1 0 0,-6 1-521 0 0,0 0 1 0 0,-1-1 0 0 0,1-1-1 0 0,-1 0 1 0 0,-1 0-1 0 0,0-2 1 0 0,0 0-1 0 0,0 0 1 0 0,-2-1-1 0 0,1-1 1 0 0,-1 0-1 0 0,-1 0 1 0 0,0-1-1 0 0,13-23 1 0 0,-1-8-1646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5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158 287 2304 0 0,'-1'-5'287'0'0,"-2"-1"-1"0"0,1 1 1 0 0,0 0-1 0 0,-1-1 1 0 0,0 1-1 0 0,0 0 1 0 0,-1 0-1 0 0,1 1 1 0 0,-1-1-1 0 0,0 1 1 0 0,0 0-1 0 0,-1 0 1 0 0,-6-5-1 0 0,10 8-99 0 0,-1 0 0 0 0,0 0 0 0 0,0 0 0 0 0,0 0 0 0 0,0 0 0 0 0,1 1 0 0 0,-1-1 0 0 0,0 0 0 0 0,0 1-1 0 0,0 0 1 0 0,0-1 0 0 0,-1 1 0 0 0,1 0 0 0 0,0 0 0 0 0,0 0 0 0 0,0 0 0 0 0,-2 1 0 0 0,2 0-10 0 0,0 0 0 0 0,0 0 0 0 0,0 0 0 0 0,0 0-1 0 0,0 0 1 0 0,0 0 0 0 0,0 1 0 0 0,0-1 0 0 0,1 1 0 0 0,-1 0 0 0 0,1-1 0 0 0,-1 1 0 0 0,1 0 0 0 0,0 0 0 0 0,-1 0 0 0 0,1 0 0 0 0,0 0 0 0 0,-1 4-1 0 0,-5 11 222 0 0,0 0 0 0 0,2 1 0 0 0,0-1 0 0 0,1 1 0 0 0,1 0 0 0 0,0 1 0 0 0,1 30 0 0 0,2-42-332 0 0,0 1 1 0 0,0 0-1 0 0,1 0 1 0 0,0-1-1 0 0,1 1 0 0 0,-1 0 1 0 0,2-1-1 0 0,-1 1 1 0 0,1-1-1 0 0,0 0 1 0 0,0 0-1 0 0,1 0 0 0 0,0-1 1 0 0,0 1-1 0 0,1-1 1 0 0,0 0-1 0 0,0 0 0 0 0,0 0 1 0 0,1-1-1 0 0,8 7 1 0 0,-10-9 2 0 0,0-1 0 0 0,0 0 0 0 0,1-1 0 0 0,-1 1-1 0 0,0-1 1 0 0,1 1 0 0 0,-1-1 0 0 0,1-1 0 0 0,-1 1 0 0 0,1-1 0 0 0,-1 0 0 0 0,1 0 0 0 0,-1 0 0 0 0,1 0 0 0 0,-1-1 0 0 0,1 0 0 0 0,-1 0 0 0 0,1 0 0 0 0,-1 0 0 0 0,0-1 0 0 0,1 1 0 0 0,-1-1-1 0 0,0 0 1 0 0,0-1 0 0 0,5-3 0 0 0,9-7 175 0 0,0 0 0 0 0,-1-1 1 0 0,27-30-1 0 0,-39 39-205 0 0,11-11 94 0 0,-1-1-1 0 0,-1-1 1 0 0,0 0-1 0 0,-1 0 1 0 0,11-24-1 0 0,-19 32-80 0 0,-1 1-1 0 0,0-1 1 0 0,-1 0 0 0 0,0 0-1 0 0,0 0 1 0 0,-1-1 0 0 0,-1 1-1 0 0,0 0 1 0 0,0-1-1 0 0,-1 1 1 0 0,0-1 0 0 0,-1 1-1 0 0,-2-14 1 0 0,0 9-21 0 0,-1 1 0 0 0,-1 0 0 0 0,0 1 0 0 0,0-1 0 0 0,-1 1 0 0 0,-1 0 1 0 0,0 0-1 0 0,-13-16 0 0 0,17 26-150 0 0,1-1 1 0 0,-1 1 0 0 0,0-1-1 0 0,0 1 1 0 0,0 0 0 0 0,0 0-1 0 0,-1 1 1 0 0,1-1 0 0 0,-1 1 0 0 0,0-1-1 0 0,0 1 1 0 0,1 1 0 0 0,-1-1-1 0 0,-1 0 1 0 0,1 1 0 0 0,0 0-1 0 0,0 0 1 0 0,0 0 0 0 0,-1 0-1 0 0,1 1 1 0 0,0-1 0 0 0,-1 1-1 0 0,1 1 1 0 0,-1-1 0 0 0,1 0-1 0 0,0 1 1 0 0,0 0 0 0 0,-1 0 0 0 0,1 0-1 0 0,0 1 1 0 0,0-1 0 0 0,-5 3-1 0 0,-22 17-6608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6.3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243 281 5065 0 0,'1'-10'385'0'0,"0"0"0"0"0,-1 0 0 0 0,-1 0 0 0 0,0 0 1 0 0,0 0-1 0 0,-1 0 0 0 0,0 0 0 0 0,0 0 0 0 0,-1 1 0 0 0,-7-16 0 0 0,8 20-117 0 0,0 1-1 0 0,1 0 1 0 0,-1 0-1 0 0,-1 0 1 0 0,1 0 0 0 0,-1 0-1 0 0,1 1 1 0 0,-1-1-1 0 0,0 1 1 0 0,-1 0 0 0 0,1 0-1 0 0,0 0 1 0 0,-1 0-1 0 0,0 0 1 0 0,0 1-1 0 0,1 0 1 0 0,-1 0 0 0 0,-1 0-1 0 0,1 0 1 0 0,0 0-1 0 0,0 1 1 0 0,-1 0-1 0 0,1 0 1 0 0,-1 0 0 0 0,-6 0-1 0 0,6 1-186 0 0,1 1 0 0 0,0 0-1 0 0,0 0 1 0 0,0 1 0 0 0,0-1 0 0 0,1 1 0 0 0,-1 0-1 0 0,0 0 1 0 0,1 0 0 0 0,-1 0 0 0 0,1 1-1 0 0,0-1 1 0 0,-1 1 0 0 0,1 0 0 0 0,1 0 0 0 0,-1 0-1 0 0,0 0 1 0 0,1 1 0 0 0,-1-1 0 0 0,1 1-1 0 0,0-1 1 0 0,0 1 0 0 0,-1 4 0 0 0,-5 11 28 0 0,1 0 1 0 0,0 0-1 0 0,-4 25 0 0 0,11-44-107 0 0,-5 24 19 0 0,0-1 1 0 0,2 0-1 0 0,0 1 1 0 0,2 0 0 0 0,0 0-1 0 0,2-1 1 0 0,4 28-1 0 0,-4-42-16 0 0,1 1 0 0 0,1 0 0 0 0,-1-1 0 0 0,2 0 0 0 0,-1 0 0 0 0,1 0 0 0 0,0 0 0 0 0,1 0 0 0 0,0-1 0 0 0,1 0 0 0 0,-1 0 0 0 0,1 0 0 0 0,1-1 0 0 0,0 1 0 0 0,0-2 0 0 0,0 1 0 0 0,1-1 0 0 0,0 0 0 0 0,17 9 0 0 0,-19-12 26 0 0,1 0 0 0 0,0 0 0 0 0,1 0 0 0 0,-1-1 0 0 0,0 0 0 0 0,1-1 1 0 0,-1 0-1 0 0,1 0 0 0 0,0 0 0 0 0,-1-1 0 0 0,1 0 0 0 0,0-1 0 0 0,8-1 0 0 0,-5-1 89 0 0,1 0 0 0 0,-1 0 1 0 0,0-1-1 0 0,0-1 0 0 0,0 0 0 0 0,-1 0 0 0 0,19-13 1 0 0,-10 3 59 0 0,-1 0 0 0 0,0-1 1 0 0,-1-1-1 0 0,-1 0 0 0 0,-1-1 1 0 0,0-1-1 0 0,22-39 0 0 0,-30 44-123 0 0,-1 0-1 0 0,-1 0 0 0 0,0-1 1 0 0,-1 0-1 0 0,-1 0 0 0 0,0 0 1 0 0,-1 0-1 0 0,-1 0 0 0 0,0 0 1 0 0,-1 0-1 0 0,0-1 1 0 0,-1 1-1 0 0,-1 0 0 0 0,-4-17 1 0 0,3 19-185 0 0,-1 1 1 0 0,0 0 0 0 0,-1 0-1 0 0,0 0 1 0 0,-1 0 0 0 0,0 1-1 0 0,-12-17 1 0 0,13 21-397 0 0,-1 0-1 0 0,0 0 1 0 0,0 1 0 0 0,-1 0-1 0 0,0 0 1 0 0,0 1 0 0 0,0-1-1 0 0,-1 2 1 0 0,0-1 0 0 0,0 1-1 0 0,-12-5 1 0 0,-6 2-6052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46.6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86 456 7370 0 0,'-2'8'197'0'0,"0"1"0"0"0,1 0 0 0 0,0-1 0 0 0,1 1 1 0 0,0 0-1 0 0,2 16 0 0 0,-1-20-28 0 0,0-1 0 0 0,0 1 0 0 0,1-1 0 0 0,-1 1 0 0 0,1-1 1 0 0,0 0-1 0 0,0 0 0 0 0,0 0 0 0 0,0 0 0 0 0,1 0 0 0 0,0 0 0 0 0,-1-1 0 0 0,2 1 0 0 0,5 5 0 0 0,-8-8-49 0 0,1 0-1 0 0,0 0 1 0 0,-1 0-1 0 0,1 0 0 0 0,0 0 1 0 0,0 0-1 0 0,0 0 1 0 0,0-1-1 0 0,-1 1 0 0 0,1-1 1 0 0,0 1-1 0 0,0-1 1 0 0,0 0-1 0 0,0 0 0 0 0,0 1 1 0 0,0-2-1 0 0,0 1 0 0 0,0 0 1 0 0,3-1-1 0 0,-1 0 19 0 0,0 0 0 0 0,0-1-1 0 0,0 1 1 0 0,0-1 0 0 0,-1 0 0 0 0,1 0-1 0 0,0-1 1 0 0,5-4 0 0 0,1-2 167 0 0,0-2 1 0 0,0 1-1 0 0,-1-1 0 0 0,12-17 1 0 0,-5 1 273 0 0,-1 0 0 0 0,0 0 0 0 0,-2-2 0 0 0,16-54 0 0 0,-23 63-345 0 0,-1 0 1 0 0,-1-1-1 0 0,0 1 1 0 0,-2-1 0 0 0,-1 0-1 0 0,0 0 1 0 0,-2 0 0 0 0,-3-24-1 0 0,3 40-190 0 0,0 0 0 0 0,0-1 0 0 0,-1 1 0 0 0,0 0 0 0 0,0 0 0 0 0,0 0 0 0 0,-1 0 0 0 0,1 1 0 0 0,-1-1 0 0 0,-1 1 0 0 0,1-1 0 0 0,0 1 0 0 0,-1 0 0 0 0,0 0 0 0 0,0 1 0 0 0,-6-5 0 0 0,3 3 0 0 0,0 1 0 0 0,-1 0-1 0 0,1 1 1 0 0,-1-1 0 0 0,0 2 0 0 0,0-1-1 0 0,0 1 1 0 0,0 0 0 0 0,0 1 0 0 0,-10-1-1 0 0,7 1-295 0 0,0 0 1 0 0,0 1-1 0 0,0 1 0 0 0,0 0 0 0 0,0 0 1 0 0,0 1-1 0 0,0 1 0 0 0,0 0 0 0 0,0 0 0 0 0,1 1 1 0 0,0 0-1 0 0,0 1 0 0 0,0 0 0 0 0,0 1 1 0 0,1 0-1 0 0,-13 9 0 0 0,-5 16-1596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1.8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19 4345 0 0,'0'0'102'0'0,"0"0"-1"0"0,0-1 1 0 0,0 1-1 0 0,0-1 1 0 0,0 1-1 0 0,0-1 1 0 0,0 1 0 0 0,0-1-1 0 0,0 1 1 0 0,0-1-1 0 0,0 1 1 0 0,0-1 0 0 0,0 1-1 0 0,0-1 1 0 0,0 1-1 0 0,0-1 1 0 0,0 1 0 0 0,1 0-1 0 0,-1-1 1 0 0,0 1-1 0 0,0-1 1 0 0,1 1 0 0 0,-1-1-1 0 0,0 1 1 0 0,1 0-1 0 0,-1-1 1 0 0,0 1 0 0 0,1 0-1 0 0,-1-1 1 0 0,0 1-1 0 0,1 0 1 0 0,-1 0 0 0 0,1-1-1 0 0,-1 1 1 0 0,0 0-1 0 0,1 0 1 0 0,-1 0 0 0 0,1 0-1 0 0,-1-1 1 0 0,1 1-1 0 0,-1 0 1 0 0,1 0-1 0 0,-1 0 1 0 0,1 0 0 0 0,0 0-1 0 0,29-3 2265 0 0,-25 3-2270 0 0,3 0 184 0 0,0 0-1 0 0,0 1 1 0 0,0 0 0 0 0,0 0 0 0 0,0 1 0 0 0,0 0 0 0 0,0 0-1 0 0,0 1 1 0 0,11 5 0 0 0,8 7-191 0 0,31 21 0 0 0,-14-7 10 0 0,-10-10-93 0 0,290 191 220 0 0,-296-188-221 0 0,409 292 449 0 0,-175-141 21 0 0,77 47 171 0 0,-226-153-220 0 0,130 55-1 0 0,-214-109-385 0 0,18 6 92 0 0,-1 2 1 0 0,0 3-1 0 0,71 49 1 0 0,-110-67-750 0 0,0 0 0 0 0,0 0 0 0 0,-1 1 1 0 0,1-1-1 0 0,-2 1 0 0 0,1 1 0 0 0,8 15 0 0 0,-7-7-4914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2.4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1 540 3225 0 0,'0'0'26'0'0,"0"1"1"0"0,0-1 0 0 0,0 1 0 0 0,0-1 0 0 0,0 1-1 0 0,0-1 1 0 0,0 1 0 0 0,0-1 0 0 0,0 0 0 0 0,0 1-1 0 0,0-1 1 0 0,0 1 0 0 0,0-1 0 0 0,0 1-1 0 0,0-1 1 0 0,0 0 0 0 0,0 1 0 0 0,0-1 0 0 0,1 1-1 0 0,-1-1 1 0 0,0 1 0 0 0,0-1 0 0 0,1 0-1 0 0,-1 1 1 0 0,0-1 0 0 0,0 0 0 0 0,1 1 0 0 0,-1-1-1 0 0,0 0 1 0 0,1 0 0 0 0,-1 1 0 0 0,1-1 0 0 0,-1 0-1 0 0,0 0 1 0 0,1 1 0 0 0,-1-1 0 0 0,1 0-1 0 0,-1 0 1 0 0,0 0 0 0 0,1 0 0 0 0,-1 0 0 0 0,1 0-1 0 0,-1 0 1 0 0,1 0 0 0 0,-1 0 0 0 0,1 0-1 0 0,-1 0 1 0 0,0 0 0 0 0,1 0 0 0 0,-1 0 0 0 0,1 0-1 0 0,-1 0 1 0 0,1-1 0 0 0,28-2 1081 0 0,5-8 337 0 0,-2-1 1 0 0,33-19 0 0 0,17-6 202 0 0,215-68 860 0 0,-98 36-2068 0 0,533-177-2160 0 0,-661 225-1479 0 0,-5 3-1017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2.8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1989 6913 0 0,'-6'4'578'0'0,"-15"9"-701"0"0,19-14 632 0 0,14-11 1488 0 0,111-110 2278 0 0,47-87-2729 0 0,-76 90-1015 0 0,87-113-306 0 0,124-145 32 0 0,-45 78-760 0 0,-128 145 229 0 0,-3 13-483 0 0,89-112-1808 0 0,-185 208 1200 0 0,-3 4-2781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3.3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159 536 2761 0 0,'-76'24'1160'0'0,"59"-16"-168"0"0,-1-2 0 0 0,-29 6 0 0 0,92-38 1634 0 0,259-104 1856 0 0,-77 36-2245 0 0,238-93-840 0 0,-418 169-1584 0 0,285-77-3861 0 0,-222 68 1126 0 0,-75 18 1650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3.8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69 1831 6913 0 0,'-13'27'-492'0'0,"1"1"0"0"0,-14 51 0 0 0,14-41 882 0 0,8-47 1821 0 0,3-7-1322 0 0,2-16-61 0 0,2-1-1 0 0,2 0 0 0 0,0 1 1 0 0,3 0-1 0 0,0 0 1 0 0,21-48-1 0 0,6 2 203 0 0,58-98-1 0 0,51-55-183 0 0,-2 4-455 0 0,244-352-1410 0 0,-235 370-827 0 0,-58 67-3451 0 0,-54 80 1029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3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1 1 8418 0 0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4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1024 5985 0 0,'5'-2'247'0'0,"0"-1"-1"0"0,0 1 0 0 0,0-1 1 0 0,-1 0-1 0 0,8-5 1 0 0,6-5-1 0 0,244-141 2047 0 0,231-143 3741 0 0,-114 62-4031 0 0,-186 119-1871 0 0,-33 30 120 0 0,-6 4-1624 0 0,-123 62-4750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4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0,'45'59'-509'0'0,"-23"-36"790"0"0,0-1-1 0 0,2-1 1 0 0,1-1 0 0 0,0-1 0 0 0,1-1-1 0 0,1-2 1 0 0,35 16 0 0 0,212 77 1670 0 0,-174-74-1324 0 0,146 62 899 0 0,88 31-1171 0 0,-319-123-976 0 0,1-1 0 0 0,0 0 0 0 0,33 2 0 0 0,-30-5-3299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5.5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1960 2304 0 0,'-1'-1'148'0'0,"1"-1"0"0"0,0 1-1 0 0,-1-1 1 0 0,1 1 0 0 0,0-1-1 0 0,0 1 1 0 0,0-1 0 0 0,0 0-1 0 0,0 1 1 0 0,0-1 0 0 0,0 1-1 0 0,0-1 1 0 0,1 1 0 0 0,-1-1-1 0 0,1 1 1 0 0,-1-1 0 0 0,2-2-1 0 0,-1 0 93 0 0,7-22 1060 0 0,1 1-1 0 0,1 0 1 0 0,26-46-1 0 0,53-69 1836 0 0,-56 91-2435 0 0,228-320 1908 0 0,23-36-1927 0 0,-191 262-625 0 0,127-148 0 0 0,-67 94-290 0 0,-62 77-100 0 0,-45 55-2188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5.9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32 122 4145 0 0,'-3'-2'88'0'0,"1"1"0"0"0,-1-1 0 0 0,1-1 1 0 0,0 1-1 0 0,0 0 0 0 0,-1-1 0 0 0,2 1 0 0 0,-1-1 0 0 0,0 1 1 0 0,0-1-1 0 0,1 0 0 0 0,0 0 0 0 0,-1 0 0 0 0,1 0 0 0 0,0 0 1 0 0,1 0-1 0 0,-2-3 0 0 0,3 4 16 0 0,-1 0 1 0 0,0 0-1 0 0,1 0 0 0 0,-1 0 1 0 0,1 0-1 0 0,-1 0 0 0 0,1 0 1 0 0,0 0-1 0 0,0 1 0 0 0,0-1 1 0 0,0 0-1 0 0,0 1 0 0 0,0-1 1 0 0,1 0-1 0 0,-1 1 0 0 0,1 0 1 0 0,-1-1-1 0 0,1 1 0 0 0,-1 0 1 0 0,1 0-1 0 0,0 0 0 0 0,-1 0 1 0 0,1 0-1 0 0,0 0 0 0 0,0 0 1 0 0,0 0-1 0 0,0 1 1 0 0,2-1-1 0 0,18-6 371 0 0,1 1 0 0 0,0 1 0 0 0,0 1 0 0 0,0 0 0 0 0,0 2 1 0 0,28 2-1 0 0,145 14 1430 0 0,-137-8-1187 0 0,552 27 3386 0 0,-556-37-4083 0 0,91-20 1 0 0,-104 15-559 0 0,-1 1-1 0 0,1 3 1 0 0,1 1 0 0 0,49 3-1 0 0,-51 9-4604 0 0,-26-1 374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6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4 250 2304 0 0,'-1'5'84'0'0,"0"-1"-1"0"0,0 1 1 0 0,1 0-1 0 0,-1-1 0 0 0,1 1 1 0 0,1 0-1 0 0,-1-1 1 0 0,1 1-1 0 0,-1 0 0 0 0,1-1 1 0 0,0 1-1 0 0,1-1 0 0 0,-1 1 1 0 0,4 4-1 0 0,-4-6 71 0 0,0-1 1 0 0,1 1-1 0 0,0-1 0 0 0,-1 1 0 0 0,1-1 1 0 0,0 0-1 0 0,0 0 0 0 0,0 0 0 0 0,1 0 1 0 0,-1 0-1 0 0,0-1 0 0 0,1 1 0 0 0,-1-1 0 0 0,1 1 1 0 0,-1-1-1 0 0,1 0 0 0 0,0 0 0 0 0,0 0 1 0 0,0 0-1 0 0,-1-1 0 0 0,1 1 0 0 0,0-1 0 0 0,0 1 1 0 0,3-1-1 0 0,14-1 737 0 0,0-1 1 0 0,0-1 0 0 0,0 0-1 0 0,30-10 1 0 0,79-34 1627 0 0,-59 21-1225 0 0,38-10 20 0 0,2 5 0 0 0,137-19 0 0 0,229-9-1713 0 0,-364 47 178 0 0,-62 6-513 0 0,75-19 0 0 0,-88 14-2689 0 0,37-16 0 0 0,-51 17-1210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6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0,'28'14'789'0'0,"1"-2"-1"0"0,1-1 1 0 0,33 9-1 0 0,-13-5-30 0 0,12 5 302 0 0,415 157 4573 0 0,-169-3-4504 0 0,-100-52-813 0 0,-70-43-143 0 0,149 73 95 0 0,-246-137-513 0 0,-23-10 10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8.4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0 3225 0 0,'-2'14'7935'0'0,"3"-13"-7762"0"0,21 24 1339 0 0,38 22-2122 0 0,-30-27 612 0 0,2-1 1 0 0,0-2 0 0 0,64 24-1 0 0,111 26 181 0 0,-166-55-122 0 0,654 169 710 0 0,-86-24 780 0 0,-471-122-1307 0 0,-63-17-180 0 0,127 47-1 0 0,-191-60-172 0 0,-1-1 0 0 0,1 1-1 0 0,-1 1 1 0 0,0 0 0 0 0,-1 0 0 0 0,11 10 0 0 0,-5 0-610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8:58.8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1155 10594 0 0,'0'0'18'0'0,"0"0"0"0"0,0 0 0 0 0,0 0 0 0 0,0 0-1 0 0,-1-1 1 0 0,1 1 0 0 0,0 0 0 0 0,0 0 0 0 0,0-1 0 0 0,0 1-1 0 0,0 0 1 0 0,0 0 0 0 0,0-1 0 0 0,0 1 0 0 0,-1 0 0 0 0,1 0-1 0 0,0-1 1 0 0,0 1 0 0 0,0 0 0 0 0,0 0 0 0 0,0-1 0 0 0,1 1-1 0 0,-1 0 1 0 0,0 0 0 0 0,0-1 0 0 0,0 1 0 0 0,0 0 0 0 0,0 0-1 0 0,0-1 1 0 0,0 1 0 0 0,0 0 0 0 0,0 0 0 0 0,1-1 0 0 0,-1 1-1 0 0,0 0 1 0 0,0 0 0 0 0,0 0 0 0 0,1-1 0 0 0,-1 1-1 0 0,15-14-221 0 0,25-12-231 0 0,-33 22 864 0 0,92-68 1505 0 0,151-138-1 0 0,-4 2-1520 0 0,190-144 197 0 0,-209 191-635 0 0,-119 89-2007 0 0,-89 58-1442 0 0,-3 2-1037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0.1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3225 0 0,'48'21'434'0'0,"66"40"0"0"0,-26-13 595 0 0,276 106 3716 0 0,11-28 15 0 0,-111-39-2183 0 0,296 71 1918 0 0,-542-154-4399 0 0,-11-3-35 0 0,0 1-1 0 0,0-1 1 0 0,-1 1 0 0 0,1 0 0 0 0,0 1 0 0 0,-1-1 0 0 0,1 1-1 0 0,11 8 1 0 0,-19-6-1553 0 0,0-2 398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0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1023 5729 0 0,'1'-2'48'0'0,"1"-1"0"0"0,-1 0-1 0 0,1 0 1 0 0,-1 1-1 0 0,1-1 1 0 0,0 1 0 0 0,0-1-1 0 0,0 1 1 0 0,0 0 0 0 0,1 0-1 0 0,2-2 1 0 0,3-4 83 0 0,35-34 983 0 0,3 2 0 0 0,1 1 0 0 0,2 3 0 0 0,68-38 1 0 0,226-102 2563 0 0,-317 163-3410 0 0,264-112 1440 0 0,-72 34-689 0 0,80-32-289 0 0,-137 58-524 0 0,-36 11-439 0 0,-55 21-1235 0 0,119-35 1 0 0,-171 63-4543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01.5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0 920 0 0,'74'24'3274'0'0,"-19"-5"-2226"0"0,399 90 3853 0 0,9-34-814 0 0,103 20-771 0 0,31 25-2490 0 0,-543-109-804 0 0,20 4-392 0 0,-1 2-1 0 0,135 51 0 0 0,-184-56-3835 0 0,-4-1-1420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0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52 5065 0 0,'0'-4'341'0'0,"1"-1"0"0"0,-1 1 1 0 0,1 0-1 0 0,-1-1 0 0 0,1 1 0 0 0,0 0 0 0 0,1 0 0 0 0,-1 0 1 0 0,1-1-1 0 0,2-3 0 0 0,-4 8-299 0 0,1 0 0 0 0,-1 0-1 0 0,1 0 1 0 0,-1 0 0 0 0,1 0 0 0 0,-1 0 0 0 0,0 0-1 0 0,1 0 1 0 0,-1 0 0 0 0,1 0 0 0 0,-1 0 0 0 0,0 0 0 0 0,1 0-1 0 0,-1 0 1 0 0,1 0 0 0 0,-1 1 0 0 0,0-1 0 0 0,1 0-1 0 0,-1 0 1 0 0,0 0 0 0 0,1 1 0 0 0,-1-1 0 0 0,0 0 0 0 0,1 1-1 0 0,-1-1 1 0 0,0 0 0 0 0,1 1 0 0 0,-1-1 0 0 0,0 0-1 0 0,0 1 1 0 0,0-1 0 0 0,1 0 0 0 0,-1 1 0 0 0,0-1 0 0 0,0 1-1 0 0,0-1 1 0 0,0 0 0 0 0,0 1 0 0 0,0-1 0 0 0,0 1 0 0 0,10 19 659 0 0,11 41 126 0 0,-2 2 0 0 0,-3 1-1 0 0,12 99 1 0 0,1 202 343 0 0,-22-237-662 0 0,22 1041 487 0 0,3-380 755 0 0,-15-236-1145 0 0,-26 0-213 0 0,0 148 85 0 0,-14 703 574 0 0,15-1147-983 0 0,-17 1003 1048 0 0,26-1225-1309 0 0,-2 49 0 0 0,0-77-449 0 0,0 1 0 0 0,-1-1 0 0 0,1 0 0 0 0,-6 14 0 0 0,-1-56-12235 0 0,2 15 11974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2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0 291 6913 0 0,'686'-40'2989'0'0,"-178"-1"-424"0"0,71 1-1863 0 0,166-38-331 0 0,-596 58-107 0 0,306-35 2046 0 0,3 39-692 0 0,-270 32-11492 0 0,-169-17 6467 0 0,-13 1 4185 0 0,-10 15 3611 0 0,2-6-3211 0 0,0-1 1 0 0,0 1-1 0 0,1 0 0 0 0,-1 16 0 0 0,3 5 94 0 0,5 37 0 0 0,1 1-652 0 0,2 229-96 0 0,24 375-336 0 0,16 658 767 0 0,-49-1270-952 0 0,-12 866 274 0 0,-6-190-106 0 0,-6 151 259 0 0,-11 475-581 0 0,30-778 824 0 0,1 40-451 0 0,3-506-209 0 0,-1-43-55 0 0,4-1-1 0 0,18 128 0 0 0,-19-198 36 0 0,0-1-1 0 0,0 0 0 0 0,0 0 1 0 0,0 0-1 0 0,1 0 1 0 0,-1 0-1 0 0,1 0 1 0 0,3 4-1 0 0,6 11 292 0 0,-52-58-281 0 0,32 30-62 0 0,0 0 0 0 0,-1 0-1 0 0,0 1 1 0 0,0 0 0 0 0,-1 0 0 0 0,0 1 0 0 0,-1 1 0 0 0,0 0 0 0 0,0 1 0 0 0,0 0 0 0 0,-1 0 0 0 0,-20-5 0 0 0,-30-4-102 0 0,1 2 0 0 0,-73-4 1 0 0,-129 3 220 0 0,-121-16 222 0 0,-72-16-394 0 0,-4 31 87 0 0,170 8 120 0 0,178 4-1 0 0,-353-28-25 0 0,417 25 664 0 0,-68-1 0 0 0,99 7-637 0 0,-1 0 1 0 0,1 2 0 0 0,0 1-1 0 0,-1 0 1 0 0,1 1-1 0 0,-34 12 1 0 0,23 3-27 0 0,28-17-63 0 0,-1-1 0 0 0,1 1 0 0 0,-1-1 0 0 0,1 1 0 0 0,-1-1 0 0 0,0 0 0 0 0,0 0 0 0 0,0 0 0 0 0,0 0 0 0 0,0 0 0 0 0,0 0 0 0 0,0 0 0 0 0,0 0 0 0 0,0-1 0 0 0,0 1 0 0 0,0-1 0 0 0,0 0 0 0 0,0 0 0 0 0,-1 0 0 0 0,1 0 0 0 0,0 0 0 0 0,0 0 0 0 0,0 0 0 0 0,-1 0 0 0 0,1-1 0 0 0,0 0 0 0 0,0 1 0 0 0,0-1 0 0 0,0 0 0 0 0,0 0 0 0 0,0 0 0 0 0,-2-1 0 0 0,-4-4-7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3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153 265 7418 0 0,'-7'-6'-117'0'0,"1"-1"1"0"0,-1 0-1 0 0,1 0 1 0 0,0-1-1 0 0,1 0 1 0 0,0 0-1 0 0,-7-13 1 0 0,-22-64 105 0 0,33 82 88 0 0,-4-8 465 0 0,2 1 0 0 0,0-1 0 0 0,0 1 0 0 0,0-1 0 0 0,2 0 1 0 0,-1 0-1 0 0,1-16 0 0 0,1 27-463 0 0,0 1 0 0 0,0-1 0 0 0,1 0 0 0 0,-1 0 0 0 0,0 0 0 0 0,0 1-1 0 0,0-1 1 0 0,1 0 0 0 0,-1 0 0 0 0,0 0 0 0 0,0 0 0 0 0,0 0 0 0 0,1 1 0 0 0,-1-1 0 0 0,0 0 0 0 0,0 0 0 0 0,1 0 0 0 0,-1 0 0 0 0,0 0 0 0 0,0 0-1 0 0,1 0 1 0 0,-1 0 0 0 0,0 0 0 0 0,0 0 0 0 0,1 0 0 0 0,-1 0 0 0 0,0 0 0 0 0,0 0 0 0 0,1 0 0 0 0,-1 0 0 0 0,0 0 0 0 0,0 0 0 0 0,1 0-1 0 0,-1-1 1 0 0,0 1 0 0 0,0 0 0 0 0,1 0 0 0 0,-1 0 0 0 0,0 0 0 0 0,0 0 0 0 0,0-1 0 0 0,1 1 0 0 0,-1 0 0 0 0,0 0 0 0 0,0 0 0 0 0,0-1-1 0 0,0 1 1 0 0,0 0 0 0 0,1 0 0 0 0,-1-1 0 0 0,0 1 0 0 0,0 0 0 0 0,0 0 0 0 0,0-1 0 0 0,9 25 1169 0 0,-7 16-790 0 0,-2-1 1 0 0,-1 1-1 0 0,-3 0 0 0 0,-11 57 1 0 0,3-21-137 0 0,-19 274-4541 0 0,29-333-1268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3.7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0 100 5985 0 0,'2'-10'207'0'0,"1"0"-1"0"0,0 1 1 0 0,0-1 0 0 0,6-10-1 0 0,-7 17 6 0 0,-1 0 1 0 0,1 0-1 0 0,0 1 0 0 0,0-1 0 0 0,0 0 1 0 0,0 1-1 0 0,0-1 0 0 0,1 1 0 0 0,-1-1 1 0 0,1 1-1 0 0,0 0 0 0 0,-1 0 0 0 0,1 1 1 0 0,0-1-1 0 0,0 0 0 0 0,4 0 0 0 0,-7 2-143 0 0,1 0 1 0 0,0 0-1 0 0,-1 0 0 0 0,1 0 0 0 0,-1 0 1 0 0,1 0-1 0 0,-1 0 0 0 0,1 0 0 0 0,-1 0 0 0 0,1 0 1 0 0,-1 1-1 0 0,1-1 0 0 0,-1 0 0 0 0,1 0 0 0 0,-1 1 1 0 0,1-1-1 0 0,-1 0 0 0 0,1 1 0 0 0,-1-1 1 0 0,0 0-1 0 0,1 1 0 0 0,-1-1 0 0 0,1 1 0 0 0,-1-1 1 0 0,0 1-1 0 0,0-1 0 0 0,1 1 0 0 0,-1-1 0 0 0,0 1 1 0 0,0-1-1 0 0,0 1 0 0 0,1-1 0 0 0,-1 1 1 0 0,0-1-1 0 0,0 2 0 0 0,5 23 872 0 0,-5-20-645 0 0,9 39-176 0 0,2-1 0 0 0,2 0 0 0 0,2 0 0 0 0,1-2 0 0 0,2 0 0 0 0,2-1 0 0 0,38 57 0 0 0,-53-89-117 0 0,1 0 0 0 0,0-1 0 0 0,0 0 0 0 0,0 0 0 0 0,1 0 0 0 0,9 6 0 0 0,-15-12-10 0 0,0 0 1 0 0,0 0-1 0 0,1 0 0 0 0,-1 0 1 0 0,1 0-1 0 0,-1-1 1 0 0,0 1-1 0 0,1 0 0 0 0,-1-1 1 0 0,1 0-1 0 0,0 1 0 0 0,-1-1 1 0 0,1 0-1 0 0,-1 0 0 0 0,1 1 1 0 0,0-1-1 0 0,-1 0 0 0 0,1-1 1 0 0,-1 1-1 0 0,1 0 0 0 0,0 0 1 0 0,-1-1-1 0 0,1 1 0 0 0,-1-1 1 0 0,1 1-1 0 0,-1-1 0 0 0,1 0 1 0 0,-1 0-1 0 0,0 0 0 0 0,1 1 1 0 0,-1-1-1 0 0,0 0 0 0 0,0-1 1 0 0,1 1-1 0 0,-1 0 0 0 0,0 0 1 0 0,0 0-1 0 0,0-1 1 0 0,-1 1-1 0 0,1 0 0 0 0,0-1 1 0 0,0 1-1 0 0,0-3 0 0 0,9-20-215 0 0,0 0 0 0 0,-2 0 0 0 0,-1-1 0 0 0,-1 0-1 0 0,-1-1 1 0 0,2-45 0 0 0,9-41 713 0 0,-13 97-78 0 0,-3 11-159 0 0,1 0 1 0 0,-1-1-1 0 0,1 1 1 0 0,0 0-1 0 0,0 0 1 0 0,0-1 0 0 0,1 1-1 0 0,-1 0 1 0 0,1 0-1 0 0,0 1 1 0 0,0-1 0 0 0,1 0-1 0 0,2-3 1 0 0,-4 7-159 0 0,0 0 1 0 0,0 0-1 0 0,0 0 1 0 0,-1 0-1 0 0,1 0 1 0 0,0 0-1 0 0,0 0 1 0 0,0 1-1 0 0,0-1 1 0 0,0 0-1 0 0,-1 1 1 0 0,1-1-1 0 0,0 0 1 0 0,0 1-1 0 0,-1-1 1 0 0,1 1-1 0 0,0-1 1 0 0,-1 1-1 0 0,1 0 1 0 0,0-1-1 0 0,-1 1 1 0 0,1 0-1 0 0,0 1 1 0 0,15 17 385 0 0,0 7-310 0 0,-1 2 0 0 0,-2 0 1 0 0,0 1-1 0 0,12 45 0 0 0,9 19-488 0 0,17 11-2984 0 0,-31-69-3289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4.1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347 47 6913 0 0,'-8'-3'102'0'0,"0"1"-1"0"0,-1 0 0 0 0,1 1 0 0 0,-1 0 0 0 0,1 0 0 0 0,-1 1 0 0 0,1 0 0 0 0,-1 0 1 0 0,1 1-1 0 0,-1 0 0 0 0,1 1 0 0 0,-14 4 0 0 0,10-2 198 0 0,0 1 1 0 0,1 0-1 0 0,0 1 0 0 0,0 1 1 0 0,0-1-1 0 0,1 2 1 0 0,-1-1-1 0 0,-9 12 0 0 0,9-8-42 0 0,0 0 1 0 0,1 1-1 0 0,0 0 0 0 0,1 0 0 0 0,0 1 0 0 0,1 1 0 0 0,1-1 0 0 0,0 1 0 0 0,1 0 1 0 0,0 1-1 0 0,1 0 0 0 0,1 0 0 0 0,0 0 0 0 0,-2 26 0 0 0,5-39-267 0 0,1 0 0 0 0,0-1 0 0 0,0 1 0 0 0,0-1 0 0 0,0 1 0 0 0,0-1 0 0 0,0 1 0 0 0,0 0 0 0 0,0-1 0 0 0,0 1 0 0 0,1-1 0 0 0,-1 1 0 0 0,1-1 0 0 0,-1 1 0 0 0,1-1 0 0 0,0 1 0 0 0,-1-1 0 0 0,1 0 0 0 0,0 1 0 0 0,0-1 0 0 0,0 0 0 0 0,0 0 0 0 0,0 1 0 0 0,0-1 0 0 0,1 0 0 0 0,-1 0 0 0 0,0 0 0 0 0,2 1 0 0 0,0-2-14 0 0,-1 0 0 0 0,0 0 0 0 0,0 0 0 0 0,0 0 1 0 0,0 0-1 0 0,1 0 0 0 0,-1-1 0 0 0,0 1 0 0 0,0-1 0 0 0,0 1 0 0 0,0-1 0 0 0,0 0 0 0 0,0 0 0 0 0,0 0 0 0 0,0 0 1 0 0,0 0-1 0 0,-1 0 0 0 0,1-1 0 0 0,0 1 0 0 0,1-3 0 0 0,25-20-1029 0 0,-2-2-1 0 0,-1-1 1 0 0,31-42 0 0 0,52-99-830 0 0,-101 154 1878 0 0,-6 10 49 0 0,0 1 0 0 0,1 0 1 0 0,-1-1-1 0 0,1 1 1 0 0,0 0-1 0 0,0 0 0 0 0,0 0 1 0 0,1 1-1 0 0,-1-1 0 0 0,6-4 1 0 0,-1 41 4624 0 0,-5-6-3967 0 0,1 1 0 0 0,2-2 1 0 0,1 1-1 0 0,17 48 0 0 0,-14-51-790 0 0,1-1 0 0 0,2 0 0 0 0,0-1 0 0 0,2-1 0 0 0,0 0 0 0 0,2-1 0 0 0,0 0 0 0 0,1-1 0 0 0,22 19 0 0 0,-20-23-5520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4.7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73 1376 0 0,'0'-3'188'0'0,"0"0"0"0"0,0 1 0 0 0,0-1 0 0 0,0 0 0 0 0,0 1-1 0 0,1-1 1 0 0,-1 0 0 0 0,1 1 0 0 0,0-1 0 0 0,-1 0 0 0 0,1 1 0 0 0,1-1 0 0 0,-1 1-1 0 0,0 0 1 0 0,0-1 0 0 0,1 1 0 0 0,0 0 0 0 0,-1 0 0 0 0,1 0 0 0 0,0 0 0 0 0,0 0-1 0 0,0 0 1 0 0,0 0 0 0 0,0 1 0 0 0,1-1 0 0 0,-1 1 0 0 0,0 0 0 0 0,1-1-1 0 0,-1 1 1 0 0,1 0 0 0 0,-1 0 0 0 0,4 0 0 0 0,-3 0 11 0 0,-1 0 0 0 0,1 1-1 0 0,0-1 1 0 0,0 1 0 0 0,0 0 0 0 0,0 0 0 0 0,0 0-1 0 0,0 0 1 0 0,0 0 0 0 0,0 1 0 0 0,0-1 0 0 0,0 1-1 0 0,-1 0 1 0 0,1 0 0 0 0,0 0 0 0 0,0 0 0 0 0,-1 0-1 0 0,1 0 1 0 0,-1 1 0 0 0,1 0 0 0 0,-1-1 0 0 0,1 1-1 0 0,-1 0 1 0 0,0 0 0 0 0,0 0 0 0 0,0 0 0 0 0,0 1 0 0 0,0-1-1 0 0,-1 0 1 0 0,3 5 0 0 0,1 6 116 0 0,-1 0 0 0 0,0 0 0 0 0,0 1 1 0 0,-1 0-1 0 0,-1 0 0 0 0,1 27 0 0 0,5 29 47 0 0,-6-71-355 0 0,3-10-33 0 0,3-10-19 0 0,-3 3 36 0 0,3-11 105 0 0,16-39 0 0 0,-22 61-2 0 0,1 0 0 0 0,1 1 1 0 0,-1-1-1 0 0,1 1 0 0 0,0 0 0 0 0,1 0 1 0 0,0 0-1 0 0,0 1 0 0 0,0 0 1 0 0,0 0-1 0 0,8-6 0 0 0,-12 11-59 0 0,0-1 0 0 0,0 0 1 0 0,0 1-1 0 0,0-1 0 0 0,0 1 0 0 0,0 0 0 0 0,0-1 0 0 0,0 1 1 0 0,0 0-1 0 0,0-1 0 0 0,0 1 0 0 0,0 0 0 0 0,1 0 0 0 0,-1 0 1 0 0,0 0-1 0 0,0 0 0 0 0,0 0 0 0 0,0 0 0 0 0,0 1 0 0 0,0-1 1 0 0,0 0-1 0 0,0 1 0 0 0,1-1 0 0 0,-1 1 0 0 0,0-1 0 0 0,0 1 0 0 0,-1-1 1 0 0,1 1-1 0 0,0-1 0 0 0,0 1 0 0 0,0 0 0 0 0,0 0 0 0 0,0 0 1 0 0,-1-1-1 0 0,1 1 0 0 0,0 0 0 0 0,-1 0 0 0 0,1 0 0 0 0,-1 0 1 0 0,2 2-1 0 0,2 5 149 0 0,-1 1-1 0 0,1-1 1 0 0,-1 1 0 0 0,2 9 0 0 0,-2-5 54 0 0,-2-12-229 0 0,28 77 390 0 0,-26-70-896 0 0,1-1-1 0 0,0 1 1 0 0,1-1 0 0 0,-1 0-1 0 0,2-1 1 0 0,-1 1-1 0 0,12 10 1 0 0,1-4-997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5.0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39 4609 0 0,'0'0'68'0'0,"-1"0"0"0"0,1 0 0 0 0,0 0 0 0 0,-1-1-1 0 0,1 1 1 0 0,0 0 0 0 0,0 0 0 0 0,-1 0 0 0 0,1 0 0 0 0,0 0 0 0 0,-1 0 0 0 0,1 0 0 0 0,0 0-1 0 0,-1 0 1 0 0,1 0 0 0 0,0 0 0 0 0,-1 0 0 0 0,1 0 0 0 0,0 0 0 0 0,-1 0 0 0 0,1 0 0 0 0,0 0-1 0 0,-1 0 1 0 0,1 0 0 0 0,0 0 0 0 0,0 1 0 0 0,-1-1 0 0 0,1 0 0 0 0,0 0 0 0 0,0 0 0 0 0,-1 0-1 0 0,1 1 1 0 0,-1-1 0 0 0,-11 14 1537 0 0,-6 17 42 0 0,8-11-956 0 0,0 1 1 0 0,-7 25 0 0 0,15-38-654 0 0,0-1 1 0 0,0 1 0 0 0,0 0-1 0 0,1 0 1 0 0,0 0 0 0 0,1 0 0 0 0,0 1-1 0 0,0-1 1 0 0,2 13 0 0 0,-2-20-27 0 0,0 0 0 0 0,1 0 0 0 0,-1 0 0 0 0,0 0 1 0 0,1 0-1 0 0,-1 0 0 0 0,0 0 0 0 0,1 0 0 0 0,-1 0 0 0 0,1 0 1 0 0,0 0-1 0 0,-1 0 0 0 0,1 0 0 0 0,0 0 0 0 0,-1 0 1 0 0,1-1-1 0 0,0 1 0 0 0,0 0 0 0 0,0 0 0 0 0,0-1 0 0 0,0 1 1 0 0,0-1-1 0 0,0 1 0 0 0,0-1 0 0 0,1 1 0 0 0,0-1-14 0 0,0 1 0 0 0,0-2-1 0 0,0 1 1 0 0,0 0 0 0 0,0 0-1 0 0,0-1 1 0 0,0 1 0 0 0,0-1 0 0 0,0 1-1 0 0,0-1 1 0 0,-1 0 0 0 0,1 0-1 0 0,2-1 1 0 0,7-5-25 0 0,0-1 0 0 0,-1 0 0 0 0,13-14 0 0 0,-18 18 91 0 0,15-17 183 0 0,0-1 0 0 0,-1-1 0 0 0,-1 0 1 0 0,-2-1-1 0 0,0-1 0 0 0,-1 0 0 0 0,12-32 1 0 0,-27 57-194 0 0,0-1 0 0 0,0 1 1 0 0,0-1-1 0 0,0 1 0 0 0,0-1 1 0 0,0 1-1 0 0,0 0 1 0 0,0-1-1 0 0,1 1 0 0 0,-1-1 1 0 0,0 1-1 0 0,0 0 0 0 0,0-1 1 0 0,0 1-1 0 0,1 0 1 0 0,-1-1-1 0 0,0 1 0 0 0,0 0 1 0 0,1-1-1 0 0,-1 1 1 0 0,0 0-1 0 0,1 0 0 0 0,-1-1 1 0 0,0 1-1 0 0,1 0 0 0 0,-1 0 1 0 0,0 0-1 0 0,1-1 1 0 0,-1 1-1 0 0,1 0 0 0 0,-1 0 1 0 0,0 0-1 0 0,1 0 1 0 0,-1 0-1 0 0,1 0 0 0 0,-1 0 1 0 0,0 0-1 0 0,1 0 0 0 0,-1 0 1 0 0,1 0-1 0 0,-1 0 1 0 0,0 0-1 0 0,1 0 0 0 0,-1 0 1 0 0,1 0-1 0 0,0 1 1 0 0,10 17 1471 0 0,-2-4-1244 0 0,-6-11-934 0 0,-2-1-201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5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341 0 6913 0 0,'0'0'529'0'0,"11"25"4533"0"0,-8 9-3921 0 0,-1 1 0 0 0,-2-1 0 0 0,-7 60 0 0 0,2-39-660 0 0,-27 265 772 0 0,22-257-1044 0 0,-3 0-1 0 0,-42 121 1 0 0,46-161-115 0 0,-1-2 0 0 0,-1 0 0 0 0,0 0 0 0 0,-16 20 1 0 0,22-34-33 0 0,-1 0 0 0 0,0 1 1 0 0,0-2-1 0 0,0 1 1 0 0,-1-1-1 0 0,0 0 0 0 0,0 0 1 0 0,-1-1-1 0 0,0 0 1 0 0,0 0-1 0 0,0-1 1 0 0,0 0-1 0 0,-12 4 0 0 0,17-8-135 0 0,0 1 0 0 0,0-1 0 0 0,0 1 0 0 0,1-1 0 0 0,-1 0-1 0 0,0 0 1 0 0,0 0 0 0 0,0 0 0 0 0,1-1 0 0 0,-1 1 0 0 0,0-1 0 0 0,0 0-1 0 0,-4-1 1 0 0,-5-6-343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6.5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 3 13363 0 0,'-1'0'52'0'0,"1"0"-1"0"0,-1-1 1 0 0,1 1 0 0 0,-1 0 0 0 0,1 0 0 0 0,-1 0-1 0 0,1-1 1 0 0,-1 1 0 0 0,0 0 0 0 0,1 0 0 0 0,-1 0-1 0 0,1 0 1 0 0,-1 0 0 0 0,1 0 0 0 0,-1 0 0 0 0,0 0 0 0 0,1 0-1 0 0,-1 0 1 0 0,1 0 0 0 0,-1 1 0 0 0,1-1 0 0 0,-1 0-1 0 0,1 0 1 0 0,-1 0 0 0 0,1 1 0 0 0,-1-1 0 0 0,1 0-1 0 0,-1 1 1 0 0,0 0 0 0 0,-1 17 472 0 0,2-8-398 0 0,-3 75 579 0 0,3-1 1 0 0,5 1-1 0 0,16 94 0 0 0,-18-166-759 0 0,0 0 1 0 0,0 0-1 0 0,1-1 1 0 0,1 0-1 0 0,0 1 1 0 0,1-2-1 0 0,0 1 0 0 0,13 17 1 0 0,-17-26-77 0 0,1 0 0 0 0,0 0 0 0 0,-1 0 0 0 0,1 0 0 0 0,0 0 0 0 0,1-1 0 0 0,-1 1 0 0 0,0-1 0 0 0,1 0 0 0 0,-1 0 0 0 0,1 0 1 0 0,0-1-1 0 0,-1 1 0 0 0,1-1 0 0 0,0 0 0 0 0,0 0 0 0 0,0 0 0 0 0,0-1 0 0 0,0 1 0 0 0,0-1 0 0 0,0 0 0 0 0,0 0 0 0 0,0 0 0 0 0,0-1 0 0 0,0 0 0 0 0,0 1 0 0 0,0-1 0 0 0,0 0 0 0 0,0-1 0 0 0,-1 1 0 0 0,1-1 1 0 0,3-2-1 0 0,3-1-53 0 0,-1 0 0 0 0,-1 0 0 0 0,1-1 0 0 0,-1-1 1 0 0,0 1-1 0 0,0-1 0 0 0,-1-1 0 0 0,1 1 0 0 0,-2-1 1 0 0,1-1-1 0 0,-1 1 0 0 0,-1-1 0 0 0,8-14 0 0 0,0-7 616 0 0,-2 0-1 0 0,15-63 0 0 0,-17 60 386 0 0,-9 31-688 0 0,1 0-1 0 0,-1 0 0 0 0,1 0 1 0 0,0 0-1 0 0,0 0 0 0 0,0 0 0 0 0,0 0 1 0 0,0 0-1 0 0,3-3 0 0 0,-4 4-85 0 0,0 1-1 0 0,1 0 1 0 0,-1-1-1 0 0,1 1 1 0 0,-1 0 0 0 0,0 0-1 0 0,1-1 1 0 0,-1 1-1 0 0,1 0 1 0 0,-1 0 0 0 0,1 0-1 0 0,-1-1 1 0 0,0 1-1 0 0,1 0 1 0 0,-1 0 0 0 0,1 0-1 0 0,-1 0 1 0 0,1 0-1 0 0,-1 0 1 0 0,1 0 0 0 0,-1 0-1 0 0,1 0 1 0 0,-1 0-1 0 0,1 0 1 0 0,-1 1 0 0 0,1-1-1 0 0,-1 0 1 0 0,1 0-1 0 0,1 2 85 0 0,0 0-1 0 0,0 0 1 0 0,0-1 0 0 0,0 1-1 0 0,-1 1 1 0 0,1-1-1 0 0,-1 0 1 0 0,1 0-1 0 0,-1 0 1 0 0,0 1 0 0 0,0-1-1 0 0,0 1 1 0 0,0-1-1 0 0,1 4 1 0 0,4 13 7 0 0,2-1 0 0 0,0-1 0 0 0,1 1 0 0 0,1-1 0 0 0,0-1 0 0 0,1 0 0 0 0,1 0 0 0 0,0-1 0 0 0,1-1 0 0 0,21 18 0 0 0,-27-28-236 0 0,1 1 0 0 0,-1-2 0 0 0,1 1 0 0 0,0-1 0 0 0,0 0 0 0 0,0-1 0 0 0,0 0 0 0 0,1 0 1 0 0,-1-1-1 0 0,17 1 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6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 9218 0 0,'2'-1'381'0'0,"1"-1"0"0"0,-1 1 1 0 0,1 0-1 0 0,0-1 0 0 0,-1 1 0 0 0,1 0 1 0 0,0 1-1 0 0,0-1 0 0 0,0 0 0 0 0,0 1 1 0 0,0 0-1 0 0,0 0 0 0 0,-1 0 0 0 0,1 0 1 0 0,4 0-1 0 0,-5 1-301 0 0,0-1 0 0 0,-1 0-1 0 0,0 1 1 0 0,1-1 0 0 0,-1 1 0 0 0,1 0 0 0 0,-1-1 0 0 0,0 1 0 0 0,1 0 0 0 0,-1 0 0 0 0,0 0-1 0 0,0 0 1 0 0,0 0 0 0 0,0 0 0 0 0,0 0 0 0 0,0 1 0 0 0,0-1 0 0 0,0 0 0 0 0,0 0 0 0 0,0 1-1 0 0,-1-1 1 0 0,1 0 0 0 0,0 1 0 0 0,-1-1 0 0 0,1 1 0 0 0,-1-1 0 0 0,0 1 0 0 0,0-1 0 0 0,1 4-1 0 0,3 49 18 0 0,9 77 1402 0 0,-9-106-4197 0 0,11 36 0 0 0,-8-39-3270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7.1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3 16588 0 0,'-3'-1'1472'0'0,"1"-1"-1112"0"0,2 4-520 0 0,0-1-32 0 0,-3 2-16 0 0,0 2 0 0 0,0 3 208 0 0,1 3 0 0 0,0 4 0 0 0,4-1 0 0 0,0 2-1721 0 0,5 1-295 0 0,4-4-64 0 0,3 2-17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7.5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250 331 1840 0 0,'-3'-3'261'0'0,"0"1"0"0"0,0 0 0 0 0,0-1 0 0 0,-1 1 0 0 0,1 1 0 0 0,-1-1-1 0 0,1 0 1 0 0,-1 1 0 0 0,0 0 0 0 0,0 0 0 0 0,1 0 0 0 0,-1 0 0 0 0,0 0-1 0 0,0 1 1 0 0,0 0 0 0 0,0 0 0 0 0,0 0 0 0 0,0 0 0 0 0,0 1 0 0 0,0-1-1 0 0,-5 2 1 0 0,3 0 198 0 0,-1 0-1 0 0,0 0 1 0 0,1 1-1 0 0,0-1 1 0 0,-1 2-1 0 0,1-1 1 0 0,0 0-1 0 0,1 1 1 0 0,-1 0-1 0 0,1 1 1 0 0,-8 6-1 0 0,3 1-185 0 0,1 0 0 0 0,0 1-1 0 0,0 0 1 0 0,1 0-1 0 0,1 0 1 0 0,-7 19 0 0 0,11-23-144 0 0,0 0 0 0 0,0 0 0 0 0,0 1 1 0 0,1-1-1 0 0,1 1 0 0 0,0-1 0 0 0,0 1 1 0 0,1 0-1 0 0,0 0 0 0 0,3 18 1 0 0,-3-26-148 0 0,0 0 0 0 0,0 0 0 0 0,1 0 0 0 0,-1 0 0 0 0,1 0 0 0 0,0 0 0 0 0,-1 0 1 0 0,1 0-1 0 0,0 0 0 0 0,0 0 0 0 0,0-1 0 0 0,0 1 0 0 0,1 0 0 0 0,-1-1 0 0 0,0 1 1 0 0,1-1-1 0 0,-1 1 0 0 0,1-1 0 0 0,-1 0 0 0 0,1 1 0 0 0,0-1 0 0 0,-1 0 1 0 0,1 0-1 0 0,0 0 0 0 0,0-1 0 0 0,0 1 0 0 0,0 0 0 0 0,0-1 0 0 0,0 1 0 0 0,0-1 1 0 0,0 0-1 0 0,0 1 0 0 0,0-1 0 0 0,0 0 0 0 0,0 0 0 0 0,0 0 0 0 0,0-1 1 0 0,0 1-1 0 0,0 0 0 0 0,0-1 0 0 0,0 1 0 0 0,0-1 0 0 0,2-1 0 0 0,5-1-114 0 0,0-1-1 0 0,0-1 0 0 0,0 1 0 0 0,-1-2 0 0 0,1 1 1 0 0,-1-1-1 0 0,11-10 0 0 0,-1-2-392 0 0,0-1-1 0 0,-1 0 1 0 0,-1-1-1 0 0,0-1 1 0 0,-2-1-1 0 0,13-24 1 0 0,-19 28 327 0 0,-1 0 0 0 0,0 0 0 0 0,-1 0-1 0 0,-1-1 1 0 0,0 0 0 0 0,-2 0 0 0 0,0 0 0 0 0,0-34 0 0 0,-3 23 833 0 0,-1 0 0 0 0,-1 1-1 0 0,-1-1 1 0 0,-11-40 0 0 0,14 69-528 0 0,0 0 1 0 0,-1 0-1 0 0,1 0 1 0 0,0-1-1 0 0,-1 1 1 0 0,1 0-1 0 0,0 0 1 0 0,-1 0-1 0 0,1 0 1 0 0,-1 0-1 0 0,0 0 1 0 0,1 0-1 0 0,-1 0 1 0 0,0 0-1 0 0,1 0 1 0 0,-1 0-1 0 0,0 0 1 0 0,0 1-1 0 0,0-1 1 0 0,0 0-1 0 0,0 1 1 0 0,-1-2-1 0 0,1 2 6 0 0,0 1 0 0 0,0-1 0 0 0,0 0 0 0 0,0 1 0 0 0,1-1 0 0 0,-1 0 0 0 0,0 1 0 0 0,0-1 0 0 0,1 1 0 0 0,-1-1 0 0 0,0 1 0 0 0,1 0 0 0 0,-1-1 0 0 0,0 1 0 0 0,1 0 0 0 0,-1-1 0 0 0,1 1 0 0 0,-1 0 0 0 0,1 0 0 0 0,-1-1 0 0 0,1 3 0 0 0,-5 7 430 0 0,0 1-1 0 0,1-1 1 0 0,-3 13-1 0 0,3-7-425 0 0,1 0 0 0 0,0 0 0 0 0,2 1 0 0 0,-1-1 0 0 0,2 1 0 0 0,0-1 0 0 0,1 1 0 0 0,1-1 0 0 0,1 0 0 0 0,0 1 0 0 0,8 23 0 0 0,4-2 163 0 0,1 0-1 0 0,2-1 0 0 0,33 50 0 0 0,1 0-6385 0 0,-35-58-695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7.9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237 327 3913 0 0,'0'0'71'0'0,"-1"-1"0"0"0,1 0 0 0 0,0 0 0 0 0,-1 0-1 0 0,1 1 1 0 0,-1-1 0 0 0,1 0 0 0 0,-1 0 0 0 0,0 1 0 0 0,1-1 0 0 0,-1 0 0 0 0,0 1 0 0 0,1-1 0 0 0,-1 1 0 0 0,0-1 0 0 0,0 1 0 0 0,0 0 0 0 0,1-1 0 0 0,-1 1-1 0 0,0 0 1 0 0,0-1 0 0 0,0 1 0 0 0,0 0 0 0 0,0 0 0 0 0,0 0 0 0 0,0 0 0 0 0,0 0 0 0 0,0 0 0 0 0,-34-3 1949 0 0,29 3-1664 0 0,-4 0 212 0 0,0 0 0 0 0,0 1 0 0 0,1 0 0 0 0,-1 0-1 0 0,0 1 1 0 0,0 0 0 0 0,1 1 0 0 0,-1 0 0 0 0,1 1 0 0 0,0-1 0 0 0,-10 7 0 0 0,15-8-431 0 0,1 1 0 0 0,-1-1 0 0 0,1 1 0 0 0,-1 0 0 0 0,1 0 0 0 0,0 0 0 0 0,0 0 0 0 0,1 1 0 0 0,-1-1 0 0 0,1 1 0 0 0,-1 0 0 0 0,1-1 0 0 0,0 1 0 0 0,1 0 0 0 0,-1 0 0 0 0,1 0 0 0 0,-1 1 0 0 0,1-1 0 0 0,1 0 0 0 0,-1 0 0 0 0,0 1 0 0 0,1-1 0 0 0,0 0 0 0 0,0 1 0 0 0,0-1-1 0 0,1 0 1 0 0,0 1 0 0 0,0 3 0 0 0,0-5-158 0 0,-1-1-1 0 0,0 1 0 0 0,1-1 1 0 0,-1 1-1 0 0,1-1 0 0 0,0 1 1 0 0,0-1-1 0 0,0 0 0 0 0,0 1 1 0 0,0-1-1 0 0,1 0 0 0 0,-1 0 1 0 0,0 0-1 0 0,1 0 0 0 0,0 0 1 0 0,-1 0-1 0 0,1-1 0 0 0,0 1 1 0 0,0 0-1 0 0,0-1 0 0 0,0 1 1 0 0,0-1-1 0 0,1 0 0 0 0,-1 0 1 0 0,0 0-1 0 0,1 0 0 0 0,-1 0 1 0 0,0 0-1 0 0,1-1 0 0 0,-1 1 1 0 0,1-1-1 0 0,-1 0 0 0 0,1 1 1 0 0,-1-1-1 0 0,1 0 0 0 0,-1-1 1 0 0,1 1-1 0 0,-1 0 0 0 0,1-1 0 0 0,3 0 1 0 0,2-2-252 0 0,0 0 1 0 0,1 0 0 0 0,-1-1-1 0 0,0 0 1 0 0,-1-1 0 0 0,1 1-1 0 0,-1-1 1 0 0,0-1-1 0 0,0 1 1 0 0,8-10 0 0 0,-8 7 47 0 0,0 0 1 0 0,-1 0 0 0 0,0-1 0 0 0,0 0-1 0 0,-1 0 1 0 0,0 0 0 0 0,-1 0 0 0 0,0-1-1 0 0,0 0 1 0 0,-1 0 0 0 0,-1 0 0 0 0,1 0-1 0 0,0-12 1 0 0,-2-1-348 0 0,-1 1 1 0 0,-1-1-1 0 0,0 0 0 0 0,-10-43 0 0 0,3 18 1283 0 0,4 25 369 0 0,0 0-1 0 0,-17-34 6463 0 0,15 120-5931 0 0,6-27-1532 0 0,2 0 1 0 0,1 0 0 0 0,1 0-1 0 0,2 0 1 0 0,2-1 0 0 0,1 0 0 0 0,2-1-1 0 0,27 61 1 0 0,-5-28-2059 0 0,-17-31-5229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8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0 288 2304 0 0,'44'-45'1015'0'0,"-34"36"-235"0"0,0-1 0 0 0,17-22 0 0 0,-24 27-661 0 0,0-1 0 0 0,0 1 1 0 0,-1 0-1 0 0,1-1 0 0 0,-1 0 0 0 0,0 1 0 0 0,0-1 0 0 0,-1 0 0 0 0,0 0 0 0 0,1-9 0 0 0,-2 9 12 0 0,0-1 0 0 0,0 1-1 0 0,-1-1 1 0 0,0 1 0 0 0,0-1-1 0 0,-1 1 1 0 0,1 0 0 0 0,-1-1-1 0 0,-3-5 1 0 0,4 11-90 0 0,1 0-1 0 0,-1 0 0 0 0,1 0 1 0 0,-1 0-1 0 0,1 0 1 0 0,-1 0-1 0 0,0 0 1 0 0,1 0-1 0 0,-1 1 1 0 0,0-1-1 0 0,0 0 1 0 0,0 0-1 0 0,0 1 0 0 0,1-1 1 0 0,-1 1-1 0 0,0-1 1 0 0,0 1-1 0 0,0-1 1 0 0,0 1-1 0 0,0 0 1 0 0,0-1-1 0 0,0 1 1 0 0,-2 0-1 0 0,1 0-9 0 0,0 1 0 0 0,1-1 1 0 0,-1 1-1 0 0,0 0 0 0 0,0-1 0 0 0,1 1 1 0 0,-1 0-1 0 0,0 0 0 0 0,1 0 0 0 0,-1 1 1 0 0,1-1-1 0 0,-1 0 0 0 0,1 1 1 0 0,0-1-1 0 0,-1 0 0 0 0,1 1 0 0 0,0 0 1 0 0,-1 2-1 0 0,-2 1 89 0 0,0 1 0 0 0,1 1 0 0 0,0-1-1 0 0,1 0 1 0 0,-1 1 0 0 0,1-1 0 0 0,0 1 0 0 0,1 0 0 0 0,-1 0 0 0 0,1 0 0 0 0,1 0 0 0 0,-1-1 0 0 0,1 1 0 0 0,1 0 0 0 0,-1 0 0 0 0,1 0-1 0 0,0 0 1 0 0,4 11 0 0 0,-4-14-150 0 0,0 0 0 0 0,1 0-1 0 0,0 1 1 0 0,0-1 0 0 0,0 0 0 0 0,0 0-1 0 0,0-1 1 0 0,1 1 0 0 0,0 0-1 0 0,0-1 1 0 0,0 0 0 0 0,0 1-1 0 0,0-1 1 0 0,1-1 0 0 0,-1 1 0 0 0,1 0-1 0 0,0-1 1 0 0,0 0 0 0 0,0 0-1 0 0,0 0 1 0 0,0 0 0 0 0,1-1-1 0 0,-1 1 1 0 0,0-1 0 0 0,1 0 0 0 0,-1 0-1 0 0,1-1 1 0 0,-1 1 0 0 0,8-1-1 0 0,-2-2-18 0 0,-1 1-1 0 0,0-1 0 0 0,0 0 1 0 0,0-1-1 0 0,0 0 0 0 0,0-1 1 0 0,0 0-1 0 0,-1 0 0 0 0,0 0 1 0 0,0-1-1 0 0,0-1 0 0 0,0 1 1 0 0,12-13-1 0 0,6-9 448 0 0,0 0 0 0 0,23-34 0 0 0,-42 52-179 0 0,5-7 259 0 0,-6 8 175 0 0,1-1-1 0 0,0 1 1 0 0,0 0-1 0 0,12-10 1 0 0,-18 22-200 0 0,0 0 1 0 0,0-1 0 0 0,-1 1 0 0 0,0 0-1 0 0,0 0 1 0 0,0 0 0 0 0,0-1-1 0 0,-1 8 1 0 0,-1 0-363 0 0,-3 42 494 0 0,5-50-564 0 0,0-1-1 0 0,1 1 1 0 0,-1 0-1 0 0,0-1 1 0 0,1 1-1 0 0,-1-1 0 0 0,1 0 1 0 0,0 1-1 0 0,-1-1 1 0 0,1 1-1 0 0,1-1 1 0 0,-1 0-1 0 0,0 0 1 0 0,0 1-1 0 0,1-1 1 0 0,-1 0-1 0 0,4 2 0 0 0,-4-3-18 0 0,0-1 0 0 0,0 0-1 0 0,0 0 1 0 0,0 1-1 0 0,0-1 1 0 0,0 0-1 0 0,0 0 1 0 0,0 0 0 0 0,0 0-1 0 0,0 0 1 0 0,0 0-1 0 0,0-1 1 0 0,0 1-1 0 0,0 0 1 0 0,0 0 0 0 0,0-1-1 0 0,0 1 1 0 0,0-1-1 0 0,0 1 1 0 0,0-1-1 0 0,-1 1 1 0 0,1-1 0 0 0,0 0-1 0 0,0 1 1 0 0,0-1-1 0 0,-1 0 1 0 0,1 1-1 0 0,0-1 1 0 0,-1 0 0 0 0,1 0-1 0 0,0-1 1 0 0,24-30 100 0 0,-23 29-85 0 0,-1 2-8 0 0,51-69 529 0 0,-47 64-509 0 0,0 1-1 0 0,0 0 1 0 0,0 1-1 0 0,0-1 1 0 0,1 1-1 0 0,-1 0 0 0 0,1 0 1 0 0,0 0-1 0 0,1 1 1 0 0,8-3-1 0 0,-14 5-23 0 0,1 1-1 0 0,0 0 1 0 0,0 0 0 0 0,0 0-1 0 0,0 0 1 0 0,0 0 0 0 0,-1 0 0 0 0,1 1-1 0 0,0-1 1 0 0,0 0 0 0 0,0 1-1 0 0,0 0 1 0 0,-1-1 0 0 0,1 1-1 0 0,0 0 1 0 0,-1 0 0 0 0,1 0-1 0 0,-1 0 1 0 0,1 0 0 0 0,-1 0-1 0 0,1 1 1 0 0,-1-1 0 0 0,0 0 0 0 0,2 3-1 0 0,5 5 17 0 0,-1 1 1 0 0,11 21-1 0 0,-1-4 22 0 0,-2-8-1095 0 0,2 0-3916 0 0,2-1-1908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8.9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13395 0 0,'8'26'2520'0'0,"1"10"-535"0"0,-1 0 0 0 0,3 52 0 0 0,-4-28-3535 0 0,3-1-3433 0 0,-2-28-1616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9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8754 0 0,'-2'10'585'0'0,"-1"0"1"0"0,0-1 0 0 0,0 1-1 0 0,-1-1 1 0 0,-8 16 0 0 0,3-6 318 0 0,-17 35 1015 0 0,15-34-1725 0 0,1 1 0 0 0,1 0 0 0 0,-10 32 0 0 0,19-52-210 0 0,-1 1-1 0 0,1-1 1 0 0,-1 1-1 0 0,1-1 1 0 0,0 1-1 0 0,0-1 0 0 0,-1 1 1 0 0,1-1-1 0 0,0 1 1 0 0,0 0-1 0 0,1-1 1 0 0,-1 1-1 0 0,0-1 1 0 0,0 1-1 0 0,1-1 0 0 0,-1 1 1 0 0,1-1-1 0 0,-1 1 1 0 0,1-1-1 0 0,0 0 1 0 0,-1 1-1 0 0,1-1 1 0 0,0 0-1 0 0,0 1 0 0 0,0-1 1 0 0,0 0-1 0 0,0 0 1 0 0,0 0-1 0 0,1 0 1 0 0,-1 0-1 0 0,0 0 1 0 0,0 0-1 0 0,1 0 0 0 0,-1-1 1 0 0,1 1-1 0 0,-1 0 1 0 0,0-1-1 0 0,1 1 1 0 0,-1-1-1 0 0,1 0 0 0 0,0 1 1 0 0,-1-1-1 0 0,1 0 1 0 0,1 0-1 0 0,3 0-286 0 0,0 0-1 0 0,0 0 0 0 0,0-1 0 0 0,0 0 1 0 0,0 0-1 0 0,-1 0 0 0 0,1 0 0 0 0,0-1 1 0 0,-1 0-1 0 0,10-5 0 0 0,-2-3 49 0 0,0 1 0 0 0,-1-2-1 0 0,0 0 1 0 0,-1 0 0 0 0,0-1 0 0 0,-1-1-1 0 0,0 0 1 0 0,14-25 0 0 0,7-8 1577 0 0,-30 45-1229 0 0,-1 0-1 0 0,0 1 1 0 0,1-1-1 0 0,-1 0 0 0 0,1 1 1 0 0,-1-1-1 0 0,1 1 1 0 0,-1-1-1 0 0,1 1 1 0 0,0-1-1 0 0,-1 1 1 0 0,1 0-1 0 0,-1-1 0 0 0,1 1 1 0 0,0 0-1 0 0,-1-1 1 0 0,1 1-1 0 0,0 0 1 0 0,0 0-1 0 0,-1 0 0 0 0,1-1 1 0 0,0 1-1 0 0,0 0 1 0 0,-1 0-1 0 0,1 0 1 0 0,0 0-1 0 0,-1 0 0 0 0,1 0 1 0 0,0 1-1 0 0,0-1 1 0 0,-1 0-1 0 0,1 0 1 0 0,0 0-1 0 0,-1 1 0 0 0,1-1 1 0 0,0 0-1 0 0,-1 1 1 0 0,1-1-1 0 0,0 1 1 0 0,-1-1-1 0 0,1 1 1 0 0,-1-1-1 0 0,1 1 0 0 0,-1-1 1 0 0,1 1-1 0 0,-1-1 1 0 0,1 1-1 0 0,-1 0 1 0 0,1 0-1 0 0,5 8 426 0 0,-1-1-1 0 0,0 1 1 0 0,5 12-1 0 0,3 4 588 0 0,-10-23-1055 0 0,-1 1 0 0 0,0 0 0 0 0,1-1 0 0 0,0 0 0 0 0,0 0 0 0 0,0 0 0 0 0,0 0 1 0 0,0 0-1 0 0,0 0 0 0 0,0-1 0 0 0,0 1 0 0 0,1-1 0 0 0,-1 0 0 0 0,1 0 0 0 0,-1 0 1 0 0,4 0-1 0 0,27 0-1011 0 0,-3-4-3997 0 0,-10 1-864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19.9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6913 0 0,'-1'4'473'0'0,"-1"0"0"0"0,2 1-1 0 0,-1-1 1 0 0,0 0-1 0 0,1 0 1 0 0,0 0-1 0 0,1 8 1 0 0,-1-6-70 0 0,-1-1-267 0 0,2 0-1 0 0,-1 0 0 0 0,0 0 1 0 0,1 0-1 0 0,0-1 1 0 0,0 1-1 0 0,0 0 1 0 0,1 0-1 0 0,0-1 1 0 0,-1 1-1 0 0,2-1 1 0 0,-1 0-1 0 0,0 1 1 0 0,1-1-1 0 0,0 0 1 0 0,0 0-1 0 0,0-1 1 0 0,0 1-1 0 0,1-1 1 0 0,0 0-1 0 0,-1 1 0 0 0,1-1 1 0 0,0-1-1 0 0,0 1 1 0 0,1-1-1 0 0,-1 0 1 0 0,1 0-1 0 0,-1 0 1 0 0,1 0-1 0 0,-1-1 1 0 0,1 1-1 0 0,0-1 1 0 0,0-1-1 0 0,0 1 1 0 0,-1-1-1 0 0,1 0 1 0 0,0 0-1 0 0,0 0 1 0 0,0 0-1 0 0,0-1 0 0 0,0 0 1 0 0,-1 0-1 0 0,1 0 1 0 0,0-1-1 0 0,-1 0 1 0 0,1 1-1 0 0,7-6 1 0 0,-3 1-81 0 0,-1 1 0 0 0,0-2 0 0 0,0 1 0 0 0,0-1 0 0 0,-1 0 0 0 0,0 0 0 0 0,-1-1 0 0 0,0 0 0 0 0,8-12 0 0 0,-6 8 117 0 0,0 0 1 0 0,1 1 0 0 0,17-16 0 0 0,-26 27-158 0 0,1-1-1 0 0,0 1 1 0 0,0-1 0 0 0,0 0-1 0 0,0 1 1 0 0,0 0-1 0 0,0-1 1 0 0,0 1-1 0 0,0 0 1 0 0,0-1-1 0 0,0 1 1 0 0,0 0-1 0 0,0 0 1 0 0,0 0 0 0 0,0 0-1 0 0,0 0 1 0 0,0 0-1 0 0,0 0 1 0 0,0 0-1 0 0,0 0 1 0 0,0 1-1 0 0,0-1 1 0 0,0 0-1 0 0,0 1 1 0 0,0-1-1 0 0,0 1 1 0 0,0-1 0 0 0,0 1-1 0 0,-1-1 1 0 0,1 1-1 0 0,0-1 1 0 0,0 1-1 0 0,0 0 1 0 0,-1 0-1 0 0,1-1 1 0 0,0 1-1 0 0,-1 0 1 0 0,1 0 0 0 0,-1 0-1 0 0,1 0 1 0 0,-1 0-1 0 0,1 0 1 0 0,-1 1-1 0 0,4 5 102 0 0,0 0 0 0 0,-1 0 0 0 0,0 1-1 0 0,3 8 1 0 0,5 32 260 0 0,-3 0 0 0 0,-1 1 0 0 0,-2-1 0 0 0,-4 84-1 0 0,-1-99-315 0 0,-2-1-1 0 0,-2 0 1 0 0,-1 1-1 0 0,-10 33 0 0 0,12-56-62 0 0,-1 0-1 0 0,0 0 1 0 0,0 0-1 0 0,-1 0 0 0 0,-1-1 1 0 0,-12 17-1 0 0,14-21-67 0 0,-1 1 1 0 0,0-2-1 0 0,0 1 0 0 0,-1-1 1 0 0,1 0-1 0 0,-1 0 1 0 0,0 0-1 0 0,0-1 0 0 0,0 1 1 0 0,0-2-1 0 0,-13 5 0 0 0,-1-2-864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0.5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87 338 1840 0 0,'8'-3'610'0'0,"0"1"0"0"0,0-1 0 0 0,0 0 0 0 0,0-1 0 0 0,-1 0 0 0 0,1 0 0 0 0,-1 0 0 0 0,0-1 0 0 0,0 0-1 0 0,-1-1 1 0 0,1 1 0 0 0,-1-1 0 0 0,10-13 0 0 0,-13 14-263 0 0,1-1-1 0 0,-1 1 1 0 0,0-1-1 0 0,0 0 1 0 0,-1 1-1 0 0,0-1 1 0 0,0 0-1 0 0,0-1 1 0 0,-1 1 0 0 0,0 0-1 0 0,0 0 1 0 0,0-1-1 0 0,-1 1 1 0 0,0 0-1 0 0,0-1 1 0 0,-1 1 0 0 0,1 0-1 0 0,-4-13 1 0 0,2 12-176 0 0,-1 0 1 0 0,1 0 0 0 0,-1 0-1 0 0,0 1 1 0 0,0-1 0 0 0,-1 1 0 0 0,0-1-1 0 0,0 1 1 0 0,-6-6 0 0 0,9 11-138 0 0,-1 0 1 0 0,1-1-1 0 0,-1 1 1 0 0,1 0-1 0 0,-1 0 1 0 0,0 0 0 0 0,1 0-1 0 0,-1 0 1 0 0,0 0-1 0 0,0 0 1 0 0,1 1-1 0 0,-1-1 1 0 0,0 1-1 0 0,0-1 1 0 0,0 1 0 0 0,0 0-1 0 0,0 0 1 0 0,0 0-1 0 0,0 0 1 0 0,0 0-1 0 0,0 0 1 0 0,0 0-1 0 0,0 1 1 0 0,0-1 0 0 0,1 1-1 0 0,-1-1 1 0 0,0 1-1 0 0,0 0 1 0 0,0 0-1 0 0,1 0 1 0 0,-1 0-1 0 0,0 0 1 0 0,1 0 0 0 0,-1 0-1 0 0,1 1 1 0 0,-1-1-1 0 0,1 0 1 0 0,-2 3-1 0 0,-9 8 33 0 0,0 1 0 0 0,1 0 0 0 0,1 1 0 0 0,0 0 0 0 0,1 1 0 0 0,-7 16-1 0 0,10-20-25 0 0,1 1-1 0 0,0 0 1 0 0,1 0-1 0 0,1 0 1 0 0,0 1-1 0 0,0-1 1 0 0,1 1-1 0 0,0 22 0 0 0,2-31-38 0 0,0 1-1 0 0,0-1 0 0 0,1 0 0 0 0,0 1 0 0 0,0-1 0 0 0,0 0 0 0 0,0 0 0 0 0,1 0 0 0 0,-1 0 1 0 0,1 0-1 0 0,0 0 0 0 0,0 0 0 0 0,1 0 0 0 0,-1-1 0 0 0,1 1 0 0 0,0-1 0 0 0,4 4 1 0 0,-3-3 1 0 0,1-1 1 0 0,-1 0 0 0 0,1 0 0 0 0,0-1 0 0 0,0 1 0 0 0,0-1 0 0 0,0 0 0 0 0,1-1 0 0 0,-1 1-1 0 0,0-1 1 0 0,1 0 0 0 0,5 0 0 0 0,2 0 7 0 0,-1-1 1 0 0,0 0-1 0 0,0-1 0 0 0,0 0 0 0 0,1-1 0 0 0,-1-1 1 0 0,-1 0-1 0 0,1 0 0 0 0,0-1 0 0 0,-1-1 1 0 0,17-9-1 0 0,-13 4 99 0 0,0-2 1 0 0,-1 0-1 0 0,-1 0 1 0 0,0-1-1 0 0,0-1 0 0 0,-2 0 1 0 0,14-22-1 0 0,-10 15 145 0 0,1 1 0 0 0,32-32 0 0 0,-47 51-252 0 0,0 0 0 0 0,0 1-1 0 0,-1-1 1 0 0,1 0 0 0 0,0 1-1 0 0,0-1 1 0 0,0 1 0 0 0,0 0 0 0 0,0-1-1 0 0,0 1 1 0 0,-1 0 0 0 0,1-1-1 0 0,0 1 1 0 0,0 0 0 0 0,0 0-1 0 0,0 0 1 0 0,0 0 0 0 0,0 0 0 0 0,0 0-1 0 0,0 0 1 0 0,0 0 0 0 0,0 0-1 0 0,0 0 1 0 0,0 0 0 0 0,0 1-1 0 0,0-1 1 0 0,0 0 0 0 0,0 1 0 0 0,0-1-1 0 0,0 1 1 0 0,-1-1 0 0 0,1 1-1 0 0,0 0 1 0 0,0-1 0 0 0,0 1-1 0 0,-1 0 1 0 0,1-1 0 0 0,0 1 0 0 0,-1 0-1 0 0,2 1 1 0 0,3 6 36 0 0,0 0 1 0 0,0 0-1 0 0,7 16 0 0 0,0 0 0 0 0,-2-7-39 0 0,-6-10 0 0 0,0 1 0 0 0,1-1 0 0 0,0 0 0 0 0,0 0 0 0 0,1-1 0 0 0,-1 1 0 0 0,1-1 0 0 0,1 0 0 0 0,7 5 0 0 0,-14-11 8 0 0,1 0 0 0 0,-1-1 0 0 0,1 1 0 0 0,-1 0-1 0 0,1 0 1 0 0,-1 0 0 0 0,1 0 0 0 0,-1-1 0 0 0,1 1 0 0 0,-1 0 0 0 0,1-1 0 0 0,-1 1 0 0 0,0 0 0 0 0,1-1-1 0 0,-1 1 1 0 0,1 0 0 0 0,-1-1 0 0 0,0 1 0 0 0,0-1 0 0 0,1 1 0 0 0,-1-1 0 0 0,0 1 0 0 0,0-1 0 0 0,1 1-1 0 0,-1-1 1 0 0,0 1 0 0 0,0-1 0 0 0,10-23 395 0 0,-7 16-250 0 0,16-31 171 0 0,2 1-1 0 0,37-51 1 0 0,-35 57-1431 0 0,36-35 0 0 0,-34 43-6989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1.0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 5065 0 0,'-16'31'3837'0'0,"-11"6"-1860"0"0,15-22-1085 0 0,1 1 0 0 0,0 0 1 0 0,2 1-1 0 0,-13 26 0 0 0,20-37-746 0 0,0 0-1 0 0,1 0 0 0 0,-1 0 0 0 0,1 0 0 0 0,1 1 0 0 0,-1-1 1 0 0,1 0-1 0 0,0 0 0 0 0,0 0 0 0 0,1 1 0 0 0,0-1 0 0 0,0 0 1 0 0,0 0-1 0 0,1 0 0 0 0,0 0 0 0 0,0 0 0 0 0,0 0 0 0 0,5 7 1 0 0,-3-6-108 0 0,0 0 0 0 0,1 0 1 0 0,0 0-1 0 0,1 0 0 0 0,-1-1 1 0 0,1 0-1 0 0,0 0 0 0 0,1 0 1 0 0,0-1-1 0 0,-1 0 0 0 0,13 7 1 0 0,-6-6 158 0 0,-1-1 1 0 0,1 0-1 0 0,0-1 1 0 0,0 0-1 0 0,0-1 1 0 0,21 2 0 0 0,-34-5-154 0 0,1 0 0 0 0,-1 0 0 0 0,1 0 0 0 0,-1 0 0 0 0,1 0 0 0 0,-1 0 0 0 0,1 0 0 0 0,0 0 1 0 0,-1 0-1 0 0,1 0 0 0 0,-1 0 0 0 0,1 1 0 0 0,-1-1 0 0 0,1 0 0 0 0,-1 0 0 0 0,1 0 0 0 0,-1 1 1 0 0,0-1-1 0 0,1 0 0 0 0,-1 1 0 0 0,1-1 0 0 0,-1 0 0 0 0,0 1 0 0 0,1-1 0 0 0,-1 1 0 0 0,0-1 1 0 0,1 1-1 0 0,-1-1 0 0 0,0 1 0 0 0,0-1 0 0 0,1 1 0 0 0,-12 13 728 0 0,-35 14-157 0 0,38-23-462 0 0,-44 24 71 0 0,20-13-344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2.0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12443 0 0,'2'4'441'0'0,"0"1"-1"0"0,0-1 1 0 0,0 1 0 0 0,0-1 0 0 0,-1 1 0 0 0,1 0 0 0 0,-1-1 0 0 0,-1 1 0 0 0,1 8-1 0 0,2 2 175 0 0,19 186 2828 0 0,-18 108-2556 0 0,-4-150-538 0 0,-6 126 71 0 0,-1-30-1718 0 0,8-252 103 0 0,0-12-1929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2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 4609 0 0,'35'-10'1943'0'0,"2"3"0"0"0,61-6 1 0 0,-60 11-1259 0 0,0 2 1 0 0,0 1 0 0 0,0 2-1 0 0,70 14 1 0 0,-90-12-489 0 0,0 0 0 0 0,0 1 0 0 0,-1 1-1 0 0,0 0 1 0 0,0 1 0 0 0,0 1 0 0 0,-1 1 0 0 0,-1 0 0 0 0,27 23-1 0 0,-32-24-64 0 0,-1 2 0 0 0,0-1 0 0 0,0 1 0 0 0,-1 0 0 0 0,0 1 0 0 0,-1 0 0 0 0,0 0 0 0 0,-1 1 0 0 0,0-1 0 0 0,-1 2 0 0 0,-1-1 0 0 0,0 0 0 0 0,4 25-1 0 0,-6-21 36 0 0,-1 1 0 0 0,0-1-1 0 0,-1 1 1 0 0,-1 0-1 0 0,0-1 1 0 0,-2 1-1 0 0,0-1 1 0 0,-1 0-1 0 0,0 0 1 0 0,-1 0-1 0 0,-2 0 1 0 0,1-1 0 0 0,-2 0-1 0 0,-13 21 1 0 0,9-18 40 0 0,-2-1 0 0 0,0-1 1 0 0,0 0-1 0 0,-2-1 0 0 0,0-1 0 0 0,-1 0 1 0 0,-1-1-1 0 0,0-1 0 0 0,0-1 1 0 0,-39 19-1 0 0,38-22-432 0 0,0 0 0 0 0,-1-1-1 0 0,0-1 1 0 0,0-1 0 0 0,-1-1 0 0 0,0-1 0 0 0,1-1 0 0 0,-2-1 0 0 0,1 0-1 0 0,-24-2 1 0 0,34-3-1498 0 0,44-13-9761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2.6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1 8754 0 0,'-6'5'744'0'0,"1"1"1"0"0,-1 0-1 0 0,1 0 1 0 0,1 1-1 0 0,-1-1 0 0 0,1 1 1 0 0,0 0-1 0 0,1 0 1 0 0,-5 13-1 0 0,-1 6 743 0 0,-8 38 0 0 0,6 3-354 0 0,3 1 0 0 0,1 100 1 0 0,4-69-885 0 0,3 95-537 0 0,0-177-160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3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1 334 10138 0 0,'9'0'581'0'0,"0"1"0"0"0,1 1 0 0 0,-1 0 0 0 0,0 0-1 0 0,0 0 1 0 0,0 1 0 0 0,0 1 0 0 0,-1 0 0 0 0,1 0 0 0 0,-1 0-1 0 0,0 1 1 0 0,12 10 0 0 0,9 9 632 0 0,49 52 0 0 0,-33-30-824 0 0,-9-11-291 0 0,2-1 0 0 0,2-1 0 0 0,1-3 0 0 0,46 27 0 0 0,-83-55-88 0 0,0 1 0 0 0,0-1 0 0 0,0-1 0 0 0,1 1 0 0 0,-1-1 0 0 0,1 1 0 0 0,-1-1-1 0 0,1 0 1 0 0,-1-1 0 0 0,1 1 0 0 0,0-1 0 0 0,-1 0 0 0 0,1 0 0 0 0,0 0 0 0 0,4-2 0 0 0,-6 1 18 0 0,-1 0 0 0 0,1 0-1 0 0,0-1 1 0 0,-1 1 0 0 0,1-1-1 0 0,-1 1 1 0 0,1-1 0 0 0,-1 0 0 0 0,0 0-1 0 0,0 0 1 0 0,0 0 0 0 0,0 0-1 0 0,0-1 1 0 0,-1 1 0 0 0,1-1 0 0 0,0 1-1 0 0,-1-1 1 0 0,0 0 0 0 0,0 1-1 0 0,0-1 1 0 0,0 0 0 0 0,0 0 0 0 0,0 0-1 0 0,0-4 1 0 0,2-14 65 0 0,-1 1-1 0 0,0-1 1 0 0,-2 0 0 0 0,-3-40 0 0 0,-21-87 392 0 0,16 110-451 0 0,-53-264-2187 0 0,53 261-5288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3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8 11522 0 0,'-7'-6'3491'0'0,"7"6"-3223"0"0,-1 0 1 0 0,1-1-1 0 0,-1 1 1 0 0,0 0-1 0 0,1 0 1 0 0,-1 0-1 0 0,0 0 1 0 0,0 0-1 0 0,1 0 1 0 0,-1 0-1 0 0,0 0 1 0 0,1 0-1 0 0,-1 0 1 0 0,0 0-1 0 0,-1 1 0 0 0,1-1-54 0 0,0 1 0 0 0,0 0 0 0 0,0 0 0 0 0,1 0 0 0 0,-1 0 0 0 0,0 0-1 0 0,0 0 1 0 0,0 0 0 0 0,1 1 0 0 0,-1-1 0 0 0,1 0 0 0 0,-1 0-1 0 0,0 3 1 0 0,-8 49 130 0 0,8-48-42 0 0,-31 392 349 0 0,24-282-798 0 0,6-79-932 0 0,2-2-4413 0 0,1-3-1763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09:23.5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1 211 11058 0 0,'3'2'499'0'0,"-1"1"0"0"0,1-2-1 0 0,0 1 1 0 0,0 0 0 0 0,1 0 0 0 0,-1-1-1 0 0,0 0 1 0 0,0 1 0 0 0,1-1-1 0 0,4 1 1 0 0,5 1 255 0 0,11 6-283 0 0,0 1 0 0 0,-1 1-1 0 0,0 1 1 0 0,-1 1 0 0 0,0 1-1 0 0,-1 0 1 0 0,0 2-1 0 0,-1 1 1 0 0,18 19 0 0 0,-7-1-153 0 0,65 65-474 0 0,-78-83 191 0 0,0-2 1 0 0,0 0-1 0 0,37 21 1 0 0,-53-35 6 0 0,-1-1 0 0 0,0 1 0 0 0,1 0 0 0 0,-1 0 0 0 0,0-1 0 0 0,1 1 0 0 0,-1-1 0 0 0,1 1 1 0 0,-1-1-1 0 0,1 0 0 0 0,-1 0 0 0 0,1 1 0 0 0,-1-1 0 0 0,1 0 0 0 0,-1 0 0 0 0,1-1 0 0 0,-1 1 0 0 0,1 0 0 0 0,1-1 0 0 0,-2 1-3 0 0,0-1-1 0 0,0 0 0 0 0,0 0 1 0 0,0 1-1 0 0,0-1 0 0 0,0 0 0 0 0,-1 0 1 0 0,1 0-1 0 0,0 0 0 0 0,-1 0 1 0 0,1 0-1 0 0,0 0 0 0 0,-1 0 0 0 0,1 0 1 0 0,-1 0-1 0 0,0 0 0 0 0,1-1 1 0 0,-1 1-1 0 0,0-1 0 0 0,1-9 159 0 0,0 0 0 0 0,-1 1 1 0 0,0-1-1 0 0,-3-16 0 0 0,1 10-118 0 0,-4-100-595 0 0,14-170-1 0 0,1 191-8060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35.179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1939 0 4145 0 0,'-65'16'9022'0'0,"52"2"-9212"0"0,-37 63 1035 0 0,-59 129 0 0 0,46-82-765 0 0,-193 386-432 0 0,-16 95-672 0 0,83-175 896 0 0,-44 97 3305 0 0,-204 688-1 0 0,355-925-1620 0 0,-71 482 0 0 0,145-717-1599 0 0,3 0 0 0 0,2 1 0 0 0,2-1 1 0 0,3 0-1 0 0,15 89 0 0 0,-14-137-391 0 0,-1 1-1 0 0,2-1 0 0 0,-1 0 0 0 0,9 15 1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35.67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0 448 6449 0 0,'5'-25'405'0'0,"0"-1"0"0"0,2 1 0 0 0,11-29-1 0 0,20-52 788 0 0,50-106 7236 0 0,-74 291-7616 0 0,127 913-314 0 0,-44-273 684 0 0,28-6-11 0 0,-93-565-939 0 0,7-1-1 0 0,6-3 1 0 0,7-2-1 0 0,79 157 1 0 0,368 575 597 0 0,-449-798-804 0 0,304 442 177 0 0,-129-253-1487 0 0,-205-244 627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36.132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1 437 14747 0 0,'322'-44'3313'0'0,"524"-62"-239"0"0,-613 65-2512 0 0,371-115-1 0 0,-475 112-535 0 0,6-2-120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42.158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1718 8 6449 0 0,'-1'-1'75'0'0,"0"0"0"0"0,0 0-1 0 0,0 1 1 0 0,0-1 0 0 0,-1 0-1 0 0,1 1 1 0 0,0-1-1 0 0,0 1 1 0 0,0 0 0 0 0,-1-1-1 0 0,1 1 1 0 0,0 0 0 0 0,0 0-1 0 0,-1-1 1 0 0,1 1-1 0 0,0 0 1 0 0,0 0 0 0 0,-1 1-1 0 0,1-1 1 0 0,0 0 0 0 0,0 0-1 0 0,-1 1 1 0 0,1-1-1 0 0,0 0 1 0 0,0 1 0 0 0,0-1-1 0 0,-1 1 1 0 0,1 0 0 0 0,0-1-1 0 0,0 1 1 0 0,-1 1-1 0 0,-36 25 67 0 0,-6 18-305 0 0,3 3-1 0 0,2 1 1 0 0,-47 77-1 0 0,59-86 204 0 0,-449 711 1263 0 0,66 41 726 0 0,335-609-769 0 0,-82 304-1 0 0,-1 206 1978 0 0,56-101-888 0 0,86-448-1642 0 0,6 1 0 0 0,10 165 1 0 0,4-256-571 0 0,1-1 0 0 0,3 0 0 0 0,22 76 0 0 0,-23-106-103 0 0,1 1 1 0 0,1-2 0 0 0,2 1-1 0 0,0-2 1 0 0,1 1-1 0 0,0-1 1 0 0,2-1 0 0 0,1-1-1 0 0,31 33 1 0 0,-8-21-1557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43.53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233 30 9674 0 0,'-2'-3'267'0'0,"0"1"0"0"0,0-1-1 0 0,0 1 1 0 0,0 0 0 0 0,-1 0 0 0 0,1 0-1 0 0,-1 0 1 0 0,1 0 0 0 0,-1 0 0 0 0,0 1-1 0 0,1-1 1 0 0,-1 1 0 0 0,0 0 0 0 0,-4-2 0 0 0,5 3-201 0 0,0 0 0 0 0,0 0 0 0 0,0 1 1 0 0,1-1-1 0 0,-1 0 0 0 0,0 1 1 0 0,0-1-1 0 0,0 1 0 0 0,1-1 1 0 0,-1 1-1 0 0,0 0 0 0 0,1 0 0 0 0,-1 0 1 0 0,0 0-1 0 0,1 0 0 0 0,-1 0 1 0 0,1 0-1 0 0,0 1 0 0 0,-1-1 0 0 0,1 0 1 0 0,0 1-1 0 0,0-1 0 0 0,0 1 1 0 0,0-1-1 0 0,-1 4 0 0 0,-8 12-9 0 0,1 0-1 0 0,0 0 0 0 0,2 1 0 0 0,-11 36 0 0 0,-11 81-305 0 0,25-114 220 0 0,-23 136 659 0 0,8 1-1 0 0,0 302 1 0 0,24-342 169 0 0,5 1 1 0 0,5-1-1 0 0,6-1 1 0 0,53 176 0 0 0,-53-231-550 0 0,3-1 0 0 0,51 94 0 0 0,-58-124-220 0 0,2-1 1 0 0,2-1-1 0 0,0-1 0 0 0,2-1 0 0 0,1 0 0 0 0,41 34 0 0 0,-52-51-518 0 0,1 0 0 0 0,0-1 0 0 0,19 10 0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45.22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216 27 3225 0 0,'-15'-26'2224'0'0,"14"26"-2156"0"0,0 0 1 0 0,0 0-1 0 0,1 0 1 0 0,-1 1-1 0 0,0-1 1 0 0,0 0-1 0 0,0 1 1 0 0,1-1-1 0 0,-1 1 1 0 0,0-1-1 0 0,1 1 1 0 0,-1-1-1 0 0,0 1 1 0 0,1-1-1 0 0,-1 1 1 0 0,1 0-1 0 0,-1-1 1 0 0,1 1-1 0 0,-1 0 1 0 0,1-1-1 0 0,-1 1 1 0 0,0 1-1 0 0,-21 34 365 0 0,1 0 1 0 0,2 2-1 0 0,1 0 0 0 0,2 1 0 0 0,2 0 1 0 0,1 1-1 0 0,-14 83 0 0 0,11-3 303 0 0,-3 182 1 0 0,20-36 868 0 0,56 439 1 0 0,132 249 264 0 0,-127-734-281 0 0,10-2 0 0 0,182 382 0 0 0,-225-546-1472 0 0,1-2 0 0 0,3-1 0 0 0,2-1 0 0 0,2-2 0 0 0,3-2 0 0 0,1-1 1 0 0,2-3-1 0 0,2-1 0 0 0,2-2 0 0 0,1-3 0 0 0,97 56 0 0 0,-108-72-368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45.790"/>
    </inkml:context>
    <inkml:brush xml:id="br0">
      <inkml:brushProperty name="width" value="0.35" units="cm"/>
      <inkml:brushProperty name="height" value="0.35" units="cm"/>
      <inkml:brushProperty name="color" value="#AB008B"/>
    </inkml:brush>
  </inkml:definitions>
  <inkml:trace contextRef="#ctx0" brushRef="#br0">10 351 14979 0 0,'0'1'30'0'0,"0"-1"0"0"0,-1 0 0 0 0,1 0 0 0 0,0 0-1 0 0,-1 0 1 0 0,1 0 0 0 0,0 0 0 0 0,-1 0 0 0 0,1 0 0 0 0,0 0 0 0 0,0 0-1 0 0,-1 0 1 0 0,1 0 0 0 0,0 0 0 0 0,-1 0 0 0 0,1-1 0 0 0,0 1 0 0 0,-3-2 298 0 0,3 2-298 0 0,0 0 0 0 0,0 0 0 0 0,-1-1-1 0 0,1 1 1 0 0,0 0 0 0 0,0-1 0 0 0,0 1 0 0 0,0 0 0 0 0,0 0 0 0 0,0-1-1 0 0,11-7 813 0 0,-1 3-836 0 0,296-145 917 0 0,-151 80-615 0 0,71-43-1700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1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2526 381 6913 0 0,'-1'-34'1492'0'0,"1"30"-1089"0"0,0 0-1 0 0,0-1 1 0 0,0 1-1 0 0,0 0 1 0 0,-1 0-1 0 0,0 0 1 0 0,-1-5-1 0 0,1 8-317 0 0,0-1 0 0 0,1 0-1 0 0,-1 1 1 0 0,-1-1 0 0 0,1 1-1 0 0,0-1 1 0 0,0 1 0 0 0,-1 0-1 0 0,1-1 1 0 0,0 1-1 0 0,-1 0 1 0 0,1 0 0 0 0,-1 0-1 0 0,0 0 1 0 0,1 0 0 0 0,-1 0-1 0 0,0 0 1 0 0,0 1 0 0 0,1-1-1 0 0,-4 0 1 0 0,-4-1-66 0 0,0 1 0 0 0,-1 0 0 0 0,1 0 0 0 0,0 1 0 0 0,-1 0 0 0 0,1 0 0 0 0,0 1 0 0 0,-1 0 0 0 0,1 1 0 0 0,0 0 0 0 0,0 1 0 0 0,0-1 0 0 0,-12 7 0 0 0,-12 7 132 0 0,1 1 0 0 0,-35 25 0 0 0,12-8-23 0 0,-112 71 680 0 0,134-82-517 0 0,1 2-1 0 0,-54 55 1 0 0,16 3 80 0 0,-66 100-1 0 0,33-41-283 0 0,-231 354-864 0 0,190-270 310 0 0,56-92 875 0 0,7 3 0 0 0,-94 215 0 0 0,-182 610 800 0 0,91 28 114 0 0,229-776-752 0 0,-15 329-1 0 0,56 219 419 0 0,22-483-752 0 0,-20-243-299 0 0,1-1 0 0 0,2 0 0 0 0,2 0 0 0 0,1-1 0 0 0,28 55 0 0 0,-32-77 57 0 0,0-1 0 0 0,1 0 0 0 0,0 0 0 0 0,1 0 0 0 0,0-1 0 0 0,1-1 0 0 0,0 0 0 0 0,0 0 1 0 0,1-1-1 0 0,0 0 0 0 0,1-1 0 0 0,-1-1 0 0 0,1 0 0 0 0,1-1 0 0 0,26 8 0 0 0,-9-5-71 0 0,1-2 0 0 0,1 0 0 0 0,-1-3-1 0 0,1 0 1 0 0,61-4 0 0 0,-69-2-26 0 0,-1-1 0 0 0,1 0 0 0 0,-2-2 0 0 0,1-1 0 0 0,-1-1 0 0 0,0-1 0 0 0,0-1 1 0 0,-1-1-1 0 0,31-20 0 0 0,-1-6 314 0 0,-1-1 0 0 0,66-67 0 0 0,-85 73-46 0 0,-2-2 0 0 0,-1-1 0 0 0,41-66 0 0 0,57-127 525 0 0,-86 151-622 0 0,223-403 124 0 0,-106 135 86 0 0,-28-13 77 0 0,-126 347-340 0 0,65-193 73 0 0,72-356 0 0 0,52-589 637 0 0,-119 418-1195 0 0,-10 216 775 0 0,6-118-396 0 0,-75 406-5 0 0,0 181 70 0 0,-1 0 0 0 0,-25-85 1 0 0,21 99-9 0 0,-1 0 0 0 0,-1 0 0 0 0,-2 1 0 0 0,-1 1 0 0 0,-29-44 1 0 0,36 63-65 0 0,0 1 0 0 0,0 0 0 0 0,-1 0 0 0 0,-1 1 1 0 0,0 0-1 0 0,0 0 0 0 0,0 1 0 0 0,-1 1 1 0 0,-1 0-1 0 0,1 0 0 0 0,-1 1 0 0 0,0 1 1 0 0,0 0-1 0 0,-1 0 0 0 0,0 1 0 0 0,1 1 1 0 0,-16-2-1 0 0,3 3-5063 0 0,2 5-1678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2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1331 6771 8290 0 0,'6'2'4786'0'0,"16"9"-4235"0"0,-20-9-789 0 0,1 0-1 0 0,0-1 1 0 0,-1 1 0 0 0,0 0 0 0 0,1 1 0 0 0,-1-1-1 0 0,0 0 1 0 0,3 5 0 0 0,-4-4-1034 0 0,-1-3 1226 0 0,0 0 1 0 0,0 0-1 0 0,0 0 1 0 0,-21-6-1542 0 0,11 0 2133 0 0,0-1 0 0 0,0 0 0 0 0,1-1 0 0 0,0 0-1 0 0,1-1 1 0 0,-1 0 0 0 0,2 0 0 0 0,-1 0 0 0 0,-5-12 0 0 0,-54-101 1154 0 0,52 90-1286 0 0,-116-284 1273 0 0,27-10-1098 0 0,-31-83-675 0 0,-78-131 1119 0 0,-42-110 1120 0 0,239 606-2148 0 0,-130-372 50 0 0,34-11-283 0 0,80 229-162 0 0,-8-212 0 0 0,37-202 47 0 0,47 98 372 0 0,-24 395 127 0 0,5 1 0 0 0,51-148-1 0 0,-8 91 56 0 0,8 2 0 0 0,105-176 0 0 0,-176 341-202 0 0,14-25 115 0 0,30-41 1 0 0,-44 67-111 0 0,0 0 1 0 0,1 1 0 0 0,-1-1-1 0 0,2 1 1 0 0,-1 1-1 0 0,1-1 1 0 0,0 1 0 0 0,0 0-1 0 0,0 1 1 0 0,1-1-1 0 0,-1 1 1 0 0,10-3 0 0 0,-11 6-35 0 0,0 1 1 0 0,1-1 0 0 0,-1 1 0 0 0,1 0 0 0 0,-1 1 0 0 0,0 0-1 0 0,1 0 1 0 0,-1 0 0 0 0,0 1 0 0 0,0-1 0 0 0,1 1-1 0 0,-1 1 1 0 0,-1-1 0 0 0,1 1 0 0 0,0 0 0 0 0,-1 1-1 0 0,8 5 1 0 0,2 2-53 0 0,0 1 0 0 0,-1 0-1 0 0,0 1 1 0 0,20 25 0 0 0,-28-32 52 0 0,-1 1 1 0 0,-1 0 0 0 0,1 0 0 0 0,3 10-1 0 0,-7-15 27 0 0,0 0 1 0 0,0 1-1 0 0,0-1 0 0 0,-1 1 0 0 0,1-1 1 0 0,0 1-1 0 0,-1-1 0 0 0,0 1 0 0 0,0-1 0 0 0,0 1 1 0 0,0 0-1 0 0,0-1 0 0 0,0 1 0 0 0,-1-1 0 0 0,1 1 1 0 0,-1-1-1 0 0,-1 5 0 0 0,1-6-3 0 0,1-1 1 0 0,-1 1-1 0 0,0-1 0 0 0,1 1 1 0 0,-1-1-1 0 0,0 1 0 0 0,0-1 0 0 0,1 0 1 0 0,-1 0-1 0 0,0 1 0 0 0,0-1 0 0 0,0 0 1 0 0,1 0-1 0 0,-1 0 0 0 0,0 0 1 0 0,0 0-1 0 0,0 0 0 0 0,1 0 0 0 0,-1 0 1 0 0,0 0-1 0 0,0 0 0 0 0,0 0 0 0 0,1-1 1 0 0,-1 1-1 0 0,0 0 0 0 0,0-1 1 0 0,1 1-1 0 0,-1 0 0 0 0,0-1 0 0 0,0 1 1 0 0,1-1-1 0 0,-1 1 0 0 0,1-1 0 0 0,-1 1 1 0 0,0-1-1 0 0,1 0 0 0 0,-1 0 1 0 0,-26-22-152 0 0,17 13-457 0 0,1 0 0 0 0,1-1 0 0 0,0 1 0 0 0,0-2 0 0 0,-7-14 0 0 0,4 2-3206 0 0,-14-45-1 0 0,3 10-1573 0 0,-3-12 4171 0 0,22 60 1727 0 0,1 1 0 0 0,0-1 0 0 0,1 0-1 0 0,0 0 1 0 0,1-12 0 0 0,2-1 1153 0 0,-1 19-1366 0 0,0-1 0 0 0,-1 0 1 0 0,1 0-1 0 0,-1 0 0 0 0,0 0 1 0 0,-1 0-1 0 0,1 0 0 0 0,-1 0 1 0 0,-1 0-1 0 0,1 0 0 0 0,-1 1 1 0 0,-3-9-1 0 0,5 14-288 0 0,0 0 0 0 0,0-1 1 0 0,0 1-1 0 0,0 0 0 0 0,0 0 1 0 0,0 0-1 0 0,0 0 0 0 0,-1 0 1 0 0,1 0-1 0 0,0 0 0 0 0,0-1 0 0 0,0 1 1 0 0,0 0-1 0 0,0 0 0 0 0,0 0 1 0 0,-1 0-1 0 0,1 0 0 0 0,0 0 0 0 0,0 0 1 0 0,0 0-1 0 0,0 0 0 0 0,0 0 1 0 0,0 0-1 0 0,-1 0 0 0 0,1 0 1 0 0,0 0-1 0 0,0 0 0 0 0,0 0 0 0 0,0 0 1 0 0,0 0-1 0 0,-1 0 0 0 0,1 0 1 0 0,0 0-1 0 0,0 0 0 0 0,0 0 1 0 0,0 0-1 0 0,0 0 0 0 0,-1 0 0 0 0,1 0 1 0 0,0 0-1 0 0,0 1 0 0 0,0-1 1 0 0,0 0-1 0 0,0 0 0 0 0,0 0 0 0 0,0 0 1 0 0,0 0-1 0 0,-1 0 0 0 0,1 0 1 0 0,0 0-1 0 0,0 1 0 0 0,0-1 1 0 0,0 0-1 0 0,0 0 0 0 0,0 0 0 0 0,0 0 1 0 0,0 0-1 0 0,0 1 0 0 0,0-1 1 0 0,0 0-1 0 0,0 0 0 0 0,0 0 0 0 0,0 0 1 0 0,0 0-1 0 0,0 1 0 0 0,0-1 1 0 0,0 0-1 0 0,0 0 0 0 0,0 0 1 0 0,-2 18 821 0 0,2-5-691 0 0,1-1 1 0 0,0 0 0 0 0,1 0-1 0 0,1 0 1 0 0,-1 0-1 0 0,2 0 1 0 0,0 0 0 0 0,0-1-1 0 0,9 15 1 0 0,-4-8 192 0 0,2-1-1 0 0,0 1 1 0 0,1-2-1 0 0,0 0 1 0 0,18 17 0 0 0,-25-28-172 0 0,0-1 0 0 0,0 0 0 0 0,0-1 0 0 0,1 1 0 0 0,9 4 0 0 0,-13-7-23 0 0,0 0 1 0 0,1 0 0 0 0,-1 0 0 0 0,0 0-1 0 0,1 0 1 0 0,-1-1 0 0 0,1 1 0 0 0,-1-1-1 0 0,1 0 1 0 0,-1 0 0 0 0,1 1 0 0 0,-1-1-1 0 0,1-1 1 0 0,-1 1 0 0 0,1 0 0 0 0,-1-1-1 0 0,5-1 277 0 0,-9-1-268 0 0,0 0 0 0 0,0 0 0 0 0,0 0 0 0 0,0 1 0 0 0,-1-1 0 0 0,1 1 0 0 0,-4-4 0 0 0,1 1 87 0 0,-14-15-181 0 0,-1 0 1 0 0,0 1-1 0 0,-28-19 1 0 0,34 29-37 0 0,0 0 0 0 0,0 1-1 0 0,-1 1 1 0 0,0 0 0 0 0,-1 1 0 0 0,-27-7 0 0 0,36 11-15 0 0,-1 1 0 0 0,1 0 1 0 0,-1 0-1 0 0,0 0 0 0 0,1 1 1 0 0,-16 1-1 0 0,21 0-5 0 0,1-1 0 0 0,0 0 0 0 0,-1 0 0 0 0,1 1 0 0 0,0-1 0 0 0,-1 1 0 0 0,1-1 0 0 0,0 1 0 0 0,-1 0 0 0 0,1 0 0 0 0,0-1 0 0 0,0 1 0 0 0,0 0 0 0 0,0 0 0 0 0,0 0 0 0 0,0 0-1 0 0,0 0 1 0 0,0 0 0 0 0,0 1 0 0 0,0-1 0 0 0,0 0 0 0 0,1 0 0 0 0,-1 1 0 0 0,1-1 0 0 0,-1 0 0 0 0,1 1 0 0 0,-1-1 0 0 0,1 0 0 0 0,0 1 0 0 0,-1-1 0 0 0,1 1 0 0 0,0-1 0 0 0,0 1 0 0 0,0-1 0 0 0,0 0 0 0 0,1 1 0 0 0,-1-1 0 0 0,0 1 0 0 0,0-1 0 0 0,1 0 0 0 0,-1 1 0 0 0,1-1 0 0 0,-1 0 0 0 0,2 3 0 0 0,4 10-11 0 0,1 0 1 0 0,0-1-1 0 0,1 1 1 0 0,0-2-1 0 0,1 1 1 0 0,0-1-1 0 0,1 0 1 0 0,20 18-1 0 0,99 75-80 0 0,-125-102 90 0 0,33 20-78 0 0,-30-19 44 0 0,1 0 1 0 0,-1 0 0 0 0,0 1 0 0 0,-1 0-1 0 0,1 0 1 0 0,-1 0 0 0 0,11 13 0 0 0,-44-10-2641 0 0,13-5 1538 0 0,7-2 223 0 0,1 1 1 0 0,-1-1-1 0 0,0 1 1 0 0,1 1-1 0 0,-1-1 1 0 0,1 1-1 0 0,0 0 1 0 0,-9 6-1 0 0,-2 6-3548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4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1379 23 11979 0 0,'-11'-4'339'0'0,"0"0"1"0"0,1 0 0 0 0,-1 1 0 0 0,0 1 0 0 0,-1 0 0 0 0,1 0 0 0 0,0 1 0 0 0,-19 1 0 0 0,-93 11 537 0 0,102-8-918 0 0,-22 4-46 0 0,2 2-1 0 0,-1 2 1 0 0,1 2-1 0 0,1 1 1 0 0,-51 26-1 0 0,23-4-716 0 0,1 3 0 0 0,-65 50 0 0 0,68-38 110 0 0,4 3 0 0 0,1 3-1 0 0,3 1 1 0 0,3 4 0 0 0,-70 103-1 0 0,105-138 1146 0 0,1 1 0 0 0,1 2 0 0 0,1-1 0 0 0,1 2 1 0 0,2 0-1 0 0,2 0 0 0 0,0 1 0 0 0,2 0 0 0 0,-6 58 0 0 0,12-71-275 0 0,1-1 1 0 0,1 1-1 0 0,1 0 0 0 0,0 0 1 0 0,2-1-1 0 0,0 1 0 0 0,1-1 1 0 0,0 0-1 0 0,2 0 1 0 0,0 0-1 0 0,1-1 0 0 0,1 0 1 0 0,1 0-1 0 0,0-1 0 0 0,1 0 1 0 0,1 0-1 0 0,0-1 1 0 0,21 21-1 0 0,-12-18-144 0 0,1-1 0 0 0,1-1 0 0 0,1-1 0 0 0,0-1 0 0 0,0-1 0 0 0,2-1 0 0 0,0-1 0 0 0,0-1-1 0 0,0-1 1 0 0,1-1 0 0 0,31 4 0 0 0,0-2 30 0 0,0-3-1 0 0,1-3 1 0 0,0-2-1 0 0,68-6 1 0 0,-58-1 115 0 0,-1-3-1 0 0,0-3 1 0 0,-1-3 0 0 0,0-3 0 0 0,-1-2 0 0 0,-1-4 0 0 0,-1-2-1 0 0,-1-3 1 0 0,91-56 0 0 0,-120 63 75 0 0,28-18 280 0 0,-1-2-1 0 0,-3-2 1 0 0,59-59 0 0 0,-99 85-428 0 0,-1-2 0 0 0,-1 0 0 0 0,-1 0 1 0 0,0-2-1 0 0,14-30 0 0 0,-20 35-99 0 0,-1-1 1 0 0,-2 0-1 0 0,1 0 0 0 0,-2 0 0 0 0,0-1 1 0 0,-1 0-1 0 0,-1 0 0 0 0,0-23 0 0 0,-4 5-116 0 0,-1-1 0 0 0,-2 1 0 0 0,-2 1 0 0 0,-1-1 0 0 0,-2 1 0 0 0,-1 1 0 0 0,-1 0 0 0 0,-3 0 1 0 0,0 1-1 0 0,-2 1 0 0 0,-1 1 0 0 0,-2 0 0 0 0,-1 2 0 0 0,-31-34 0 0 0,30 39-887 0 0,-1 1 1 0 0,-1 1-1 0 0,0 2 1 0 0,-2 0-1 0 0,-47-27 1 0 0,17 18-5231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5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1340 7422 12899 0 0,'-2'-1'49'0'0,"0"-1"0"0"0,0 0-1 0 0,0 1 1 0 0,0-1 0 0 0,0 0 0 0 0,0 0 0 0 0,1 0 0 0 0,-1 0 0 0 0,0-1 0 0 0,1 1-1 0 0,0 0 1 0 0,0-1 0 0 0,-1 1 0 0 0,1-1 0 0 0,1 1 0 0 0,-2-3 0 0 0,-4-9-80 0 0,-8-7-177 0 0,-2 0 0 0 0,1 2 0 0 0,-2 0 0 0 0,-23-21 0 0 0,-84-62-693 0 0,41 35 825 0 0,0-6 120 0 0,-83-93 0 0 0,129 124 252 0 0,1-2 0 0 0,3-2 0 0 0,2-1 1 0 0,-28-56-1 0 0,5-13 922 0 0,-40-130 0 0 0,-23-130-252 0 0,61 188-1328 0 0,-98-418-1588 0 0,124 434 1577 0 0,-14-279 0 0 0,41 212 876 0 0,10 0 0 0 0,10 0 0 0 0,11 2 0 0 0,64-259 0 0 0,-32 244 767 0 0,89-399 194 0 0,-136 587-1483 0 0,62-390-554 0 0,-69 393 495 0 0,-3-1 1 0 0,-3 1 0 0 0,-2-1-1 0 0,-3 1 1 0 0,-18-87 0 0 0,-25-40 104 0 0,-22-106 26 0 0,17 85-335 0 0,23 101-95 0 0,23 70 528 0 0,6 28 83 0 0,-1 1 1 0 0,0 0-1 0 0,0-1 1 0 0,-7-16-1 0 0,9 25-230 0 0,-1 1 0 0 0,1-1 0 0 0,0 1 0 0 0,0-1 0 0 0,-1 1 0 0 0,1-1 0 0 0,0 1 0 0 0,0 0 0 0 0,-1-1 0 0 0,1 1 0 0 0,0 0 0 0 0,-1-1 0 0 0,1 1 0 0 0,0 0-1 0 0,-1-1 1 0 0,1 1 0 0 0,-1 0 0 0 0,1 0 0 0 0,-1-1 0 0 0,1 1 0 0 0,-1 0 0 0 0,1 0 0 0 0,0 0 0 0 0,-1 0 0 0 0,1 0 0 0 0,-1-1 0 0 0,1 1 0 0 0,-1 0 0 0 0,1 0 0 0 0,-1 0 0 0 0,1 0 0 0 0,-1 0 0 0 0,1 1 0 0 0,-1-1 0 0 0,1 0 0 0 0,-1 0 0 0 0,1 0 0 0 0,-1 0 0 0 0,1 0 0 0 0,-1 1 0 0 0,1-1 0 0 0,0 0 0 0 0,-1 0 0 0 0,1 1 0 0 0,-1-1 0 0 0,1 0-1 0 0,0 1 1 0 0,-1-1 0 0 0,1 1 0 0 0,0-1 0 0 0,-1 0 0 0 0,1 1 0 0 0,0-1 0 0 0,0 1 0 0 0,-1-1 0 0 0,1 0 0 0 0,0 1 0 0 0,0-1 0 0 0,0 1 0 0 0,0-1 0 0 0,-1 2 0 0 0,0 1 16 0 0,-1 0 1 0 0,0 0-1 0 0,1 0 0 0 0,0 1 0 0 0,0-1 1 0 0,0 1-1 0 0,-1 5 0 0 0,2-6-23 0 0,1 1-1 0 0,0 0 1 0 0,0 0 0 0 0,0 0-1 0 0,0 0 1 0 0,0 0 0 0 0,1-1 0 0 0,0 1-1 0 0,-1-1 1 0 0,1 1 0 0 0,1-1-1 0 0,-1 0 1 0 0,0 0 0 0 0,1 0-1 0 0,0 0 1 0 0,4 4 0 0 0,16 20-1 0 0,-20-20 926 0 0,-9-13-800 0 0,-12-20-170 0 0,16 22 76 0 0,0 0-1 0 0,0 0 1 0 0,1 0-1 0 0,0 0 1 0 0,0-1-1 0 0,0 1 1 0 0,0 0-1 0 0,0 0 1 0 0,1-1-1 0 0,0 1 0 0 0,0 0 1 0 0,0-1-1 0 0,1 1 1 0 0,-1 0-1 0 0,1-1 1 0 0,0 1-1 0 0,0 0 1 0 0,0 0-1 0 0,1 0 1 0 0,0 0-1 0 0,-1 0 1 0 0,1 0-1 0 0,1 0 1 0 0,-1 1-1 0 0,1-1 1 0 0,-1 1-1 0 0,1-1 0 0 0,0 1 1 0 0,5-4-1 0 0,8-8-189 0 0,-11 11 59 0 0,-1 0-1 0 0,0 0 0 0 0,0 0 0 0 0,0 0 1 0 0,0-1-1 0 0,-1 0 0 0 0,4-5 0 0 0,-7 10 89 0 0,-1-1 1 0 0,1 1-1 0 0,-1 0 0 0 0,1-1 0 0 0,-1 1 1 0 0,1 0-1 0 0,-1 0 0 0 0,1-1 0 0 0,-1 1 1 0 0,1 0-1 0 0,-1 0 0 0 0,1 0 0 0 0,-1 0 0 0 0,1 0 1 0 0,-1 0-1 0 0,1 0 0 0 0,-1 0 0 0 0,1 0 1 0 0,-1 0-1 0 0,1 0 0 0 0,-1 0 0 0 0,0 0 1 0 0,1 0-1 0 0,-1 0 0 0 0,1 0 0 0 0,-1 1 0 0 0,1-1 1 0 0,-1 0-1 0 0,1 0 0 0 0,-1 1 0 0 0,-20 4 105 0 0,14-1-121 0 0,0 0-1 0 0,1 0 1 0 0,-1 0 0 0 0,1 1-1 0 0,0 0 1 0 0,0 0-1 0 0,0 0 1 0 0,1 1 0 0 0,0 0-1 0 0,0 0 1 0 0,0 0 0 0 0,-5 10-1 0 0,2-4-293 0 0,0-1-1 0 0,-18 18 1 0 0,17-19 252 0 0,6-7 50 0 0,0 0 0 0 0,-1 1 0 0 0,1-1 0 0 0,-1 0 1 0 0,0-1-1 0 0,1 1 0 0 0,-9 3 0 0 0,18-9 71 0 0,0-1 1 0 0,-1 0 0 0 0,0 0-1 0 0,0 0 1 0 0,0-1-1 0 0,5-7 1 0 0,14-11 110 0 0,58-47-102 0 0,-31 24 5 0 0,64-43 0 0 0,-114 89-55 0 0,-1-1-1 0 0,0 1 1 0 0,0 0-1 0 0,1 0 1 0 0,-1 0 0 0 0,0 0-1 0 0,0-1 1 0 0,1 1 0 0 0,-1 0-1 0 0,0 0 1 0 0,1 0 0 0 0,-1 0-1 0 0,0 0 1 0 0,1 0-1 0 0,-1 0 1 0 0,0 0 0 0 0,1 0-1 0 0,-1 0 1 0 0,0 0 0 0 0,1 0-1 0 0,-1 0 1 0 0,0 0 0 0 0,0 0-1 0 0,1 0 1 0 0,-1 1-1 0 0,0-1 1 0 0,1 0 0 0 0,-1 0-1 0 0,0 0 1 0 0,0 0 0 0 0,1 1-1 0 0,-1-1 1 0 0,0 0 0 0 0,0 0-1 0 0,1 1 1 0 0,6 15 562 0 0,-1 29 674 0 0,-5-35-1031 0 0,18 103 688 0 0,-16-99-927 0 0,2 1-1 0 0,-1-1 1 0 0,2 0-1 0 0,0 0 0 0 0,12 21 1 0 0,2-8-250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7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1038 137 11522 0 0,'-17'-15'522'0'0,"-4"-5"-49"0"0,-1 2-1 0 0,-1 0 0 0 0,-37-21 0 0 0,52 35-379 0 0,0 0-1 0 0,0 0 0 0 0,-1 1 1 0 0,1 0-1 0 0,-1 1 0 0 0,0 0 1 0 0,0 0-1 0 0,1 1 1 0 0,-1 0-1 0 0,0 1 0 0 0,0 0 1 0 0,0 0-1 0 0,0 1 1 0 0,0 0-1 0 0,-14 4 0 0 0,3 1-63 0 0,1 1 0 0 0,0 2 0 0 0,0 0 0 0 0,1 0-1 0 0,0 2 1 0 0,1 0 0 0 0,0 1 0 0 0,1 1 0 0 0,0 1 0 0 0,-19 21-1 0 0,-14 20-362 0 0,-64 95 0 0 0,83-108 52 0 0,-5 8 185 0 0,1 1 0 0 0,3 2-1 0 0,3 1 1 0 0,1 2 0 0 0,3 0 0 0 0,-18 68 0 0 0,13-11 619 0 0,6 1 1 0 0,-14 183 0 0 0,17 238 417 0 0,15-278-1033 0 0,12 779-317 0 0,7-842 1088 0 0,10-1 0 0 0,7-1 0 0 0,74 247 0 0 0,-60-307-202 0 0,93 190 0 0 0,90 111 253 0 0,-206-393-661 0 0,45 79 52 0 0,6-2 0 0 0,5-4 0 0 0,122 137 0 0 0,-184-233-83 0 0,1 0-1 0 0,0 0 0 0 0,1-2 0 0 0,1 0 0 0 0,0-2 0 0 0,1 0 0 0 0,23 11 0 0 0,-27-17-98 0 0,1 0 0 0 0,0-1 1 0 0,0-1-1 0 0,0-1 1 0 0,1 0-1 0 0,0-1 0 0 0,-1-1 1 0 0,1-1-1 0 0,34-1 0 0 0,-21-4 83 0 0,-1 0 0 0 0,0-2 0 0 0,-1-1-1 0 0,0-2 1 0 0,0-1 0 0 0,0-1 0 0 0,-1-1-1 0 0,-1-1 1 0 0,0-2 0 0 0,-1-1 0 0 0,39-31-1 0 0,-25 14 176 0 0,-1-2-1 0 0,-3-1 1 0 0,0-2 0 0 0,-3-2-1 0 0,-1-1 1 0 0,28-48-1 0 0,-28 33-86 0 0,-2-3 1 0 0,-3 0-1 0 0,-2-2 0 0 0,17-66 1 0 0,51-259 489 0 0,-86 353-598 0 0,136-798-594 0 0,-123 639 698 0 0,-9 0 1 0 0,-19-267 0 0 0,-7 297-180 0 0,-7 0 1 0 0,-7 2-1 0 0,-7 1 1 0 0,-68-185-1 0 0,61 230 50 0 0,-4 3-1 0 0,-6 2 1 0 0,-4 2-1 0 0,-4 3 1 0 0,-5 3 0 0 0,-107-126-1 0 0,122 170 26 0 0,-3 3-1 0 0,-2 1 1 0 0,-3 3 0 0 0,-1 3-1 0 0,-3 3 1 0 0,-1 2-1 0 0,-2 3 1 0 0,-2 3 0 0 0,-1 3-1 0 0,-125-41 1 0 0,-75-3-1958 0 0,229 69-5476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0:58.4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2173 4537 12443 0 0,'1'1'55'0'0,"0"1"1"0"0,0-1-1 0 0,0 1 1 0 0,1-1-1 0 0,-1 0 1 0 0,1 1-1 0 0,-1-1 1 0 0,1 0 0 0 0,-1 0-1 0 0,1 0 1 0 0,0 0-1 0 0,-1 0 1 0 0,1-1-1 0 0,0 1 1 0 0,0 0-1 0 0,0-1 1 0 0,-1 1-1 0 0,1-1 1 0 0,0 0 0 0 0,0 0-1 0 0,0 0 1 0 0,0 1-1 0 0,0-2 1 0 0,3 1-1 0 0,-2 0 48 0 0,0 0 1 0 0,0-1-1 0 0,0 1 0 0 0,0-1 0 0 0,0 0 0 0 0,0 0 0 0 0,0 0 0 0 0,0 0 0 0 0,-1 0 0 0 0,1-1 1 0 0,0 1-1 0 0,-1-1 0 0 0,1 0 0 0 0,3-3 0 0 0,7-13-35 0 0,-1 0-1 0 0,-1-1 1 0 0,0-1 0 0 0,-2 0 0 0 0,11-32 0 0 0,-9 25-50 0 0,-8 20-31 0 0,97-259-422 0 0,-81 206 817 0 0,-2-2-1 0 0,12-94 1 0 0,10-416 3817 0 0,-40 342-3934 0 0,-54-399 0 0 0,44 561-350 0 0,-2 1 0 0 0,-4 0 0 0 0,-2 1 0 0 0,-3 1 0 0 0,-3 1 0 0 0,-50-93 0 0 0,-127-164 1170 0 0,144 242-681 0 0,-127-133 0 0 0,143 170-307 0 0,-233-219-329 0 0,225 219 240 0 0,-2 2 0 0 0,-2 3 1 0 0,-104-55-1 0 0,43 38-262 0 0,-167-90-712 0 0,227 111 1000 0 0,-63-39 385 0 0,-179-81 0 0 0,170 110-321 0 0,80 29-7 0 0,-51-23 0 0 0,64 22-103 0 0,18 9-45 0 0,1-1-1 0 0,-24-13 1 0 0,77 22 14 0 0,40 5 134 0 0,-83-10-1034 0 0,0-1 0 0 0,1 1 0 0 0,-1-1 0 0 0,1-1 0 0 0,0 1 0 0 0,-4-5 0 0 0,-5-5-658 0 0,13 13 1615 0 0,0 1 0 0 0,-1-1 0 0 0,1 0 0 0 0,-1 1-1 0 0,0-1 1 0 0,1 1 0 0 0,-1-1 0 0 0,1 1 0 0 0,-1-1 0 0 0,0 1 0 0 0,0-1 0 0 0,1 1-1 0 0,-1 0 1 0 0,0-1 0 0 0,0 1 0 0 0,1 0 0 0 0,-1 0 0 0 0,0-1 0 0 0,0 1 0 0 0,1 0-1 0 0,-1 0 1 0 0,0 0 0 0 0,0 0 0 0 0,0 0 0 0 0,0 0 0 0 0,1 0 0 0 0,-1 1 0 0 0,0-1 0 0 0,0 0-1 0 0,1 0 1 0 0,-1 1 0 0 0,0-1 0 0 0,0 0 0 0 0,1 1 0 0 0,-1-1 0 0 0,0 0 0 0 0,1 1-1 0 0,-1-1 1 0 0,0 1 0 0 0,1 0 0 0 0,-1-1 0 0 0,1 1 0 0 0,-1-1 0 0 0,1 1 0 0 0,-1 0 0 0 0,0 1 115 0 0,0-1 0 0 0,0 1 0 0 0,0 0 1 0 0,1 0-1 0 0,-1-1 0 0 0,1 1 1 0 0,-1 0-1 0 0,1 0 0 0 0,-1-1 1 0 0,1 1-1 0 0,0 0 0 0 0,0 0 1 0 0,0 0-1 0 0,0 0 0 0 0,0-1 0 0 0,1 1 1 0 0,-1 0-1 0 0,0 0 0 0 0,2 2 1 0 0,10 19 287 0 0,1 0 1 0 0,27 34-1 0 0,-3-3-361 0 0,-25-39 57 0 0,0 0-1 0 0,1-1 1 0 0,0-1-1 0 0,1 0 1 0 0,1 0-1 0 0,0-2 1 0 0,1 1 0 0 0,17 8-1 0 0,-9-5 80 0 0,-2 0 0 0 0,39 35-1 0 0,-52-40-162 0 0,-13-13 38 0 0,-16-18 61 0 0,-3-5-124 0 0,0 0 0 0 0,-2 2 0 0 0,-1 1 0 0 0,-1 1 0 0 0,0 1 0 0 0,-2 1 0 0 0,0 2 0 0 0,-2 0 0 0 0,-33-13 0 0 0,60 30 11 0 0,0 0 0 0 0,0-1 0 0 0,0 0 0 0 0,0 0 0 0 0,0 0 0 0 0,1 0 0 0 0,-1-1 0 0 0,1 1 0 0 0,-5-5 0 0 0,8 6-8 0 0,-1 0 0 0 0,0-1 0 0 0,1 1-1 0 0,-1 0 1 0 0,1-1 0 0 0,-1 1 0 0 0,1-1-1 0 0,0 1 1 0 0,0-1 0 0 0,-1 1-1 0 0,1-1 1 0 0,0 1 0 0 0,0 0 0 0 0,0-1-1 0 0,1 1 1 0 0,-1-1 0 0 0,0 1 0 0 0,0-1-1 0 0,1 1 1 0 0,-1-1 0 0 0,1 1 0 0 0,0 0-1 0 0,-1-1 1 0 0,1 1 0 0 0,0 0-1 0 0,0 0 1 0 0,-1-1 0 0 0,1 1 0 0 0,2-2-1 0 0,-1 0 33 0 0,1 0-1 0 0,-1-1 1 0 0,1 1 0 0 0,-1 1-1 0 0,1-1 1 0 0,0 0-1 0 0,0 0 1 0 0,0 1-1 0 0,0 0 1 0 0,1 0-1 0 0,-1 0 1 0 0,7-3-1 0 0,-4 3 6 0 0,0 1-1 0 0,0 0 1 0 0,0 0-1 0 0,0 1 0 0 0,1 0 1 0 0,-1 0-1 0 0,10 1 1 0 0,18 1 78 0 0,1-2 1 0 0,0-1 0 0 0,-1-1-1 0 0,0-2 1 0 0,0-2 0 0 0,0-1-1 0 0,0-2 1 0 0,51-20 0 0 0,-77 25-120 0 0,0 0 0 0 0,1-1 1 0 0,11-10-1 0 0,-14 11-5 0 0,0-1 0 0 0,1 1 0 0 0,-1 0 0 0 0,1 0 1 0 0,-1 1-1 0 0,10-3 0 0 0,-9 4 2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29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271 4 6913 0 0,'0'-3'8438'0'0,"-5"59"-7143"0"0,-96 262 1954 0 0,-6 26-1883 0 0,89-274-1008 0 0,4 1-1 0 0,-11 141 0 0 0,24-200-307 0 0,1 77 123 0 0,1-79-158 0 0,0 0 0 0 0,0-1 0 0 0,1 1 0 0 0,0-1 0 0 0,1 1 0 0 0,7 16 0 0 0,-9-25-34 0 0,-1 0 1 0 0,1 0 0 0 0,-1 0-1 0 0,1 0 1 0 0,0 0-1 0 0,0 0 1 0 0,0 0 0 0 0,-1 0-1 0 0,1-1 1 0 0,0 1-1 0 0,0 0 1 0 0,0 0-1 0 0,0-1 1 0 0,0 1 0 0 0,0-1-1 0 0,0 1 1 0 0,1-1-1 0 0,-1 1 1 0 0,2-1 0 0 0,-2 0-152 0 0,-1 1 0 0 0,1-1 0 0 0,0 0 0 0 0,0-1 0 0 0,-1 1 0 0 0,1 0 0 0 0,0 0 0 0 0,0 0 1 0 0,0 0-1 0 0,-1-1 0 0 0,1 1 0 0 0,0 0 0 0 0,-1 0 0 0 0,1-1 0 0 0,0 1 0 0 0,-1-1 0 0 0,1 1 1 0 0,0-1-1 0 0,0 0 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29.9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45 5529 0 0,'-1'-2'243'0'0,"1"0"-1"0"0,-1 0 0 0 0,0 0 1 0 0,1 0-1 0 0,-1 0 1 0 0,1-1-1 0 0,0 1 1 0 0,0 0-1 0 0,0-4 0 0 0,0 5-25 0 0,0 0-1 0 0,0 1 0 0 0,0-1 1 0 0,0 0-1 0 0,0 0 0 0 0,1 0 0 0 0,-1 0 1 0 0,0 0-1 0 0,0 1 0 0 0,1-1 1 0 0,-1 0-1 0 0,1 0 0 0 0,-1 1 1 0 0,1-1-1 0 0,-1 0 0 0 0,1 1 0 0 0,-1-1 1 0 0,1 0-1 0 0,-1 1 0 0 0,1-1 1 0 0,0 1-1 0 0,-1-1 0 0 0,1 1 0 0 0,0-1 1 0 0,0 1-1 0 0,-1-1 0 0 0,3 0 1 0 0,-1 4 81 0 0,1-1 1 0 0,-1 0 0 0 0,0 1 0 0 0,0-1 0 0 0,0 1 0 0 0,0 0-1 0 0,0 0 1 0 0,0 0 0 0 0,-1 0 0 0 0,0 0 0 0 0,2 4-1 0 0,1 0 71 0 0,120 238 2590 0 0,-63-119-2492 0 0,79 120 0 0 0,-117-212-339 0 0,2-2 0 0 0,0 0 0 0 0,2-2 0 0 0,2-1 0 0 0,0-1 0 0 0,66 47 0 0 0,-87-71-154 0 0,0 0 0 0 0,0 0 1 0 0,0-1-1 0 0,0 0 0 0 0,17 3 0 0 0,-21-5-87 0 0,-4-1 72 0 0,0 0 0 0 0,0 0 1 0 0,0 0-1 0 0,1 0 0 0 0,-1 0 0 0 0,0 0 1 0 0,0 0-1 0 0,0 0 0 0 0,0 1 0 0 0,1-1 1 0 0,-1 0-1 0 0,0 0 0 0 0,0 0 0 0 0,0 0 1 0 0,0 0-1 0 0,0 0 0 0 0,1 0 1 0 0,-1 1-1 0 0,0-1 0 0 0,0 0 0 0 0,0 0 1 0 0,0 0-1 0 0,0 0 0 0 0,0 0 0 0 0,0 1 1 0 0,0-1-1 0 0,0 0 0 0 0,0 0 0 0 0,1 0 1 0 0,-1 0-1 0 0,0 1 0 0 0,0-1 0 0 0,0 0 1 0 0,0 0-1 0 0,0 0 0 0 0,0 1 1 0 0,0-1-1 0 0,0 0 0 0 0,-1 0 0 0 0,1 0 1 0 0,0 0-1 0 0,0 1 0 0 0,0-1 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0.2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0 263 2761 0 0,'1'-2'87'0'0,"0"-1"1"0"0,0 1 0 0 0,0 0 0 0 0,1-1 0 0 0,-1 1 0 0 0,0 0 0 0 0,1 0 0 0 0,0 0 0 0 0,-1 0-1 0 0,1 0 1 0 0,0 1 0 0 0,0-1 0 0 0,0 0 0 0 0,0 1 0 0 0,3-2 0 0 0,40-21 2486 0 0,-30 17-2207 0 0,206-102 7171 0 0,-68 45-6106 0 0,-85 43-2787 0 0,-45 17-3934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0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11 456 0 0,'0'-1'8'0'0,"0"1"-1"0"0,0-1 1 0 0,0 1-1 0 0,-1-1 1 0 0,1 1-1 0 0,0-1 1 0 0,0 1-1 0 0,0-1 1 0 0,-1 1-1 0 0,1-1 1 0 0,0 1-1 0 0,0 0 1 0 0,-1-1-1 0 0,1 1 1 0 0,0-1-1 0 0,-1 1 1 0 0,1 0-1 0 0,-1-1 1 0 0,1 1-1 0 0,-1 0 1 0 0,1-1-1 0 0,0 1 1 0 0,-1 0-1 0 0,1 0 1 0 0,-1 0-1 0 0,1-1 1 0 0,-1 1-1 0 0,-1 14 455 0 0,9 28 210 0 0,-4-36-672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7 6409 0 0,'-3'-4'288'0'0,"1"1"57"0"0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5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3225 0 0,'2'0'288'0'0,"1"0"-288"0"0,0 0 0 0 0,0 0 0 0 0,-1 2 0 0 0,4-2-128 0 0,2 2 16 0 0,4-1 0 0 0,5 2 112 0 0,3-3 0 0 0,3-3 0 0 0,2-5-72 0 0,1-6 72 0 0,-2-3-64 0 0,2-7 64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6.0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29 14283 0 0,'-17'-8'1348'0'0,"10"5"-1288"0"0,1-1 0 0 0,-1 2-1 0 0,0-1 1 0 0,0 1 0 0 0,-1 0 0 0 0,1 0 0 0 0,-13-1 0 0 0,49 35 3352 0 0,26 17-2811 0 0,2-2 1 0 0,95 58-1 0 0,-27-20-338 0 0,437 343 689 0 0,-400-299-843 0 0,173 153 54 0 0,-162-115-1911 0 0,-147-139-5802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1:36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1566 19 17052 0 0,'-8'-7'960'0'0,"7"6"-867"0"0,0 0 0 0 0,0 0 0 0 0,0 0 0 0 0,0 0 0 0 0,0 0 0 0 0,-1 0-1 0 0,1 0 1 0 0,0 0 0 0 0,0 1 0 0 0,-1-1 0 0 0,1 0 0 0 0,0 1 0 0 0,-3-1-1 0 0,3 1-75 0 0,0 1-1 0 0,-1-1 0 0 0,1 1 0 0 0,0-1 1 0 0,0 1-1 0 0,-1 0 0 0 0,1-1 0 0 0,0 1 0 0 0,0 0 1 0 0,0 0-1 0 0,0 0 0 0 0,0 0 0 0 0,0 0 0 0 0,0 0 1 0 0,0 0-1 0 0,0 0 0 0 0,-1 2 0 0 0,-198 280 246 0 0,63-82-73 0 0,-395 469 1433 0 0,285-376-486 0 0,41-49-684 0 0,205-243-454 0 0,-105 126 36 0 0,92-108-94 0 0,1 1 0 0 0,1 0 1 0 0,1 0-1 0 0,-16 42 0 0 0,15-27-61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47.4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117 131 7370 0 0,'-6'-13'895'0'0,"1"-1"0"0"0,-5-23 0 0 0,1 3 644 0 0,6 22-1352 0 0,-5-9 3233 0 0,3 22-1749 0 0,-3 12-1103 0 0,6-6-534 0 0,-1 1 0 0 0,1 0 0 0 0,0 0 0 0 0,0 1 0 0 0,1-1 0 0 0,0 0 0 0 0,1 0 0 0 0,0 1 0 0 0,1 14 1 0 0,3 1-61 0 0,13 47 0 0 0,-11-53 14 0 0,-1 1-1 0 0,-1 0 1 0 0,0 0 0 0 0,1 38 0 0 0,-35 245 445 0 0,12-156-290 0 0,-25 314-143 0 0,38 2 0 0 0,61 256 1816 0 0,14 289 0 0 0,-69-982-1787 0 0,15 120 304 0 0,-7-87-121 0 0,-3 0 0 0 0,-3 0-1 0 0,-5 82 1 0 0,-10-70-2778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4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35 266 9674 0 0,'-25'10'1033'0'0,"16"-8"-30"0"0,15-9 858 0 0,-5 6-1652 0 0,3 0-141 0 0,38-12-44 0 0,1 2 0 0 0,0 1-1 0 0,74-5 1 0 0,140 6 1058 0 0,30-3-405 0 0,-88-11-480 0 0,508-43 652 0 0,-348 53-246 0 0,108-6 1093 0 0,-66-11-461 0 0,484-17-18 0 0,-765 47-1140 0 0,310 7 208 0 0,174 30-192 0 0,96 4 486 0 0,-649-36-1752 0 0,1 3 0 0 0,-1 2 0 0 0,0 2 0 0 0,-1 2 0 0 0,64 28 0 0 0,-96-35-5496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1.3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2292 3225 0 0,'-26'38'3186'0'0,"39"-77"832"0"0,167-411-1859 0 0,-146 361-1381 0 0,36-156 0 0 0,-3-99 803 0 0,-56 278-1508 0 0,6-40 121 0 0,4 1 0 0 0,52-149 0 0 0,-47 186-293 0 0,49-87 1 0 0,-55 119 49 0 0,3 1 0 0 0,0 1 0 0 0,54-58 0 0 0,-37 49-13 0 0,52-52 109 0 0,-80 85 10 0 0,0-1 0 0 0,1 2 0 0 0,0 0 0 0 0,1 0 0 0 0,28-12 0 0 0,-39 20-6 0 0,1 0-1 0 0,-1 0 1 0 0,0 1-1 0 0,1-1 1 0 0,-1 1-1 0 0,1 0 1 0 0,-1 0-1 0 0,1 0 1 0 0,-1 0-1 0 0,1 1 1 0 0,-1-1-1 0 0,1 1 1 0 0,-1 0-1 0 0,0 0 1 0 0,1 0-1 0 0,-1 0 1 0 0,0 1-1 0 0,0 0 1 0 0,0-1-1 0 0,0 1 1 0 0,0 0-1 0 0,0 0 1 0 0,-1 1-1 0 0,1-1 1 0 0,-1 0-1 0 0,4 5 1 0 0,7 7 102 0 0,-1 2 0 0 0,-1 0-1 0 0,16 26 1 0 0,-16-23-126 0 0,104 179 203 0 0,-93-154-168 0 0,-2 2 1 0 0,23 76-1 0 0,29 234 607 0 0,-57-252-326 0 0,6-1 1 0 0,50 156-1 0 0,-22-147-339 0 0,4-3 1 0 0,80 123-1 0 0,-107-188-5 0 0,27 55-96 0 0,-5 3 0 0 0,46 140-1 0 0,-57-143 38 0 0,-14-43 69 0 0,3-1-1 0 0,2-1 0 0 0,3-2 1 0 0,2 0-1 0 0,2-3 0 0 0,2 0 1 0 0,2-3-1 0 0,2-1 0 0 0,2-2 1 0 0,2-2-1 0 0,55 38 0 0 0,-93-74-14 0 0,0 0-1 0 0,1 0 0 0 0,-1-1 0 0 0,1 0 1 0 0,0 0-1 0 0,1-1 0 0 0,-1 0 1 0 0,1 0-1 0 0,-1-1 0 0 0,1 0 0 0 0,9 1 1 0 0,-13-3-18 0 0,0 0 0 0 0,0 0 0 0 0,0-1 1 0 0,0 1-1 0 0,0-1 0 0 0,0 0 0 0 0,0-1 0 0 0,0 1 1 0 0,0-1-1 0 0,-1 0 0 0 0,1 0 0 0 0,-1 0 0 0 0,1-1 1 0 0,-1 1-1 0 0,0-1 0 0 0,0 0 0 0 0,0 0 1 0 0,0-1-1 0 0,0 1 0 0 0,5-8 0 0 0,4-8-195 0 0,-1 0 0 0 0,0 0-1 0 0,-1-1 1 0 0,-1-1 0 0 0,-1 0-1 0 0,-1 0 1 0 0,-1 0 0 0 0,7-38 0 0 0,-3-7-467 0 0,5-109 0 0 0,-7-174 1627 0 0,10-141 1004 0 0,-2 305-1144 0 0,9 1 1 0 0,93-341-1 0 0,-106 488-730 0 0,1 0 0 0 0,2 1 0 0 0,2 0 0 0 0,1 2 1 0 0,2 0-1 0 0,1 1 0 0 0,2 1 0 0 0,1 1 0 0 0,1 2 1 0 0,1 0-1 0 0,2 2 0 0 0,36-27 0 0 0,-42 39-69 0 0,0 0 0 0 0,1 2 0 0 0,28-12 0 0 0,-43 21 9 0 0,1 0 1 0 0,0 1-1 0 0,0 0 0 0 0,0 1 0 0 0,0 0 0 0 0,0 0 0 0 0,0 1 0 0 0,1 1 0 0 0,-1-1 0 0 0,0 2 0 0 0,14 1 1 0 0,-18 0-6 0 0,1 0 0 0 0,-1 1 0 0 0,0-1 1 0 0,0 1-1 0 0,-1 1 0 0 0,1-1 1 0 0,0 1-1 0 0,-1 0 0 0 0,0 0 1 0 0,0 0-1 0 0,0 1 0 0 0,-1 0 1 0 0,8 10-1 0 0,4 7-28 0 0,26 50 1 0 0,-29-49-7 0 0,231 455-102 0 0,-132-139 117 0 0,-29-72 16 0 0,102 301-15 0 0,-159-486-98 0 0,3-1-1 0 0,3-1 1 0 0,4-1 0 0 0,86 136 0 0 0,-115-203 53 0 0,0-1 0 0 0,1 0 0 0 0,1 0 0 0 0,0-1 0 0 0,0 0 0 0 0,1-1 0 0 0,0 0 0 0 0,18 13 0 0 0,-22-19 10 0 0,0 0-1 0 0,1 0 0 0 0,-1 0 0 0 0,0 0 0 0 0,1-1 0 0 0,-1 0 0 0 0,1-1 1 0 0,0 1-1 0 0,0-1 0 0 0,0-1 0 0 0,-1 1 0 0 0,1-1 0 0 0,0 0 1 0 0,0-1-1 0 0,0 0 0 0 0,0 0 0 0 0,-1 0 0 0 0,13-4 0 0 0,-7 0-4 0 0,0 0-1 0 0,1-1 0 0 0,-2 0 0 0 0,1-1 1 0 0,-1 0-1 0 0,0-1 0 0 0,0 0 0 0 0,-1 0 1 0 0,11-13-1 0 0,-6 5-31 0 0,-2-1 1 0 0,0 0 0 0 0,-1-1-1 0 0,0-1 1 0 0,9-21 0 0 0,3-16 193 0 0,-3-2 1 0 0,27-119-1 0 0,35-293 168 0 0,-38 185-188 0 0,51-141-94 0 0,-76 358 4 0 0,4 1-1 0 0,3 1 0 0 0,3 1 0 0 0,41-67 0 0 0,-1 15-27 0 0,48-75-66 0 0,-91 154 95 0 0,2 1 1 0 0,60-62 0 0 0,-76 87-261 0 0,-2-1-1 0 0,0 0 1 0 0,10-15-1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5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56 182 2304 0 0,'-55'18'4473'0'0,"78"-28"23"0"0,19-12-2104 0 0,5-2-947 0 0,24-6-660 0 0,1 3 1 0 0,1 4-1 0 0,1 2 1 0 0,105-14-1 0 0,-151 31-1234 0 0,40 1-1 0 0,-4 6-5424 0 0,-37 1 587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5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 10594 0 0,'-8'0'5603'0'0,"11"2"-4652"0"0,8 7-647 0 0,0 0-1 0 0,-1 1 1 0 0,0 1 0 0 0,-1-1 0 0 0,0 2 0 0 0,0-1 0 0 0,-1 1 0 0 0,-1 1 0 0 0,0-1-1 0 0,0 1 1 0 0,7 23 0 0 0,3 17-233 0 0,19 91 0 0 0,-30-112 64 0 0,50 253-3712 0 0,-46-246-2819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6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0 157 3681 0 0,'0'4'4543'0'0,"20"-9"-3315"0"0,28-13-336 0 0,6-2 419 0 0,2 3 1 0 0,0 2 0 0 0,101-14-1 0 0,175 4-1017 0 0,-283 23-309 0 0,211-24-5422 0 0,-237 22 1494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6.3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0 6449 0 0,'-30'13'3487'0'0,"30"-13"-3407"0"0,0 1-1 0 0,0-1 1 0 0,0 0-1 0 0,0 0 1 0 0,-1 0-1 0 0,1 1 1 0 0,0-1-1 0 0,0 0 0 0 0,0 0 1 0 0,0 0-1 0 0,0 1 1 0 0,0-1-1 0 0,0 0 1 0 0,0 0-1 0 0,0 0 1 0 0,0 1-1 0 0,0-1 1 0 0,0 0-1 0 0,0 0 0 0 0,0 0 1 0 0,1 1-1 0 0,-1-1 1 0 0,0 1 476 0 0,1-1-477 0 0,15 9 1842 0 0,6-1-755 0 0,6 1 111 0 0,0 2-1 0 0,0 1 1 0 0,45 26-1 0 0,-65-32-1212 0 0,-1-1 0 0 0,1 1-1 0 0,-1 1 1 0 0,0 0 0 0 0,0 0 0 0 0,-1 0-1 0 0,0 1 1 0 0,0-1 0 0 0,-1 1-1 0 0,0 1 1 0 0,0-1 0 0 0,-1 1-1 0 0,0 0 1 0 0,-1 0 0 0 0,5 17-1 0 0,-5-13-22 0 0,-1 0 0 0 0,-1 1 0 0 0,1 0 0 0 0,-2-1 0 0 0,0 1 0 0 0,-1-1 0 0 0,0 1 0 0 0,-1-1 0 0 0,0 1 0 0 0,-1-1-1 0 0,-9 23 1 0 0,5-19-312 0 0,-1 0-1 0 0,-1 0 0 0 0,0-1 1 0 0,-1 0-1 0 0,-1-1 0 0 0,0 0 1 0 0,-1-1-1 0 0,-16 15 1 0 0,7-9-6824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2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51 6913 0 0,'-14'-13'509'0'0,"10"9"0"0"0,-1 0 0 0 0,1 0 1 0 0,-1 0-1 0 0,0 0 0 0 0,0 1 0 0 0,-1-1 0 0 0,1 1 0 0 0,-1 1 0 0 0,-6-3 0 0 0,12 5-457 0 0,0 0 0 0 0,-1 0 0 0 0,1 0 0 0 0,0 0-1 0 0,0 1 1 0 0,-1-1 0 0 0,1 0 0 0 0,0 0 0 0 0,-1 0-1 0 0,1 1 1 0 0,0-1 0 0 0,0 0 0 0 0,0 0 0 0 0,-1 1-1 0 0,1-1 1 0 0,0 0 0 0 0,0 1 0 0 0,0-1 0 0 0,0 0 0 0 0,0 0-1 0 0,0 1 1 0 0,-1-1 0 0 0,1 0 0 0 0,0 1 0 0 0,0-1-1 0 0,0 0 1 0 0,0 1 0 0 0,0-1 0 0 0,0 0 0 0 0,0 1-1 0 0,0-1 1 0 0,0 0 0 0 0,1 1 0 0 0,-1-1 0 0 0,0 0-1 0 0,0 1 1 0 0,0-1 0 0 0,0 1 0 0 0,4 17 306 0 0,-4-17-239 0 0,25 96 575 0 0,24 122-27 0 0,19 300-189 0 0,-30-202-460 0 0,36 452-18 0 0,13 94 0 0 0,-31-554 150 0 0,11 84 888 0 0,-60-324-619 0 0,-3 0 0 0 0,-3 1 0 0 0,-14 121 0 0 0,-12 34 1172 0 0,23-178-2133 0 0,1 1-1 0 0,10 82 1 0 0,1-92-2400 0 0,-8-25 1535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3.5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66 253 8290 0 0,'-16'13'416'0'0,"10"-8"219"0"0,-1 0 0 0 0,1 0-1 0 0,-1 0 1 0 0,0-1 0 0 0,-9 4 0 0 0,40-13 56 0 0,0 0 0 0 0,1 2 0 0 0,0 1 1 0 0,27 1-1 0 0,0-1 55 0 0,164-11-450 0 0,407-28 551 0 0,-271 22-733 0 0,-166 11-56 0 0,570 4 134 0 0,-201 8-36 0 0,303-56 435 0 0,-9 1-30 0 0,-55 4-560 0 0,-574 30 9 0 0,-22 5 375 0 0,214 14 1 0 0,-341 3-184 0 0,117-9 0 0 0,-156 0-1363 0 0,44-10 1 0 0,-59 10-5498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4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304 90 5625 0 0,'1'-5'220'0'0,"0"0"0"0"0,0 0 0 0 0,0 0 0 0 0,-1 0 0 0 0,1 0 0 0 0,-1 0 0 0 0,-1 0 0 0 0,1 0 0 0 0,-1 0 0 0 0,-2-9 0 0 0,3 13-164 0 0,0 0-1 0 0,0-1 1 0 0,-1 1 0 0 0,1 0 0 0 0,-1 0 0 0 0,1 0 0 0 0,-1-1 0 0 0,1 1-1 0 0,-1 0 1 0 0,0 0 0 0 0,0 0 0 0 0,1 0 0 0 0,-1 0 0 0 0,0 0 0 0 0,0 0 0 0 0,0 1-1 0 0,0-1 1 0 0,0 0 0 0 0,0 0 0 0 0,0 1 0 0 0,0-1 0 0 0,-1 1 0 0 0,1-1-1 0 0,0 1 1 0 0,0-1 0 0 0,0 1 0 0 0,-1 0 0 0 0,1-1 0 0 0,0 1 0 0 0,0 0-1 0 0,-1 0 1 0 0,1 0 0 0 0,0 0 0 0 0,0 0 0 0 0,-1 0 0 0 0,1 0 0 0 0,0 1-1 0 0,-1-1 1 0 0,1 0 0 0 0,0 1 0 0 0,0-1 0 0 0,0 1 0 0 0,0-1 0 0 0,-1 1 0 0 0,1 0-1 0 0,-1 0 1 0 0,-5 4 87 0 0,0 0 0 0 0,0 0 0 0 0,0 1 0 0 0,0 0-1 0 0,1 0 1 0 0,0 0 0 0 0,1 1 0 0 0,-1 0 0 0 0,1 0-1 0 0,1 1 1 0 0,-6 10 0 0 0,-5 14-136 0 0,-17 48-1 0 0,22-54 20 0 0,-8 25-132 0 0,10-24-20 0 0,-1 0 1 0 0,-2-1-1 0 0,-1 0 0 0 0,-1-1 0 0 0,-23 35 0 0 0,35-59 136 0 0,1 0 0 0 0,-1-1-1 0 0,1 1 1 0 0,0 0-1 0 0,-1-1 1 0 0,1 1 0 0 0,-1 0-1 0 0,0-1 1 0 0,1 1-1 0 0,-1-1 1 0 0,1 1 0 0 0,-1-1-1 0 0,0 1 1 0 0,1-1-1 0 0,-1 0 1 0 0,0 1 0 0 0,0-1-1 0 0,1 0 1 0 0,-1 1-1 0 0,-2-1 1 0 0,3-13 447 0 0,11-27 333 0 0,5-5-503 0 0,3 0 0 0 0,28-51 1 0 0,-34 74-79 0 0,1 0 0 0 0,1 1 1 0 0,1 0-1 0 0,0 1 0 0 0,36-32 1 0 0,-48 48-84 0 0,1 1 0 0 0,-1-1 0 0 0,1 1 0 0 0,0 0 1 0 0,0 1-1 0 0,0-1 0 0 0,0 1 0 0 0,0 0 1 0 0,0 1-1 0 0,1-1 0 0 0,-1 1 0 0 0,1 0 1 0 0,-1 0-1 0 0,1 1 0 0 0,-1-1 0 0 0,1 1 0 0 0,-1 1 1 0 0,1-1-1 0 0,0 1 0 0 0,6 1 0 0 0,-6 0 27 0 0,1 0 0 0 0,-1 1-1 0 0,0-1 1 0 0,1 1 0 0 0,-1 1-1 0 0,0-1 1 0 0,-1 1 0 0 0,1 0-1 0 0,-1 0 1 0 0,0 1-1 0 0,0 0 1 0 0,0-1 0 0 0,0 2-1 0 0,-1-1 1 0 0,7 11 0 0 0,16 34 477 0 0,32 82 0 0 0,-18-34-6869 0 0,-20-54-314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7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28 10594 0 0,'-3'-10'331'0'0,"-5"-7"3689"0"0,7 17-3903 0 0,0 0-1 0 0,0 0 1 0 0,1 0-1 0 0,-1 0 1 0 0,0 0-1 0 0,0 0 0 0 0,0 1 1 0 0,0-1-1 0 0,1 0 1 0 0,-1 1-1 0 0,0-1 1 0 0,0 0-1 0 0,0 1 0 0 0,1-1 1 0 0,-1 1-1 0 0,0-1 1 0 0,1 1-1 0 0,-1 0 1 0 0,0-1-1 0 0,1 1 1 0 0,-1-1-1 0 0,1 1 0 0 0,-1 0 1 0 0,1 0-1 0 0,-1-1 1 0 0,0 2-1 0 0,-7 9 63 0 0,1 1-1 0 0,0-1 0 0 0,0 1 0 0 0,1 0 1 0 0,1 1-1 0 0,0 0 0 0 0,1 0 1 0 0,0 0-1 0 0,1 0 0 0 0,0 0 1 0 0,1 1-1 0 0,0 22 0 0 0,1 6-39 0 0,2 0-1 0 0,13 75 0 0 0,4-21 141 0 0,5-2 1 0 0,3 0 0 0 0,5-2-1 0 0,4-1 1 0 0,62 117-1 0 0,-95-206-407 0 0,-1 0-1 0 0,0 0 0 0 0,0 1 0 0 0,0-1 0 0 0,0 0 0 0 0,0 0 0 0 0,0 1 0 0 0,-1-1 1 0 0,1 0-1 0 0,-1 1 0 0 0,0-1 0 0 0,1 1 0 0 0,-1-1 0 0 0,0 1 0 0 0,-1-1 0 0 0,1 0 0 0 0,0 1 1 0 0,-1-1-1 0 0,1 1 0 0 0,-1-1 0 0 0,0 0 0 0 0,0 1 0 0 0,0-1 0 0 0,0 0 0 0 0,0 0 1 0 0,0 0-1 0 0,-3 3 0 0 0,1-1-428 0 0,-1-1 0 0 0,0-1 0 0 0,1 1 1 0 0,-1 0-1 0 0,0-1 0 0 0,-1 0 0 0 0,1 0 0 0 0,0 0 1 0 0,-1-1-1 0 0,1 1 0 0 0,0-1 0 0 0,-1 0 0 0 0,-7 0 1 0 0,-8 2-3787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7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46 304 5065 0 0,'-26'-24'232'0'0,"24"21"324"0"0,-1 0-1 0 0,1 0 0 0 0,1 0 0 0 0,-1 0 1 0 0,0 0-1 0 0,1 0 0 0 0,-1 0 0 0 0,1-1 1 0 0,0 1-1 0 0,-1-7 0 0 0,2 7 5 0 0,0 0 0 0 0,0-1 0 0 0,0 1 0 0 0,0 0 0 0 0,0 0-1 0 0,1-1 1 0 0,0 1 0 0 0,-1 0 0 0 0,1 0 0 0 0,1 0 0 0 0,1-6 0 0 0,19-20 759 0 0,-3 10-572 0 0,0 2 1 0 0,2 0-1 0 0,40-25 0 0 0,-41 29-1043 0 0,1 2 0 0 0,0 1 0 0 0,1 1-1 0 0,34-11 1 0 0,-33 16-1774 0 0,-1 1-4848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7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3 193 8290 0 0,'0'0'23'0'0,"0"0"0"0"0,0 0-1 0 0,0 0 1 0 0,0 0 0 0 0,0 0 0 0 0,0 0 0 0 0,0 0 0 0 0,0 0 0 0 0,0 0-1 0 0,0 0 1 0 0,0 0 0 0 0,0 0 0 0 0,0 0 0 0 0,0-1 0 0 0,0 1 0 0 0,0 0-1 0 0,0 0 1 0 0,0 0 0 0 0,0 0 0 0 0,0 0 0 0 0,0 0 0 0 0,0 0 0 0 0,0 0 0 0 0,0 0-1 0 0,0 0 1 0 0,0-1 0 0 0,0 1 0 0 0,0 0 0 0 0,0 0 0 0 0,0 0 0 0 0,0 0-1 0 0,0 0 1 0 0,0 0 0 0 0,0 0 0 0 0,0 0 0 0 0,0 0 0 0 0,0 0 0 0 0,0 0-1 0 0,0 0 1 0 0,0 0 0 0 0,0 0 0 0 0,0-1 0 0 0,0 1 0 0 0,-1 0 0 0 0,1 0 0 0 0,0 0-1 0 0,0 0 1 0 0,0 0 0 0 0,0 0 0 0 0,0 0 0 0 0,0 0 0 0 0,0 0 0 0 0,0 0-1 0 0,0 0 1 0 0,0 0 0 0 0,0 0 0 0 0,-1 0 0 0 0,1 0 0 0 0,0 0 0 0 0,0 0 0 0 0,0 0-1 0 0,0 0 1 0 0,0 0 0 0 0,0 0 0 0 0,0 0 0 0 0,0 0 0 0 0,0 0 0 0 0,8-6 1185 0 0,14-6 348 0 0,-1 3-492 0 0,1 0 0 0 0,0 2-1 0 0,1 1 1 0 0,37-6 0 0 0,100-3 843 0 0,-67 8-1160 0 0,451-20 124 0 0,-524 27-902 0 0,183-8-2793 0 0,-183 6 2180 0 0,1-2 0 0 0,-1 0 0 0 0,0-1 0 0 0,0-1 0 0 0,-1 0 1 0 0,1-2-1 0 0,29-16 0 0 0,-31 12-5161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8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37 6361 0 0,'-1'-2'174'0'0,"1"1"0"0"0,-1-1 0 0 0,1 1 0 0 0,0-1 0 0 0,-1 0 0 0 0,1 1 0 0 0,0-1 0 0 0,0 0 1 0 0,0 0-1 0 0,0 1 0 0 0,1-1 0 0 0,-1 0 0 0 0,0 1 0 0 0,1-1 0 0 0,-1 1 0 0 0,1-3 0 0 0,0 4 30 0 0,-1-1 0 0 0,1 1 1 0 0,0-1-1 0 0,-1 1 1 0 0,1-1-1 0 0,-1 1 0 0 0,1-1 1 0 0,0 1-1 0 0,0-1 1 0 0,-1 1-1 0 0,1 0 0 0 0,0 0 1 0 0,-1-1-1 0 0,1 1 1 0 0,0 0-1 0 0,0 0 0 0 0,0 0 1 0 0,-1 0-1 0 0,1 0 0 0 0,0 0 1 0 0,0 0-1 0 0,-1 0 1 0 0,3 0-1 0 0,29 11 4492 0 0,-10-1-4424 0 0,-2 1-12 0 0,-1 2-1 0 0,1 0 1 0 0,-2 0-1 0 0,0 2 0 0 0,0 0 1 0 0,16 21-1 0 0,-26-28-192 0 0,0 1-1 0 0,-1 0 1 0 0,-1 1-1 0 0,1-1 1 0 0,-2 1-1 0 0,1 0 0 0 0,-1 1 1 0 0,-1-1-1 0 0,0 1 1 0 0,0 0-1 0 0,-1 0 1 0 0,0 0-1 0 0,-1 1 1 0 0,1 14-1 0 0,-4-19 2 0 0,0 0 0 0 0,0-1-1 0 0,0 1 1 0 0,-1-1 0 0 0,1 0 0 0 0,-2 1 0 0 0,1-1 0 0 0,-1 0-1 0 0,0 0 1 0 0,0-1 0 0 0,0 1 0 0 0,-1 0 0 0 0,0-1-1 0 0,0 0 1 0 0,0 0 0 0 0,-10 8 0 0 0,-7 5 26 0 0,-2 0 1 0 0,-40 24 0 0 0,11-8-88 0 0,19-9 423 0 0,22-16-2083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9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7 204 8290 0 0,'0'0'73'0'0,"0"0"1"0"0,0 0-1 0 0,-1 0 1 0 0,1 0-1 0 0,0 0 1 0 0,0 0-1 0 0,-1 0 1 0 0,1 0-1 0 0,0 0 0 0 0,0 0 1 0 0,-1 0-1 0 0,1 0 1 0 0,0 0-1 0 0,0-1 1 0 0,0 1-1 0 0,-1 0 1 0 0,1 0-1 0 0,0 0 1 0 0,0 0-1 0 0,0 0 1 0 0,-1-1-1 0 0,1 1 1 0 0,0 0-1 0 0,0 0 1 0 0,0 0-1 0 0,0-1 0 0 0,0 1 1 0 0,-1 0-1 0 0,1 0 1 0 0,0 0-1 0 0,0-1 1 0 0,0 1-1 0 0,0 0 1 0 0,0 0-1 0 0,0-1 1 0 0,0 1-1 0 0,0 0 1 0 0,0 0-1 0 0,0-1 1 0 0,0 1-1 0 0,0 0 1 0 0,0 0-1 0 0,0-1 1 0 0,0 1-1 0 0,0 0 0 0 0,0 0 1 0 0,0 0-1 0 0,1-1 1 0 0,11-12 1783 0 0,20-9 23 0 0,30-7 20 0 0,1 1-1 0 0,99-27 1 0 0,-62 30-3434 0 0,0 7-3742 0 0,-63 12-966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9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0,'1'3'362'0'0,"1"0"0"0"0,-1 1 0 0 0,1-1 0 0 0,0 0 0 0 0,0 0-1 0 0,0 0 1 0 0,0 0 0 0 0,1-1 0 0 0,3 5 0 0 0,3 3 456 0 0,10 17 331 0 0,-2 0 1 0 0,0 2-1 0 0,-2 0 0 0 0,-1 0 0 0 0,11 38 0 0 0,34 161-2909 0 0,-52-196-5483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9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7834 0 0,'2'3'305'0'0,"-1"-1"0"0"0,0 1 0 0 0,1-1 0 0 0,-1 1 0 0 0,0 0 0 0 0,0 0 0 0 0,0 0 0 0 0,-1-1 0 0 0,1 1 0 0 0,-1 0-1 0 0,0 0 1 0 0,1 0 0 0 0,-2 5 0 0 0,2 3 276 0 0,11 129 3825 0 0,-2-18-8116 0 0,-9-113 3346 0 0,-2-4 263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19:59.6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11 8290 0 0,'-3'-4'736'0'0,"2"0"-584"0"0,4 4 616 0 0,-3-1-352 0 0,0-1 0 0 0,-2 2-312 0 0,1 3-104 0 0,0 4 72 0 0,-6 17-1416 0 0,4-7-304 0 0,0 1-65 0 0,-1-1-15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0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1376 0 0,'6'5'320'0'0,"1"0"-1"0"0,-1 0 1 0 0,0 1-1 0 0,-1 0 1 0 0,1 0-1 0 0,-1 0 1 0 0,0 1-1 0 0,-1 0 1 0 0,0 0 0 0 0,5 11-1 0 0,3 9 1665 0 0,11 46 0 0 0,-15-46-446 0 0,16 37 1 0 0,-24-64-1520 0 0,0 1 1 0 0,0 0-1 0 0,1 0 1 0 0,-1 0-1 0 0,0-1 1 0 0,1 1-1 0 0,-1 0 1 0 0,0-1-1 0 0,1 1 1 0 0,-1 0-1 0 0,1-1 1 0 0,-1 1-1 0 0,1 0 1 0 0,-1-1-1 0 0,1 1 1 0 0,0-1-1 0 0,-1 1 1 0 0,1-1-1 0 0,0 1 1 0 0,-1-1-1 0 0,1 0 1 0 0,0 1-1 0 0,0-1 1 0 0,-1 0-1 0 0,1 0 1 0 0,1 1-1 0 0,-1-1-36 0 0,0-1 0 0 0,0 1 0 0 0,0-1 0 0 0,0 1 0 0 0,-1-1 0 0 0,1 0 0 0 0,0 1 0 0 0,0-1 0 0 0,-1 0 0 0 0,1 1 0 0 0,0-1 0 0 0,-1 0 0 0 0,1 0 0 0 0,-1 0-1 0 0,1 0 1 0 0,-1 0 0 0 0,1-1 0 0 0,13-46-937 0 0,-8-10 767 0 0,-5 34 558 0 0,9-42 0 0 0,-9 60-115 0 0,1-1-1 0 0,0 1 1 0 0,0 0-1 0 0,1 1 1 0 0,-1-1 0 0 0,1 0-1 0 0,0 1 1 0 0,1-1-1 0 0,0 1 1 0 0,-1 0 0 0 0,9-7-1 0 0,-11 10-182 0 0,0 1-1 0 0,1-1 0 0 0,0 0 1 0 0,-1 1-1 0 0,1 0 0 0 0,0-1 1 0 0,0 1-1 0 0,0 0 0 0 0,0 0 1 0 0,0 0-1 0 0,0 0 0 0 0,0 1 1 0 0,0-1-1 0 0,0 1 1 0 0,1-1-1 0 0,-1 1 0 0 0,0-1 1 0 0,0 1-1 0 0,0 0 0 0 0,1 0 1 0 0,-1 0-1 0 0,0 1 0 0 0,0-1 1 0 0,0 0-1 0 0,1 1 1 0 0,-1-1-1 0 0,0 1 0 0 0,0 0 1 0 0,0 0-1 0 0,0 0 0 0 0,0 0 1 0 0,0 0-1 0 0,0 0 0 0 0,0 0 1 0 0,-1 1-1 0 0,1-1 0 0 0,0 1 1 0 0,-1-1-1 0 0,1 1 1 0 0,-1 0-1 0 0,0 0 0 0 0,1-1 1 0 0,0 4-1 0 0,7 9-39 0 0,0 0 0 0 0,-2 1 0 0 0,0 0 0 0 0,9 24 0 0 0,-12-27-113 0 0,-1-5 24 0 0,0 0-1 0 0,0 0 1 0 0,1 0 0 0 0,-1 0 0 0 0,2-1 0 0 0,-1 0-1 0 0,1 0 1 0 0,8 9 0 0 0,-11-14 37 0 0,-1 0 0 0 0,0 0 0 0 0,1 0 0 0 0,-1 0 0 0 0,1 0 0 0 0,-1 0 0 0 0,1 0 0 0 0,-1-1 1 0 0,1 1-1 0 0,-1-1 0 0 0,1 1 0 0 0,0-1 0 0 0,-1 0 0 0 0,1 1 0 0 0,0-1 0 0 0,-1 0 0 0 0,4 0 0 0 0,-2-1 0 0 0,-1 0 1 0 0,0 0-1 0 0,0 0 0 0 0,0 0 0 0 0,0 0 1 0 0,0 0-1 0 0,0 0 0 0 0,0-1 0 0 0,0 1 1 0 0,0-1-1 0 0,-1 1 0 0 0,1-1 0 0 0,0 0 1 0 0,-1 0-1 0 0,0 1 0 0 0,3-5 0 0 0,36-70 179 0 0,3-4 159 0 0,-39 73-299 0 0,1 0-1 0 0,0 1 1 0 0,1-1-1 0 0,-1 1 0 0 0,1 0 1 0 0,0 1-1 0 0,1-1 0 0 0,8-5 1 0 0,-14 11-11 0 0,0-1 1 0 0,0 0-1 0 0,0 1 0 0 0,1-1 1 0 0,-1 0-1 0 0,0 1 1 0 0,1 0-1 0 0,-1-1 1 0 0,0 1-1 0 0,1 0 1 0 0,-1 0-1 0 0,0-1 0 0 0,1 1 1 0 0,-1 0-1 0 0,0 0 1 0 0,1 1-1 0 0,-1-1 1 0 0,1 0-1 0 0,-1 0 0 0 0,0 1 1 0 0,0-1-1 0 0,1 1 1 0 0,-1-1-1 0 0,0 1 1 0 0,0-1-1 0 0,1 1 1 0 0,-1 0-1 0 0,0-1 0 0 0,0 1 1 0 0,0 0-1 0 0,0 0 1 0 0,0 0-1 0 0,0 0 1 0 0,0 0-1 0 0,0 0 0 0 0,-1 0 1 0 0,1 1-1 0 0,0-1 1 0 0,0 0-1 0 0,0 2 1 0 0,4 7 106 0 0,-1 1 1 0 0,1-1 0 0 0,-2 1 0 0 0,3 12 0 0 0,0-3-24 0 0,31 82-1689 0 0,-25-75-4538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0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9 321 4145 0 0,'14'-6'349'0'0,"0"-1"-1"0"0,0 0 1 0 0,-1-1 0 0 0,0-1-1 0 0,0 0 1 0 0,-1 0 0 0 0,0-2-1 0 0,-1 1 1 0 0,16-20 0 0 0,-21 22-103 0 0,-1 1 0 0 0,1-1-1 0 0,-1 0 1 0 0,0 0 0 0 0,-1-1 0 0 0,0 1 0 0 0,-1-1 0 0 0,1 0 0 0 0,-2 0 0 0 0,1 0 0 0 0,-1-1-1 0 0,-1 1 1 0 0,0 0 0 0 0,0-1 0 0 0,-1 1 0 0 0,-1-19 0 0 0,1 26-85 0 0,0 0 0 0 0,0 0 0 0 0,-1 0 0 0 0,1 0-1 0 0,-1 0 1 0 0,1 0 0 0 0,-1 0 0 0 0,1 0 0 0 0,-1 0 0 0 0,0 0 0 0 0,0 1 0 0 0,0-1 0 0 0,0 0 0 0 0,-1 0 0 0 0,1 1-1 0 0,0-1 1 0 0,-1 1 0 0 0,1-1 0 0 0,-1 1 0 0 0,1 0 0 0 0,-1-1 0 0 0,0 1 0 0 0,0 0 0 0 0,1 0 0 0 0,-1 0 0 0 0,0 0 0 0 0,0 1-1 0 0,0-1 1 0 0,0 0 0 0 0,0 1 0 0 0,0-1 0 0 0,0 1 0 0 0,0 0 0 0 0,0 0 0 0 0,0 0 0 0 0,-1 0 0 0 0,1 0 0 0 0,0 0-1 0 0,0 0 1 0 0,-3 2 0 0 0,-1-1 44 0 0,0 1-1 0 0,-1 0 0 0 0,1 0 0 0 0,0 1 1 0 0,1 0-1 0 0,-1 0 0 0 0,0 0 0 0 0,1 1 1 0 0,0 0-1 0 0,0 0 0 0 0,-9 9 0 0 0,7-4-145 0 0,0 1 0 0 0,0 0-1 0 0,1 0 1 0 0,0 1-1 0 0,1 0 1 0 0,0 0-1 0 0,0 0 1 0 0,1 0-1 0 0,1 1 1 0 0,0 0-1 0 0,1-1 1 0 0,0 1-1 0 0,1 0 1 0 0,0 0-1 0 0,1 0 1 0 0,2 23-1 0 0,-1-26-28 0 0,0 0-1 0 0,1-1 1 0 0,0 1 0 0 0,0 0-1 0 0,1-1 1 0 0,0 0-1 0 0,1 1 1 0 0,-1-1-1 0 0,2 0 1 0 0,-1-1 0 0 0,1 1-1 0 0,0-1 1 0 0,1 0-1 0 0,0 0 1 0 0,0-1-1 0 0,0 0 1 0 0,1 0-1 0 0,0 0 1 0 0,0-1 0 0 0,0 0-1 0 0,1 0 1 0 0,0-1-1 0 0,9 4 1 0 0,-3-3-14 0 0,1-2 0 0 0,-1 0 1 0 0,1 0-1 0 0,-1-1 0 0 0,1-1 1 0 0,0-1-1 0 0,-1 0 0 0 0,1-1 1 0 0,0 0-1 0 0,-1-1 0 0 0,1-1 1 0 0,-1 0-1 0 0,1-1 0 0 0,13-6 1 0 0,17-8-792 0 0,-1-1 0 0 0,-2-2 1 0 0,42-28-1 0 0,8-11-2036 0 0,-68 40 2683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1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7834 0 0,'7'5'11541'0'0,"17"53"-10414"0"0,-3 2 0 0 0,17 76 0 0 0,-21-71-2240 0 0,2-1 0 0 0,28 61 0 0 0,-35-99-5949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1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3 183 10594 0 0,'-1'-3'210'0'0,"1"0"1"0"0,-1 0-1 0 0,1 0 0 0 0,0 0 0 0 0,0 1 0 0 0,0-1 0 0 0,0 0 0 0 0,0 0 1 0 0,1 0-1 0 0,-1 0 0 0 0,1 1 0 0 0,0-1 0 0 0,0 0 0 0 0,0 1 0 0 0,0-1 0 0 0,1 0 1 0 0,-1 1-1 0 0,0 0 0 0 0,1-1 0 0 0,0 1 0 0 0,0 0 0 0 0,0 0 0 0 0,0 0 1 0 0,0 0-1 0 0,0 0 0 0 0,3-2 0 0 0,9-8 550 0 0,1 2 0 0 0,29-18 0 0 0,-40 26-748 0 0,15-10-807 0 0,1 1 1 0 0,1 1-1 0 0,36-11 1 0 0,-36 16-4882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1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47 100 4145 0 0,'-13'11'443'0'0,"-21"14"8918"0"0,51-47-8357 0 0,5-6-1694 0 0,37-35-2899 0 0,-36 40 2245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1.9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59 5529 0 0,'16'16'1797'0'0,"0"0"1"0"0,2-1-1 0 0,28 19 0 0 0,-37-29-1486 0 0,1 0 0 0 0,-1 0 0 0 0,1-1-1 0 0,1 0 1 0 0,-1-1 0 0 0,0 0 0 0 0,1-1-1 0 0,0 0 1 0 0,17 1 0 0 0,-27-3-308 0 0,3 0 24 0 0,0 0 0 0 0,0 0 1 0 0,0 0-1 0 0,0 1 0 0 0,0-1 0 0 0,1 1 0 0 0,-1 0 1 0 0,-1 0-1 0 0,1 1 0 0 0,0-1 0 0 0,0 1 0 0 0,0 0 1 0 0,-1 0-1 0 0,1 0 0 0 0,-1 0 0 0 0,7 6 0 0 0,-20-18 136 0 0,6 7-26 0 0,1 0 0 0 0,-1 0-1 0 0,1-1 1 0 0,0 1 0 0 0,0-1 0 0 0,0 0 0 0 0,1 0-1 0 0,-1 0 1 0 0,1 0 0 0 0,0 0 0 0 0,0 0 0 0 0,1-1-1 0 0,-2-5 1 0 0,0-3-567 0 0,0-2 0 0 0,1 1 0 0 0,1 0 0 0 0,0 0 0 0 0,3-26 0 0 0,1 18-5317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2.3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1 384 6913 0 0,'37'-73'2680'0'0,"-5"14"-674"0"0,-4-1-1 0 0,33-96 1 0 0,-60 155-1982 0 0,-1-1 0 0 0,1 0 1 0 0,-1 0-1 0 0,1 1 0 0 0,-1-1 0 0 0,0 0 0 0 0,0 0 0 0 0,0 1 1 0 0,1-1-1 0 0,-2 0 0 0 0,1 0 0 0 0,0 1 0 0 0,0-1 0 0 0,-1 0 1 0 0,0-3-1 0 0,1 5-59 0 0,-1-1 1 0 0,1 1 0 0 0,-1-1 0 0 0,1 1-1 0 0,-1 0 1 0 0,1-1 0 0 0,-1 1 0 0 0,1 0-1 0 0,-1 0 1 0 0,0-1 0 0 0,1 1-1 0 0,-1 0 1 0 0,1 0 0 0 0,-1 0 0 0 0,0 0-1 0 0,1 0 1 0 0,-1-1 0 0 0,1 1 0 0 0,-1 0-1 0 0,0 1 1 0 0,1-1 0 0 0,-1 0 0 0 0,1 0-1 0 0,-1 0 1 0 0,0 0 0 0 0,1 0-1 0 0,-1 1 1 0 0,0-1 0 0 0,-4 3-204 0 0,0-1-1 0 0,0 1 1 0 0,0 0-1 0 0,0 0 1 0 0,1 0 0 0 0,0 1-1 0 0,-1-1 1 0 0,-4 7-1 0 0,1 0 154 0 0,-1 1 0 0 0,2 0-1 0 0,0 0 1 0 0,0 1-1 0 0,1 0 1 0 0,0 0-1 0 0,1 1 1 0 0,0-1 0 0 0,1 1-1 0 0,1 0 1 0 0,0 1-1 0 0,-1 17 1 0 0,3-24 138 0 0,1-1 0 0 0,0 0 0 0 0,0 0 0 0 0,1 0 0 0 0,0 0 0 0 0,0 1 0 0 0,0-1 0 0 0,1 0 0 0 0,0-1 0 0 0,0 1 0 0 0,0 0 0 0 0,1 0 0 0 0,0-1 0 0 0,0 0 0 0 0,0 1 0 0 0,1-1 0 0 0,0 0 0 0 0,0-1 0 0 0,0 1 0 0 0,0-1 0 0 0,1 0 0 0 0,-1 0 0 0 0,1 0 0 0 0,0 0 0 0 0,1-1 0 0 0,-1 0 0 0 0,1 0 0 0 0,10 4 0 0 0,4 0-3226 0 0,2-1-1169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2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174 9 3681 0 0,'-6'-2'610'0'0,"0"0"-1"0"0,-1 1 1 0 0,1 0 0 0 0,0 0 0 0 0,0 0 0 0 0,-1 1 0 0 0,1 0 0 0 0,0 0-1 0 0,-12 2 1 0 0,14-1-243 0 0,0 0 1 0 0,0 1-1 0 0,1 0 0 0 0,-1-1 0 0 0,1 1 0 0 0,0 0 1 0 0,-1 1-1 0 0,1-1 0 0 0,0 1 0 0 0,0-1 0 0 0,1 1 1 0 0,-1 0-1 0 0,0 0 0 0 0,1 0 0 0 0,0 0 0 0 0,0 1 1 0 0,-2 3-1 0 0,-4 6 50 0 0,1 1 1 0 0,1 0 0 0 0,0 0-1 0 0,-5 21 1 0 0,10-31-406 0 0,-1 1-1 0 0,1 0 1 0 0,1 0 0 0 0,-1-1 0 0 0,1 1 0 0 0,-1 0-1 0 0,1 0 1 0 0,1 0 0 0 0,-1 0 0 0 0,1 0 0 0 0,0-1-1 0 0,0 1 1 0 0,0 0 0 0 0,1-1 0 0 0,-1 1 0 0 0,1-1 0 0 0,5 9-1 0 0,-6-12-68 0 0,0 0 0 0 0,-1 0-1 0 0,1 0 1 0 0,0 0 0 0 0,0 0 0 0 0,0-1-1 0 0,0 1 1 0 0,0 0 0 0 0,0 0 0 0 0,0-1-1 0 0,1 1 1 0 0,-1 0 0 0 0,0-1-1 0 0,0 0 1 0 0,0 1 0 0 0,1-1 0 0 0,-1 0-1 0 0,0 1 1 0 0,0-1 0 0 0,1 0-1 0 0,-1 0 1 0 0,0 0 0 0 0,1 0 0 0 0,-1 0-1 0 0,0 0 1 0 0,1-1 0 0 0,-1 1-1 0 0,0 0 1 0 0,0-1 0 0 0,0 1 0 0 0,1 0-1 0 0,-1-1 1 0 0,0 0 0 0 0,0 1 0 0 0,0-1-1 0 0,0 0 1 0 0,0 0 0 0 0,0 1-1 0 0,0-1 1 0 0,0 0 0 0 0,0 0 0 0 0,0 0-1 0 0,1-2 1 0 0,7-6-135 0 0,0-1 1 0 0,-1-1-1 0 0,10-16 0 0 0,-6 10 351 0 0,-11 15-226 0 0,19-18 1722 0 0,-12 21-271 0 0,-1 15-589 0 0,0 7-706 0 0,1 0 0 0 0,1 0 0 0 0,1 0 0 0 0,1-2 0 0 0,2 1 0 0 0,-1-1 0 0 0,2-1 0 0 0,1 0 1 0 0,1-1-1 0 0,0-1 0 0 0,1 0 0 0 0,23 17 0 0 0,-39-34-23 0 0,0 0 1 0 0,0 0-1 0 0,0 0 1 0 0,0 0 0 0 0,0 0-1 0 0,0-1 1 0 0,1 1-1 0 0,-1 0 1 0 0,0-1 0 0 0,0 1-1 0 0,1-1 1 0 0,-1 1-1 0 0,0-1 1 0 0,1 1-1 0 0,2-1 1 0 0,-4-1-16 0 0,0 1 0 0 0,1-1 1 0 0,-1 0-1 0 0,0 0 0 0 0,0 0 0 0 0,1 0 1 0 0,-1 0-1 0 0,0 0 0 0 0,0 0 0 0 0,0 0 1 0 0,0 1-1 0 0,0-1 0 0 0,0 0 0 0 0,-1 0 1 0 0,1 0-1 0 0,0 0 0 0 0,0 0 0 0 0,-1 0 1 0 0,1 0-1 0 0,0 1 0 0 0,-1-1 0 0 0,1 0 1 0 0,-2-1-1 0 0,-4-14 71 0 0,0-1 1 0 0,1 0-1 0 0,1 0 1 0 0,-4-29-1 0 0,8 38-336 0 0,0-1 1 0 0,0 0 0 0 0,1 1-1 0 0,0-1 1 0 0,1 1-1 0 0,-1 0 1 0 0,2-1-1 0 0,-1 1 1 0 0,1 0-1 0 0,0 0 1 0 0,8-12-1 0 0,19-29-3135 0 0,-11 24 1622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02.9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0 9218 0 0,'-3'5'602'0'0,"0"-1"-1"0"0,0 1 1 0 0,-1-1-1 0 0,1 0 1 0 0,-1 0-1 0 0,0-1 1 0 0,0 1 0 0 0,0-1-1 0 0,-1 0 1 0 0,1 0-1 0 0,-1 0 1 0 0,-5 2-1 0 0,-10 8 1357 0 0,12-7-1172 0 0,5-3-1543 0 0,7-9-896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19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34 208 5065 0 0,'-7'-207'4809'0'0,"-6"313"-2160"0"0,-1 137-2502 0 0,18 251 0 0 0,60 239-1081 0 0,-14-203-915 0 0,-47-503 1717 0 0,11 102-1783 0 0,-9-98-1039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0:19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148 188 3225 0 0,'-15'7'346'0'0,"14"-7"-252"0"0,-1 1 1 0 0,1-1-1 0 0,-1 1 0 0 0,1 0 1 0 0,-1-1-1 0 0,1 1 0 0 0,0 0 0 0 0,-1 0 1 0 0,1 0-1 0 0,0 0 0 0 0,-1 0 1 0 0,1 0-1 0 0,0 1 0 0 0,0-1 0 0 0,0 0 1 0 0,0 1-1 0 0,1-1 0 0 0,-1 0 1 0 0,0 1-1 0 0,0-1 0 0 0,1 1 0 0 0,-1-1 1 0 0,1 1-1 0 0,-1 0 0 0 0,1-1 0 0 0,0 1 1 0 0,0-1-1 0 0,-1 3 0 0 0,-5 32 147 0 0,-3-1-1 0 0,-1 0 0 0 0,-1 0 0 0 0,-2-1 1 0 0,-1 0-1 0 0,-27 45 0 0 0,49-96 239 0 0,0 0 0 0 0,-1 0-1 0 0,5-19 1 0 0,8-20-274 0 0,1 8 0 0 0,2 0-1 0 0,40-61 0 0 0,-52 92 62 0 0,1 0 0 0 0,1 1 0 0 0,0 1 0 0 0,1 0 0 0 0,1 0 0 0 0,0 2 0 0 0,1 0 0 0 0,0 1 0 0 0,23-14 0 0 0,-35 24-136 0 0,-1 1 0 0 0,0-1 0 0 0,1 1 0 0 0,-1 0 0 0 0,1 0 0 0 0,0 0 0 0 0,-1 0 0 0 0,1 1 0 0 0,0-1 0 0 0,-1 1 0 0 0,1 0 0 0 0,0 0 0 0 0,0 0 0 0 0,-1 1 0 0 0,1-1 0 0 0,0 1 0 0 0,-1 0 0 0 0,1 0 0 0 0,-1 0 0 0 0,1 1 0 0 0,-1-1 0 0 0,1 1 0 0 0,5 3 0 0 0,2 4 101 0 0,1 1 1 0 0,-1 0-1 0 0,-1 0 0 0 0,17 21 0 0 0,6 6-965 0 0,-9-14-3353 0 0,-1-1-1426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09.8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89 4145 0 0,'-13'-32'2758'0'0,"11"25"-1662"0"0,0 1-1 0 0,-1-1 0 0 0,1 1 1 0 0,-1 0-1 0 0,-1 0 0 0 0,1 0 1 0 0,-6-7-1 0 0,18 52 1255 0 0,15 51-1122 0 0,14 106 0 0 0,-3 94-379 0 0,-12-81-443 0 0,-21-197-406 0 0,13 82 22 0 0,-12-85-33 0 0,-1 1 0 0 0,1-1 0 0 0,1 0 0 0 0,-1 0 0 0 0,1 0 0 0 0,1-1 0 0 0,8 12 0 0 0,-12-18-75 0 0,0 0 0 0 0,1-1 0 0 0,-1 1 0 0 0,1-1 0 0 0,-1 0 0 0 0,1 1-1 0 0,-1-1 1 0 0,1 0 0 0 0,0 0 0 0 0,0 0 0 0 0,1 1 0 0 0,10 0-1026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0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1 261 5529 0 0,'3'-13'337'0'0,"1"0"0"0"0,0 0 0 0 0,1 0 0 0 0,0 1 0 0 0,1 0 0 0 0,1 0 0 0 0,0 0 0 0 0,0 1 0 0 0,1 0 0 0 0,13-14 0 0 0,-9 12 196 0 0,0 0 1 0 0,1 1-1 0 0,1 1 1 0 0,0 0 0 0 0,0 1-1 0 0,1 0 1 0 0,26-12-1 0 0,-37 20-383 0 0,1 0 0 0 0,0 0-1 0 0,0 1 1 0 0,0 0-1 0 0,-1-1 1 0 0,1 2 0 0 0,1-1-1 0 0,-1 0 1 0 0,0 1 0 0 0,0 0-1 0 0,8 1 1 0 0,-11 0-107 0 0,1-1 0 0 0,-1 1 0 0 0,0 0 0 0 0,0 0 0 0 0,0 0 0 0 0,0 0 0 0 0,0 0 0 0 0,-1 0 0 0 0,1 1 0 0 0,0-1 0 0 0,0 0 0 0 0,-1 1 0 0 0,1 0 0 0 0,-1-1 0 0 0,1 1 0 0 0,-1 0 0 0 0,0 0 0 0 0,0-1 0 0 0,0 1 0 0 0,0 0 0 0 0,0 0 0 0 0,0 0 0 0 0,0 1 0 0 0,-1-1 0 0 0,1 0 0 0 0,-1 0 0 0 0,1 0 1 0 0,-1 5-1 0 0,1 5 50 0 0,-1 1 1 0 0,-1-1-1 0 0,1 1 1 0 0,-2-1-1 0 0,0 1 1 0 0,-1-1-1 0 0,0 0 1 0 0,-5 14-1 0 0,-45 94 669 0 0,47-108-721 0 0,-52 96 309 0 0,38-77 16 0 0,2 2 0 0 0,1 0 0 0 0,2 1 0 0 0,-21 69 0 0 0,35-101-315 0 0,1-1 1 0 0,-1 1-1 0 0,1 0 0 0 0,0-1 0 0 0,-1 1 0 0 0,1 0 0 0 0,0-1 0 0 0,0 1 0 0 0,0 0 0 0 0,0-1 0 0 0,1 1 0 0 0,-1 0 0 0 0,0-1 0 0 0,1 1 1 0 0,-1 0-1 0 0,1-1 0 0 0,-1 1 0 0 0,1-1 0 0 0,0 1 0 0 0,0-1 0 0 0,1 3 0 0 0,0-3-22 0 0,-1 0 0 0 0,0 0-1 0 0,1-1 1 0 0,-1 1 0 0 0,1 0 0 0 0,-1-1-1 0 0,1 1 1 0 0,-1-1 0 0 0,1 0 0 0 0,0 1-1 0 0,-1-1 1 0 0,1 0 0 0 0,-1 0 0 0 0,1 0 0 0 0,0 0-1 0 0,-1 0 1 0 0,1-1 0 0 0,1 1 0 0 0,11-4 37 0 0,-1 0 1 0 0,0 0-1 0 0,-1-1 1 0 0,15-8-1 0 0,-23 11-36 0 0,83-45 82 0 0,-52 27-569 0 0,0 2 0 0 0,1 1 0 0 0,60-19 1 0 0,-78 32-647 0 0,-15 4 425 0 0,0 0-1 0 0,1 0 0 0 0,-1 0 0 0 0,0 0 0 0 0,0 0 0 0 0,0 1 0 0 0,0-1 1 0 0,0 1-1 0 0,0 0 0 0 0,-1 0 0 0 0,4 1 0 0 0,0 0 624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0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10138 0 0,'61'-8'4795'0'0,"-31"-1"-4161"0"0,-1-1 1 0 0,0-1-1 0 0,32-17 1 0 0,-24 8-1400 0 0,62-47 1 0 0,-83 53-415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0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1840 0 0,'-3'4'294'0'0,"0"1"0"0"0,0-1 0 0 0,1 1-1 0 0,0-1 1 0 0,0 1 0 0 0,0 0 0 0 0,0 0-1 0 0,1 0 1 0 0,0 0 0 0 0,0 0 0 0 0,0 0-1 0 0,0 0 1 0 0,1 0 0 0 0,0 0 0 0 0,0 0 0 0 0,1 8-1 0 0,1-5 338 0 0,-1 1-1 0 0,1 0 0 0 0,0 0 0 0 0,1-1 1 0 0,0 1-1 0 0,1-1 0 0 0,-1 0 0 0 0,10 13 1 0 0,34 39 2228 0 0,-38-50-2574 0 0,0 0 0 0 0,0 0 1 0 0,-1 1-1 0 0,0 1 0 0 0,-1-1 0 0 0,0 1 1 0 0,-1 1-1 0 0,0-1 0 0 0,7 24 1 0 0,-13-28-218 0 0,0-1 1 0 0,0 1 0 0 0,0-1 0 0 0,-1 1 0 0 0,0-1 0 0 0,-1 1 0 0 0,1-1 0 0 0,-1 1 0 0 0,-1-1 0 0 0,0 0 0 0 0,0 0 0 0 0,0 0-1 0 0,-1-1 1 0 0,1 1 0 0 0,-2-1 0 0 0,1 0 0 0 0,-9 10 0 0 0,2-4-378 0 0,-1 0 0 0 0,0 0 1 0 0,0-1-1 0 0,-1-1 0 0 0,0 0 0 0 0,-1-1 1 0 0,-15 8-1 0 0,14-11-5854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1.5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36 2761 0 0,'5'-36'14488'0'0,"-23"52"-12974"0"0,14-10-1439 0 0,-1 0-1 0 0,1 1 1 0 0,1-1 0 0 0,-1 1 0 0 0,1 0 0 0 0,0 0 0 0 0,0 0 0 0 0,1 1 0 0 0,0-1 0 0 0,-1 14 0 0 0,3-17-49 0 0,0 0 1 0 0,0 0 0 0 0,0 0 0 0 0,1 0 0 0 0,0 0 0 0 0,0-1 0 0 0,0 1-1 0 0,0 0 1 0 0,1 0 0 0 0,-1-1 0 0 0,1 1 0 0 0,0-1 0 0 0,0 1 0 0 0,0-1-1 0 0,1 0 1 0 0,-1 0 0 0 0,1 0 0 0 0,0 0 0 0 0,0 0 0 0 0,0 0 0 0 0,0-1-1 0 0,4 3 1 0 0,21 12-36 0 0,-20-13 1 0 0,0 1 0 0 0,-1 0 0 0 0,1 0 0 0 0,-1 1 0 0 0,10 9 0 0 0,-15-13 7 0 0,-1-1 0 0 0,0 1 0 0 0,0 0 0 0 0,0-1 0 0 0,0 1 0 0 0,0 0 0 0 0,0 0 0 0 0,0 0 0 0 0,-1 0 0 0 0,1 0 0 0 0,-1-1 0 0 0,1 1 0 0 0,-1 0 0 0 0,0 0 0 0 0,1 0 0 0 0,-1 1 0 0 0,0-1 0 0 0,-1 0 0 0 0,1 0 0 0 0,0 0 0 0 0,0 0 0 0 0,-1-1 0 0 0,0 1 0 0 0,1 0 0 0 0,-1 0 0 0 0,0 0 0 0 0,0 0 0 0 0,0 0 0 0 0,0-1 0 0 0,-1 3 0 0 0,-3 3 23 0 0,0 0 1 0 0,-1 0-1 0 0,0 0 0 0 0,0-1 0 0 0,-1 0 0 0 0,1 0 0 0 0,-1 0 1 0 0,-1-1-1 0 0,-7 4 0 0 0,-10 4-668 0 0,-39 16 0 0 0,48-23 47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2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126 53 456 0 0,'3'-9'191'0'0,"4"-13"4257"0"0,-7 21-4255 0 0,0 0-1 0 0,0 1 1 0 0,0-1 0 0 0,0 1-1 0 0,0-1 1 0 0,1 0 0 0 0,-1 1 0 0 0,0-1-1 0 0,0 1 1 0 0,-1-1 0 0 0,1 0 0 0 0,0 1-1 0 0,0-1 1 0 0,0 0 0 0 0,0 1 0 0 0,0-1-1 0 0,-1 1 1 0 0,1-1 0 0 0,0 1 0 0 0,0-1-1 0 0,-1 0 1 0 0,1 1 0 0 0,-1-1 0 0 0,1 1-1 0 0,0 0 1 0 0,-1-1 0 0 0,0 0 0 0 0,0 1-12 0 0,0 0 0 0 0,0 0 1 0 0,-1 0-1 0 0,1 0 0 0 0,0 1 0 0 0,0-1 1 0 0,0 0-1 0 0,0 0 0 0 0,0 1 1 0 0,0-1-1 0 0,-1 1 0 0 0,1-1 1 0 0,0 1-1 0 0,0 0 0 0 0,1-1 1 0 0,-1 1-1 0 0,0 0 0 0 0,0-1 1 0 0,0 1-1 0 0,0 0 0 0 0,1 0 1 0 0,-2 1-1 0 0,-21 25 859 0 0,21-23-667 0 0,-4 2-307 0 0,-5 8 110 0 0,0 0 0 0 0,0 1 0 0 0,2-1-1 0 0,0 2 1 0 0,-12 25 0 0 0,21-40-187 0 0,0 0 1 0 0,-1-1 0 0 0,1 1-1 0 0,-1 0 1 0 0,1-1-1 0 0,0 1 1 0 0,-1 0 0 0 0,1-1-1 0 0,0 1 1 0 0,0 0-1 0 0,0 0 1 0 0,0-1 0 0 0,0 1-1 0 0,0 0 1 0 0,0 0 0 0 0,0-1-1 0 0,0 1 1 0 0,0 0-1 0 0,0 0 1 0 0,0-1 0 0 0,0 1-1 0 0,0 0 1 0 0,1-1 0 0 0,-1 1-1 0 0,0 0 1 0 0,1 0-1 0 0,-1-1 1 0 0,0 1 0 0 0,1-1-1 0 0,0 2 1 0 0,1-2-38 0 0,-1 0-1 0 0,0 0 1 0 0,1-1 0 0 0,-1 1-1 0 0,0 0 1 0 0,0-1 0 0 0,1 1 0 0 0,-1-1-1 0 0,0 0 1 0 0,0 1 0 0 0,0-1-1 0 0,1 0 1 0 0,-1 1 0 0 0,1-3-1 0 0,41-36-1161 0 0,41-62 1058 0 0,-84 101 179 0 0,0 0 0 0 0,0-1 1 0 0,0 1-1 0 0,1 0 0 0 0,-1 0 0 0 0,0 0 0 0 0,0-1 0 0 0,0 1 1 0 0,1 0-1 0 0,-1 0 0 0 0,0 0 0 0 0,1 0 0 0 0,-1 0 0 0 0,0 0 1 0 0,0 0-1 0 0,1 0 0 0 0,-1 0 0 0 0,0 0 0 0 0,1 0 0 0 0,-1 0 1 0 0,0 0-1 0 0,0 0 0 0 0,1 0 0 0 0,-1 0 0 0 0,0 0 0 0 0,0 0 0 0 0,1 0 1 0 0,-1 0-1 0 0,0 0 0 0 0,1 0 0 0 0,-1 0 0 0 0,0 1 0 0 0,0-1 1 0 0,1 0-1 0 0,-1 0 0 0 0,0 0 0 0 0,0 0 0 0 0,0 1 0 0 0,1-1 1 0 0,8 16 463 0 0,1 16 60 0 0,-8-21-472 0 0,1-1 0 0 0,0 1 0 0 0,0-1 1 0 0,1 0-1 0 0,1 0 0 0 0,0 0 1 0 0,0-1-1 0 0,1 1 0 0 0,0-1 1 0 0,11 12-1 0 0,-17-21-79 0 0,1 0 0 0 0,-1 0 0 0 0,0 1 0 0 0,1-1 0 0 0,-1 0 0 0 0,0 0 0 0 0,1 0 0 0 0,-1 0 0 0 0,0 0 0 0 0,0 0 0 0 0,1 0 0 0 0,-1 0 0 0 0,0 0 1 0 0,1-1-1 0 0,-1 1 0 0 0,0 0 0 0 0,1 0 0 0 0,-1 0 0 0 0,0 0 0 0 0,0 0 0 0 0,1 0 0 0 0,-1-1 0 0 0,0 1 0 0 0,0 0 0 0 0,1 0 0 0 0,-1 0 0 0 0,0-1 0 0 0,0 1 0 0 0,0 0 0 0 0,1 0 0 0 0,-1-1 0 0 0,0 1 1 0 0,0 0-1 0 0,0 0 0 0 0,0-1 0 0 0,0 1 0 0 0,1 0 0 0 0,-1-1 0 0 0,0 1 0 0 0,0 0 0 0 0,0 0 0 0 0,0-1 0 0 0,0 1 0 0 0,0 0 0 0 0,0-1 0 0 0,0 1 0 0 0,0-1 0 0 0,5-18-7 0 0,-5 17 1 0 0,3-6 43 0 0,0-1 1 0 0,0 1-1 0 0,0 0 1 0 0,1 0-1 0 0,0 0 0 0 0,1 1 1 0 0,0-1-1 0 0,0 1 0 0 0,11-11 1 0 0,-14 16-26 0 0,0 0 1 0 0,0 0-1 0 0,1 0 1 0 0,-1 0-1 0 0,1 0 1 0 0,0 1-1 0 0,-1-1 1 0 0,1 1 0 0 0,0 0-1 0 0,0 0 1 0 0,0 0-1 0 0,0 0 1 0 0,0 0-1 0 0,0 1 1 0 0,0-1 0 0 0,0 1-1 0 0,0 0 1 0 0,0 0-1 0 0,0 0 1 0 0,0 0-1 0 0,0 1 1 0 0,0-1-1 0 0,0 1 1 0 0,0 0 0 0 0,0 0-1 0 0,0 0 1 0 0,-1 0-1 0 0,1 0 1 0 0,0 1-1 0 0,4 2 1 0 0,23 14 15 0 0,-16-11 1 0 0,-1 1 0 0 0,0 0 0 0 0,21 18 0 0 0,-34-27-29 0 0,0-1 0 0 0,-1 0 0 0 0,1 0 0 0 0,0 0 0 0 0,0 1 0 0 0,0-1 0 0 0,1 0 0 0 0,-1 0 0 0 0,0 1 0 0 0,1-1 0 0 0,-1 0 0 0 0,1 1 0 0 0,-1-1 0 0 0,1 0 0 0 0,1-2 0 0 0,13-28 0 0 0,-11 24-4 0 0,1 0 1 0 0,0 1-1 0 0,0-1 1 0 0,1 2-1 0 0,0-1 0 0 0,0 0 1 0 0,1 1-1 0 0,-1 0 1 0 0,14-8-1 0 0,-18 12 3 0 0,0 1 0 0 0,1 0 0 0 0,-1 0 0 0 0,0 0 0 0 0,0 0 1 0 0,1 0-1 0 0,-1 0 0 0 0,0 0 0 0 0,1 1 0 0 0,-1-1 0 0 0,0 1 0 0 0,1 0 0 0 0,-1 0 0 0 0,1 0 0 0 0,-1 0 1 0 0,1 0-1 0 0,-1 0 0 0 0,1 1 0 0 0,-1-1 0 0 0,0 1 0 0 0,1 0 0 0 0,-1 0 0 0 0,0-1 0 0 0,0 1 0 0 0,1 1 1 0 0,-1-1-1 0 0,0 0 0 0 0,0 1 0 0 0,0-1 0 0 0,0 1 0 0 0,-1-1 0 0 0,1 1 0 0 0,0 0 0 0 0,-1 0 0 0 0,1 0 1 0 0,-1 0-1 0 0,1 0 0 0 0,-1 0 0 0 0,1 3 0 0 0,21 40-245 0 0,-22-43 224 0 0,0 1-1 0 0,0-1 1 0 0,-1 0 0 0 0,1 1-1 0 0,0-1 1 0 0,-1 1-1 0 0,1-1 1 0 0,-1 0-1 0 0,0 1 1 0 0,0-1 0 0 0,0 1-1 0 0,0-1 1 0 0,0 1-1 0 0,-1-1 1 0 0,1 1-1 0 0,-1-1 1 0 0,-1 5 0 0 0,0-18-2874 0 0,5-13 1848 0 0,19-24-576 0 0,-21 45 1586 0 0,1 0-1 0 0,0 0 1 0 0,0 0 0 0 0,0 0-1 0 0,0 1 1 0 0,1-1 0 0 0,-1 1-1 0 0,0-1 1 0 0,1 1 0 0 0,0 0 0 0 0,0 0-1 0 0,0 0 1 0 0,4-2 0 0 0,-6 4 9 0 0,0 0 1 0 0,0 0-1 0 0,-1 0 1 0 0,1 0 0 0 0,0 0-1 0 0,0 0 1 0 0,0 0-1 0 0,0 0 1 0 0,0 0 0 0 0,-1 0-1 0 0,1 0 1 0 0,0 1 0 0 0,0-1-1 0 0,0 0 1 0 0,0 1-1 0 0,-1-1 1 0 0,1 0 0 0 0,0 1-1 0 0,-1-1 1 0 0,1 1-1 0 0,0-1 1 0 0,-1 1 0 0 0,1 0-1 0 0,0-1 1 0 0,-1 1-1 0 0,1 0 1 0 0,0 1 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2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0,'3'29'5882'0'0,"3"8"-1971"0"0,20 67 1 0 0,-16-68-4172 0 0,12 73 0 0 0,-20-98-802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2.9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57 456 0 0,'7'-8'539'0'0,"0"1"-1"0"0,0 0 1 0 0,0 0 0 0 0,15-10-1 0 0,-20 16-291 0 0,-1-1 0 0 0,0 1 0 0 0,1 0 0 0 0,-1 0 0 0 0,1 1 0 0 0,0-1 0 0 0,-1 0 0 0 0,1 1 0 0 0,-1-1 0 0 0,1 0 0 0 0,0 1 1 0 0,0 0-1 0 0,-1-1 0 0 0,1 1 0 0 0,0 0 0 0 0,0 0 0 0 0,-1 0 0 0 0,1 0 0 0 0,0 0 0 0 0,0 1 0 0 0,-1-1 0 0 0,1 0 0 0 0,0 1 0 0 0,-1 0 0 0 0,1-1 0 0 0,0 1 0 0 0,-1 0 0 0 0,1 0 0 0 0,-1-1 0 0 0,1 1 0 0 0,-1 0 0 0 0,1 1 0 0 0,-1-1 0 0 0,0 0 0 0 0,0 0 0 0 0,2 3 0 0 0,-1-2-59 0 0,-1 1 0 0 0,0 0 0 0 0,0 0 1 0 0,-1-1-1 0 0,1 1 0 0 0,-1 0 0 0 0,1 0 0 0 0,-1 0 0 0 0,0-1 0 0 0,0 1 0 0 0,0 0 0 0 0,0 0 0 0 0,0 0 0 0 0,-1 0 0 0 0,0-1 0 0 0,1 1 0 0 0,-1 0 1 0 0,0 0-1 0 0,0-1 0 0 0,0 1 0 0 0,-1-1 0 0 0,-1 4 0 0 0,-3 5-32 0 0,0 0 1 0 0,-1-1-1 0 0,-14 17 1 0 0,-9 3-3056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3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1 107 5985 0 0,'4'-11'269'0'0,"19"-43"162"0"0,-21 50-136 0 0,0 0-1 0 0,0 0 1 0 0,0 0 0 0 0,1 1-1 0 0,0-1 1 0 0,0 1 0 0 0,0 0-1 0 0,0 0 1 0 0,0 0-1 0 0,11-3 1798 0 0,-14 6-2044 0 0,0 0 1 0 0,0 0-1 0 0,0 0 1 0 0,0 0-1 0 0,0 1 1 0 0,0-1-1 0 0,0 0 1 0 0,0 0 0 0 0,0 0-1 0 0,0 0 1 0 0,0 0-1 0 0,0 0 1 0 0,0 1-1 0 0,0-1 1 0 0,0 0-1 0 0,0 0 1 0 0,-1 14 1185 0 0,-4 10 90 0 0,4-18-1223 0 0,-28 135 3812 0 0,24-71-4348 0 0,9 4-4448 0 0,0-51-1045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3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43 199 3225 0 0,'14'-5'479'0'0,"-1"0"1"0"0,1-2 0 0 0,-1 0-1 0 0,-1 0 1 0 0,22-17-1 0 0,-29 20-402 0 0,0 0 0 0 0,0 0 0 0 0,0-1 0 0 0,0 0 0 0 0,-1 0-1 0 0,0 0 1 0 0,0 0 0 0 0,0-1 0 0 0,-1 1 0 0 0,0-1 0 0 0,0 0-1 0 0,0 0 1 0 0,0-1 0 0 0,2-10 0 0 0,-5 15-162 0 0,0 0 1 0 0,1 0-1 0 0,-1 1 0 0 0,0-1 1 0 0,0 0-1 0 0,0 0 1 0 0,0 0-1 0 0,-1 1 0 0 0,1-1 1 0 0,0 0-1 0 0,-1 0 1 0 0,1 1-1 0 0,-1-1 0 0 0,0 0 1 0 0,1 1-1 0 0,-1-1 1 0 0,0 0-1 0 0,0 1 0 0 0,0-1 1 0 0,0 1-1 0 0,0 0 1 0 0,0-1-1 0 0,-3-1 0 0 0,1 1-45 0 0,0 1 0 0 0,0-1 0 0 0,1 1 0 0 0,-1 0 0 0 0,0 0 0 0 0,0 0 0 0 0,-1 0 0 0 0,1 1 0 0 0,0-1 0 0 0,0 1 0 0 0,0 0 0 0 0,-5 0 1 0 0,-2 0 135 0 0,1 1 0 0 0,0 0 1 0 0,0 1-1 0 0,1 0 1 0 0,-1 0-1 0 0,0 1 1 0 0,1 0-1 0 0,-15 8 1 0 0,19-8 185 0 0,0-1-1 0 0,0 1 1 0 0,1-1 0 0 0,0 1 0 0 0,-1 0-1 0 0,1 0 1 0 0,0 1 0 0 0,0-1 0 0 0,1 1-1 0 0,-1-1 1 0 0,1 1 0 0 0,0 0-1 0 0,0 0 1 0 0,0 0 0 0 0,0 0 0 0 0,1 0-1 0 0,-1 0 1 0 0,1 1 0 0 0,-1 7 0 0 0,2-7 96 0 0,0 1 0 0 0,1-1 0 0 0,-1 1-1 0 0,1-1 1 0 0,0 1 0 0 0,1-1 0 0 0,-1 0 0 0 0,1 1 0 0 0,0-1 0 0 0,1 0 0 0 0,-1 0 0 0 0,1-1 0 0 0,0 1 0 0 0,0 0 0 0 0,6 6 0 0 0,5 5 453 0 0,2 0 1 0 0,0 0-1 0 0,1-2 1 0 0,33 23-1 0 0,-7-11-896 0 0,46 22 1 0 0,-57-33-5349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4.2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5985 0 0,'30'22'7547'0'0,"-24"-19"-6496"0"0,0 1 0 0 0,0 0 1 0 0,-1 0-1 0 0,9 9 0 0 0,-7-5-766 0 0,-1 1 0 0 0,0 0 0 0 0,0 1 0 0 0,0 0 0 0 0,-1 0 1 0 0,-1 0-1 0 0,0 0 0 0 0,0 1 0 0 0,-1-1 0 0 0,-1 1 0 0 0,1 0 0 0 0,-2 0 0 0 0,1 18 0 0 0,-1 13-192 0 0,-3 0 0 0 0,-9 57 0 0 0,-2 37-45 0 0,17-83-990 0 0,4-18-2763 0 0,-4-18-3120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4.7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99 5985 0 0,'35'-38'914'0'0,"-28"32"-206"0"0,-1-1-1 0 0,1 0 1 0 0,-1-1-1 0 0,8-12 1 0 0,-14 20-637 0 0,-1 1 0 0 0,1-1-1 0 0,0 0 1 0 0,-1 0 0 0 0,1 0 0 0 0,0 0 0 0 0,-1 0-1 0 0,1 0 1 0 0,0 0 0 0 0,-1 0 0 0 0,1 0 0 0 0,0 0-1 0 0,-1 0 1 0 0,1 0 0 0 0,0 0 0 0 0,-1 0 0 0 0,1 0 0 0 0,0 0-1 0 0,-1 0 1 0 0,1-1 0 0 0,0 1 0 0 0,-1 0 0 0 0,1 0-1 0 0,0 0 1 0 0,-1 0 0 0 0,1-1 0 0 0,0 1 0 0 0,0 0-1 0 0,-1 0 1 0 0,1-1 0 0 0,0 1 0 0 0,0 0 0 0 0,-1-1 0 0 0,1 1-1 0 0,0 0 1 0 0,0 0 0 0 0,0-1 0 0 0,0 1 0 0 0,0 0-1 0 0,0-1 1 0 0,-1 1 0 0 0,1 0 0 0 0,0-1 0 0 0,0 1-1 0 0,0 0 1 0 0,0-1 0 0 0,0 1 0 0 0,0-1 0 0 0,0 1 0 0 0,0 0-1 0 0,0-1 1 0 0,1 1 0 0 0,-1 0 0 0 0,0-1 0 0 0,0 1-1 0 0,0 0 1 0 0,0-1 0 0 0,0 1 0 0 0,1 0 0 0 0,-1 0 0 0 0,0-1-1 0 0,0 1 1 0 0,0 0 0 0 0,1-1 0 0 0,-27 13 1763 0 0,19-6-1693 0 0,0 0 0 0 0,0 0 0 0 0,1 1-1 0 0,0 0 1 0 0,0 0 0 0 0,0 0 0 0 0,1 1 0 0 0,1 0-1 0 0,-1 0 1 0 0,1 0 0 0 0,0 0 0 0 0,1 1 0 0 0,-3 12-1 0 0,5-17-138 0 0,0 1-1 0 0,0-1 1 0 0,0 1-1 0 0,1 0 1 0 0,0 0-1 0 0,0-1 1 0 0,0 1-1 0 0,1 0 1 0 0,-1 0-1 0 0,1-1 1 0 0,1 1-1 0 0,-1-1 1 0 0,0 1-1 0 0,1-1 0 0 0,0 1 1 0 0,0-1-1 0 0,0 0 1 0 0,1 0-1 0 0,-1 0 1 0 0,1 0-1 0 0,0 0 1 0 0,0-1-1 0 0,1 1 1 0 0,-1-1-1 0 0,1 0 1 0 0,-1 0-1 0 0,5 3 1 0 0,44 21-49 0 0,-43-24 34 0 0,-1 0 0 0 0,1 1 0 0 0,-1 1 0 0 0,0-1 1 0 0,-1 1-1 0 0,1 1 0 0 0,-1 0 0 0 0,10 9 0 0 0,-16-14 13 0 0,0 0-1 0 0,0 0 1 0 0,-1 0-1 0 0,1 1 1 0 0,0-1 0 0 0,-1 0-1 0 0,1 0 1 0 0,-1 0-1 0 0,1 1 1 0 0,-1-1 0 0 0,0 0-1 0 0,1 1 1 0 0,-1-1-1 0 0,0 0 1 0 0,0 1 0 0 0,0-1-1 0 0,0 0 1 0 0,0 1-1 0 0,0-1 1 0 0,-1 0 0 0 0,1 1-1 0 0,0-1 1 0 0,-1 2-1 0 0,-1 0 4 0 0,1 0-1 0 0,-1 0 1 0 0,0-1-1 0 0,0 1 0 0 0,0-1 1 0 0,0 1-1 0 0,0-1 1 0 0,0 0-1 0 0,-5 4 1 0 0,-3 1 9 0 0,-1 0 0 0 0,1-1 0 0 0,-1 0 0 0 0,-13 4 0 0 0,-59 19-343 0 0,62-24-117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5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163 108 6449 0 0,'-1'-2'462'0'0,"-1"0"1"0"0,-1 0-1 0 0,1 1 0 0 0,0-1 0 0 0,0 0 0 0 0,-1 1 0 0 0,1 0 0 0 0,-1 0 0 0 0,1 0 0 0 0,-1 0 0 0 0,1 0 0 0 0,-1 0 0 0 0,0 0 0 0 0,1 1 1 0 0,-4-1-1 0 0,2 1-139 0 0,1 0 0 0 0,-1 1 1 0 0,1-1-1 0 0,-1 1 1 0 0,1-1-1 0 0,0 1 0 0 0,-1 0 1 0 0,1 0-1 0 0,0 1 1 0 0,-6 2-1 0 0,4-1-198 0 0,-1 1 0 0 0,1 0 0 0 0,0 0 0 0 0,0 0 0 0 0,0 0 0 0 0,1 1 0 0 0,0 0 0 0 0,-1 0 0 0 0,2 0 0 0 0,-1 0 0 0 0,-5 12 0 0 0,5-8-238 0 0,1-1 0 0 0,0 1 0 0 0,0 0 0 0 0,1 1 0 0 0,1-1 0 0 0,-1 0 0 0 0,2 1 0 0 0,-1-1 0 0 0,1 0 0 0 0,0 1 0 0 0,3 10 0 0 0,-3-19 50 0 0,0-1 1 0 0,0 1 0 0 0,0-1 0 0 0,0 0-1 0 0,0 1 1 0 0,0-1 0 0 0,0 1 0 0 0,0-1-1 0 0,1 1 1 0 0,-1-1 0 0 0,0 0 0 0 0,0 1-1 0 0,0-1 1 0 0,1 1 0 0 0,-1-1-1 0 0,0 0 1 0 0,0 1 0 0 0,1-1 0 0 0,-1 0-1 0 0,0 0 1 0 0,1 1 0 0 0,-1-1 0 0 0,1 0-1 0 0,-1 0 1 0 0,0 1 0 0 0,1-1 0 0 0,-1 0-1 0 0,1 0 1 0 0,-1 0 0 0 0,0 0-1 0 0,1 0 1 0 0,-1 1 0 0 0,1-1 0 0 0,15-9-1115 0 0,13-23 94 0 0,-26 29 845 0 0,7-13 205 0 0,1 1 1 0 0,-2-1-1 0 0,0-1 0 0 0,9-26 0 0 0,-14 35 431 0 0,-4 7-342 0 0,0 1 0 0 0,0 0 0 0 0,1 0-1 0 0,-1-1 1 0 0,0 1 0 0 0,0 0 0 0 0,1 0 0 0 0,-1-1 0 0 0,0 1 0 0 0,1 0 0 0 0,-1 0 0 0 0,0 0 0 0 0,1-1-1 0 0,-1 1 1 0 0,0 0 0 0 0,1 0 0 0 0,-1 0 0 0 0,0 0 0 0 0,1 0 0 0 0,-1 0 0 0 0,0 0 0 0 0,1 0 0 0 0,-1 0 0 0 0,0 0-1 0 0,1 0 1 0 0,-1 0 0 0 0,0 0 0 0 0,1 0 0 0 0,-1 0 0 0 0,0 0 0 0 0,1 0 0 0 0,-1 0 0 0 0,0 1 0 0 0,1-1 0 0 0,-1 0-1 0 0,0 0 1 0 0,1 0 0 0 0,-1 0 0 0 0,0 1 0 0 0,1-1 0 0 0,-1 0 0 0 0,0 0 0 0 0,0 1 0 0 0,0-1 0 0 0,1 0-1 0 0,-1 1 1 0 0,0-1 0 0 0,0 0 0 0 0,0 1 0 0 0,1-1 0 0 0,-1 1 0 0 0,19 23 871 0 0,-12-14-488 0 0,-3-6-413 0 0,-1-1-1 0 0,1 1 1 0 0,0-1 0 0 0,0 0 0 0 0,1-1 0 0 0,-1 1 0 0 0,0-1-1 0 0,1 0 1 0 0,-1 0 0 0 0,1 0 0 0 0,0-1 0 0 0,0 1 0 0 0,0-1-1 0 0,-1 0 1 0 0,1-1 0 0 0,0 1 0 0 0,0-1 0 0 0,0 0 0 0 0,5 0-1 0 0,-6-1-72 0 0,-1 1 0 0 0,1-1 0 0 0,-1 0 0 0 0,0 1 0 0 0,0-2 0 0 0,1 1 0 0 0,-1 0 0 0 0,0-1 0 0 0,0 1 0 0 0,0-1 0 0 0,0 0 0 0 0,0 0 0 0 0,-1 0-1 0 0,1 0 1 0 0,-1 0 0 0 0,1-1 0 0 0,-1 1 0 0 0,0-1 0 0 0,0 0 0 0 0,0 0 0 0 0,0 0 0 0 0,0 0 0 0 0,0 0 0 0 0,-1 0 0 0 0,0 0 0 0 0,0 0 0 0 0,0 0 0 0 0,1-4 0 0 0,0-3-23 0 0,1 0 1 0 0,0 1 0 0 0,0-1 0 0 0,1 1-1 0 0,0 0 1 0 0,6-10 0 0 0,-9 18 109 0 0,0-1 0 0 0,0 1 0 0 0,0-1 1 0 0,0 1-1 0 0,0 0 0 0 0,0-1 0 0 0,0 1 1 0 0,0 0-1 0 0,1 0 0 0 0,-1 0 0 0 0,0 0 0 0 0,1 0 1 0 0,-1 0-1 0 0,1 0 0 0 0,-1 0 0 0 0,1 1 1 0 0,-1-1-1 0 0,1 0 0 0 0,0 1 0 0 0,-1 0 1 0 0,1-1-1 0 0,0 1 0 0 0,-1 0 0 0 0,1 0 0 0 0,0 0 1 0 0,-1 0-1 0 0,1 0 0 0 0,0 0 0 0 0,-1 0 1 0 0,1 1-1 0 0,0-1 0 0 0,-1 0 0 0 0,1 1 0 0 0,0 0 1 0 0,-1-1-1 0 0,1 1 0 0 0,-1 0 0 0 0,1 0 1 0 0,-1 0-1 0 0,0 0 0 0 0,1 0 0 0 0,-1 0 1 0 0,0 0-1 0 0,0 0 0 0 0,2 2 0 0 0,4 5 99 0 0,1 1 0 0 0,-1 0 0 0 0,-1 1 0 0 0,0-1 0 0 0,0 1 0 0 0,-1 1 0 0 0,8 20 0 0 0,-6-15-133 0 0,0 0 1 0 0,12 18-1 0 0,-5-92-1184 0 0,-10 32 857 0 0,-3 12 265 0 0,1 0 0 0 0,1 1 0 0 0,0-1 0 0 0,1 1-1 0 0,0-1 1 0 0,1 1 0 0 0,1 0 0 0 0,8-14 0 0 0,-14 26 62 0 0,1 1 0 0 0,-1-1 0 0 0,0 1 0 0 0,1 0 0 0 0,-1-1 0 0 0,1 1 0 0 0,-1 0 0 0 0,0-1 0 0 0,1 1 0 0 0,-1 0 0 0 0,1 0 0 0 0,-1-1 0 0 0,1 1 0 0 0,-1 0 0 0 0,1 0 0 0 0,0 0 0 0 0,-1 0 0 0 0,1 0 0 0 0,-1 0 0 0 0,1 0 0 0 0,-1 0 0 0 0,1 0 0 0 0,-1 0 0 0 0,1 0 0 0 0,-1 0 0 0 0,1 0 0 0 0,-1 0 0 0 0,1 0 0 0 0,-1 0 0 0 0,1 1 0 0 0,-1-1 0 0 0,1 0 0 0 0,-1 0 0 0 0,1 1 0 0 0,-1-1 0 0 0,1 0 0 0 0,-1 1 0 0 0,1-1 0 0 0,-1 0 0 0 0,0 1 0 0 0,1-1 0 0 0,-1 1 0 0 0,0-1 0 0 0,1 1 0 0 0,-1-1 0 0 0,0 1 0 0 0,0-1 0 0 0,1 1 1 0 0,-1-1-1 0 0,0 1 0 0 0,18 34 1028 0 0,-14-27-828 0 0,-1-2-156 0 0,1 0 1 0 0,0 0 0 0 0,0 0-1 0 0,0-1 1 0 0,1 0 0 0 0,-1 0-1 0 0,10 7 1 0 0,-13-11-70 0 0,0 0 0 0 0,0 0 0 0 0,0-1 1 0 0,0 1-1 0 0,0 0 0 0 0,1-1 0 0 0,-1 1 0 0 0,0-1 1 0 0,0 0-1 0 0,1 1 0 0 0,-1-1 0 0 0,0 0 0 0 0,1 0 1 0 0,-1 0-1 0 0,0 0 0 0 0,1 0 0 0 0,-1 0 0 0 0,2 0 1 0 0,-2-1-15 0 0,1 0 1 0 0,-1 1 0 0 0,1-1 0 0 0,-1 0-1 0 0,0 0 1 0 0,1 0 0 0 0,-1 0 0 0 0,0 0 0 0 0,0-1-1 0 0,0 1 1 0 0,0 0 0 0 0,0-1 0 0 0,0 1 0 0 0,0 0-1 0 0,0-1 1 0 0,0 1 0 0 0,-1-1 0 0 0,2-2 0 0 0,0-1 13 0 0,-1 0 0 0 0,2 1 1 0 0,-1-1-1 0 0,0 1 1 0 0,1-1-1 0 0,0 1 1 0 0,0 0-1 0 0,0 0 1 0 0,1 0-1 0 0,-1 1 1 0 0,9-7-1 0 0,-10 9 75 0 0,1 0 1 0 0,0 0-1 0 0,-1 0 0 0 0,1 0 0 0 0,0 0 0 0 0,0 0 0 0 0,0 1 1 0 0,0 0-1 0 0,0 0 0 0 0,0-1 0 0 0,0 2 0 0 0,-1-1 0 0 0,1 0 1 0 0,0 0-1 0 0,0 1 0 0 0,0 0 0 0 0,0 0 0 0 0,0-1 0 0 0,-1 2 1 0 0,1-1-1 0 0,0 0 0 0 0,3 3 0 0 0,0-1 116 0 0,0 1-1 0 0,0 0 1 0 0,-1 1-1 0 0,1-1 1 0 0,-1 1-1 0 0,6 7 1 0 0,15 14-6935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5.9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8290 0 0,'21'25'5848'0'0,"-11"-5"-5232"0"0,0 1 1 0 0,-1 0 0 0 0,-1 0 0 0 0,-1 1 0 0 0,-2 0-1 0 0,0 0 1 0 0,-1 0 0 0 0,-1 1 0 0 0,-1-1 0 0 0,-1 1-1 0 0,0-1 1 0 0,-2 1 0 0 0,-5 24 0 0 0,6-44-621 0 0,0 1-237 0 0,-1 0 0 0 0,1-1 0 0 0,-1 1 0 0 0,0 0 0 0 0,0 0 0 0 0,0 0-1 0 0,0 0 1 0 0,-1-1 0 0 0,0 1 0 0 0,0-1 0 0 0,0 1 0 0 0,0-1 0 0 0,-3 5-1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6.1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1 102 1840 0 0,'0'-5'252'0'0,"1"1"-1"0"0,1 0 1 0 0,-1-1-1 0 0,1 1 0 0 0,-1 0 1 0 0,1 0-1 0 0,0 0 1 0 0,1 0-1 0 0,-1 0 0 0 0,1 1 1 0 0,-1-1-1 0 0,1 1 1 0 0,0-1-1 0 0,1 1 1 0 0,5-5-1 0 0,-2 4 616 0 0,0 0-1 0 0,0 0 1 0 0,0 0 0 0 0,1 1-1 0 0,-1 0 1 0 0,1 1-1 0 0,15-4 1 0 0,20 1 2305 0 0,-42 5-3034 0 0,1 0 0 0 0,0 0 0 0 0,-1 0-1 0 0,1 0 1 0 0,0 0 0 0 0,0 1 0 0 0,-1-1 0 0 0,1 0 0 0 0,-1 1 0 0 0,1 0-1 0 0,0-1 1 0 0,-1 1 0 0 0,1 0 0 0 0,-1-1 0 0 0,1 1 0 0 0,-1 0 0 0 0,0 0-1 0 0,1 0 1 0 0,-1 0 0 0 0,0 1 0 0 0,0-1 0 0 0,2 2 0 0 0,-3-2-106 0 0,0 0 1 0 0,0 0 0 0 0,1 0-1 0 0,-1 0 1 0 0,0 0 0 0 0,0 0-1 0 0,0 0 1 0 0,0 0 0 0 0,-1 0-1 0 0,1 0 1 0 0,0 0 0 0 0,0 0-1 0 0,-1 0 1 0 0,1 0 0 0 0,0 0-1 0 0,-1 0 1 0 0,1 0 0 0 0,-1 0-1 0 0,1 0 1 0 0,-1-1 0 0 0,0 1-1 0 0,1 0 1 0 0,-1 0 0 0 0,-1 1-1 0 0,-21 19-94 0 0,20-19 105 0 0,-24 17-761 0 0,-44 25 0 0 0,58-37 120 0 0,-9 6-652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6.4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9 8290 0 0,'0'-1'64'0'0,"0"1"0"0"0,0 0 0 0 0,1 0 129 0 0,-1 0-129 0 0,0-1 0 0 0,0 1 0 0 0,0 0 0 0 0,0 0 1 0 0,0 0-1 0 0,1 0 0 0 0,-1-1 0 0 0,0 1 0 0 0,0 0 0 0 0,0 0 1 0 0,0 0-1 0 0,0-1 0 0 0,0 1 0 0 0,0 0 0 0 0,0 0 0 0 0,0 0 1 0 0,0-1-1 0 0,0 1 0 0 0,0 0 0 0 0,0 0 0 0 0,0 0 0 0 0,0-1 1 0 0,0 1-1 0 0,0 0 0 0 0,0 0 0 0 0,0 0 0 0 0,0 0 0 0 0,-1-1 1 0 0,1 1-1 0 0,0 0 0 0 0,0 0 0 0 0,0 0 0 0 0,0-1 129 0 0,-1 1-129 0 0,1 0 0 0 0,0 0 0 0 0,0 0 0 0 0,0 0 0 0 0,0 0 1 0 0,-1-1-1 0 0,1 1 0 0 0,0 0 0 0 0,-15 11 6538 0 0,11-6-6315 0 0,0-1 1 0 0,0 1-1 0 0,0 0 1 0 0,1 0-1 0 0,0 0 1 0 0,0 1-1 0 0,0-1 1 0 0,0 1-1 0 0,1-1 1 0 0,0 1-1 0 0,1 0 1 0 0,-1 0-1 0 0,0 8 1 0 0,-1 32-23 0 0,5 55 0 0 0,0 5-304 0 0,-3-93-679 0 0,1-1 0 0 0,1 0 0 0 0,0 1 0 0 0,3 14 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16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0 211 5529 0 0,'5'-1'522'0'0,"0"0"1"0"0,0 0-1 0 0,-1 0 0 0 0,1 0 0 0 0,-1-1 1 0 0,0 0-1 0 0,1 0 0 0 0,-1 0 0 0 0,0 0 1 0 0,0-1-1 0 0,0 0 0 0 0,0 0 0 0 0,4-3 0 0 0,45-48 1863 0 0,-50 50-2320 0 0,7-7 135 0 0,0-1-1 0 0,11-19 1 0 0,-19 28-175 0 0,0 0 0 0 0,0 1 0 0 0,-1-1 0 0 0,1 0 0 0 0,-1 0 0 0 0,0 0 0 0 0,0 0 0 0 0,0-1 0 0 0,0 1 0 0 0,-1 0 0 0 0,1 0 0 0 0,-1-1 0 0 0,0 1 0 0 0,1 0 0 0 0,-2 0 0 0 0,1-1 0 0 0,0 1 0 0 0,-2-5-1 0 0,2 8-21 0 0,0-1-1 0 0,0 1 0 0 0,0 0 1 0 0,0 0-1 0 0,0-1 0 0 0,-1 1 1 0 0,1 0-1 0 0,0 0 0 0 0,0 0 1 0 0,0 0-1 0 0,0-1 0 0 0,0 1 0 0 0,-1 0 1 0 0,1 0-1 0 0,0 0 0 0 0,0 0 1 0 0,0-1-1 0 0,-1 1 0 0 0,1 0 1 0 0,0 0-1 0 0,0 0 0 0 0,0 0 0 0 0,-1 0 1 0 0,1 0-1 0 0,0 0 0 0 0,0 0 1 0 0,-1 0-1 0 0,1 0 0 0 0,0 0 1 0 0,0 0-1 0 0,-1 0 0 0 0,1 0 0 0 0,0 0 1 0 0,0 0-1 0 0,-1 0 0 0 0,1 0 1 0 0,0 0-1 0 0,0 0 0 0 0,-11 8 364 0 0,-7 15 351 0 0,17-21-696 0 0,-7 10 301 0 0,0 2 1 0 0,1-1-1 0 0,-7 18 1 0 0,11-26-217 0 0,1 0 0 0 0,1 1 1 0 0,-1-1-1 0 0,1 1 0 0 0,0-1 1 0 0,0 1-1 0 0,1-1 0 0 0,-1 1 1 0 0,1 0-1 0 0,0 0 1 0 0,2 10-1 0 0,-1-14-66 0 0,0 0 0 0 0,0 0 0 0 0,0 0 0 0 0,0 0 0 0 0,0 0 0 0 0,1 0 1 0 0,-1 0-1 0 0,0-1 0 0 0,1 1 0 0 0,-1 0 0 0 0,1-1 0 0 0,0 1 0 0 0,0-1 0 0 0,-1 1 0 0 0,1-1 0 0 0,0 0 0 0 0,0 0 0 0 0,0 0 0 0 0,1 0 1 0 0,3 1-1 0 0,0 0-263 0 0,0 0 1 0 0,1-1 0 0 0,-1 0-1 0 0,1 0 1 0 0,0-1-1 0 0,6 1 1 0 0,17-4-6727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8.1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60 288 8290 0 0,'-60'15'6723'0'0,"86"-21"-2804"0"0,-10 2-3559 0 0,0 1 0 0 0,25-11 0 0 0,173-103 1194 0 0,-158 82-1439 0 0,1 3 0 0 0,1 3 0 0 0,80-29 0 0 0,-135 57-214 0 0,-1 0 0 0 0,0 0 1 0 0,1 1-1 0 0,-1-1 0 0 0,0 1 0 0 0,1 0 1 0 0,-1-1-1 0 0,1 1 0 0 0,-1 0 0 0 0,1 0 0 0 0,-1 1 1 0 0,1-1-1 0 0,3 2 0 0 0,0 1-1140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8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0 7834 0 0,'-3'0'100'0'0,"1"0"1"0"0,-1 1-1 0 0,1-1 1 0 0,-1 0-1 0 0,1 1 1 0 0,0 0-1 0 0,-1-1 1 0 0,1 1 0 0 0,0 0-1 0 0,-1 0 1 0 0,1 1-1 0 0,0-1 1 0 0,0 0-1 0 0,0 1 1 0 0,0-1-1 0 0,0 1 1 0 0,0-1-1 0 0,1 1 1 0 0,-3 2-1 0 0,2 0 148 0 0,1-1-1 0 0,0 1 0 0 0,-1-1 0 0 0,1 1 0 0 0,0-1 0 0 0,1 1 1 0 0,-1 0-1 0 0,1 0 0 0 0,0-1 0 0 0,-1 1 0 0 0,2 0 0 0 0,0 6 0 0 0,5 50 2908 0 0,28 109 0 0 0,31 56-1233 0 0,-63-218-1889 0 0,2 6-34 0 0,5 20-143 0 0,2-1 0 0 0,1 0 1 0 0,2-1-1 0 0,17 31 0 0 0,-18-43-638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8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0 12899 0 0,'-3'69'7453'0'0,"-5"5"-4841"0"0,3-28-2737 0 0,1 1 0 0 0,4 75 0 0 0,0-119-97 0 0,0 0-118 0 0,0-1-1 0 0,0 0 0 0 0,1 1 1 0 0,-1-1-1 0 0,1 0 1 0 0,0 1-1 0 0,-1-1 1 0 0,1 0-1 0 0,2 4 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8.7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 5065 0 0,'-6'3'4265'0'0,"4"2"-2921"0"0,-2 6-968 0 0,-1 4-192 0 0,1 3-40 0 0,2 1-8 0 0,-1 0-72 0 0,3-1-64 0 0,3-2 96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9.3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1 117 2761 0 0,'3'-2'384'0'0,"1"0"1"0"0,0 1 0 0 0,-1-1 0 0 0,1 1-1 0 0,0 0 1 0 0,0 0 0 0 0,0 0 0 0 0,0 1 0 0 0,0-1-1 0 0,0 1 1 0 0,0 0 0 0 0,0 0 0 0 0,0 0 0 0 0,0 1-1 0 0,-1 0 1 0 0,1-1 0 0 0,0 1 0 0 0,0 1-1 0 0,0-1 1 0 0,4 3 0 0 0,-3-2-36 0 0,-1 1 0 0 0,0 0 1 0 0,-1 0-1 0 0,1 0 0 0 0,0 0 0 0 0,-1 1 1 0 0,0 0-1 0 0,0-1 0 0 0,0 1 0 0 0,0 0 1 0 0,0 0-1 0 0,-1 1 0 0 0,0-1 0 0 0,0 1 1 0 0,0-1-1 0 0,1 6 0 0 0,3 16 155 0 0,0 0-1 0 0,2 47 1 0 0,-5-42-19 0 0,10 47 1 0 0,-9-68-486 0 0,-1-14 0 0 0,0-15 0 0 0,-2-7-55 0 0,0 0 0 0 0,1 0-1 0 0,2 0 1 0 0,8-29 0 0 0,-10 45 35 0 0,1 0 1 0 0,1 0-1 0 0,0 0 0 0 0,0 1 0 0 0,1-1 1 0 0,0 1-1 0 0,0 0 0 0 0,1 1 1 0 0,1-1-1 0 0,-1 1 0 0 0,1 0 0 0 0,1 1 1 0 0,10-10-1 0 0,-14 15 40 0 0,-1-1-1 0 0,1 1 1 0 0,0 0 0 0 0,0 0 0 0 0,0 0-1 0 0,0 0 1 0 0,0 0 0 0 0,0 1-1 0 0,1 0 1 0 0,-1 0 0 0 0,0 0-1 0 0,1 1 1 0 0,-1-1 0 0 0,1 1 0 0 0,-1 0-1 0 0,1 0 1 0 0,5 2 0 0 0,-4-1 45 0 0,-1 1 0 0 0,1 0 0 0 0,-1 0 0 0 0,1 0 1 0 0,-1 1-1 0 0,0 0 0 0 0,0 0 0 0 0,0 0 0 0 0,0 1 1 0 0,-1 0-1 0 0,8 7 0 0 0,-4-1 31 0 0,0-1 1 0 0,0 1-1 0 0,-1 1 1 0 0,-1-1-1 0 0,1 1 0 0 0,-2 0 1 0 0,1 1-1 0 0,-2-1 1 0 0,0 1-1 0 0,0 0 0 0 0,3 21 1 0 0,27-154 426 0 0,-30 107-445 0 0,2 1 1 0 0,-1-1-1 0 0,2 1 1 0 0,0 0-1 0 0,0 1 1 0 0,17-21-1 0 0,-21 29-56 0 0,1 0 1 0 0,-1 0-1 0 0,1 0 0 0 0,0 0 0 0 0,0 1 0 0 0,0 0 1 0 0,1 0-1 0 0,-1 0 0 0 0,1 0 0 0 0,0 1 0 0 0,-1-1 0 0 0,1 1 1 0 0,0 1-1 0 0,0-1 0 0 0,0 1 0 0 0,1 0 0 0 0,-1 0 0 0 0,0 0 1 0 0,0 0-1 0 0,1 1 0 0 0,9 1 0 0 0,-12 0-16 0 0,-1 0-1 0 0,1 0 0 0 0,-1 0 1 0 0,1 0-1 0 0,-1 0 0 0 0,0 0 1 0 0,1 1-1 0 0,-1-1 1 0 0,0 1-1 0 0,0 0 0 0 0,0 0 1 0 0,0 0-1 0 0,-1 0 0 0 0,1 0 1 0 0,0 0-1 0 0,-1 0 0 0 0,1 1 1 0 0,-1-1-1 0 0,0 0 1 0 0,0 1-1 0 0,2 3 0 0 0,2 9 47 0 0,0 1 0 0 0,4 23 1 0 0,-3-14-29 0 0,-6-24-24 0 0,4 16-578 0 0,1 0 0 0 0,1 0 0 0 0,14 30-1 0 0,-6-24-6822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49.7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88 261 4609 0 0,'3'-1'352'0'0,"1"0"0"0"0,-1 0 0 0 0,0 0 1 0 0,1 0-1 0 0,-1 0 0 0 0,0-1 0 0 0,1 1 0 0 0,-1-1 0 0 0,0 0 1 0 0,0 0-1 0 0,-1 0 0 0 0,1 0 0 0 0,4-5 0 0 0,30-36 2360 0 0,-31 34-2403 0 0,-1 0 0 0 0,-1-1 0 0 0,0 0-1 0 0,0 0 1 0 0,-1 0 0 0 0,0-1 0 0 0,0 1 0 0 0,-1-1 0 0 0,0-14 0 0 0,-2 22-195 0 0,1-1-1 0 0,-1 0 0 0 0,-1 0 0 0 0,1 0 1 0 0,-1 0-1 0 0,1 0 0 0 0,-1 1 1 0 0,0-1-1 0 0,-1 0 0 0 0,1 1 0 0 0,-1-1 1 0 0,-3-6-1 0 0,4 8-9 0 0,-1 1 1 0 0,0-1-1 0 0,0 0 0 0 0,0 1 0 0 0,1-1 1 0 0,-2 1-1 0 0,1-1 0 0 0,0 1 0 0 0,0 0 1 0 0,0 0-1 0 0,-1 0 0 0 0,1 0 0 0 0,0 0 1 0 0,-1 0-1 0 0,1 1 0 0 0,-1-1 0 0 0,1 1 1 0 0,0 0-1 0 0,-1 0 0 0 0,1 0 1 0 0,-6 0-1 0 0,1 1 45 0 0,0 1 0 0 0,0 0 0 0 0,1 0 0 0 0,-1 0 0 0 0,0 1 1 0 0,1 0-1 0 0,-1 0 0 0 0,1 0 0 0 0,0 1 0 0 0,0 0 0 0 0,0 0 0 0 0,1 1 0 0 0,-1 0 1 0 0,1 0-1 0 0,-6 8 0 0 0,7-9-117 0 0,0 0 0 0 0,1 0 0 0 0,-1 1 0 0 0,1-1 0 0 0,1 1 0 0 0,-1 0 0 0 0,0-1 0 0 0,1 1 0 0 0,0 1 0 0 0,1-1 0 0 0,-1 0 0 0 0,1 0 0 0 0,0 1 0 0 0,0-1 0 0 0,0 0 0 0 0,1 1 0 0 0,0-1 0 0 0,0 1 0 0 0,0-1 0 0 0,2 10 0 0 0,1-7 15 0 0,0-1 0 0 0,1 1 0 0 0,-1-1 1 0 0,1 0-1 0 0,1 0 0 0 0,0-1 0 0 0,-1 1 0 0 0,2-1 1 0 0,-1 0-1 0 0,1 0 0 0 0,0-1 0 0 0,8 7 0 0 0,37 17-989 0 0,4-10-4839 0 0,-19-10-1120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0.1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289 170 5985 0 0,'1'-12'549'0'0,"0"0"0"0"0,-1 0-1 0 0,0 0 1 0 0,-1 0 0 0 0,0 1 0 0 0,0-1-1 0 0,-4-12 1 0 0,4 20-297 0 0,-1 1 1 0 0,1-1-1 0 0,-1 1 0 0 0,1 0 1 0 0,-1-1-1 0 0,0 1 0 0 0,0 0 0 0 0,0 0 1 0 0,0 1-1 0 0,-1-1 0 0 0,1 0 1 0 0,-1 1-1 0 0,0-1 0 0 0,0 1 1 0 0,0 0-1 0 0,0 0 0 0 0,0 0 1 0 0,0 0-1 0 0,0 0 0 0 0,-1 1 1 0 0,1 0-1 0 0,-1 0 0 0 0,1-1 0 0 0,-1 2 1 0 0,1-1-1 0 0,-1 0 0 0 0,-3 1 1 0 0,-2 0-71 0 0,0 0 1 0 0,0 1-1 0 0,0 0 1 0 0,0 1-1 0 0,0 0 1 0 0,1 0-1 0 0,-1 1 1 0 0,1 0 0 0 0,-1 0-1 0 0,1 1 1 0 0,0 0-1 0 0,1 1 1 0 0,-1 0-1 0 0,1 0 1 0 0,0 1-1 0 0,0-1 1 0 0,0 1-1 0 0,1 1 1 0 0,0-1-1 0 0,0 1 1 0 0,-8 13-1 0 0,11-15-174 0 0,-1 1-1 0 0,1-1 1 0 0,1 1-1 0 0,-1 0 1 0 0,1 0-1 0 0,0 0 1 0 0,0 0 0 0 0,0 0-1 0 0,1 1 1 0 0,0-1-1 0 0,1 0 1 0 0,-1 1-1 0 0,2 9 1 0 0,0-10-12 0 0,0-1 0 0 0,0 0 1 0 0,0 0-1 0 0,1 0 0 0 0,0 0 1 0 0,0 0-1 0 0,1 0 0 0 0,-1 0 1 0 0,1-1-1 0 0,0 1 0 0 0,1-1 1 0 0,-1 0-1 0 0,1 0 1 0 0,-1 0-1 0 0,1 0 0 0 0,0-1 1 0 0,0 1-1 0 0,6 2 0 0 0,-5-2-98 0 0,1-1-1 0 0,-1 0 1 0 0,1 0 0 0 0,-1-1-1 0 0,1 0 1 0 0,0 0-1 0 0,0 0 1 0 0,0-1-1 0 0,0 1 1 0 0,1-1-1 0 0,-1-1 1 0 0,0 1 0 0 0,10-2-1 0 0,-9 1-783 0 0,0-1 0 0 0,0-1 0 0 0,0 1 0 0 0,0-1-1 0 0,-1 0 1 0 0,1-1 0 0 0,7-3 0 0 0,9-7-4712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0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123 278 456 0 0,'-23'-106'2087'0'0,"15"77"269"0"0,-1 0-1 0 0,-1 1 0 0 0,-19-38 0 0 0,29 65-2161 0 0,0 0 1 0 0,-1 0 0 0 0,1 0-1 0 0,-1 0 1 0 0,0 0-1 0 0,1 0 1 0 0,-1 0-1 0 0,0 0 1 0 0,1 0-1 0 0,-1 0 1 0 0,0 0 0 0 0,0 0-1 0 0,0 0 1 0 0,0 0-1 0 0,0 1 1 0 0,0-1-1 0 0,0 0 1 0 0,0 1-1 0 0,0-1 1 0 0,0 1-1 0 0,0-1 1 0 0,-1 1 0 0 0,1 0-42 0 0,0 0 1 0 0,0 1-1 0 0,0-1 1 0 0,1 1-1 0 0,-1-1 1 0 0,0 1 0 0 0,0-1-1 0 0,1 1 1 0 0,-1-1-1 0 0,0 1 1 0 0,1 0-1 0 0,-1 0 1 0 0,1-1 0 0 0,-1 1-1 0 0,1 0 1 0 0,-1 0-1 0 0,1-1 1 0 0,0 1-1 0 0,-1 0 1 0 0,1 0-1 0 0,0 1 1 0 0,-3 8 341 0 0,0 0-1 0 0,1 0 1 0 0,-1 18-1 0 0,3 50-118 0 0,3 0-1 0 0,14 80 1 0 0,-11-105-270 0 0,0-6 40 0 0,23 87 1 0 0,-22-110-448 0 0,2 1-1 0 0,1-1 0 0 0,0-1 1 0 0,2 0-1 0 0,16 24 0 0 0,-10-23-7398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0.6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91 7370 0 0,'0'0'568'0'0,"-13"21"1184"0"0,9-14-1312 0 0,0 0-1 0 0,0 0 1 0 0,1 1 0 0 0,-1-1-1 0 0,2 1 1 0 0,-1 0-1 0 0,1 0 1 0 0,1 0 0 0 0,-1 0-1 0 0,1 0 1 0 0,0 14 0 0 0,2-18-339 0 0,-1-1 1 0 0,1 1 0 0 0,-1-1 0 0 0,1 1 0 0 0,0-1-1 0 0,0 1 1 0 0,0-1 0 0 0,1 0 0 0 0,-1 1 0 0 0,1-1 0 0 0,0 0-1 0 0,0 0 1 0 0,0 0 0 0 0,0 0 0 0 0,1-1 0 0 0,-1 1 0 0 0,1 0-1 0 0,-1-1 1 0 0,1 0 0 0 0,0 1 0 0 0,0-1 0 0 0,0-1 0 0 0,0 1-1 0 0,0 0 1 0 0,1-1 0 0 0,-1 1 0 0 0,0-1 0 0 0,7 1 0 0 0,-4 0 18 0 0,-1-1 1 0 0,1 0 0 0 0,-1 0-1 0 0,1 0 1 0 0,-1-1 0 0 0,1 0 0 0 0,-1 0-1 0 0,1-1 1 0 0,-1 1 0 0 0,1-1 0 0 0,-1-1-1 0 0,1 1 1 0 0,-1-1 0 0 0,0 1 0 0 0,0-1-1 0 0,0-1 1 0 0,0 1 0 0 0,0-1 0 0 0,6-4-1 0 0,-5 2-19 0 0,-1 0-1 0 0,0 0 0 0 0,0 0 1 0 0,0-1-1 0 0,0 0 0 0 0,-1 0 1 0 0,0 0-1 0 0,0 0 0 0 0,-1 0 1 0 0,1-1-1 0 0,-2 0 0 0 0,1 0 1 0 0,2-9-1 0 0,-3 9-63 0 0,-1 0 0 0 0,0 0 1 0 0,0 0-1 0 0,0 0 0 0 0,-1 0 0 0 0,0 0 0 0 0,-1 0 0 0 0,1 0 1 0 0,-1 0-1 0 0,-1 0 0 0 0,1 0 0 0 0,-1 0 0 0 0,-5-12 0 0 0,4 14-48 0 0,0 0-1 0 0,0 1 0 0 0,0-1 0 0 0,0 1 0 0 0,-1 0 0 0 0,1-1 0 0 0,-1 2 0 0 0,0-1 0 0 0,-1 0 1 0 0,1 1-1 0 0,0 0 0 0 0,-1 0 0 0 0,0 0 0 0 0,0 0 0 0 0,0 1 0 0 0,0 0 0 0 0,0 0 0 0 0,0 0 1 0 0,-10-1-1 0 0,-11-1-1633 0 0,-1 4-5680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1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0 4689 0 0,'0'26'4377'0'0,"-1"6"-2164"0"0,2 1 0 0 0,7 55 0 0 0,-8-90-2182 0 0,0 0-1 0 0,1 0 1 0 0,-1 0 0 0 0,0 1 0 0 0,1-1 0 0 0,-1 0 0 0 0,1 1 0 0 0,-1-1 0 0 0,1 0 0 0 0,0 1-1 0 0,0-1 1 0 0,-1 1 0 0 0,1-1 0 0 0,1 1 0 0 0,0-3 0 0 0,32-31 17 0 0,-28 30-59 0 0,-1 1 0 0 0,1 0 0 0 0,0 0 0 0 0,0 0 0 0 0,0 0 0 0 0,1 1 0 0 0,-1 0 0 0 0,1 0 0 0 0,0 1 0 0 0,0 0 0 0 0,13-2 0 0 0,-17 4 78 0 0,0 0 0 0 0,0 1 0 0 0,0-1 0 0 0,0 1-1 0 0,0 0 1 0 0,-1 0 0 0 0,1 0 0 0 0,0 0-1 0 0,0 0 1 0 0,-1 1 0 0 0,1-1 0 0 0,-1 1 0 0 0,1 0-1 0 0,-1-1 1 0 0,0 1 0 0 0,0 0 0 0 0,0 1-1 0 0,0-1 1 0 0,0 0 0 0 0,2 3 0 0 0,4 8 386 0 0,-1-1 0 0 0,0 1-1 0 0,6 15 1 0 0,8 15-86 0 0,-17-36-358 0 0,-2-3-14 0 0,0 1 0 0 0,1-1-1 0 0,-1-1 1 0 0,1 1 0 0 0,0 0-1 0 0,0-1 1 0 0,0 1 0 0 0,1-1-1 0 0,-1 0 1 0 0,1 0 0 0 0,-1 0 0 0 0,7 3-1 0 0,-9-6 10 0 0,0 0-1 0 0,0 0 0 0 0,0 0 1 0 0,0-1-1 0 0,-1 1 1 0 0,1 0-1 0 0,0-1 1 0 0,0 1-1 0 0,0-1 0 0 0,0 1 1 0 0,-1 0-1 0 0,1-1 1 0 0,0 0-1 0 0,-1 1 0 0 0,1-1 1 0 0,0 0-1 0 0,-1 1 1 0 0,1-1-1 0 0,-1 0 1 0 0,1 1-1 0 0,0-2 0 0 0,14-21 108 0 0,-11 16-95 0 0,96-124-378 0 0,-57 77 257 0 0,-41 50 118 0 0,1 1-1 0 0,0 0 1 0 0,0 0 0 0 0,0 0 0 0 0,0 0 0 0 0,0 0-1 0 0,0 1 1 0 0,1-1 0 0 0,-1 1 0 0 0,1 0 0 0 0,7-3 0 0 0,-10 5 21 0 0,0 0 0 0 0,0-1 1 0 0,0 1-1 0 0,1 0 0 0 0,-1 0 1 0 0,0 0-1 0 0,0 0 0 0 0,0 0 1 0 0,0 0-1 0 0,1 1 0 0 0,-1-1 1 0 0,0 0-1 0 0,0 1 0 0 0,0-1 1 0 0,0 0-1 0 0,0 1 0 0 0,2 1 1 0 0,-1-1 30 0 0,0 1 1 0 0,0-1 0 0 0,-1 1 0 0 0,1 0 0 0 0,-1 0 0 0 0,1 0 0 0 0,-1 0 0 0 0,0 0 0 0 0,1 0 0 0 0,-1 0 0 0 0,1 4 0 0 0,12 31 828 0 0,-3-10-2365 0 0,-4-9-3492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1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24 2745 0 0,'-2'-2'219'0'0,"1"0"1"0"0,0 0-1 0 0,0 1 1 0 0,-1-1 0 0 0,1 1-1 0 0,-1-1 1 0 0,1 1 0 0 0,-1 0-1 0 0,0 0 1 0 0,0-1-1 0 0,1 1 1 0 0,-1 0 0 0 0,0 0-1 0 0,0 1 1 0 0,0-1 0 0 0,0 0-1 0 0,0 1 1 0 0,0-1-1 0 0,0 1 1 0 0,-3-1 0 0 0,1 1 284 0 0,0 1 1 0 0,0-1-1 0 0,0 1 1 0 0,0-1 0 0 0,0 1-1 0 0,1 0 1 0 0,-1 1-1 0 0,0-1 1 0 0,-7 4 0 0 0,1 1 195 0 0,-1 1 1 0 0,1 0 0 0 0,1 0 0 0 0,-1 1 0 0 0,1 0 0 0 0,-8 10 0 0 0,5-4-389 0 0,1 1 1 0 0,0 0-1 0 0,1 0 1 0 0,1 1-1 0 0,1 0 1 0 0,-10 24-1 0 0,16-34-253 0 0,1-1 0 0 0,-1 1 0 0 0,1-1-1 0 0,0 1 1 0 0,1-1 0 0 0,-1 1 0 0 0,1 0 0 0 0,0-1-1 0 0,0 1 1 0 0,3 11 0 0 0,-2-14-65 0 0,0 0-1 0 0,0 1 1 0 0,1-1-1 0 0,-1 0 1 0 0,1 0-1 0 0,0 1 1 0 0,0-2-1 0 0,0 1 1 0 0,1 0-1 0 0,-1 0 1 0 0,0-1-1 0 0,1 1 1 0 0,0-1 0 0 0,0 0-1 0 0,0 1 1 0 0,0-2-1 0 0,0 1 1 0 0,6 3-1 0 0,-5-4-79 0 0,-1 1 0 0 0,1-1 0 0 0,0 0 0 0 0,-1 0 0 0 0,1 0-1 0 0,0 0 1 0 0,0-1 0 0 0,0 0 0 0 0,0 1 0 0 0,-1-1 0 0 0,1-1 0 0 0,0 1-1 0 0,0-1 1 0 0,0 1 0 0 0,4-3 0 0 0,-1 1-116 0 0,0-1-1 0 0,0 0 1 0 0,0 0-1 0 0,-1-1 1 0 0,0 0-1 0 0,1 0 1 0 0,7-8-1 0 0,5-7-100 0 0,0 0 0 0 0,-2-2-1 0 0,21-30 1 0 0,-33 45 427 0 0,6-11 248 0 0,-9 12-168 0 0,0 1 0 0 0,1 0 0 0 0,0 0 0 0 0,0 0 0 0 0,0 0 0 0 0,0 1 0 0 0,0-1-1 0 0,1 1 1 0 0,0 0 0 0 0,7-5 0 0 0,-11 8-139 0 0,1 0 0 0 0,0 0 0 0 0,-1 0 1 0 0,1 0-1 0 0,0 0 0 0 0,-1 0 0 0 0,1 1 0 0 0,0-1 0 0 0,-1 0 1 0 0,1 0-1 0 0,-1 1 0 0 0,1-1 0 0 0,0 0 0 0 0,-1 1 0 0 0,1-1 1 0 0,-1 1-1 0 0,1-1 0 0 0,-1 1 0 0 0,1-1 0 0 0,-1 1 0 0 0,1-1 0 0 0,-1 1 1 0 0,0-1-1 0 0,1 1 0 0 0,-1 0 0 0 0,0-1 0 0 0,1 1 0 0 0,-1-1 1 0 0,0 2-1 0 0,13 28 636 0 0,-7-16-340 0 0,-1-7-316 0 0,0-1 1 0 0,0 1-1 0 0,0-1 1 0 0,1 0 0 0 0,0-1-1 0 0,0 1 1 0 0,0-1-1 0 0,1 0 1 0 0,0-1 0 0 0,0 0-1 0 0,0 0 1 0 0,1 0-1 0 0,-1-1 1 0 0,1 0 0 0 0,-1 0-1 0 0,13 2 1 0 0,-6-2-587 0 0,0-1 0 0 0,-1 0 0 0 0,24 0 1 0 0,-23-3-1420 0 0,0 0 0 0 0,0 0 0 0 0,18-5 0 0 0,-14 1-3392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 6913 0 0,'0'-28'12251'0'0,"2"47"-11865"0"0,0-1-1 0 0,2 1 1 0 0,0-1 0 0 0,1 0 0 0 0,1 0-1 0 0,8 17 1 0 0,-5-12-317 0 0,14 28-716 0 0,-14-38-59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1.9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 6913 0 0,'-1'-10'3337'0'0,"2"13"-2401"0"0,2 4-504 0 0,1 1-103 0 0,2 6-17 0 0,1 1-8 0 0,-1 4-1545 0 0,0-1-303 0 0,-1 2-64 0 0,-1-4-17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2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4145 0 0,'1'1'83'0'0,"0"-1"0"0"0,0 0-1 0 0,0 1 1 0 0,0-1 0 0 0,0 1 0 0 0,0-1 0 0 0,0 1-1 0 0,-1 0 1 0 0,1-1 0 0 0,0 1 0 0 0,0 0 0 0 0,-1 0 0 0 0,1-1-1 0 0,0 1 1 0 0,-1 0 0 0 0,1 0 0 0 0,-1 0 0 0 0,1 0 0 0 0,-1 0-1 0 0,1 0 1 0 0,-1 0 0 0 0,0 0 0 0 0,0 0 0 0 0,1 0-1 0 0,-1 0 1 0 0,0 1 0 0 0,6 35 2741 0 0,-4-28-2367 0 0,1 13 1203 0 0,10 51 1785 0 0,-11-67-3191 0 0,0-1-1 0 0,0 1 0 0 0,0 0 0 0 0,1-1 0 0 0,0 1 1 0 0,0-1-1 0 0,0 0 0 0 0,0 0 0 0 0,7 7 1 0 0,-10-12-212 0 0,1 1 0 0 0,0-1 0 0 0,-1 0 0 0 0,1 0 0 0 0,-1 0 0 0 0,1 1 1 0 0,-1-1-1 0 0,1 0 0 0 0,0 0 0 0 0,-1 0 0 0 0,1 0 0 0 0,-1 0 0 0 0,1 0 1 0 0,0 0-1 0 0,-1 0 0 0 0,1 0 0 0 0,-1-1 0 0 0,1 1 0 0 0,0 0 0 0 0,-1 0 0 0 0,1 0 1 0 0,-1-1-1 0 0,1 1 0 0 0,-1 0 0 0 0,1-1 0 0 0,-1 1 0 0 0,1 0 0 0 0,-1-1 0 0 0,1 1 1 0 0,-1-1-1 0 0,1 1 0 0 0,-1-1 0 0 0,0 1 0 0 0,1-1 0 0 0,-1 1 0 0 0,0-1 0 0 0,0 1 1 0 0,1-2-1 0 0,16-24 936 0 0,-16 23-749 0 0,11-18 485 0 0,-2 2-359 0 0,0 1 0 0 0,2 0 0 0 0,14-18 0 0 0,-23 32-334 0 0,0 1-1 0 0,-1 0 1 0 0,1 0-1 0 0,1 0 1 0 0,-1 0-1 0 0,0 0 1 0 0,1 1-1 0 0,-1-1 1 0 0,1 1-1 0 0,0 0 1 0 0,0 0-1 0 0,0 1 1 0 0,0-1-1 0 0,0 1 1 0 0,0 0-1 0 0,0 0 1 0 0,0 0-1 0 0,0 0 1 0 0,1 1-1 0 0,-1 0 1 0 0,7 0 0 0 0,-8 0-6 0 0,0 1 0 0 0,0 0 0 0 0,-1 0 0 0 0,1 0 0 0 0,-1 0 0 0 0,1 1 1 0 0,-1-1-1 0 0,1 1 0 0 0,-1-1 0 0 0,0 1 0 0 0,1 0 0 0 0,-1 0 0 0 0,0 0 1 0 0,0 0-1 0 0,0 0 0 0 0,-1 0 0 0 0,1 1 0 0 0,-1-1 0 0 0,3 5 0 0 0,2 6 29 0 0,0 0 0 0 0,7 26 0 0 0,5 11 79 0 0,-14-43-339 0 0,0-1 0 0 0,0 1 0 0 0,1-1 0 0 0,0 0 0 0 0,0-1 1 0 0,1 1-1 0 0,0-1 0 0 0,0 0 0 0 0,12 8 0 0 0,5 0-7387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2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344 30 5065 0 0,'-8'-5'481'0'0,"-1"1"0"0"0,0 0 0 0 0,0 0 0 0 0,-1 1 0 0 0,1 1 0 0 0,-1-1 0 0 0,1 1 0 0 0,-1 1 0 0 0,0 0 0 0 0,0 0 0 0 0,1 1 0 0 0,-1 0 0 0 0,-19 4 0 0 0,16-3 85 0 0,0 2 1 0 0,0 0-1 0 0,0 0 0 0 0,0 1 0 0 0,1 1 0 0 0,0 0 0 0 0,0 1 0 0 0,0 0 0 0 0,1 1 0 0 0,-11 7 1 0 0,17-10-409 0 0,1 0 1 0 0,-1 0-1 0 0,1 0 1 0 0,0 0 0 0 0,0 1-1 0 0,1 0 1 0 0,-1-1-1 0 0,1 1 1 0 0,-4 9 0 0 0,7-12-120 0 0,-1 0 0 0 0,0 0 0 0 0,1 0 0 0 0,0 0 1 0 0,-1 0-1 0 0,1 0 0 0 0,0 0 0 0 0,0 0 1 0 0,0 0-1 0 0,0 0 0 0 0,0 0 0 0 0,1 0 0 0 0,-1 0 1 0 0,1 0-1 0 0,-1 0 0 0 0,1 0 0 0 0,0 0 1 0 0,0 0-1 0 0,0 0 0 0 0,0 0 0 0 0,0-1 0 0 0,0 1 1 0 0,0 0-1 0 0,0-1 0 0 0,1 1 0 0 0,-1-1 1 0 0,1 1-1 0 0,-1-1 0 0 0,1 0 0 0 0,1 2 0 0 0,11 6-39 0 0,1 0-1 0 0,-1-1 1 0 0,24 10-1 0 0,-25-13 3 0 0,-1 0 0 0 0,0 1 0 0 0,0 1-1 0 0,-1 0 1 0 0,0 0 0 0 0,14 13 0 0 0,-23-19 0 0 0,-1 1 0 0 0,1-1 0 0 0,-1 1 1 0 0,0 0-1 0 0,1-1 0 0 0,-1 1 0 0 0,0 0 0 0 0,0 0 0 0 0,0 0 0 0 0,0-1 1 0 0,-1 1-1 0 0,1 0 0 0 0,0 0 0 0 0,-1 0 0 0 0,1 0 0 0 0,-1 1 0 0 0,0-1 0 0 0,0 0 1 0 0,0 0-1 0 0,0 0 0 0 0,0 0 0 0 0,0 0 0 0 0,-1 2 0 0 0,0 0 6 0 0,-1 0 0 0 0,1-1-1 0 0,-1 1 1 0 0,0 0 0 0 0,0-1 0 0 0,0 0-1 0 0,-1 1 1 0 0,1-1 0 0 0,-1 0 0 0 0,0 0-1 0 0,-4 3 1 0 0,-8 6 108 0 0,-1-1 0 0 0,0-1-1 0 0,-31 16 1 0 0,45-25-186 0 0,-7 4 194 0 0,0-1 1 0 0,0 0-1 0 0,-19 5 0 0 0,4-9-2410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3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5473 0 0,'1'0'26'0'0,"0"-1"1"0"0,0 1-1 0 0,0 0 0 0 0,0 0 0 0 0,-1 0 0 0 0,1 0 1 0 0,0 0-1 0 0,0 0 0 0 0,0 1 0 0 0,0-1 0 0 0,0 0 1 0 0,0 0-1 0 0,0 1 0 0 0,-1-1 0 0 0,1 0 0 0 0,0 1 1 0 0,0-1-1 0 0,0 1 0 0 0,-1-1 0 0 0,1 1 0 0 0,0-1 1 0 0,-1 1-1 0 0,1 0 0 0 0,0-1 0 0 0,-1 1 0 0 0,2 1 0 0 0,-1 1 339 0 0,1 0-1 0 0,-1 0 0 0 0,1 0 0 0 0,-1 0 0 0 0,0 1 0 0 0,0-1 1 0 0,0 6-1 0 0,1 8 1447 0 0,-1-1 1 0 0,-1 22 0 0 0,0-32-1703 0 0,-3 39 1525 0 0,0 39 515 0 0,4-77-2293 0 0,-1 0 0 0 0,1 0 0 0 0,0 0 0 0 0,1 0-1 0 0,0 0 1 0 0,0 0 0 0 0,1 0 0 0 0,-1-1 0 0 0,5 8 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3.1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 10138 0 0,'-3'-2'896'0'0,"0"0"-712"0"0,3 4 305 0 0,0-1 63 0 0,0 2 16 0 0,2 1 0 0 0,-1 4-568 0 0,3 3 0 0 0,0 1-120 0 0,3 6-2257 0 0,0-2-455 0 0,-2-1-89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3.6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229 40 9218 0 0,'-1'-2'165'0'0,"0"-1"1"0"0,1 1-1 0 0,-2-1 0 0 0,1 1 1 0 0,0-1-1 0 0,0 1 0 0 0,-1 0 1 0 0,0-1-1 0 0,1 1 0 0 0,-1 0 1 0 0,0 0-1 0 0,0 0 0 0 0,0 1 1 0 0,0-1-1 0 0,0 0 0 0 0,-5-2 1 0 0,5 4-13 0 0,0 0 1 0 0,0-1-1 0 0,-1 1 0 0 0,1 0 1 0 0,0 0-1 0 0,0 1 0 0 0,-1-1 1 0 0,1 0-1 0 0,0 1 1 0 0,0-1-1 0 0,-1 1 0 0 0,1 0 1 0 0,0 0-1 0 0,0-1 1 0 0,0 1-1 0 0,0 1 0 0 0,0-1 1 0 0,0 0-1 0 0,0 0 1 0 0,1 1-1 0 0,-3 2 0 0 0,-14 9 214 0 0,2 2 0 0 0,0 0 1 0 0,0 1-1 0 0,1 1 0 0 0,1 0 0 0 0,1 1 0 0 0,-20 37 0 0 0,31-53-446 0 0,1 1 1 0 0,0-1-1 0 0,0 0 0 0 0,0 1 0 0 0,1-1 1 0 0,-1 1-1 0 0,0-1 0 0 0,1 1 1 0 0,0-1-1 0 0,-1 1 0 0 0,1-1 0 0 0,0 1 1 0 0,0-1-1 0 0,1 1 0 0 0,-1-1 1 0 0,0 1-1 0 0,1-1 0 0 0,0 1 1 0 0,-1-1-1 0 0,1 1 0 0 0,0-1 0 0 0,0 0 1 0 0,1 0-1 0 0,-1 1 0 0 0,0-1 1 0 0,1 0-1 0 0,-1 0 0 0 0,1 0 0 0 0,0 0 1 0 0,2 1-1 0 0,-2-1-15 0 0,0-1 1 0 0,1 1-1 0 0,0-1 0 0 0,-1 0 0 0 0,1 0 0 0 0,0 0 1 0 0,-1 0-1 0 0,1 0 0 0 0,0-1 0 0 0,0 0 1 0 0,0 1-1 0 0,-1-1 0 0 0,1 0 0 0 0,0 0 0 0 0,0 0 1 0 0,0-1-1 0 0,0 1 0 0 0,-1-1 0 0 0,1 1 1 0 0,0-1-1 0 0,0 0 0 0 0,-1 0 0 0 0,1 0 1 0 0,-1-1-1 0 0,1 1 0 0 0,3-3 0 0 0,10-8 366 0 0,-1 0 0 0 0,22-22 0 0 0,-22 19 363 0 0,30-22 0 0 0,-44 36-596 0 0,-1 1-1 0 0,1-1 1 0 0,0 0-1 0 0,-1 1 1 0 0,1 0 0 0 0,0-1-1 0 0,-1 1 1 0 0,1-1-1 0 0,0 1 1 0 0,0 0 0 0 0,-1-1-1 0 0,1 1 1 0 0,0 0-1 0 0,0 0 1 0 0,0 0 0 0 0,0 0-1 0 0,-1 0 1 0 0,1 0-1 0 0,0 0 1 0 0,0 0 0 0 0,0 0-1 0 0,-1 0 1 0 0,1 0-1 0 0,0 0 1 0 0,0 1 0 0 0,0-1-1 0 0,-1 0 1 0 0,1 1-1 0 0,0-1 1 0 0,0 0 0 0 0,-1 1-1 0 0,1-1 1 0 0,0 1-1 0 0,-1-1 1 0 0,1 1 0 0 0,0-1-1 0 0,-1 1 1 0 0,1 0-1 0 0,-1-1 1 0 0,1 1 0 0 0,-1 0-1 0 0,1-1 1 0 0,-1 1-1 0 0,0 0 1 0 0,1 0 0 0 0,-1-1-1 0 0,0 1 1 0 0,0 0-1 0 0,1 0 1 0 0,-1 0 0 0 0,0 0-1 0 0,0-1 1 0 0,0 1-1 0 0,0 1 1 0 0,2 9 311 0 0,-1 0 0 0 0,0-1 0 0 0,-1 16 1 0 0,0-16-68 0 0,2 42 432 0 0,2-1-1 0 0,14 65 1 0 0,-17-111-643 0 0,0 1 0 0 0,0-1 0 0 0,0 1 0 0 0,-1-1 0 0 0,0 1 1 0 0,0-1-1 0 0,0 1 0 0 0,-1 0 0 0 0,0-1 0 0 0,0 0 1 0 0,-2 8-1 0 0,2-11-47 0 0,0 0 1 0 0,0 0-1 0 0,-1 0 1 0 0,1 0-1 0 0,0-1 0 0 0,-1 1 1 0 0,1 0-1 0 0,-1-1 1 0 0,1 1-1 0 0,-1-1 1 0 0,0 1-1 0 0,0-1 1 0 0,0 0-1 0 0,0 0 0 0 0,0 0 1 0 0,0 0-1 0 0,0 0 1 0 0,0 0-1 0 0,0-1 1 0 0,0 1-1 0 0,0-1 0 0 0,0 1 1 0 0,-1-1-1 0 0,1 0 1 0 0,0 0-1 0 0,0 0 1 0 0,0 0-1 0 0,-1 0 1 0 0,1 0-1 0 0,0-1 0 0 0,-2 0 1 0 0,0 0-1522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4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5 182 10138 0 0,'-1'-2'277'0'0,"1"0"-1"0"0,-1 0 0 0 0,0-1 1 0 0,1 1-1 0 0,-1 0 0 0 0,1 0 1 0 0,0-1-1 0 0,0 1 1 0 0,0 0-1 0 0,0-1 0 0 0,0 1 1 0 0,0 0-1 0 0,1-1 0 0 0,-1 1 1 0 0,1 0-1 0 0,-1 0 0 0 0,1-1 1 0 0,0 1-1 0 0,0 0 1 0 0,0 0-1 0 0,0 0 0 0 0,0 0 1 0 0,1 0-1 0 0,-1 0 0 0 0,1 0 1 0 0,-1 1-1 0 0,1-1 1 0 0,0 1-1 0 0,2-3 0 0 0,-3 3-195 0 0,0 0-1 0 0,0-1 0 0 0,1 1 0 0 0,-1 0 1 0 0,0 0-1 0 0,1 0 0 0 0,-1 0 0 0 0,1 0 1 0 0,-1 1-1 0 0,1-1 0 0 0,0 0 1 0 0,-1 1-1 0 0,1-1 0 0 0,0 1 0 0 0,-1 0 1 0 0,1-1-1 0 0,0 1 0 0 0,0 0 1 0 0,-1 0-1 0 0,1 0 0 0 0,0 0 0 0 0,0 0 1 0 0,-1 1-1 0 0,1-1 0 0 0,0 0 0 0 0,-1 1 1 0 0,1-1-1 0 0,0 1 0 0 0,-1 0 1 0 0,1-1-1 0 0,-1 1 0 0 0,1 0 0 0 0,-1 0 1 0 0,1 0-1 0 0,-1 0 0 0 0,0 0 1 0 0,1 1-1 0 0,-1-1 0 0 0,0 0 0 0 0,2 3 1 0 0,0 1-55 0 0,0 0 0 0 0,0 1 0 0 0,-1-1 0 0 0,0 1 0 0 0,0-1 0 0 0,0 1 0 0 0,0-1 0 0 0,-1 1 0 0 0,1 10 1 0 0,-3 54 347 0 0,0-60-332 0 0,0 1 0 0 0,1 0 0 0 0,0-1 0 0 0,1 1 0 0 0,0 0-1 0 0,0-1 1 0 0,1 1 0 0 0,5 16 0 0 0,-6-27-42 0 0,-1 0 0 0 0,0 0 0 0 0,0 0 0 0 0,0 1 0 0 0,0-1 0 0 0,0 0 0 0 0,0 0 0 0 0,0 0 0 0 0,1 0 0 0 0,-1 0 0 0 0,0 1 0 0 0,0-1 0 0 0,0 0 0 0 0,0 0 0 0 0,1 0 0 0 0,-1 0 0 0 0,0 0 0 0 0,0 0 0 0 0,0 0 0 0 0,1 0 0 0 0,-1 0 0 0 0,0 0 0 0 0,0 0 0 0 0,0 0 0 0 0,1 0 0 0 0,-1 0 0 0 0,0 0 0 0 0,0 0 0 0 0,0 0 0 0 0,1 0 0 0 0,-1 0 0 0 0,0 0 0 0 0,0 0 0 0 0,0 0 0 0 0,1 0 0 0 0,-1 0 0 0 0,0 0 0 0 0,0 0 0 0 0,0 0 0 0 0,0 0 0 0 0,1-1 0 0 0,-1 1 0 0 0,0 0 0 0 0,0 0 0 0 0,0 0 0 0 0,0 0 0 0 0,0 0 0 0 0,0-1 0 0 0,1 1 0 0 0,11-15 0 0 0,7-19 0 0 0,92-193-1368 0 0,-109 223 1374 0 0,29-53 598 0 0,-30 55-581 0 0,0 0 0 0 0,1 0 0 0 0,-1 0 1 0 0,1 0-1 0 0,-1 0 0 0 0,1 1 0 0 0,-1-1 0 0 0,1 0 0 0 0,0 1 0 0 0,0-1 0 0 0,0 1 1 0 0,0 0-1 0 0,0 0 0 0 0,0-1 0 0 0,0 1 0 0 0,0 1 0 0 0,0-1 0 0 0,1 0 1 0 0,-1 0-1 0 0,0 1 0 0 0,0-1 0 0 0,1 1 0 0 0,3 0 0 0 0,-4 1-8 0 0,0-1 0 0 0,0 1 0 0 0,0 0 0 0 0,-1 0-1 0 0,1 0 1 0 0,0 0 0 0 0,0 1 0 0 0,-1-1 0 0 0,1 0 0 0 0,-1 1-1 0 0,1-1 1 0 0,-1 1 0 0 0,0 0 0 0 0,1-1 0 0 0,-1 1 0 0 0,0 0-1 0 0,1 3 1 0 0,16 37 185 0 0,-14-31-195 0 0,20 62 117 0 0,-13-41-181 0 0,0 0-1 0 0,22 42 1 0 0,-21-52-1581 0 0,0 1-5999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4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220 489 6449 0 0,'-3'-2'448'0'0,"1"0"0"0"0,0-1 0 0 0,-1 1-1 0 0,1 0 1 0 0,-1 1 0 0 0,1-1 0 0 0,-1 0-1 0 0,0 1 1 0 0,0 0 0 0 0,0-1 0 0 0,0 1-1 0 0,0 0 1 0 0,0 0 0 0 0,0 1 0 0 0,0-1-1 0 0,0 1 1 0 0,0-1 0 0 0,0 1 0 0 0,-1 0-1 0 0,-3 1 1 0 0,2 0-103 0 0,0 0 0 0 0,0 1 0 0 0,0 0 0 0 0,0 0 0 0 0,0 0 0 0 0,1 1 0 0 0,-1-1 0 0 0,1 1 0 0 0,0 0 0 0 0,0 0 0 0 0,-6 6 0 0 0,-2 3-158 0 0,1 1 0 0 0,0 0 0 0 0,1 1 0 0 0,1 0 0 0 0,0 0 0 0 0,-13 30 0 0 0,20-37-177 0 0,-1 0 1 0 0,2 0 0 0 0,-1 0 0 0 0,1 1 0 0 0,0-1-1 0 0,1 1 1 0 0,0-1 0 0 0,0 1 0 0 0,2 13 0 0 0,-2-19-20 0 0,0 1 0 0 0,1-1-1 0 0,-1 1 1 0 0,0-1 0 0 0,1 0 0 0 0,0 1 0 0 0,0-1 0 0 0,-1 0 0 0 0,1 0 0 0 0,1 0 0 0 0,-1 0 0 0 0,0 1 0 0 0,0-2 0 0 0,1 1 0 0 0,-1 0 0 0 0,1 0 0 0 0,0 0 0 0 0,0-1 0 0 0,-1 1 0 0 0,1-1 0 0 0,0 1 0 0 0,0-1 0 0 0,0 0 0 0 0,0 0 0 0 0,1 0 0 0 0,-1 0 0 0 0,0 0 0 0 0,0 0 0 0 0,1 0 0 0 0,-1-1 0 0 0,0 1 0 0 0,1-1 0 0 0,-1 0 0 0 0,4 0 0 0 0,-3-1-100 0 0,1 1 1 0 0,0-1 0 0 0,-1-1 0 0 0,0 1-1 0 0,1 0 1 0 0,-1-1 0 0 0,0 0 0 0 0,0 0-1 0 0,0 0 1 0 0,0 0 0 0 0,0 0 0 0 0,0-1 0 0 0,-1 1-1 0 0,1-1 1 0 0,-1 1 0 0 0,3-5 0 0 0,35-54-1079 0 0,-33 49 1093 0 0,83-163-1803 0 0,-87 174 2040 0 0,-1 10 249 0 0,-1 18 536 0 0,-1-18-698 0 0,0-5-197 0 0,0 0 1 0 0,0-1-1 0 0,1 1 0 0 0,-1 0 1 0 0,1 0-1 0 0,0 0 1 0 0,0 0-1 0 0,1-1 0 0 0,-1 1 1 0 0,1 0-1 0 0,0-1 0 0 0,-1 1 1 0 0,2-1-1 0 0,-1 0 1 0 0,0 0-1 0 0,1 0 0 0 0,-1 0 1 0 0,1 0-1 0 0,0 0 1 0 0,0-1-1 0 0,0 1 0 0 0,0-1 1 0 0,1 0-1 0 0,-1 0 0 0 0,1 0 1 0 0,-1 0-1 0 0,1-1 1 0 0,0 1-1 0 0,-1-1 0 0 0,1 0 1 0 0,0 0-1 0 0,0 0 1 0 0,0-1-1 0 0,0 1 0 0 0,0-1 1 0 0,6-1-1 0 0,1 1-142 0 0,-1-1 0 0 0,0 0 0 0 0,0 0 0 0 0,0-2 1 0 0,0 1-1 0 0,0-1 0 0 0,-1 0 0 0 0,1-1 0 0 0,-1 0 0 0 0,0-1 0 0 0,0 0 0 0 0,0 0 0 0 0,12-10 0 0 0,-10 3 124 0 0,-1 1-1 0 0,0-2 0 0 0,0 1 0 0 0,-1-1 0 0 0,-1-1 1 0 0,0 1-1 0 0,-1-1 0 0 0,0-1 0 0 0,-1 0 0 0 0,-1 1 1 0 0,-1-2-1 0 0,0 1 0 0 0,4-29 0 0 0,-1-15 305 0 0,-3-1 0 0 0,-4-73-1 0 0,0 129-231 0 0,-4-45 531 0 0,4 47-521 0 0,0 0 0 0 0,-1 0 0 0 0,1 0 0 0 0,-1 0 0 0 0,1 0-1 0 0,-1 0 1 0 0,0 0 0 0 0,1 0 0 0 0,-1 0 0 0 0,0 0 0 0 0,0 0 0 0 0,-1 1 0 0 0,1-1 0 0 0,0 0 0 0 0,-1 1 0 0 0,1-1 0 0 0,0 1 0 0 0,-1-1 0 0 0,-1 0 0 0 0,2 2-44 0 0,0 0 0 0 0,0 0 1 0 0,0 0-1 0 0,0 0 1 0 0,0 0-1 0 0,0 0 1 0 0,0 0-1 0 0,1 0 1 0 0,-1 1-1 0 0,0-1 1 0 0,0 0-1 0 0,0 1 1 0 0,0-1-1 0 0,1 0 0 0 0,-1 1 1 0 0,0-1-1 0 0,0 1 1 0 0,1-1-1 0 0,-1 1 1 0 0,0 0-1 0 0,1-1 1 0 0,-1 1-1 0 0,1 0 1 0 0,-1-1-1 0 0,1 1 0 0 0,-1 0 1 0 0,1 0-1 0 0,-1 0 1 0 0,1-1-1 0 0,0 1 1 0 0,-1 0-1 0 0,1 0 1 0 0,0 0-1 0 0,-1 1 1 0 0,-9 34 168 0 0,9-34-159 0 0,-2 16-12 0 0,1 0 0 0 0,0 1 1 0 0,1-1-1 0 0,1 0 0 0 0,1 1 0 0 0,0-1 0 0 0,2 0 0 0 0,0 1 1 0 0,1-1-1 0 0,1 0 0 0 0,10 25 0 0 0,10 14 110 0 0,2-1 1 0 0,37 56-1 0 0,-12-22-17 0 0,-35-58-242 0 0,52 105-1611 0 0,-56-103-6484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6.6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68 9674 0 0,'-3'-7'450'0'0,"-16"-31"378"0"0,19 36-541 0 0,-1 1 0 0 0,0-1-1 0 0,0 1 1 0 0,0-1 0 0 0,0 1 0 0 0,0 0 0 0 0,0 0-1 0 0,0-1 1 0 0,-1 1 0 0 0,1 0 0 0 0,0 0-1 0 0,-1 0 1 0 0,1 0 0 0 0,-1 1 0 0 0,1-1-1 0 0,-1 0 1 0 0,1 1 0 0 0,-1-1 0 0 0,0 1 0 0 0,-2-1-1 0 0,1 29 2207 0 0,-18 413 130 0 0,21-439-2640 0 0,-1 44 185 0 0,8 72 1 0 0,-5-106-372 0 0,0-1 1 0 0,0 1-1 0 0,1 0 1 0 0,0-1-1 0 0,1 0 1 0 0,0 0-1 0 0,1 0 1 0 0,1 0 0 0 0,-1-1-1 0 0,2 0 1 0 0,10 15-1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6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10 104 1376 0 0,'-1'0'43'0'0,"0"-1"0"0"0,0 0 0 0 0,0 0-1 0 0,1 0 1 0 0,-1 0 0 0 0,0 0 0 0 0,1 0-1 0 0,-1 0 1 0 0,1 0 0 0 0,-1 0 0 0 0,1 0-1 0 0,-1 0 1 0 0,1-1 0 0 0,0 1 0 0 0,0 0-1 0 0,-1 0 1 0 0,1 0 0 0 0,0 0 0 0 0,0-1-1 0 0,0 1 1 0 0,0 0 0 0 0,1 0 0 0 0,-1-2 0 0 0,1 1 78 0 0,0 0 1 0 0,0-1 0 0 0,0 1 0 0 0,0 0 0 0 0,1 0 0 0 0,-1 0 0 0 0,0 0 0 0 0,1 0 0 0 0,0 0-1 0 0,2-3 1 0 0,2 0 244 0 0,-1 1-1 0 0,1 0 1 0 0,0-1 0 0 0,1 2-1 0 0,-1-1 1 0 0,0 1-1 0 0,8-3 1 0 0,4 1 783 0 0,0 1-1 0 0,1 1 1 0 0,-1 1-1 0 0,37-1 1 0 0,77 11 2651 0 0,-85-5-3251 0 0,-32-2-664 0 0,0 0 1 0 0,0 1-1 0 0,0 1 1 0 0,-1 0-1 0 0,1 1 1 0 0,26 11-1 0 0,-26-7-5609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7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1 225 9674 0 0,'4'0'236'0'0,"1"0"0"0"0,0 0 0 0 0,0-1-1 0 0,0 0 1 0 0,0 0 0 0 0,-1 0 0 0 0,1 0 0 0 0,0-1 0 0 0,-1 0 0 0 0,9-4-1 0 0,2 0 101 0 0,45-19 1384 0 0,85-46 0 0 0,-39 16-2921 0 0,4 10-3800 0 0,-91 38 4953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7.3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0 16131 0 0,'-1'0'56'0'0,"0"0"0"0"0,0 0 0 0 0,0 1 0 0 0,0-1 0 0 0,0 0 0 0 0,0 1 0 0 0,0-1 0 0 0,0 0 0 0 0,1 1 0 0 0,-1-1 0 0 0,0 1 0 0 0,0 0 0 0 0,0-1 0 0 0,1 1 0 0 0,-1-1 0 0 0,0 1 0 0 0,0 0 0 0 0,1 0-1 0 0,-1-1 1 0 0,1 1 0 0 0,-1 0 0 0 0,1 0 0 0 0,-1 0 0 0 0,1 0 0 0 0,-1 0 0 0 0,1 0 0 0 0,0 0 0 0 0,0 0 0 0 0,-1 0 0 0 0,1-1 0 0 0,0 1 0 0 0,0 0 0 0 0,0 0 0 0 0,0 0 0 0 0,0 0 0 0 0,0 0 0 0 0,0 0 0 0 0,1 2-1 0 0,-2 2 96 0 0,-4 67 1966 0 0,5 83-1 0 0,2-116-2320 0 0,3-1-1 0 0,0 1 1 0 0,21 69-1 0 0,-20-90-613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7.7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1 101 8754 0 0,'0'-1'80'0'0,"1"0"0"0"0,-1-1 0 0 0,0 1 0 0 0,1 0 0 0 0,0 0 0 0 0,-1 0 0 0 0,1 0 0 0 0,0 0 0 0 0,0 0 0 0 0,0 0 0 0 0,-1 0 0 0 0,1 0 0 0 0,0 0 0 0 0,0 0 0 0 0,0 0 0 0 0,0 1 0 0 0,2-2 0 0 0,25-14 956 0 0,-18 10-641 0 0,8-5 125 0 0,41-24 1222 0 0,-55 32-1876 0 0,0 1-1 0 0,1 1 0 0 0,-1-1 0 0 0,0 1 0 0 0,1-1 0 0 0,0 1 0 0 0,-1 0 1 0 0,1 1-1 0 0,0-1 0 0 0,-1 1 0 0 0,8 0 0 0 0,-10 1 20 0 0,0 0-1 0 0,0-1 0 0 0,0 1 0 0 0,0 0 1 0 0,0 0-1 0 0,0 0 0 0 0,0 0 0 0 0,0 0 1 0 0,-1 0-1 0 0,1 1 0 0 0,0-1 1 0 0,-1 1-1 0 0,1-1 0 0 0,-1 1 0 0 0,1-1 1 0 0,-1 1-1 0 0,2 3 0 0 0,0 1 116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7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80 14283 0 0,'50'-19'627'0'0,"1"0"240"0"0,77-19 0 0 0,-107 35-867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8.1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1 141 4609 0 0,'0'0'475'0'0,"5"-3"312"0"0,0 0 1 0 0,0 0 0 0 0,0 0-1 0 0,0 1 1 0 0,0 0 0 0 0,1 0-1 0 0,9-1 1 0 0,-4 0 215 0 0,91-30 4573 0 0,48-22-3446 0 0,-85 32-3833 0 0,-46 17-4901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8.3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0,'5'67'6553'0'0,"-1"4"-3448"0"0,-6-26-2276 0 0,3 117 881 0 0,0-142-1559 0 0,2 0 0 0 0,0 0 0 0 0,1 0 0 0 0,1 0 0 0 0,14 35 0 0 0,-17-51-307 0 0,0 0 0 0 0,0-1 0 0 0,0 1-1 0 0,0 0 1 0 0,0-1 0 0 0,1 0 0 0 0,0 1 0 0 0,0-1 0 0 0,4 4-1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9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1 11058 0 0,'-4'1'449'0'0,"1"0"-1"0"0,0 1 1 0 0,0-1 0 0 0,0 1-1 0 0,0 0 1 0 0,0 0-1 0 0,0 0 1 0 0,1 0-1 0 0,-1 1 1 0 0,1-1-1 0 0,-1 1 1 0 0,1-1-1 0 0,-3 6 1 0 0,1-2-82 0 0,1-1 1 0 0,1 1 0 0 0,-1 0-1 0 0,1 0 1 0 0,0 0-1 0 0,-2 13 1 0 0,1 4-132 0 0,1 1 1 0 0,2 0-1 0 0,2 27 1 0 0,-1-31 192 0 0,3 44-143 0 0,4 1 0 0 0,2-1 0 0 0,3 0 1 0 0,36 106-1 0 0,-45-160-637 0 0,25 87 915 0 0,-27-85-2321 0 0,0 0 1 0 0,-1-1-1 0 0,1 20 0 0 0,-4-13-5088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9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35 130 12443 0 0,'-1'0'-8'0'0,"-26"-2"1665"0"0,20-5-38 0 0,15-6-53 0 0,7 3-971 0 0,0 0 0 0 0,0 1 0 0 0,1 0 0 0 0,1 2 0 0 0,-1 0 0 0 0,29-8 0 0 0,-20 6-131 0 0,-5 2-290 0 0,0 1-1 0 0,1 0 1 0 0,0 2-1 0 0,0 0 1 0 0,0 2-1 0 0,1 0 1 0 0,25 2-1 0 0,-32 1-401 0 0,0 1-1 0 0,0 0 1 0 0,0 1 0 0 0,20 7-1 0 0,-22-5-1170 0 0,0 1-1 0 0,0 0 1 0 0,0 1 0 0 0,23 16-1 0 0,-18-9-5129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1:59.9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17 154 10594 0 0,'-16'-8'9251'0'0,"17"8"-9122"0"0,0-1 1 0 0,0 0 0 0 0,0 1 0 0 0,0-1 0 0 0,0 1 0 0 0,0 0 0 0 0,0-1-1 0 0,0 1 1 0 0,0 0 0 0 0,1 0 0 0 0,-1 0 0 0 0,0-1 0 0 0,0 1 0 0 0,0 0-1 0 0,0 1 1 0 0,0-1 0 0 0,0 0 0 0 0,1 0 0 0 0,-1 0 0 0 0,2 1-1 0 0,8 3-67 0 0,0 0-1 0 0,-1 1 0 0 0,1 0 0 0 0,-1 0 0 0 0,0 1 1 0 0,0 0-1 0 0,0 1 0 0 0,14 14 0 0 0,-9-7-38 0 0,-1 0-1 0 0,0 2 0 0 0,-1-1 1 0 0,12 21-1 0 0,-16-23-20 0 0,-1 0-1 0 0,-1 1 1 0 0,0 0-1 0 0,-1 0 1 0 0,0 0-1 0 0,4 19 1 0 0,-31-67 137 0 0,15 18-116 0 0,-1-2-1 0 0,2 1 1 0 0,1-1 0 0 0,0 1 0 0 0,1-1 0 0 0,1 0 0 0 0,0 0-1 0 0,2-1 1 0 0,0 1 0 0 0,1 0 0 0 0,1 0 0 0 0,5-25 0 0 0,-3 29-710 0 0,0 1-1 0 0,1-1 1 0 0,0 1 0 0 0,1 0 0 0 0,14-23 0 0 0,-4 14-6500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00.2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0 449 6449 0 0,'1'0'48'0'0,"-1"0"1"0"0,0 1-1 0 0,1-1 0 0 0,-1 1 0 0 0,0-1 0 0 0,1 0 0 0 0,-1 1 0 0 0,1-1 0 0 0,-1 0 1 0 0,0 0-1 0 0,1 1 0 0 0,-1-1 0 0 0,1 0 0 0 0,-1 0 0 0 0,1 0 0 0 0,-1 0 0 0 0,1 1 1 0 0,-1-1-1 0 0,1 0 0 0 0,-1 0 0 0 0,1 0 0 0 0,-1 0 0 0 0,1 0 0 0 0,-1 0 0 0 0,1 0 1 0 0,-1 0-1 0 0,1 0 0 0 0,-1-1 0 0 0,1 1 0 0 0,-1 0 0 0 0,1 0 0 0 0,19-14 1523 0 0,12-20 730 0 0,-32 33-2287 0 0,31-36 958 0 0,-3-2 0 0 0,-1-1 0 0 0,-2-2 0 0 0,-2 0 1 0 0,29-75-1 0 0,-51 113-1067 0 0,0 0-1 0 0,0-1 1 0 0,0 1 0 0 0,-1 0 0 0 0,0-1 0 0 0,0 1 0 0 0,0-1 0 0 0,0 1-1 0 0,-1 0 1 0 0,0-1 0 0 0,0 1 0 0 0,0 0 0 0 0,-2-5 0 0 0,3 8 63 0 0,-1 0 0 0 0,1 0 0 0 0,-1-1 1 0 0,1 1-1 0 0,-1 0 0 0 0,0 0 0 0 0,1 0 1 0 0,-1 0-1 0 0,0 0 0 0 0,0 0 0 0 0,0 0 1 0 0,0 0-1 0 0,0 0 0 0 0,0 0 0 0 0,0 1 1 0 0,0-1-1 0 0,-1 0 0 0 0,1 1 0 0 0,0-1 1 0 0,0 1-1 0 0,-1-1 0 0 0,1 1 0 0 0,0-1 1 0 0,0 1-1 0 0,-1 0 0 0 0,1 0 0 0 0,0 0 1 0 0,-1 0-1 0 0,1 0 0 0 0,-1 0 0 0 0,1 0 1 0 0,0 0-1 0 0,-1 0 0 0 0,1 1 0 0 0,0-1 1 0 0,0 0-1 0 0,-1 1 0 0 0,1-1 0 0 0,0 1 1 0 0,0 0-1 0 0,0-1 0 0 0,-1 1 0 0 0,1 0 1 0 0,0 0-1 0 0,-2 1 0 0 0,0 1 153 0 0,0 0 1 0 0,0 0-1 0 0,1 1 0 0 0,-1-1 0 0 0,1 1 0 0 0,-1-1 1 0 0,1 1-1 0 0,0 0 0 0 0,0-1 0 0 0,1 1 0 0 0,-1 0 1 0 0,1 0-1 0 0,0 0 0 0 0,0 1 0 0 0,-1 7 0 0 0,0 4 271 0 0,1-1 0 0 0,1 32-1 0 0,1-35-504 0 0,0 1 1 0 0,0-1-1 0 0,1 0 0 0 0,1 0 1 0 0,0 0-1 0 0,1 0 0 0 0,0-1 1 0 0,1 1-1 0 0,10 18 0 0 0,-4-15-5955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00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57 3225 0 0,'-2'11'15104'0'0,"-2"16"-9135"0"0,-15 104-7218 0 0,16-112 1215 0 0,-5 71 57 0 0,8-81-74 0 0,0 0 0 0 0,1 0 0 0 0,0 0-1 0 0,1 1 1 0 0,-1-1 0 0 0,2 0 0 0 0,5 14 0 0 0,-8-22 22 0 0,0-1 1 0 0,0 1 0 0 0,1-1-1 0 0,-1 0 1 0 0,0 1 0 0 0,0-1-1 0 0,0 0 1 0 0,0 1-1 0 0,0-1 1 0 0,0 0 0 0 0,1 1-1 0 0,-1-1 1 0 0,0 0 0 0 0,0 1-1 0 0,0-1 1 0 0,1 0-1 0 0,-1 0 1 0 0,0 1 0 0 0,1-1-1 0 0,-1 0 1 0 0,0 0-1 0 0,0 1 1 0 0,1-1 0 0 0,-1 0-1 0 0,0 0 1 0 0,1 0 0 0 0,-1 0-1 0 0,0 0 1 0 0,1 1-1 0 0,-1-1 1 0 0,1 0 0 0 0,-1 0-1 0 0,0 0 1 0 0,1 0-1 0 0,-1 0 1 0 0,0 0 0 0 0,1 0-1 0 0,0 0 1 0 0,8-14-861 0 0,1-25-319 0 0,-10 38 1147 0 0,3-12-356 0 0,1-9 186 0 0,2 1 1 0 0,14-41-1 0 0,-19 58 287 0 0,1 0 1 0 0,0-1-1 0 0,0 1 1 0 0,0 0-1 0 0,1 1 1 0 0,-1-1-1 0 0,1 0 1 0 0,0 1-1 0 0,0-1 1 0 0,0 1-1 0 0,0 0 1 0 0,1 0-1 0 0,-1 0 1 0 0,1 1-1 0 0,0-1 1 0 0,-1 1-1 0 0,1 0 1 0 0,0 0-1 0 0,1 0 1 0 0,-1 1-1 0 0,5-2 1 0 0,-6 3 43 0 0,-1 0 0 0 0,1 0 1 0 0,0 0-1 0 0,0 1 0 0 0,0-1 1 0 0,0 1-1 0 0,-1 0 1 0 0,1-1-1 0 0,0 1 0 0 0,-1 1 1 0 0,1-1-1 0 0,-1 0 0 0 0,1 1 1 0 0,-1-1-1 0 0,1 1 1 0 0,-1-1-1 0 0,0 1 0 0 0,0 0 1 0 0,0 0-1 0 0,2 3 0 0 0,7 8 173 0 0,-1-1-1 0 0,12 21 1 0 0,-12-18-110 0 0,79 103 226 0 0,-32-45 74 0 0,-60-84-56 0 0,1 1 0 0 0,0-1 0 0 0,0-17 0 0 0,0 10-180 0 0,-2-17-168 0 0,2-1 0 0 0,1 0 0 0 0,2 1-1 0 0,2-1 1 0 0,9-49 0 0 0,-5 56-3929 0 0,19-52 0 0 0,-13 52-3834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01.3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60 12443 0 0,'-7'-6'1189'0'0,"0"-1"0"0"0,1 0 0 0 0,-1 0 0 0 0,1 0 0 0 0,-9-16 0 0 0,13 20-410 0 0,12 19-254 0 0,-2 1 0 0 0,0 0 0 0 0,0 0 0 0 0,-2 0 0 0 0,0 1 0 0 0,5 29 0 0 0,12 122-477 0 0,-16-104 256 0 0,57 383-246 0 0,-63-444-454 0 0,-1 0-1 0 0,1 1 0 0 0,-1-1 0 0 0,0 0 1 0 0,-1 1-1 0 0,1-1 0 0 0,-3 8 1 0 0,3-11 338 0 0,0 0 1 0 0,0-1 0 0 0,-1 1-1 0 0,1 0 1 0 0,0-1 0 0 0,0 1-1 0 0,-1 0 1 0 0,1-1 0 0 0,-1 1-1 0 0,1 0 1 0 0,0-1 0 0 0,-1 1-1 0 0,1-1 1 0 0,-1 1 0 0 0,0 0-1 0 0,1-1 1 0 0,-1 0 0 0 0,1 1-1 0 0,-1-1 1 0 0,0 1 0 0 0,1-1-1 0 0,-1 0 1 0 0,0 1 0 0 0,1-1-1 0 0,-1 0 1 0 0,0 0 0 0 0,0 0-1 0 0,1 1 1 0 0,-1-1 0 0 0,0 0-1 0 0,0 0 1 0 0,1 0 0 0 0,-1 0-1 0 0,0 0 1 0 0,0 0 0 0 0,1-1-1 0 0,-1 1 1 0 0,0 0 0 0 0,0 0-1 0 0,1 0 1 0 0,-1-1 0 0 0,0 1 0 0 0,1 0-1 0 0,-1-1 1 0 0,0 1 0 0 0,1-1-1 0 0,-1 1 1 0 0,1 0 0 0 0,-1-1-1 0 0,1 0 1 0 0,-1 1 0 0 0,1-1-1 0 0,-1 0 1 0 0,-5-4 57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01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43 5065 0 0,'-2'-8'130'0'0,"-17"-27"14983"0"0,28 63-14007 0 0,5 2-631 0 0,-1 1 0 0 0,10 36 0 0 0,-14-39-384 0 0,0-1-1 0 0,2-1 0 0 0,16 31 0 0 0,-22-48-89 0 0,1-1 0 0 0,0 0 0 0 0,0 0 0 0 0,1-1 0 0 0,0 1 0 0 0,0-1 0 0 0,1-1 0 0 0,-1 1-1 0 0,1-1 1 0 0,1-1 0 0 0,-1 0 0 0 0,1 0 0 0 0,11 4 0 0 0,-10-4 84 0 0,0-1 0 0 0,0-1 0 0 0,0 0 0 0 0,1 0 0 0 0,-1-1 0 0 0,1 0 0 0 0,0-1-1 0 0,0-1 1 0 0,21 0 0 0 0,-25-1-15 0 0,0-1 0 0 0,0 0-1 0 0,0 0 1 0 0,0 0-1 0 0,-1-1 1 0 0,1 0-1 0 0,-1 0 1 0 0,0-1 0 0 0,0 1-1 0 0,0-1 1 0 0,0-1-1 0 0,0 1 1 0 0,-1-1 0 0 0,0 0-1 0 0,0 0 1 0 0,5-7-1 0 0,8-15 25 0 0,0-1 0 0 0,-2 0-1 0 0,22-51 1 0 0,17-30-1175 0 0,-46 95-899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7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20 341 4609 0 0,'-1'0'92'0'0,"0"0"0"0"0,1 0 0 0 0,-1 0 0 0 0,1 1 0 0 0,-1-1 0 0 0,0 0-1 0 0,1 0 1 0 0,-1 0 0 0 0,1 0 0 0 0,-1 0 0 0 0,0 0 0 0 0,1-1 0 0 0,-1 1 0 0 0,0 0 0 0 0,1 0 0 0 0,-1 0 0 0 0,1-1 0 0 0,-1 1 0 0 0,1 0 0 0 0,-1 0 0 0 0,0-1-1 0 0,1 1 1 0 0,-1 0 0 0 0,1-1 0 0 0,0 1 0 0 0,-1-1 0 0 0,1 1 0 0 0,-1-1 0 0 0,1 1 0 0 0,0-1 0 0 0,-1 1 0 0 0,1-1 0 0 0,0 1 0 0 0,-1-1 0 0 0,1 1-1 0 0,0-1 1 0 0,0 0 0 0 0,0 1 0 0 0,-1-1 0 0 0,1 1 0 0 0,0-1 0 0 0,0 0 0 0 0,0 1 0 0 0,0-1 0 0 0,0 0 0 0 0,0 1 0 0 0,0-2 0 0 0,1 1 76 0 0,-1-1 0 0 0,0 0 0 0 0,0 0 0 0 0,1 1 0 0 0,-1-1 0 0 0,1 1 0 0 0,-1-1 0 0 0,1 0 0 0 0,0 1 0 0 0,0-1 0 0 0,0 1 0 0 0,0-1 0 0 0,0 1 0 0 0,0 0 0 0 0,0-1 0 0 0,0 1 0 0 0,0 0 1 0 0,1 0-1 0 0,-1 0 0 0 0,2-1 0 0 0,18-9 575 0 0,1 2 0 0 0,40-13 0 0 0,3 0-477 0 0,37-22 137 0 0,-43 17 69 0 0,1 3 1 0 0,2 2 0 0 0,85-18 0 0 0,41-1-516 0 0,-109 18-2371 0 0,-57 15-3011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8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6449 0 0,'14'9'7942'0'0,"16"17"-5721"0"0,-23-15-1819 0 0,1-1 1 0 0,-1 1 0 0 0,-1 0-1 0 0,0 1 1 0 0,-1-1 0 0 0,0 1-1 0 0,6 22 1 0 0,14 93 402 0 0,-13-52-448 0 0,-9-61-444 0 0,38 159 803 0 0,-34-148-1388 0 0,2 1 0 0 0,1-2 0 0 0,1 1 0 0 0,22 36 0 0 0,-21-44-5982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8.5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12899 0 0,'0'0'1172'0'0,"1"18"170"0"0,-1-9-914 0 0,11 104 2636 0 0,-9-96-3027 0 0,2 0-1 0 0,0 0 1 0 0,0-1-1 0 0,11 26 1 0 0,-13-40-266 0 0,-1 1-1 0 0,0-1 1 0 0,1 0 0 0 0,-1 1-1 0 0,1-1 1 0 0,0 0-1 0 0,0 0 1 0 0,0 0 0 0 0,4 3-1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8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11522 0 0,'-4'0'1249'0'0,"5"0"-1249"0"0,2 2-536 0 0,2 2-817 0 0,2 1 657 0 0,0 2 560 0 0,1 1 136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9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1 298 6913 0 0,'49'44'-326'0'0,"-17"6"2521"0"0,-28-41-1727 0 0,1 0 1 0 0,0 0-1 0 0,1-1 1 0 0,-1 0-1 0 0,2 0 1 0 0,-1 0-1 0 0,1-1 1 0 0,0 0-1 0 0,11 8 1 0 0,-12-16-547 0 0,-4-10-113 0 0,-3-23-271 0 0,0 18 299 0 0,1 11 163 0 0,1-23-26 0 0,1 1 0 0 0,8-39 0 0 0,-8 59 141 0 0,-1 0 0 0 0,1 1 0 0 0,0 0-1 0 0,1-1 1 0 0,-1 1 0 0 0,1 0-1 0 0,0 0 1 0 0,1 0 0 0 0,0 1 0 0 0,0-1-1 0 0,0 1 1 0 0,0 0 0 0 0,1 0 0 0 0,0 0-1 0 0,9-6 1 0 0,-11 9-60 0 0,1 1 0 0 0,0 0 0 0 0,0-1 0 0 0,-1 2-1 0 0,1-1 1 0 0,0 0 0 0 0,0 1 0 0 0,0-1 0 0 0,0 1 0 0 0,0 0 0 0 0,0 1 0 0 0,-1-1 0 0 0,1 1-1 0 0,0-1 1 0 0,0 1 0 0 0,0 0 0 0 0,-1 1 0 0 0,1-1 0 0 0,0 1 0 0 0,3 2 0 0 0,-1-2-32 0 0,0 1 1 0 0,-1 0-1 0 0,1 1 1 0 0,-1-1-1 0 0,0 1 1 0 0,0 0-1 0 0,0 0 1 0 0,-1 1-1 0 0,1 0 1 0 0,-1-1-1 0 0,5 9 1 0 0,-7-9 14 0 0,-1-1 0 0 0,0 1 0 0 0,0-1 0 0 0,-1 1 0 0 0,1 0 0 0 0,-1-1 0 0 0,1 1 0 0 0,-1 0 0 0 0,0-1 0 0 0,-1 1 0 0 0,1 0 0 0 0,-2 5 0 0 0,2-6 162 0 0,2-36-349 0 0,2 1 1 0 0,2-1-1 0 0,14-48 1 0 0,-15 62 125 0 0,-3 8 43 0 0,2 1 0 0 0,-1 0 0 0 0,1 0 0 0 0,0 0 0 0 0,1 0 0 0 0,10-15 0 0 0,-14 23-16 0 0,0 0-1 0 0,1 1 1 0 0,-1-1-1 0 0,1 1 0 0 0,-1-1 1 0 0,1 1-1 0 0,-1-1 1 0 0,1 1-1 0 0,0 0 1 0 0,-1 0-1 0 0,1 0 0 0 0,0 0 1 0 0,0 0-1 0 0,0 0 1 0 0,0 1-1 0 0,0-1 0 0 0,0 0 1 0 0,0 1-1 0 0,0 0 1 0 0,0-1-1 0 0,0 1 1 0 0,1 0-1 0 0,-1 0 0 0 0,0 0 1 0 0,0 0-1 0 0,0 1 1 0 0,0-1-1 0 0,0 1 0 0 0,0-1 1 0 0,0 1-1 0 0,0 0 1 0 0,0-1-1 0 0,0 1 1 0 0,0 0-1 0 0,0 0 0 0 0,-1 1 1 0 0,1-1-1 0 0,0 0 1 0 0,-1 0-1 0 0,3 4 0 0 0,12 9-692 0 0,0 2-1 0 0,-2 0 1 0 0,19 26-1 0 0,-18-23-780 0 0,-3-4-3640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1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141 334 4145 0 0,'9'-10'599'0'0,"0"-1"1"0"0,0 0-1 0 0,-1-1 0 0 0,0 0 0 0 0,-1 0 1 0 0,-1-1-1 0 0,0 0 0 0 0,0 0 1 0 0,6-24-1 0 0,-10 28-471 0 0,0 1 1 0 0,0 0-1 0 0,-1-1 1 0 0,0 1-1 0 0,0-1 0 0 0,-1 1 1 0 0,0-1-1 0 0,-1 1 1 0 0,0-1-1 0 0,0 1 0 0 0,-1 0 1 0 0,0-1-1 0 0,0 1 1 0 0,-1 0-1 0 0,0 0 1 0 0,-1 0-1 0 0,-6-10 0 0 0,9 16-70 0 0,0 0 0 0 0,-1 0-1 0 0,1 0 1 0 0,0 0 0 0 0,-1 0 0 0 0,0 1-1 0 0,1-1 1 0 0,-1 0 0 0 0,0 1 0 0 0,0 0-1 0 0,0-1 1 0 0,0 1 0 0 0,0 0-1 0 0,0 0 1 0 0,0 0 0 0 0,0 0 0 0 0,0 0-1 0 0,-1 1 1 0 0,1-1 0 0 0,0 1-1 0 0,-1-1 1 0 0,1 1 0 0 0,0 0 0 0 0,-1 0-1 0 0,1 0 1 0 0,0 0 0 0 0,-1 0-1 0 0,1 1 1 0 0,0-1 0 0 0,0 1 0 0 0,-1 0-1 0 0,1-1 1 0 0,0 1 0 0 0,0 0-1 0 0,0 0 1 0 0,0 0 0 0 0,0 1 0 0 0,0-1-1 0 0,0 0 1 0 0,0 1 0 0 0,-3 3-1 0 0,-4 3 260 0 0,0 0-1 0 0,1 1 0 0 0,0 0 1 0 0,1 1-1 0 0,0 0 0 0 0,-11 20 1 0 0,10-15-183 0 0,1 2 0 0 0,0-1 0 0 0,2 1 0 0 0,-1 0 0 0 0,2 0 0 0 0,1 1 0 0 0,0-1 0 0 0,-1 35 0 0 0,4-45-118 0 0,0-1 0 0 0,1 0 0 0 0,0 0 0 0 0,0 1 0 0 0,1-1 0 0 0,-1 0 0 0 0,1 0 0 0 0,1 0 0 0 0,-1-1-1 0 0,1 1 1 0 0,0-1 0 0 0,5 8 0 0 0,-5-9 8 0 0,1 0 0 0 0,-1-1 0 0 0,1 1 0 0 0,0-1 0 0 0,1 0 0 0 0,-1 0 0 0 0,0-1 0 0 0,1 1 0 0 0,-1-1 0 0 0,1 0 0 0 0,0 0-1 0 0,0 0 1 0 0,0-1 0 0 0,0 1 0 0 0,0-1 0 0 0,0-1 0 0 0,6 1 0 0 0,6 0 104 0 0,1-1 0 0 0,-1-1 0 0 0,1 0 0 0 0,-1-2 0 0 0,0 0 0 0 0,0-1 0 0 0,32-11 0 0 0,-17 2 130 0 0,0-1-1 0 0,60-36 0 0 0,-31 8-1309 0 0,78-70 0 0 0,-109 86-5657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0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0 10594 0 0,'-5'1'435'0'0,"0"0"-1"0"0,0 1 0 0 0,0-1 1 0 0,0 1-1 0 0,0 0 0 0 0,0 0 1 0 0,1 1-1 0 0,-9 4 1 0 0,12-6-313 0 0,0 1-1 0 0,0-1 1 0 0,-1 0 0 0 0,1 0 0 0 0,0 0 0 0 0,0 1 0 0 0,1-1 0 0 0,-1 1 0 0 0,0-1 0 0 0,0 0 0 0 0,1 1 0 0 0,-1-1 0 0 0,0 1 0 0 0,1 0 0 0 0,0-1 0 0 0,-1 1 0 0 0,1-1 0 0 0,0 1 0 0 0,0 0 0 0 0,0-1-1 0 0,0 1 1 0 0,0 0 0 0 0,0-1 0 0 0,0 1 0 0 0,1-1 0 0 0,-1 1 0 0 0,1 0 0 0 0,-1-1 0 0 0,1 1 0 0 0,1 1 0 0 0,21 47 1195 0 0,32 46 0 0 0,7 14-441 0 0,-29-43-948 0 0,-2 2 1 0 0,-4 2-1 0 0,28 109 0 0 0,-54-176-71 0 0,6 40-1056 0 0,-7-41 698 0 0,-1 0 1 0 0,1-1 0 0 0,0 1-1 0 0,-1 0 1 0 0,1 0 0 0 0,-1-1 0 0 0,0 1-1 0 0,-2 3 1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19 442 5985 0 0,'-3'-5'176'0'0,"0"-1"0"0"0,1 1 0 0 0,0-1 0 0 0,0 0 0 0 0,0 0-1 0 0,1 0 1 0 0,-1 0 0 0 0,2 0 0 0 0,-1 0 0 0 0,1-1 0 0 0,0 1 0 0 0,0 0 0 0 0,0 0-1 0 0,1 0 1 0 0,0-1 0 0 0,0 1 0 0 0,1 0 0 0 0,3-10 0 0 0,2-4 675 0 0,2 0 0 0 0,0 0 0 0 0,0 1 0 0 0,16-21 0 0 0,-8 14 103 0 0,2 1 0 0 0,0 1 0 0 0,25-24 0 0 0,-36 40-858 0 0,1 0 0 0 0,0 1 0 0 0,0 0 0 0 0,0 0 1 0 0,1 0-1 0 0,0 2 0 0 0,1-1 0 0 0,-1 1 0 0 0,1 1 1 0 0,0 0-1 0 0,16-4 0 0 0,-2 9-1075 0 0,-10 6-3725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0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3 323 10594 0 0,'-3'-1'2032'0'0,"3"1"-1992"0"0,7-14 1372 0 0,18-26 503 0 0,-18 28-1095 0 0,6-10 158 0 0,11-18-847 0 0,43-53 1 0 0,-59 83-324 0 0,1 0 1 0 0,0 1-1 0 0,0 0 1 0 0,1 0-1 0 0,1 1 1 0 0,-1 0 0 0 0,1 1-1 0 0,1 0 1 0 0,23-10-1 0 0,-14 11 192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1.1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0 271 9674 0 0,'1'-1'143'0'0,"0"0"0"0"0,-1 0 0 0 0,1 0-1 0 0,0 0 1 0 0,0 0 0 0 0,0 0 0 0 0,-1 0 0 0 0,1 1 0 0 0,0-1-1 0 0,0 0 1 0 0,0 0 0 0 0,1 1 0 0 0,-1-1 0 0 0,0 1 0 0 0,0-1 0 0 0,0 1-1 0 0,0-1 1 0 0,0 1 0 0 0,1 0 0 0 0,1-1 0 0 0,28-5 2572 0 0,-28 6-2600 0 0,0 0-1 0 0,0 1 1 0 0,0 0 0 0 0,0-1 0 0 0,0 1 0 0 0,0 0 0 0 0,0 1 0 0 0,0-1 0 0 0,-1 0 0 0 0,1 1 0 0 0,0-1 0 0 0,-1 1 0 0 0,1 0 0 0 0,-1 0-1 0 0,0 0 1 0 0,1 0 0 0 0,-1 1 0 0 0,0-1 0 0 0,0 1 0 0 0,-1-1 0 0 0,1 1 0 0 0,0-1 0 0 0,1 5 0 0 0,3 5 15 0 0,0-1 1 0 0,-1 1 0 0 0,0 1-1 0 0,3 15 1 0 0,-7-10 634 0 0,-1-18-725 0 0,0 0 0 0 0,0 0 0 0 0,0 0 0 0 0,-1 0-1 0 0,1 0 1 0 0,0 1 0 0 0,0-1 0 0 0,0 0 0 0 0,0 0-1 0 0,-1 0 1 0 0,1 0 0 0 0,0 0 0 0 0,0 0 0 0 0,0 0 0 0 0,-1 0-1 0 0,1 0 1 0 0,0 0 0 0 0,0 0 0 0 0,0 0 0 0 0,-1 0-1 0 0,1 0 1 0 0,0 0 0 0 0,0 0 0 0 0,0 0 0 0 0,-1 0-1 0 0,1 0 1 0 0,0-1 0 0 0,0 1 0 0 0,0 0 0 0 0,-1 0-1 0 0,1 0 1 0 0,0 0 0 0 0,0 0 0 0 0,0 0 0 0 0,0-1-1 0 0,0 1 1 0 0,-1 0 0 0 0,1 0 0 0 0,0-1 0 0 0,-2-1 123 0 0,-1 0-1 0 0,1-1 1 0 0,0 1 0 0 0,1-1 0 0 0,-1 0 0 0 0,0 1 0 0 0,1-1 0 0 0,-2-4-1 0 0,-3-12-121 0 0,1 0-1 0 0,1-1 0 0 0,1 0 0 0 0,1 1 0 0 0,1-1 0 0 0,0 0 1 0 0,2 0-1 0 0,3-24 0 0 0,-1 24-904 0 0,0 0 0 0 0,2 0-1 0 0,0 1 1 0 0,14-32 0 0 0,-6 25-6013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1.4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11 398 6913 0 0,'-3'10'547'0'0,"2"-7"-409"0"0,0 0 0 0 0,-1 0 0 0 0,2 1 1 0 0,-1-1-1 0 0,0 0 0 0 0,0 0 0 0 0,1 1 1 0 0,0-1-1 0 0,0 0 0 0 0,0 1 0 0 0,0-1 0 0 0,1 5 1 0 0,0-8 23 0 0,-1 0 1 0 0,1-1-1 0 0,0 1 0 0 0,-1 0 1 0 0,1-1-1 0 0,0 1 1 0 0,-1-1-1 0 0,1 1 1 0 0,0-1-1 0 0,-1 1 1 0 0,1-1-1 0 0,-1 1 0 0 0,1-1 1 0 0,-1 0-1 0 0,1 1 1 0 0,-1-1-1 0 0,1 0 1 0 0,-1 1-1 0 0,0-1 1 0 0,0 0-1 0 0,1-1 1 0 0,10-17 1359 0 0,-11 19-1480 0 0,20-42 1746 0 0,-2-1-1 0 0,17-60 1 0 0,-28 75-1722 0 0,0 1-1 0 0,-2-1 1 0 0,-2 0 0 0 0,0 0 0 0 0,-2-33-1 0 0,-1 59-101 0 0,0-1 1 0 0,0 0-1 0 0,-1 0 0 0 0,1 0 0 0 0,-1 0 0 0 0,0 0 0 0 0,0 0 0 0 0,0 1 0 0 0,-2-5 0 0 0,3 7 21 0 0,0 0-1 0 0,0-1 0 0 0,0 1 0 0 0,0 0 0 0 0,0 0 0 0 0,-1 0 0 0 0,1 0 0 0 0,0 0 1 0 0,0-1-1 0 0,0 1 0 0 0,0 0 0 0 0,-1 0 0 0 0,1 0 0 0 0,0 0 0 0 0,0 0 0 0 0,0 0 1 0 0,-1 0-1 0 0,1-1 0 0 0,0 1 0 0 0,0 0 0 0 0,-1 0 0 0 0,1 0 0 0 0,0 0 0 0 0,0 0 1 0 0,0 0-1 0 0,-1 0 0 0 0,1 0 0 0 0,0 0 0 0 0,0 0 0 0 0,-1 0 0 0 0,1 1 1 0 0,0-1-1 0 0,0 0 0 0 0,0 0 0 0 0,-1 0 0 0 0,1 0 0 0 0,0 0 0 0 0,0 0 0 0 0,-1 1 1 0 0,-8 16-588 0 0,5-5 239 0 0,0 0 0 0 0,1 0 1 0 0,0 0-1 0 0,2 0 0 0 0,-1 0 0 0 0,1 0 1 0 0,1 0-1 0 0,2 24 0 0 0,-2-31 282 0 0,1 0 0 0 0,0 0 0 0 0,1 0 0 0 0,-1 0 1 0 0,1 0-1 0 0,0-1 0 0 0,0 1 0 0 0,0 0 0 0 0,1-1 0 0 0,-1 0 0 0 0,1 0 0 0 0,0 0 0 0 0,0 0 1 0 0,1 0-1 0 0,-1 0 0 0 0,1-1 0 0 0,0 0 0 0 0,0 1 0 0 0,0-2 0 0 0,0 1 0 0 0,1 0 0 0 0,-1-1 1 0 0,1 0-1 0 0,4 2 0 0 0,30 7-434 0 0,-12-7-2616 0 0,-1-2-990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1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106 282 6449 0 0,'-1'0'136'0'0,"0"0"-1"0"0,0-1 0 0 0,0 1 0 0 0,0-1 1 0 0,0 1-1 0 0,0 0 0 0 0,0 0 1 0 0,0 0-1 0 0,0 0 0 0 0,0-1 0 0 0,0 1 1 0 0,0 1-1 0 0,0-1 0 0 0,0 0 0 0 0,0 0 1 0 0,0 0-1 0 0,0 0 0 0 0,0 1 1 0 0,0-1-1 0 0,0 0 0 0 0,0 1 0 0 0,0-1 1 0 0,1 1-1 0 0,-1-1 0 0 0,0 1 1 0 0,0-1-1 0 0,0 1 0 0 0,0 0 0 0 0,1-1 1 0 0,-1 1-1 0 0,0 0 0 0 0,1 0 0 0 0,-1 0 1 0 0,1-1-1 0 0,-1 1 0 0 0,0 1 1 0 0,-24 35 2532 0 0,17-18-2400 0 0,0 1 0 0 0,0 1 0 0 0,2 0 0 0 0,1 0 0 0 0,1 0 0 0 0,0 0 0 0 0,2 1 0 0 0,0-1 1 0 0,2 1-1 0 0,0 0 0 0 0,4 23 0 0 0,-3-40-269 0 0,0 0 0 0 0,0 0 0 0 0,1 0 0 0 0,0 0 0 0 0,0 0 0 0 0,5 8 0 0 0,-7-13-4 0 0,1 1 0 0 0,-1-1-1 0 0,0 1 1 0 0,0-1 0 0 0,1 0 0 0 0,-1 1-1 0 0,1-1 1 0 0,-1 1 0 0 0,0-1 0 0 0,1 0-1 0 0,-1 1 1 0 0,1-1 0 0 0,-1 0 0 0 0,1 1-1 0 0,-1-1 1 0 0,1 0 0 0 0,-1 0-1 0 0,1 1 1 0 0,-1-1 0 0 0,1 0 0 0 0,-1 0-1 0 0,1 0 1 0 0,-1 0 0 0 0,1 0 0 0 0,0 0-1 0 0,0 0 1 0 0,0 0-16 0 0,0-1 1 0 0,0 0-1 0 0,-1 0 0 0 0,1 0 1 0 0,0 0-1 0 0,0 1 0 0 0,0-1 1 0 0,-1 0-1 0 0,1 0 0 0 0,-1 0 1 0 0,1 0-1 0 0,0-1 0 0 0,-1 1 1 0 0,0 0-1 0 0,1 0 0 0 0,-1 0 1 0 0,0 0-1 0 0,1-2 0 0 0,13-75-1425 0 0,-13 61 1601 0 0,2 1 0 0 0,0-1 0 0 0,1 1 0 0 0,0 0 0 0 0,1 0 0 0 0,14-29 0 0 0,-18 43-114 0 0,0 1 0 0 0,0-1 1 0 0,0 0-1 0 0,0 1 0 0 0,0-1 0 0 0,1 1 1 0 0,-1-1-1 0 0,1 1 0 0 0,-1-1 1 0 0,1 1-1 0 0,-1 0 0 0 0,1 0 0 0 0,-1 0 1 0 0,1 0-1 0 0,0 0 0 0 0,0 0 0 0 0,0 0 1 0 0,-1 1-1 0 0,1-1 0 0 0,0 1 1 0 0,0-1-1 0 0,0 1 0 0 0,0 0 0 0 0,0 0 1 0 0,0 0-1 0 0,0 0 0 0 0,0 0 0 0 0,0 0 1 0 0,0 0-1 0 0,0 1 0 0 0,0-1 1 0 0,0 1-1 0 0,0-1 0 0 0,0 1 0 0 0,-1 0 1 0 0,1-1-1 0 0,0 1 0 0 0,0 0 0 0 0,-1 1 1 0 0,1-1-1 0 0,1 1 0 0 0,9 7 177 0 0,-1 1 1 0 0,1 0-1 0 0,-2 1 0 0 0,15 17 0 0 0,-11-11 1 0 0,2-3 5 0 0,0 0 1 0 0,1 0-1 0 0,0-2 0 0 0,1 0 1 0 0,0-1-1 0 0,35 15 0 0 0,-35-17 312 0 0,-18-9-373 0 0,-18-31 1261 0 0,3-1-1207 0 0,2-1 1 0 0,2 0-1 0 0,0-1 0 0 0,3-1 0 0 0,0 1 1 0 0,-4-69-1 0 0,11 66-903 0 0,1 0 0 0 0,2 0 0 0 0,12-63 0 0 0,-4 50-7229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27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77 3225 0 0,'0'0'240'0'0,"-1"0"-134"0"0,1 0 0 0 0,-1-1-1 0 0,0 1 1 0 0,1-1 0 0 0,-1 1 0 0 0,1-1 0 0 0,-1 1 0 0 0,1 0 0 0 0,-1-1 0 0 0,1 0 0 0 0,-1 1-1 0 0,1-1 1 0 0,0 1 0 0 0,-1-1 0 0 0,1 0 0 0 0,0 1 0 0 0,-1-1 0 0 0,1 0 0 0 0,0 1 0 0 0,0-1 0 0 0,-1 0-1 0 0,1 1 1 0 0,0-1 0 0 0,0 0 0 0 0,0 1 0 0 0,0-1 0 0 0,0 0 0 0 0,0 0 0 0 0,0 1 0 0 0,0-1-1 0 0,1 0 1 0 0,-1 1 0 0 0,0-1 0 0 0,0 0 0 0 0,1 1 0 0 0,-1-1 0 0 0,0 0 0 0 0,1 1 0 0 0,-1-1 0 0 0,0 1-1 0 0,1-1 1 0 0,-1 0 0 0 0,1 1 0 0 0,-1-1 0 0 0,1 1 0 0 0,0-1 0 0 0,2 0 394 0 0,-1 1 0 0 0,1 0 1 0 0,-1 0-1 0 0,0 0 0 0 0,1 0 1 0 0,-1 0-1 0 0,1 0 0 0 0,-1 1 0 0 0,1-1 1 0 0,2 2-1 0 0,15 1 65 0 0,5-4-19 0 0,37-7 1 0 0,-36 4-115 0 0,37-1-1 0 0,-38 4-176 0 0,1-2 0 0 0,41-9 0 0 0,-45 7-34 0 0,1 1 0 0 0,-1 1 1 0 0,44 0-1 0 0,134 2-344 0 0,-74-2 62 0 0,-9 10 137 0 0,-71-2-13 0 0,46-2 1 0 0,385 14 181 0 0,-410-8-207 0 0,101 25-1 0 0,13 2 69 0 0,-152-33-91 0 0,1 0 0 0 0,-1-2 0 0 0,0-1 0 0 0,39-5 0 0 0,12-2 202 0 0,0 3 1 0 0,95 9-1 0 0,-156-5-200 0 0,136-2 217 0 0,-45-1-105 0 0,-42 0-84 0 0,70-12-1 0 0,-9 0 35 0 0,-41 10 156 0 0,67-7-80 0 0,-84 0 36 0 0,-14 2 295 0 0,101-4 0 0 0,-152 14-492 0 0,1 1 0 0 0,0 0 0 0 0,0 0 1 0 0,-1 1-1 0 0,1-1 0 0 0,-1 1 1 0 0,1 1-1 0 0,-1-1 0 0 0,0 1 1 0 0,7 4-1 0 0,-9-4-308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4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91 10594 0 0,'-2'-2'153'0'0,"0"-1"-1"0"0,0 0 0 0 0,1 0 0 0 0,-1 0 1 0 0,1 0-1 0 0,0 0 0 0 0,0 0 0 0 0,0-1 1 0 0,0 1-1 0 0,1 0 0 0 0,-1-1 0 0 0,1 1 1 0 0,0-5-1 0 0,-1 6-30 0 0,1 0 0 0 0,0 1 1 0 0,0-1-1 0 0,0 0 0 0 0,0 0 1 0 0,1 0-1 0 0,-1 1 0 0 0,0-1 0 0 0,1 0 1 0 0,-1 0-1 0 0,1 1 0 0 0,-1-1 1 0 0,1 0-1 0 0,0 1 0 0 0,0-1 0 0 0,0 1 1 0 0,0-1-1 0 0,0 1 0 0 0,0-1 0 0 0,0 1 1 0 0,0 0-1 0 0,1 0 0 0 0,-1-1 1 0 0,0 1-1 0 0,1 0 0 0 0,1-1 0 0 0,-2 2-71 0 0,-1 0 0 0 0,1 0 0 0 0,-1 0-1 0 0,1 1 1 0 0,-1-1 0 0 0,1 0 0 0 0,-1 0-1 0 0,0 0 1 0 0,1 0 0 0 0,-1 1 0 0 0,1-1 0 0 0,-1 0-1 0 0,0 0 1 0 0,1 1 0 0 0,-1-1 0 0 0,1 0-1 0 0,-1 1 1 0 0,0-1 0 0 0,1 0 0 0 0,-1 1-1 0 0,0-1 1 0 0,0 1 0 0 0,1-1 0 0 0,-1 0-1 0 0,0 1 1 0 0,0-1 0 0 0,0 1 0 0 0,0-1-1 0 0,1 1 1 0 0,-1-1 0 0 0,0 2 0 0 0,6 20 605 0 0,-5-15-443 0 0,68 180 911 0 0,-13-41-919 0 0,24 38-100 0 0,-57-139-114 0 0,-3 1-1 0 0,-1 0 1 0 0,-2 2 0 0 0,12 55-1 0 0,-26-50 102 0 0,-3-42-762 0 0,0 0 0 0 0,1-1 1 0 0,0 1-1 0 0,4 15 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4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86 363 4145 0 0,'-28'-10'999'0'0,"24"9"-525"0"0,0 0-1 0 0,0 0 1 0 0,1 0 0 0 0,-1 0-1 0 0,0-1 1 0 0,0 0 0 0 0,1 0-1 0 0,-1 0 1 0 0,1 0 0 0 0,0 0-1 0 0,-1 0 1 0 0,1-1 0 0 0,0 0-1 0 0,1 0 1 0 0,-4-3 0 0 0,6 6-379 0 0,1 0 0 0 0,-1-1 0 0 0,0 1 0 0 0,0 0 0 0 0,0 0 0 0 0,1-1 0 0 0,-1 1 0 0 0,0 0 0 0 0,0 0 0 0 0,1 0 0 0 0,-1-1 0 0 0,0 1 0 0 0,0 0 0 0 0,1 0 0 0 0,-1 0 0 0 0,0 0 0 0 0,1 0 0 0 0,-1-1 0 0 0,0 1 0 0 0,1 0 0 0 0,-1 0 0 0 0,0 0 0 0 0,1 0 0 0 0,-1 0 0 0 0,0 0 0 0 0,1 0 0 0 0,-1 0 0 0 0,0 0 0 0 0,1 0 0 0 0,-1 1 0 0 0,0-1 0 0 0,1 0 0 0 0,-1 0 0 0 0,0 0 0 0 0,0 0 0 0 0,1 0 0 0 0,-1 1 0 0 0,0-1 0 0 0,1 0 0 0 0,-1 0 0 0 0,1 1 0 0 0,16 5 249 0 0,-2 2-34 0 0,-2 1-1 0 0,0 1 1 0 0,20 17-1 0 0,-22-16-105 0 0,0-1-1 0 0,1-1 1 0 0,0 0 0 0 0,1-1-1 0 0,16 9 1 0 0,-25-16-158 0 0,1 1 0 0 0,-1-1 0 0 0,0 0 1 0 0,1 0-1 0 0,-1 0 0 0 0,1-1 0 0 0,-1 1 0 0 0,0-1 1 0 0,1 0-1 0 0,-1 0 0 0 0,1-1 0 0 0,-1 1 0 0 0,1-1 0 0 0,-1 0 1 0 0,1 0-1 0 0,-1-1 0 0 0,0 1 0 0 0,0-1 0 0 0,0 0 1 0 0,0 0-1 0 0,0 0 0 0 0,4-4 0 0 0,1 0 97 0 0,0-2-1 0 0,0 1 1 0 0,-1-2 0 0 0,0 1 0 0 0,-1-1-1 0 0,0 0 1 0 0,0 0 0 0 0,7-15-1 0 0,39-88 555 0 0,-36 72-517 0 0,3-9-8 0 0,-12 27-343 0 0,2 0 0 0 0,0 0 0 0 0,25-37 1 0 0,-35 58 51 0 0,1 0 1 0 0,-1 0-1 0 0,1 0 1 0 0,-1 1-1 0 0,1-1 1 0 0,-1 0-1 0 0,1 0 1 0 0,-1 1-1 0 0,1-1 1 0 0,0 1-1 0 0,-1-1 1 0 0,1 0-1 0 0,0 1 1 0 0,-1-1-1 0 0,1 1 1 0 0,0-1-1 0 0,0 1 1 0 0,0 0-1 0 0,-1-1 1 0 0,1 1-1 0 0,0 0 1 0 0,0 0-1 0 0,0 0 1 0 0,0-1-1 0 0,0 1 1 0 0,0 0-1 0 0,-1 0 1 0 0,1 0-1 0 0,0 0 1 0 0,0 0-1 0 0,0 1 1 0 0,0-1-1 0 0,0 0 1 0 0,0 0-1 0 0,-1 1 1 0 0,1-1-1 0 0,0 0 1 0 0,0 1-1 0 0,0-1 1 0 0,-1 1-1 0 0,1-1 1 0 0,0 1-1 0 0,0-1 1 0 0,-1 1-1 0 0,1-1 1 0 0,0 1-1 0 0,-1 0 1 0 0,1-1-1 0 0,-1 1 1 0 0,1 0-1 0 0,-1 0 1 0 0,1-1-1 0 0,-1 1 1 0 0,0 0-1 0 0,1 1 1 0 0,5 13-2016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4.1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147 100 2304 0 0,'-51'-99'13909'0'0,"38"234"-12264"0"0,-9 56-331 0 0,10-98-1201 0 0,3 0 0 0 0,7 154 0 0 0,3-131-255 0 0,-2 26 7 0 0,3 180-295 0 0,-4 235 232 0 0,-1-451 157 0 0,-9 72-7 0 0,5-110 431 0 0,3 0 0 0 0,6 95 0 0 0,0-119-433 0 0,-2-1 1 0 0,-1 0 0 0 0,-13 70-1 0 0,14-107-1363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4.5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19 920 0 0,'-1'0'260'0'0,"0"0"-1"0"0,0 0 0 0 0,0 0 1 0 0,0 0-1 0 0,0 0 1 0 0,0 0-1 0 0,0 0 0 0 0,0 0 1 0 0,0 0-1 0 0,0 0 1 0 0,0 1-1 0 0,0-1 0 0 0,0 0 1 0 0,0 1-1 0 0,0-1 1 0 0,0 1-1 0 0,0-1 0 0 0,1 1 1 0 0,-1-1-1 0 0,0 1 1 0 0,0-1-1 0 0,0 1 0 0 0,1 0 1 0 0,-1 0-1 0 0,0-1 1 0 0,1 1-1 0 0,-1 0 0 0 0,1 0 1 0 0,-1 0-1 0 0,1 0 1 0 0,-1 0-1 0 0,1 0 0 0 0,0-1 1 0 0,-1 1-1 0 0,1 0 1 0 0,-1 2-1 0 0,2 2 427 0 0,-1 0 0 0 0,1 0 1 0 0,-1 0-1 0 0,1 0 0 0 0,1 0 0 0 0,2 7 0 0 0,1 6-1117 0 0,20 65 1740 0 0,-23-76-1125 0 0,1-1 1 0 0,0 1 0 0 0,0-1-1 0 0,1 0 1 0 0,0 0-1 0 0,0 0 1 0 0,0 0-1 0 0,1-1 1 0 0,-1 1 0 0 0,7 4-1 0 0,-10-9-129 0 0,0-1 0 0 0,0 1 0 0 0,0-1 0 0 0,-1 0 0 0 0,1 1 0 0 0,0-1 0 0 0,0 0 0 0 0,0 1-1 0 0,0-1 1 0 0,0 0 0 0 0,0 0 0 0 0,0 0 0 0 0,0 0 0 0 0,0 0 0 0 0,0 0 0 0 0,-1 0 0 0 0,1 0 0 0 0,0 0 0 0 0,0 0 0 0 0,0 0 0 0 0,0-1-1 0 0,0 1 1 0 0,0 0 0 0 0,0-1 0 0 0,0 1 0 0 0,-1-1 0 0 0,1 1 0 0 0,0-1 0 0 0,0 1 0 0 0,-1-1 0 0 0,1 0 0 0 0,0 1 0 0 0,-1-1-1 0 0,1 0 1 0 0,0 1 0 0 0,-1-1 0 0 0,1 0 0 0 0,-1 0 0 0 0,1 0 0 0 0,-1 1 0 0 0,0-1 0 0 0,1 0 0 0 0,-1-1 0 0 0,18-47 958 0 0,-15 39-798 0 0,17-65 452 0 0,-13 45-1874 0 0,18-47 0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5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 4609 0 0,'-31'9'13255'0'0,"40"4"-11833"0"0,2 3-7126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5.4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10 235 4145 0 0,'0'1'40'0'0,"0"-1"1"0"0,0 0 0 0 0,0 0-1 0 0,-1 0 1 0 0,1 0-1 0 0,0 1 1 0 0,0-1-1 0 0,0 0 1 0 0,-1 0-1 0 0,1 0 1 0 0,0 0 0 0 0,0 0-1 0 0,-1 0 1 0 0,1 1-1 0 0,0-1 1 0 0,0 0-1 0 0,-1 0 1 0 0,1 0 0 0 0,0 0-1 0 0,0 0 1 0 0,-1 0-1 0 0,1 0 1 0 0,0 0-1 0 0,0 0 1 0 0,-1 0-1 0 0,1 0 1 0 0,0 0 0 0 0,0 0-1 0 0,-1-1 1 0 0,1 1-1 0 0,0 0 1 0 0,0 0-1 0 0,-1 0 1 0 0,1 0-1 0 0,0 0 1 0 0,0 0 0 0 0,0-1-1 0 0,-1 1 1 0 0,1 0-1 0 0,0 0 1 0 0,0 0-1 0 0,0-1 1 0 0,0 1-1 0 0,-1 0 1 0 0,1-1 0 0 0,3-14 1646 0 0,14-19 964 0 0,-17 34-2559 0 0,44-67 3103 0 0,-29 48-3054 0 0,1 1 1 0 0,0 0-1 0 0,20-16 1 0 0,2 5-3498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5.9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0 5065 0 0,'-22'15'7920'0'0,"25"3"-6550"0"0,-1-13-1296 0 0,2 8 241 0 0,2 0 0 0 0,-1 0 0 0 0,2 0 0 0 0,11 17 0 0 0,-16-27-295 0 0,0-1 0 0 0,0 1 1 0 0,0-1-1 0 0,0 1 0 0 0,1-1 0 0 0,-1 0 1 0 0,1 0-1 0 0,-1 0 0 0 0,1 0 1 0 0,0-1-1 0 0,0 1 0 0 0,0-1 1 0 0,0 1-1 0 0,0-1 0 0 0,0 0 1 0 0,0 0-1 0 0,0 0 0 0 0,0-1 0 0 0,1 1 1 0 0,-1-1-1 0 0,0 0 0 0 0,0 0 1 0 0,1 0-1 0 0,-1 0 0 0 0,4-1 1 0 0,12-3 299 0 0,-8 2-201 0 0,1-1 0 0 0,-1 2 1 0 0,1 0-1 0 0,-1 0 0 0 0,19 2 1 0 0,-28-1-75 0 0,1 0 1 0 0,0 1 0 0 0,0 0 0 0 0,-1-1-1 0 0,1 1 1 0 0,0 0 0 0 0,-1 1 0 0 0,1-1-1 0 0,-1 0 1 0 0,1 1 0 0 0,-1-1 0 0 0,0 1-1 0 0,1 0 1 0 0,-1 0 0 0 0,0 0 0 0 0,0 0 0 0 0,0 0-1 0 0,-1 0 1 0 0,1 1 0 0 0,0-1 0 0 0,-1 1-1 0 0,0-1 1 0 0,1 1 0 0 0,-1-1 0 0 0,0 1-1 0 0,0 0 1 0 0,-1-1 0 0 0,2 5 0 0 0,-2-3 83 0 0,0 1 0 0 0,0-1 0 0 0,0 1 0 0 0,0-1 0 0 0,-1 1 0 0 0,0-1 0 0 0,0 1 0 0 0,0-1 0 0 0,0 1 0 0 0,-1-1 0 0 0,1 0 0 0 0,-1 0 0 0 0,0 0 0 0 0,-1 0 0 0 0,1 0 0 0 0,-1 0 0 0 0,1-1 0 0 0,-1 1 0 0 0,0-1 0 0 0,-5 5 0 0 0,-6 5-45 0 0,-1 0 0 0 0,1-1 1 0 0,-24 14-1 0 0,-4-2 181 0 0,18-17-1584 0 0,2-9-4601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5.6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411 0 7834 0 0,'-11'5'5142'0'0,"11"-4"-4981"0"0,-8 14 1983 0 0,7-11-2452 0 0,-61 148 3047 0 0,6-14-1991 0 0,-35 41-195 0 0,56-115-188 0 0,2 1 0 0 0,-44 128 0 0 0,72-174-614 0 0,3-11-50 0 0,0 0 0 0 0,0 0 0 0 0,0-1-1 0 0,-1 1 1 0 0,0-1 0 0 0,-1 0 0 0 0,1 0 0 0 0,-7 9-1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6.0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54 181 4145 0 0,'-7'-4'166'0'0,"-1"1"951"0"0,0-1 0 0 0,1 0 0 0 0,0-1 0 0 0,-10-7-1 0 0,17 11-1030 0 0,1 0 0 0 0,-1 0-1 0 0,0 0 1 0 0,0 1 0 0 0,0-1-1 0 0,1 0 1 0 0,-1 0 0 0 0,0 0-1 0 0,1 0 1 0 0,-1 0 0 0 0,1 1-1 0 0,-1-1 1 0 0,1 0-1 0 0,-1 0 1 0 0,1 1 0 0 0,-1-1-1 0 0,1 0 1 0 0,0 1 0 0 0,0-1-1 0 0,-1 1 1 0 0,1-1 0 0 0,0 1-1 0 0,0-1 1 0 0,1 0-1 0 0,22-15 340 0 0,13-9 283 0 0,55-32 1802 0 0,-82 52-2142 0 0,1 0 0 0 0,0 0 1 0 0,-1 1-1 0 0,1 1 1 0 0,1 0-1 0 0,21-4 0 0 0,-31 8-311 0 0,-1-1-1 0 0,1 0 1 0 0,0 0-1 0 0,-1 0 1 0 0,1 1-1 0 0,0-1 1 0 0,-1 1-1 0 0,1 0 1 0 0,-1-1-1 0 0,1 1 1 0 0,-1 0-1 0 0,1 0 1 0 0,-1 0-1 0 0,0 0 1 0 0,1 0-1 0 0,-1 0 1 0 0,0 0-1 0 0,0 0 1 0 0,0 0-1 0 0,0 1 1 0 0,0-1-1 0 0,0 1 1 0 0,0-1-1 0 0,0 0 1 0 0,0 1-1 0 0,-1 0 1 0 0,1-1-1 0 0,-1 1 1 0 0,1-1-1 0 0,-1 1 1 0 0,1 0-1 0 0,-1 2 1 0 0,3 9 201 0 0,-1 1 0 0 0,-1-1 0 0 0,0 16 1 0 0,0-13-139 0 0,-1 22-257 0 0,4 32 1379 0 0,4-38-2914 0 0,8-6-3413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6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 6449 0 0,'-1'-1'141'0'0,"1"1"-1"0"0,0-1 0 0 0,1 0 1 0 0,-1 0-1 0 0,0 1 0 0 0,0-1 0 0 0,0 0 1 0 0,0 1-1 0 0,0-1 0 0 0,1 0 0 0 0,-1 0 1 0 0,0 1-1 0 0,1-1 0 0 0,-1 0 1 0 0,1 1-1 0 0,-1-1 0 0 0,0 1 0 0 0,1-1 1 0 0,-1 0-1 0 0,1 1 0 0 0,0-1 1 0 0,-1 1-1 0 0,1-1 0 0 0,-1 1 0 0 0,1 0 1 0 0,0-1-1 0 0,-1 1 0 0 0,1 0 1 0 0,0-1-1 0 0,-1 1 0 0 0,1 0 0 0 0,0 0 1 0 0,0 0-1 0 0,-1-1 0 0 0,1 1 0 0 0,0 0 1 0 0,0 0-1 0 0,-1 0 0 0 0,1 0 1 0 0,0 0-1 0 0,0 1 0 0 0,-1-1 0 0 0,1 0 1 0 0,0 0-1 0 0,0 0 0 0 0,-1 1 1 0 0,2-1-1 0 0,2 2 616 0 0,0-1 1 0 0,0 0-1 0 0,0 1 1 0 0,-1 0-1 0 0,1 0 1 0 0,0 0-1 0 0,5 5 1 0 0,5 7-423 0 0,0 1 0 0 0,-1 0 1 0 0,-1 1-1 0 0,-1 1 0 0 0,0-1 0 0 0,-1 2 1 0 0,10 24-1 0 0,45 140 165 0 0,-37-95-316 0 0,-14-48-100 0 0,2 0 0 0 0,2-1-1 0 0,24 40 1 0 0,-26-54-681 0 0,0-1 0 0 0,2-1 1 0 0,0 0-1 0 0,1-1 1 0 0,35 28-1 0 0,-41-38-2321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7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191 139 6425 0 0,'-8'1'-57'0'0,"0"0"0"0"0,1 0 0 0 0,-1 1 0 0 0,0 0 0 0 0,1 1-1 0 0,-1 0 1 0 0,1 0 0 0 0,-12 7 0 0 0,1 1 147 0 0,1 0 0 0 0,-20 16 0 0 0,11-1 1259 0 0,25-25-1136 0 0,0 0 1 0 0,0 0-1 0 0,0 0 1 0 0,0 1-1 0 0,0-1 1 0 0,0 0-1 0 0,0 0 1 0 0,0 1-1 0 0,1-1 1 0 0,-1 0-1 0 0,1 1 1 0 0,-1-1-1 0 0,1 1 1 0 0,-1-1-1 0 0,1 1 1 0 0,0-1-1 0 0,0 1 1 0 0,-1-1-1 0 0,1 1 1 0 0,0-1-1 0 0,1 3 1 0 0,-1-4-120 0 0,1 0 1 0 0,0 0 0 0 0,-1 0-1 0 0,1 0 1 0 0,-1 0 0 0 0,1 0 0 0 0,0 0-1 0 0,-1 0 1 0 0,1 0 0 0 0,-1-1-1 0 0,1 1 1 0 0,0 0 0 0 0,-1 0 0 0 0,1 0-1 0 0,-1-1 1 0 0,1 1 0 0 0,-1 0-1 0 0,1-1 1 0 0,-1 1 0 0 0,1 0 0 0 0,-1-1-1 0 0,1 1 1 0 0,-1-1 0 0 0,1 1-1 0 0,-1-1 1 0 0,0 1 0 0 0,1-1 0 0 0,-1 1-1 0 0,0-1 1 0 0,1 1 0 0 0,-1-1-1 0 0,0 0 1 0 0,15-20 396 0 0,-1-4-504 0 0,-2 0 0 0 0,0 0 1 0 0,10-40-1 0 0,9-18 1761 0 0,-30 81-1623 0 0,0 1 0 0 0,0 0 0 0 0,0 0 1 0 0,0-1-1 0 0,0 1 0 0 0,0 0 0 0 0,0 0 0 0 0,1 0 1 0 0,-1 0-1 0 0,0 0 0 0 0,1 1 0 0 0,-1-1 0 0 0,1 0 1 0 0,-1 0-1 0 0,1 1 0 0 0,-1-1 0 0 0,1 1 0 0 0,-1 0 1 0 0,1-1-1 0 0,0 1 0 0 0,-1 0 0 0 0,1 0 0 0 0,-1 0 1 0 0,1 0-1 0 0,3 1 0 0 0,51 8 608 0 0,-32-4-255 0 0,25 1 60 0 0,-23-4-783 0 0,-1 1 0 0 0,0 1-1 0 0,47 15 1 0 0,-54-11-7483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7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65 2304 0 0,'-3'-4'245'0'0,"1"0"-1"0"0,-1-1 0 0 0,1 1 1 0 0,-1-1-1 0 0,1 0 0 0 0,-2-7 1 0 0,-14-13 8240 0 0,18 25-8367 0 0,-3 24 2659 0 0,2 48-2763 0 0,1-55 967 0 0,16 346-669 0 0,-2-78-482 0 0,-12 300 447 0 0,8-409 1352 0 0,-4-116-864 0 0,-3 65 0 0 0,-29 124 1130 0 0,19-197-1844 0 0,5-30 166 0 0,2-14-564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8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28 172 3225 0 0,'-1'0'77'0'0,"-1"-1"1"0"0,1 0-1 0 0,0 1 1 0 0,-1-1-1 0 0,1 0 1 0 0,0 1-1 0 0,0-1 1 0 0,0 0-1 0 0,0 0 1 0 0,0 0-1 0 0,0 0 0 0 0,0 0 1 0 0,0 0-1 0 0,0 0 1 0 0,0-1-1 0 0,0 1 1 0 0,1 0-1 0 0,-1 0 1 0 0,0-1-1 0 0,1 1 1 0 0,-1-1-1 0 0,1 1 1 0 0,0 0-1 0 0,-1-1 1 0 0,1 1-1 0 0,0-1 1 0 0,0-1-1 0 0,-4-43 1607 0 0,4 39-1342 0 0,1-1 1 0 0,0 0-1 0 0,0 1 1 0 0,1-1 0 0 0,2-7-1 0 0,-3 12-172 0 0,0 1 0 0 0,-1-1 0 0 0,1 1 0 0 0,0-1-1 0 0,1 1 1 0 0,-1 0 0 0 0,0-1 0 0 0,1 1 0 0 0,-1 0 0 0 0,1 0-1 0 0,0 0 1 0 0,0 0 0 0 0,0 0 0 0 0,0 1 0 0 0,0-1 0 0 0,0 0-1 0 0,0 1 1 0 0,3-2 0 0 0,-4 3-130 0 0,0 0 0 0 0,0 0 0 0 0,0 1 0 0 0,0-1-1 0 0,0 0 1 0 0,0 0 0 0 0,-1 0 0 0 0,1 1 0 0 0,0-1 0 0 0,0 0 0 0 0,0 1 0 0 0,0-1-1 0 0,0 1 1 0 0,0-1 0 0 0,-1 1 0 0 0,1 0 0 0 0,0-1 0 0 0,0 1 0 0 0,-1 0 0 0 0,1-1 0 0 0,0 1-1 0 0,-1 0 1 0 0,1 0 0 0 0,-1 0 0 0 0,1 0 0 0 0,-1-1 0 0 0,0 1 0 0 0,1 0 0 0 0,-1 0-1 0 0,1 1 1 0 0,12 35 684 0 0,-11-30-561 0 0,6 20 389 0 0,-2 1 1 0 0,4 36-1 0 0,-6-36-66 0 0,1 0 0 0 0,10 34 0 0 0,-15-61-408 0 0,0 1 0 0 0,1-1 0 0 0,-1 0 0 0 0,1 1 0 0 0,0-1 0 0 0,-1 1 0 0 0,1-1 0 0 0,0 0 0 0 0,0 0 0 0 0,0 1 0 0 0,-1-1 0 0 0,1 0 0 0 0,1 0 0 0 0,-1 0 0 0 0,0 0 0 0 0,0 0 0 0 0,0 0 0 0 0,0 0 0 0 0,1-1 0 0 0,-1 1 0 0 0,0 0 0 0 0,1-1 0 0 0,-1 1 0 0 0,1-1 0 0 0,1 1 0 0 0,0-1-1 0 0,0 0 0 0 0,-1 0 0 0 0,1 0-1 0 0,0-1 1 0 0,0 1 0 0 0,-1-1 0 0 0,1 0 0 0 0,-1 0-1 0 0,1 0 1 0 0,0 0 0 0 0,-1 0 0 0 0,5-4-1 0 0,5-4-35 0 0,1 0 0 0 0,-2-1 0 0 0,20-21 0 0 0,37-37-5139 0 0,-53 53-766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8.7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27 8290 0 0,'-28'-9'1691'0'0,"20"-8"5387"0"0,19 20-5850 0 0,7 7-319 0 0,-4 1-495 0 0,-1 0 0 0 0,0 1-1 0 0,-1 0 1 0 0,0 1 0 0 0,19 28 0 0 0,-8-7-1671 0 0,24 52 0 0 0,-36-65-5673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9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6913 0 0,'-6'4'11240'0'0,"19"1"-10949"0"0,0 1 0 0 0,0 0 0 0 0,0 0 0 0 0,-1 2-1 0 0,0-1 1 0 0,0 2 0 0 0,-1-1 0 0 0,-1 2 0 0 0,1-1 0 0 0,-1 1-1 0 0,11 15 1 0 0,-4-4-768 0 0,24 41 0 0 0,-27-38-2582 0 0,14 37-1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9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16 352 3225 0 0,'-1'-2'22'0'0,"-1"0"0"0"0,0 0 0 0 0,1 0 0 0 0,0 0 0 0 0,0 0 0 0 0,-1-1 0 0 0,1 1 0 0 0,0 0 0 0 0,1-1 0 0 0,-1 1 0 0 0,0 0 0 0 0,1-1 0 0 0,-1 1 0 0 0,1-1 0 0 0,0 0 0 0 0,0 1 0 0 0,0-1 0 0 0,0 1 0 0 0,0-1 0 0 0,1 1 0 0 0,0-4 0 0 0,15-59 896 0 0,-13 56-500 0 0,2-6-10 0 0,1 0-1 0 0,0 0 1 0 0,0 1-1 0 0,18-27 1 0 0,-13 25-951 0 0,1 2 1 0 0,0 0-1 0 0,1 0 1 0 0,1 1 0 0 0,0 1-1 0 0,26-19 1 0 0,-27 23 489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9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6913 0 0,'3'1'237'0'0,"0"0"0"0"0,0 0 0 0 0,0-1 0 0 0,0 1 0 0 0,0-1 0 0 0,0 0 0 0 0,0 0 0 0 0,0 0 0 0 0,0 0-1 0 0,0 0 1 0 0,0-1 0 0 0,6-1 0 0 0,6 0 1942 0 0,-12 2-2018 0 0,-1 0 0 0 0,0 0 0 0 0,1 0 0 0 0,-1 1 0 0 0,0-1 0 0 0,0 0 0 0 0,1 1 0 0 0,-1 0 0 0 0,0 0 0 0 0,0-1 0 0 0,0 1 0 0 0,0 0 0 0 0,0 1 0 0 0,0-1 0 0 0,0 0 0 0 0,0 1 0 0 0,0-1 1 0 0,-1 1-1 0 0,1-1 0 0 0,-1 1 0 0 0,2 2 0 0 0,1 2 30 0 0,-1 0 0 0 0,0 0 0 0 0,0 1 1 0 0,0-1-1 0 0,2 11 0 0 0,-4-12 43 0 0,0 0-1 0 0,0 0 1 0 0,1 0 0 0 0,0-1 0 0 0,0 1-1 0 0,0 0 1 0 0,0-1 0 0 0,1 0-1 0 0,0 0 1 0 0,0 1 0 0 0,0-2 0 0 0,7 8-1 0 0,-9-10-200 0 0,0-1-1 0 0,1 0 1 0 0,-1 1-1 0 0,0-1 1 0 0,1 0-1 0 0,-1 0 1 0 0,0 0-1 0 0,0 0 1 0 0,1 0-1 0 0,-1 0 1 0 0,0 0-1 0 0,1-1 1 0 0,-1 1-1 0 0,0 0 1 0 0,0-1-1 0 0,1 1 1 0 0,-1-1-1 0 0,0 1 1 0 0,0-1-1 0 0,0 0 1 0 0,0 1-1 0 0,0-1 1 0 0,0 0-1 0 0,0 0 1 0 0,0 0-1 0 0,0 0 1 0 0,0 1-1 0 0,0-1 1 0 0,0-2-1 0 0,27-30-469 0 0,5-29-4248 0 0,-10 18-4120 0 0,-21 40 8282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09.5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0 188 6449 0 0,'3'-5'288'0'0,"-1"3"57"0"0,-1-1-281 0 0,2-1-64 0 0,-1 0 0 0 0,1 0 0 0 0,0 0 112 0 0,2-7 8 0 0,6-6 0 0 0,4-5 0 0 0,0-2-600 0 0,0 1-129 0 0,-1 2-15 0 0,-2 5-8 0 0,2 2 488 0 0,-3 4 144 0 0,-3 6-64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0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29 6913 0 0,'-1'-1'422'0'0,"0"-1"-1"0"0,0 1 1 0 0,0 0-1 0 0,0-1 1 0 0,1 1-1 0 0,-1-1 1 0 0,0 1-1 0 0,3-16 6615 0 0,-2 17-6936 0 0,12 12 1514 0 0,44 72 353 0 0,3 4-2738 0 0,-18-31-5993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0.3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5 3225 0 0,'-6'-5'13765'0'0,"21"14"-11020"0"0,28 23-2488 0 0,-25-12-215 0 0,-2 0 0 0 0,23 38-1 0 0,-12-13-2678 0 0,-9-15-1702 0 0,-4-8-1336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0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13 335 2761 0 0,'-1'0'28'0'0,"0"0"1"0"0,1 0-1 0 0,-1-1 1 0 0,0 1 0 0 0,1 0-1 0 0,-1-1 1 0 0,1 1 0 0 0,-1 0-1 0 0,0-1 1 0 0,1 1-1 0 0,-1 0 1 0 0,1-1 0 0 0,-1 1-1 0 0,1-1 1 0 0,0 1-1 0 0,-1-1 1 0 0,1 0 0 0 0,-1 1-1 0 0,1-1 1 0 0,0 1-1 0 0,-1-1 1 0 0,1 0 0 0 0,0 1-1 0 0,0-1 1 0 0,0 0 0 0 0,-1 1-1 0 0,1-1 1 0 0,0 0-1 0 0,0 1 1 0 0,0-1 0 0 0,0 0-1 0 0,0 1 1 0 0,0-1-1 0 0,0 0 1 0 0,0 1 0 0 0,1-1-1 0 0,-1 0 1 0 0,0 1 0 0 0,0-1-1 0 0,1-1 1 0 0,9-35 919 0 0,-8 30-862 0 0,5-14-44 0 0,1 0 1 0 0,0 0-1 0 0,2 1 1 0 0,0 1 0 0 0,1 0-1 0 0,1 0 1 0 0,0 1-1 0 0,2 0 1 0 0,0 1-1 0 0,1 1 1 0 0,28-24 0 0 0,-42 39 1 0 0,1-1 0 0 0,-1 1 0 0 0,1-1 0 0 0,0 1 0 0 0,-1-1 0 0 0,1 1 0 0 0,0 0 1 0 0,0 0-1 0 0,0 0 0 0 0,0 0 0 0 0,0 0 0 0 0,0 0 0 0 0,0 0 0 0 0,0 1 1 0 0,0-1-1 0 0,1 1 0 0 0,-1 0 0 0 0,0-1 0 0 0,0 1 0 0 0,0 0 0 0 0,1 0 0 0 0,-1 1 1 0 0,0-1-1 0 0,0 0 0 0 0,0 1 0 0 0,1-1 0 0 0,-1 1 0 0 0,0 0 0 0 0,0 0 1 0 0,0-1-1 0 0,3 3 0 0 0,32 8 6269 0 0,-32-10-5450 0 0,0 0 1 0 0,0 0-1 0 0,0 1 0 0 0,0-1 0 0 0,0 1 1 0 0,0 1-1 0 0,-1-1 0 0 0,6 4 0 0 0,-7-4-764 0 0,-1 1 0 0 0,1-1 0 0 0,-1 1 0 0 0,1 0 0 0 0,-1 0 0 0 0,0 0-1 0 0,0 0 1 0 0,0 0 0 0 0,2 5 0 0 0,9 31-10 0 0,-12-32-97 0 0,1-1 1 0 0,-1 0-1 0 0,1 0 0 0 0,1 0 0 0 0,-1 0 1 0 0,1 0-1 0 0,0-1 0 0 0,0 1 1 0 0,1-1-1 0 0,-1 1 0 0 0,1-1 1 0 0,1-1-1 0 0,7 9 0 0 0,-11-13-11 0 0,0 1-1 0 0,0-1 1 0 0,0 1 0 0 0,0-1-1 0 0,0 1 1 0 0,0-1-1 0 0,0 0 1 0 0,0 1-1 0 0,0-1 1 0 0,0 0-1 0 0,0 0 1 0 0,0 0-1 0 0,0 0 1 0 0,0 0 0 0 0,0 0-1 0 0,0 0 1 0 0,0 0-1 0 0,0-1 1 0 0,0 1-1 0 0,0 0 1 0 0,0-1-1 0 0,0 1 1 0 0,1-1-1 0 0,1-1-48 0 0,-1 1 0 0 0,0-1-1 0 0,1 0 1 0 0,-1 0-1 0 0,0 0 1 0 0,0 0-1 0 0,0 0 1 0 0,2-4-1 0 0,1-2-489 0 0,0-1 0 0 0,-1 1 0 0 0,0-1 0 0 0,4-11 1 0 0,-3 5-788 0 0,-2 0-202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0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0 156 11058 0 0,'3'-1'488'0'0,"0"-1"105"0"0,0 1-473 0 0,-1-2-120 0 0,1 2 0 0 0,0-2 0 0 0,1 0 272 0 0,3-4 32 0 0,4-2 8 0 0,4-6 0 0 0,3-2-184 0 0,-2 0-32 0 0,2-1 0 0 0,-1-1-8 0 0,3 0-88 0 0,-3-2 96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0.3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0 6913 0 0,'-1'0'347'0'0,"0"0"0"0"0,0 0 0 0 0,0 0-1 0 0,0 0 1 0 0,0 1 0 0 0,0-1 0 0 0,-1 0-1 0 0,1 0 1 0 0,0 1 0 0 0,0-1 0 0 0,0 1-1 0 0,0-1 1 0 0,0 0 0 0 0,0 1 0 0 0,0 0-1 0 0,1-1 1 0 0,-1 1 0 0 0,-2 1 693 0 0,3-1-693 0 0,-1 0 0 0 0,-1 1-1 0 0,1 0-128 0 0,1 0 0 0 0,-1 0-1 0 0,0 0 1 0 0,1 0-1 0 0,0 0 1 0 0,-1 0 0 0 0,1 0-1 0 0,0 0 1 0 0,0 0 0 0 0,0 0-1 0 0,0 4 1 0 0,3 7-360 0 0,-1-1 1 0 0,2 0-1 0 0,6 18 1 0 0,-6-20 734 0 0,69 176-465 0 0,-35-94 339 0 0,40 145 0 0 0,-77-232-488 0 0,0 0 0 0 0,0-1 0 0 0,-1 1 0 0 0,1 0 0 0 0,-1-1 1 0 0,0 1-1 0 0,-1 0 0 0 0,-1 6 0 0 0,2-9-204 0 0,-1 0-1 0 0,1 0 1 0 0,-1 0 0 0 0,0 0 0 0 0,0 0 0 0 0,0-1 0 0 0,0 1-1 0 0,0 0 1 0 0,0 0 0 0 0,0-1 0 0 0,0 1 0 0 0,-1-1 0 0 0,-2 3-1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0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0 452 2304 0 0,'1'-26'880'0'0,"0"0"0"0"0,1 1-1 0 0,2-1 1 0 0,1 1-1 0 0,1-1 1 0 0,1 1-1 0 0,16-39 1 0 0,-18 55-452 0 0,1 1 0 0 0,0-1 0 0 0,0 1 0 0 0,1 0 1 0 0,-1 0-1 0 0,2 1 0 0 0,-1 0 0 0 0,1 0 0 0 0,13-9 0 0 0,14-6 636 0 0,39-19 0 0 0,-25 15-370 0 0,-39 20-632 0 0,-6 2-116 0 0,1 1 1 0 0,0 1-1 0 0,-1-1 1 0 0,1 1-1 0 0,0-1 1 0 0,0 1-1 0 0,0 1 1 0 0,0-1-1 0 0,1 1 1 0 0,-1 0-1 0 0,0 0 1 0 0,1 0-1 0 0,9 1 1 0 0,-6 3-981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0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81 8754 0 0,'-5'8'617'0'0,"7"-6"-232"0"0,21-8-79 0 0,33-17 44 0 0,-19 3-122 0 0,-21 12-1216 0 0,-1 0-1 0 0,2 1 0 0 0,23-7 0 0 0,-23 9 897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1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0 185 7834 0 0,'2'3'252'0'0,"-1"-1"0"0"0,1 1 0 0 0,0-1 0 0 0,0 0 1 0 0,0 1-1 0 0,0-1 0 0 0,0 0 0 0 0,0 0 0 0 0,1-1 1 0 0,-1 1-1 0 0,5 2 0 0 0,4 4 468 0 0,69 67 4280 0 0,-52-46-4256 0 0,-1 1 0 0 0,26 37 0 0 0,-45-52 31 0 0,-8-15-754 0 0,0 0 1 0 0,0 0-1 0 0,0 0 1 0 0,0 0-1 0 0,0 0 1 0 0,0 0-1 0 0,0 0 1 0 0,0 1-1 0 0,0-1 1 0 0,0 0-1 0 0,0 0 1 0 0,0 0-1 0 0,0 0 1 0 0,0 0-1 0 0,0 0 0 0 0,0 0 1 0 0,0 0-1 0 0,0 0 1 0 0,0 0-1 0 0,0 0 1 0 0,0 1-1 0 0,0-1 1 0 0,0 0-1 0 0,0 0 1 0 0,0 0-1 0 0,0 0 1 0 0,0 0-1 0 0,0 0 0 0 0,0 0 1 0 0,0 0-1 0 0,0 0 1 0 0,0 0-1 0 0,0 0 1 0 0,0 0-1 0 0,0 0 1 0 0,-1 0-1 0 0,1 1 1 0 0,0-1-1 0 0,0 0 1 0 0,0 0-1 0 0,0 0 1 0 0,0 0-1 0 0,0 0 0 0 0,0 0 1 0 0,0 0-1 0 0,0 0 1 0 0,0 0-1 0 0,0 0 1 0 0,-1 0-1 0 0,1 0 1 0 0,0 0-1 0 0,0 0 1 0 0,0 0-1 0 0,0 0 1 0 0,0 0-1 0 0,0 0 0 0 0,0 0 1 0 0,0 0-1 0 0,0 0 1 0 0,0-1-1 0 0,0 1 1 0 0,-1 0-1 0 0,1 0 1 0 0,0 0-1 0 0,0 0 1 0 0,0 0-1 0 0,0 0 1 0 0,0 0-1 0 0,-1-1 69 0 0,-1-1-1 0 0,1 1 1 0 0,0 0 0 0 0,-1-1-1 0 0,1 1 1 0 0,0-1 0 0 0,0 0-1 0 0,0 1 1 0 0,0-1 0 0 0,0 0-1 0 0,1 1 1 0 0,-1-1-1 0 0,1 0 1 0 0,-1-2 0 0 0,-3-14-29 0 0,2 1 0 0 0,0-1 1 0 0,2 1-1 0 0,0-1 1 0 0,0 1-1 0 0,2-1 0 0 0,0 1 1 0 0,1-1-1 0 0,9-29 0 0 0,-3 22-458 0 0,0 0-1 0 0,2 1 1 0 0,0 0 0 0 0,2 1-1 0 0,29-41 1 0 0,-26 42-801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1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0 332 6449 0 0,'0'1'46'0'0,"0"0"-1"0"0,1-1 0 0 0,-1 1 0 0 0,0 0 1 0 0,0-1-1 0 0,0 1 0 0 0,0 0 1 0 0,1-1-1 0 0,-1 1 0 0 0,0 0 0 0 0,0-1 1 0 0,1 1-1 0 0,-1-1 0 0 0,0 1 0 0 0,1-1 1 0 0,-1 1-1 0 0,1-1 0 0 0,-1 1 0 0 0,1-1 1 0 0,-1 1-1 0 0,1-1 0 0 0,-1 1 1 0 0,1-1-1 0 0,-1 0 0 0 0,1 1 0 0 0,0-1 1 0 0,-1 0-1 0 0,1 0 0 0 0,0 1 0 0 0,-1-1 1 0 0,1 0-1 0 0,0 0 0 0 0,2 0 130 0 0,-1 0 0 0 0,0-1-1 0 0,0 1 1 0 0,0-1 0 0 0,0 1-1 0 0,0-1 1 0 0,0 0 0 0 0,-1 0 0 0 0,1 0-1 0 0,3-2 1 0 0,4-2 784 0 0,-1-1 0 0 0,-1 0-1 0 0,12-13 1 0 0,-5 4-485 0 0,-2-2-1 0 0,0 1 0 0 0,0-2 1 0 0,-2 0-1 0 0,0 0 0 0 0,-1-1 1 0 0,-1 0-1 0 0,-1 0 0 0 0,0-1 0 0 0,-2 0 1 0 0,4-23-1 0 0,-8 41-448 0 0,-1 0 1 0 0,0-1-1 0 0,1 1 0 0 0,-1 0 1 0 0,0 0-1 0 0,0-1 0 0 0,0 1 1 0 0,-1 0-1 0 0,1 0 0 0 0,-1-1 1 0 0,1 1-1 0 0,-1 0 0 0 0,1 0 1 0 0,-1 0-1 0 0,0 0 0 0 0,0 0 1 0 0,0 0-1 0 0,0 0 0 0 0,-1 0 0 0 0,1 0 1 0 0,0 0-1 0 0,-1 1 0 0 0,0-1 1 0 0,1 0-1 0 0,-1 1 0 0 0,0 0 1 0 0,1-1-1 0 0,-4 0 0 0 0,3 1-2 0 0,0 0 1 0 0,-1 1-1 0 0,1-1 0 0 0,0 1 0 0 0,-1 0 0 0 0,1 0 1 0 0,-1 0-1 0 0,1 0 0 0 0,0 1 0 0 0,-1-1 0 0 0,1 0 1 0 0,-1 1-1 0 0,1 0 0 0 0,0-1 0 0 0,0 1 0 0 0,-1 0 1 0 0,1 0-1 0 0,0 1 0 0 0,0-1 0 0 0,0 0 0 0 0,0 1 0 0 0,0-1 1 0 0,1 1-1 0 0,-1-1 0 0 0,0 1 0 0 0,-2 3 0 0 0,0-1-89 0 0,1 0-1 0 0,-1 1 0 0 0,1 0 0 0 0,0-1 0 0 0,0 1 0 0 0,0 1 1 0 0,1-1-1 0 0,-1 0 0 0 0,1 1 0 0 0,1-1 0 0 0,-1 1 0 0 0,1-1 0 0 0,0 1 1 0 0,0 0-1 0 0,0-1 0 0 0,1 1 0 0 0,0 0 0 0 0,0 0 0 0 0,1-1 1 0 0,0 1-1 0 0,0 0 0 0 0,0 0 0 0 0,0-1 0 0 0,1 1 0 0 0,0-1 1 0 0,0 0-1 0 0,1 1 0 0 0,-1-1 0 0 0,1 0 0 0 0,4 5 0 0 0,-2-2-75 0 0,1 0-1 0 0,1 0 0 0 0,-1 0 0 0 0,1-1 1 0 0,1 0-1 0 0,-1 0 0 0 0,1-1 1 0 0,0 0-1 0 0,1 0 0 0 0,-1-1 0 0 0,1 0 1 0 0,0-1-1 0 0,0 0 0 0 0,1 0 1 0 0,-1-1-1 0 0,16 3 0 0 0,-12-4-272 0 0,1-1-1 0 0,0 0 1 0 0,-1-1-1 0 0,1-1 1 0 0,0 0 0 0 0,-1 0-1 0 0,1-2 1 0 0,-1 0-1 0 0,26-9 1 0 0,-8-1-695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2:51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148 230 1376 0 0,'-2'-1'260'0'0,"-1"0"1"0"0,1 1-1 0 0,0-1 0 0 0,-1 1 0 0 0,1 0 0 0 0,0 0 0 0 0,-1 0 0 0 0,1 0 0 0 0,-1 0 0 0 0,1 0 0 0 0,0 0 1 0 0,-1 1-1 0 0,1 0 0 0 0,0-1 0 0 0,-1 1 0 0 0,1 0 0 0 0,0 0 0 0 0,0 0 0 0 0,0 0 0 0 0,0 0 1 0 0,0 1-1 0 0,0-1 0 0 0,-3 4 0 0 0,-1 0 458 0 0,0 0-1 0 0,1 0 1 0 0,0 1 0 0 0,0-1-1 0 0,0 1 1 0 0,-4 9 0 0 0,1-2-318 0 0,1 1 1 0 0,0 0-1 0 0,2 0 1 0 0,-1 0-1 0 0,2 1 1 0 0,0 0-1 0 0,1 0 1 0 0,-3 22-1 0 0,10-17-76 0 0,-3-19-336 0 0,-1-1 0 0 0,0 0 1 0 0,0 1-1 0 0,1-1 0 0 0,-1 0 0 0 0,0 0 0 0 0,1 1 0 0 0,-1-1 0 0 0,0 0 0 0 0,1 0 0 0 0,-1 1 1 0 0,0-1-1 0 0,1 0 0 0 0,-1 0 0 0 0,0 0 0 0 0,1 0 0 0 0,-1 0 0 0 0,1 0 0 0 0,-1 1 0 0 0,0-1 0 0 0,1 0 1 0 0,-1 0-1 0 0,1 0 0 0 0,-1 0 0 0 0,0 0 0 0 0,1 0 0 0 0,0-1 0 0 0,0 1-52 0 0,1-1-1 0 0,0 0 0 0 0,0 0 1 0 0,-1 0-1 0 0,1 0 1 0 0,-1-1-1 0 0,1 1 0 0 0,-1 0 1 0 0,1 0-1 0 0,-1-1 1 0 0,0 1-1 0 0,0-1 0 0 0,0 0 1 0 0,0 1-1 0 0,2-3 1 0 0,16-48 405 0 0,-17 44-80 0 0,0 1 0 0 0,0 0-1 0 0,0 1 1 0 0,1-1 0 0 0,0 0 0 0 0,0 1 0 0 0,1 0 0 0 0,-1-1-1 0 0,1 1 1 0 0,1 1 0 0 0,-1-1 0 0 0,1 1 0 0 0,6-6-1 0 0,-9 10-171 0 0,0 0 0 0 0,0 0 0 0 0,0 0-1 0 0,0 1 1 0 0,0-1 0 0 0,0 1 0 0 0,0 0-1 0 0,0-1 1 0 0,0 1 0 0 0,1 0-1 0 0,-1 0 1 0 0,0 0 0 0 0,0 1 0 0 0,0-1-1 0 0,0 0 1 0 0,0 1 0 0 0,0-1 0 0 0,0 1-1 0 0,0 0 1 0 0,0 0 0 0 0,0-1-1 0 0,0 1 1 0 0,0 1 0 0 0,-1-1 0 0 0,1 0-1 0 0,0 0 1 0 0,-1 1 0 0 0,2 1-1 0 0,8 6 48 0 0,-1 1-1 0 0,0 1 1 0 0,9 13-1 0 0,-5-7-80 0 0,70 70-12 0 0,-48-52-26 0 0,35 44 1 0 0,-86-231 2029 0 0,19-80-1424 0 0,1 186-1814 0 0,13-61 1 0 0,-7 65-6981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2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1910 3681 0 0,'-4'0'292'0'0,"0"0"0"0"0,0 0 0 0 0,0 0 0 0 0,0 1 0 0 0,0 0 0 0 0,0-1 0 0 0,0 1 0 0 0,1 1 0 0 0,-1-1 0 0 0,0 0 0 0 0,0 1 1 0 0,-10 8 5644 0 0,30-18-4927 0 0,8-4-676 0 0,65-52 137 0 0,-42 28-403 0 0,1 2-1 0 0,2 2 1 0 0,2 3-1 0 0,64-28 0 0 0,32 6-68 0 0,87-37 66 0 0,31-39 408 0 0,334-144 1055 0 0,-134 79-476 0 0,-275 111-761 0 0,75-40-105 0 0,-73 31-78 0 0,-30 9 86 0 0,203-135-1 0 0,-167 79-540 0 0,98-58-482 0 0,-288 188-1466 0 0,-22 9-817 0 0,7 0 2013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3.3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19 920 0 0,'-30'-19'16901'0'0,"33"22"-16654"0"0,11 6-188 0 0,1-1 0 0 0,0 0 0 0 0,0-1 0 0 0,0-1 0 0 0,1 0 0 0 0,0-1 1 0 0,20 3-1 0 0,-9-1 132 0 0,48 19 0 0 0,-67-22-175 0 0,0-1 0 0 0,0 2 0 0 0,-1-1 1 0 0,1 1-1 0 0,-1 0 0 0 0,-1 1 0 0 0,1 0 0 0 0,-1 0 0 0 0,0 0 0 0 0,6 9 0 0 0,-7-7-31 0 0,0 0-1 0 0,-1 1 1 0 0,0 0 0 0 0,-1 0 0 0 0,0 0-1 0 0,0 0 1 0 0,-1 1 0 0 0,0-1-1 0 0,0 0 1 0 0,-1 1 0 0 0,-1 0-1 0 0,1-1 1 0 0,-3 13 0 0 0,-1 16-124 0 0,-17 72 1 0 0,19-104 133 0 0,-30 113-562 0 0,20-84 182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4.0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12 105 3681 0 0,'-1'0'104'0'0,"1"0"0"0"0,0 1-1 0 0,-1-1 1 0 0,1 0 0 0 0,0 0 0 0 0,-1 0 0 0 0,1 0 0 0 0,0 0 0 0 0,-1 0 0 0 0,1 0 0 0 0,0 0 0 0 0,-1 0 0 0 0,1 0-1 0 0,0 0 1 0 0,-1 0 0 0 0,1 0 0 0 0,0-1 0 0 0,-1 1 0 0 0,1 0 0 0 0,0 0 0 0 0,-1 0 0 0 0,1 0 0 0 0,0-1-1 0 0,0 1 1 0 0,-1 0 0 0 0,1 0 0 0 0,0 0 0 0 0,0-1 0 0 0,-1 1 0 0 0,1 0 0 0 0,0-1 0 0 0,0 1 0 0 0,-1 0-1 0 0,1 0 1 0 0,0-1 0 0 0,0 1 0 0 0,0 0 0 0 0,0-1 0 0 0,0 1 0 0 0,0 0 0 0 0,0-1 0 0 0,-1 0 0 0 0,12-14 2125 0 0,24-14-854 0 0,32-10 26 0 0,-63 37-1307 0 0,0-1 0 0 0,1 1 0 0 0,0 1-1 0 0,-1-1 1 0 0,1 1 0 0 0,0 0 0 0 0,0 0 0 0 0,0 0-1 0 0,0 0 1 0 0,0 1 0 0 0,0 0 0 0 0,0 0-1 0 0,6 2 1 0 0,-9-2-61 0 0,0 1 0 0 0,-1 0 1 0 0,1 0-1 0 0,0 0 0 0 0,-1 0 0 0 0,0 0 0 0 0,1 1 0 0 0,-1-1 0 0 0,0 0 1 0 0,1 1-1 0 0,-1-1 0 0 0,0 1 0 0 0,0-1 0 0 0,0 1 0 0 0,0 0 1 0 0,-1-1-1 0 0,1 1 0 0 0,0 0 0 0 0,-1 0 0 0 0,1-1 0 0 0,-1 1 1 0 0,1 0-1 0 0,-1 0 0 0 0,0 0 0 0 0,0 2 0 0 0,-1 51 284 0 0,1-52-296 0 0,-9 59 189 0 0,5-47-199 0 0,2 1-1 0 0,0 0 0 0 0,0 0 1 0 0,2 0-1 0 0,2 31 0 0 0,-2-46-15 0 0,0 0-1 0 0,1 1 1 0 0,-1-1-1 0 0,0 0 0 0 0,1 0 1 0 0,0 0-1 0 0,-1 0 1 0 0,1 0-1 0 0,-1 1 0 0 0,1-1 1 0 0,0 0-1 0 0,0 0 1 0 0,0 0-1 0 0,0-1 0 0 0,0 1 1 0 0,0 0-1 0 0,0 0 1 0 0,0 0-1 0 0,0-1 1 0 0,0 1-1 0 0,0-1 0 0 0,0 1 1 0 0,0-1-1 0 0,1 1 1 0 0,-1-1-1 0 0,0 1 0 0 0,0-1 1 0 0,1 0-1 0 0,-1 0 1 0 0,0 0-1 0 0,0 0 0 0 0,1 0 1 0 0,-1 0-1 0 0,0 0 1 0 0,0 0-1 0 0,1 0 0 0 0,1-1 1 0 0,7-2-181 0 0,1 1-1 0 0,-1-1 1 0 0,17-8 0 0 0,-9 3-17 0 0,-12 6 164 0 0,1 0 0 0 0,-1 0 0 0 0,0 1 0 0 0,1 0 0 0 0,-1 0 0 0 0,0 0 0 0 0,1 1 0 0 0,-1 0 0 0 0,1 0 0 0 0,11 2 0 0 0,-16-1 71 0 0,1 0-1 0 0,-1 0 1 0 0,1 0 0 0 0,-1 0-1 0 0,0 0 1 0 0,1 1 0 0 0,-1-1 0 0 0,0 1-1 0 0,0 0 1 0 0,0-1 0 0 0,0 1 0 0 0,0 0-1 0 0,-1 0 1 0 0,1 0 0 0 0,-1 1-1 0 0,1-1 1 0 0,-1 0 0 0 0,0 0 0 0 0,0 1-1 0 0,0-1 1 0 0,0 1 0 0 0,0-1 0 0 0,0 1-1 0 0,-1-1 1 0 0,1 1 0 0 0,-1-1-1 0 0,1 1 1 0 0,-1 5 0 0 0,0 4 204 0 0,-1 0 0 0 0,0 0 1 0 0,0-1-1 0 0,-1 1 0 0 0,0 0 0 0 0,-1-1 0 0 0,-1 1 1 0 0,0-1-1 0 0,-5 12 0 0 0,-4 4-676 0 0,-2-1 1 0 0,-24 35-1 0 0,25-41-5439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25 2304 0 0,'-1'0'-110'0'0,"-28"-6"885"0"0,25 5 390 0 0,0 0-1 0 0,0 0 1 0 0,1-1 0 0 0,-1 1 0 0 0,0-1 0 0 0,0 0 0 0 0,1 0 0 0 0,-1 0 0 0 0,-3-3 0 0 0,20 12 3658 0 0,14 8-3862 0 0,-13 1-696 0 0,0 0 1 0 0,-1 1-1 0 0,-1 0 1 0 0,0 1-1 0 0,-1 0 1 0 0,8 20-1 0 0,-4-8-250 0 0,22 32 0 0 0,-8-31-1738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0,'1'2'256'0'0,"0"1"1"0"0,0-1 0 0 0,0 0 0 0 0,0 0 0 0 0,0 0 0 0 0,1 1-1 0 0,-1-2 1 0 0,1 1 0 0 0,-1 0 0 0 0,3 2 0 0 0,1 2 552 0 0,87 118 6219 0 0,-61-86-6626 0 0,2-1 0 0 0,63 55 1 0 0,-77-75-730 0 0,-1-1-141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4.9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16 327 5529 0 0,'-15'11'666'0'0,"21"-22"1030"0"0,24-23 1453 0 0,-28 32-3067 0 0,63-72 2032 0 0,63-66-4105 0 0,-80 89 2088 0 0,-26 25-5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5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 2304 0 0,'5'-2'461'0'0,"0"0"-1"0"0,-1 0 1 0 0,1 1-1 0 0,0-1 1 0 0,0 1-1 0 0,0 0 1 0 0,0 0-1 0 0,0 0 1 0 0,0 1-1 0 0,0 0 1 0 0,0 0-1 0 0,0 0 1 0 0,0 1-1 0 0,0 0 1 0 0,0 0-1 0 0,0 0 1 0 0,0 0-1 0 0,0 1 1 0 0,0 0-1 0 0,-1 0 1 0 0,1 0-1 0 0,-1 0 1 0 0,5 4-1 0 0,-5-3-198 0 0,1 1 0 0 0,-1-1-1 0 0,0 1 1 0 0,0 0 0 0 0,-1 0-1 0 0,1 1 1 0 0,-1-1 0 0 0,0 1-1 0 0,0 0 1 0 0,0 0 0 0 0,-1 0-1 0 0,0 0 1 0 0,3 6 0 0 0,0 11 269 0 0,0 1 0 0 0,1 23 0 0 0,-4-29-460 0 0,0 0 0 0 0,1 0-1 0 0,1 0 1 0 0,11 31 0 0 0,-14-48-136 0 0,-1 1 0 0 0,0 0 0 0 0,1 0 0 0 0,-1 0 0 0 0,0 0 0 0 0,1 0 0 0 0,-1-1 0 0 0,1 1 0 0 0,0 0 0 0 0,-1 0 0 0 0,1-1 0 0 0,0 1 0 0 0,-1 0 0 0 0,1-1 0 0 0,0 1 0 0 0,-1-1 0 0 0,1 1 0 0 0,0-1 0 0 0,0 1 0 0 0,0-1 0 0 0,0 0 0 0 0,0 1 0 0 0,-1-1 0 0 0,1 0 0 0 0,0 0 0 0 0,0 0 0 0 0,0 1 0 0 0,0-1 0 0 0,0 0 0 0 0,0 0 0 0 0,0 0 0 0 0,0-1 0 0 0,0 1 0 0 0,0 0 0 0 0,1-1 0 0 0,1 0-595 0 0,0 0 0 0 0,0-1 0 0 0,0 0 0 0 0,0 1 0 0 0,0-1 0 0 0,-1 0 0 0 0,1-1 0 0 0,-1 1 0 0 0,3-3 0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15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30 129 6449 0 0,'-30'-14'7562'0'0,"42"2"-4240"0"0,61-40-538 0 0,-22 18-3920 0 0,-26 18-5610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1.8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178 203 1376 0 0,'-32'3'-32'0'0,"26"-1"107"0"0,1-1 0 0 0,-1-1 0 0 0,0 1 0 0 0,0-1 0 0 0,0 0 0 0 0,0-1 0 0 0,1 1 0 0 0,-1-1 0 0 0,0 0-1 0 0,-7-3 1 0 0,12 3-48 0 0,1-1 0 0 0,-1 0 0 0 0,1 1 0 0 0,0-1 0 0 0,-1 0 0 0 0,1 1 0 0 0,0-1 0 0 0,0 0 0 0 0,1 0 0 0 0,-1 1 0 0 0,0-1 0 0 0,0 0 0 0 0,1 1 0 0 0,-1-1 0 0 0,1 0 0 0 0,0 1 0 0 0,-1-1 0 0 0,2-1 0 0 0,3-13 101 0 0,-5 6 517 0 0,0 0 0 0 0,-1 0 1 0 0,0 0-1 0 0,0 0 0 0 0,-1 0 1 0 0,-4-14-1 0 0,5 20-330 0 0,-1-1-1 0 0,1 1 1 0 0,-1-1 0 0 0,0 1-1 0 0,0-1 1 0 0,-1 1 0 0 0,1 0 0 0 0,-1 0-1 0 0,0 0 1 0 0,0 1 0 0 0,0-1-1 0 0,-1 1 1 0 0,1 0 0 0 0,-1-1 0 0 0,-6-3-1 0 0,10 7-139 0 0,-1-1-1 0 0,1 1 1 0 0,-1 0 0 0 0,0 0-1 0 0,1-1 1 0 0,-1 1-1 0 0,1 0 1 0 0,-1 0 0 0 0,1 0-1 0 0,-1 0 1 0 0,1 0-1 0 0,-1 0 1 0 0,0 0-1 0 0,1 0 1 0 0,-1 0 0 0 0,1 0-1 0 0,-1 0 1 0 0,1 0-1 0 0,-1 0 1 0 0,0 0 0 0 0,1 0-1 0 0,-1 0 1 0 0,1 1-1 0 0,-1-1 1 0 0,1 0-1 0 0,-1 1 1 0 0,1-1 0 0 0,-1 1-1 0 0,-6 16 1704 0 0,6 32-1786 0 0,2-39 382 0 0,4 547 1479 0 0,-5-540-2031 0 0,-1 2-157 0 0,1 0 0 0 0,0 0 0 0 0,1-1 0 0 0,1 1 1 0 0,1 0-1 0 0,9 30 0 0 0,-12-47 31 0 0,1-1 0 0 0,0 1 1 0 0,0-1-1 0 0,-1 1 0 0 0,1 0 1 0 0,0-1-1 0 0,0 0 0 0 0,1 1 0 0 0,-1-1 1 0 0,0 0-1 0 0,0 1 0 0 0,3 1 0 0 0,5 0-1163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2.0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99 6449 0 0,'12'-6'182'0'0,"0"-1"0"0"0,1 2 0 0 0,-1 0 0 0 0,1 0-1 0 0,22-4 1 0 0,-5 0 561 0 0,2-2-2 0 0,5-1 1118 0 0,55-12 1 0 0,-80 22-1838 0 0,-1 0 0 0 0,1 1 0 0 0,0 1 0 0 0,-1 0 0 0 0,1 0 0 0 0,0 1 0 0 0,-1 0 0 0 0,1 1 0 0 0,15 5 0 0 0,-5 1-4671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2.2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1 131 6913 0 0,'22'-2'745'0'0,"14"-5"-882"0"0,0-1 0 0 0,-1-2 1 0 0,0-1-1 0 0,0-2 1 0 0,-1-1-1 0 0,53-32 0 0 0,-58 26 109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2.5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 0 4145 0 0,'-2'2'207'0'0,"0"1"1"0"0,0-1-1 0 0,0 1 1 0 0,0-1-1 0 0,0 1 1 0 0,1 0-1 0 0,0-1 1 0 0,-1 1-1 0 0,1 0 1 0 0,0 0-1 0 0,0 0 1 0 0,0 0-1 0 0,0 3 1 0 0,-6 42 3290 0 0,5-17-1481 0 0,3 0 1 0 0,0-1 0 0 0,8 40-1 0 0,1 21-175 0 0,-8-29-1233 0 0,-2-33-526 0 0,1 0 0 0 0,2 1 0 0 0,0-1 0 0 0,10 32 1 0 0,-11-55-274 0 0,0 1 1 0 0,1-1 0 0 0,-1 0 0 0 0,1 0 0 0 0,1 0 0 0 0,6 8 0 0 0,7 3-5242 0 0,-1-8-905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2.6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3 118 2761 0 0,'-1'-1'27'0'0,"1"0"1"0"0,0 0-1 0 0,-1 0 1 0 0,1 0-1 0 0,0 0 1 0 0,0 0-1 0 0,-1 0 1 0 0,1 0 0 0 0,0-1-1 0 0,0 1 1 0 0,0 0-1 0 0,0 0 1 0 0,1 0-1 0 0,-1 0 1 0 0,0 0 0 0 0,0 0-1 0 0,1 0 1 0 0,-1 0-1 0 0,0-1 1 0 0,1 1-1 0 0,0-1 1 0 0,21-21 924 0 0,-8 13-171 0 0,0 1 0 0 0,20-9 0 0 0,-22 12-163 0 0,-3 1-437 0 0,1 0-1 0 0,-1 1 1 0 0,17-6-1 0 0,-24 10-175 0 0,0-1 0 0 0,1 1 0 0 0,-1-1 0 0 0,0 1 0 0 0,0 0 0 0 0,0-1 0 0 0,1 1 0 0 0,-1 0 0 0 0,0 1 0 0 0,0-1 0 0 0,0 0 0 0 0,1 1 0 0 0,-1-1 0 0 0,0 1 0 0 0,0 0 0 0 0,0-1 0 0 0,0 1 0 0 0,0 0 0 0 0,0 0 0 0 0,0 0 0 0 0,0 1 0 0 0,0-1 0 0 0,2 3 0 0 0,4 6-5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2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3 172 2761 0 0,'0'1'8'0'0,"0"-1"1"0"0,0 0 0 0 0,-1 0 0 0 0,1 0 0 0 0,0 0 0 0 0,0 0 0 0 0,0 0 0 0 0,0 0 0 0 0,0 0 0 0 0,0 0-1 0 0,0 0 1 0 0,-1 0 0 0 0,1 0 0 0 0,0 0 0 0 0,0 1 0 0 0,0-1 0 0 0,0 0 0 0 0,0 0 0 0 0,0 0-1 0 0,0 0 1 0 0,0 0 0 0 0,0 0 0 0 0,0 0 0 0 0,0 1 0 0 0,0-1 0 0 0,0 0 0 0 0,0 0 0 0 0,0 0-1 0 0,0 0 1 0 0,0 0 0 0 0,0 0 0 0 0,0 1 0 0 0,0-1 0 0 0,0 0 0 0 0,0 0 0 0 0,0 0 0 0 0,0 0 0 0 0,0 0-1 0 0,0 1 1 0 0,0-1 0 0 0,0 0 0 0 0,0 0 0 0 0,0 0 0 0 0,0 0 0 0 0,0 0 0 0 0,0 0 0 0 0,0 0-1 0 0,0 0 1 0 0,0 1 0 0 0,1-1 0 0 0,-1 0 0 0 0,0 0 0 0 0,0 0 0 0 0,0 0 0 0 0,0 0 0 0 0,0 0-1 0 0,0 0 1 0 0,0 0 0 0 0,1 0 0 0 0,-1 0 0 0 0,0 0 0 0 0,0 0 0 0 0,0 0 0 0 0,0 0 0 0 0,1 0 0 0 0,14 0 864 0 0,19-7 534 0 0,-5-4-1370 0 0,1-1 1 0 0,-2-1-1 0 0,0-1 0 0 0,-1-2 1 0 0,0 0-1 0 0,30-26 0 0 0,-33 21-37 0 0,0-5 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3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63 1376 0 0,'-1'1'-172'0'0,"-21"6"1170"0"0,22-7-924 0 0,0 0 0 0 0,-1 0 0 0 0,1 0 0 0 0,0 0 0 0 0,-1 0 0 0 0,1 0 0 0 0,0 0 0 0 0,0 0 0 0 0,-1 0 0 0 0,1 0 0 0 0,0 0 0 0 0,-1 0 0 0 0,1 1 0 0 0,0-1 0 0 0,0 0 0 0 0,-1 0 0 0 0,1 0 0 0 0,0 0 0 0 0,0 1 0 0 0,-1-1 0 0 0,1 0 1 0 0,0 0-1 0 0,0 0 0 0 0,0 1 0 0 0,-1-1 0 0 0,1 0 0 0 0,0 0 0 0 0,0 1 0 0 0,0-1 0 0 0,0 0 0 0 0,0 1 0 0 0,-1-1 0 0 0,1 0 0 0 0,0 0 0 0 0,0 1 0 0 0,0-1 0 0 0,0 0 0 0 0,0 1 0 0 0,0-1 0 0 0,0 0 0 0 0,0 1 0 0 0,0-1 0 0 0,0 0 0 0 0,0 0 0 0 0,0 1 0 0 0,1-1 0 0 0,-1 0 0 0 0,0 1 0 0 0,0-1 0 0 0,0 0 0 0 0,0 0 0 0 0,0 1 0 0 0,1-1 0 0 0,-1 0 0 0 0,0 0 0 0 0,0 1 0 0 0,0-1 0 0 0,1 0 0 0 0,3 1 209 0 0,0 0 0 0 0,1 0 0 0 0,-1-1 0 0 0,1 0 0 0 0,-1 0 0 0 0,1 0 0 0 0,-1 0-1 0 0,0-1 1 0 0,1 1 0 0 0,-1-1 0 0 0,6-2 0 0 0,1 0 210 0 0,146-30 3014 0 0,-129 24-4376 0 0,44-19 1 0 0,-56 20-3589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3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10426 0 0,'11'60'1194'0'0,"-7"-31"196"0"0,2 0 0 0 0,13 41 0 0 0,-15-60-1652 0 0,-1-1-1 0 0,2 0 1 0 0,0 0-1 0 0,0 0 1 0 0,0 0 0 0 0,1-1-1 0 0,0 0 1 0 0,1 0 0 0 0,0-1-1 0 0,0 0 1 0 0,10 7-1 0 0,52 41-3600 0 0,-47-37 3719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3.9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405 345 7834 0 0,'-3'-3'99'0'0,"-1"-1"1"0"0,0 2-1 0 0,0-1 0 0 0,0 0 1 0 0,-1 1-1 0 0,1 0 1 0 0,-1 0-1 0 0,1 0 1 0 0,-1 1-1 0 0,0-1 1 0 0,1 1-1 0 0,-1 0 1 0 0,0 0-1 0 0,0 1 0 0 0,0-1 1 0 0,0 1-1 0 0,0 0 1 0 0,0 1-1 0 0,1-1 1 0 0,-6 2-1 0 0,-5 1 187 0 0,1 0 0 0 0,-1 0 0 0 0,1 2 0 0 0,0 0 0 0 0,0 0 1 0 0,1 1-1 0 0,-1 1 0 0 0,2 0 0 0 0,-1 1 0 0 0,-12 10 0 0 0,8-4-35 0 0,0 1 0 0 0,1 0 0 0 0,1 1 1 0 0,0 1-1 0 0,1 1 0 0 0,-12 20 0 0 0,23-33-189 0 0,0 1 0 0 0,0-1 0 0 0,1 1 0 0 0,0 0 0 0 0,0 0 0 0 0,0 0 0 0 0,1 0 0 0 0,-2 12 0 0 0,3-16-56 0 0,0-1 0 0 0,0 1 0 0 0,0-1 1 0 0,0 1-1 0 0,0-1 0 0 0,1 0 0 0 0,-1 1 0 0 0,0-1 0 0 0,1 1 0 0 0,-1-1 1 0 0,1 0-1 0 0,-1 1 0 0 0,1-1 0 0 0,0 0 0 0 0,0 0 0 0 0,-1 1 1 0 0,3 1-1 0 0,-1-2-6 0 0,-1 0 1 0 0,0-1-1 0 0,1 1 0 0 0,-1 0 1 0 0,1-1-1 0 0,0 1 1 0 0,-1-1-1 0 0,1 1 1 0 0,0-1-1 0 0,-1 0 1 0 0,1 1-1 0 0,-1-1 1 0 0,1 0-1 0 0,0 0 0 0 0,-1-1 1 0 0,1 1-1 0 0,0 0 1 0 0,-1 0-1 0 0,4-2 1 0 0,0 0-23 0 0,1 0 0 0 0,0 0 0 0 0,-1-1 0 0 0,0 0 1 0 0,1 0-1 0 0,-1-1 0 0 0,-1 1 0 0 0,1-1 0 0 0,0 0 1 0 0,-1-1-1 0 0,0 1 0 0 0,0-1 0 0 0,0 1 1 0 0,5-11-1 0 0,6-8-96 0 0,21-46-1 0 0,-35 65 93 0 0,10-21 172 0 0,-2-1-1 0 0,0 0 1 0 0,-2-1-1 0 0,-2 0 1 0 0,0 0 0 0 0,-1 0-1 0 0,-2 0 1 0 0,-1 0-1 0 0,-1-1 1 0 0,-1 1-1 0 0,-1 0 1 0 0,-9-38 0 0 0,-2 25 1107 0 0,12 38-1068 0 0,0-1-1 0 0,0 1 1 0 0,0 0-1 0 0,0 0 1 0 0,-1 0 0 0 0,1 0-1 0 0,-1 1 1 0 0,1-1 0 0 0,-1 0-1 0 0,1 0 1 0 0,-1 1 0 0 0,0-1-1 0 0,0 1 1 0 0,0 0 0 0 0,-3-2-1 0 0,5 3-120 0 0,-1 1 0 0 0,1 0-1 0 0,-1 0 1 0 0,1-1 0 0 0,-1 1-1 0 0,1 0 1 0 0,0 0 0 0 0,-1 0-1 0 0,1-1 1 0 0,0 1 0 0 0,0 0-1 0 0,0 0 1 0 0,-1 0 0 0 0,1 0 0 0 0,0 0-1 0 0,0 0 1 0 0,0 0 0 0 0,1-1-1 0 0,-1 1 1 0 0,0 0 0 0 0,0 1-1 0 0,2 23 36 0 0,4 19-93 0 0,3 0-1 0 0,2 0 1 0 0,1-1-1 0 0,3-1 1 0 0,1 0-1 0 0,2-1 1 0 0,2 0-1 0 0,2-2 1 0 0,28 39-1 0 0,-38-63-941 0 0,1 0 0 0 0,0-1 1 0 0,29 24-1 0 0,-24-24-5960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4.1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35 6913 0 0,'3'-13'424'0'0,"13"-8"8174"0"0,-9 42-8073 0 0,-5-10-1124 0 0,-1 0 1 0 0,-1 0 0 0 0,0 0-1 0 0,-2 17 1 0 0,0-10-4356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4.2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1 456 0 0,'-1'0'0'0'0,"-1"0"0"0"0,2 1 344 0 0,0 1-176 0 0,0 0 0 0 0,2 2-72 0 0,0 1-24 0 0,2 1 0 0 0,3 0 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4.5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133 28 3225 0 0,'-2'-3'142'0'0,"0"1"-1"0"0,0-1 1 0 0,0 1 0 0 0,0 0 0 0 0,0 0 0 0 0,0 0-1 0 0,-1 0 1 0 0,1 0 0 0 0,-1 0 0 0 0,1 1 0 0 0,-1-1 0 0 0,-4-1-1 0 0,5 3 116 0 0,0 0 0 0 0,0 1-1 0 0,0-1 1 0 0,1 0-1 0 0,-1 1 1 0 0,0-1 0 0 0,0 1-1 0 0,1 0 1 0 0,-1-1-1 0 0,0 1 1 0 0,1 0 0 0 0,-1 0-1 0 0,1 0 1 0 0,-1 0 0 0 0,1 0-1 0 0,-1 1 1 0 0,1-1-1 0 0,0 0 1 0 0,0 1 0 0 0,-1-1-1 0 0,1 1 1 0 0,-1 2-1 0 0,-6 6 290 0 0,1-1 0 0 0,1 1 0 0 0,0 0 0 0 0,0 1 0 0 0,1 0 0 0 0,1 0-1 0 0,0 0 1 0 0,0 0 0 0 0,1 0 0 0 0,0 1 0 0 0,1 0 0 0 0,0-1 0 0 0,1 1 0 0 0,1 14 0 0 0,1-10-327 0 0,0 0 0 0 0,2 0 0 0 0,0 0 0 0 0,0 0 0 0 0,2-1 0 0 0,0 0 0 0 0,1 1 0 0 0,0-2 0 0 0,16 27 0 0 0,24 30-41 0 0,-20-32 35 0 0,25 49-1 0 0,-45-76-676 0 0,-1-1-1 0 0,0 1 1 0 0,-1 0-1 0 0,0 1 1 0 0,-1-1 0 0 0,-1 1-1 0 0,0-1 1 0 0,0 1-1 0 0,-1 14 1 0 0,-2-7-913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4.7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35 208 1840 0 0,'-2'-1'229'0'0,"0"0"-1"0"0,0 0 0 0 0,0 0 0 0 0,0 0 0 0 0,0 0 0 0 0,0-1 1 0 0,1 1-1 0 0,-1-1 0 0 0,0 1 0 0 0,1-1 0 0 0,-1 1 0 0 0,1-1 1 0 0,-1 0-1 0 0,1 0 0 0 0,0 0 0 0 0,0 0 0 0 0,0 0 0 0 0,0 0 1 0 0,0 0-1 0 0,0 0 0 0 0,1 0 0 0 0,-1 0 0 0 0,1 0 1 0 0,-1-1-1 0 0,1-2 0 0 0,0 2 2 0 0,0 1 0 0 0,1-1 0 0 0,-1 0-1 0 0,1 0 1 0 0,-1 1 0 0 0,1-1 0 0 0,0 0 0 0 0,0 1 0 0 0,0-1 0 0 0,1 1 0 0 0,-1-1 0 0 0,1 1-1 0 0,-1-1 1 0 0,1 1 0 0 0,0 0 0 0 0,0 0 0 0 0,0 0 0 0 0,0 0 0 0 0,4-3 0 0 0,15-8 91 0 0,0 1 0 0 0,1 1 0 0 0,0 1 0 0 0,34-11 1 0 0,21-9-1206 0 0,-51 18 74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4.9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146 1 10594 0 0,'-4'0'125'0'0,"0"1"-1"0"0,-1 0 0 0 0,1 0 1 0 0,0 1-1 0 0,0-1 1 0 0,0 1-1 0 0,0 0 0 0 0,0 0 1 0 0,0 0-1 0 0,0 0 0 0 0,0 1 1 0 0,1-1-1 0 0,0 1 1 0 0,-5 4-1 0 0,2 0 243 0 0,-1-1 0 0 0,1 2 0 0 0,0-1 0 0 0,0 1 0 0 0,-7 13 0 0 0,6-7-119 0 0,1 0 0 0 0,1 0-1 0 0,0 0 1 0 0,1 1 0 0 0,0 0 0 0 0,1-1 0 0 0,1 1 0 0 0,1 0 0 0 0,0 1 0 0 0,1-1 0 0 0,0 0 0 0 0,1 0-1 0 0,1 0 1 0 0,0 0 0 0 0,1 0 0 0 0,1 0 0 0 0,1-1 0 0 0,0 0 0 0 0,0 0 0 0 0,1 0 0 0 0,1 0-1 0 0,1-1 1 0 0,0 0 0 0 0,12 15 0 0 0,6 1-546 0 0,2-2-1 0 0,58 46 0 0 0,-50-45-815 0 0,-16-11-123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5.1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16 278 4145 0 0,'-1'-2'67'0'0,"-1"1"1"0"0,1-1-1 0 0,0 0 0 0 0,-1 0 1 0 0,1 0-1 0 0,0 0 1 0 0,0 0-1 0 0,0 0 0 0 0,0 0 1 0 0,0 0-1 0 0,1 0 1 0 0,-1 0-1 0 0,1 0 0 0 0,-1-1 1 0 0,1 1-1 0 0,0 0 1 0 0,0 0-1 0 0,0-5 0 0 0,1 2 305 0 0,1 0 0 0 0,0 0 0 0 0,0 0 0 0 0,0 0 0 0 0,0 0 0 0 0,1 0 0 0 0,3-4-1 0 0,3-4 208 0 0,0 0 0 0 0,1 0 0 0 0,1 1-1 0 0,0 0 1 0 0,0 1 0 0 0,1 0 0 0 0,1 1-1 0 0,0 1 1 0 0,27-16 0 0 0,-20 15-1354 0 0,1 0 1 0 0,0 2-1 0 0,0 0 1 0 0,1 1-1 0 0,0 2 0 0 0,34-5 1 0 0,-25 6 226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5.5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0 290 3193 0 0,'6'-1'172'0'0,"-1"0"1"0"0,1 0-1 0 0,-1-1 1 0 0,1 1-1 0 0,-1-1 1 0 0,0 0-1 0 0,0-1 1 0 0,0 1 0 0 0,0-1-1 0 0,5-3 1 0 0,45-36 4643 0 0,-49 36-4361 0 0,1-1 0 0 0,-1 1-1 0 0,0-1 1 0 0,0 0-1 0 0,0-1 1 0 0,-1 1-1 0 0,-1-1 1 0 0,1 0-1 0 0,-1-1 1 0 0,0 1 0 0 0,4-17-1 0 0,-7 20-347 0 0,0 1-1 0 0,0 0 1 0 0,-1 0 0 0 0,0-1-1 0 0,0 1 1 0 0,0-1 0 0 0,0 1-1 0 0,-1 0 1 0 0,1-1-1 0 0,-1 1 1 0 0,0 0 0 0 0,-1 0-1 0 0,1 0 1 0 0,-1 0 0 0 0,0 0-1 0 0,0 0 1 0 0,0 0 0 0 0,0 0-1 0 0,-1 1 1 0 0,1-1-1 0 0,-1 1 1 0 0,0 0 0 0 0,0 0-1 0 0,0 0 1 0 0,0 0 0 0 0,-1 0-1 0 0,-3-2 1 0 0,6 4-92 0 0,0 1 1 0 0,0-1-1 0 0,0 0 1 0 0,0 0-1 0 0,-1 1 1 0 0,1-1-1 0 0,0 1 1 0 0,0-1-1 0 0,0 1 0 0 0,-1 0 1 0 0,1-1-1 0 0,0 1 1 0 0,-1 0-1 0 0,1 0 1 0 0,-2 0-1 0 0,2 0-3 0 0,1 0-1 0 0,-1 0 1 0 0,1 0-1 0 0,-1 1 0 0 0,1-1 1 0 0,-1 0-1 0 0,1 0 1 0 0,-1 1-1 0 0,1-1 1 0 0,-1 1-1 0 0,1-1 1 0 0,-1 0-1 0 0,1 1 1 0 0,0-1-1 0 0,-1 1 1 0 0,1-1-1 0 0,0 1 0 0 0,-1-1 1 0 0,1 1-1 0 0,0-1 1 0 0,0 1-1 0 0,-1-1 1 0 0,1 1-1 0 0,0 0 1 0 0,-1 2 19 0 0,1-1 1 0 0,0 1 0 0 0,0 0-1 0 0,0-1 1 0 0,0 1-1 0 0,0 0 1 0 0,0-1 0 0 0,1 1-1 0 0,-1-1 1 0 0,1 1-1 0 0,0 0 1 0 0,0-1 0 0 0,1 4-1 0 0,4 2 32 0 0,0 1-1 0 0,1-1 1 0 0,0-1 0 0 0,0 1-1 0 0,1-1 1 0 0,0 0-1 0 0,0-1 1 0 0,0 0 0 0 0,1 0-1 0 0,0-1 1 0 0,0 0 0 0 0,1-1-1 0 0,-1 0 1 0 0,1 0-1 0 0,0-1 1 0 0,0 0 0 0 0,0-1-1 0 0,0 0 1 0 0,1 0-1 0 0,13-1 1 0 0,1-7-776 0 0,-11-2-4803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6.7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0 278 6913 0 0,'2'-1'221'0'0,"-1"0"0"0"0,1 1 0 0 0,-1-1 0 0 0,1 1 0 0 0,0-1 0 0 0,-1 1 0 0 0,1-1-1 0 0,0 1 1 0 0,-1 0 0 0 0,1 0 0 0 0,0 0 0 0 0,-1 0 0 0 0,1 0 0 0 0,0 1-1 0 0,-1-1 1 0 0,1 0 0 0 0,0 1 0 0 0,-1-1 0 0 0,1 1 0 0 0,-1 0 0 0 0,1-1 0 0 0,-1 1-1 0 0,1 0 1 0 0,-1 0 0 0 0,1 0 0 0 0,-1 0 0 0 0,2 2 0 0 0,39 32 3171 0 0,-39-31-3241 0 0,1 1-1 0 0,-1-1 1 0 0,0 1-1 0 0,0 0 1 0 0,-1 0-1 0 0,1 0 1 0 0,-1 0 0 0 0,0 0-1 0 0,-1 0 1 0 0,1 1-1 0 0,-1-1 1 0 0,0 0-1 0 0,1 9 1 0 0,-2-10-64 0 0,0 0 1 0 0,0-1 0 0 0,0 1-1 0 0,-1-1 1 0 0,1 1 0 0 0,-1 0-1 0 0,0-1 1 0 0,0 1 0 0 0,0-1-1 0 0,0 1 1 0 0,-1-1-1 0 0,1 0 1 0 0,-1 0 0 0 0,0 0-1 0 0,0 1 1 0 0,0-2 0 0 0,0 1-1 0 0,-1 0 1 0 0,1 0-1 0 0,-1-1 1 0 0,-4 4 0 0 0,7-6-46 0 0,0 0 0 0 0,-1 1 0 0 0,1-1 0 0 0,0 0 0 0 0,-1 1 0 0 0,1-1 0 0 0,0 0 0 0 0,-1 0 0 0 0,1 1 0 0 0,0-1 0 0 0,-1 0 0 0 0,1 0 0 0 0,-1 0 0 0 0,1 0 0 0 0,-1 0 0 0 0,1 0 0 0 0,0 0 0 0 0,-1 1 0 0 0,1-1 0 0 0,-1 0 0 0 0,1 0 0 0 0,-1-1 0 0 0,1 1 0 0 0,0 0 0 0 0,-1 0 0 0 0,1 0 0 0 0,-1 0 0 0 0,1 0 0 0 0,-1 0 0 0 0,1-1 0 0 0,0 1 0 0 0,-1 0 0 0 0,1 0 0 0 0,0 0 0 0 0,-1-1 0 0 0,1 1 0 0 0,0 0 0 0 0,-1-1 0 0 0,-5-20 451 0 0,8-24-381 0 0,6-1-264 0 0,2 0 1 0 0,2 1-1 0 0,2 0 1 0 0,2 1-1 0 0,35-68 0 0 0,-20 63-1615 0 0,-14 29 231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7.0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245 38 5529 0 0,'-2'-3'418'0'0,"-1"0"-1"0"0,1 0 1 0 0,-1 0-1 0 0,1 0 1 0 0,-1 1 0 0 0,0 0-1 0 0,0-1 1 0 0,0 1-1 0 0,-1 0 1 0 0,1 1-1 0 0,0-1 1 0 0,-1 0 0 0 0,1 1-1 0 0,-1 0 1 0 0,1 0-1 0 0,-1 0 1 0 0,0 0-1 0 0,-4 0 1 0 0,2 1-55 0 0,0 0-1 0 0,0 0 1 0 0,1 1-1 0 0,-1 0 0 0 0,1 0 1 0 0,-1 1-1 0 0,1-1 1 0 0,-1 1-1 0 0,1 0 1 0 0,0 1-1 0 0,-7 3 1 0 0,4-1-179 0 0,1 0 0 0 0,-1 0 0 0 0,1 1-1 0 0,0-1 1 0 0,0 2 0 0 0,1-1 0 0 0,0 1 0 0 0,0 0 0 0 0,0 0 0 0 0,1 1 0 0 0,0 0 0 0 0,0 0-1 0 0,1 0 1 0 0,0 0 0 0 0,-3 11 0 0 0,7-16-162 0 0,-1 0 0 0 0,1 0-1 0 0,-1 0 1 0 0,1 1 0 0 0,0-1-1 0 0,0 0 1 0 0,0 1 0 0 0,1-1 0 0 0,-1 0-1 0 0,1 0 1 0 0,0 0 0 0 0,0 1-1 0 0,0-1 1 0 0,0 0 0 0 0,0 0 0 0 0,1 0-1 0 0,2 4 1 0 0,0-2-10 0 0,0 0-1 0 0,0 0 0 0 0,1-1 1 0 0,0 1-1 0 0,0-1 1 0 0,0 0-1 0 0,0 0 1 0 0,8 4-1 0 0,9 2-96 0 0,0 0-1 0 0,0-1 0 0 0,38 9 0 0 0,-59-17 80 0 0,9 1-128 0 0,-7-2 84 0 0,0 0-1 0 0,0 1 1 0 0,0-1-1 0 0,0 1 0 0 0,0 0 1 0 0,0 0-1 0 0,0 0 0 0 0,-1 0 1 0 0,1 1-1 0 0,0-1 1 0 0,-1 1-1 0 0,5 2 0 0 0,-11-1 109 0 0,1 0 0 0 0,-1 0 0 0 0,1-1 0 0 0,-1 1 0 0 0,0-1 0 0 0,-5 2 0 0 0,6-3 3 0 0,-59 30 783 0 0,31-17-745 0 0,1 1 0 0 0,-46 32 1 0 0,66-39-911 0 0,4-1-243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7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0 1376 0 0,'-7'1'11731'0'0,"6"14"-6471"0"0,10 37-4726 0 0,-2-15 889 0 0,-4 0-918 0 0,4 27-177 0 0,2-21-3090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7.6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 0 7370 0 0,'-3'0'320'0'0,"1"0"80"0"0,1 2-320 0 0,0-1-80 0 0,-1 0 0 0 0,1 2 0 0 0,0 1 328 0 0,-3 4 56 0 0,-2 5 0 0 0,1 3 8 0 0,-2 3-136 0 0,1 0-24 0 0,2-1-8 0 0,3 1 0 0 0,2-1-224 0 0,3-2 0 0 0,5 1 0 0 0,1-5 0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8.0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3225 0 0,'2'-1'176'0'0,"-1"1"0"0"0,0-1 0 0 0,1 1 0 0 0,0-1 0 0 0,-1 1 0 0 0,1 0 0 0 0,-1-1 0 0 0,1 1 0 0 0,-1 0 0 0 0,1 0 0 0 0,0 0 0 0 0,-1 0 0 0 0,1 1 0 0 0,-1-1 0 0 0,1 0 0 0 0,-1 1 0 0 0,1-1 0 0 0,1 1 0 0 0,28 11 4975 0 0,-28-10-4928 0 0,0 1 0 0 0,-1-1 0 0 0,1 1 0 0 0,0-1 0 0 0,-1 1 0 0 0,0 0 0 0 0,1 0 0 0 0,-1 0 0 0 0,0 0 0 0 0,0 0 0 0 0,-1 0 0 0 0,1 0 0 0 0,1 6 0 0 0,9 49 4390 0 0,-2-7-2519 0 0,-16-60-1969 0 0,4 8-98 0 0,1-1 0 0 0,-1 1 0 0 0,1-1 0 0 0,0 1 1 0 0,0-1-1 0 0,0 0 0 0 0,0 1 0 0 0,0-1 0 0 0,0 0 0 0 0,0 0 0 0 0,0 0 0 0 0,1 0 0 0 0,-1 0 0 0 0,1 0 0 0 0,-1 0 1 0 0,1 0-1 0 0,0 0 0 0 0,0-3 0 0 0,2-8-8 0 0,1 0 1 0 0,1 0 0 0 0,0 1 0 0 0,0-1-1 0 0,2 1 1 0 0,11-21 0 0 0,-13 26-14 0 0,0 0 0 0 0,1 0 0 0 0,0 1 0 0 0,0-1 0 0 0,0 1 0 0 0,1 0 0 0 0,0 1 0 0 0,0-1 0 0 0,1 1 0 0 0,0 0 0 0 0,-1 1 0 0 0,9-4 0 0 0,-14 7-5 0 0,0 1 0 0 0,0 0-1 0 0,-1-1 1 0 0,1 1 0 0 0,0 0 0 0 0,0 0 0 0 0,0-1 0 0 0,0 1 0 0 0,0 0 0 0 0,0 0 0 0 0,0 0-1 0 0,0 0 1 0 0,0 0 0 0 0,0 0 0 0 0,0 1 0 0 0,-1-1 0 0 0,1 0 0 0 0,0 0 0 0 0,0 1-1 0 0,0-1 1 0 0,0 1 0 0 0,0-1 0 0 0,0 0 0 0 0,-1 1 0 0 0,2 1 0 0 0,0-1 4 0 0,-1 1 0 0 0,1 0 0 0 0,-1 0 0 0 0,0 0 0 0 0,1 0-1 0 0,-1 0 1 0 0,0 0 0 0 0,-1 0 0 0 0,1 0 0 0 0,1 3 0 0 0,0 7 24 0 0,1 0 0 0 0,-2 0 0 0 0,1 14 0 0 0,-2-22-22 0 0,1 21-15 0 0,-1-5 90 0 0,2 0 0 0 0,0 1 0 0 0,8 35 0 0 0,-8-51-124 0 0,-1 0 0 0 0,1 0 0 0 0,0 0 0 0 0,0-1 0 0 0,0 1 0 0 0,1-1 0 0 0,0 1 0 0 0,0-1 0 0 0,0 0 0 0 0,0 0 0 0 0,1 0-1 0 0,-1 0 1 0 0,1-1 0 0 0,0 1 0 0 0,0-1 0 0 0,0 0 0 0 0,1 0 0 0 0,-1-1 0 0 0,1 1 0 0 0,5 1 0 0 0,9 1-739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9.1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17052 0 0,'0'0'1825'0'0,"9"-1"-1829"0"0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9.4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 8290 0 0,'111'-10'4966'0'0,"-7"1"-1907"0"0,-82 9-2765 0 0,0 0 1 0 0,28 6-1 0 0,11 6-5121 0 0,-55-11 3482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39.8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 5065 0 0,'0'0'106'0'0,"0"1"0"0"0,-1-1 0 0 0,1 1-1 0 0,0-1 1 0 0,-1 1 0 0 0,1-1 0 0 0,0 1 0 0 0,0-1 0 0 0,0 1-1 0 0,-1-1 1 0 0,1 1 0 0 0,0-1 0 0 0,0 1 0 0 0,0-1 0 0 0,0 1-1 0 0,0 0 1 0 0,0-1 0 0 0,0 1 0 0 0,0-1 0 0 0,0 1 0 0 0,0 0-1 0 0,0-1 1 0 0,1 1 0 0 0,-1-1 0 0 0,0 1 0 0 0,0-1 0 0 0,1 2-1 0 0,14 17 2201 0 0,28 16 631 0 0,-38-31-2616 0 0,16 11 498 0 0,-2 2-1 0 0,28 29 0 0 0,-38-37-515 0 0,-2 0-1 0 0,1 1 1 0 0,-1 0 0 0 0,0 1-1 0 0,-1-1 1 0 0,0 1-1 0 0,6 17 1 0 0,-11-23-155 0 0,0 0 1 0 0,0 1 0 0 0,-1-1-1 0 0,0 0 1 0 0,1 1-1 0 0,-2-1 1 0 0,1 0-1 0 0,-1 1 1 0 0,0-1-1 0 0,0 0 1 0 0,0 0-1 0 0,-1 0 1 0 0,1 1-1 0 0,-1-1 1 0 0,0-1 0 0 0,-5 8-1 0 0,-1 1 193 0 0,0 0-1 0 0,-1 0 1 0 0,-1-1-1 0 0,-16 16 1 0 0,25-27-364 0 0,0 0 0 0 0,0 0 0 0 0,-1 0 0 0 0,1-1 0 0 0,0 1 0 0 0,0 0 0 0 0,0-1 0 0 0,0 1 0 0 0,-1-1 0 0 0,1 1 0 0 0,0-1 0 0 0,-1 0 0 0 0,1 1 0 0 0,0-1 0 0 0,-2 0 0 0 0,-5-1-3101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0.0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 0 14283 0 0,'1'6'308'0'0,"0"0"-1"0"0,-1 0 1 0 0,0 0-1 0 0,0 0 1 0 0,0 0 0 0 0,0 0-1 0 0,-1-1 1 0 0,0 1 0 0 0,0 0-1 0 0,-1 0 1 0 0,1 0-1 0 0,-4 7 1 0 0,0 2 425 0 0,-28 87 1544 0 0,22-74-2853 0 0,1 1-1 0 0,1 0 0 0 0,2 0 0 0 0,-7 61 0 0 0,14-86 552 0 0,0 1 0 0 0,0-1 0 0 0,1 1 0 0 0,-1-1-1 0 0,1 1 1 0 0,0-1 0 0 0,0 0 0 0 0,1 0 0 0 0,-1 1 0 0 0,5 5 0 0 0,1 3 25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0.6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7 129 7834 0 0,'-1'-1'165'0'0,"0"-1"0"0"0,0 1 0 0 0,0-1 0 0 0,1 1 1 0 0,-1-1-1 0 0,1 1 0 0 0,-1-1 0 0 0,1 0 0 0 0,0 1 0 0 0,0-1 1 0 0,-1 0-1 0 0,1 0 0 0 0,0 1 0 0 0,0-1 0 0 0,1 0 0 0 0,-1 1 1 0 0,0-1-1 0 0,1 0 0 0 0,-1 1 0 0 0,1-1 0 0 0,0-2 0 0 0,18-34 2476 0 0,-15 33-2431 0 0,0 1 0 0 0,1-1 0 0 0,-1 1 0 0 0,1 0 0 0 0,0 0 0 0 0,0 1 0 0 0,0-1 0 0 0,0 1 0 0 0,0 0 0 0 0,1 1 0 0 0,0-1 0 0 0,-1 1 0 0 0,1 0 0 0 0,9-1 0 0 0,-13 2-162 0 0,0 1 0 0 0,0 0 0 0 0,1-1 0 0 0,-1 1 0 0 0,1 0 0 0 0,-1 0 0 0 0,0 1-1 0 0,1-1 1 0 0,-1 0 0 0 0,0 1 0 0 0,1 0 0 0 0,-1-1 0 0 0,0 1 0 0 0,0 0 0 0 0,0 0 0 0 0,0 0 0 0 0,0 0 0 0 0,0 1 0 0 0,0-1 0 0 0,0 0 0 0 0,0 1 0 0 0,0 0 0 0 0,-1-1 0 0 0,1 1 0 0 0,0 0 0 0 0,-1 0 0 0 0,0 0 0 0 0,1 0 0 0 0,-1 0 0 0 0,0 0-1 0 0,0 0 1 0 0,0 0 0 0 0,-1 0 0 0 0,1 1 0 0 0,0-1 0 0 0,-1 0 0 0 0,1 1 0 0 0,-1 3 0 0 0,2 13-4 0 0,-1-1 0 0 0,-1 1 1 0 0,0 0-1 0 0,-2 0 0 0 0,0-1 0 0 0,-6 25 0 0 0,-36 106 203 0 0,35-124-122 0 0,3-8 229 0 0,0 0 0 0 0,-5 24 0 0 0,11-37-302 0 0,-1 0 0 0 0,0 1 0 0 0,1-1 0 0 0,0 0 0 0 0,0 1 0 0 0,0-1 0 0 0,1 0 0 0 0,-1 0 0 0 0,1 1 0 0 0,0-1 0 0 0,0 0 0 0 0,0 0 0 0 0,1 0 0 0 0,0 0 0 0 0,2 4 0 0 0,-3-6-33 0 0,1 0 0 0 0,0-1 0 0 0,-1 1 0 0 0,1-1 0 0 0,0 1 0 0 0,0-1 0 0 0,0 0 0 0 0,0 0 0 0 0,0 1 0 0 0,0-2 0 0 0,0 1 0 0 0,1 0 0 0 0,-1 0 0 0 0,0-1 0 0 0,1 1-1 0 0,-1-1 1 0 0,0 0 0 0 0,1 1 0 0 0,-1-1 0 0 0,0 0 0 0 0,1 0 0 0 0,-1-1 0 0 0,0 1 0 0 0,1 0 0 0 0,-1-1 0 0 0,4-1 0 0 0,9-2-499 0 0,0-1 0 0 0,25-13 0 0 0,-32 14 55 0 0,20-9-1227 0 0,4-2-3926 0 0,-9 5-92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0.9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1 6449 0 0,'-10'2'11198'0'0,"0"10"-6853"0"0,-8 23-4525 0 0,13-24 1157 0 0,-54 122-757 0 0,52-112-1255 0 0,0 0 1 0 0,-4 30 0 0 0,8-26-6197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1.5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73 6913 0 0,'9'-7'251'0'0,"0"0"0"0"0,1 1-1 0 0,0 1 1 0 0,0-1-1 0 0,0 2 1 0 0,14-6 0 0 0,3-1 1610 0 0,-20 8-1154 0 0,26-10 2114 0 0,-32 13-2773 0 0,-1-1 1 0 0,1 1 0 0 0,-1 0 0 0 0,1 0 0 0 0,0 0 0 0 0,-1 0 0 0 0,1 0-1 0 0,0 0 1 0 0,-1 0 0 0 0,1 0 0 0 0,0 0 0 0 0,-1 0 0 0 0,1 1 0 0 0,-1-1-1 0 0,1 0 1 0 0,0 0 0 0 0,-1 0 0 0 0,1 1 0 0 0,-1-1 0 0 0,1 0 0 0 0,-1 1-1 0 0,1-1 1 0 0,-1 1 0 0 0,1-1 0 0 0,-1 0 0 0 0,1 1 0 0 0,-1-1 0 0 0,0 1-1 0 0,1-1 1 0 0,-1 1 0 0 0,1-1 0 0 0,-1 1 0 0 0,0 0 0 0 0,0-1 0 0 0,1 1-1 0 0,-1-1 1 0 0,0 1 0 0 0,0 0 0 0 0,0-1 0 0 0,0 1 0 0 0,0-1 0 0 0,0 1-1 0 0,0 0 1 0 0,0-1 0 0 0,0 1 0 0 0,0 0 0 0 0,-2 27 226 0 0,-1-1-1 0 0,-1-1 1 0 0,-1 1 0 0 0,-12 36 0 0 0,7-28 115 0 0,-9 56 1 0 0,19-87-440 0 0,-1 0-1 0 0,1-1 1 0 0,0 1 0 0 0,0 0 0 0 0,0 0 0 0 0,0-1-1 0 0,1 1 1 0 0,-1 0 0 0 0,1-1 0 0 0,0 1-1 0 0,0-1 1 0 0,0 1 0 0 0,1-1 0 0 0,-1 1-1 0 0,1-1 1 0 0,0 0 0 0 0,3 5 0 0 0,-2-5-24 0 0,0 0-1 0 0,1-1 1 0 0,-1 1 0 0 0,0-1 0 0 0,1 0 0 0 0,0 1 0 0 0,-1-2 0 0 0,1 1 0 0 0,0 0-1 0 0,0-1 1 0 0,0 0 0 0 0,0 0 0 0 0,1 0 0 0 0,-1 0 0 0 0,5-1 0 0 0,15 3-664 0 0,-13-3 648 0 0,-1 1-1 0 0,1 0 1 0 0,-1 1 0 0 0,0 0 0 0 0,1 0 0 0 0,11 6 0 0 0,-21-7 130 0 0,1 0 0 0 0,0-1-1 0 0,-1 2 1 0 0,1-1 0 0 0,-1 0 0 0 0,1 0 0 0 0,-1 0 0 0 0,1 1 0 0 0,-1-1 0 0 0,0 1 0 0 0,1-1 0 0 0,-1 1 0 0 0,0 0 0 0 0,0-1 0 0 0,0 1 0 0 0,0 2 0 0 0,0-2 51 0 0,-1 1 0 0 0,1 0 0 0 0,-1 0 0 0 0,0 0 0 0 0,0 0-1 0 0,0-1 1 0 0,0 1 0 0 0,0 0 0 0 0,-1 0 0 0 0,1 0 0 0 0,-1-1-1 0 0,0 1 1 0 0,0 0 0 0 0,-1 2 0 0 0,-8 17 452 0 0,-1-1 1 0 0,-21 32-1 0 0,-2 3-3939 0 0,27-43-2286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1.8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3 10594 0 0,'0'0'135'0'0,"-1"-1"0"0"0,0 1 0 0 0,0 0 0 0 0,1-1-1 0 0,-1 1 1 0 0,0 0 0 0 0,0 0 0 0 0,0 0 0 0 0,0 0 0 0 0,1 0 0 0 0,-1 0-1 0 0,0 0 1 0 0,0 0 0 0 0,0 0 0 0 0,0 0 0 0 0,1 0 0 0 0,-1 0-1 0 0,0 0 1 0 0,0 1 0 0 0,0-1 0 0 0,1 0 0 0 0,-1 1 0 0 0,0-1-1 0 0,1 1 1 0 0,-1-1 0 0 0,0 0 0 0 0,0 1 0 0 0,1 0 0 0 0,-1-1 0 0 0,1 1-1 0 0,-1-1 1 0 0,1 1 0 0 0,-1 0 0 0 0,1-1 0 0 0,-1 1 0 0 0,1 0-1 0 0,-1 0 1 0 0,1-1 0 0 0,0 1 0 0 0,-1 0 0 0 0,1 0 0 0 0,0-1-1 0 0,0 1 1 0 0,0 0 0 0 0,0 0 0 0 0,0 0 0 0 0,0 0 0 0 0,0-1 0 0 0,0 2-1 0 0,-1 9 612 0 0,1-1 0 0 0,0 0-1 0 0,3 15 1 0 0,-1-8-697 0 0,6 119 894 0 0,10 115 387 0 0,9-84-8265 0 0,-20-138 175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2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0 10138 0 0,'-2'9'529'0'0,"1"0"-1"0"0,0 1 0 0 0,1-1 1 0 0,0 0-1 0 0,1 0 1 0 0,0 0-1 0 0,0 1 0 0 0,1-1 1 0 0,4 14-1 0 0,0 4 584 0 0,21 132 2486 0 0,12 61-6422 0 0,-35-199-3490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2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1 106 14283 0 0,'66'-14'47'0'0,"24"-21"3296"0"0,1 0-3503 0 0,-75 30-1198 0 0,0 0-1 0 0,1 1 0 0 0,28-2 1 0 0,-15 5-783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2.6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58 1376 0 0,'11'-8'615'0'0,"1"1"0"0"0,0 0-1 0 0,0 1 1 0 0,0 0 0 0 0,1 1-1 0 0,24-6 1 0 0,-31 9-233 0 0,0 0 0 0 0,0 1 0 0 0,0 0 0 0 0,1 0-1 0 0,-1 1 1 0 0,0 0 0 0 0,1 0 0 0 0,-1 0 0 0 0,0 1 0 0 0,0 0-1 0 0,1 0 1 0 0,-1 1 0 0 0,0 0 0 0 0,0 0 0 0 0,0 0 0 0 0,8 5 0 0 0,-10-4-172 0 0,0 0-1 0 0,-1 0 1 0 0,0 1 0 0 0,0 0 0 0 0,0-1 0 0 0,0 1 0 0 0,-1 0 0 0 0,1 0 0 0 0,-1 1 0 0 0,0-1 0 0 0,0 0 0 0 0,-1 1 0 0 0,1-1 0 0 0,-1 1-1 0 0,0-1 1 0 0,0 1 0 0 0,0 0 0 0 0,-1 7 0 0 0,1 11 262 0 0,-1-1 1 0 0,-5 36-1 0 0,3-41-335 0 0,-1 22 74 0 0,1 46 0 0 0,2-70-315 0 0,2 1-1 0 0,0-1 0 0 0,1 0 0 0 0,0-1 1 0 0,1 1-1 0 0,7 16 0 0 0,-11-30 10 0 0,0-1-1 0 0,0 1 0 0 0,0 0 0 0 0,0-1 0 0 0,1 1 0 0 0,-1 0 0 0 0,0-1 0 0 0,1 1 0 0 0,-1-1 0 0 0,0 1 1 0 0,1 0-1 0 0,-1-1 0 0 0,1 1 0 0 0,-1-1 0 0 0,1 1 0 0 0,-1-1 0 0 0,1 0 0 0 0,-1 1 0 0 0,1-1 0 0 0,0 1 1 0 0,-1-1-1 0 0,1 0 0 0 0,-1 1 0 0 0,1-1 0 0 0,0 0 0 0 0,-1 0 0 0 0,1 0 0 0 0,0 0 0 0 0,-1 1 1 0 0,1-1-1 0 0,1 0 0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2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110 82 2304 0 0,'-39'-7'927'0'0,"30"7"842"0"0,1-1 1 0 0,0-1-1 0 0,-1 1 0 0 0,1-2 1 0 0,0 1-1 0 0,-12-6 1 0 0,20 8-1680 0 0,0-1 1 0 0,0 1 0 0 0,0 0 0 0 0,0-1 0 0 0,0 1-1 0 0,0-1 1 0 0,0 1 0 0 0,1 0 0 0 0,-1-1-1 0 0,0 1 1 0 0,0 0 0 0 0,0-1 0 0 0,1 1-1 0 0,-1 0 1 0 0,0-1 0 0 0,0 1 0 0 0,1 0-1 0 0,-1-1 1 0 0,0 1 0 0 0,0 0 0 0 0,1 0 0 0 0,-1-1-1 0 0,0 1 1 0 0,1 0 0 0 0,-1 0 0 0 0,1 0-1 0 0,-1-1 1 0 0,0 1 0 0 0,1 0 0 0 0,-1 0-1 0 0,0 0 1 0 0,1 0 0 0 0,-1 0 0 0 0,1 0 0 0 0,-1 0-1 0 0,18-7 291 0 0,68-16 235 0 0,-28 11-6353 0 0,-29 6-341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3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 39 6913 0 0,'-15'-8'1752'0'0,"0"1"-1"0"0,-1 1 0 0 0,-22-6 1 0 0,30 10-1436 0 0,-1 1 0 0 0,1 0 0 0 0,-1 0-1 0 0,1 1 1 0 0,-1 0 0 0 0,1 0 0 0 0,-1 1 0 0 0,-13 3 0 0 0,13-1-219 0 0,-1 0 0 0 0,1 1 0 0 0,-1 0 0 0 0,1 0 0 0 0,1 1 0 0 0,-1 0 1 0 0,1 1-1 0 0,-1 0 0 0 0,2 0 0 0 0,-1 1 0 0 0,1-1 0 0 0,0 2 0 0 0,0-1 0 0 0,1 1 0 0 0,0 0 0 0 0,0 0 0 0 0,1 1 0 0 0,0 0 0 0 0,0 0 0 0 0,1 0 0 0 0,1 0 0 0 0,-1 1 0 0 0,-1 11 0 0 0,1-9-164 0 0,2-1 1 0 0,0 1-1 0 0,0 0 0 0 0,1-1 0 0 0,1 1 0 0 0,0 0 0 0 0,0 0 0 0 0,1 0 1 0 0,1 0-1 0 0,0-1 0 0 0,0 1 0 0 0,1-1 0 0 0,1 1 0 0 0,0-1 1 0 0,0 0-1 0 0,1-1 0 0 0,1 1 0 0 0,0-1 0 0 0,11 16 0 0 0,-9-18-321 0 0,0-1 0 0 0,0 0 0 0 0,0 0 0 0 0,1-1 0 0 0,0 0-1 0 0,1-1 1 0 0,-1 0 0 0 0,1 0 0 0 0,0-1 0 0 0,0 0 0 0 0,0-1-1 0 0,0 0 1 0 0,17 3 0 0 0,14-1-4250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4.4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160 127 1376 0 0,'10'-40'203'0'0,"-10"33"596"0"0,1 1-1 0 0,-1-1 1 0 0,-1 1-1 0 0,1 0 0 0 0,-3-9 1 0 0,3 13-541 0 0,0 0 1 0 0,0 0-1 0 0,-1 1 1 0 0,1-1-1 0 0,-1 0 0 0 0,1 0 1 0 0,-1 1-1 0 0,0-1 1 0 0,0 0-1 0 0,1 1 1 0 0,-1-1-1 0 0,0 1 0 0 0,-1-1 1 0 0,1 1-1 0 0,0 0 1 0 0,0-1-1 0 0,-1 1 0 0 0,1 0 1 0 0,0 0-1 0 0,-1 0 1 0 0,1 0-1 0 0,-1 0 1 0 0,0 0-1 0 0,1 0 0 0 0,-1 0 1 0 0,0 1-1 0 0,1-1 1 0 0,-1 1-1 0 0,0-1 1 0 0,0 1-1 0 0,1 0 0 0 0,-1 0 1 0 0,0 0-1 0 0,0 0 1 0 0,0 0-1 0 0,0 0 0 0 0,1 0 1 0 0,-1 0-1 0 0,0 1 1 0 0,0-1-1 0 0,1 1 1 0 0,-1-1-1 0 0,0 1 0 0 0,1 0 1 0 0,-3 1-1 0 0,-2 1-35 0 0,1 1 0 0 0,-1-1 0 0 0,1 1 0 0 0,0 1 0 0 0,0-1 0 0 0,0 1 0 0 0,1 0 0 0 0,-1 0 0 0 0,1 0 0 0 0,1 0 0 0 0,-1 1 0 0 0,1 0 0 0 0,0-1 0 0 0,0 1 0 0 0,0 1 0 0 0,-1 6 0 0 0,-4 10-166 0 0,1 0-1 0 0,2 0 1 0 0,-4 27-1 0 0,8-45-44 0 0,1 1 0 0 0,-1 0-1 0 0,1 0 1 0 0,1-1 0 0 0,-1 1 0 0 0,1 0 0 0 0,0-1-1 0 0,0 1 1 0 0,1 0 0 0 0,-1-1 0 0 0,1 1-1 0 0,4 7 1 0 0,-5-11-32 0 0,1 0 0 0 0,-1 0-1 0 0,1 0 1 0 0,-1 0-1 0 0,1 0 1 0 0,-1-1 0 0 0,1 1-1 0 0,0-1 1 0 0,0 1 0 0 0,0-1-1 0 0,0 0 1 0 0,0 1 0 0 0,0-1-1 0 0,0 0 1 0 0,0-1-1 0 0,1 1 1 0 0,-1 0 0 0 0,0 0-1 0 0,0-1 1 0 0,1 0 0 0 0,-1 1-1 0 0,0-1 1 0 0,1 0 0 0 0,-1 0-1 0 0,0 0 1 0 0,1 0 0 0 0,-1-1-1 0 0,0 1 1 0 0,1-1-1 0 0,-1 1 1 0 0,0-1 0 0 0,4-1-1 0 0,2-2-83 0 0,0 1-1 0 0,0-1 0 0 0,-1-1 1 0 0,0 1-1 0 0,0-1 1 0 0,0 0-1 0 0,0-1 0 0 0,-1 0 1 0 0,0 0-1 0 0,0 0 1 0 0,-1-1-1 0 0,0 1 0 0 0,0-1 1 0 0,0-1-1 0 0,-1 1 1 0 0,0-1-1 0 0,0 1 0 0 0,-1-1 1 0 0,0 0-1 0 0,-1-1 1 0 0,1 1-1 0 0,-2 0 0 0 0,1-1 1 0 0,0-8-1 0 0,6-41 1967 0 0,-7 58-1841 0 0,-1 0 1 0 0,1-1 0 0 0,0 1-1 0 0,-1 0 1 0 0,1 1 0 0 0,-1-1 0 0 0,1 0-1 0 0,-1 0 1 0 0,1 0 0 0 0,0 0-1 0 0,-1 0 1 0 0,1 1 0 0 0,-1-1-1 0 0,1 0 1 0 0,-1 0 0 0 0,1 1-1 0 0,-1-1 1 0 0,1 0 0 0 0,-1 1-1 0 0,1-1 1 0 0,-1 1 0 0 0,1-1-1 0 0,-1 0 1 0 0,0 1 0 0 0,1-1-1 0 0,0 2 1 0 0,14 13 133 0 0,7 11 54 0 0,43 47 43 0 0,-57-65-302 0 0,0-1 1 0 0,1 0-1 0 0,0 0 0 0 0,1 0 1 0 0,0-1-1 0 0,13 6 0 0 0,-22-12 36 0 0,1 1 0 0 0,-1-1-1 0 0,0 0 1 0 0,0 0-1 0 0,1-1 1 0 0,-1 1-1 0 0,0 0 1 0 0,0 0 0 0 0,1-1-1 0 0,-1 1 1 0 0,0 0-1 0 0,0-1 1 0 0,0 1 0 0 0,1-1-1 0 0,-1 0 1 0 0,0 1-1 0 0,0-1 1 0 0,0 0 0 0 0,0 0-1 0 0,0 0 1 0 0,0 0-1 0 0,-1 1 1 0 0,1-1-1 0 0,0 0 1 0 0,0-1 0 0 0,-1 1-1 0 0,1 0 1 0 0,0 0-1 0 0,-1 0 1 0 0,1-2 0 0 0,17-37 50 0 0,-14 30 9 0 0,2-6 14 0 0,0 0 0 0 0,12-22 0 0 0,-16 35-58 0 0,-1 1 1 0 0,0-1-1 0 0,1 1 1 0 0,0-1-1 0 0,-1 1 1 0 0,1 0-1 0 0,0 0 1 0 0,0 0 0 0 0,1 0-1 0 0,-1 0 1 0 0,0 0-1 0 0,1 0 1 0 0,-1 1-1 0 0,1-1 1 0 0,-1 1-1 0 0,1 0 1 0 0,0 0-1 0 0,-1 0 1 0 0,1 0 0 0 0,0 0-1 0 0,5 0 1 0 0,-7 1 10 0 0,1 0 1 0 0,0 0-1 0 0,-1 0 1 0 0,1 1-1 0 0,-1-1 0 0 0,1 1 1 0 0,-1-1-1 0 0,1 1 1 0 0,-1 0-1 0 0,1-1 1 0 0,-1 1-1 0 0,0 0 1 0 0,1 0-1 0 0,-1 0 1 0 0,0 0-1 0 0,0 0 1 0 0,1 0-1 0 0,-1 1 0 0 0,0-1 1 0 0,0 0-1 0 0,-1 1 1 0 0,2 1-1 0 0,17 40 467 0 0,-18-37-450 0 0,1-1-1 0 0,0 0 0 0 0,0 1 1 0 0,1-1-1 0 0,-1 0 0 0 0,1 0 1 0 0,4 5-1 0 0,-6-10-28 0 0,-1 1 0 0 0,1 0 0 0 0,0-1 0 0 0,0 1 0 0 0,-1-1 0 0 0,1 1 0 0 0,0-1 0 0 0,0 1 0 0 0,0-1 0 0 0,0 1 0 0 0,0-1 0 0 0,-1 0 0 0 0,1 0 0 0 0,0 1 0 0 0,0-1 0 0 0,0 0 0 0 0,0 0 0 0 0,0 0 0 0 0,0 0 0 0 0,0 0 0 0 0,0 0 0 0 0,0 0 0 0 0,0 0 0 0 0,0 0 0 0 0,0-1-1 0 0,0 1 1 0 0,-1 0 0 0 0,1-1 0 0 0,0 1 0 0 0,0-1 0 0 0,0 1 0 0 0,0 0 0 0 0,0-1 0 0 0,-1 0 0 0 0,1 1 0 0 0,0-1 0 0 0,-1 0 0 0 0,1 1 0 0 0,0-1 0 0 0,-1 0 0 0 0,1 0 0 0 0,-1 1 0 0 0,1-1 0 0 0,-1 0 0 0 0,1 0 0 0 0,0-1 0 0 0,4-7 1 0 0,-1-1 1 0 0,1 1-1 0 0,4-15 0 0 0,-5 13 6 0 0,0 2 9 0 0,0 0 1 0 0,1 0 0 0 0,0 1-1 0 0,0 0 1 0 0,1 0 0 0 0,0 0 0 0 0,1 1-1 0 0,8-9 1 0 0,-12 13-10 0 0,1 0-1 0 0,-1 1 0 0 0,0-1 1 0 0,1 0-1 0 0,0 1 1 0 0,-1 0-1 0 0,1 0 1 0 0,0 0-1 0 0,0 1 0 0 0,0-1 1 0 0,1 1-1 0 0,-1 0 1 0 0,0 0-1 0 0,0 0 0 0 0,1 1 1 0 0,-1-1-1 0 0,0 1 1 0 0,1 0-1 0 0,-1 0 0 0 0,8 2 1 0 0,-6 1-11 0 0,-1 0-1 0 0,1 1 1 0 0,-1 0 0 0 0,0 0 0 0 0,0 0-1 0 0,0 0 1 0 0,-1 1 0 0 0,0 0 0 0 0,0 0-1 0 0,0 0 1 0 0,0 0 0 0 0,5 11 0 0 0,15 17-73 0 0,15 2-2246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4.9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 10 6449 0 0,'-1'-1'145'0'0,"1"1"-1"0"0,0-1 1 0 0,-1 0-1 0 0,1 1 1 0 0,0-1-1 0 0,-1 1 1 0 0,1-1-1 0 0,-1 1 0 0 0,1-1 1 0 0,-1 1-1 0 0,0 0 1 0 0,1-1-1 0 0,-1 1 1 0 0,1 0-1 0 0,-1-1 1 0 0,0 1-1 0 0,1 0 1 0 0,-1 0-1 0 0,0-1 0 0 0,1 1 1 0 0,-1 0-1 0 0,0 0 1 0 0,1 0-1 0 0,-1 0 1 0 0,0 0-1 0 0,1 0 1 0 0,-1 0-1 0 0,0 0 1 0 0,1 0-1 0 0,-1 0 0 0 0,0 1 1 0 0,1-1-1 0 0,-1 0 1 0 0,0 0-1 0 0,1 1 1 0 0,-1-1-1 0 0,1 0 1 0 0,-1 1-1 0 0,0-1 0 0 0,1 0 1 0 0,-1 1-1 0 0,1-1 1 0 0,-1 1-1 0 0,1-1 1 0 0,-1 1-1 0 0,1-1 1 0 0,0 1-1 0 0,-1 0 1 0 0,1-1-1 0 0,0 1 0 0 0,-1-1 1 0 0,1 1-1 0 0,0 0 1 0 0,-1 0-1 0 0,-14 33 2686 0 0,12-19-2439 0 0,2 0 1 0 0,-1 0-1 0 0,2 1 1 0 0,0-1-1 0 0,1 0 0 0 0,0 0 1 0 0,1 0-1 0 0,8 27 1 0 0,-1-11 4 0 0,1-1 1 0 0,1-1-1 0 0,19 36 1 0 0,-26-57-347 0 0,1-1 0 0 0,0 1 0 0 0,0-1 1 0 0,0 0-1 0 0,1 0 0 0 0,0 0 0 0 0,0-1 0 0 0,1 0 1 0 0,9 7-1 0 0,-14-11-38 0 0,1 0 1 0 0,0-1-1 0 0,-1 0 1 0 0,1 1-1 0 0,0-1 1 0 0,0 0-1 0 0,0 0 1 0 0,0-1-1 0 0,0 1 0 0 0,0-1 1 0 0,0 1-1 0 0,0-1 1 0 0,0 0-1 0 0,0 0 1 0 0,1 0-1 0 0,-1-1 1 0 0,0 1-1 0 0,0-1 1 0 0,0 1-1 0 0,0-1 0 0 0,0 0 1 0 0,-1 0-1 0 0,1-1 1 0 0,0 1-1 0 0,0-1 1 0 0,-1 1-1 0 0,1-1 1 0 0,-1 0-1 0 0,1 0 1 0 0,2-2-1 0 0,3-4-159 0 0,0-1 0 0 0,-1 0 0 0 0,0 0 0 0 0,-1-1 0 0 0,1 1 0 0 0,-2-1 0 0 0,1-1 0 0 0,-2 1 1 0 0,1-1-1 0 0,4-18 0 0 0,-5 15-1134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5.1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0 213 2449 0 0,'4'0'365'0'0,"0"-1"1"0"0,0 0 0 0 0,0-1 0 0 0,0 1 0 0 0,0-1 0 0 0,0 1 0 0 0,-1-1 0 0 0,1 0 0 0 0,4-4 0 0 0,-2 2-218 0 0,0-1 1 0 0,-1 0-1 0 0,1-1 1 0 0,-1 0-1 0 0,0 1 0 0 0,-1-2 1 0 0,1 1-1 0 0,4-10 1 0 0,-6 12-132 0 0,-1-1 0 0 0,1 0 0 0 0,-1 0 1 0 0,0-1-1 0 0,0 1 0 0 0,0 0 0 0 0,-1-1 1 0 0,0 1-1 0 0,0-1 0 0 0,-1 1 0 0 0,1-1 1 0 0,-1 1-1 0 0,0-1 0 0 0,-1 1 0 0 0,1-1 0 0 0,-1 0 1 0 0,0 1-1 0 0,-1 0 0 0 0,1-1 0 0 0,-4-8 1 0 0,4 14 89 0 0,1-1 1 0 0,0 0-1 0 0,0 0 1 0 0,-1 1-1 0 0,1-1 1 0 0,0 0-1 0 0,-1 1 0 0 0,1-1 1 0 0,-1 0-1 0 0,1 1 1 0 0,-1-1-1 0 0,1 1 1 0 0,-1-1-1 0 0,0 1 1 0 0,1-1-1 0 0,-1 1 1 0 0,1-1-1 0 0,-1 1 1 0 0,0 0-1 0 0,1-1 1 0 0,-1 1-1 0 0,0 0 1 0 0,0-1-1 0 0,1 1 1 0 0,-1 0-1 0 0,0 0 1 0 0,0 0-1 0 0,1 0 1 0 0,-1 0-1 0 0,0 0 0 0 0,0 0 1 0 0,1 0-1 0 0,-1 0 1 0 0,0 0-1 0 0,0 0 1 0 0,0 0-1 0 0,1 1 1 0 0,-1-1-1 0 0,0 0 1 0 0,1 1-1 0 0,-1-1 1 0 0,0 0-1 0 0,1 1 1 0 0,-1-1-1 0 0,0 1 1 0 0,1-1-1 0 0,-1 1 1 0 0,1-1-1 0 0,-1 1 1 0 0,1-1-1 0 0,-1 1 0 0 0,1 0 1 0 0,-1-1-1 0 0,1 1 1 0 0,0 0-1 0 0,-1-1 1 0 0,1 1-1 0 0,0 0 1 0 0,-1 0-1 0 0,-1 4 236 0 0,-1-1 0 0 0,1 1-1 0 0,0 0 1 0 0,0 0 0 0 0,1 0-1 0 0,0 0 1 0 0,-2 8 0 0 0,3-6-192 0 0,0 0 0 0 0,1-1 1 0 0,0 1-1 0 0,0 0 0 0 0,0-1 1 0 0,1 1-1 0 0,0-1 1 0 0,0 1-1 0 0,1-1 0 0 0,0 0 1 0 0,0 0-1 0 0,0 0 0 0 0,1 0 1 0 0,-1-1-1 0 0,2 1 0 0 0,-1-1 1 0 0,0 0-1 0 0,9 7 1 0 0,-6-6-229 0 0,0-1 0 0 0,0 0 0 0 0,1 0 0 0 0,-1 0 1 0 0,1-1-1 0 0,9 3 0 0 0,-10-4-759 0 0,1 0 0 0 0,0-1-1 0 0,0 0 1 0 0,0-1 0 0 0,0 0-1 0 0,14 1 1 0 0,-1-3-4962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6.0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 45 4609 0 0,'-23'-44'12123'0'0,"26"81"-9275"0"0,0-27-2650 0 0,1 1-1 0 0,0-1 1 0 0,1 0 0 0 0,0 0-1 0 0,1 0 1 0 0,0-1-1 0 0,0 0 1 0 0,1 0-1 0 0,0-1 1 0 0,1 1 0 0 0,0-2-1 0 0,17 14 1 0 0,-23-20-225 0 0,1 0 0 0 0,-1 0 0 0 0,1 0 0 0 0,-1-1 0 0 0,1 1 0 0 0,-1-1 0 0 0,1 0 0 0 0,-1 0 0 0 0,1 0 0 0 0,-1 0 0 0 0,1 0 0 0 0,-1 0 0 0 0,1-1 0 0 0,-1 1 0 0 0,0-1 0 0 0,1 0 0 0 0,-1 0 0 0 0,1 0 0 0 0,-1 0 0 0 0,0 0 0 0 0,0 0 0 0 0,0-1 0 0 0,0 1 0 0 0,0-1 0 0 0,0 1 0 0 0,0-1 0 0 0,2-2 0 0 0,7-6-182 0 0,0 0-1 0 0,-1-1 1 0 0,10-13 0 0 0,-20 23 203 0 0,30-42-546 0 0,-29 41 557 0 0,1 0 0 0 0,-1 0 1 0 0,0-1-1 0 0,0 1 0 0 0,0 0 1 0 0,0 0-1 0 0,0-1 0 0 0,-1 1 1 0 0,1 0-1 0 0,-1-1 0 0 0,1 1 1 0 0,-1-1-1 0 0,0 1 0 0 0,0-1 1 0 0,0 1-1 0 0,0 0 0 0 0,-1-1 1 0 0,0-3-1 0 0,60 75 2309 0 0,-25-13-2211 0 0,-23-33-99 0 0,2-1 0 0 0,1-1 0 0 0,1 0 0 0 0,0-1 0 0 0,26 26-1 0 0,-39-45-127 0 0,-1 1-1 0 0,0-1 0 0 0,0 0 0 0 0,1 0 0 0 0,-1 0 0 0 0,0 0 0 0 0,1 0 0 0 0,-1 0 0 0 0,1 0 0 0 0,0 0 0 0 0,-1 0 0 0 0,1-1 1 0 0,0 1-1 0 0,-1-1 0 0 0,1 1 0 0 0,0-1 0 0 0,0 0 0 0 0,-1 0 0 0 0,1 0 0 0 0,0 0 0 0 0,0 0 0 0 0,-1 0 0 0 0,1 0 0 0 0,0 0 1 0 0,0-1-1 0 0,-1 1 0 0 0,1-1 0 0 0,0 1 0 0 0,2-2 0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6.3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164 1 2304 0 0,'-5'0'828'0'0,"-1"0"-1"0"0,1 1 0 0 0,-1 0 1 0 0,1 0-1 0 0,-1 0 0 0 0,1 1 0 0 0,0 0 1 0 0,0 0-1 0 0,0 0 0 0 0,0 0 0 0 0,-7 6 1 0 0,5-4-357 0 0,1 1 1 0 0,1 0 0 0 0,-1 0-1 0 0,1 0 1 0 0,0 1 0 0 0,0 0 0 0 0,0 0-1 0 0,-3 7 1 0 0,4-7-358 0 0,0 1 0 0 0,1-1 0 0 0,0 1 0 0 0,0 0 0 0 0,1 0 0 0 0,-1 1 0 0 0,2-1 0 0 0,-1 0 0 0 0,1 1 0 0 0,0-1 1 0 0,1 0-1 0 0,-1 1 0 0 0,1-1 0 0 0,1 1 0 0 0,0-1 0 0 0,0 1 0 0 0,0-1 0 0 0,4 10 0 0 0,16 26 100 0 0,-16-36-214 0 0,-1 1-1 0 0,0 0 0 0 0,0 1 1 0 0,-1-1-1 0 0,0 1 0 0 0,0-1 0 0 0,-1 1 1 0 0,2 14-1 0 0,-4-21 1 0 0,0 0-1 0 0,-1 0 1 0 0,1 0-1 0 0,-1 0 1 0 0,0 0-1 0 0,1 0 1 0 0,-1 0-1 0 0,0 0 1 0 0,0-1 0 0 0,-1 1-1 0 0,1 0 1 0 0,0 0-1 0 0,0-1 1 0 0,-1 1-1 0 0,1-1 1 0 0,-1 1-1 0 0,1-1 1 0 0,-4 2 0 0 0,-34 19-468 0 0,24-16 40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6.7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0 193 2304 0 0,'16'-5'683'0'0,"-1"-1"0"0"0,0-1 0 0 0,0 0 0 0 0,23-16 0 0 0,-31 18-74 0 0,0 0 1 0 0,0 0-1 0 0,0-1 0 0 0,0 0 0 0 0,-1 0 0 0 0,0-1 0 0 0,-1 0 1 0 0,1 0-1 0 0,-1 0 0 0 0,5-11 0 0 0,-9 16-503 0 0,0 1 0 0 0,0-1-1 0 0,-1 1 1 0 0,1-1 0 0 0,0 0 0 0 0,-1 1-1 0 0,1-1 1 0 0,-1 0 0 0 0,1 0 0 0 0,-1 0-1 0 0,0 1 1 0 0,0-1 0 0 0,0 0 0 0 0,0 0-1 0 0,0 0 1 0 0,0 1 0 0 0,0-1 0 0 0,-1 0-1 0 0,1 0 1 0 0,0 0 0 0 0,-1 1 0 0 0,0-1-1 0 0,1 0 1 0 0,-1 1 0 0 0,0-1 0 0 0,0 1 0 0 0,0-1-1 0 0,0 1 1 0 0,0-1 0 0 0,0 1 0 0 0,-1-1-1 0 0,1 1 1 0 0,0 0 0 0 0,-1 0 0 0 0,1 0-1 0 0,-1 0 1 0 0,1 0 0 0 0,-1 0 0 0 0,1 0-1 0 0,-1 0 1 0 0,0 1 0 0 0,0-1 0 0 0,1 1-1 0 0,-1-1 1 0 0,0 1 0 0 0,0 0 0 0 0,1-1 0 0 0,-1 1-1 0 0,0 0 1 0 0,-2 0 0 0 0,1 0-21 0 0,1 0 0 0 0,-1 0 0 0 0,1 0 0 0 0,0 1 0 0 0,-1-1 0 0 0,1 0 0 0 0,-1 1 0 0 0,1 0 0 0 0,-1-1 0 0 0,1 1 0 0 0,0 0 0 0 0,-1 0 0 0 0,1 1 0 0 0,0-1 0 0 0,0 0 0 0 0,0 1 0 0 0,0-1 0 0 0,0 1 0 0 0,0 0 0 0 0,1-1 0 0 0,-1 1 0 0 0,0 0 0 0 0,1 0 0 0 0,-1 0 0 0 0,1 0 0 0 0,0 0 0 0 0,0 1 0 0 0,0-1 0 0 0,0 0 0 0 0,0 1 0 0 0,0-1 0 0 0,1 1 0 0 0,-1-1 0 0 0,1 0 0 0 0,0 1 0 0 0,-1-1 0 0 0,1 4 0 0 0,1 2 23 0 0,1 0-1 0 0,-1 0 0 0 0,1 0 0 0 0,1-1 0 0 0,-1 1 0 0 0,1-1 0 0 0,1 0 0 0 0,-1 1 0 0 0,1-1 0 0 0,1-1 0 0 0,-1 1 0 0 0,11 10 1 0 0,5 5-69 0 0,2-1 0 0 0,25 19 0 0 0,-20-17-131 0 0,-18-16-644 0 0,-1-1 0 0 0,1-1 1 0 0,15 8-1 0 0,-15-8-499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7.0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 0 6913 0 0,'-20'11'16249'0'0,"20"-4"-17383"0"0,1 0 427 0 0,-1-1 944 0 0,1 0 0 0 0,0 0 1 0 0,1 0-1 0 0,0-1 1 0 0,3 9-1 0 0,-3-9-138 0 0,0 1 0 0 0,-1-1 0 0 0,1 0-1 0 0,-1 1 1 0 0,0-1 0 0 0,1 9 0 0 0,0-10 103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7.6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218 405 4145 0 0,'-2'-2'1010'0'0,"-18"-18"7420"0"0,0 6-4304 0 0,17 13-3896 0 0,-1 0 0 0 0,1 0 0 0 0,-1-1 0 0 0,0 2 0 0 0,1-1 0 0 0,-1 0 0 0 0,0 1 0 0 0,1 0 0 0 0,-1 0 0 0 0,0 0 0 0 0,1 0 0 0 0,-8 2-1 0 0,6-2-154 0 0,1 1 0 0 0,-1 0 0 0 0,0 0 0 0 0,0 1-1 0 0,0-1 1 0 0,1 1 0 0 0,-1 0 0 0 0,1 0 0 0 0,-1 1-1 0 0,1 0 1 0 0,0-1 0 0 0,0 1 0 0 0,0 0 0 0 0,0 1-1 0 0,1-1 1 0 0,-1 1 0 0 0,-3 5 0 0 0,2-1 43 0 0,0 1 0 0 0,1 0 0 0 0,0-1 0 0 0,1 1 0 0 0,0 0 0 0 0,0 1 0 0 0,1-1 0 0 0,-1 12 0 0 0,0-1-166 0 0,0 0 1 0 0,1 34-1 0 0,2-49 37 0 0,0-1 0 0 0,0 1 1 0 0,1 0-1 0 0,-1-1 0 0 0,1 1 0 0 0,0-1 0 0 0,0 1 0 0 0,1-1 0 0 0,0 1 0 0 0,-1-1 1 0 0,1 0-1 0 0,1 0 0 0 0,-1 0 0 0 0,0 0 0 0 0,1 0 0 0 0,0-1 0 0 0,0 1 0 0 0,4 3 1 0 0,-6-6-17 0 0,0-1 0 0 0,0 1 1 0 0,0 0-1 0 0,0-1 0 0 0,0 1 1 0 0,0-1-1 0 0,0 0 0 0 0,0 1 1 0 0,0-1-1 0 0,0 0 1 0 0,0 0-1 0 0,0 1 0 0 0,0-1 1 0 0,0 0-1 0 0,0 0 0 0 0,0 0 1 0 0,0 0-1 0 0,0 0 1 0 0,0 0-1 0 0,0-1 0 0 0,0 1 1 0 0,0 0-1 0 0,0-1 0 0 0,0 1 1 0 0,2-1-1 0 0,-1 0-40 0 0,0-1 0 0 0,0 0 0 0 0,1 0-1 0 0,-1 1 1 0 0,0-1 0 0 0,-1-1 0 0 0,1 1 0 0 0,0 0-1 0 0,2-4 1 0 0,2-5-271 0 0,-1 0-1 0 0,0 0 1 0 0,5-16 0 0 0,-2 0-431 0 0,-2-1 1 0 0,-1 0 0 0 0,-1 0 0 0 0,-2 0 0 0 0,0 0 0 0 0,-4-43-1 0 0,-5-1 489 0 0,-21-93-1 0 0,9 106 202 0 0,0-7 3729 0 0,42 190 1794 0 0,9 4-3977 0 0,-17-77-1252 0 0,2-1 0 0 0,2-1 0 0 0,30 52 0 0 0,27 20-1264 0 0,-66-106-169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8.8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220 32 4609 0 0,'1'0'127'0'0,"-1"-1"1"0"0,1 1-1 0 0,-1 0 1 0 0,1-1-1 0 0,-1 1 1 0 0,1-1-1 0 0,-1 1 1 0 0,1-1-1 0 0,-1 1 0 0 0,1-1 1 0 0,-1 1-1 0 0,0-1 1 0 0,1 1-1 0 0,-1-1 1 0 0,0 0-1 0 0,1 1 0 0 0,-1-1 1 0 0,0 1-1 0 0,0-1 1 0 0,0 0-1 0 0,1 1 1 0 0,-1-1-1 0 0,0 0 1 0 0,0 1-1 0 0,0-1 0 0 0,0 0 1 0 0,0 1-1 0 0,0-1 1 0 0,-1 0-1 0 0,1 1 1 0 0,0-1-1 0 0,0 0 1 0 0,0 1-1 0 0,-1-1 0 0 0,1 1 1 0 0,0-1-1 0 0,0 0 1 0 0,-1 1-1 0 0,1-1 1 0 0,-1 1-1 0 0,1-1 0 0 0,0 1 1 0 0,-1-1-1 0 0,1 1 1 0 0,-2-1-1 0 0,1 0 93 0 0,-1 0 0 0 0,1 0 0 0 0,-1 1-1 0 0,0-1 1 0 0,1 1 0 0 0,-1-1 0 0 0,0 1-1 0 0,1 0 1 0 0,-1 0 0 0 0,0 0 0 0 0,0 0-1 0 0,1 0 1 0 0,-1 0 0 0 0,0 0 0 0 0,1 0-1 0 0,-4 1 1 0 0,-5 3 142 0 0,1 1 0 0 0,-1 0 0 0 0,1 0 0 0 0,0 1 0 0 0,1 0-1 0 0,-1 1 1 0 0,1-1 0 0 0,0 2 0 0 0,1-1 0 0 0,0 1 0 0 0,-11 15 0 0 0,3-3 20 0 0,2 1 0 0 0,0 1 1 0 0,-17 42-1 0 0,28-62-383 0 0,1 0 1 0 0,0 1-1 0 0,1-1 1 0 0,-1 1-1 0 0,0-1 0 0 0,1 1 1 0 0,-1-1-1 0 0,1 1 1 0 0,0-1-1 0 0,0 1 1 0 0,0-1-1 0 0,0 1 0 0 0,0 0 1 0 0,1-1-1 0 0,-1 1 1 0 0,1-1-1 0 0,0 1 0 0 0,-1-1 1 0 0,1 0-1 0 0,2 3 1 0 0,-2-3-27 0 0,0-1 0 0 0,0 0 0 0 0,1 0 0 0 0,-1 0-1 0 0,0 0 1 0 0,1 0 0 0 0,-1 0 0 0 0,1 0 0 0 0,0-1 0 0 0,-1 1 0 0 0,1 0 0 0 0,-1-1 0 0 0,1 1 0 0 0,0-1 0 0 0,0 0 0 0 0,-1 0 0 0 0,1 0 0 0 0,0 1 0 0 0,-1-2 0 0 0,1 1 0 0 0,0 0 0 0 0,0 0 0 0 0,-1 0-1 0 0,1-1 1 0 0,0 1 0 0 0,-1-1 0 0 0,1 1 0 0 0,-1-1 0 0 0,1 0 0 0 0,2-1 0 0 0,11-5-290 0 0,-1-1 0 0 0,1-1 0 0 0,-2 0 0 0 0,1 0 0 0 0,-1-2 0 0 0,12-11 0 0 0,66-75-1170 0 0,-77 78 1325 0 0,-11 14 190 0 0,-1 1 0 0 0,2 0 0 0 0,-1 0 0 0 0,0 0 0 0 0,1 0 0 0 0,0 0-1 0 0,-1 1 1 0 0,7-4 0 0 0,-8 13 670 0 0,0 1-1 0 0,0 0 1 0 0,-1-1-1 0 0,0 1 1 0 0,0 13-1 0 0,0 0-309 0 0,1-1 0 0 0,0 1-1 0 0,2-1 1 0 0,10 34 0 0 0,-11-43-621 0 0,1-1 1 0 0,0 0-1 0 0,1 0 0 0 0,0 0 1 0 0,0-1-1 0 0,1 1 0 0 0,0-1 0 0 0,0 0 1 0 0,1-1-1 0 0,0 0 0 0 0,10 8 1 0 0,7 2-6636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9.1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147 0 4545 0 0,'-2'0'98'0'0,"0"0"1"0"0,0 0-1 0 0,1 0 0 0 0,-1 0 1 0 0,0 0-1 0 0,0 1 0 0 0,1-1 0 0 0,-1 0 1 0 0,0 1-1 0 0,1-1 0 0 0,-1 1 1 0 0,0 0-1 0 0,1-1 0 0 0,-1 1 1 0 0,1 0-1 0 0,-3 1 0 0 0,-26 21 3531 0 0,21-16-2629 0 0,6-5-619 0 0,-41 35 3574 0 0,41-34-3602 0 0,0 0 1 0 0,0 0-1 0 0,0 0 1 0 0,1 1-1 0 0,-1-1 1 0 0,1 1-1 0 0,0 0 1 0 0,0 0-1 0 0,0 0 1 0 0,-2 6-1 0 0,4-9-327 0 0,0 0-1 0 0,0 1 1 0 0,0-1-1 0 0,1 0 1 0 0,-1 0-1 0 0,0 0 1 0 0,1 0-1 0 0,-1 1 1 0 0,1-1-1 0 0,-1 0 1 0 0,1 0-1 0 0,-1 0 1 0 0,1 0-1 0 0,0 0 1 0 0,0 0-1 0 0,-1 0 0 0 0,1 0 1 0 0,0-1-1 0 0,0 1 1 0 0,0 0-1 0 0,0 0 1 0 0,0-1-1 0 0,0 1 1 0 0,0 0-1 0 0,2 0 1 0 0,33 16 529 0 0,-30-15-526 0 0,-1 0-29 0 0,1 1-1 0 0,0-1 0 0 0,-1 1 1 0 0,0 0-1 0 0,1 0 0 0 0,-1 1 1 0 0,0 0-1 0 0,-1 0 0 0 0,8 7 1 0 0,-11-9 1 0 0,0 0 0 0 0,0 0 0 0 0,0 0 1 0 0,0 1-1 0 0,0-1 0 0 0,0 0 0 0 0,-1 0 1 0 0,1 1-1 0 0,-1-1 0 0 0,1 1 0 0 0,-1-1 0 0 0,0 1 1 0 0,0-1-1 0 0,0 0 0 0 0,0 1 0 0 0,0-1 1 0 0,-1 1-1 0 0,1-1 0 0 0,-1 0 0 0 0,0 1 1 0 0,1-1-1 0 0,-1 0 0 0 0,0 1 0 0 0,0-1 1 0 0,-1 0-1 0 0,-1 3 0 0 0,-3 6-75 0 0,-1-1 1 0 0,1-1-1 0 0,-2 1 1 0 0,1-1-1 0 0,-1-1 0 0 0,-1 1 1 0 0,1-1-1 0 0,-2-1 0 0 0,-17 13 1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9.5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206 35 6449 0 0,'-1'-1'301'0'0,"1"-1"0"0"0,0 1-1 0 0,-1-1 1 0 0,1 1 0 0 0,-1-1-1 0 0,0 1 1 0 0,1-1 0 0 0,-1 1-1 0 0,0 0 1 0 0,0-1 0 0 0,0 1-1 0 0,0 0 1 0 0,0 0 0 0 0,0 0-1 0 0,0 0 1 0 0,0 0 0 0 0,-1 0 0 0 0,1 0-1 0 0,0 0 1 0 0,-1 0 0 0 0,1 0-1 0 0,-1 1 1 0 0,1-1 0 0 0,-1 0-1 0 0,1 1 1 0 0,-2-1 0 0 0,0 0-45 0 0,0 0 0 0 0,0 1 1 0 0,0-1-1 0 0,0 0 1 0 0,0 1-1 0 0,0 0 0 0 0,0 0 1 0 0,0 0-1 0 0,0 0 1 0 0,0 0-1 0 0,0 0 0 0 0,0 1 1 0 0,-3 1-1 0 0,-2 2-124 0 0,0 1 0 0 0,0 0 0 0 0,1 1 0 0 0,0-1 0 0 0,0 2 0 0 0,0-1 0 0 0,1 1 0 0 0,0 0 0 0 0,-5 8 0 0 0,1-2-33 0 0,1 1 0 0 0,1 0 0 0 0,0 0 0 0 0,-7 19 0 0 0,14-31-95 0 0,0-1-1 0 0,0 1 0 0 0,1 0 1 0 0,-1-1-1 0 0,0 1 0 0 0,1 0 1 0 0,-1 0-1 0 0,1 0 0 0 0,0-1 1 0 0,0 1-1 0 0,-1 0 0 0 0,1 0 1 0 0,0 0-1 0 0,1-1 1 0 0,-1 1-1 0 0,0 0 0 0 0,0 0 1 0 0,1 0-1 0 0,-1-1 0 0 0,1 1 1 0 0,0 0-1 0 0,-1-1 0 0 0,1 1 1 0 0,0 0-1 0 0,0-1 0 0 0,0 1 1 0 0,0-1-1 0 0,0 1 0 0 0,0-1 1 0 0,1 0-1 0 0,-1 1 1 0 0,0-1-1 0 0,1 0 0 0 0,-1 0 1 0 0,1 0-1 0 0,-1 0 0 0 0,1 0 1 0 0,0 0-1 0 0,2 0 0 0 0,1 1 5 0 0,1-1 1 0 0,0 0-1 0 0,-1 0 0 0 0,1-1 0 0 0,-1 1 0 0 0,1-1 0 0 0,0 0 1 0 0,-1-1-1 0 0,1 0 0 0 0,-1 0 0 0 0,10-2 0 0 0,6-6-74 0 0,0 0-1 0 0,-1-1 1 0 0,0-2-1 0 0,0 0 1 0 0,-1 0-1 0 0,-1-2 1 0 0,19-18-1 0 0,42-29-101 0 0,-78 60 197 0 0,0 0-1 0 0,0 0 1 0 0,0 0-1 0 0,1 0 1 0 0,-1 0 0 0 0,0 0-1 0 0,1 0 1 0 0,-1 0-1 0 0,0 1 1 0 0,1-1-1 0 0,-1 1 1 0 0,1-1 0 0 0,-1 1-1 0 0,1-1 1 0 0,-1 1-1 0 0,1 0 1 0 0,0 0-1 0 0,-1 0 1 0 0,1 0-1 0 0,-1 0 1 0 0,1 0 0 0 0,-1 0-1 0 0,1 1 1 0 0,-1-1-1 0 0,1 0 1 0 0,-1 1-1 0 0,3 1 1 0 0,-2 0-71 0 0,0 0 1 0 0,0 1-1 0 0,0-1 1 0 0,-1 1-1 0 0,1 0 1 0 0,-1-1-1 0 0,0 1 1 0 0,0 0-1 0 0,0 0 1 0 0,0 0-1 0 0,0 0 1 0 0,0 0-1 0 0,-1 3 1 0 0,3 10-4715 0 0,1 0-1665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49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240 4 4609 0 0,'-7'-2'461'0'0,"0"2"0"0"0,0-1 0 0 0,0 1 0 0 0,0 0 0 0 0,0 0 1 0 0,0 1-1 0 0,0 0 0 0 0,0 0 0 0 0,1 1 0 0 0,-1 0 0 0 0,0 0 0 0 0,0 0 0 0 0,1 1 0 0 0,0 0 0 0 0,-10 6 0 0 0,9-4-13 0 0,0 1-1 0 0,0 0 0 0 0,1 0 0 0 0,0 1 0 0 0,0 0 0 0 0,0 0 0 0 0,1 0 0 0 0,0 1 0 0 0,1 0 1 0 0,-1 0-1 0 0,-4 14 0 0 0,-1 3-143 0 0,1 0 1 0 0,1 1 0 0 0,2 0 0 0 0,0 0-1 0 0,2 1 1 0 0,1-1 0 0 0,1 1 0 0 0,1 0-1 0 0,2 0 1 0 0,0-1 0 0 0,2 1-1 0 0,1 0 1 0 0,1-1 0 0 0,1 0 0 0 0,1 0-1 0 0,2-1 1 0 0,11 25 0 0 0,4-2-288 0 0,-18-37-318 0 0,0-1 0 0 0,-1 1 0 0 0,0 0 0 0 0,0 0 0 0 0,-1 0 0 0 0,-1 1 0 0 0,0-1 1 0 0,2 23-1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0.0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0 282 4609 0 0,'0'-3'303'0'0,"1"-1"0"0"0,-1 0-1 0 0,1 1 1 0 0,-1-1 0 0 0,1 1 0 0 0,0-1-1 0 0,0 1 1 0 0,1-1 0 0 0,-1 1 0 0 0,1 0-1 0 0,-1 0 1 0 0,1 0 0 0 0,4-6 0 0 0,31-38 2644 0 0,-20 30-2439 0 0,1-1 1 0 0,0 2 0 0 0,2 1 0 0 0,0 0-1 0 0,29-16 1 0 0,-28 19-1226 0 0,0 2-1 0 0,1 0 1 0 0,0 1-1 0 0,0 1 1 0 0,40-8-1 0 0,-36 13-1360 0 0,-1 1 0 0 0,41 2 0 0 0,-56 1 1999 0 0,20-1-77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0.3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18 191 6913 0 0,'-2'6'666'0'0,"1"-3"30"0"0,-1-1 0 0 0,1 1 0 0 0,1 0 1 0 0,-1-1-1 0 0,0 1 0 0 0,1 0 1 0 0,-1-1-1 0 0,1 1 0 0 0,0 0 0 0 0,0 0 1 0 0,0 3-1 0 0,16-29 1706 0 0,-10 8-2510 0 0,0 0-1 0 0,-1 0 1 0 0,-1 0 0 0 0,4-21-1 0 0,-7 27 74 0 0,0 0-1 0 0,0 0 0 0 0,-1 0 0 0 0,0 0 1 0 0,0 0-1 0 0,-1 0 0 0 0,-1 0 1 0 0,1 0-1 0 0,-4-9 0 0 0,5 17 73 0 0,0 1 0 0 0,0-1 0 0 0,0 0-1 0 0,-1 0 1 0 0,1 1 0 0 0,0-1 0 0 0,0 0 0 0 0,-1 1-1 0 0,1-1 1 0 0,0 1 0 0 0,-1-1 0 0 0,1 0 0 0 0,-1 1 0 0 0,1-1-1 0 0,-1 1 1 0 0,1-1 0 0 0,-1 1 0 0 0,1-1 0 0 0,-1 1-1 0 0,1-1 1 0 0,-1 1 0 0 0,0 0 0 0 0,1-1 0 0 0,-1 1 0 0 0,0 0-1 0 0,1 0 1 0 0,-1-1 0 0 0,-1 1 0 0 0,1 0 36 0 0,0 1 1 0 0,0-1 0 0 0,0 1-1 0 0,0-1 1 0 0,0 1-1 0 0,0-1 1 0 0,0 1 0 0 0,0 0-1 0 0,1-1 1 0 0,-1 1-1 0 0,0 0 1 0 0,0 0 0 0 0,1-1-1 0 0,-1 1 1 0 0,0 0-1 0 0,0 1 1 0 0,-2 3 77 0 0,0 0 0 0 0,1 0 0 0 0,-1 0 0 0 0,1 0 0 0 0,0 1 0 0 0,-2 7-1 0 0,4-8-159 0 0,0 0-1 0 0,1-1 1 0 0,-1 1-1 0 0,1 0 1 0 0,0 0-1 0 0,0 0 0 0 0,0-1 1 0 0,1 1-1 0 0,0-1 1 0 0,0 1-1 0 0,0-1 0 0 0,0 1 1 0 0,1-1-1 0 0,-1 0 1 0 0,1 0-1 0 0,0 0 0 0 0,4 4 1 0 0,4 3-1235 0 0,1 0 0 0 0,0 0-1 0 0,26 17 1 0 0,-22-18-4577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0.7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138 1 6913 0 0,'-8'5'612'0'0,"1"1"0"0"0,0 0 1 0 0,1 0-1 0 0,-1 0 0 0 0,1 1 0 0 0,1 0 0 0 0,-1 0 0 0 0,1 1 0 0 0,-6 11 0 0 0,-34 78 2735 0 0,42-88-3182 0 0,1-5-40 0 0,-14 46 374 0 0,15-48-504 0 0,0-1 1 0 0,1 1-1 0 0,0-1 0 0 0,-1 1 0 0 0,1-1 0 0 0,0 1 0 0 0,0-1 0 0 0,0 1 0 0 0,0-1 0 0 0,0 1 0 0 0,0-1 0 0 0,0 1 1 0 0,0-1-1 0 0,1 1 0 0 0,-1-1 0 0 0,1 0 0 0 0,-1 1 0 0 0,1-1 0 0 0,-1 1 0 0 0,1-1 0 0 0,0 0 0 0 0,0 0 1 0 0,-1 1-1 0 0,1-1 0 0 0,0 0 0 0 0,0 0 0 0 0,0 0 0 0 0,1 0 0 0 0,-1 0 0 0 0,1 1 0 0 0,0-2-47 0 0,0 0 1 0 0,-1 0-1 0 0,1 0 0 0 0,0 0 0 0 0,-1 0 0 0 0,1-1 0 0 0,0 1 0 0 0,-1 0 0 0 0,1-1 0 0 0,0 1 0 0 0,-1-1 0 0 0,1 0 1 0 0,-1 0-1 0 0,1 0 0 0 0,-1 1 0 0 0,0-1 0 0 0,1 0 0 0 0,-1-1 0 0 0,0 1 0 0 0,2-2 0 0 0,25-27-161 0 0,-23 21 471 0 0,1 0 0 0 0,-1 0 0 0 0,-1 0 1 0 0,0-1-1 0 0,5-19 0 0 0,1 0 2085 0 0,-9 28-2299 0 0,-1 1 1 0 0,0 0-1 0 0,0 0 0 0 0,0 0 1 0 0,0 0-1 0 0,0 0 0 0 0,0-1 1 0 0,0 1-1 0 0,0 0 0 0 0,0 0 0 0 0,0 0 1 0 0,0 0-1 0 0,0 0 0 0 0,0-1 1 0 0,1 1-1 0 0,-1 0 0 0 0,0 0 1 0 0,0 0-1 0 0,0 0 0 0 0,0 0 1 0 0,0 0-1 0 0,0 0 0 0 0,1 0 1 0 0,-1-1-1 0 0,0 1 0 0 0,0 0 1 0 0,0 0-1 0 0,0 0 0 0 0,0 0 1 0 0,1 0-1 0 0,-1 0 0 0 0,0 0 1 0 0,0 0-1 0 0,0 0 0 0 0,0 0 1 0 0,1 0-1 0 0,-1 0 0 0 0,0 0 1 0 0,0 0-1 0 0,0 0 0 0 0,0 0 1 0 0,1 0-1 0 0,-1 1 0 0 0,0-1 1 0 0,0 0-1 0 0,0 0 0 0 0,0 0 1 0 0,0 0-1 0 0,0 0 0 0 0,1 0 1 0 0,-1 0-1 0 0,0 0 0 0 0,0 0 1 0 0,0 1-1 0 0,10 12 738 0 0,7 26-980 0 0,-14-32 414 0 0,0-1-290 0 0,0 0 0 0 0,0 0 0 0 0,1 0 0 0 0,0 0 0 0 0,0-1 0 0 0,0 1 0 0 0,0-1 0 0 0,1 0-1 0 0,0 0 1 0 0,0-1 0 0 0,1 1 0 0 0,-1-1 0 0 0,1 0 0 0 0,0-1 0 0 0,0 1 0 0 0,0-1 0 0 0,0 0 0 0 0,1-1 0 0 0,-1 0 0 0 0,10 2 0 0 0,-3-1-1028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1.1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41 4145 0 0,'-1'-2'1095'0'0,"0"-1"0"0"0,0 0 0 0 0,0 0 0 0 0,0 0 0 0 0,0 0 0 0 0,1 0 1 0 0,0 0-1 0 0,-1-14 6125 0 0,1 30-4885 0 0,0-12-2116 0 0,0 5-160 0 0,0 0 1 0 0,1 0-1 0 0,-1 0 1 0 0,1-1-1 0 0,0 1 1 0 0,1 0-1 0 0,0-1 1 0 0,2 7-1 0 0,3 11 163 0 0,0 11 43 0 0,-4-16-214 0 0,0 0 1 0 0,2 0-1 0 0,0 0 0 0 0,1-1 1 0 0,1 1-1 0 0,12 21 0 0 0,-19-38-77 0 0,0-1-1 0 0,1 1 1 0 0,-1-1 0 0 0,0 1-1 0 0,1 0 1 0 0,-1-1 0 0 0,1 1-1 0 0,-1-1 1 0 0,1 0 0 0 0,-1 1-1 0 0,1-1 1 0 0,0 1 0 0 0,-1-1-1 0 0,1 0 1 0 0,-1 1 0 0 0,1-1-1 0 0,0 0 1 0 0,-1 0 0 0 0,1 0-1 0 0,0 1 1 0 0,0-1 0 0 0,-1 0-1 0 0,1 0 1 0 0,0 0 0 0 0,-1 0-1 0 0,1 0 1 0 0,0 0 0 0 0,-1 0-1 0 0,1 0 1 0 0,0-1 0 0 0,0 1-1 0 0,1-1-13 0 0,1 0-1 0 0,-1 0 0 0 0,0-1 0 0 0,0 1 0 0 0,0-1 0 0 0,0 1 1 0 0,-1-1-1 0 0,1 1 0 0 0,2-4 0 0 0,6-7-45 0 0,-1-1 0 0 0,9-17 1 0 0,-14 23 27 0 0,7-12 67 0 0,7-13 105 0 0,30-37 1 0 0,-39 135 693 0 0,-9-63-811 0 0,1 0 0 0 0,0 0 0 0 0,1 0 0 0 0,-1 0 0 0 0,0 0 0 0 0,1 0 0 0 0,-1 0 0 0 0,1-1 0 0 0,0 1 0 0 0,0 0-1 0 0,0-1 1 0 0,1 0 0 0 0,-1 1 0 0 0,0-1 0 0 0,1 0 0 0 0,0 0 0 0 0,-1 0 0 0 0,6 2 0 0 0,-5-3-758 0 0,-1 0 1 0 0,1 0-1 0 0,-1 0 0 0 0,1-1 1 0 0,0 1-1 0 0,0-1 0 0 0,-1 0 1 0 0,7 0-1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1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9674 0 0,'19'52'9091'0'0,"-12"-26"-8254"0"0,-2 0-1 0 0,0 1 1 0 0,-2 0-1 0 0,0 0 1 0 0,-4 51-1 0 0,0-50-823 0 0,1 0-1 0 0,1 0 0 0 0,2 0 1 0 0,1-1-1 0 0,10 40 0 0 0,19 25-1381 0 0,-27-75 469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1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13 200 5985 0 0,'-2'-2'140'0'0,"1"0"1"0"0,0 0-1 0 0,-1 0 0 0 0,1 0 0 0 0,0 0 0 0 0,0 0 0 0 0,1-1 0 0 0,-1 1 0 0 0,0 0 0 0 0,1-1 1 0 0,-1 1-1 0 0,1 0 0 0 0,0-1 0 0 0,0 1 0 0 0,0-1 0 0 0,0 1 0 0 0,1-3 0 0 0,0 0 218 0 0,0 1-1 0 0,1-1 1 0 0,0 0-1 0 0,0 1 0 0 0,0 0 1 0 0,0-1-1 0 0,6-6 0 0 0,0 1-342 0 0,1 0-1 0 0,0 0 1 0 0,1 1-1 0 0,0 0 1 0 0,0 1-1 0 0,1 0 1 0 0,0 0-1 0 0,1 1 1 0 0,-1 1-1 0 0,1 0 1 0 0,1 1-1 0 0,14-5 0 0 0,-8 3-14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2.0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0 291 4145 0 0,'5'1'178'0'0,"0"-1"1"0"0,0-1 0 0 0,0 1-1 0 0,1-1 1 0 0,-1 0-1 0 0,-1 0 1 0 0,1 0 0 0 0,0 0-1 0 0,0-1 1 0 0,0 0-1 0 0,-1 0 1 0 0,1-1 0 0 0,-1 1-1 0 0,1-1 1 0 0,-1 0-1 0 0,0 0 1 0 0,0 0-1 0 0,4-5 1 0 0,1-1 29 0 0,0 0 0 0 0,-1 0 1 0 0,-1 0-1 0 0,0-1 0 0 0,0 0 0 0 0,9-18 0 0 0,-8 10 337 0 0,0 0-1 0 0,-1 0 0 0 0,-1-1 0 0 0,-1 1 1 0 0,-1-1-1 0 0,0 0 0 0 0,0-23 1 0 0,-13 76 4322 0 0,-2-2-3743 0 0,11-24-1122 0 0,0 0-1 0 0,0-1 1 0 0,0 1-1 0 0,1 0 1 0 0,0 0-1 0 0,1 0 1 0 0,-1-1-1 0 0,2 1 1 0 0,-1-1-1 0 0,1 1 1 0 0,0-1-1 0 0,0 0 1 0 0,1 0-1 0 0,0 0 1 0 0,0-1-1 0 0,9 10 1 0 0,-2-4-685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3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 7 3225 0 0,'-13'-7'16478'0'0,"13"8"-16250"0"0,1-1 0 0 0,-1 1 0 0 0,0 1 0 0 0,4 13 876 0 0,-4-14-1210 0 0,3 18 374 0 0,0 1 1 0 0,-2-1-1 0 0,0 0 1 0 0,-1 1 0 0 0,-4 29-1 0 0,0 29-138 0 0,4-60-127 0 0,2 0-1 0 0,0-1 0 0 0,1 1 0 0 0,1-1 0 0 0,7 22 1 0 0,-9-32-3 0 0,1 0-1 0 0,0-1 1 0 0,0 1 0 0 0,0-1 0 0 0,1 0 0 0 0,0 0 0 0 0,0 0-1 0 0,0 0 1 0 0,1-1 0 0 0,0 0 0 0 0,0 0 0 0 0,0 0 0 0 0,1-1-1 0 0,-1 1 1 0 0,1-1 0 0 0,7 3 0 0 0,-11-6-5 0 0,0-1-1 0 0,0 1 1 0 0,0-1-1 0 0,0 0 1 0 0,0 1-1 0 0,0-1 1 0 0,0 0-1 0 0,1 0 1 0 0,-1-1 0 0 0,0 1-1 0 0,0 0 1 0 0,0-1-1 0 0,0 1 1 0 0,0-1-1 0 0,0 0 1 0 0,0 1-1 0 0,0-1 1 0 0,0 0 0 0 0,0 0-1 0 0,0-1 1 0 0,-1 1-1 0 0,1 0 1 0 0,0 0-1 0 0,-1-1 1 0 0,1 1-1 0 0,-1-1 1 0 0,1 0-1 0 0,-1 1 1 0 0,2-4 0 0 0,6-7-57 0 0,-1 0 0 0 0,0-1 0 0 0,6-16 0 0 0,-8 19 33 0 0,27-54-927 0 0,38-102-1 0 0,-68 152 713 0 0,2 0 776 0 0,-5 14-508 0 0,0 0 1 0 0,1 0-1 0 0,-1 1 1 0 0,0-1 0 0 0,1 0-1 0 0,-1 0 1 0 0,1 0 0 0 0,-1 0-1 0 0,0 0 1 0 0,1 0 0 0 0,-1 1-1 0 0,0-1 1 0 0,1 0 0 0 0,-1 0-1 0 0,0 1 1 0 0,1-1-1 0 0,-1 0 1 0 0,0 0 0 0 0,0 1-1 0 0,1-1 1 0 0,-1 0 0 0 0,0 1-1 0 0,0-1 1 0 0,1 0 0 0 0,-1 1-1 0 0,0-1 1 0 0,0 1 0 0 0,0-1-1 0 0,0 0 1 0 0,0 1 0 0 0,0-1-1 0 0,0 0 1 0 0,1 1-1 0 0,-1 0 1 0 0,0 0 120 0 0,2 4-7 0 0,19 49 165 0 0,-16-36-320 0 0,1-1 0 0 0,1 0 0 0 0,0 0 0 0 0,1-1 0 0 0,1 0 0 0 0,1 0 0 0 0,0-1 0 0 0,22 25 0 0 0,-18-27-1664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3.5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0 159 1840 0 0,'8'-2'850'0'0,"0"0"0"0"0,0 0 0 0 0,0 1 0 0 0,0 0 0 0 0,0 1-1 0 0,0 0 1 0 0,0 0 0 0 0,0 0 0 0 0,0 1 0 0 0,-1 1 0 0 0,1-1 0 0 0,0 1-1 0 0,0 1 1 0 0,-1-1 0 0 0,1 1 0 0 0,-1 0 0 0 0,0 1 0 0 0,7 4 0 0 0,-7-3-540 0 0,0 0 0 0 0,0 0 0 0 0,-1 0 0 0 0,0 1 0 0 0,0 0 0 0 0,0 0 1 0 0,0 1-1 0 0,-1-1 0 0 0,0 1 0 0 0,6 12 0 0 0,2 20 311 0 0,-13-38-588 0 0,1 0 0 0 0,-1 0 0 0 0,0 0 0 0 0,1 0 0 0 0,-1 0 0 0 0,0 0 0 0 0,0 0 0 0 0,0 0-1 0 0,0 1 1 0 0,0-1 0 0 0,0 0 0 0 0,0 0 0 0 0,-1 0 0 0 0,1 0 0 0 0,0 0 0 0 0,-1 0 0 0 0,1 0 0 0 0,0 0 0 0 0,-1 0 0 0 0,1 0 0 0 0,-1 0-1 0 0,0 0 1 0 0,1 0 0 0 0,-1 0 0 0 0,0 0 0 0 0,1 0 0 0 0,-1-1 0 0 0,0 1 0 0 0,0 0 0 0 0,0-1 0 0 0,0 1 0 0 0,0 0 0 0 0,-1 0 0 0 0,1-1-16 0 0,0 0 1 0 0,1 1-1 0 0,-1-1 1 0 0,1 0 0 0 0,-1 0-1 0 0,1 0 1 0 0,-1 0-1 0 0,1 0 1 0 0,-1 0-1 0 0,1 0 1 0 0,-1 0 0 0 0,1 0-1 0 0,-1-1 1 0 0,0 1-1 0 0,1 0 1 0 0,-1 0 0 0 0,1 0-1 0 0,-1-1 1 0 0,1 1-1 0 0,0 0 1 0 0,-1 0 0 0 0,1-1-1 0 0,-1 1 1 0 0,1 0-1 0 0,-1-1 1 0 0,1 1-1 0 0,0-1 1 0 0,-1 1 0 0 0,1 0-1 0 0,-1-2 1 0 0,-5-19 185 0 0,8-22-106 0 0,2 20-225 0 0,1-1-1 0 0,1 1 0 0 0,1 0 1 0 0,10-23-1 0 0,25-41-3043 0 0,-24 54-4179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3.9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0 390 1840 0 0,'2'0'360'0'0,"0"0"-1"0"0,0 0 0 0 0,-1 0 0 0 0,1 0 0 0 0,0 0 0 0 0,0 0 0 0 0,0 0 1 0 0,-1-1-1 0 0,1 1 0 0 0,0-1 0 0 0,-1 1 0 0 0,1-1 0 0 0,0 0 1 0 0,-1 1-1 0 0,1-1 0 0 0,-1 0 0 0 0,1 0 0 0 0,-1 0 0 0 0,1-1 0 0 0,-1 1 1 0 0,0 0-1 0 0,1 0 0 0 0,-1-1 0 0 0,2-2 0 0 0,31-42 5246 0 0,-29 38-5479 0 0,17-24 194 0 0,-2-1 0 0 0,-1-1-1 0 0,-1 0 1 0 0,-2-1 0 0 0,-2-1-1 0 0,12-44 1 0 0,-26 78-357 0 0,1 1-1 0 0,-1-1 1 0 0,1 1-1 0 0,-1-1 1 0 0,0 0-1 0 0,0 1 1 0 0,0-1-1 0 0,0 1 1 0 0,0-1-1 0 0,0 0 1 0 0,0 1-1 0 0,0-1 1 0 0,-1 1-1 0 0,1-1 1 0 0,-1 1-1 0 0,0-3 1 0 0,0 3 16 0 0,1 1-1 0 0,-1 0 1 0 0,1-1 0 0 0,-1 1 0 0 0,1 0 0 0 0,-1 0-1 0 0,1 0 1 0 0,-1-1 0 0 0,0 1 0 0 0,1 0 0 0 0,-1 0 0 0 0,1 0-1 0 0,-1 0 1 0 0,1 0 0 0 0,-1 0 0 0 0,0 0 0 0 0,1 0-1 0 0,-1 0 1 0 0,1 0 0 0 0,-1 0 0 0 0,0 0 0 0 0,1 0-1 0 0,-1 1 1 0 0,1-1 0 0 0,-1 0 0 0 0,1 0 0 0 0,-1 1-1 0 0,0 0 1 0 0,-4 1 53 0 0,0 1 0 0 0,1 1 0 0 0,-1-1-1 0 0,1 1 1 0 0,0 0 0 0 0,0 0 0 0 0,-6 7-1 0 0,6-4 72 0 0,0-1 0 0 0,0 1 0 0 0,0 0-1 0 0,1 1 1 0 0,0-1 0 0 0,1 0-1 0 0,-1 1 1 0 0,1 0 0 0 0,1-1-1 0 0,-1 1 1 0 0,2 0 0 0 0,-1 0-1 0 0,1 0 1 0 0,0-1 0 0 0,0 1-1 0 0,1 0 1 0 0,0 0 0 0 0,1 0 0 0 0,-1-1-1 0 0,2 1 1 0 0,-1 0 0 0 0,1-1-1 0 0,0 0 1 0 0,0 0 0 0 0,1 0-1 0 0,0 0 1 0 0,0 0 0 0 0,1-1-1 0 0,0 0 1 0 0,0 0 0 0 0,0 0-1 0 0,1-1 1 0 0,0 1 0 0 0,0-1 0 0 0,0-1-1 0 0,1 1 1 0 0,13 6 0 0 0,-1-3-240 0 0,1 0 0 0 0,0-2-1 0 0,0 0 1 0 0,0-2 0 0 0,0 0 0 0 0,1-1 0 0 0,-1-1 0 0 0,43-1 0 0 0,-25-2-1094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3:54.0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 13363 0 0,'-3'5'592'0'0,"2"-1"120"0"0,-1 0-568 0 0,1-1-144 0 0,2 1 1272 0 0,-1-1-567 0 0,2 0-1 0 0,2-2-528 0 0,-1-4-104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6.8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37 199 8290 0 0,'-2'-1'386'0'0,"-1"-1"-1"0"0,1 0 1 0 0,-1 1 0 0 0,1-1 0 0 0,0 0-1 0 0,0 0 1 0 0,0 0 0 0 0,0 0 0 0 0,0-1 0 0 0,0 1-1 0 0,0 0 1 0 0,1-1 0 0 0,-1 1 0 0 0,1-1-1 0 0,0 0 1 0 0,0 1 0 0 0,0-1 0 0 0,0 0 0 0 0,0 0-1 0 0,0-4 1 0 0,1 3-220 0 0,1 1 0 0 0,-1 0 0 0 0,1 0 0 0 0,0 0 0 0 0,0 0 0 0 0,0 0 0 0 0,1 0 0 0 0,-1 0 0 0 0,1 0 0 0 0,-1 0 0 0 0,1 1 0 0 0,0-1 0 0 0,0 1 0 0 0,0-1 0 0 0,1 1 0 0 0,-1 0 0 0 0,0 0 1 0 0,4-3-1 0 0,11-8 120 0 0,0 0 0 0 0,1 1 0 0 0,1 1 0 0 0,21-10 0 0 0,-33 17-202 0 0,2 1 1 0 0,-1-1 0 0 0,0 2-1 0 0,1-1 1 0 0,-1 1 0 0 0,1 1-1 0 0,0 0 1 0 0,-1 0 0 0 0,1 0 0 0 0,0 1-1 0 0,0 1 1 0 0,16 2 0 0 0,-22-2-87 0 0,0 0 1 0 0,0 0-1 0 0,0 1 1 0 0,0-1-1 0 0,-1 1 1 0 0,1 0 0 0 0,0 0-1 0 0,-1 0 1 0 0,1 0-1 0 0,-1 0 1 0 0,0 1-1 0 0,0-1 1 0 0,0 1-1 0 0,0-1 1 0 0,0 1 0 0 0,0 0-1 0 0,-1 0 1 0 0,1 0-1 0 0,-1 0 1 0 0,0 0-1 0 0,0 0 1 0 0,0 0-1 0 0,0 0 1 0 0,0 0-1 0 0,-1 1 1 0 0,0-1 0 0 0,1 0-1 0 0,-1 4 1 0 0,0 12-9 0 0,0 1 0 0 0,-1-1 0 0 0,-5 28 0 0 0,4-40 20 0 0,-11 60-47 0 0,-3-1-1 0 0,-29 73 1 0 0,9-30 349 0 0,35-107-286 0 0,1 1 0 0 0,-1-1 0 0 0,0 1 0 0 0,1 0 0 0 0,-1-1-1 0 0,1 1 1 0 0,0 0 0 0 0,-1 0 0 0 0,2-1 0 0 0,-1 1 0 0 0,0 0 0 0 0,0 0 0 0 0,1-1 0 0 0,0 1 0 0 0,-1 0 0 0 0,1-1 0 0 0,0 1 0 0 0,0-1 0 0 0,3 5 0 0 0,-2-5-11 0 0,-1 0 1 0 0,1-1 0 0 0,0 1 0 0 0,0-1-1 0 0,0 0 1 0 0,0 1 0 0 0,0-1-1 0 0,0 0 1 0 0,1 0 0 0 0,-1-1 0 0 0,0 1-1 0 0,0 0 1 0 0,1-1 0 0 0,-1 1-1 0 0,0-1 1 0 0,1 0 0 0 0,-1 0 0 0 0,1 0-1 0 0,-1 0 1 0 0,0 0 0 0 0,1 0 0 0 0,-1-1-1 0 0,4 0 1 0 0,21-6 29 0 0,0-2 0 0 0,0 0 0 0 0,-1-2 0 0 0,0-1 0 0 0,30-18 0 0 0,-18 9-1185 0 0,46-17 0 0 0,-45 24-6444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7.1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 12899 0 0,'16'-25'9513'0'0,"-14"37"-8948"0"0,29 281 493 0 0,-23-245-1357 0 0,3 1 0 0 0,2-1 0 0 0,36 88 1 0 0,-38-115-487 0 0,0-2-185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7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79 7370 0 0,'-7'2'-238'0'0,"-11"2"2572"0"0,35-6 1443 0 0,14-2-1890 0 0,36-10 0 0 0,77-31-337 0 0,-118 36-1490 0 0,6-2-355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7.7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57 9218 0 0,'-1'1'304'0'0,"-1"-1"1"0"0,0 1-1 0 0,1 0 0 0 0,-1 0 1 0 0,1 0-1 0 0,0 0 0 0 0,-1 0 1 0 0,1 0-1 0 0,0 0 0 0 0,-1 0 1 0 0,1 1-1 0 0,0-1 0 0 0,0 0 1 0 0,0 1-1 0 0,0-1 0 0 0,0 1 1 0 0,0-1-1 0 0,1 1 0 0 0,-1-1 1 0 0,0 1-1 0 0,1 0 0 0 0,-1-1 1 0 0,1 1-1 0 0,0 0 0 0 0,0-1 1 0 0,-1 3-1 0 0,0 7 485 0 0,1 0 0 0 0,0 0 0 0 0,1 13 0 0 0,0-3-295 0 0,-1-10-354 0 0,1 1 1 0 0,0 0-1 0 0,0 0 1 0 0,1-1 0 0 0,1 1-1 0 0,4 14 1 0 0,-6-24-124 0 0,0 0 0 0 0,-1 0 0 0 0,1 0-1 0 0,0 0 1 0 0,0-1 0 0 0,0 1 0 0 0,0 0 0 0 0,0 0 0 0 0,1 0 0 0 0,-1-1 0 0 0,1 1 0 0 0,-1-1 0 0 0,1 1 0 0 0,-1-1 0 0 0,1 0 0 0 0,0 0 0 0 0,-1 1 0 0 0,1-1-1 0 0,0 0 1 0 0,0 0 0 0 0,0-1 0 0 0,0 1 0 0 0,0 0 0 0 0,0-1 0 0 0,0 1 0 0 0,0-1 0 0 0,0 0 0 0 0,0 1 0 0 0,1-1 0 0 0,-1 0 0 0 0,0 0 0 0 0,0-1 0 0 0,0 1-1 0 0,0 0 1 0 0,0-1 0 0 0,0 1 0 0 0,0-1 0 0 0,0 0 0 0 0,0 1 0 0 0,0-1 0 0 0,0 0 0 0 0,3-2 0 0 0,0 0-17 0 0,-1-1-1 0 0,1 1 1 0 0,0-1 0 0 0,-1 0-1 0 0,0 0 1 0 0,0 0 0 0 0,0-1-1 0 0,0 0 1 0 0,-1 1 0 0 0,1-1 0 0 0,3-10-1 0 0,5-10 4 0 0,11-33 1 0 0,-11 25 9 0 0,-1 1 106 0 0,-9 24-84 0 0,1 0-1 0 0,-1 0 0 0 0,1 1 1 0 0,1-1-1 0 0,-1 1 0 0 0,1-1 1 0 0,1 1-1 0 0,-1 0 0 0 0,9-9 1 0 0,-13 16-21 0 0,1 0 1 0 0,-1-1 0 0 0,0 1 0 0 0,1 0 0 0 0,-1-1-1 0 0,1 1 1 0 0,-1 0 0 0 0,1 0 0 0 0,-1-1-1 0 0,1 1 1 0 0,-1 0 0 0 0,1 0 0 0 0,-1 0 0 0 0,1 0-1 0 0,0 0 1 0 0,-1 0 0 0 0,1 0 0 0 0,-1 0 0 0 0,1 0-1 0 0,-1 0 1 0 0,1 0 0 0 0,-1 0 0 0 0,1 0-1 0 0,-1 0 1 0 0,1 0 0 0 0,-1 1 0 0 0,1-1 0 0 0,-1 0-1 0 0,2 1 1 0 0,11 14 231 0 0,4 23-6 0 0,-5 3-123 0 0,-3 0 0 0 0,-1 0-1 0 0,3 54 1 0 0,-8 127 64 0 0,-6-179-158 0 0,-7 42 0 0 0,-2-31-7204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7.9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10138 0 0,'5'1'356'0'0,"0"0"0"0"0,-1 0-1 0 0,1 1 1 0 0,-1 0 0 0 0,0 0-1 0 0,0 0 1 0 0,1 0 0 0 0,-1 0 0 0 0,-1 1-1 0 0,1 0 1 0 0,0 0 0 0 0,5 5-1 0 0,-3-1 207 0 0,0 0-1 0 0,0 1 0 0 0,-1 0 0 0 0,0 0 0 0 0,7 15 0 0 0,0 6 602 0 0,-2 0 0 0 0,12 54 0 0 0,24 200-147 0 0,-44-266-1057 0 0,2 9-818 0 0,-3-15-15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8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81 6937 0 0,'-1'-3'174'0'0,"0"0"-1"0"0,0 0 0 0 0,1 0 0 0 0,-1 0 0 0 0,1 0 0 0 0,-1 0 0 0 0,1 0 0 0 0,0 0 0 0 0,1 0 0 0 0,0-4 0 0 0,-1 5 212 0 0,1 0-1 0 0,-1 0 1 0 0,1 0 0 0 0,0 0 0 0 0,0 0-1 0 0,0 0 1 0 0,0 0 0 0 0,0 0 0 0 0,1 0 0 0 0,-1 0-1 0 0,0 1 1 0 0,1-1 0 0 0,0 0 0 0 0,-1 1-1 0 0,1 0 1 0 0,0-1 0 0 0,-1 1 0 0 0,4-2-1 0 0,-2 2 93 0 0,1-1-1 0 0,-1 1 0 0 0,0 0 1 0 0,0 0-1 0 0,1 0 0 0 0,-1 1 1 0 0,1-1-1 0 0,-1 1 0 0 0,1 0 1 0 0,-1 0-1 0 0,1 0 0 0 0,3 0 0 0 0,-3 1-488 0 0,0 0 0 0 0,0 0 0 0 0,0 0 0 0 0,0 0-1 0 0,0 1 1 0 0,6 3 0 0 0,-5-3 33 0 0,-1 1 1 0 0,1 0-1 0 0,-1 0 1 0 0,0 1-1 0 0,0-1 0 0 0,0 1 1 0 0,0 0-1 0 0,0 0 1 0 0,-1 0-1 0 0,0 0 0 0 0,0 1 1 0 0,0-1-1 0 0,3 8 0 0 0,-5-9-11 0 0,0 0-1 0 0,0 0 1 0 0,0 1-1 0 0,-1-1 0 0 0,1 0 1 0 0,-1 0-1 0 0,0 1 0 0 0,0-1 1 0 0,0 0-1 0 0,0 1 0 0 0,0-1 1 0 0,-1 0-1 0 0,0 0 1 0 0,1 1-1 0 0,-1-1 0 0 0,0 0 1 0 0,-1 0-1 0 0,1 0 0 0 0,-1 0 1 0 0,1 0-1 0 0,-1 0 1 0 0,-4 4-1 0 0,-33 38-2388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8.5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1 250 920 0 0,'11'-1'646'0'0,"1"0"0"0"0,-1 0 0 0 0,1-2 0 0 0,-1 1-1 0 0,0-1 1 0 0,0-1 0 0 0,0 0 0 0 0,0-1 0 0 0,-1 0 0 0 0,1 0-1 0 0,15-13 1 0 0,-20 14-250 0 0,0 0 1 0 0,0 0-1 0 0,-1-1 0 0 0,1 0 0 0 0,-1-1 0 0 0,0 1 1 0 0,-1-1-1 0 0,0 0 0 0 0,1 0 0 0 0,-2 0 0 0 0,1 0 1 0 0,-1-1-1 0 0,0 0 0 0 0,0 0 0 0 0,-1 1 0 0 0,0-1 1 0 0,0-1-1 0 0,-1 1 0 0 0,2-12 0 0 0,-4 16-326 0 0,1-1 1 0 0,-1 1-1 0 0,1 0 0 0 0,-1 0 0 0 0,0 0 0 0 0,0 0 1 0 0,-1 0-1 0 0,1 1 0 0 0,0-1 0 0 0,-1 0 0 0 0,0 1 0 0 0,0-1 1 0 0,1 0-1 0 0,-1 1 0 0 0,-1 0 0 0 0,1 0 0 0 0,-4-3 1 0 0,5 3-3 0 0,-1 1 1 0 0,0-1 0 0 0,0 1 0 0 0,0 0 0 0 0,0 0 0 0 0,0 0 0 0 0,0 0 0 0 0,0 0 0 0 0,0 0 0 0 0,-1 0-1 0 0,1 1 1 0 0,0-1 0 0 0,0 1 0 0 0,-1 0 0 0 0,1-1 0 0 0,0 1 0 0 0,-1 0 0 0 0,1 0 0 0 0,0 1 0 0 0,0-1 0 0 0,-1 0-1 0 0,1 1 1 0 0,0 0 0 0 0,-4 1 0 0 0,5-1-14 0 0,-1 0-1 0 0,1 1 1 0 0,-1-1-1 0 0,1 1 1 0 0,0-1-1 0 0,-1 1 1 0 0,1 0-1 0 0,0 0 1 0 0,0 0-1 0 0,0-1 1 0 0,0 1-1 0 0,1 0 1 0 0,-1 0-1 0 0,0 0 1 0 0,1 0-1 0 0,0 0 1 0 0,-1 0 0 0 0,1 1-1 0 0,0-1 1 0 0,0 0-1 0 0,0 0 1 0 0,0 0-1 0 0,0 0 1 0 0,1 0-1 0 0,0 4 1 0 0,0 1 36 0 0,1 0 1 0 0,0 1 0 0 0,0-1 0 0 0,0 0 0 0 0,7 13 0 0 0,-6-15-205 0 0,0 0 1 0 0,0-1-1 0 0,1 1 1 0 0,-1-1-1 0 0,1 0 1 0 0,0 0-1 0 0,0 0 1 0 0,0 0-1 0 0,1-1 1 0 0,0 0-1 0 0,-1 0 1 0 0,1 0-1 0 0,8 4 1 0 0,7 0-7059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8.8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280 21 6913 0 0,'-2'-2'193'0'0,"-1"0"-1"0"0,1 0 0 0 0,0 0 0 0 0,-1 1 0 0 0,1-1 0 0 0,-1 1 0 0 0,0-1 0 0 0,1 1 0 0 0,-1 0 0 0 0,0 0 0 0 0,0 0 0 0 0,0 1 0 0 0,1-1 0 0 0,-1 1 0 0 0,0-1 0 0 0,0 1 0 0 0,0 0 0 0 0,0 0 0 0 0,0 0 1 0 0,0 1-1 0 0,0-1 0 0 0,0 1 0 0 0,0-1 0 0 0,-3 2 0 0 0,-6 1 513 0 0,0 1 1 0 0,0 0 0 0 0,1 1 0 0 0,-18 9-1 0 0,14-4-47 0 0,-1 0 1 0 0,1 1-1 0 0,-19 17 0 0 0,29-23-545 0 0,0 0-1 0 0,0 0 1 0 0,1 0 0 0 0,-1 0-1 0 0,1 1 1 0 0,0 0-1 0 0,1 0 1 0 0,-1 0 0 0 0,1 0-1 0 0,0 1 1 0 0,1-1 0 0 0,-3 8-1 0 0,5-12-81 0 0,0 1 1 0 0,1-1-1 0 0,-1 1 0 0 0,0-1 0 0 0,1 0 0 0 0,-1 0 1 0 0,1 1-1 0 0,0-1 0 0 0,0 0 0 0 0,0 0 1 0 0,0 0-1 0 0,0 0 0 0 0,0 0 0 0 0,1 0 1 0 0,-1 0-1 0 0,1 0 0 0 0,-1 0 0 0 0,1 0 0 0 0,-1-1 1 0 0,1 1-1 0 0,0-1 0 0 0,3 3 0 0 0,7 3 18 0 0,-1 1 0 0 0,20 8 0 0 0,-26-13-44 0 0,16 7 14 0 0,51 28 115 0 0,-67-35-126 0 0,0 1 0 0 0,0-1 0 0 0,-1 1 0 0 0,1 0 1 0 0,-1 0-1 0 0,0 0 0 0 0,0 1 0 0 0,0-1 0 0 0,0 1 0 0 0,4 9 0 0 0,-7-11-7 0 0,-1-1-1 0 0,1 1 1 0 0,-1 0-1 0 0,1-1 1 0 0,-1 1-1 0 0,0 0 1 0 0,0-1-1 0 0,0 1 0 0 0,-1 0 1 0 0,1-1-1 0 0,-1 1 1 0 0,1 0-1 0 0,-1-1 1 0 0,0 1-1 0 0,0-1 1 0 0,0 1-1 0 0,0-1 1 0 0,-1 1-1 0 0,1-1 0 0 0,-1 0 1 0 0,1 0-1 0 0,-1 0 1 0 0,0 0-1 0 0,-3 4 1 0 0,-5 4-7 0 0,-1 0-1 0 0,0-1 1 0 0,-14 9 0 0 0,1 0 32 0 0,12-9-738 0 0,-1 1 0 0 0,1-2 0 0 0,-1 0 0 0 0,-1-1 0 0 0,-27 11 0 0 0,23-15-774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9.3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81 125 13363 0 0,'-1'0'254'0'0,"-1"0"-1"0"0,1 0 1 0 0,-1-1 0 0 0,0 1 0 0 0,1 1-1 0 0,-1-1 1 0 0,0 0 0 0 0,1 0 0 0 0,-1 1-1 0 0,0-1 1 0 0,1 1 0 0 0,-1-1 0 0 0,1 1-1 0 0,-1 0 1 0 0,1-1 0 0 0,-1 1 0 0 0,1 0-1 0 0,0 0 1 0 0,-1 0 0 0 0,1 0 0 0 0,0 0-1 0 0,-2 2 1 0 0,-1 1 33 0 0,0-1 1 0 0,1 1-1 0 0,-1 0 0 0 0,1 0 1 0 0,-6 10-1 0 0,6-8-250 0 0,0 0 0 0 0,0 0-1 0 0,1 1 1 0 0,0-1 0 0 0,1 1-1 0 0,-1 0 1 0 0,1-1 0 0 0,1 1 0 0 0,-1 0-1 0 0,1 0 1 0 0,0-1 0 0 0,1 1 0 0 0,0 0-1 0 0,0 0 1 0 0,0-1 0 0 0,1 1-1 0 0,0-1 1 0 0,0 1 0 0 0,0-1 0 0 0,1 0-1 0 0,0 0 1 0 0,0 0 0 0 0,1 0 0 0 0,7 10-1 0 0,-6-10-27 0 0,1 0 0 0 0,-1-1 0 0 0,1 1 0 0 0,0-1 0 0 0,1-1 0 0 0,-1 1 0 0 0,1-1 0 0 0,0 0 0 0 0,0 0-1 0 0,0-1 1 0 0,0 0 0 0 0,1 0 0 0 0,-1 0 0 0 0,1-1 0 0 0,-1-1 0 0 0,1 1 0 0 0,0-1 0 0 0,0-1 0 0 0,0 1 0 0 0,15-2 0 0 0,-12-1-4 0 0,-1 0 0 0 0,0-1 0 0 0,0 0 0 0 0,0-1 0 0 0,-1 0 0 0 0,1 0 0 0 0,-1-1 0 0 0,0 0 0 0 0,0-1 0 0 0,-1 1 0 0 0,0-2 0 0 0,0 0 0 0 0,0 0 0 0 0,-1 0 0 0 0,0-1 0 0 0,0 0 0 0 0,-1 0 0 0 0,0 0 0 0 0,0-1 0 0 0,4-10 0 0 0,-6 12 20 0 0,0-1 0 0 0,0 0 0 0 0,-1 0 1 0 0,-1 0-1 0 0,1 0 0 0 0,-1 0 0 0 0,-1-1 1 0 0,1 1-1 0 0,-2 0 0 0 0,1-1 0 0 0,-1 1 1 0 0,0-1-1 0 0,-1 1 0 0 0,0-1 0 0 0,0 1 1 0 0,-1 0-1 0 0,0-1 0 0 0,0 1 0 0 0,-1 0 1 0 0,0 0-1 0 0,0 0 0 0 0,-1 1 0 0 0,0-1 1 0 0,-10-12-1 0 0,10 15-14 0 0,-1 0 1 0 0,0 1 0 0 0,0 0-1 0 0,0 0 1 0 0,-1 0-1 0 0,1 0 1 0 0,-1 1 0 0 0,0 0-1 0 0,0 0 1 0 0,0 0-1 0 0,0 1 1 0 0,-9-2 0 0 0,-4-1-976 0 0,-1 2 0 0 0,-35-3 0 0 0,34 6-6289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9.6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113 59 4145 0 0,'-6'-18'293'0'0,"-12"-10"4292"0"0,17 27-4392 0 0,0 0 1 0 0,1 0 0 0 0,-1 0 0 0 0,0 0-1 0 0,0 0 1 0 0,0 0 0 0 0,0 1-1 0 0,0-1 1 0 0,0 0 0 0 0,-1 1 0 0 0,1-1-1 0 0,0 1 1 0 0,0-1 0 0 0,0 1-1 0 0,-1-1 1 0 0,1 1 0 0 0,0 0 0 0 0,0 0-1 0 0,-1 0 1 0 0,1 0 0 0 0,0 0 0 0 0,0 0-1 0 0,-1 0 1 0 0,1 0 0 0 0,0 0-1 0 0,0 0 1 0 0,-1 1 0 0 0,1-1 0 0 0,0 1-1 0 0,0-1 1 0 0,0 1 0 0 0,-1-1 0 0 0,1 1-1 0 0,0-1 1 0 0,0 1 0 0 0,0 0-1 0 0,0 0 1 0 0,0 0 0 0 0,-1 1 0 0 0,-2 2 104 0 0,0 1 0 0 0,1 0 0 0 0,0 0 0 0 0,-1 0 0 0 0,2 0 0 0 0,-1 0 0 0 0,0 1 0 0 0,1 0 0 0 0,0-1 1 0 0,1 1-1 0 0,-1 0 0 0 0,0 7 0 0 0,-1 10 164 0 0,-1 41 0 0 0,4-38-420 0 0,2-1 0 0 0,1 1-1 0 0,1-1 1 0 0,0 0-1 0 0,2 0 1 0 0,2-1 0 0 0,0 1-1 0 0,1-1 1 0 0,1-1-1 0 0,14 23 1 0 0,-9-21-2312 0 0,0-1-1 0 0,29 34 1 0 0,-24-36-4282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49.7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1 199 11522 0 0,'0'-7'1025'0'0,"1"1"-825"0"0,2 2-200 0 0,1 2 0 0 0,0-1 624 0 0,3-3 80 0 0,5-2 24 0 0,10-7 0 0 0,9-4-48 0 0,10-1-7 0 0,7 0-1 0 0,1 3 0 0 0,2 0-768 0 0,-2 4-160 0 0,-3 2-32 0 0,0 0-8 0 0,0 1 216 0 0,-9 1 80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8.0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95 1 16588 0 0,'-4'0'199'0'0,"1"1"1"0"0,0 0-1 0 0,0 0 1 0 0,0 0-1 0 0,0 0 1 0 0,0 0-1 0 0,0 0 1 0 0,0 1 0 0 0,0-1-1 0 0,1 1 1 0 0,-1 0-1 0 0,0 0 1 0 0,1 0-1 0 0,0 0 1 0 0,-1 1 0 0 0,1-1-1 0 0,0 1 1 0 0,0-1-1 0 0,0 1 1 0 0,1 0-1 0 0,-1-1 1 0 0,0 1-1 0 0,1 0 1 0 0,-2 6 0 0 0,-2 5-113 0 0,0 0-1 0 0,1 0 1 0 0,0 0 0 0 0,-1 16 0 0 0,0 17 113 0 0,2 0-1 0 0,5 88 1 0 0,24 94 91 0 0,-21-192-304 0 0,3 29-498 0 0,4 1 0 0 0,29 97 0 0 0,-27-127-1328 0 0,-3-15-2338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8.2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1 201 11522 0 0,'1'-3'126'0'0,"1"1"-1"0"0,-1-1 1 0 0,1 1-1 0 0,0 0 0 0 0,0-1 1 0 0,0 1-1 0 0,0 0 0 0 0,0 0 1 0 0,1 0-1 0 0,-1 0 0 0 0,0 1 1 0 0,6-3-1 0 0,38-17 1203 0 0,-26 13-563 0 0,48-24 703 0 0,104-43 2457 0 0,-149 68-4088 0 0,0 0 0 0 0,0 1-1 0 0,0 1 1 0 0,0 1 0 0 0,42-2 0 0 0,-41 6-588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8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 32 11058 0 0,'-1'-2'211'0'0,"0"0"0"0"0,0 0 0 0 0,0 0 0 0 0,-1 0 0 0 0,1 0 0 0 0,0 1 0 0 0,-1-1 0 0 0,1 0-1 0 0,-1 1 1 0 0,1-1 0 0 0,-1 1 0 0 0,0 0 0 0 0,0-1 0 0 0,0 1 0 0 0,0 0 0 0 0,0 0 0 0 0,0 0-1 0 0,0 0 1 0 0,0 1 0 0 0,0-1 0 0 0,0 1 0 0 0,0-1 0 0 0,0 1 0 0 0,-1-1 0 0 0,1 1 0 0 0,0 0 0 0 0,0 0-1 0 0,-3 1 1 0 0,-1-1 116 0 0,0 0 1 0 0,-1 0-1 0 0,1 1 0 0 0,0 0 0 0 0,0 0 0 0 0,0 1 0 0 0,0-1 0 0 0,1 1 1 0 0,-8 4-1 0 0,3 0-201 0 0,1 1 1 0 0,0 0-1 0 0,0 1 1 0 0,1 0-1 0 0,0 0 1 0 0,0 1-1 0 0,1 0 1 0 0,0 0 0 0 0,-8 15-1 0 0,11-18-128 0 0,1 0 1 0 0,0-1-1 0 0,0 1 0 0 0,1 1 1 0 0,-1-1-1 0 0,1 0 0 0 0,1 0 1 0 0,-1 1-1 0 0,1-1 0 0 0,0 1 0 0 0,1 0 1 0 0,-1-1-1 0 0,1 1 0 0 0,1-1 1 0 0,-1 1-1 0 0,1-1 0 0 0,3 12 1 0 0,-4-16-74 0 0,1 0 1 0 0,-1 0 0 0 0,1 0 0 0 0,0 0 0 0 0,0-1-1 0 0,-1 1 1 0 0,1 0 0 0 0,0-1 0 0 0,0 1 0 0 0,1-1-1 0 0,-1 1 1 0 0,0-1 0 0 0,0 1 0 0 0,1-1-1 0 0,-1 0 1 0 0,1 1 0 0 0,-1-1 0 0 0,1 0 0 0 0,0 0-1 0 0,-1 0 1 0 0,1-1 0 0 0,0 1 0 0 0,0 0 0 0 0,-1-1-1 0 0,1 1 1 0 0,0-1 0 0 0,0 1 0 0 0,0-1 0 0 0,3 0-1 0 0,-2 0-66 0 0,-1-1 0 0 0,0 0 0 0 0,1 0 0 0 0,-1 0-1 0 0,0 0 1 0 0,0-1 0 0 0,0 1 0 0 0,0 0 0 0 0,0-1 0 0 0,0 0-1 0 0,-1 1 1 0 0,1-1 0 0 0,-1 0 0 0 0,1 0 0 0 0,-1 0-1 0 0,1 0 1 0 0,-1 0 0 0 0,0 0 0 0 0,0 0 0 0 0,0 0 0 0 0,0-1-1 0 0,0 1 1 0 0,0-3 0 0 0,6-23-4780 0 0,-6 15 113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9.0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1 367 456 0 0,'0'-6'840'0'0,"0"0"-1"0"0,1 0 1 0 0,0 0-1 0 0,0 0 1 0 0,0 0-1 0 0,1 0 0 0 0,0 1 1 0 0,0-1-1 0 0,0 1 1 0 0,7-11-1 0 0,0-3-111 0 0,21-52 2708 0 0,-13 33-2261 0 0,24-78-1 0 0,-40 113-1174 0 0,0 0 0 0 0,-1 1-1 0 0,0-1 1 0 0,1 0-1 0 0,-1 1 1 0 0,0-1 0 0 0,0 0-1 0 0,0 0 1 0 0,-2-4 0 0 0,2 6 47 0 0,0 0 1 0 0,0 0 0 0 0,-1 0 0 0 0,1 0 0 0 0,-1 1 0 0 0,1-1 0 0 0,-1 0 0 0 0,1 0 0 0 0,-1 0 0 0 0,1 0 0 0 0,-1 1-1 0 0,0-1 1 0 0,1 0 0 0 0,-1 1 0 0 0,0-1 0 0 0,0 0 0 0 0,0 1 0 0 0,1-1 0 0 0,-3 0 0 0 0,1 1 77 0 0,0 0 1 0 0,0 0-1 0 0,0-1 0 0 0,0 1 1 0 0,0 1-1 0 0,0-1 0 0 0,0 0 1 0 0,0 0-1 0 0,0 1 1 0 0,-1-1-1 0 0,1 1 0 0 0,0 0 1 0 0,1 0-1 0 0,-1 0 1 0 0,0-1-1 0 0,0 2 0 0 0,0-1 1 0 0,0 0-1 0 0,1 0 0 0 0,-1 1 1 0 0,1-1-1 0 0,-1 0 1 0 0,-2 4-1 0 0,-2 2 3 0 0,1 0 0 0 0,0 1 0 0 0,0 0 0 0 0,0 0 0 0 0,1 0 0 0 0,0 1 0 0 0,0-1 0 0 0,1 1-1 0 0,1 0 1 0 0,-1 0 0 0 0,1 0 0 0 0,-1 10 0 0 0,2-6-36 0 0,-1 0 0 0 0,2 0-1 0 0,0 1 1 0 0,0-1 0 0 0,1 0-1 0 0,1 0 1 0 0,6 25-1 0 0,-6-31-65 0 0,1 0 0 0 0,-1 0 0 0 0,2-1 0 0 0,-1 1-1 0 0,1-1 1 0 0,0 1 0 0 0,0-1 0 0 0,0-1 0 0 0,1 1-1 0 0,0 0 1 0 0,0-1 0 0 0,1 0 0 0 0,9 7 0 0 0,-10-10-24 0 0,-1 1 0 0 0,0-1 1 0 0,1 0-1 0 0,-1 0 0 0 0,1-1 1 0 0,0 1-1 0 0,0-1 1 0 0,-1 0-1 0 0,1 0 0 0 0,0-1 1 0 0,0 1-1 0 0,0-1 0 0 0,0 0 1 0 0,0-1-1 0 0,0 1 1 0 0,0-1-1 0 0,-1 0 0 0 0,1 0 1 0 0,0 0-1 0 0,0-1 1 0 0,5-2-1 0 0,42-24-2591 0 0,-34 15-4780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9.4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220 30 10594 0 0,'-2'-2'301'0'0,"1"0"0"0"0,-1 0 1 0 0,0 0-1 0 0,0 0 0 0 0,0 0 0 0 0,0 0 0 0 0,0 0 0 0 0,0 0 0 0 0,0 1 0 0 0,0-1 0 0 0,-1 1 1 0 0,1 0-1 0 0,-1 0 0 0 0,1 0 0 0 0,-1 0 0 0 0,0 0 0 0 0,1 0 0 0 0,-1 0 0 0 0,0 1 0 0 0,1 0 0 0 0,-1-1 1 0 0,0 1-1 0 0,0 0 0 0 0,1 0 0 0 0,-1 1 0 0 0,0-1 0 0 0,-3 1 0 0 0,1 0-79 0 0,-1 0 0 0 0,1 0 0 0 0,0 1 0 0 0,0 0 0 0 0,0-1-1 0 0,0 2 1 0 0,0-1 0 0 0,0 0 0 0 0,1 1 0 0 0,-1 0 0 0 0,1 0 0 0 0,0 1 0 0 0,-7 6-1 0 0,1 3-176 0 0,1 1-1 0 0,1 1 1 0 0,0 0-1 0 0,1 0 0 0 0,0 1 1 0 0,1-1-1 0 0,1 1 1 0 0,1 1-1 0 0,0-1 0 0 0,1 1 1 0 0,1-1-1 0 0,0 1 0 0 0,1 23 1 0 0,1-38-80 0 0,0 0 0 0 0,0 0 0 0 0,1 0 0 0 0,-1 0 0 0 0,0 0 0 0 0,1 0 0 0 0,-1 0 0 0 0,1 0 0 0 0,0 0 0 0 0,-1-1 1 0 0,1 1-1 0 0,0 0 0 0 0,0 0 0 0 0,0 0 0 0 0,1-1 0 0 0,-1 1 0 0 0,0-1 0 0 0,0 1 0 0 0,1-1 0 0 0,-1 1 0 0 0,1-1 0 0 0,0 0 0 0 0,-1 0 0 0 0,1 0 0 0 0,3 2 0 0 0,-3-3-86 0 0,1 1 0 0 0,-1-1 0 0 0,0 0 0 0 0,0 0 0 0 0,0 0 0 0 0,0-1 0 0 0,0 1 0 0 0,1 0 0 0 0,-1-1 0 0 0,0 1 0 0 0,0-1 0 0 0,0 0 0 0 0,0 0 0 0 0,0 0 0 0 0,0 0 0 0 0,0 0 0 0 0,-1 0 0 0 0,1 0 0 0 0,0-1 0 0 0,-1 1 0 0 0,1-1 0 0 0,-1 1 0 0 0,1-1 0 0 0,1-2 0 0 0,8-9-328 0 0,-1-1 0 0 0,-1-1 0 0 0,0 0 0 0 0,9-22 0 0 0,16-28 1992 0 0,-33 64-1431 0 0,0 0 0 0 0,-1-1-1 0 0,1 1 1 0 0,0 0 0 0 0,0 0-1 0 0,0 0 1 0 0,0 0 0 0 0,0 0-1 0 0,0 0 1 0 0,0 0 0 0 0,0 0-1 0 0,0 1 1 0 0,0-1 0 0 0,0 0-1 0 0,1 1 1 0 0,-1-1 0 0 0,0 1 0 0 0,0-1-1 0 0,1 1 1 0 0,-1-1 0 0 0,0 1-1 0 0,1 0 1 0 0,-1 0 0 0 0,2 0-1 0 0,-1 0-26 0 0,0 1-1 0 0,0-1 0 0 0,0 1 0 0 0,0 0 1 0 0,0 0-1 0 0,0 0 0 0 0,0 0 0 0 0,0 0 1 0 0,-1 0-1 0 0,1 0 0 0 0,0 1 0 0 0,-1-1 0 0 0,1 1 1 0 0,1 1-1 0 0,5 8 14 0 0,1 0 1 0 0,-1 1-1 0 0,10 22 1 0 0,-14-26-45 0 0,24 33-373 0 0,-5-18-5846 0 0,-5-12-770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9.7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11 5985 0 0,'-23'-10'10954'0'0,"23"11"-10660"0"0,-3 35 7425 0 0,3-15-8978 0 0,0-18 308 0 0,0 32 992 0 0,0 48 644 0 0,10 84 0 0 0,-7-144-1023 0 0,1 1 0 0 0,1 0-1 0 0,1-1 1 0 0,1 0 0 0 0,1 0-1 0 0,1-1 1 0 0,1 0 0 0 0,16 26 0 0 0,-16-34-1088 0 0,-1-3-13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4:59.9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95 6913 0 0,'0'-1'195'0'0,"0"0"0"0"0,1 0 0 0 0,-1 0 0 0 0,0-1 0 0 0,1 1 0 0 0,0 0 0 0 0,-1 0 0 0 0,1 1 0 0 0,-1-1 0 0 0,1 0 0 0 0,0 0 0 0 0,0 0 0 0 0,0 0 0 0 0,-1 0 0 0 0,1 1 0 0 0,0-1 0 0 0,0 0 0 0 0,0 1 0 0 0,0-1 0 0 0,0 1 0 0 0,0-1 0 0 0,0 1 0 0 0,0 0 0 0 0,0-1 0 0 0,3 1 0 0 0,34-16 1705 0 0,21-3-382 0 0,-32 9-2891 0 0,0 2 1 0 0,0 1 0 0 0,40-6-1 0 0,-45 12 816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0.2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 6449 0 0,'0'8'7225'0'0,"-2"13"-4191"0"0,-2-5-1517 0 0,-2 15-166 0 0,1-1 0 0 0,-3 52 0 0 0,8-74-1343 0 0,0-1 0 0 0,0 0 0 0 0,1 1 0 0 0,0-1-1 0 0,0 0 1 0 0,1 1 0 0 0,0-1 0 0 0,0 0 0 0 0,0 0 0 0 0,1 0 0 0 0,0-1 0 0 0,1 1 0 0 0,-1-1 0 0 0,1 0 0 0 0,0 0 0 0 0,10 11 0 0 0,-12-15-28 0 0,1 0 1 0 0,-1 1-1 0 0,0-1 1 0 0,1-1-1 0 0,-1 1 1 0 0,1 0-1 0 0,0-1 1 0 0,-1 1-1 0 0,1-1 1 0 0,0 0-1 0 0,0 0 1 0 0,0 0-1 0 0,0 0 0 0 0,0 0 1 0 0,0-1-1 0 0,0 1 1 0 0,5-1-1 0 0,-5 0-35 0 0,0-1 0 0 0,0 0 0 0 0,0 0 0 0 0,0 0 0 0 0,-1 0 0 0 0,1 0 0 0 0,0 0 0 0 0,-1-1 0 0 0,1 1-1 0 0,-1-1 1 0 0,1 0 0 0 0,-1 0 0 0 0,0 0 0 0 0,0 0 0 0 0,3-3 0 0 0,5-9-222 0 0,0 0 0 0 0,-1-1-1 0 0,0-1 1 0 0,-1 1 0 0 0,6-20 0 0 0,-1 7 204 0 0,25-44 1471 0 0,-14 101 1250 0 0,-13-15-2756 0 0,7 9-135 0 0,2 0 0 0 0,1-1 0 0 0,39 32 0 0 0,-45-44-490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5.6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33 137 6913 0 0,'-13'-15'924'0'0,"-7"-6"6885"0"0,29 23-4036 0 0,23 10-2648 0 0,-26-8-1011 0 0,0 0 0 0 0,-1 0 0 0 0,0 1 0 0 0,0 0-1 0 0,0 0 1 0 0,-1 0 0 0 0,1 1 0 0 0,-1-1 0 0 0,-1 1-1 0 0,1 0 1 0 0,-1 0 0 0 0,4 11 0 0 0,4 12-129 0 0,11 46 1 0 0,-13-43 80 0 0,0-10-69 0 0,-7-16 52 0 0,0-1 1 0 0,0 0 0 0 0,0 1 0 0 0,0-1 0 0 0,1 11 0 0 0,-3-16 64 0 0,-12-26 764 0 0,9 14-808 0 0,1 0-1 0 0,1 0 1 0 0,0-1-1 0 0,0 1 1 0 0,2 0-1 0 0,-1 0 1 0 0,1-1-1 0 0,4-15 1 0 0,3-6-312 0 0,20-54-1 0 0,4 18-1594 0 0,-15 41-3985 0 0,-2 9-999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6.0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0 399 9218 0 0,'1'2'94'0'0,"-1"0"-1"0"0,1 0 1 0 0,0 0 0 0 0,-1 0-1 0 0,1 0 1 0 0,0 0 0 0 0,0 0-1 0 0,0 0 1 0 0,1 0 0 0 0,-1-1-1 0 0,0 1 1 0 0,1 0-1 0 0,-1-1 1 0 0,1 1 0 0 0,2 1-1 0 0,-2-2 70 0 0,0-1-1 0 0,0 0 0 0 0,0 1 0 0 0,0-1 0 0 0,0 0 0 0 0,0 0 0 0 0,0 0 0 0 0,0 0 0 0 0,0-1 0 0 0,-1 1 1 0 0,1 0-1 0 0,0-1 0 0 0,0 1 0 0 0,0-1 0 0 0,0 0 0 0 0,-1 0 0 0 0,1 1 0 0 0,2-3 0 0 0,5-2 179 0 0,-1-1 0 0 0,1 0 0 0 0,-1 0 0 0 0,0-1 0 0 0,-1 0-1 0 0,0 0 1 0 0,0-1 0 0 0,0 0 0 0 0,-1 0 0 0 0,6-12 0 0 0,5-7 119 0 0,24-59-1 0 0,-37 74-410 0 0,8-14 133 0 0,10-41 1 0 0,-20 61-162 0 0,-1 0 1 0 0,0 0 0 0 0,0 0-1 0 0,0-1 1 0 0,0 1 0 0 0,-1-1-1 0 0,0 1 1 0 0,-1 0 0 0 0,1-1-1 0 0,-1 1 1 0 0,0 0-1 0 0,-4-11 1 0 0,5 16-11 0 0,0 0 0 0 0,-1-1 0 0 0,1 1-1 0 0,-1 0 1 0 0,1 0 0 0 0,-1 0 0 0 0,1-1 0 0 0,-1 1-1 0 0,0 0 1 0 0,1 0 0 0 0,-1 0 0 0 0,0 0 0 0 0,0 0-1 0 0,0 0 1 0 0,0 0 0 0 0,0 0 0 0 0,0 1 0 0 0,0-1 0 0 0,0 0-1 0 0,0 1 1 0 0,0-1 0 0 0,0 0 0 0 0,-1 1 0 0 0,1-1-1 0 0,0 1 1 0 0,0 0 0 0 0,-1-1 0 0 0,1 1 0 0 0,0 0-1 0 0,-1 0 1 0 0,1 0 0 0 0,0 0 0 0 0,0 0 0 0 0,-1 0 0 0 0,1 0-1 0 0,0 0 1 0 0,-1 1 0 0 0,1-1 0 0 0,0 0 0 0 0,0 1-1 0 0,-1-1 1 0 0,1 1 0 0 0,0 0 0 0 0,0-1 0 0 0,0 1-1 0 0,0 0 1 0 0,0-1 0 0 0,-2 3 0 0 0,0 0-23 0 0,-1 0 0 0 0,1 1 1 0 0,-1-1-1 0 0,1 1 0 0 0,0 0 1 0 0,0 0-1 0 0,1 1 0 0 0,-1-1 1 0 0,1 0-1 0 0,0 1 0 0 0,-2 8 1 0 0,2-5-6 0 0,2 1 0 0 0,-1 0 0 0 0,1-1 0 0 0,1 1 1 0 0,-1 0-1 0 0,1-1 0 0 0,1 1 0 0 0,0-1 1 0 0,0 1-1 0 0,0-1 0 0 0,1 0 0 0 0,1 0 1 0 0,-1 0-1 0 0,1 0 0 0 0,1-1 0 0 0,6 11 1 0 0,-4-9-192 0 0,-1 0 1 0 0,1 0 0 0 0,1 0 0 0 0,0-1 0 0 0,0-1 0 0 0,0 1 0 0 0,1-1 0 0 0,0-1 0 0 0,1 1 0 0 0,-1-1 0 0 0,1-1 0 0 0,13 6 0 0 0,0-5-5820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6.2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90 5065 0 0,'0'-4'149'0'0,"1"0"0"0"0,-1 0 0 0 0,0 0 0 0 0,0 0 0 0 0,0 0 0 0 0,0 0 1 0 0,0 0-1 0 0,-1 0 0 0 0,0 0 0 0 0,0 0 0 0 0,0 0 0 0 0,0 0 0 0 0,-1 1 0 0 0,-3-8 0 0 0,3 9 140 0 0,1 0-1 0 0,-1 1 1 0 0,0-1 0 0 0,1 0-1 0 0,-1 1 1 0 0,0-1-1 0 0,0 1 1 0 0,0-1 0 0 0,0 1-1 0 0,0 0 1 0 0,0 0 0 0 0,-1 0-1 0 0,1 0 1 0 0,0 0-1 0 0,0 1 1 0 0,-1-1 0 0 0,1 1-1 0 0,-1-1 1 0 0,1 1 0 0 0,0 0-1 0 0,-1 0 1 0 0,1 0-1 0 0,-1 0 1 0 0,1 0 0 0 0,0 1-1 0 0,-4 0 1 0 0,-2 1 106 0 0,0 0 1 0 0,0 1-1 0 0,0 0 0 0 0,1 0 1 0 0,-1 1-1 0 0,1-1 0 0 0,0 2 1 0 0,0-1-1 0 0,0 1 1 0 0,0 0-1 0 0,1 1 0 0 0,0 0 1 0 0,0 0-1 0 0,-7 8 0 0 0,11-10-343 0 0,-1-1 0 0 0,1 0 0 0 0,0 1-1 0 0,0-1 1 0 0,0 1 0 0 0,0-1 0 0 0,1 1-1 0 0,-1 0 1 0 0,1 0 0 0 0,0 0 0 0 0,0 0-1 0 0,1 0 1 0 0,-1 0 0 0 0,1 0 0 0 0,0 0 0 0 0,0 0-1 0 0,0 0 1 0 0,0 0 0 0 0,1 0 0 0 0,0 0-1 0 0,0 0 1 0 0,0 0 0 0 0,0 0 0 0 0,0 0-1 0 0,1-1 1 0 0,0 1 0 0 0,0 0 0 0 0,0-1-1 0 0,0 1 1 0 0,4 4 0 0 0,7 5 5 0 0,0 0-1 0 0,1-1 1 0 0,0-1 0 0 0,1 0 0 0 0,0-1 0 0 0,23 12-1 0 0,-16-10 15 0 0,-1 1-1 0 0,27 22 0 0 0,-47-35-59 0 0,0 1-1 0 0,0 0 1 0 0,0 0 0 0 0,0 0 0 0 0,0 0 0 0 0,0 0-1 0 0,0 0 1 0 0,-1 0 0 0 0,1 0 0 0 0,0 0-1 0 0,-1 1 1 0 0,1-1 0 0 0,0 0 0 0 0,-1 0-1 0 0,1 1 1 0 0,-1-1 0 0 0,0 0 0 0 0,1 1-1 0 0,-1-1 1 0 0,0 0 0 0 0,0 1 0 0 0,0-1-1 0 0,0 0 1 0 0,0 1 0 0 0,0-1 0 0 0,0 0-1 0 0,-1 1 1 0 0,1-1 0 0 0,0 0 0 0 0,-1 1-1 0 0,1-1 1 0 0,-1 0 0 0 0,-1 2 0 0 0,-1 2-293 0 0,-1 0 0 0 0,0 0 0 0 0,0-1 0 0 0,0 0 1 0 0,-1 0-1 0 0,-7 5 0 0 0,-10 7-7465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6.8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1 3225 0 0,'-27'11'8073'0'0,"20"5"-1544"0"0,4-1-7160 0 0,-1 11 1461 0 0,2 0 0 0 0,0 0 0 0 0,2 0 0 0 0,3 28 0 0 0,19 108 233 0 0,1 11-3842 0 0,-22-152-4312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7.3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528 95 9218 0 0,'-1'-5'443'0'0,"0"0"0"0"0,-1 0 0 0 0,0 0 0 0 0,0 0 0 0 0,0 1 0 0 0,-1-1 0 0 0,1 1 0 0 0,-1-1 0 0 0,0 1 0 0 0,-1 0 0 0 0,1 0 0 0 0,-1 0 0 0 0,1 1 0 0 0,-1-1 0 0 0,0 1 0 0 0,-1 0 0 0 0,1 0 0 0 0,0 0 0 0 0,-1 1 0 0 0,0-1 0 0 0,-7-2 0 0 0,6 4-303 0 0,-1-1 1 0 0,1 1-1 0 0,-1 0 1 0 0,1 0-1 0 0,-1 1 1 0 0,0-1-1 0 0,1 2 1 0 0,-1-1-1 0 0,1 1 1 0 0,-1 0-1 0 0,1 0 1 0 0,-1 1-1 0 0,1-1 1 0 0,0 2 0 0 0,-1-1-1 0 0,-7 5 1 0 0,0 2-102 0 0,0 0 0 0 0,1 0 1 0 0,0 2-1 0 0,1 0 0 0 0,0 0 1 0 0,1 1-1 0 0,0 0 0 0 0,1 1 1 0 0,0 0-1 0 0,-12 23 0 0 0,-6 16 49 0 0,-32 85-1 0 0,54-121-82 0 0,-14 33-3 0 0,3 2 1 0 0,1 0 0 0 0,4 1 0 0 0,1 0 0 0 0,2 1-1 0 0,-2 89 1 0 0,11-108-23 0 0,2-1-1 0 0,1 0 1 0 0,1 0-1 0 0,2 0 1 0 0,1-1-1 0 0,2 0 1 0 0,1 0-1 0 0,2-1 1 0 0,0 0-1 0 0,2-1 1 0 0,34 53-1 0 0,-27-53-74 0 0,1-1 0 0 0,1 0 0 0 0,2-2 0 0 0,1 0 1 0 0,31 24-1 0 0,-39-38 50 0 0,0 0-1 0 0,0-1 1 0 0,1-1 0 0 0,1-1 0 0 0,0 0-1 0 0,0-2 1 0 0,1 0 0 0 0,0-2 0 0 0,40 8-1 0 0,-43-11 58 0 0,0-1-1 0 0,0-1 0 0 0,0 0 1 0 0,0-2-1 0 0,0 0 0 0 0,0-1 1 0 0,33-7-1 0 0,-39 5 24 0 0,-1 0 1 0 0,0 0-1 0 0,0-1 1 0 0,0-1-1 0 0,0 0 1 0 0,-1 0-1 0 0,0-1 1 0 0,0 0-1 0 0,0-1 1 0 0,-1 0 0 0 0,0-1-1 0 0,12-15 1 0 0,2-9 131 0 0,-1-1 1 0 0,-1 0-1 0 0,-3-2 1 0 0,0 0 0 0 0,-3-1-1 0 0,-1-1 1 0 0,-1 0-1 0 0,10-59 1 0 0,-6 1-112 0 0,-5 0 1 0 0,1-132-1 0 0,-12 179-41 0 0,-3-1 0 0 0,-13-88 1 0 0,11 119-14 0 0,0 0 1 0 0,-1 1 0 0 0,-1 0-1 0 0,0 0 1 0 0,-2 0 0 0 0,0 1-1 0 0,-1 0 1 0 0,-1 1 0 0 0,0 0-1 0 0,-17-21 1 0 0,21 31-152 0 0,0 0 0 0 0,0 1 0 0 0,-1 0 0 0 0,0 0 0 0 0,1 0 0 0 0,-2 0 0 0 0,1 1 0 0 0,0 0 0 0 0,-1 1 0 0 0,-13-5 0 0 0,13 6-265 0 0,1 1 0 0 0,-1-1 0 0 0,1 1 0 0 0,-1 1 0 0 0,0-1 0 0 0,1 1 0 0 0,-1 0 0 0 0,0 1 0 0 0,1 0 0 0 0,-1 0 0 0 0,-12 5 0 0 0,-3 2-6638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7.5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1 103 2304 0 0,'37'-9'6700'0'0,"-14"3"-4740"0"0,166-48 3943 0 0,-103 26-9344 0 0,-66 23-1543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7.9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13 8754 0 0,'-3'-2'476'0'0,"-1"0"1"0"0,1 0-1 0 0,-1 1 1 0 0,1 0-1 0 0,-1 0 1 0 0,1 0-1 0 0,-1 0 1 0 0,0 0-1 0 0,-4 0 1 0 0,7 1-289 0 0,0 1 0 0 0,0-1 0 0 0,0 0 1 0 0,0 1-1 0 0,0-1 0 0 0,0 1 0 0 0,0-1 1 0 0,0 1-1 0 0,0 0 0 0 0,0-1 0 0 0,0 1 1 0 0,0 0-1 0 0,0 0 0 0 0,0 0 0 0 0,0 0 1 0 0,1 0-1 0 0,-1 0 0 0 0,0 0 0 0 0,1 0 1 0 0,-1 0-1 0 0,1 0 0 0 0,-1 0 0 0 0,1 0 1 0 0,-1 0-1 0 0,1 0 0 0 0,0 0 0 0 0,0 1 1 0 0,-1-1-1 0 0,1 0 0 0 0,0 0 0 0 0,0 0 1 0 0,1 2-1 0 0,-6 42 859 0 0,2 1 0 0 0,5 59 0 0 0,16 90-930 0 0,-17-188-101 0 0,16 112-375 0 0,-13-101-407 0 0,0 0 1 0 0,2-1-1 0 0,0 1 1 0 0,12 24 0 0 0,-5-20-570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8.1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14747 0 0,'2'2'405'0'0,"0"1"1"0"0,-1 0-1 0 0,1-1 1 0 0,-1 1-1 0 0,0 0 0 0 0,1 0 1 0 0,-1 0-1 0 0,0 0 0 0 0,-1 0 1 0 0,1 0-1 0 0,0 0 0 0 0,-1 1 1 0 0,0 2-1 0 0,0 47 1315 0 0,0-40-1519 0 0,-4 35 310 0 0,2-25-374 0 0,1 41 0 0 0,1-57-560 0 0,1-1-1 0 0,0 0 1 0 0,1 1 0 0 0,-1-1-1 0 0,1 0 1 0 0,3 8-1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8.3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 12443 0 0,'0'-11'3336'0'0,"1"16"-2623"0"0,1 1-1458 0 0,7 16-1391 0 0,-3-9 1024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8.8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 6449 0 0,'3'-1'262'0'0,"0"1"0"0"0,0-1-1 0 0,-1 0 1 0 0,1 1-1 0 0,0 0 1 0 0,0 0-1 0 0,0 0 1 0 0,0 0 0 0 0,0 0-1 0 0,0 0 1 0 0,-1 1-1 0 0,1 0 1 0 0,0-1-1 0 0,0 1 1 0 0,-1 0 0 0 0,1 0-1 0 0,0 1 1 0 0,-1-1-1 0 0,1 0 1 0 0,-1 1-1 0 0,1 0 1 0 0,-1-1 0 0 0,0 1-1 0 0,0 0 1 0 0,0 0-1 0 0,0 0 1 0 0,0 0-1 0 0,0 1 1 0 0,-1-1 0 0 0,1 1-1 0 0,2 4 1 0 0,0 1 133 0 0,0 1 1 0 0,0-1-1 0 0,-1 1 1 0 0,0 0 0 0 0,0 1-1 0 0,-1-1 1 0 0,0 0-1 0 0,0 13 1 0 0,-2-14-269 0 0,0-5-89 0 0,0 1-1 0 0,0-1 0 0 0,0 0 1 0 0,0 1-1 0 0,1-1 1 0 0,-1 0-1 0 0,1 1 1 0 0,2 4-1 0 0,-3-8-48 0 0,1-1 0 0 0,-1 1 0 0 0,1 0-1 0 0,0-1 1 0 0,-1 1 0 0 0,1-1 0 0 0,-1 1 0 0 0,1-1 0 0 0,-1 0-1 0 0,0 1 1 0 0,1-1 0 0 0,-1 1 0 0 0,0-1 0 0 0,1 0 0 0 0,-1 1 0 0 0,0-1-1 0 0,0 0 1 0 0,1 1 0 0 0,-1-2 0 0 0,3-5-121 0 0,15-32-339 0 0,-10 19 671 0 0,22-37-1 0 0,-27 53-39 0 0,-1 0 0 0 0,1 0 0 0 0,0 0 0 0 0,1 0-1 0 0,-1 1 1 0 0,1-1 0 0 0,-1 1 0 0 0,1 0 0 0 0,0 0 0 0 0,0 0 0 0 0,1 0 0 0 0,-1 1-1 0 0,1 0 1 0 0,4-2 0 0 0,-8 3-112 0 0,0 1 1 0 0,1 0-1 0 0,-1-1 0 0 0,0 1 0 0 0,1 0 1 0 0,-1 0-1 0 0,0 0 0 0 0,1 0 1 0 0,-1 0-1 0 0,0 0 0 0 0,0 0 0 0 0,1 0 1 0 0,-1 0-1 0 0,0 1 0 0 0,1-1 0 0 0,-1 1 1 0 0,0-1-1 0 0,0 1 0 0 0,1-1 0 0 0,-1 1 1 0 0,0 0-1 0 0,0-1 0 0 0,2 3 1 0 0,-1-1-4 0 0,0 0 0 0 0,-1 1 0 0 0,1-1 0 0 0,-1 1 0 0 0,1-1 1 0 0,-1 1-1 0 0,0 0 0 0 0,0-1 0 0 0,0 1 0 0 0,1 4 0 0 0,1 8-7 0 0,-1 0 0 0 0,-1 0 0 0 0,-1 21 0 0 0,0-30-12 0 0,0-1 5 0 0,4 48-250 0 0,-4-51 158 0 0,0 0-1 0 0,0-1 1 0 0,0 1 0 0 0,1 0 0 0 0,-1 0 0 0 0,1 0-1 0 0,-1 0 1 0 0,1 0 0 0 0,0 0 0 0 0,0-1 0 0 0,0 1 0 0 0,0 0-1 0 0,0-1 1 0 0,0 1 0 0 0,0-1 0 0 0,1 1 0 0 0,-1-1-1 0 0,1 1 1 0 0,-1-1 0 0 0,1 0 0 0 0,-1 0 0 0 0,4 2 0 0 0,-4-3 16 0 0,1 0 0 0 0,0 0 0 0 0,-1 0 1 0 0,1 0-1 0 0,0 0 0 0 0,-1 0 0 0 0,1-1 1 0 0,0 1-1 0 0,-1-1 0 0 0,1 1 0 0 0,0-1 1 0 0,-1 0-1 0 0,1 1 0 0 0,-1-1 0 0 0,1 0 1 0 0,-1 0-1 0 0,0 0 0 0 0,1 0 0 0 0,-1 0 1 0 0,0 0-1 0 0,0-1 0 0 0,1 1 1 0 0,-1 0-1 0 0,0-1 0 0 0,0 1 0 0 0,-1 0 1 0 0,1-1-1 0 0,0 1 0 0 0,0-3 0 0 0,21-47 555 0 0,-18 37-409 0 0,1 1-1 0 0,1 0 1 0 0,0 0-1 0 0,1 1 0 0 0,11-16 1 0 0,-15 24-88 0 0,-1 0 0 0 0,2 0 0 0 0,-1 0 0 0 0,0 1 0 0 0,0-1 0 0 0,1 1 0 0 0,0 0 1 0 0,0 0-1 0 0,0 1 0 0 0,0-1 0 0 0,0 1 0 0 0,0-1 0 0 0,1 1 0 0 0,-1 1 0 0 0,1-1 0 0 0,0 1 0 0 0,-1-1 0 0 0,1 2 0 0 0,7-2 1 0 0,-10 2 36 0 0,1 1 0 0 0,-1-1 0 0 0,1 1 0 0 0,-1-1 0 0 0,0 1 0 0 0,0 0 1 0 0,1 0-1 0 0,-1 0 0 0 0,0 0 0 0 0,0 0 0 0 0,0 0 0 0 0,0 1 0 0 0,0-1 1 0 0,0 1-1 0 0,0 0 0 0 0,-1-1 0 0 0,3 3 0 0 0,27 40 364 0 0,-11-14-829 0 0,-9-17-868 0 0,2-1-3729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9.1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1 424 8290 0 0,'16'-13'731'0'0,"0"-1"1"0"0,0 0 0 0 0,-2-1 0 0 0,0-1-1 0 0,0 0 1 0 0,-2-1 0 0 0,0-1-1 0 0,-1 0 1 0 0,-1 0 0 0 0,0-1 0 0 0,8-27-1 0 0,-13 31-506 0 0,0 0 0 0 0,-2-1 0 0 0,0 0 0 0 0,-1 1 0 0 0,0-1 0 0 0,-1 0 0 0 0,-1 0 0 0 0,-1 0 0 0 0,-3-22 0 0 0,4 37-213 0 0,0 0-1 0 0,0 0 1 0 0,0 0 0 0 0,0 0-1 0 0,-1 0 1 0 0,1 1-1 0 0,0-1 1 0 0,0 0 0 0 0,-1 0-1 0 0,1 0 1 0 0,-1 1 0 0 0,1-1-1 0 0,0 0 1 0 0,-1 1-1 0 0,1-1 1 0 0,-1 0 0 0 0,0 1-1 0 0,1-1 1 0 0,-1 0 0 0 0,0 1-1 0 0,1-1 1 0 0,-1 1-1 0 0,0-1 1 0 0,1 1 0 0 0,-1 0-1 0 0,0-1 1 0 0,0 1 0 0 0,0 0-1 0 0,1-1 1 0 0,-3 1-1 0 0,1 0 15 0 0,0 0 0 0 0,0 1 0 0 0,1-1 0 0 0,-1 1 0 0 0,0 0 0 0 0,0-1-1 0 0,0 1 1 0 0,1 0 0 0 0,-1 0 0 0 0,0 0 0 0 0,1 0 0 0 0,-4 3 0 0 0,-4 4 99 0 0,0 1-1 0 0,0 0 1 0 0,-7 12 0 0 0,8-11-93 0 0,2 0-1 0 0,-1 1 1 0 0,1 0-1 0 0,1 0 1 0 0,0 0-1 0 0,1 0 1 0 0,0 1-1 0 0,1 0 0 0 0,0 0 1 0 0,0 0-1 0 0,2 0 1 0 0,-1 0-1 0 0,2 23 1 0 0,0-28-19 0 0,1 1 1 0 0,0 0-1 0 0,0-1 1 0 0,1 1-1 0 0,0-1 1 0 0,1 0-1 0 0,-1 0 1 0 0,1 0 0 0 0,1 0-1 0 0,-1 0 1 0 0,1 0-1 0 0,1-1 1 0 0,-1 0-1 0 0,1 0 1 0 0,0 0-1 0 0,0 0 1 0 0,1-1 0 0 0,-1 0-1 0 0,1 0 1 0 0,1-1-1 0 0,-1 1 1 0 0,0-1-1 0 0,10 4 1 0 0,-7-4-349 0 0,0-1 0 0 0,1-1 0 0 0,-1 1 0 0 0,1-1 0 0 0,-1-1 0 0 0,1 0 1 0 0,10 0-1 0 0,7 0-6417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09.7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259 558 5065 0 0,'-8'-7'708'0'0,"-4"-3"777"0"0,1 1 0 0 0,-1 0 0 0 0,-1 0 0 0 0,0 1-1 0 0,-14-6 1 0 0,24 12-1283 0 0,0 1 0 0 0,0 0 0 0 0,0 0 0 0 0,0 0 0 0 0,-1 0 0 0 0,1 1 0 0 0,0-1 0 0 0,0 1 0 0 0,0 0 0 0 0,0 0 0 0 0,-1 0 0 0 0,1 0 0 0 0,0 1 0 0 0,0-1 0 0 0,0 1 0 0 0,0 0 0 0 0,0 0 0 0 0,0 0 0 0 0,0 0 0 0 0,0 0 0 0 0,0 1 0 0 0,0 0 0 0 0,1-1 0 0 0,-1 1 0 0 0,0 0 0 0 0,1 0 0 0 0,0 0 0 0 0,-1 0 0 0 0,1 1 0 0 0,-3 3 0 0 0,-4 7-157 0 0,1 0 0 0 0,0 0 0 0 0,1 1-1 0 0,1 0 1 0 0,0 0 0 0 0,-5 18 0 0 0,7-21-31 0 0,1 1 1 0 0,1-1-1 0 0,0 1 1 0 0,0 0-1 0 0,1-1 1 0 0,1 1-1 0 0,0 0 1 0 0,3 20 0 0 0,-3-30-22 0 0,0 0 0 0 0,1-1 0 0 0,-1 1 1 0 0,0-1-1 0 0,1 1 0 0 0,0 0 1 0 0,-1-1-1 0 0,1 0 0 0 0,0 1 1 0 0,0-1-1 0 0,-1 1 0 0 0,1-1 0 0 0,0 0 1 0 0,1 1-1 0 0,-1-1 0 0 0,0 0 1 0 0,2 1-1 0 0,-2-1-6 0 0,0-1 0 0 0,0 1-1 0 0,0-1 1 0 0,0 0 0 0 0,0 0 0 0 0,0 0 0 0 0,0 0-1 0 0,0 1 1 0 0,0-1 0 0 0,0 0 0 0 0,0-1 0 0 0,0 1-1 0 0,0 0 1 0 0,0 0 0 0 0,0 0 0 0 0,0-1 0 0 0,0 1-1 0 0,0 0 1 0 0,0-1 0 0 0,1 0 0 0 0,3-2-39 0 0,-1 0 1 0 0,1 0-1 0 0,-1-1 1 0 0,0 1-1 0 0,-1-1 0 0 0,1 0 1 0 0,0 0-1 0 0,-1 0 1 0 0,3-5-1 0 0,8-15-277 0 0,-1 1 1 0 0,-1-2-1 0 0,-1 0 0 0 0,-1 0 1 0 0,-1-1-1 0 0,-1 0 1 0 0,6-44-1 0 0,-9 32 190 0 0,-3 0-1 0 0,-1 0 1 0 0,-2 0-1 0 0,-10-73 1 0 0,5 73 427 0 0,2 6 469 0 0,-1-1-1 0 0,-2 1 1 0 0,-16-48-1 0 0,23 79-689 0 0,0 0-1 0 0,-1 0 0 0 0,1 0 1 0 0,0 0-1 0 0,0 1 1 0 0,-1-1-1 0 0,1 0 1 0 0,-1 0-1 0 0,1 1 1 0 0,0-1-1 0 0,-1 0 1 0 0,0 0-1 0 0,1 1 1 0 0,-1-1-1 0 0,1 1 1 0 0,-1-1-1 0 0,0 1 1 0 0,1-1-1 0 0,-1 1 0 0 0,0-1 1 0 0,0 0-1 0 0,-5 13 917 0 0,4 30-406 0 0,9-5-434 0 0,1 0-1 0 0,2 0 1 0 0,2-1 0 0 0,1-1-1 0 0,21 40 1 0 0,2 9 33 0 0,-8-17-1332 0 0,49 85 0 0 0,-55-115-6822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0.0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29 194 9218 0 0,'-23'-25'12092'0'0,"23"25"-11953"0"0,-5 18 493 0 0,5-11-605 0 0,1 0 0 0 0,0 0 0 0 0,0 0 1 0 0,0-1-1 0 0,1 1 0 0 0,0 0 0 0 0,1-1 1 0 0,0 1-1 0 0,-1-1 0 0 0,2 0 0 0 0,-1 0 0 0 0,1 0 1 0 0,0 0-1 0 0,8 9 0 0 0,-9-12-51 0 0,-1 0 1 0 0,1 0-1 0 0,-1 0 1 0 0,1-1-1 0 0,0 1 1 0 0,0-1-1 0 0,0 1 0 0 0,0-1 1 0 0,0 0-1 0 0,1 0 1 0 0,-1-1-1 0 0,1 1 0 0 0,-1-1 1 0 0,1 1-1 0 0,0-1 1 0 0,-1 0-1 0 0,1-1 1 0 0,0 1-1 0 0,0-1 0 0 0,0 1 1 0 0,-1-1-1 0 0,1 0 1 0 0,0 0-1 0 0,0-1 0 0 0,0 1 1 0 0,-1-1-1 0 0,9-2 1 0 0,-9 0 15 0 0,1 1 0 0 0,-1-1 0 0 0,0 0 0 0 0,0 1 0 0 0,0-2 0 0 0,0 1 0 0 0,0 0 0 0 0,0 0 1 0 0,-1-1-1 0 0,0 0 0 0 0,0 1 0 0 0,0-1 0 0 0,0 0 0 0 0,0 0 0 0 0,-1 0 0 0 0,2-8 0 0 0,1-2 60 0 0,-1-1-1 0 0,-1 1 1 0 0,1-24 0 0 0,-3 27-20 0 0,-1 1 1 0 0,0-1 0 0 0,-1 1 0 0 0,0-1 0 0 0,-1 1-1 0 0,0 0 1 0 0,0 0 0 0 0,-1 0 0 0 0,-1 1 0 0 0,1-1-1 0 0,-9-11 1 0 0,10 17-51 0 0,0 0 0 0 0,0 1 0 0 0,0-1-1 0 0,0 0 1 0 0,-1 1 0 0 0,0 0 0 0 0,1 0 0 0 0,-1 0-1 0 0,0 0 1 0 0,-1 1 0 0 0,-6-4 0 0 0,7 5-51 0 0,1 0-1 0 0,0 0 1 0 0,-1 0 0 0 0,1 1-1 0 0,-1 0 1 0 0,1-1 0 0 0,-1 1-1 0 0,1 1 1 0 0,-1-1 0 0 0,1 0 0 0 0,0 1-1 0 0,-1-1 1 0 0,1 1 0 0 0,0 0-1 0 0,-1 0 1 0 0,1 1 0 0 0,0-1-1 0 0,-4 3 1 0 0,-11 12-1719 0 0,13-7 869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0.6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96 4145 0 0,'15'-7'1067'0'0,"1"1"-1"0"0,27-6 1 0 0,-38 11-502 0 0,1-1-1 0 0,-1 1 1 0 0,1 1 0 0 0,0-1-1 0 0,-1 1 1 0 0,1 0-1 0 0,0 1 1 0 0,0-1 0 0 0,-1 1-1 0 0,1 0 1 0 0,8 3-1 0 0,-11-3-349 0 0,-1 1-1 0 0,1 0 1 0 0,-1-1-1 0 0,1 1 1 0 0,-1 0-1 0 0,0 0 1 0 0,0 1-1 0 0,0-1 1 0 0,0 0-1 0 0,0 1 1 0 0,-1-1-1 0 0,3 4 1 0 0,17 40 1296 0 0,-4-8-863 0 0,-15-34-562 0 0,0 0 1 0 0,0 0-1 0 0,0 0 1 0 0,-1 0-1 0 0,0 0 0 0 0,2 8 1 0 0,2 9 823 0 0,-3-19-787 0 0,4-10-498 0 0,70-103 198 0 0,-65 96 182 0 0,1 1 0 0 0,1 1 1 0 0,0 0-1 0 0,1 0 0 0 0,22-16 1 0 0,-34 28 28 0 0,0 0 1 0 0,-1 0 0 0 0,1 0-1 0 0,0 0 1 0 0,0 1 0 0 0,-1-1-1 0 0,1 0 1 0 0,0 1 0 0 0,0-1-1 0 0,0 1 1 0 0,0 0 0 0 0,0 0-1 0 0,0-1 1 0 0,0 1 0 0 0,0 1 0 0 0,0-1-1 0 0,0 0 1 0 0,0 0 0 0 0,0 1-1 0 0,-1-1 1 0 0,1 1 0 0 0,0-1-1 0 0,2 2 1 0 0,0 0 32 0 0,-1 1 0 0 0,1-1 1 0 0,-1 1-1 0 0,0 0 0 0 0,1 0 0 0 0,-1 0 0 0 0,-1 0 1 0 0,1 1-1 0 0,0-1 0 0 0,2 5 0 0 0,4 9 98 0 0,-1 0 1 0 0,0 1-1 0 0,9 30 0 0 0,-8-30-153 0 0,0-29-15 0 0,-1-4-7 0 0,53-68-89 0 0,-53 74 122 0 0,-1 0 0 0 0,1 1-1 0 0,1 0 1 0 0,0 1-1 0 0,0-1 1 0 0,19-10 0 0 0,-26 17-24 0 0,-1 0-1 0 0,1 1 1 0 0,0-1 0 0 0,-1 1 0 0 0,1 0 0 0 0,-1-1 0 0 0,1 1 0 0 0,0 0-1 0 0,-1 0 1 0 0,1 0 0 0 0,0 0 0 0 0,-1 0 0 0 0,1 0 0 0 0,0 1-1 0 0,-1-1 1 0 0,1 0 0 0 0,-1 1 0 0 0,1-1 0 0 0,1 2 0 0 0,1 0 127 0 0,0 0 1 0 0,0 1 0 0 0,-1-1 0 0 0,1 1-1 0 0,-1 0 1 0 0,1 0 0 0 0,2 4 0 0 0,21 28-1204 0 0,-9-4-5220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1.1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125 131 5985 0 0,'7'-13'481'0'0,"-2"4"-59"0"0,0 0-1 0 0,-1-1 0 0 0,0 1 0 0 0,0-1 0 0 0,-1 0 0 0 0,0 0 1 0 0,-1 0-1 0 0,2-14 0 0 0,-4 23-283 0 0,0 1 0 0 0,0-1 0 0 0,0 1 0 0 0,0-1 0 0 0,0 0 0 0 0,0 1 0 0 0,0-1 0 0 0,0 1-1 0 0,0-1 1 0 0,0 1 0 0 0,0-1 0 0 0,0 0 0 0 0,-1 1 0 0 0,1-1 0 0 0,0 1 0 0 0,0-1 0 0 0,-1 1 0 0 0,1-1 0 0 0,0 1 0 0 0,-1-1 0 0 0,1 1 0 0 0,0-1 0 0 0,-1 1 0 0 0,1 0 0 0 0,-1-1 0 0 0,1 1 0 0 0,0-1 0 0 0,-1 1 0 0 0,1 0 0 0 0,-1 0 0 0 0,1-1 0 0 0,-1 1 0 0 0,0 0-1 0 0,-1 0 51 0 0,1 0-1 0 0,-1 0 0 0 0,0 0 0 0 0,1 0 0 0 0,-1 1 0 0 0,1-1 1 0 0,-1 1-1 0 0,1-1 0 0 0,0 1 0 0 0,-1 0 0 0 0,1-1 0 0 0,-2 2 0 0 0,-34 28 1637 0 0,24-15-1381 0 0,1 0 1 0 0,1 1-1 0 0,0 1 0 0 0,-17 34 0 0 0,24-43-448 0 0,0 1-1 0 0,1 0 0 0 0,0 0 1 0 0,0 0-1 0 0,1 0 1 0 0,1 0-1 0 0,-1 1 0 0 0,1-1 1 0 0,1 1-1 0 0,0-1 0 0 0,0 1 1 0 0,2 11-1 0 0,-1-19-23 0 0,-1-1-1 0 0,0 0 1 0 0,0 0-1 0 0,0 1 1 0 0,1-1-1 0 0,-1 0 1 0 0,1 0-1 0 0,-1 0 1 0 0,1 1-1 0 0,-1-1 1 0 0,1 0-1 0 0,0 0 1 0 0,-1 0-1 0 0,1 0 1 0 0,0 0-1 0 0,0 0 1 0 0,0-1-1 0 0,0 1 1 0 0,0 0-1 0 0,0 0 1 0 0,0-1-1 0 0,0 1 1 0 0,0 0-1 0 0,0-1 1 0 0,0 1-1 0 0,0-1 1 0 0,1 1-1 0 0,1-1 0 0 0,0 0-120 0 0,0 0-1 0 0,0 0 0 0 0,-1 0 1 0 0,1-1-1 0 0,0 0 0 0 0,0 1 0 0 0,0-1 1 0 0,-1 0-1 0 0,1 0 0 0 0,0-1 0 0 0,4-2 1 0 0,8-5-506 0 0,-1-2 0 0 0,-1 1 0 0 0,14-15 1 0 0,-27 25 654 0 0,27-28 542 0 0,-22 21-314 0 0,0 0 0 0 0,1 1 0 0 0,-1 0-1 0 0,2 0 1 0 0,-1 1 0 0 0,1-1 0 0 0,-1 1-1 0 0,2 1 1 0 0,-1-1 0 0 0,8-2 0 0 0,-13 6-99 0 0,0 1 1 0 0,0 0 0 0 0,1 0 0 0 0,-1 0 0 0 0,0 0-1 0 0,0 0 1 0 0,0 1 0 0 0,0-1 0 0 0,0 1-1 0 0,0-1 1 0 0,0 1 0 0 0,0 0 0 0 0,0 0-1 0 0,0 0 1 0 0,0 0 0 0 0,0 0 0 0 0,3 2-1 0 0,34 31 504 0 0,-10-8-239 0 0,-22-21-615 0 0,0-1 0 0 0,0 0-1 0 0,1 0 1 0 0,-1-1 0 0 0,1 0 0 0 0,0 0 0 0 0,0-1 0 0 0,0 0 0 0 0,0-1 0 0 0,0 1-1 0 0,1-1 1 0 0,-1-1 0 0 0,0 0 0 0 0,1 0 0 0 0,13-2 0 0 0,-12-1 123 0 0,-1 1-1 0 0,0-1 1 0 0,1-1 0 0 0,-1 0-1 0 0,0 0 1 0 0,-1-1 0 0 0,1 0-1 0 0,-1 0 1 0 0,0-1 0 0 0,0 0-1 0 0,-1-1 1 0 0,13-13 0 0 0,-17 17 372 0 0,0 0 0 0 0,0-1 0 0 0,0 1 1 0 0,0 0-1 0 0,1 1 0 0 0,0-1 0 0 0,5-3 1 0 0,-8 6-200 0 0,-1 0 0 0 0,1 0 1 0 0,-1-1-1 0 0,1 1 1 0 0,-1 0-1 0 0,1 0 0 0 0,-1 0 1 0 0,1 0-1 0 0,-1 0 1 0 0,1 0-1 0 0,-1 0 0 0 0,1 0 1 0 0,0 0-1 0 0,-1 0 1 0 0,1 1-1 0 0,-1-1 0 0 0,1 0 1 0 0,-1 0-1 0 0,0 0 1 0 0,1 1-1 0 0,-1-1 0 0 0,1 0 1 0 0,-1 0-1 0 0,1 1 1 0 0,0 0-1 0 0,0 0 7 0 0,0 1 1 0 0,0-1 0 0 0,0 1-1 0 0,0 0 1 0 0,-1 0-1 0 0,1-1 1 0 0,0 1-1 0 0,-1 0 1 0 0,1 0-1 0 0,-1 0 1 0 0,1 2-1 0 0,-1 1 2 0 0,1 0 0 0 0,1 0-1 0 0,-1-1 1 0 0,1 1 0 0 0,0 0-1 0 0,4 8 1 0 0,-5-12-184 0 0,0 1-1 0 0,0-1 1 0 0,0 1-1 0 0,0-1 1 0 0,1 1-1 0 0,-1-1 1 0 0,0 0 0 0 0,1 0-1 0 0,-1 0 1 0 0,1 0-1 0 0,-1 0 1 0 0,1 0 0 0 0,-1 0-1 0 0,1 0 1 0 0,0 0-1 0 0,-1-1 1 0 0,1 1 0 0 0,0-1-1 0 0,0 1 1 0 0,0-1-1 0 0,-1 0 1 0 0,3 0-1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1.3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 97 6449 0 0,'-8'-32'2181'0'0,"7"25"-1150"0"0,0 0-1 0 0,-1 0 1 0 0,0 0-1 0 0,0 1 1 0 0,-1-1-1 0 0,0 0 1 0 0,-6-9-1 0 0,9 30-2323 0 0,5 8-162 0 0,14 13 1116 0 0,-7-22 339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1.6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13 5529 0 0,'0'0'22'0'0,"0"0"1"0"0,0-1-1 0 0,0 1 0 0 0,-1 0 0 0 0,1-1 0 0 0,0 1 1 0 0,0 0-1 0 0,0 0 0 0 0,0-1 0 0 0,0 1 0 0 0,0 0 0 0 0,0-1 1 0 0,0 1-1 0 0,0 0 0 0 0,0-1 0 0 0,0 1 0 0 0,0 0 1 0 0,0-1-1 0 0,0 1 0 0 0,0 0 0 0 0,0-1 0 0 0,0 1 1 0 0,0 0-1 0 0,0-1 0 0 0,0 1 0 0 0,0 0 0 0 0,1 0 1 0 0,-1-1-1 0 0,0 1 0 0 0,0 0 0 0 0,0-1 0 0 0,1 1 1 0 0,-1 0-1 0 0,1-1 0 0 0,12-1 2150 0 0,-10 2-1638 0 0,0 0 1 0 0,0 1 0 0 0,-1-1 0 0 0,1 1 0 0 0,0 0-1 0 0,0 0 1 0 0,-1 0 0 0 0,5 2 0 0 0,-3 2-18 0 0,0-1 0 0 0,0 1 0 0 0,0 1 0 0 0,-1-1 0 0 0,0 1 0 0 0,0-1 0 0 0,0 1 0 0 0,-1 0 0 0 0,0 0-1 0 0,0 0 1 0 0,-1 0 0 0 0,2 11 0 0 0,9 25 242 0 0,-5-53-482 0 0,0 1-1 0 0,0 0 1 0 0,14-15 0 0 0,-11 17-245 0 0,0 0 0 0 0,0 0 0 0 0,1 1 0 0 0,0 0 1 0 0,14-6-1 0 0,-21 11-20 0 0,-1 0 0 0 0,1 0 0 0 0,0 1 1 0 0,0 0-1 0 0,0-1 0 0 0,0 1 0 0 0,0 0 0 0 0,0 1 1 0 0,0-1-1 0 0,0 1 0 0 0,0 0 0 0 0,0 0 0 0 0,1 0 1 0 0,-1 1-1 0 0,0-1 0 0 0,0 1 0 0 0,0 0 0 0 0,0 0 1 0 0,0 0-1 0 0,4 3 0 0 0,-4-1 59 0 0,1 1-1 0 0,-1-1 1 0 0,0 1 0 0 0,0 0-1 0 0,0 1 1 0 0,3 4 0 0 0,-4-4-114 0 0,0-1 1 0 0,1 0 0 0 0,-1 0 0 0 0,1-1 0 0 0,0 1-1 0 0,0-1 1 0 0,0 1 0 0 0,8 3 0 0 0,25 9-1260 0 0,-13-10 623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2.3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69 6449 0 0,'4'-1'307'0'0,"0"0"0"0"0,1 0 0 0 0,-1-1 0 0 0,0 0 0 0 0,0 1 0 0 0,1-2 0 0 0,-2 1 0 0 0,6-3 0 0 0,6-4 472 0 0,1 1 106 0 0,0 1 0 0 0,0 1 0 0 0,0 0 0 0 0,1 2 0 0 0,26-5-1 0 0,-39 8-705 0 0,0 1-1 0 0,0 0 1 0 0,0 0-1 0 0,0 0 0 0 0,0 0 1 0 0,0 1-1 0 0,0 0 1 0 0,0-1-1 0 0,0 2 0 0 0,0-1 1 0 0,0 0-1 0 0,7 4 1 0 0,-9-3-91 0 0,0 0 0 0 0,1 0 0 0 0,-1 0 0 0 0,0 0 0 0 0,0 1 0 0 0,0-1 0 0 0,0 1 0 0 0,0-1 0 0 0,-1 1 0 0 0,1-1 0 0 0,-1 1 0 0 0,0 0 0 0 0,0 0 0 0 0,0 0 0 0 0,0 0 0 0 0,0 0 0 0 0,-1 0 0 0 0,1 0 0 0 0,-1 4 0 0 0,0 10 116 0 0,0 0-1 0 0,-2 1 1 0 0,0-1-1 0 0,-1-1 0 0 0,0 1 1 0 0,-2 0-1 0 0,0-1 1 0 0,-9 19-1 0 0,5-9 202 0 0,-12 50 0 0 0,20-73-396 0 0,1 0 1 0 0,-1-1-1 0 0,1 1 1 0 0,0 0-1 0 0,0 0 1 0 0,0-1-1 0 0,0 1 1 0 0,0 0-1 0 0,1-1 1 0 0,-1 1-1 0 0,1 0 1 0 0,0-1-1 0 0,-1 1 1 0 0,1 0-1 0 0,0-1 1 0 0,1 0-1 0 0,-1 1 1 0 0,0-1-1 0 0,1 0 1 0 0,-1 1-1 0 0,4 2 1 0 0,-1-2 14 0 0,-1-1 0 0 0,0 1 1 0 0,1-1-1 0 0,0 0 0 0 0,0-1 0 0 0,-1 1 1 0 0,1-1-1 0 0,0 1 0 0 0,0-1 0 0 0,0 0 0 0 0,1 0 1 0 0,6 0-1 0 0,7-1 45 0 0,0 0-1 0 0,0-1 1 0 0,-1-1 0 0 0,1-1-1 0 0,26-7 1 0 0,-41 9-73 0 0,29-7-739 0 0,-2-1 0 0 0,49-22 0 0 0,-60 21 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2.8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662 215 8754 0 0,'-20'-25'1587'0'0,"0"1"1"0"0,-35-30-1 0 0,44 44-1021 0 0,-1 1 0 0 0,0 0 0 0 0,-1 1-1 0 0,0 1 1 0 0,0 0 0 0 0,0 0 0 0 0,-20-5 0 0 0,24 9-382 0 0,-1 0 1 0 0,1 1-1 0 0,0 0 1 0 0,-1 1 0 0 0,1 0-1 0 0,-1 0 1 0 0,0 1 0 0 0,1 1-1 0 0,-1 0 1 0 0,1 0-1 0 0,-1 0 1 0 0,1 1 0 0 0,0 1-1 0 0,-15 5 1 0 0,13-3-95 0 0,1 1 0 0 0,-1 0 0 0 0,1 0 0 0 0,1 1 0 0 0,-1 1 0 0 0,1-1 0 0 0,0 2 0 0 0,1-1 1 0 0,0 1-1 0 0,0 0 0 0 0,-8 14 0 0 0,-2 6 31 0 0,1 2 0 0 0,1 0 0 0 0,1 1 0 0 0,-13 47-1 0 0,-27 138 15 0 0,47-172-126 0 0,1-1 1 0 0,2 2 0 0 0,3-1-1 0 0,1 0 1 0 0,9 78 0 0 0,-5-99-11 0 0,2-1 1 0 0,0 1-1 0 0,2-1 1 0 0,1 1 0 0 0,0-2-1 0 0,2 1 1 0 0,0-2 0 0 0,2 1-1 0 0,0-1 1 0 0,1-1 0 0 0,2 0-1 0 0,21 23 1 0 0,-14-21-50 0 0,2-2 0 0 0,0 0 0 0 0,1-2 0 0 0,1-1 0 0 0,0 0 0 0 0,2-2 0 0 0,0-1 0 0 0,0-2 0 0 0,1-1 0 0 0,1-1 0 0 0,0-1 0 0 0,0-1 0 0 0,56 5 0 0 0,-55-9 60 0 0,1-2-1 0 0,0-2 0 0 0,-1 0 1 0 0,1-2-1 0 0,-1-2 1 0 0,0-1-1 0 0,0-1 0 0 0,0-2 1 0 0,-1-1-1 0 0,0-1 1 0 0,0-1-1 0 0,-1-2 0 0 0,41-25 1 0 0,-47 22 91 0 0,-1-2 1 0 0,0 0-1 0 0,-1-1 1 0 0,-1-1-1 0 0,32-44 0 0 0,-22 23 51 0 0,-2-2 0 0 0,30-64 0 0 0,-43 73-94 0 0,-2 0 0 0 0,-1-1 0 0 0,-1-1 0 0 0,-3 0 0 0 0,0 0 0 0 0,-3-1 0 0 0,-1 0 0 0 0,-1 0 0 0 0,-3 0-1 0 0,-1 0 1 0 0,-1 0 0 0 0,-2 0 0 0 0,-2 1 0 0 0,-1 0 0 0 0,-2 0 0 0 0,-1 0 0 0 0,-2 1 0 0 0,-2 0 0 0 0,-1 2 0 0 0,-1-1 0 0 0,-25-36 0 0 0,32 57-70 0 0,-1 0 0 0 0,0 1 0 0 0,-1 0 1 0 0,0 0-1 0 0,0 2 0 0 0,-2-1 0 0 0,1 1 0 0 0,-1 1 1 0 0,0 0-1 0 0,-1 1 0 0 0,0 1 0 0 0,-1 0 0 0 0,1 1 1 0 0,-1 0-1 0 0,0 1 0 0 0,-1 1 0 0 0,1 0 0 0 0,-1 1 1 0 0,0 1-1 0 0,0 0 0 0 0,0 2 0 0 0,1-1 0 0 0,-1 2 1 0 0,0 0-1 0 0,0 1 0 0 0,-19 5 0 0 0,-10 10-547 0 0,21 2-5829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3.1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 1 10594 0 0,'-11'1'5181'0'0,"10"0"-5055"0"0,-4 19 2811 0 0,4 34-896 0 0,1-44-1686 0 0,0 39 337 0 0,2 0 0 0 0,10 52 0 0 0,-8-79-987 0 0,1-1 0 0 0,1 1 0 0 0,1-1 0 0 0,1 0 1 0 0,1 0-1 0 0,21 36 0 0 0,-15-34-7332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3.2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1 253 9218 0 0,'3'-11'729'0'0,"1"0"0"0"0,0 0-1 0 0,0 0 1 0 0,1 1 0 0 0,1 0 0 0 0,-1 0-1 0 0,2 0 1 0 0,-1 1 0 0 0,10-10 0 0 0,4-4 477 0 0,2 1 1 0 0,29-23 0 0 0,-35 33-1858 0 0,0 1 0 0 0,33-17 0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3.4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1 118 2761 0 0,'1'0'248'0'0,"0"-1"-248"0"0,2 0 0 0 0,9-6 3912 0 0,-5 4-1735 0 0,5-4 15 0 0,8-4-1567 0 0,4-2-313 0 0,1-1-64 0 0,1 0-16 0 0,0 1-1513 0 0,-2 0-295 0 0,2 2-64 0 0,0 2-17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3.8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0 150 5529 0 0,'57'12'8444'0'0,"-45"-10"-7375"0"0,1 0 0 0 0,0 1 0 0 0,-1 0 0 0 0,20 9 0 0 0,-28-11-919 0 0,-1 1 1 0 0,0 0-1 0 0,0 0 0 0 0,0 0 0 0 0,0 0 0 0 0,0 1 0 0 0,0-1 1 0 0,-1 1-1 0 0,1 0 0 0 0,-1 0 0 0 0,0 0 0 0 0,1 0 0 0 0,-2 0 0 0 0,1 0 1 0 0,0 0-1 0 0,0 1 0 0 0,-1-1 0 0 0,0 1 0 0 0,0-1 0 0 0,1 8 0 0 0,-2-12-114 0 0,0 0-1 0 0,-1 0 0 0 0,1 1 0 0 0,-1-1 0 0 0,1 1 0 0 0,-1-1 1 0 0,1 0-1 0 0,-1 1 0 0 0,1-1 0 0 0,-1 1 0 0 0,0-1 0 0 0,1 1 1 0 0,-1-1-1 0 0,0 1 0 0 0,0 0 0 0 0,1-1 0 0 0,-1 1 0 0 0,0 0 1 0 0,0 0-1 0 0,1-1 0 0 0,-1 1 0 0 0,0 0 0 0 0,0 0 0 0 0,0 0 1 0 0,1 0-1 0 0,-1 0 0 0 0,0 0 0 0 0,0 0 0 0 0,0 0 0 0 0,1 0 1 0 0,-1 1-1 0 0,0-1 0 0 0,0 0 0 0 0,1 0 0 0 0,-1 1 0 0 0,0-1 0 0 0,0 0 1 0 0,1 1-1 0 0,-1-1 0 0 0,0 1 0 0 0,1-1 0 0 0,-1 1 0 0 0,1-1 1 0 0,-1 1-1 0 0,1 0 0 0 0,-1-1 0 0 0,1 1 0 0 0,-1 0 0 0 0,1-1 1 0 0,-1 1-1 0 0,1 0 0 0 0,0-1 0 0 0,-1 1 0 0 0,1 0 0 0 0,0 0 1 0 0,0-1-1 0 0,0 1 0 0 0,-1 0 0 0 0,1 1 0 0 0,-2-18-151 0 0,1 0 0 0 0,1 0 0 0 0,0 0 0 0 0,1 0 0 0 0,0 0 0 0 0,1 0-1 0 0,1 0 1 0 0,1 1 0 0 0,0-1 0 0 0,1 1 0 0 0,1 0 0 0 0,0 0 0 0 0,11-18 0 0 0,-5 15-5519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4.1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0 395 11522 0 0,'0'1'74'0'0,"0"-1"0"0"0,0 1-1 0 0,0-1 1 0 0,1 1 0 0 0,-1 0-1 0 0,0-1 1 0 0,0 1 0 0 0,0-1-1 0 0,1 1 1 0 0,-1-1-1 0 0,0 1 1 0 0,1-1 0 0 0,-1 1-1 0 0,0-1 1 0 0,1 1 0 0 0,-1-1-1 0 0,1 1 1 0 0,-1-1 0 0 0,1 1-1 0 0,-1-1 1 0 0,1 0-1 0 0,-1 1 1 0 0,1-1 0 0 0,-1 0-1 0 0,1 0 1 0 0,0 1 0 0 0,-1-1-1 0 0,1 0 1 0 0,-1 0 0 0 0,1 0-1 0 0,0 0 1 0 0,-1 0-1 0 0,1 0 1 0 0,0 0 0 0 0,1 0 66 0 0,-1-1 1 0 0,1 0 0 0 0,0 0 0 0 0,-1 1-1 0 0,1-1 1 0 0,-1-1 0 0 0,0 1-1 0 0,1 0 1 0 0,-1 0 0 0 0,0 0-1 0 0,1-1 1 0 0,0-1 0 0 0,30-47 1514 0 0,-31 48-1635 0 0,14-27 195 0 0,-1 0 0 0 0,-2-2 0 0 0,0 0 0 0 0,-3 0 1 0 0,0-1-1 0 0,-2 0 0 0 0,-2 0 0 0 0,3-62 0 0 0,-9 121 1089 0 0,0-11-1264 0 0,0 1 1 0 0,1-1 0 0 0,0 1-1 0 0,4 21 1 0 0,-2-29-205 0 0,1 0 1 0 0,0-1-1 0 0,0 1 0 0 0,0-1 0 0 0,1 0 1 0 0,0 0-1 0 0,1 0 0 0 0,0 0 0 0 0,0-1 0 0 0,1 0 1 0 0,-1 0-1 0 0,2 0 0 0 0,-1-1 0 0 0,10 8 1 0 0,5 0-1184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4.5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0 176 2745 0 0,'11'-12'280'0'0,"0"0"0"0"0,-1-1 0 0 0,-1-1 0 0 0,0 1 0 0 0,-1-1 0 0 0,-1-1 0 0 0,0 0 0 0 0,-1 0 0 0 0,7-25 0 0 0,-12 40-166 0 0,-1-1-1 0 0,0 1 1 0 0,0 0-1 0 0,0-1 0 0 0,1 1 1 0 0,-1 0-1 0 0,0-1 1 0 0,0 1-1 0 0,0 0 1 0 0,0-1-1 0 0,0 1 1 0 0,0 0-1 0 0,0-1 0 0 0,1 1 1 0 0,-1-1-1 0 0,0 1 1 0 0,0 0-1 0 0,-1-1 1 0 0,1 1-1 0 0,0 0 1 0 0,0-1-1 0 0,0 1 0 0 0,0 0 1 0 0,0-1-1 0 0,0 1 1 0 0,0 0-1 0 0,0-1 1 0 0,-1 1-1 0 0,1 0 1 0 0,0-1-1 0 0,0 1 1 0 0,-1 0-1 0 0,1-1 114 0 0,-1 1-114 0 0,-10 8 3221 0 0,-11 22 845 0 0,10-9-3542 0 0,1 0-1 0 0,-10 33 1 0 0,19-49-863 0 0,0 1 1 0 0,0-1-1 0 0,1 1 1 0 0,0 0 0 0 0,0-1-1 0 0,0 1 1 0 0,1 0-1 0 0,0 0 1 0 0,0 0-1 0 0,0-1 1 0 0,1 1-1 0 0,0 0 1 0 0,0 0 0 0 0,0-1-1 0 0,1 1 1 0 0,2 5-1 0 0,-4-10 94 0 0,1 0 0 0 0,-1 0-1 0 0,0-1 1 0 0,1 1 0 0 0,-1 0-1 0 0,1-1 1 0 0,-1 1 0 0 0,1-1-1 0 0,0 1 1 0 0,-1-1 0 0 0,1 1-1 0 0,-1-1 1 0 0,1 1 0 0 0,0-1 0 0 0,0 1-1 0 0,-1-1 1 0 0,1 0 0 0 0,0 1-1 0 0,-1-1 1 0 0,1 0 0 0 0,0 0-1 0 0,0 0 1 0 0,0 1 0 0 0,-1-1-1 0 0,1 0 1 0 0,0 0 0 0 0,1 0-1 0 0,1-1-86 0 0,-1 0-1 0 0,0 1 0 0 0,0-1 1 0 0,0 0-1 0 0,0 0 0 0 0,0 0 0 0 0,0 0 1 0 0,0-1-1 0 0,0 1 0 0 0,2-2 1 0 0,5-5-481 0 0,-1-1 1 0 0,15-18-1 0 0,-21 25 625 0 0,14-22-196 0 0,16-19 1192 0 0,-31 41-552 0 0,1 0 0 0 0,0 0 0 0 0,0 0 0 0 0,0 1 0 0 0,0-1 0 0 0,0 0 0 0 0,1 1-1 0 0,-1-1 1 0 0,0 1 0 0 0,1 0 0 0 0,-1 0 0 0 0,1 0 0 0 0,0 0 0 0 0,4-1 0 0 0,-6 2-183 0 0,1 0 0 0 0,-1 0 1 0 0,1 1-1 0 0,-1-1 0 0 0,1 0 0 0 0,-1 1 0 0 0,1 0 0 0 0,-1-1 0 0 0,1 1 1 0 0,-1 0-1 0 0,0-1 0 0 0,1 1 0 0 0,-1 0 0 0 0,0 0 0 0 0,0 0 0 0 0,0 0 1 0 0,0 0-1 0 0,0 1 0 0 0,0-1 0 0 0,0 0 0 0 0,0 0 0 0 0,0 1 1 0 0,0-1-1 0 0,0 2 0 0 0,17 39 1147 0 0,-15-33-929 0 0,35 90 1248 0 0,92 168 1 0 0,-129-265-1648 0 0,17 23 347 0 0,-18-25-346 0 0,1 0 0 0 0,-1 1 0 0 0,0-1 1 0 0,1 0-1 0 0,-1 0 0 0 0,0 0 0 0 0,1 0 0 0 0,-1 0 1 0 0,0 1-1 0 0,1-1 0 0 0,-1 0 0 0 0,0 0 0 0 0,1 0 1 0 0,-1 0-1 0 0,0 0 0 0 0,1 0 0 0 0,-1 0 0 0 0,0 0 1 0 0,1 0-1 0 0,-1-1 0 0 0,0 1 0 0 0,1 0 0 0 0,-1 0 1 0 0,0 0-1 0 0,0 0 0 0 0,1 0 0 0 0,-1 0 0 0 0,1-1 1 0 0,8-15 25 0 0,-2-7-328 0 0,6-39-1 0 0,-4 15-2243 0 0,-2 18-4809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4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95 19356 0 0,'-2'-21'4347'0'0,"2"17"-4323"0"0,-1-1-1 0 0,1 0 1 0 0,-1 1 0 0 0,1-1 0 0 0,1 1-1 0 0,0-6 1 0 0,-1 8-66 0 0,1 1 1 0 0,-1-1-1 0 0,1 0 1 0 0,0 0-1 0 0,0 1 1 0 0,0-1-1 0 0,0 0 1 0 0,0 1-1 0 0,0-1 1 0 0,0 1-1 0 0,0-1 1 0 0,1 1-1 0 0,-1 0 1 0 0,0 0-1 0 0,1-1 1 0 0,-1 1-1 0 0,1 0 1 0 0,0 0-1 0 0,-1 1 0 0 0,3-2 1 0 0,9-5 25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5.5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428 403 3225 0 0,'-5'-2'755'0'0,"0"1"0"0"0,0 0-1 0 0,0 0 1 0 0,0 0 0 0 0,0 0 0 0 0,-1 1 0 0 0,1 0 0 0 0,0 0 0 0 0,0 0 0 0 0,0 1 0 0 0,0 0 0 0 0,0 0 0 0 0,-5 1 0 0 0,-69 25 2717 0 0,67-23-2872 0 0,-9 5-195 0 0,0 0 1 0 0,0 2-1 0 0,1 0 0 0 0,0 1 0 0 0,1 1 0 0 0,-25 22 0 0 0,35-27-348 0 0,1 0 0 0 0,0 1 1 0 0,0 0-1 0 0,1 0 0 0 0,0 0 1 0 0,0 1-1 0 0,1 0 0 0 0,0 0 1 0 0,1 1-1 0 0,0 0 1 0 0,1 0-1 0 0,0 0 0 0 0,1 0 1 0 0,-3 18-1 0 0,6-26-48 0 0,-1 1-1 0 0,1-1 1 0 0,0 1 0 0 0,0-1-1 0 0,0 0 1 0 0,1 1 0 0 0,-1-1-1 0 0,1 1 1 0 0,0-1 0 0 0,0 0-1 0 0,0 0 1 0 0,0 1 0 0 0,1-1-1 0 0,-1 0 1 0 0,1 0 0 0 0,0 0-1 0 0,0 0 1 0 0,0-1 0 0 0,0 1-1 0 0,0-1 1 0 0,0 1 0 0 0,1-1-1 0 0,0 0 1 0 0,-1 1-1 0 0,1-1 1 0 0,5 2 0 0 0,-4-2-16 0 0,0 0 1 0 0,-1-1-1 0 0,1 0 0 0 0,0 0 1 0 0,0 0-1 0 0,0 0 0 0 0,0-1 1 0 0,0 1-1 0 0,0-1 1 0 0,0 0-1 0 0,0-1 0 0 0,0 1 1 0 0,0 0-1 0 0,0-1 0 0 0,0 0 1 0 0,0 0-1 0 0,0 0 0 0 0,0-1 1 0 0,0 1-1 0 0,-1-1 1 0 0,1 0-1 0 0,4-3 0 0 0,9-8-279 0 0,1-1 0 0 0,-2 0 0 0 0,0-2-1 0 0,-1 1 1 0 0,-1-2 0 0 0,0 0 0 0 0,-1-1 0 0 0,11-21-1 0 0,-5 6-312 0 0,-2-2 0 0 0,-1 0 0 0 0,19-65-1 0 0,-26 67 344 0 0,-2 0 0 0 0,-1-1 0 0 0,2-44 0 0 0,-7 58 412 0 0,-1-1 1 0 0,0 1-1 0 0,-2 0 1 0 0,-1 0-1 0 0,0 0 0 0 0,-12-36 1 0 0,13 50 211 0 0,-1 0 1 0 0,-1 0 0 0 0,1 0-1 0 0,-1 1 1 0 0,-7-8-1 0 0,11 12-246 0 0,-1 0 0 0 0,0 1-1 0 0,0-1 1 0 0,1 0 0 0 0,-1 0 0 0 0,0 1-1 0 0,0-1 1 0 0,0 0 0 0 0,0 1-1 0 0,0-1 1 0 0,0 1 0 0 0,0 0 0 0 0,0-1-1 0 0,0 1 1 0 0,0 0 0 0 0,0-1 0 0 0,-1 1-1 0 0,1 0-56 0 0,0 1 0 0 0,0-1 1 0 0,1 0-1 0 0,-1 1 0 0 0,0-1 0 0 0,1 1 0 0 0,-1-1 0 0 0,0 1 0 0 0,1-1 0 0 0,-1 1 0 0 0,1 0 0 0 0,-1-1 0 0 0,1 1 0 0 0,-1 0 0 0 0,1-1 0 0 0,0 1 0 0 0,-1 0 0 0 0,1 0 0 0 0,0-1 0 0 0,-1 1 0 0 0,1 0 1 0 0,0 0-1 0 0,0-1 0 0 0,0 1 0 0 0,0 0 0 0 0,0 0 0 0 0,0 1 0 0 0,-2 17 72 0 0,0-1-1 0 0,2 1 1 0 0,0 0-1 0 0,1 0 1 0 0,1 0 0 0 0,1 0-1 0 0,0-1 1 0 0,10 29 0 0 0,9 17 42 0 0,31 60-1 0 0,-47-109-123 0 0,15 31-446 0 0,1-1 0 0 0,2 0 0 0 0,3-3 1 0 0,48 64-1 0 0,-52-82 391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5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26 122 11058 0 0,'-8'28'5803'0'0,"-6"24"-3668"0"0,13-41-1874 0 0,0 1 0 0 0,0 0-1 0 0,1-1 1 0 0,0 1 0 0 0,1-1 0 0 0,0 1 0 0 0,1-1-1 0 0,1 1 1 0 0,4 12 0 0 0,-6-20-226 0 0,0 0 1 0 0,1 1 0 0 0,0-1-1 0 0,0 0 1 0 0,0 0-1 0 0,0 0 1 0 0,1 0 0 0 0,-1-1-1 0 0,1 1 1 0 0,0-1-1 0 0,0 0 1 0 0,0 1 0 0 0,1-1-1 0 0,-1-1 1 0 0,1 1-1 0 0,0 0 1 0 0,0-1-1 0 0,0 0 1 0 0,0 0 0 0 0,0 0-1 0 0,0 0 1 0 0,0-1-1 0 0,1 1 1 0 0,-1-1 0 0 0,0 0-1 0 0,7 0 1 0 0,-6-1 7 0 0,0-1 0 0 0,0 0 0 0 0,0 0 1 0 0,0 0-1 0 0,0 0 0 0 0,-1-1 0 0 0,1 0 0 0 0,0 0 0 0 0,-1 0 1 0 0,1-1-1 0 0,-1 1 0 0 0,0-1 0 0 0,0 0 0 0 0,0 0 1 0 0,0 0-1 0 0,0-1 0 0 0,-1 0 0 0 0,0 1 0 0 0,1-1 1 0 0,-1 0-1 0 0,4-8 0 0 0,-1 2 36 0 0,0 0 0 0 0,-1 0 1 0 0,0 0-1 0 0,0-1 0 0 0,-1 0 0 0 0,-1 0 0 0 0,0 0 1 0 0,3-18-1 0 0,-6 20-62 0 0,0 0 1 0 0,0-1-1 0 0,-1 1 1 0 0,0-1-1 0 0,0 1 1 0 0,-1 0-1 0 0,-1-1 0 0 0,0 1 1 0 0,0 0-1 0 0,0 1 1 0 0,-1-1-1 0 0,0 1 1 0 0,-1-1-1 0 0,0 1 0 0 0,0 1 1 0 0,-1-1-1 0 0,0 1 1 0 0,0 0-1 0 0,-1 0 1 0 0,-8-6-1 0 0,9 7-264 0 0,-1 1-1 0 0,-1 0 1 0 0,1 0 0 0 0,-1 1-1 0 0,0 0 1 0 0,0 1 0 0 0,0-1-1 0 0,0 1 1 0 0,0 1 0 0 0,-1 0-1 0 0,0 0 1 0 0,1 0 0 0 0,-18 0-1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6.4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3225 0 0,'6'35'6965'0'0,"13"33"-1159"0"0,-10-39-3763 0 0,10 53 1 0 0,-21-62-1876 0 0,0-21-153 0 0,4-13-21 0 0,2-3-1 0 0,3-14-263 0 0,17-46 0 0 0,-21 69 248 0 0,-1 1-1 0 0,2 0 1 0 0,-1 0-1 0 0,1 0 1 0 0,0 1 0 0 0,1-1-1 0 0,0 1 1 0 0,0 0-1 0 0,0 1 1 0 0,0-1 0 0 0,13-9-1 0 0,-16 14 69 0 0,-1 0 0 0 0,1 0 1 0 0,-1 0-1 0 0,1 0 0 0 0,0 0 0 0 0,0 0 0 0 0,-1 0 0 0 0,1 1 0 0 0,0-1 1 0 0,0 1-1 0 0,0-1 0 0 0,0 1 0 0 0,0 0 0 0 0,0-1 0 0 0,0 1 0 0 0,-1 0 1 0 0,1 1-1 0 0,0-1 0 0 0,0 0 0 0 0,0 0 0 0 0,0 1 0 0 0,0-1 0 0 0,0 1 1 0 0,0 0-1 0 0,-1-1 0 0 0,1 1 0 0 0,0 0 0 0 0,-1 0 0 0 0,1 0 1 0 0,0 0-1 0 0,-1 0 0 0 0,1 1 0 0 0,-1-1 0 0 0,0 0 0 0 0,1 1 0 0 0,-1-1 1 0 0,0 1-1 0 0,0-1 0 0 0,0 1 0 0 0,0 0 0 0 0,1 2 0 0 0,4 8 181 0 0,0 1-1 0 0,-1 0 1 0 0,-1 1-1 0 0,5 22 0 0 0,-4-16-221 0 0,27 91 49 0 0,-32-111-54 0 0,0 0 1 0 0,0 1-1 0 0,0-1 1 0 0,0 0-1 0 0,0 0 0 0 0,0 1 1 0 0,0-1-1 0 0,0 0 1 0 0,1 1-1 0 0,-1-1 1 0 0,0 0-1 0 0,0 0 0 0 0,0 0 1 0 0,0 1-1 0 0,1-1 1 0 0,-1 0-1 0 0,0 0 1 0 0,0 0-1 0 0,1 1 0 0 0,-1-1 1 0 0,0 0-1 0 0,0 0 1 0 0,1 0-1 0 0,-1 0 1 0 0,0 0-1 0 0,0 1 1 0 0,1-1-1 0 0,-1 0 0 0 0,0 0 1 0 0,1 0-1 0 0,-1 0 1 0 0,0 0-1 0 0,0 0 1 0 0,1 0-1 0 0,-1 0 0 0 0,0 0 1 0 0,1 0-1 0 0,-1 0 1 0 0,0 0-1 0 0,0-1 1 0 0,1 1-1 0 0,-1 0 1 0 0,13-12 41 0 0,7-19 36 0 0,0-7-31 0 0,-9 14 12 0 0,1 1 0 0 0,25-34 0 0 0,-33 52-42 0 0,0 0 1 0 0,0 0-1 0 0,0 1 1 0 0,0-1 0 0 0,1 1-1 0 0,-1 0 1 0 0,1 1-1 0 0,0-1 1 0 0,1 1-1 0 0,-1 0 1 0 0,0 0 0 0 0,1 1-1 0 0,0-1 1 0 0,0 1-1 0 0,-1 1 1 0 0,11-3-1 0 0,-13 4-3 0 0,0 0-1 0 0,0 0 1 0 0,1 1-1 0 0,-1-1 1 0 0,0 1-1 0 0,0 0 0 0 0,0 0 1 0 0,0 0-1 0 0,0 0 1 0 0,0 0-1 0 0,0 1 1 0 0,0-1-1 0 0,0 1 1 0 0,0 0-1 0 0,-1 0 1 0 0,1 0-1 0 0,-1 0 0 0 0,1 0 1 0 0,-1 1-1 0 0,0-1 1 0 0,3 5-1 0 0,5 7 122 0 0,0 1-1 0 0,14 31 1 0 0,-5-11-157 0 0,36 38-1033 0 0,-40-55-481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7.0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242 144 5529 0 0,'12'-33'46'0'0,"-10"25"896"0"0,0 1 0 0 0,-1 0 0 0 0,1-1 0 0 0,-2 0 0 0 0,1-12 0 0 0,-1 18-697 0 0,0 0-1 0 0,0-1 1 0 0,0 1 0 0 0,-1 0 0 0 0,1 0-1 0 0,-1 0 1 0 0,1 0 0 0 0,-1 0 0 0 0,0 0-1 0 0,1 0 1 0 0,-1 0 0 0 0,0 0 0 0 0,0 0-1 0 0,-1 0 1 0 0,1 0 0 0 0,0 1 0 0 0,-1-1-1 0 0,1 1 1 0 0,-1-1 0 0 0,1 1 0 0 0,-1-1 0 0 0,0 1-1 0 0,0 0 1 0 0,1 0 0 0 0,-1 0 0 0 0,0 0-1 0 0,0 0 1 0 0,0 0 0 0 0,0 0 0 0 0,0 1-1 0 0,0-1 1 0 0,0 1 0 0 0,-1-1 0 0 0,1 1-1 0 0,0 0 1 0 0,0 0 0 0 0,0 0 0 0 0,0 0-1 0 0,-1 0 1 0 0,-3 1 0 0 0,-2 1-136 0 0,0 0 0 0 0,-1 0-1 0 0,1 1 1 0 0,0 0 0 0 0,1 0 0 0 0,-1 1 0 0 0,0 0 0 0 0,1 0 0 0 0,0 1-1 0 0,0 0 1 0 0,0 0 0 0 0,1 1 0 0 0,0 0 0 0 0,0 0 0 0 0,0 0 0 0 0,1 1-1 0 0,-10 14 1 0 0,6-7-107 0 0,1 0-1 0 0,0 0 1 0 0,1 1-1 0 0,0 0 1 0 0,1 1-1 0 0,1 0 0 0 0,1 0 1 0 0,-5 23-1 0 0,9-34-9 0 0,-1 1 0 0 0,1-1 0 0 0,0 1 0 0 0,0 0 0 0 0,1-1 0 0 0,0 1 0 0 0,0-1 0 0 0,0 1 0 0 0,0-1 0 0 0,1 1 0 0 0,0-1 0 0 0,0 0 0 0 0,0 0 0 0 0,1 0 0 0 0,0 0 0 0 0,0 0 0 0 0,0-1 0 0 0,5 6 0 0 0,-5-7-49 0 0,1 0 0 0 0,-1 0 1 0 0,0-1-1 0 0,1 1 0 0 0,0-1 1 0 0,-1 0-1 0 0,1 0 1 0 0,0 0-1 0 0,0-1 0 0 0,0 1 1 0 0,0-1-1 0 0,0 0 0 0 0,1 0 1 0 0,-1-1-1 0 0,0 1 1 0 0,0-1-1 0 0,0 0 0 0 0,1 0 1 0 0,-1 0-1 0 0,0 0 0 0 0,1-1 1 0 0,-1 0-1 0 0,0 0 1 0 0,7-3-1 0 0,-3 2-98 0 0,0-1 0 0 0,0-1 0 0 0,0 0 0 0 0,-1 0 0 0 0,1 0-1 0 0,-1-1 1 0 0,0 0 0 0 0,-1 0 0 0 0,1-1 0 0 0,-1 0 0 0 0,0 0 0 0 0,0-1 0 0 0,8-12 0 0 0,-2-1 436 0 0,-2-1 0 0 0,0 0 0 0 0,11-36 0 0 0,-2 6 719 0 0,-18 47-912 0 0,0 1 0 0 0,1-1 0 0 0,0 1-1 0 0,-1-1 1 0 0,1 1 0 0 0,0-1 0 0 0,1 1-1 0 0,-1 0 1 0 0,1 0 0 0 0,4-4 0 0 0,-7 7-67 0 0,1 0 1 0 0,-1-1 0 0 0,1 1 0 0 0,-1 0 0 0 0,1 0 0 0 0,0-1-1 0 0,-1 1 1 0 0,1 0 0 0 0,-1 0 0 0 0,1 0 0 0 0,0 0 0 0 0,-1 0-1 0 0,1 0 1 0 0,0 0 0 0 0,-1 0 0 0 0,1 0 0 0 0,0 0 0 0 0,-1 0-1 0 0,1 0 1 0 0,-1 0 0 0 0,1 1 0 0 0,0-1 0 0 0,-1 0 0 0 0,2 1-1 0 0,0 0 8 0 0,-1 1-1 0 0,1-1 0 0 0,0 1 0 0 0,-1 0 1 0 0,1 0-1 0 0,-1-1 0 0 0,1 1 0 0 0,-1 0 1 0 0,0 0-1 0 0,2 3 0 0 0,3 6 112 0 0,3 8 54 0 0,1 0 0 0 0,1-1 0 0 0,1 0 0 0 0,28 32 0 0 0,-36-46-228 0 0,0 0-1 0 0,0-1 1 0 0,0 0 0 0 0,1 1-1 0 0,-1-1 1 0 0,1-1-1 0 0,0 1 1 0 0,0-1 0 0 0,0 0-1 0 0,0 0 1 0 0,0 0-1 0 0,0 0 1 0 0,0-1 0 0 0,1 0-1 0 0,-1 0 1 0 0,0-1 0 0 0,1 0-1 0 0,-1 0 1 0 0,1 0-1 0 0,-1 0 1 0 0,0-1 0 0 0,1 0-1 0 0,-1 0 1 0 0,0 0-1 0 0,7-3 1 0 0,1-1-66 0 0,-1 0 0 0 0,-1-1 0 0 0,1 0 0 0 0,-1-1 0 0 0,0 0 0 0 0,0-1 0 0 0,-1-1 0 0 0,0 1 0 0 0,-1-1 0 0 0,0-1 0 0 0,0 0 0 0 0,-1 0 0 0 0,0-1 0 0 0,-1 0 0 0 0,0 0 0 0 0,0 0 0 0 0,-2-1 0 0 0,7-16 0 0 0,-12 27 158 0 0,0-1-1 0 0,0 1 1 0 0,1 0 0 0 0,-1 0 0 0 0,1 0 0 0 0,-1-1 0 0 0,1 1 0 0 0,-1 0 0 0 0,1 0 0 0 0,0 0 0 0 0,0 0-1 0 0,-1 0 1 0 0,1 0 0 0 0,0 0 0 0 0,0 0 0 0 0,0 1 0 0 0,0-1 0 0 0,0 0 0 0 0,0 0 0 0 0,2 0 0 0 0,-2 1-11 0 0,-1 0 1 0 0,1 0 0 0 0,0 0-1 0 0,0 1 1 0 0,-1-1 0 0 0,1 0 0 0 0,0 0-1 0 0,-1 1 1 0 0,1-1 0 0 0,0 1-1 0 0,-1-1 1 0 0,1 1 0 0 0,0-1-1 0 0,-1 1 1 0 0,1-1 0 0 0,-1 1 0 0 0,1-1-1 0 0,-1 1 1 0 0,1-1 0 0 0,-1 1-1 0 0,1 0 1 0 0,-1-1 0 0 0,1 2 0 0 0,3 7 152 0 0,0 0 0 0 0,0 1 0 0 0,3 13 1 0 0,0-1-190 0 0,-2 0 234 0 0,2 0 1 0 0,11 24 0 0 0,-16-41-476 0 0,0-1 1 0 0,1 1-1 0 0,-1-1 0 0 0,1 1 0 0 0,0-1 1 0 0,0 0-1 0 0,1 0 0 0 0,-1 0 0 0 0,1-1 1 0 0,0 1-1 0 0,0-1 0 0 0,0 0 1 0 0,0 0-1 0 0,0 0 0 0 0,7 2 0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7.1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 15 13363 0 0,'-10'0'1184'0'0,"4"0"-944"0"0,-4-4 3841 0 0,9 2-3729 0 0,-1 1-136 0 0,4-2-32 0 0,2 0-8 0 0,3 2-1168 0 0,4 2-224 0 0,4 5-57 0 0,0-2-7 0 0,0-3 992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17.7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22 10138 0 0,'-42'-10'10432'0'0,"45"13"-10286"0"0,0 0 0 0 0,-1 0 1 0 0,1 0-1 0 0,-1 0 0 0 0,1 0 1 0 0,-1 0-1 0 0,0 1 0 0 0,0-1 1 0 0,-1 1-1 0 0,1-1 0 0 0,1 7 1 0 0,12 47 338 0 0,-12-40-348 0 0,8 35 71 0 0,-7-26-139 0 0,2 0 0 0 0,1-1 0 0 0,1 0 0 0 0,11 26 0 0 0,-19-51-70 0 0,0 0 0 0 0,0 0 0 0 0,0 0 0 0 0,0 0 1 0 0,0 0-1 0 0,1 0 0 0 0,-1 1 0 0 0,0-1 0 0 0,0 0 0 0 0,0 0 0 0 0,0 0 0 0 0,0 0 0 0 0,0 0 0 0 0,0 0 1 0 0,1 0-1 0 0,-1 0 0 0 0,0 0 0 0 0,0 0 0 0 0,0 0 0 0 0,0 0 0 0 0,0 0 0 0 0,0 0 0 0 0,1 1 1 0 0,-1-1-1 0 0,0 0 0 0 0,0 0 0 0 0,0 0 0 0 0,0 0 0 0 0,0-1 0 0 0,1 1 0 0 0,-1 0 0 0 0,0 0 0 0 0,0 0 1 0 0,0 0-1 0 0,0 0 0 0 0,0 0 0 0 0,1 0 0 0 0,-1 0 0 0 0,0 0 0 0 0,0 0 0 0 0,0 0 0 0 0,0 0 0 0 0,0 0 1 0 0,0-1-1 0 0,0 1 0 0 0,1 0 0 0 0,-1 0 0 0 0,0 0 0 0 0,0 0 0 0 0,0 0 0 0 0,0 0 0 0 0,0 0 1 0 0,0-1-1 0 0,0 1 0 0 0,0 0 0 0 0,8-14-39 0 0,6-21-25 0 0,-13 33 57 0 0,9-25-5 0 0,1 0 0 0 0,1 1 0 0 0,1 1 0 0 0,1 0 0 0 0,2 1 0 0 0,0 1 0 0 0,2 0 0 0 0,39-39 0 0 0,-55 60 53 0 0,1 0 0 0 0,-1 0 0 0 0,0 0-1 0 0,1 0 1 0 0,-1 1 0 0 0,1-1 0 0 0,-1 1 0 0 0,1-1 0 0 0,0 1 0 0 0,0 0-1 0 0,0 0 1 0 0,-1 0 0 0 0,7 0 0 0 0,-8 1-17 0 0,1 1 1 0 0,-1-1-1 0 0,1 1 0 0 0,-1-1 0 0 0,1 1 0 0 0,-1 0 1 0 0,0 0-1 0 0,1-1 0 0 0,-1 1 0 0 0,0 0 0 0 0,1 0 1 0 0,-1 0-1 0 0,0 1 0 0 0,0-1 0 0 0,0 0 1 0 0,0 0-1 0 0,0 1 0 0 0,0-1 0 0 0,-1 0 0 0 0,1 1 1 0 0,0-1-1 0 0,-1 1 0 0 0,1-1 0 0 0,-1 1 1 0 0,1-1-1 0 0,-1 1 0 0 0,1 2 0 0 0,16 76 568 0 0,-11-50-314 0 0,9 34-1 0 0,-12-56-470 0 0,0 0 0 0 0,0 0 0 0 0,1 0 0 0 0,0 0 0 0 0,1 0 0 0 0,0-1 0 0 0,0 1 0 0 0,8 8-1 0 0,9 3-8340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0.7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67 10594 0 0,'-1'-5'561'0'0,"0"-1"0"0"0,0 1 0 0 0,1 0 0 0 0,-1 0 0 0 0,1-1-1 0 0,1 1 1 0 0,-1 0 0 0 0,1-1 0 0 0,0 1 0 0 0,3-9 0 0 0,7 46 1846 0 0,-4 14-1922 0 0,-2 0 0 0 0,-2 0 0 0 0,-3 56 0 0 0,1-4-105 0 0,1-26-67 0 0,21 129-1 0 0,-18-173-540 0 0,2-1-1 0 0,1 0 1 0 0,1 0-1 0 0,1-1 1 0 0,1 0-1 0 0,2-1 1 0 0,27 42-1 0 0,-29-52-4740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1.2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6913 0 0,'1'-1'269'0'0,"0"1"0"0"0,0 0 0 0 0,0 0 0 0 0,0 0 0 0 0,1 0 0 0 0,-1 0 0 0 0,0 0-1 0 0,0 1 1 0 0,0-1 0 0 0,0 0 0 0 0,0 0 0 0 0,0 1 0 0 0,0-1 0 0 0,0 1-1 0 0,0-1 1 0 0,0 1 0 0 0,0-1 0 0 0,-1 1 0 0 0,1 0 0 0 0,0-1 0 0 0,0 1 0 0 0,0 0-1 0 0,-1-1 1 0 0,1 1 0 0 0,0 0 0 0 0,-1 0 0 0 0,1 0 0 0 0,0 0 0 0 0,-1 0 0 0 0,1 1-1 0 0,12 32 2712 0 0,-4 15-1381 0 0,2 69 0 0 0,6 36-975 0 0,20 21-235 0 0,-4-61-4044 0 0,-25-91-3190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1.6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310 63 10594 0 0,'0'-4'166'0'0,"0"1"0"0"0,-1-1 0 0 0,0 1 0 0 0,0-1 0 0 0,0 0 1 0 0,0 1-1 0 0,0 0 0 0 0,0-1 0 0 0,-1 1 0 0 0,0 0 0 0 0,-4-6 0 0 0,5 7-34 0 0,-1 1 1 0 0,0-1 0 0 0,0 1-1 0 0,1 0 1 0 0,-1 0 0 0 0,0 0-1 0 0,0 0 1 0 0,0 0-1 0 0,0 0 1 0 0,0 0 0 0 0,-1 1-1 0 0,1-1 1 0 0,0 1 0 0 0,0-1-1 0 0,0 1 1 0 0,0 0-1 0 0,-1 0 1 0 0,1 0 0 0 0,0 0-1 0 0,0 0 1 0 0,-4 1 0 0 0,-1 1 213 0 0,0 0 0 0 0,0 0 0 0 0,1 1 0 0 0,-1 0-1 0 0,1 0 1 0 0,-1 0 0 0 0,1 1 0 0 0,0 0 0 0 0,-10 8 0 0 0,-46 48 356 0 0,57-55-561 0 0,-5 7-24 0 0,0 0-1 0 0,1 0 1 0 0,0 1 0 0 0,1 0-1 0 0,0 0 1 0 0,1 1 0 0 0,1 0-1 0 0,-8 22 1 0 0,8-14-6 0 0,1 0 1 0 0,1 1-1 0 0,1-1 1 0 0,1 1-1 0 0,1 26 1 0 0,3 0-45 0 0,3-1 0 0 0,2 0 0 0 0,3 0 0 0 0,25 80 0 0 0,-28-106-200 0 0,1 0 0 0 0,15 27 1 0 0,1-13-5566 0 0,-5-12-1073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1.8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15 159 8754 0 0,'-15'-9'901'0'0,"15"1"821"0"0,26-10 1511 0 0,-15 12-2944 0 0,92-48 2396 0 0,5 6-4548 0 0,-74 33 985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2.1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1 302 4609 0 0,'5'2'289'0'0,"1"-2"0"0"0,-1 1 0 0 0,1-1-1 0 0,-1 1 1 0 0,1-1 0 0 0,-1-1 0 0 0,1 1 0 0 0,-1-1 0 0 0,1 0 0 0 0,-1 0-1 0 0,0-1 1 0 0,7-2 0 0 0,3-2 794 0 0,-1 0 1 0 0,1-1-1 0 0,13-9 0 0 0,-16 8-807 0 0,-1 0-1 0 0,0-1 0 0 0,0 0 1 0 0,0-1-1 0 0,-1 0 0 0 0,-1-1 1 0 0,15-21-1 0 0,-21 27-155 0 0,1 0 0 0 0,-1 0 0 0 0,0-1 0 0 0,-1 0 0 0 0,1 1 1 0 0,-1-1-1 0 0,0 0 0 0 0,-1 0 0 0 0,1 0 0 0 0,-1 0 0 0 0,0 0 0 0 0,-1 0 0 0 0,1-1 1 0 0,-1 1-1 0 0,-1 0 0 0 0,1 0 0 0 0,-1 0 0 0 0,0 0 0 0 0,0-1 0 0 0,-4-7 0 0 0,5 12-39 0 0,-1 0 0 0 0,0 0-1 0 0,0 1 1 0 0,0-1 0 0 0,0 0-1 0 0,0 0 1 0 0,0 1-1 0 0,-1-1 1 0 0,1 1 0 0 0,-1-1-1 0 0,1 1 1 0 0,-1-1-1 0 0,1 1 1 0 0,-1 0 0 0 0,0 0-1 0 0,0 0 1 0 0,1 0 0 0 0,-1 0-1 0 0,0 0 1 0 0,-3 0-1 0 0,2 0 3 0 0,-1 1 0 0 0,1-1 0 0 0,-1 1 0 0 0,1 0 0 0 0,-1 0 0 0 0,1 1 0 0 0,-1-1-1 0 0,1 1 1 0 0,0 0 0 0 0,-1 0 0 0 0,-3 1 0 0 0,-2 2-6 0 0,0 1 0 0 0,0-1-1 0 0,1 1 1 0 0,-1 1 0 0 0,1-1 0 0 0,0 1 0 0 0,-11 12-1 0 0,13-12-80 0 0,1 0-1 0 0,0 1 1 0 0,0-1-1 0 0,1 1 1 0 0,0 0-1 0 0,0 0 1 0 0,1 0-1 0 0,0 1 1 0 0,0-1-1 0 0,0 1 1 0 0,1 0-1 0 0,-1 10 1 0 0,2-14-10 0 0,1 1 0 0 0,0-1 1 0 0,0 1-1 0 0,1-1 0 0 0,-1 0 1 0 0,1 1-1 0 0,0-1 0 0 0,0 0 0 0 0,0 0 1 0 0,1 0-1 0 0,-1 1 0 0 0,1-1 1 0 0,0-1-1 0 0,1 1 0 0 0,-1 0 0 0 0,0 0 1 0 0,1-1-1 0 0,0 0 0 0 0,0 1 1 0 0,0-1-1 0 0,0 0 0 0 0,1 0 0 0 0,-1-1 1 0 0,5 4-1 0 0,-1-2-405 0 0,1 1 1 0 0,0-1-1 0 0,1-1 1 0 0,-1 1-1 0 0,1-2 0 0 0,-1 1 1 0 0,11 1-1 0 0,14 1-5809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2.4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237 126 3225 0 0,'6'-6'186'0'0,"-1"0"-1"0"0,-1-1 1 0 0,1 1 0 0 0,-1-1 0 0 0,0 0 0 0 0,5-14 0 0 0,-8 19 43 0 0,0 0-1 0 0,0 0 1 0 0,-1 0 0 0 0,1 0-1 0 0,-1 0 1 0 0,1 0 0 0 0,-1 0 0 0 0,0 0-1 0 0,0 0 1 0 0,0 0 0 0 0,0 0 0 0 0,0 0-1 0 0,0 0 1 0 0,0 0 0 0 0,-1 0-1 0 0,1 0 1 0 0,-1 0 0 0 0,0 0 0 0 0,1 0-1 0 0,-1 0 1 0 0,0 1 0 0 0,0-1 0 0 0,0 0-1 0 0,0 0 1 0 0,-1 1 0 0 0,1-1 0 0 0,0 1-1 0 0,-1-1 1 0 0,1 1 0 0 0,-1-1-1 0 0,-2-1 1 0 0,1 2 30 0 0,0 0 0 0 0,0 0 0 0 0,1 1 0 0 0,-1-1 0 0 0,0 1 0 0 0,0 0 0 0 0,0 0 0 0 0,0 0 0 0 0,0 0 0 0 0,0 0 0 0 0,0 0 0 0 0,0 1 0 0 0,1 0 0 0 0,-1-1 0 0 0,0 1 0 0 0,0 0 0 0 0,1 0 0 0 0,-1 1 0 0 0,0-1 0 0 0,1 1 0 0 0,-1-1 0 0 0,-2 3 0 0 0,-8 5 258 0 0,0 1-1 0 0,-18 17 1 0 0,12-9-387 0 0,0 1 1 0 0,2 1-1 0 0,-16 23 0 0 0,27-35-131 0 0,1 1-1 0 0,0-1 1 0 0,0 1 0 0 0,1 0 0 0 0,0 0-1 0 0,1 0 1 0 0,0 1 0 0 0,0-1-1 0 0,1 1 1 0 0,0 0 0 0 0,0 14 0 0 0,1-22-45 0 0,1 0 1 0 0,0 0-1 0 0,0 0 1 0 0,0 0-1 0 0,0 0 1 0 0,0 0-1 0 0,0 0 1 0 0,0 0-1 0 0,1 0 1 0 0,-1 0-1 0 0,1 0 1 0 0,0 0-1 0 0,-1-1 1 0 0,1 1-1 0 0,0 0 1 0 0,0 0-1 0 0,0 0 1 0 0,0-1-1 0 0,1 1 1 0 0,-1 0-1 0 0,0-1 1 0 0,1 0-1 0 0,-1 1 1 0 0,1-1-1 0 0,-1 0 1 0 0,1 1-1 0 0,0-1 1 0 0,0 0-1 0 0,-1 0 1 0 0,1 0-1 0 0,0-1 1 0 0,0 1-1 0 0,0 0 1 0 0,0-1-1 0 0,0 1 1 0 0,0-1-1 0 0,0 0 1 0 0,0 1-1 0 0,0-1 1 0 0,0 0-1 0 0,0 0 1 0 0,0-1-1 0 0,0 1 1 0 0,2-1-1 0 0,6-1-279 0 0,-1 0 0 0 0,0 0 0 0 0,0-1 0 0 0,0-1 0 0 0,-1 1 0 0 0,1-2 0 0 0,-1 1 0 0 0,10-8 0 0 0,-8 5 187 0 0,0-1 0 0 0,0-1 0 0 0,-1 0 0 0 0,0 0 0 0 0,-1-1 0 0 0,12-17 0 0 0,16-37 2704 0 0,-36 64-2540 0 0,0-1 0 0 0,1 1-1 0 0,-1-1 1 0 0,0 1 0 0 0,0 0 0 0 0,1-1 0 0 0,-1 1 0 0 0,0-1-1 0 0,0 1 1 0 0,1-1 0 0 0,-1 1 0 0 0,0 0 0 0 0,1-1 0 0 0,-1 1-1 0 0,1 0 1 0 0,-1-1 0 0 0,1 1 0 0 0,-1 0 0 0 0,1-1 0 0 0,-1 1-1 0 0,0 0 1 0 0,1 0 0 0 0,-1 0 0 0 0,1 0 0 0 0,0-1 0 0 0,-1 1 0 0 0,1 0-1 0 0,-1 0 1 0 0,1 0 0 0 0,0 0 0 0 0,13 12 1450 0 0,14 39 1627 0 0,-17-28-2403 0 0,-5-12-1071 0 0,1-1 0 0 0,1 0 0 0 0,0 0 0 0 0,0 0 0 0 0,1-1 0 0 0,0 0 0 0 0,14 10 1 0 0,-5-8-6753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2.7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7402 0 0,'1'0'1'0'0,"0"0"0"0"0,0 0 1 0 0,-1 1-1 0 0,1-1 0 0 0,0 1 1 0 0,0-1-1 0 0,0 0 0 0 0,0 1 1 0 0,0 0-1 0 0,0-1 0 0 0,0 1 1 0 0,-1-1-1 0 0,1 1 0 0 0,0 0 1 0 0,-1 0-1 0 0,1-1 0 0 0,0 1 1 0 0,-1 0-1 0 0,1 0 0 0 0,-1 0 1 0 0,1 0-1 0 0,-1 0 0 0 0,0 0 1 0 0,1 0-1 0 0,-1 1 0 0 0,1-2 0 0 0,-1 1 1 0 0,0 0-1 0 0,0 0 0 0 0,0 0 0 0 0,1-1 0 0 0,-1 1 0 0 0,1 0 1 0 0,-1 0-1 0 0,0-1 0 0 0,1 1 0 0 0,-1 0 0 0 0,1-1 0 0 0,-1 1 1 0 0,1-1-1 0 0,0 1 0 0 0,-1 0 0 0 0,1-1 0 0 0,0 1 0 0 0,-1-1 1 0 0,1 0-1 0 0,0 1 0 0 0,0-1 0 0 0,-1 0 0 0 0,1 1 0 0 0,0-1 1 0 0,0 0-1 0 0,-1 0 0 0 0,1 1 0 0 0,0-1 0 0 0,0 0 0 0 0,1 0 1 0 0,2-1-2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2.9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11 4145 0 0,'-4'-10'8254'0'0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3.2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1 5985 0 0,'-8'-1'7209'0'0,"8"1"-7052"0"0,-2 12 3550 0 0,2 8-2413 0 0,3-4-752 0 0,1 0 1 0 0,1 0-1 0 0,0 0 1 0 0,1 0-1 0 0,0-1 0 0 0,12 19 1 0 0,2 7-163 0 0,72 198 45 0 0,-63-134-2893 0 0,-23-77-4935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3.7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94 2761 0 0,'-1'0'67'0'0,"1"0"0"0"0,0-1 0 0 0,0 1 0 0 0,0 0 0 0 0,-1 0 0 0 0,1-1 0 0 0,0 1 0 0 0,0 0 0 0 0,0 0 0 0 0,-1-1 0 0 0,1 1 0 0 0,0 0 0 0 0,0 0 0 0 0,0-1 0 0 0,0 1 0 0 0,0 0 0 0 0,0-1 0 0 0,0 1 0 0 0,0 0 0 0 0,0-1 0 0 0,-1 1 0 0 0,1 0 0 0 0,1 0 0 0 0,-1-1 0 0 0,0 1 0 0 0,0 0 0 0 0,0-1 0 0 0,0 1 0 0 0,0 0 0 0 0,0-1 0 0 0,0 1 0 0 0,0 0 0 0 0,0 0 0 0 0,0-1 0 0 0,1 1 0 0 0,-1 0 0 0 0,0 0 0 0 0,0-1 0 0 0,0 1 0 0 0,1 0 0 0 0,-1-1 0 0 0,19-7 1695 0 0,36-3 287 0 0,-41 9-1243 0 0,270-50 8389 0 0,-280 52-9061 0 0,45-8 665 0 0,-46 7-733 0 0,-1 1 0 0 0,1 0 0 0 0,0 0 1 0 0,0 0-1 0 0,0 0 0 0 0,0 1 0 0 0,0-1 0 0 0,0 1 0 0 0,0 0 0 0 0,-1-1 0 0 0,1 1 1 0 0,0 0-1 0 0,4 3 0 0 0,-5-1 14 0 0,0 1 0 0 0,-1-1 0 0 0,1 0 0 0 0,-1 1 1 0 0,0-1-1 0 0,0 1 0 0 0,0 0 0 0 0,-1-1 0 0 0,1 1 0 0 0,-1 0 0 0 0,0-1 1 0 0,0 1-1 0 0,0 0 0 0 0,-1 6 0 0 0,2 16 125 0 0,1-11-190 0 0,2 0 0 0 0,0 0 0 0 0,1-1 0 0 0,1 0 0 0 0,10 20 0 0 0,-13-27-11 0 0,1 0 0 0 0,0 0 0 0 0,1-1 0 0 0,0 1 1 0 0,0-1-1 0 0,0 0 0 0 0,1-1 0 0 0,0 1 0 0 0,0-1 0 0 0,0 0 1 0 0,0 0-1 0 0,9 3 0 0 0,-13-7-3 0 0,0 0-1 0 0,0 0 1 0 0,0 0 0 0 0,0-1-1 0 0,0 1 1 0 0,1-1 0 0 0,-1 1 0 0 0,0-1-1 0 0,1 0 1 0 0,-1 0 0 0 0,0 0-1 0 0,0 0 1 0 0,1 0 0 0 0,-1-1 0 0 0,0 1-1 0 0,0-1 1 0 0,1 0 0 0 0,-1 1-1 0 0,0-1 1 0 0,0 0 0 0 0,0 0 0 0 0,0 0-1 0 0,0-1 1 0 0,0 1 0 0 0,0 0-1 0 0,0-1 1 0 0,-1 1 0 0 0,1-1 0 0 0,-1 0-1 0 0,1 1 1 0 0,-1-1 0 0 0,1 0-1 0 0,-1 0 1 0 0,0 0 0 0 0,2-3 0 0 0,4-9 6 0 0,-1 0 0 0 0,0-1 0 0 0,-1 1 0 0 0,5-20 0 0 0,-4 12-4 0 0,-4 16-65 0 0,0-1-1 0 0,1 1 1 0 0,0 0 0 0 0,1 0 0 0 0,-1 0-1 0 0,8-9 1 0 0,-10 14-8 0 0,-1 0 0 0 0,1 0 0 0 0,0 0 0 0 0,0 0 0 0 0,0 0-1 0 0,0 0 1 0 0,0 0 0 0 0,0 0 0 0 0,1 0 0 0 0,-1 0 0 0 0,0 1 0 0 0,0-1 0 0 0,1 0 0 0 0,-1 1-1 0 0,0-1 1 0 0,1 1 0 0 0,-1-1 0 0 0,0 1 0 0 0,1 0 0 0 0,-1 0 0 0 0,1 0 0 0 0,-1 0 0 0 0,0 0-1 0 0,1 0 1 0 0,-1 0 0 0 0,1 0 0 0 0,-1 0 0 0 0,0 0 0 0 0,1 1 0 0 0,-1-1 0 0 0,0 1 0 0 0,1-1 0 0 0,-1 1-1 0 0,0 0 1 0 0,1-1 0 0 0,-1 1 0 0 0,0 0 0 0 0,2 1 0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4.4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4609 0 0,'-1'-5'10095'0'0,"1"7"-10011"0"0,1 1-1 0 0,0-1 0 0 0,0 0 0 0 0,0 0 0 0 0,1 0 0 0 0,-1 0 1 0 0,0 0-1 0 0,1 0 0 0 0,0 0 0 0 0,2 2 0 0 0,-3-4-93 0 0,0 1 0 0 0,0-1 0 0 0,0 0 0 0 0,0 0 0 0 0,0 1 1 0 0,0-1-1 0 0,0 0 0 0 0,0 0 0 0 0,0 0 0 0 0,1 0 0 0 0,-1 0 0 0 0,0-1 0 0 0,0 1 0 0 0,0 0 0 0 0,0 0 0 0 0,0-1 0 0 0,0 1 0 0 0,0 0 1 0 0,0-1-1 0 0,0 1 0 0 0,0-1 0 0 0,0 0 0 0 0,0 1 0 0 0,0-1 0 0 0,-1 0 0 0 0,1 1 0 0 0,0-1 0 0 0,1-1 0 0 0,2-2-1297 0 0,0 0 1 0 0,0 0-1 0 0,0 0 0 0 0,0 0 0 0 0,-4-33 13825 0 0,5 60-11929 0 0,2 17 147 0 0,22 60-1 0 0,-26-90-802 0 0,1 0 0 0 0,1 0 0 0 0,-1-1 0 0 0,1 0 0 0 0,1 0 0 0 0,0 0 0 0 0,0 0 0 0 0,1-1 0 0 0,0 0 0 0 0,0 0 0 0 0,13 9 0 0 0,-3-5-195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4.8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17 108 4609 0 0,'-16'-14'10854'0'0,"28"20"-9197"0"0,-2 1-1240 0 0,0 0 0 0 0,-1 1 0 0 0,0 0 0 0 0,0 0 0 0 0,-1 1 0 0 0,-1 0 0 0 0,14 19 0 0 0,-10-11-317 0 0,-1 0 1 0 0,-1 1-1 0 0,13 37 1 0 0,-24-65 110 0 0,0 1 1 0 0,1 0 0 0 0,0-1-1 0 0,0 0 1 0 0,1 1-1 0 0,0-1 1 0 0,1 1 0 0 0,3-20-1 0 0,1 9-412 0 0,0-1 0 0 0,1 1 0 0 0,11-23 0 0 0,14-14-2805 0 0,-15 32-3951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5.1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1 227 4609 0 0,'3'2'387'0'0,"1"0"-1"0"0,0 0 1 0 0,0-1 0 0 0,0 1-1 0 0,0-1 1 0 0,0 0 0 0 0,0 0-1 0 0,0-1 1 0 0,0 1 0 0 0,0-1-1 0 0,0 0 1 0 0,0 0 0 0 0,7-1-1 0 0,-4 1 291 0 0,0-1-1 0 0,0-1 1 0 0,1 1-1 0 0,-1-1 1 0 0,0 0-1 0 0,12-6 1 0 0,-13 4-621 0 0,-1 0 0 0 0,1-1 0 0 0,-1 1 0 0 0,0-1 0 0 0,0 0 0 0 0,0-1 0 0 0,-1 1 0 0 0,0-1 0 0 0,0 0 0 0 0,0 0 0 0 0,-1 0 0 0 0,1 0 0 0 0,-1 0 0 0 0,-1-1 0 0 0,0 0 0 0 0,0 1 0 0 0,0-1 0 0 0,-1 0 0 0 0,1 0 0 0 0,-2 0 0 0 0,1 0 0 0 0,-1 0 0 0 0,0 0 0 0 0,0 0 0 0 0,-1 0 0 0 0,0 0 0 0 0,-1 0 0 0 0,1 0 0 0 0,-1 0 0 0 0,-5-10 0 0 0,7 16 8 0 0,0 0-1 0 0,-1 0 1 0 0,1 0-1 0 0,0-1 0 0 0,-1 1 1 0 0,0 0-1 0 0,1 0 1 0 0,-1 0-1 0 0,0 1 1 0 0,1-1-1 0 0,-1 0 1 0 0,0 0-1 0 0,0 0 1 0 0,0 0-1 0 0,0 1 0 0 0,1-1 1 0 0,-1 0-1 0 0,0 1 1 0 0,0-1-1 0 0,0 1 1 0 0,-1-1-1 0 0,1 1 1 0 0,0-1-1 0 0,0 1 0 0 0,0 0 1 0 0,0 0-1 0 0,0-1 1 0 0,0 1-1 0 0,-1 0 1 0 0,1 0-1 0 0,0 0 1 0 0,0 0-1 0 0,0 0 1 0 0,0 1-1 0 0,-1-1 0 0 0,1 0 1 0 0,0 0-1 0 0,0 1 1 0 0,0-1-1 0 0,0 1 1 0 0,0-1-1 0 0,0 1 1 0 0,0-1-1 0 0,0 1 0 0 0,0 0 1 0 0,0 0-1 0 0,0-1 1 0 0,0 1-1 0 0,-1 1 1 0 0,0 1 3 0 0,-1 0 1 0 0,0 1 0 0 0,1-1 0 0 0,0 0-1 0 0,0 1 1 0 0,0 0 0 0 0,0-1 0 0 0,0 1-1 0 0,1 0 1 0 0,0 0 0 0 0,0 0 0 0 0,0 0-1 0 0,-1 5 1 0 0,2-4-188 0 0,0 0-1 0 0,1 0 1 0 0,0 0 0 0 0,0 0-1 0 0,0 0 1 0 0,0 0-1 0 0,1 0 1 0 0,0 0 0 0 0,0-1-1 0 0,0 1 1 0 0,0-1-1 0 0,1 1 1 0 0,0-1 0 0 0,0 0-1 0 0,0 0 1 0 0,0 0 0 0 0,1-1-1 0 0,-1 1 1 0 0,1-1-1 0 0,0 0 1 0 0,0 0 0 0 0,0 0-1 0 0,1 0 1 0 0,-1-1-1 0 0,9 4 1 0 0,9 4-1242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5.5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16 4145 0 0,'0'0'134'0'0,"0"-1"0"0"0,0 1-1 0 0,0-1 1 0 0,0 1 0 0 0,0-1 0 0 0,0 0 0 0 0,0 1 0 0 0,0-1-1 0 0,0 1 1 0 0,0-1 0 0 0,0 1 0 0 0,0-1 0 0 0,0 1 0 0 0,0-1-1 0 0,-1 1 1 0 0,1-1 0 0 0,0 1 0 0 0,0-1 0 0 0,-1 1 0 0 0,1-1-1 0 0,0 1 1 0 0,0 0 0 0 0,-1-1 0 0 0,1 1 0 0 0,-1-1 0 0 0,1 1-1 0 0,0 0 1 0 0,-1-1 0 0 0,1 1 0 0 0,-1 0 0 0 0,1 0 0 0 0,-1-1-1 0 0,1 1 1 0 0,-1 0 0 0 0,1 0 0 0 0,-1 0 0 0 0,1-1 0 0 0,-1 1-1 0 0,0 0 1 0 0,-1 1 183 0 0,0-1-1 0 0,0 1 0 0 0,0-1 0 0 0,0 1 1 0 0,0 0-1 0 0,0 0 0 0 0,0 0 1 0 0,0 0-1 0 0,0 0 0 0 0,-2 3 0 0 0,-48 43 3263 0 0,47-42-3155 0 0,-7 7 55 0 0,0 0 0 0 0,1 1 0 0 0,1 1 1 0 0,0-1-1 0 0,-13 27 0 0 0,21-36-466 0 0,0-1 1 0 0,0 1 0 0 0,1 0-1 0 0,-1 0 1 0 0,1 0-1 0 0,0 0 1 0 0,0 0-1 0 0,0 0 1 0 0,1 0-1 0 0,-1 0 1 0 0,1 0-1 0 0,0 0 1 0 0,1 0-1 0 0,-1 0 1 0 0,0 1-1 0 0,1-1 1 0 0,0 0-1 0 0,0 0 1 0 0,0 0-1 0 0,1-1 1 0 0,0 1-1 0 0,-1 0 1 0 0,1 0-1 0 0,0-1 1 0 0,1 1-1 0 0,-1-1 1 0 0,0 0-1 0 0,1 0 1 0 0,4 4-1 0 0,-3-3-19 0 0,0-1 0 0 0,1 0 0 0 0,-1-1 0 0 0,1 1 0 0 0,-1-1-1 0 0,1 0 1 0 0,0 0 0 0 0,0 0 0 0 0,0-1 0 0 0,0 0 0 0 0,0 0 0 0 0,0 0-1 0 0,10 0 1 0 0,7-1-175 0 0,45-5-1 0 0,3 0-25 0 0,-67 5 236 0 0,-1 0 0 0 0,0 0 1 0 0,0 0-1 0 0,0 0 0 0 0,1 1 0 0 0,-1-1 0 0 0,0 1 0 0 0,0-1 0 0 0,0 1 0 0 0,0 0 0 0 0,0 0 0 0 0,0 0 1 0 0,0 0-1 0 0,0 0 0 0 0,0 0 0 0 0,0 0 0 0 0,-1 1 0 0 0,1-1 0 0 0,0 1 0 0 0,-1-1 0 0 0,1 1 1 0 0,-1-1-1 0 0,0 1 0 0 0,0 0 0 0 0,2 2 0 0 0,-2 0 61 0 0,0-1 1 0 0,-1 1-1 0 0,1 0 0 0 0,-1 0 1 0 0,1-1-1 0 0,-1 1 1 0 0,0 0-1 0 0,-1 0 0 0 0,1-1 1 0 0,-1 1-1 0 0,1 0 0 0 0,-1 0 1 0 0,0-1-1 0 0,-2 5 1 0 0,-5 12 77 0 0,-1 0-1 0 0,0-1 1 0 0,-2 0 0 0 0,0-1 0 0 0,-1 0 0 0 0,-15 17 0 0 0,-22 17-6512 0 0,30-35-754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6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11979 0 0,'1'0'92'0'0,"-1"0"0"0"0,1 0 0 0 0,0 0 0 0 0,-1 0 0 0 0,1 0 0 0 0,0 0 0 0 0,-1 0 0 0 0,1 0 1 0 0,-1 0-1 0 0,1 0 0 0 0,0 1 0 0 0,-1-1 0 0 0,1 0 0 0 0,-1 0 0 0 0,1 1 0 0 0,-1-1 1 0 0,1 0-1 0 0,-1 1 0 0 0,1-1 0 0 0,-1 0 0 0 0,1 1 0 0 0,-1-1 0 0 0,1 1 0 0 0,-1-1 0 0 0,1 1 1 0 0,-1-1-1 0 0,0 1 0 0 0,1-1 0 0 0,-1 1 0 0 0,0-1 0 0 0,0 1 0 0 0,1 0 0 0 0,-1-1 0 0 0,0 1 1 0 0,0-1-1 0 0,0 1 0 0 0,0 0 0 0 0,11 25 1329 0 0,-5 4-787 0 0,-2 0 0 0 0,-1 0 1 0 0,-2 0-1 0 0,-4 50 0 0 0,3 39-1520 0 0,2-86-818 0 0,1-3-4655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7.2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497 83 11058 0 0,'-10'-2'171'0'0,"1"0"-1"0"0,-1 1 0 0 0,0 0 1 0 0,0 1-1 0 0,0 0 0 0 0,0 0 0 0 0,0 1 1 0 0,0 1-1 0 0,1-1 0 0 0,-1 2 1 0 0,1-1-1 0 0,-1 1 0 0 0,1 1 0 0 0,0 0 1 0 0,-11 6-1 0 0,3-1-72 0 0,2 0 1 0 0,-1 1-1 0 0,1 1 0 0 0,1 1 0 0 0,0 0 1 0 0,0 0-1 0 0,2 2 0 0 0,-1-1 1 0 0,2 2-1 0 0,0 0 0 0 0,0 0 1 0 0,2 1-1 0 0,0 0 0 0 0,-10 25 0 0 0,-5 20-180 0 0,3 1 0 0 0,-21 111-1 0 0,38-153 112 0 0,-33 196-141 0 0,35-193 80 0 0,1 1 0 0 0,1 0-1 0 0,1 0 1 0 0,1 0 0 0 0,1 0 0 0 0,1 0 0 0 0,7 24 0 0 0,-7-39 0 0 0,-1 0 0 0 0,1 0 0 0 0,0 0 1 0 0,1 0-1 0 0,0-1 0 0 0,1 0 0 0 0,0 0 0 0 0,0 0 1 0 0,0 0-1 0 0,1-1 0 0 0,15 12 0 0 0,-11-11 8 0 0,1 0-1 0 0,0-1 0 0 0,0-1 1 0 0,1 0-1 0 0,0 0 0 0 0,0-1 0 0 0,23 5 1 0 0,-8-5 180 0 0,0-1 0 0 0,-1-1 0 0 0,1-1 0 0 0,0-2 0 0 0,0-1 0 0 0,0-1 0 0 0,52-10 0 0 0,-53 5 265 0 0,0-2 0 0 0,-1-1 0 0 0,0 0 0 0 0,0-2 0 0 0,-1-1 0 0 0,0-1 0 0 0,37-29 0 0 0,-24 13 139 0 0,-2-2 1 0 0,-1 0-1 0 0,52-65 0 0 0,-63 66-416 0 0,-1-1 0 0 0,-2 0 0 0 0,-1-2-1 0 0,-2 0 1 0 0,-1-1 0 0 0,-1-1 0 0 0,-3-1-1 0 0,0 0 1 0 0,7-43 0 0 0,-16 58-105 0 0,-2 0 0 0 0,0 0 0 0 0,-1-1 0 0 0,-1 1 0 0 0,-1-1 1 0 0,-1 1-1 0 0,-7-32 0 0 0,4 37-26 0 0,0-1 0 0 0,-1 1 0 0 0,-1 1 0 0 0,-1-1 0 0 0,0 1 0 0 0,-1 0 0 0 0,0 1 0 0 0,-2 0 0 0 0,1 1 0 0 0,-16-15 0 0 0,11 14 24 0 0,-1 0 0 0 0,-1 1 0 0 0,0 1 1 0 0,-1 0-1 0 0,-1 2 0 0 0,-26-13 0 0 0,31 17-411 0 0,0 1 0 0 0,0 1 0 0 0,0 0 0 0 0,-1 1 0 0 0,1 1 1 0 0,-1 0-1 0 0,0 1 0 0 0,0 1 0 0 0,0 0 0 0 0,-16 1 0 0 0,12 3-6564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7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10594 0 0,'0'0'59'0'0,"0"1"-1"0"0,1-1 0 0 0,-1 0 1 0 0,0 0-1 0 0,0 0 1 0 0,1 0-1 0 0,-1 0 0 0 0,0 0 1 0 0,0 1-1 0 0,1-1 1 0 0,-1 0-1 0 0,0 0 0 0 0,0 0 1 0 0,1 0-1 0 0,-1 0 1 0 0,0 0-1 0 0,1 0 0 0 0,-1 0 1 0 0,0 0-1 0 0,0 0 1 0 0,1-1-1 0 0,-1 1 0 0 0,0 0 1 0 0,1 0-1 0 0,-1 0 1 0 0,0 0-1 0 0,0 0 0 0 0,1 0 1 0 0,-1-1-1 0 0,0 1 1 0 0,0 0-1 0 0,0 0 0 0 0,1 0 1 0 0,-1 0-1 0 0,0-1 1 0 0,0 1-1 0 0,0 0 0 0 0,1 0 1 0 0,-1-1-1 0 0,0 1 1 0 0,0 0-1 0 0,0 0 0 0 0,0-1 1 0 0,0 1-1 0 0,0 0 1 0 0,0-1-1 0 0,0 1 0 0 0,0 0 1 0 0,1 0-1 0 0,-1-1 1 0 0,0 1-1 0 0,0 0 0 0 0,-1-1 1 0 0,1 1-1 0 0,0 0 1 0 0,0 0-1 0 0,0-1 0 0 0,0 1 1 0 0,0 0-1 0 0,0 0 1 0 0,0-1-1 0 0,0 1 0 0 0,-1-1 1 0 0,21 17 3383 0 0,-14-4-2863 0 0,1 1 0 0 0,-2 0 0 0 0,0 1-1 0 0,0-1 1 0 0,-1 1 0 0 0,-1 0-1 0 0,3 21 1 0 0,2 103-68 0 0,-8-134-465 0 0,1 47-303 0 0,4 92-933 0 0,-2-118-2121 0 0,10 42-1 0 0,-9-53 1360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7.9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99 6913 0 0,'4'-6'375'0'0,"1"0"0"0"0,-1 1 0 0 0,1-1 0 0 0,0 1 0 0 0,0 0 0 0 0,0 1-1 0 0,1-1 1 0 0,0 1 0 0 0,0 0 0 0 0,0 0 0 0 0,0 1 0 0 0,11-5 0 0 0,4 0 1250 0 0,0 1 0 0 0,39-8 0 0 0,-55 14-1411 0 0,1 0-1 0 0,-1 0 1 0 0,0 1-1 0 0,1-1 1 0 0,-1 1-1 0 0,0 1 1 0 0,1-1-1 0 0,-1 1 1 0 0,0 0-1 0 0,1 0 1 0 0,7 3 0 0 0,-11-3-168 0 0,-1 0 1 0 0,1 0-1 0 0,0 0 1 0 0,0 0 0 0 0,0 0-1 0 0,-1 1 1 0 0,1-1 0 0 0,-1 1-1 0 0,1-1 1 0 0,-1 1-1 0 0,0-1 1 0 0,1 1 0 0 0,-1 0-1 0 0,0 0 1 0 0,0-1-1 0 0,0 1 1 0 0,0 0 0 0 0,0 0-1 0 0,-1 0 1 0 0,1 0 0 0 0,-1 0-1 0 0,1 1 1 0 0,-1-1-1 0 0,0 0 1 0 0,0 0 0 0 0,0 0-1 0 0,0 0 1 0 0,0 0 0 0 0,0 0-1 0 0,0 0 1 0 0,-2 3-1 0 0,0 7 21 0 0,-1-1-1 0 0,-1 0 0 0 0,0 0 0 0 0,0 0 0 0 0,-1-1 0 0 0,-1 1 0 0 0,-7 11 0 0 0,-54 67 381 0 0,41-57-158 0 0,18-22-202 0 0,3-5-9 0 0,1 0 1 0 0,0 0-1 0 0,1 1 0 0 0,-1-1 1 0 0,1 1-1 0 0,-4 8 0 0 0,7-12-63 0 0,-1 0-1 0 0,1 0 1 0 0,0-1-1 0 0,-1 1 1 0 0,1 0-1 0 0,0 0 1 0 0,0 0-1 0 0,1-1 1 0 0,-1 1-1 0 0,0 0 1 0 0,0 0-1 0 0,1-1 1 0 0,-1 1-1 0 0,1 0 1 0 0,0-1-1 0 0,-1 1 1 0 0,1 0-1 0 0,0-1 1 0 0,0 1-1 0 0,0-1 1 0 0,0 1-1 0 0,0-1 1 0 0,0 0-1 0 0,1 1 1 0 0,-1-1-1 0 0,0 0 1 0 0,1 0-1 0 0,2 2 1 0 0,4 2 20 0 0,0 0 1 0 0,0 0-1 0 0,1-1 0 0 0,-1 0 0 0 0,1 0 1 0 0,0-1-1 0 0,0 0 0 0 0,1-1 1 0 0,13 2-1 0 0,13 0-87 0 0,44-1 0 0 0,-12-1-493 0 0,30 4-3929 0 0,-76-5-2271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8.2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104 1 11522 0 0,'-1'0'195'0'0,"1"-1"0"0"0,-1 1-1 0 0,0 0 1 0 0,0 0 0 0 0,1 0-1 0 0,-1 0 1 0 0,0 0 0 0 0,1 0-1 0 0,-1 0 1 0 0,0 0 0 0 0,0 0-1 0 0,1 1 1 0 0,-1-1 0 0 0,0 0-1 0 0,1 0 1 0 0,-1 1 0 0 0,0-1-1 0 0,1 0 1 0 0,-1 1 0 0 0,0-1-1 0 0,1 1 1 0 0,-1-1 0 0 0,1 0-1 0 0,-1 1 1 0 0,1-1 0 0 0,-1 1-1 0 0,1 0 1 0 0,-1-1-1 0 0,1 1 1 0 0,-1-1 0 0 0,1 1-1 0 0,0 0 1 0 0,-1-1 0 0 0,1 1-1 0 0,0 0 1 0 0,0 0 0 0 0,0-1-1 0 0,-1 1 1 0 0,1 0 0 0 0,0-1-1 0 0,0 1 1 0 0,0 1 0 0 0,-7 43 1121 0 0,6-32-892 0 0,-29 123 317 0 0,-5 37-195 0 0,31-147-1334 0 0,1 0 0 0 0,2 0-1 0 0,1 0 1 0 0,4 39 0 0 0,1-37-6164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8.6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87 4145 0 0,'11'-40'3729'0'0,"-10"39"-3393"0"0,-1-1 0 0 0,1 1 0 0 0,0-1 0 0 0,0 1 0 0 0,0-1 0 0 0,0 1-1 0 0,0 0 1 0 0,0-1 0 0 0,0 1 0 0 0,0 0 0 0 0,1 0 0 0 0,-1 0 0 0 0,0 0 0 0 0,1 0-1 0 0,-1 0 1 0 0,1 0 0 0 0,-1 0 0 0 0,1 1 0 0 0,0-1 0 0 0,-1 1 0 0 0,1-1-1 0 0,1 0 1 0 0,-2 1-207 0 0,0 1 0 0 0,0-1 0 0 0,0 0 0 0 0,0 0 0 0 0,0 1 0 0 0,0-1 0 0 0,0 1 0 0 0,0-1 0 0 0,0 1 0 0 0,0-1 0 0 0,0 1 0 0 0,0-1 0 0 0,0 1 0 0 0,-1 0 0 0 0,1-1 0 0 0,0 1-1 0 0,-1 0 1 0 0,1 0 0 0 0,0 0 0 0 0,-1 0 0 0 0,1 1 0 0 0,14 23 1012 0 0,-12-17-754 0 0,7 10-52 0 0,1 0-1 0 0,0-1 0 0 0,1 0 0 0 0,1-1 1 0 0,28 27-1 0 0,-36-38-338 0 0,1 0 1 0 0,0-1 0 0 0,0 1-1 0 0,0-1 1 0 0,0-1 0 0 0,1 1-1 0 0,-1-1 1 0 0,1 0-1 0 0,0 0 1 0 0,0-1 0 0 0,0 0-1 0 0,0 0 1 0 0,0-1-1 0 0,1 0 1 0 0,-1 0 0 0 0,0-1-1 0 0,1 0 1 0 0,-1 0-1 0 0,14-2 1 0 0,-18 1-29 0 0,1 1 1 0 0,-1-1-1 0 0,0 0 0 0 0,1 0 0 0 0,-1 0 1 0 0,0-1-1 0 0,0 1 0 0 0,0-1 0 0 0,0 1 1 0 0,0-1-1 0 0,0 0 0 0 0,0 0 0 0 0,-1 0 1 0 0,1-1-1 0 0,-1 1 0 0 0,1-1 1 0 0,-1 1-1 0 0,0-1 0 0 0,0 0 0 0 0,0 0 1 0 0,0 0-1 0 0,-1 0 0 0 0,1 0 0 0 0,-1 0 1 0 0,0-1-1 0 0,0 1 0 0 0,1-6 0 0 0,0-5 38 0 0,-2 0 0 0 0,1 0 0 0 0,-2 0 0 0 0,0 0 0 0 0,-5-23 0 0 0,0-24 1070 0 0,6 60-1061 0 0,0 1 1 0 0,-1 0-1 0 0,1 0 0 0 0,0-1 1 0 0,0 1-1 0 0,0 0 1 0 0,0-1-1 0 0,0 1 0 0 0,0 0 1 0 0,0 0-1 0 0,0-1 1 0 0,0 1-1 0 0,0 0 0 0 0,0-1 1 0 0,0 1-1 0 0,0 0 1 0 0,1 0-1 0 0,-1-1 0 0 0,0 1 1 0 0,0 0-1 0 0,0 0 1 0 0,0-1-1 0 0,0 1 0 0 0,1 0 1 0 0,-1 0-1 0 0,0-1 1 0 0,0 1-1 0 0,0 0 0 0 0,1 0 1 0 0,-1 0-1 0 0,0-1 1 0 0,0 1-1 0 0,1 0 0 0 0,-1 0 1 0 0,0 0-1 0 0,0 0 1 0 0,1 0-1 0 0,-1 0 0 0 0,0 0 1 0 0,0-1-1 0 0,1 1 1 0 0,11 8 209 0 0,8 17-57 0 0,-8-1-27 0 0,-1 1 0 0 0,-1 1 1 0 0,-1 0-1 0 0,12 52 0 0 0,-14-45-161 0 0,2-2 1 0 0,24 60-1 0 0,6-21-2643 0 0,-25-48-4987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9.0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32 3225 0 0,'2'-32'17347'0'0,"-14"43"-17020"0"0,-3 8-131 0 0,0 0 0 0 0,1 1-1 0 0,1 0 1 0 0,1 2 0 0 0,-14 34 0 0 0,24-51-193 0 0,0 0-1 0 0,1 0 1 0 0,-1 1 0 0 0,1-1 0 0 0,0 1 0 0 0,1-1 0 0 0,-1 0 0 0 0,1 1 0 0 0,0-1 0 0 0,0 1 0 0 0,1-1-1 0 0,0 1 1 0 0,0-1 0 0 0,0 1 0 0 0,1-1 0 0 0,-1 0 0 0 0,1 0 0 0 0,1 0 0 0 0,-1 0 0 0 0,1 0-1 0 0,-1 0 1 0 0,1-1 0 0 0,1 1 0 0 0,-1-1 0 0 0,1 0 0 0 0,-1 0 0 0 0,1 0 0 0 0,0 0 0 0 0,1-1 0 0 0,7 5-1 0 0,39 21 227 0 0,-33-19-184 0 0,31 20 0 0 0,-45-27-45 0 0,0 0-1 0 0,0 0 1 0 0,0 1 0 0 0,-1-1-1 0 0,0 1 1 0 0,1 0-1 0 0,-1 0 1 0 0,-1 0 0 0 0,1 0-1 0 0,0 0 1 0 0,-1 1-1 0 0,3 5 1 0 0,-5-7 13 0 0,0 0-1 0 0,1 0 1 0 0,-1 0 0 0 0,0 0 0 0 0,0 0 0 0 0,0 0-1 0 0,-1 0 1 0 0,1-1 0 0 0,-1 1 0 0 0,1 0 0 0 0,-1 0-1 0 0,0 0 1 0 0,0-1 0 0 0,0 1 0 0 0,-1 0 0 0 0,1-1-1 0 0,-1 1 1 0 0,1-1 0 0 0,-1 0 0 0 0,0 1 0 0 0,0-1-1 0 0,0 0 1 0 0,0 0 0 0 0,0 0 0 0 0,-3 1-1 0 0,-6 6 62 0 0,0-1 0 0 0,0 0-1 0 0,-24 11 1 0 0,13-8-317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39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2348 3225 0 0,'-20'11'1798'0'0,"17"-9"-988"0"0,0 0-1 0 0,1 0 1 0 0,-1 0 0 0 0,1 0-1 0 0,-1 0 1 0 0,1 0-1 0 0,0 1 1 0 0,-4 4 35 0 0,6-6-783 0 0,0-1-1 0 0,0 0 1 0 0,0 0 0 0 0,-1 0 0 0 0,1 1 0 0 0,0-1 0 0 0,0 0-1 0 0,0 0 1 0 0,0 1 0 0 0,0-1 0 0 0,0 0 0 0 0,0 0 0 0 0,0 0-1 0 0,0 1 1 0 0,0-1 0 0 0,0 0 0 0 0,0 0 0 0 0,0 1-1 0 0,0-1 1 0 0,0 0 0 0 0,0 0 0 0 0,0 1 0 0 0,0-1 0 0 0,1 0-1 0 0,-1 0 1 0 0,0 0 0 0 0,0 1 0 0 0,0-1 0 0 0,0 0 0 0 0,0 0-1 0 0,1 0 1 0 0,-1 1 0 0 0,0-1 0 0 0,0 0 0 0 0,0 0-1 0 0,0 0 1 0 0,1 0 0 0 0,-1 0 0 0 0,0 1 0 0 0,0-1 0 0 0,1 0-1 0 0,-1 0 1 0 0,0 0 0 0 0,0 0 0 0 0,0 0 0 0 0,1 0 0 0 0,-1 0-1 0 0,0 0 1 0 0,0 0 0 0 0,1 0 0 0 0,-1 0 0 0 0,0 0 0 0 0,1 0-1 0 0,7 0 125 0 0,0 0 0 0 0,0 0 0 0 0,-1-1 0 0 0,1 0-1 0 0,0-1 1 0 0,0 0 0 0 0,-1 0 0 0 0,11-4-1 0 0,65-33 827 0 0,-27 12-768 0 0,399-156 981 0 0,-253 115-1057 0 0,41-16 0 0 0,330-111-56 0 0,11 29 92 0 0,-317 92-134 0 0,353-128 616 0 0,-189 56-595 0 0,622-162-45 0 0,-592 177-38 0 0,478-131 226 0 0,-877 245-226 0 0,427-136 38 0 0,311-107 18 0 0,-694 223-1004 0 0,-35 11 61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40.0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317 6 1840 0 0,'-91'-3'1203'0'0,"50"1"720"0"0,0 1-1 0 0,-49 6 0 0 0,85-5-1575 0 0,0 1 0 0 0,1 0 1 0 0,-1 0-1 0 0,0 0 0 0 0,1 0 1 0 0,-1 1-1 0 0,1 0 0 0 0,-1 0 0 0 0,-7 4 1 0 0,14-4-144 0 0,0 0 0 0 0,0 0 0 0 0,0-1 0 0 0,0 1 0 0 0,0-1 0 0 0,0 1 0 0 0,1-1 0 0 0,-1 0 0 0 0,0 0 0 0 0,1 0 0 0 0,3 1 1 0 0,-5-2-56 0 0,49 24 1068 0 0,-1 2 0 0 0,-1 2 0 0 0,75 58 1 0 0,-113-78-1030 0 0,0 0 1 0 0,0 0 0 0 0,-1 1-1 0 0,0 0 1 0 0,0 0 0 0 0,-1 1 0 0 0,8 12-1 0 0,-14-17-135 0 0,1 0 0 0 0,-1 0-1 0 0,0 1 1 0 0,0-1-1 0 0,0 1 1 0 0,-1-1 0 0 0,0 1-1 0 0,0 0 1 0 0,0 0 0 0 0,-1-1-1 0 0,0 1 1 0 0,0 0 0 0 0,-1 0-1 0 0,1-1 1 0 0,-1 1-1 0 0,0 0 1 0 0,-1-1 0 0 0,-1 7-1 0 0,-7 15 80 0 0,-19 34 0 0 0,-1 6-268 0 0,23-39-1813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2.5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67 6385 0 0,'-7'2'7467'0'0,"5"-1"-7239"0"0,0 0-1 0 0,0 0 0 0 0,0-1 0 0 0,0 1 1 0 0,0 0-1 0 0,0-1 0 0 0,0 0 0 0 0,-10 1 4507 0 0,15-4-5160 0 0,12-7 471 0 0,0 0 1 0 0,1 1 0 0 0,0 0 0 0 0,18-6 0 0 0,-26 12-22 0 0,0 0 0 0 0,1 0-1 0 0,0 0 1 0 0,0 1 0 0 0,-1 1 0 0 0,1-1-1 0 0,0 1 1 0 0,0 1 0 0 0,1 0 0 0 0,12 1-1 0 0,-19 0-19 0 0,0 0-1 0 0,0 0 0 0 0,-1 1 0 0 0,1-1 0 0 0,0 1 0 0 0,-1-1 1 0 0,1 1-1 0 0,-1 0 0 0 0,1 0 0 0 0,-1 0 0 0 0,0 0 0 0 0,0 0 1 0 0,0 1-1 0 0,0-1 0 0 0,0 1 0 0 0,-1-1 0 0 0,1 1 1 0 0,-1 0-1 0 0,1-1 0 0 0,-1 1 0 0 0,0 0 0 0 0,0 0 0 0 0,0 0 1 0 0,-1 0-1 0 0,1 0 0 0 0,-1 0 0 0 0,0 0 0 0 0,0 5 0 0 0,1 2 9 0 0,-1 0-1 0 0,0-1 1 0 0,-1 1-1 0 0,0 0 1 0 0,0 0-1 0 0,-1-1 1 0 0,-5 16-1 0 0,-4 0 106 0 0,-1-1 0 0 0,-21 31 0 0 0,21-36 172 0 0,1 0 1 0 0,0 0-1 0 0,1 1 1 0 0,-9 29-1 0 0,19-48-275 0 0,-1 1 1 0 0,1-1-1 0 0,-1 1 0 0 0,1-1 0 0 0,0 1 1 0 0,0-1-1 0 0,0 1 0 0 0,0-1 0 0 0,0 1 0 0 0,0-1 1 0 0,0 1-1 0 0,0-1 0 0 0,0 1 0 0 0,1-1 1 0 0,-1 1-1 0 0,1-1 0 0 0,-1 1 0 0 0,1-1 1 0 0,-1 0-1 0 0,1 1 0 0 0,0-1 0 0 0,0 0 1 0 0,2 3-1 0 0,-1-2 2 0 0,0-1 1 0 0,0 1 0 0 0,0-1-1 0 0,1 0 1 0 0,-1 0 0 0 0,1 0-1 0 0,-1 0 1 0 0,1 0 0 0 0,-1 0-1 0 0,1 0 1 0 0,-1-1 0 0 0,5 1-1 0 0,6 0 41 0 0,-1-1 0 0 0,1-1 0 0 0,-1 0 0 0 0,22-4 0 0 0,-12-1-241 0 0,0 0 0 0 0,0-2 1 0 0,0 0-1 0 0,-1-1 0 0 0,-1-2 1 0 0,1 0-1 0 0,-2-1 0 0 0,24-18 0 0 0,-33 22-1035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3.4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96 4609 0 0,'-1'0'257'0'0,"0"-1"0"0"0,0 1-1 0 0,-1-1 1 0 0,1 1 0 0 0,0-1 0 0 0,0 0-1 0 0,0 0 1 0 0,0 1 0 0 0,0-1 0 0 0,0 0-1 0 0,0 0 1 0 0,0 0 0 0 0,1 0 0 0 0,-1 0 0 0 0,0 0-1 0 0,0 0 1 0 0,1 0 0 0 0,-1 0 0 0 0,1 0-1 0 0,-1 0 1 0 0,1-1 0 0 0,-1 1 0 0 0,1 0 0 0 0,-1-2-1 0 0,2 2-19 0 0,-1-1-1 0 0,1 1 1 0 0,-1-1-1 0 0,1 1 1 0 0,0-1-1 0 0,0 1 1 0 0,-1 0 0 0 0,1-1-1 0 0,0 1 1 0 0,0 0-1 0 0,0 0 1 0 0,0-1-1 0 0,1 1 1 0 0,-1 0-1 0 0,0 0 1 0 0,0 0-1 0 0,1 0 1 0 0,-1 1-1 0 0,0-1 1 0 0,3 0-1 0 0,12-9 547 0 0,0 2 0 0 0,25-9 0 0 0,-34 14-624 0 0,0 1 1 0 0,0 0 0 0 0,0 1-1 0 0,0-1 1 0 0,0 1 0 0 0,0 1-1 0 0,0 0 1 0 0,0 0 0 0 0,9 1-1 0 0,-14-1-128 0 0,0 1 0 0 0,0 0-1 0 0,0 0 1 0 0,0 0 0 0 0,0 0 0 0 0,0 0-1 0 0,-1 1 1 0 0,1-1 0 0 0,0 1-1 0 0,-1-1 1 0 0,1 1 0 0 0,-1-1-1 0 0,0 1 1 0 0,1 0 0 0 0,-1-1 0 0 0,0 1-1 0 0,0 0 1 0 0,0 0 0 0 0,0 0-1 0 0,-1 0 1 0 0,1 0 0 0 0,0 0 0 0 0,-1 0-1 0 0,1 0 1 0 0,-1 1 0 0 0,0-1-1 0 0,0 0 1 0 0,0 3 0 0 0,1 7 40 0 0,-1 0-1 0 0,0 0 1 0 0,-3 19 0 0 0,-1-9-33 0 0,-2 0-1 0 0,-8 24 1 0 0,7-29-12 0 0,2 0 0 0 0,0 1 0 0 0,1-1 0 0 0,-1 22 0 0 0,5-38-35 0 0,0 1 0 0 0,0-1 0 0 0,0 1 0 0 0,0-1 0 0 0,0 1 0 0 0,0-1 0 0 0,1 1 0 0 0,-1-1 0 0 0,1 0 0 0 0,-1 1 0 0 0,1-1 0 0 0,-1 0 0 0 0,1 1 0 0 0,0-1 0 0 0,0 0 0 0 0,0 0 1 0 0,-1 1-1 0 0,1-1 0 0 0,0 0 0 0 0,0 0 0 0 0,1 0 0 0 0,-1 0 0 0 0,0 0 0 0 0,0-1 0 0 0,0 1 0 0 0,1 0 0 0 0,-1 0 0 0 0,0-1 0 0 0,1 1 0 0 0,-1-1 0 0 0,1 1 0 0 0,-1-1 0 0 0,0 0 1 0 0,1 1-1 0 0,-1-1 0 0 0,4 0 0 0 0,6 0-121 0 0,1 1 0 0 0,-1-2 1 0 0,23-3-1 0 0,-12 1 27 0 0,-17 3 86 0 0,1 0-1 0 0,-1 0 1 0 0,0 0-1 0 0,1 0 0 0 0,-1 1 1 0 0,0 0-1 0 0,1 0 1 0 0,-1 0-1 0 0,0 1 0 0 0,0-1 1 0 0,0 1-1 0 0,9 6 0 0 0,-11-6 19 0 0,-1-1-1 0 0,0 1 0 0 0,1 1 1 0 0,-1-1-1 0 0,0 0 0 0 0,-1 1 1 0 0,1-1-1 0 0,0 1 0 0 0,-1-1 0 0 0,1 1 1 0 0,-1 0-1 0 0,0-1 0 0 0,0 1 1 0 0,0 0-1 0 0,0 0 0 0 0,0 0 1 0 0,-1 0-1 0 0,1 0 0 0 0,-1 0 0 0 0,0 0 1 0 0,0 0-1 0 0,0 0 0 0 0,0 0 1 0 0,-1 4-1 0 0,-2 9 168 0 0,0 0 1 0 0,-1 0-1 0 0,-1-1 1 0 0,0 0-1 0 0,-1 0 0 0 0,-1 0 1 0 0,0-1-1 0 0,-16 24 1 0 0,10-20-299 0 0,-1 0 1 0 0,0-1-1 0 0,-1 0 1 0 0,-1-1-1 0 0,-32 24 1 0 0,35-31-901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4.5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11058 0 0,'3'17'9269'0'0,"10"13"-9060"0"0,-1 0 0 0 0,-2 1 1 0 0,-2 0-1 0 0,0 1 0 0 0,-2 0 0 0 0,-2 0 0 0 0,1 43 1 0 0,-6 15-2972 0 0,1-73 1495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4.78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3 126 6449 0 0,'-1'-4'208'0'0,"0"0"0"0"0,1 0 0 0 0,0-1-1 0 0,0 1 1 0 0,0 0 0 0 0,1 0 0 0 0,-1 0 0 0 0,1 0-1 0 0,0 0 1 0 0,0 0 0 0 0,0 0 0 0 0,1 0-1 0 0,-1 0 1 0 0,1 0 0 0 0,0 1 0 0 0,0-1 0 0 0,1 0-1 0 0,-1 1 1 0 0,1 0 0 0 0,-1 0 0 0 0,1 0 0 0 0,0 0-1 0 0,0 0 1 0 0,0 0 0 0 0,1 1 0 0 0,-1-1-1 0 0,1 1 1 0 0,-1 0 0 0 0,1 0 0 0 0,0 1 0 0 0,0-1-1 0 0,0 1 1 0 0,4-2 0 0 0,7-1 92 0 0,1 1 0 0 0,-1 0 0 0 0,1 1 1 0 0,0 0-1 0 0,0 1 0 0 0,0 1 0 0 0,24 3 0 0 0,-35-2-215 0 0,0-1 0 0 0,-1 1 0 0 0,1 0 0 0 0,0 0 0 0 0,-1 1 0 0 0,1-1 0 0 0,-1 1 0 0 0,1 0 0 0 0,-1 0 0 0 0,0 0 0 0 0,0 1 0 0 0,0 0 0 0 0,0-1 0 0 0,0 1 0 0 0,0 1 0 0 0,-1-1 0 0 0,0 1 0 0 0,1-1 0 0 0,-1 1 0 0 0,-1 0 0 0 0,1 0 0 0 0,0 0 0 0 0,-1 0 0 0 0,0 1 0 0 0,3 7 0 0 0,-3-5 14 0 0,-1 1 0 0 0,1 0 0 0 0,-1 0 0 0 0,-1 0 0 0 0,1-1 0 0 0,-2 1 0 0 0,1 0 0 0 0,-1 0 0 0 0,0 0 0 0 0,0 0 0 0 0,-1-1-1 0 0,0 1 1 0 0,-1 0 0 0 0,1-1 0 0 0,-5 8 0 0 0,0-1 45 0 0,-1 0 0 0 0,-1 0 0 0 0,0-1 0 0 0,-1 0-1 0 0,0-1 1 0 0,-1 0 0 0 0,0-1 0 0 0,-1 0 0 0 0,0 0 0 0 0,-1-2-1 0 0,0 1 1 0 0,-1-2 0 0 0,-15 9 0 0 0,13-10-1712 0 0,0 0 0 0 0,-1-1 0 0 0,-33 8 0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5.1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1 323 7370 0 0,'13'0'211'0'0,"1"0"1"0"0,0-1-1 0 0,-1 0 1 0 0,1-1 0 0 0,-1-1-1 0 0,22-7 1 0 0,-2-1 416 0 0,42-21-1 0 0,-67 28-554 0 0,-1 0 1 0 0,0 0-1 0 0,0-1 0 0 0,0 0 1 0 0,0 0-1 0 0,-1 0 0 0 0,0-1 0 0 0,0 0 1 0 0,-1-1-1 0 0,1 1 0 0 0,-1-1 0 0 0,-1 0 1 0 0,1 0-1 0 0,4-11 0 0 0,-7 13-31 0 0,0-1 0 0 0,0 0 0 0 0,0 0-1 0 0,-1 0 1 0 0,0 0 0 0 0,0 0 0 0 0,-1 0-1 0 0,1-1 1 0 0,-1 1 0 0 0,-1 0 0 0 0,1 0 0 0 0,-1 0-1 0 0,0 0 1 0 0,-1 0 0 0 0,1 0 0 0 0,-1 0-1 0 0,0 0 1 0 0,-1 1 0 0 0,1-1 0 0 0,-6-7 0 0 0,7 11 72 0 0,0-1 1 0 0,-1 1-1 0 0,1 0 1 0 0,-1 0-1 0 0,1 0 1 0 0,-1 0-1 0 0,0 0 1 0 0,0 0-1 0 0,0 0 1 0 0,0 1-1 0 0,0-1 1 0 0,0 1-1 0 0,0-1 0 0 0,-1 1 1 0 0,1 0-1 0 0,0 0 1 0 0,-1 0-1 0 0,1 0 1 0 0,-1 1-1 0 0,1-1 1 0 0,-1 0-1 0 0,0 1 1 0 0,1 0-1 0 0,-1 0 1 0 0,1 0-1 0 0,-1 0 1 0 0,0 0-1 0 0,1 0 1 0 0,-1 0-1 0 0,0 1 1 0 0,1 0-1 0 0,-1-1 1 0 0,1 1-1 0 0,-1 0 1 0 0,1 0-1 0 0,0 0 1 0 0,-1 1-1 0 0,1-1 1 0 0,0 1-1 0 0,0-1 1 0 0,-4 4-1 0 0,0 0 53 0 0,-1 1-1 0 0,1 0 1 0 0,0 0-1 0 0,1 0 0 0 0,-1 1 1 0 0,1-1-1 0 0,0 1 1 0 0,1 1-1 0 0,0-1 0 0 0,0 1 1 0 0,1-1-1 0 0,-3 10 1 0 0,4-10-121 0 0,1 1 1 0 0,1-1-1 0 0,-1 1 0 0 0,1-1 1 0 0,1 1-1 0 0,-1-1 1 0 0,1 1-1 0 0,1-1 0 0 0,-1 0 1 0 0,1 1-1 0 0,1-1 1 0 0,-1 0-1 0 0,1 0 0 0 0,0 0 1 0 0,1-1-1 0 0,0 1 1 0 0,0-1-1 0 0,0 0 0 0 0,8 9 1 0 0,-3-5-529 0 0,0 0 0 0 0,0-1 0 0 0,1 0 0 0 0,0 0 0 0 0,1-1 0 0 0,0-1 0 0 0,0 1 1 0 0,0-2-1 0 0,1 0 0 0 0,15 6 0 0 0,-7-6-4990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5.4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7 8290 0 0,'-6'-2'692'0'0,"0"0"-1"0"0,0 1 1 0 0,0 0 0 0 0,0 1 0 0 0,-1-1-1 0 0,1 1 1 0 0,0 1 0 0 0,-11 0 0 0 0,13 1-496 0 0,0-1 0 0 0,0 0 0 0 0,0 1 0 0 0,0 0 0 0 0,1 0 1 0 0,-1 0-1 0 0,0 0 0 0 0,1 1 0 0 0,-1-1 0 0 0,1 1 1 0 0,0 0-1 0 0,0 0 0 0 0,0 0 0 0 0,-2 4 0 0 0,-6 7 104 0 0,0 1-1 0 0,-10 19 0 0 0,18-27-220 0 0,0-1 0 0 0,0 0 1 0 0,0 1-1 0 0,1 0 0 0 0,0-1 0 0 0,1 1 0 0 0,-1 0 0 0 0,0 12 0 0 0,2-18-89 0 0,0 0-1 0 0,0-1 1 0 0,0 1-1 0 0,0 0 1 0 0,0 0-1 0 0,0 0 1 0 0,0-1-1 0 0,0 1 1 0 0,0 0 0 0 0,0 0-1 0 0,1-1 1 0 0,-1 1-1 0 0,0 0 1 0 0,1 0-1 0 0,-1-1 1 0 0,0 1-1 0 0,1 0 1 0 0,-1-1 0 0 0,1 1-1 0 0,-1 0 1 0 0,1-1-1 0 0,-1 1 1 0 0,1-1-1 0 0,0 1 1 0 0,-1-1-1 0 0,1 1 1 0 0,0-1 0 0 0,-1 0-1 0 0,2 1 1 0 0,0 0-45 0 0,0-1 1 0 0,-1 0 0 0 0,1 0 0 0 0,0 0-1 0 0,0 0 1 0 0,-1 0 0 0 0,1-1 0 0 0,0 1-1 0 0,0 0 1 0 0,-1-1 0 0 0,1 1 0 0 0,2-2 0 0 0,5-2-240 0 0,-1 0 1 0 0,0-1 0 0 0,13-9 0 0 0,-13 7 77 0 0,0-1-1 0 0,-1 0 1 0 0,1 0-1 0 0,11-18 1 0 0,-13 16 688 0 0,1 1 1 0 0,1 0 0 0 0,13-13-1 0 0,-20 21-391 0 0,-1 1 0 0 0,0 0 0 0 0,0-1 0 0 0,1 1 0 0 0,-1 0 0 0 0,0 0 0 0 0,1-1-1 0 0,-1 1 1 0 0,1 0 0 0 0,-1 0 0 0 0,0 0 0 0 0,1 0 0 0 0,-1-1 0 0 0,1 1 0 0 0,-1 0 0 0 0,0 0 0 0 0,1 0 0 0 0,-1 0 0 0 0,1 0-1 0 0,-1 0 1 0 0,0 0 0 0 0,1 0 0 0 0,-1 0 0 0 0,1 0 0 0 0,-1 1 0 0 0,0-1 0 0 0,1 0 0 0 0,-1 0 0 0 0,1 0 0 0 0,-1 0-1 0 0,1 1 1 0 0,8 13 1150 0 0,2 26-706 0 0,-9-32-324 0 0,-1-2-239 0 0,1 1 0 0 0,1-1 0 0 0,-1 0 0 0 0,1 0-1 0 0,0-1 1 0 0,8 11 0 0 0,-8-12-398 0 0,0 0-1 0 0,0-1 1 0 0,0 0-1 0 0,1 0 1 0 0,0 0 0 0 0,4 3-1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5.68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53 6913 0 0,'-13'-13'-255'0'0,"8"7"2135"0"0,0 1 0 0 0,-1-1 1 0 0,1 1-1 0 0,-2 0 1 0 0,-8-6-1 0 0,14 11-1790 0 0,1-1 0 0 0,0 1 0 0 0,-1 0 0 0 0,1 0 0 0 0,-1 0 0 0 0,1 0 0 0 0,0 0 0 0 0,-1 0-1 0 0,1-1 1 0 0,-1 1 0 0 0,1 0 0 0 0,0 0 0 0 0,-1 0 0 0 0,1 1 0 0 0,-1-1 0 0 0,1 0 0 0 0,0 0 0 0 0,-1 0 0 0 0,1 0 0 0 0,-1 0 0 0 0,1 0 0 0 0,0 0 0 0 0,-1 1 0 0 0,1-1 0 0 0,0 0 0 0 0,-1 0 0 0 0,1 1 0 0 0,0-1 0 0 0,-1 0 0 0 0,1 0 0 0 0,0 1 0 0 0,-1-1 0 0 0,1 1 0 0 0,-7 17 1137 0 0,2 19-665 0 0,4 19-190 0 0,3 0 1 0 0,1 0-1 0 0,16 77 1 0 0,-11-99-3924 0 0,20 54 0 0 0,-19-61-3831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5.9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242 10 3225 0 0,'-5'-10'9113'0'0,"4"10"-8837"0"0,-14 3 3755 0 0,-21 20-2802 0 0,29-18-486 0 0,-19 12 532 0 0,-44 42-1 0 0,59-50-1005 0 0,2 1 1 0 0,-1 1-1 0 0,2 0 0 0 0,-1 0 1 0 0,1 1-1 0 0,-10 21 1 0 0,17-31-251 0 0,0 0 0 0 0,0-1 0 0 0,0 1 1 0 0,0 0-1 0 0,0 0 0 0 0,0 0 0 0 0,1 0 1 0 0,-1 0-1 0 0,1 0 0 0 0,0 0 0 0 0,0 0 1 0 0,-1 0-1 0 0,1 1 0 0 0,0-1 0 0 0,1 0 1 0 0,-1 0-1 0 0,0 0 0 0 0,1 0 1 0 0,-1 0-1 0 0,1 0 0 0 0,-1 0 0 0 0,1 0 1 0 0,0 0-1 0 0,0 0 0 0 0,0-1 0 0 0,0 1 1 0 0,0 0-1 0 0,1 0 0 0 0,-1-1 0 0 0,0 1 1 0 0,1-1-1 0 0,-1 1 0 0 0,1-1 0 0 0,-1 0 1 0 0,1 1-1 0 0,0-1 0 0 0,0 0 0 0 0,0 0 1 0 0,-1 0-1 0 0,1-1 0 0 0,0 1 0 0 0,0 0 1 0 0,0-1-1 0 0,0 1 0 0 0,4 0 1 0 0,5 1-134 0 0,1 0 0 0 0,-1-1 0 0 0,1-1 0 0 0,-1 1 0 0 0,1-2 0 0 0,20-2 0 0 0,-7-2-676 0 0,1 0-203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5:56.3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313 18 3681 0 0,'-6'-3'894'0'0,"1"0"0"0"0,-1 1 1 0 0,0 0-1 0 0,0 0 0 0 0,0 0 0 0 0,0 1 1 0 0,0 0-1 0 0,-1 0 0 0 0,1 1 0 0 0,0 0 1 0 0,-12 1-1 0 0,1 0 382 0 0,0 1-1 0 0,0 1 1 0 0,-18 5 0 0 0,23-4-944 0 0,0 0 0 0 0,0 1 0 0 0,0 0 0 0 0,0 1 0 0 0,1 0 0 0 0,0 0 0 0 0,0 2 0 0 0,-10 8 0 0 0,19-14-315 0 0,-1 0 1 0 0,1 0-1 0 0,0 0 1 0 0,0 1-1 0 0,0-1 1 0 0,0 1 0 0 0,0 0-1 0 0,0 0 1 0 0,1-1-1 0 0,-1 1 1 0 0,1 0-1 0 0,0 0 1 0 0,0 0-1 0 0,0 0 1 0 0,0 1-1 0 0,1-1 1 0 0,-1 0-1 0 0,1 0 1 0 0,0 0 0 0 0,-1 1-1 0 0,2-1 1 0 0,-1 0-1 0 0,0 0 1 0 0,1 1-1 0 0,-1-1 1 0 0,1 0-1 0 0,0 0 1 0 0,0 0-1 0 0,0 0 1 0 0,1 0-1 0 0,-1 0 1 0 0,1 0-1 0 0,-1 0 1 0 0,1-1 0 0 0,0 1-1 0 0,4 4 1 0 0,6 6-121 0 0,0-1 1 0 0,1 0 0 0 0,1-1 0 0 0,27 19 0 0 0,-27-22-2 0 0,-1 1 1 0 0,0 1-1 0 0,-1 0 1 0 0,0 1 0 0 0,-1 0-1 0 0,13 16 1 0 0,-23-25 91 0 0,0-1-1 0 0,0 1 1 0 0,0 0 0 0 0,0 0 0 0 0,0 0 0 0 0,0 0 0 0 0,0 0 0 0 0,-1 0-1 0 0,1 0 1 0 0,-1 0 0 0 0,1 0 0 0 0,-1 0 0 0 0,0 0 0 0 0,0 1 0 0 0,0-1 0 0 0,0 0-1 0 0,0 0 1 0 0,0 0 0 0 0,-2 3 0 0 0,1-1 29 0 0,0-1 0 0 0,-1 0 0 0 0,1 0 0 0 0,-1 0 0 0 0,0 0 0 0 0,0 0 0 0 0,0 0 1 0 0,-1-1-1 0 0,1 1 0 0 0,-6 4 0 0 0,-4 2 137 0 0,-1 0 1 0 0,0-1 0 0 0,0-1 0 0 0,-20 8 0 0 0,14-7-605 0 0,0-1 1 0 0,-27 5-1 0 0,22-6-7138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1.3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73 116 4609 0 0,'4'-8'968'0'0,"-1"-1"0"0"0,0 1 0 0 0,0-1 0 0 0,3-14 0 0 0,-5 20-620 0 0,-1 1-1 0 0,0-1 0 0 0,1 0 0 0 0,-1 0 1 0 0,0 0-1 0 0,0 1 0 0 0,0-1 0 0 0,-1 0 1 0 0,1 0-1 0 0,-1 1 0 0 0,1-1 0 0 0,-1 0 1 0 0,0 1-1 0 0,0-1 0 0 0,0 1 0 0 0,-1-1 0 0 0,1 1 1 0 0,0-1-1 0 0,-4-2 0 0 0,5 4-279 0 0,-1 1-1 0 0,0 0 0 0 0,0-1 1 0 0,1 1-1 0 0,-1 0 0 0 0,0 0 1 0 0,0 0-1 0 0,1 0 0 0 0,-1 0 1 0 0,0-1-1 0 0,0 1 0 0 0,0 1 1 0 0,1-1-1 0 0,-1 0 0 0 0,0 0 1 0 0,0 0-1 0 0,1 0 0 0 0,-1 0 1 0 0,0 1-1 0 0,0-1 0 0 0,1 0 1 0 0,-1 1-1 0 0,0-1 0 0 0,0 1 1 0 0,1-1-1 0 0,-1 1 1 0 0,1-1-1 0 0,-1 1 0 0 0,0-1 1 0 0,1 1-1 0 0,-1-1 0 0 0,1 1 1 0 0,-1 0-1 0 0,1-1 0 0 0,0 1 1 0 0,-1 0-1 0 0,1 0 0 0 0,-18 28 760 0 0,9 0-646 0 0,1 0-1 0 0,2 1 1 0 0,1 0 0 0 0,1-1-1 0 0,2 1 1 0 0,1 1-1 0 0,1-1 1 0 0,1 0-1 0 0,8 43 1 0 0,-5-50-555 0 0,1-1 0 0 0,1 0 0 0 0,0 0 0 0 0,2-1 0 0 0,20 41-1 0 0,-15-40-6611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1.5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3 118 9218 0 0,'0'0'25'0'0,"-1"0"0"0"0,1 0 0 0 0,0-1 0 0 0,0 1 0 0 0,0 0 0 0 0,-1-1-1 0 0,1 1 1 0 0,0 0 0 0 0,0-1 0 0 0,0 1 0 0 0,0 0 0 0 0,0-1 0 0 0,-1 1 0 0 0,1 0 0 0 0,0-1 0 0 0,0 1 0 0 0,0 0 0 0 0,0-1 0 0 0,0 1 0 0 0,0-1-1 0 0,0 1 1 0 0,0 0 0 0 0,0-1 0 0 0,1 1 0 0 0,-1 0 0 0 0,0-1 0 0 0,0 1 0 0 0,0 0 0 0 0,0-1 0 0 0,0 1 0 0 0,1 0 0 0 0,-1-1 0 0 0,0 1 0 0 0,0 0 0 0 0,1 0-1 0 0,-1-1 1 0 0,0 1 0 0 0,0 0 0 0 0,1 0 0 0 0,-1-1 0 0 0,0 1 0 0 0,1 0 0 0 0,-1 0 0 0 0,0 0 0 0 0,1-1 0 0 0,-1 1 0 0 0,0 0 0 0 0,1 0 0 0 0,-1 0-1 0 0,0 0 1 0 0,1 0 0 0 0,25-13 408 0 0,-21 11-240 0 0,21-10 660 0 0,87-37-820 0 0,-97 43-346 0 0,0 1-1 0 0,0 1 1 0 0,1 0 0 0 0,0 1-1 0 0,18-1 1 0 0,-17 3 313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1.8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1 143 5065 0 0,'18'1'8494'0'0,"0"5"-4587"0"0,-10-3-3514 0 0,0 1-1 0 0,-1 0 0 0 0,1 0 0 0 0,-1 1 0 0 0,10 8 0 0 0,-6-3-43 0 0,-1 0 0 0 0,0 1 1 0 0,16 23-1 0 0,16 19-64 0 0,-44-59-153 0 0,0 1 0 0 0,1-1 0 0 0,0 1 0 0 0,0-1 0 0 0,0 1 0 0 0,1-8 0 0 0,-1 5-36 0 0,1-7-34 0 0,-1-1 0 0 0,2 0-1 0 0,0 0 1 0 0,1 0 0 0 0,1 0 0 0 0,0 1 0 0 0,6-17 0 0 0,-4 17-989 0 0,1 0 1 0 0,1 0-1 0 0,16-27 0 0 0,-10 25-6123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2.6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121 129 1376 0 0,'-5'-4'1018'0'0,"0"1"-1"0"0,0 0 0 0 0,0 0 0 0 0,0 1 1 0 0,-1-1-1 0 0,1 1 0 0 0,-1 0 0 0 0,0 1 1 0 0,0-1-1 0 0,-8 0 0 0 0,12 2-872 0 0,0 0 1 0 0,-1 1-1 0 0,1-1 1 0 0,0 0-1 0 0,0 1 1 0 0,0 0-1 0 0,0-1 0 0 0,0 1 1 0 0,0 0-1 0 0,0 0 1 0 0,0 0-1 0 0,0 0 1 0 0,0 1-1 0 0,0-1 0 0 0,0 0 1 0 0,1 1-1 0 0,-1-1 1 0 0,0 1-1 0 0,1 0 1 0 0,0 0-1 0 0,-1-1 0 0 0,1 1 1 0 0,0 0-1 0 0,0 0 1 0 0,0 0-1 0 0,0 0 1 0 0,0 0-1 0 0,1 0 0 0 0,-1 1 1 0 0,0 3-1 0 0,0-3-95 0 0,0 1-1 0 0,1-1 0 0 0,0 1 1 0 0,0 0-1 0 0,0-1 0 0 0,0 1 1 0 0,0-1-1 0 0,1 1 0 0 0,-1-1 1 0 0,1 1-1 0 0,0-1 0 0 0,0 1 0 0 0,1-1 1 0 0,-1 0-1 0 0,0 0 0 0 0,1 0 1 0 0,0 1-1 0 0,0-1 0 0 0,0-1 1 0 0,0 1-1 0 0,1 0 0 0 0,2 3 1 0 0,-3-4-26 0 0,0 0 1 0 0,1 0-1 0 0,-1 0 1 0 0,0-1-1 0 0,1 1 1 0 0,-1-1-1 0 0,1 1 1 0 0,-1-1-1 0 0,1 0 1 0 0,0 0-1 0 0,-1 0 1 0 0,1 0 0 0 0,0 0-1 0 0,0-1 1 0 0,0 1-1 0 0,-1-1 1 0 0,1 0-1 0 0,0 0 1 0 0,0 0-1 0 0,0 0 1 0 0,0 0-1 0 0,0-1 1 0 0,0 1-1 0 0,-1-1 1 0 0,1 0-1 0 0,0 0 1 0 0,0 0 0 0 0,2-2-1 0 0,-3 2-69 0 0,-1 0 0 0 0,1 0 0 0 0,-1 0 1 0 0,0-1-1 0 0,1 1 0 0 0,-1 0 0 0 0,0-1 0 0 0,0 1 0 0 0,0-1 1 0 0,0 1-1 0 0,-1-1 0 0 0,1 0 0 0 0,0 1 0 0 0,-1-1 0 0 0,1 0 0 0 0,-1 0 1 0 0,1 1-1 0 0,-1-1 0 0 0,0 0 0 0 0,0 0 0 0 0,1 0 0 0 0,-2-2 1 0 0,-5-49-514 0 0,2 24 781 0 0,4 23-158 0 0,0 0-1 0 0,0 0 0 0 0,1 0 1 0 0,0 0-1 0 0,0 0 0 0 0,0 0 0 0 0,1 0 1 0 0,0 0-1 0 0,0 0 0 0 0,1 1 1 0 0,-1-1-1 0 0,7-7 0 0 0,-8 11-59 0 0,0 0 0 0 0,1 1-1 0 0,-1-1 1 0 0,1 1 0 0 0,-1-1-1 0 0,1 1 1 0 0,-1 0 0 0 0,1-1-1 0 0,0 1 1 0 0,0 0 0 0 0,0 0-1 0 0,0 0 1 0 0,0 0 0 0 0,0 1-1 0 0,0-1 1 0 0,0 1 0 0 0,0-1-1 0 0,0 1 1 0 0,0 0 0 0 0,0-1-1 0 0,0 1 1 0 0,0 0 0 0 0,1 0-1 0 0,-1 1 1 0 0,0-1 0 0 0,0 0-1 0 0,0 1 1 0 0,0-1 0 0 0,0 1-1 0 0,0 0 1 0 0,0 0 0 0 0,0-1 0 0 0,0 1-1 0 0,0 1 1 0 0,-1-1 0 0 0,1 0-1 0 0,0 0 1 0 0,-1 1 0 0 0,3 2-1 0 0,6 4 66 0 0,-1 1 0 0 0,0 1 0 0 0,-1 0 0 0 0,0 0 0 0 0,13 22 0 0 0,-13-19-135 0 0,2 1 1 0 0,20 23 0 0 0,-27-40 157 0 0,0 1-1 0 0,0-1 1 0 0,0 0 0 0 0,0 0-1 0 0,-1 0 1 0 0,1 0-1 0 0,-1-1 1 0 0,4-5 0 0 0,0 0 73 0 0,0 1 3 0 0,39-45 444 0 0,-42 50-604 0 0,0 0 0 0 0,0 0 1 0 0,0 0-1 0 0,1 0 0 0 0,-1 1 1 0 0,1-1-1 0 0,0 1 0 0 0,-1 0 1 0 0,1 0-1 0 0,0 1 0 0 0,0-1 1 0 0,1 1-1 0 0,3-1 0 0 0,-6 1-9 0 0,0 1 0 0 0,0 1 0 0 0,1-1-1 0 0,-1 0 1 0 0,0 0 0 0 0,0 1-1 0 0,0-1 1 0 0,0 1 0 0 0,0 0 0 0 0,0 0-1 0 0,0-1 1 0 0,-1 1 0 0 0,1 0 0 0 0,0 1-1 0 0,0-1 1 0 0,1 2 0 0 0,26 28 7 0 0,-26-27-76 0 0,0 1 1 0 0,1-1-1 0 0,-1 0 1 0 0,1-1-1 0 0,0 1 0 0 0,0-1 1 0 0,0 1-1 0 0,10 4 1 0 0,-13-8 72 0 0,0 0 0 0 0,0 0 0 0 0,0 0 0 0 0,0 0 0 0 0,0-1 0 0 0,0 1 1 0 0,0 0-1 0 0,0-1 0 0 0,0 1 0 0 0,0-1 0 0 0,0 1 0 0 0,0-1 0 0 0,0 0 1 0 0,0 1-1 0 0,-1-1 0 0 0,1 0 0 0 0,0 1 0 0 0,0-1 0 0 0,-1 0 0 0 0,1 0 0 0 0,0 0 1 0 0,-1 0-1 0 0,1-1 0 0 0,18-26 453 0 0,-17 24-424 0 0,3-4 6 0 0,0 1 0 0 0,1-1 0 0 0,-1 1 0 0 0,2 0 0 0 0,-1 0 0 0 0,1 1-1 0 0,10-9 1 0 0,-15 14-25 0 0,0 0-1 0 0,-1 0 0 0 0,1 0 0 0 0,0 0 1 0 0,0 0-1 0 0,0 1 0 0 0,0-1 0 0 0,0 0 1 0 0,0 1-1 0 0,0 0 0 0 0,0-1 0 0 0,0 1 1 0 0,0 0-1 0 0,0 0 0 0 0,0 0 0 0 0,0 0 1 0 0,0 1-1 0 0,0-1 0 0 0,0 0 0 0 0,0 1 1 0 0,0-1-1 0 0,0 1 0 0 0,-1 0 0 0 0,1 0 1 0 0,0 0-1 0 0,0 0 0 0 0,0 0 1 0 0,-1 0-1 0 0,1 0 0 0 0,-1 0 0 0 0,1 1 1 0 0,-1-1-1 0 0,1 1 0 0 0,-1-1 0 0 0,0 1 1 0 0,0 0-1 0 0,1-1 0 0 0,-1 1 0 0 0,1 3 1 0 0,2 3-295 0 0,1-1 0 0 0,0 0 0 0 0,0 0 0 0 0,1 0 0 0 0,-1-1 0 0 0,1 0 0 0 0,1 0 0 0 0,-1 0 0 0 0,9 5 0 0 0,1-3-6535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2.9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46 5985 0 0,'-2'-13'-687'0'0,"8"-18"9829"0"0,-6 31-8945 0 0,1 0 0 0 0,-1 0 0 0 0,1 0 0 0 0,-1-1 0 0 0,1 1-1 0 0,-1 0 1 0 0,1 0 0 0 0,-1 0 0 0 0,1 0 0 0 0,-1 0 0 0 0,1 0 0 0 0,-1 0 0 0 0,1 0 0 0 0,-1 0 0 0 0,1 0 0 0 0,-1 0 0 0 0,1 0 0 0 0,-1 0 0 0 0,1 0 0 0 0,-1 1 0 0 0,1-1 0 0 0,1 1 591 0 0,-1 0-591 0 0,0 0-38 0 0,0 0 1 0 0,1 0-1 0 0,-1 1 1 0 0,0-1 0 0 0,1 0-1 0 0,-1 1 1 0 0,0-1 0 0 0,0 1-1 0 0,0 0 1 0 0,-1-1-1 0 0,1 1 1 0 0,0 0 0 0 0,-1-1-1 0 0,1 1 1 0 0,-1 0 0 0 0,1 2-1 0 0,4 34 120 0 0,-4-25-129 0 0,8 132 490 0 0,5 31-1242 0 0,-10-150-2058 0 0,1 0 0 0 0,14 37 0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3.1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0 201 920 0 0,'5'-15'849'0'0,"1"1"1"0"0,0 0-1 0 0,1 1 0 0 0,0-1 0 0 0,1 1 0 0 0,0 1 0 0 0,2 0 1 0 0,-1 0-1 0 0,1 0 0 0 0,1 1 0 0 0,20-16 0 0 0,-25 23-435 0 0,1 0-1 0 0,0 0 0 0 0,0 1 0 0 0,0 0 1 0 0,0 0-1 0 0,1 0 0 0 0,-1 1 1 0 0,1 0-1 0 0,-1 1 0 0 0,14-1 0 0 0,-19 1-271 0 0,1 1 0 0 0,-1 0-1 0 0,0 1 1 0 0,0-1 0 0 0,1 0 0 0 0,-1 1-1 0 0,0-1 1 0 0,0 1 0 0 0,1 0-1 0 0,-1-1 1 0 0,0 1 0 0 0,0 0-1 0 0,0 0 1 0 0,0 1 0 0 0,0-1 0 0 0,2 3-1 0 0,-2-3-61 0 0,-1 1 0 0 0,0 0 0 0 0,0 0-1 0 0,0 0 1 0 0,0 0 0 0 0,0 0 0 0 0,0 1-1 0 0,0-1 1 0 0,-1 0 0 0 0,1 0 0 0 0,-1 0-1 0 0,0 1 1 0 0,0-1 0 0 0,0 0 0 0 0,0 0-1 0 0,0 1 1 0 0,0-1 0 0 0,0 0 0 0 0,-1 0-1 0 0,0 4 1 0 0,-2 3 10 0 0,0 1 0 0 0,-1-1 0 0 0,0 0 0 0 0,0 0-1 0 0,-1 0 1 0 0,0 0 0 0 0,-1-1 0 0 0,0 0 0 0 0,0 0 0 0 0,-1-1-1 0 0,-7 8 1 0 0,-16 12 126 0 0,-43 32-1 0 0,62-51-201 0 0,-30 22-2324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3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264 34 5985 0 0,'1'-1'312'0'0,"0"0"0"0"0,-1 0-1 0 0,0 0 1 0 0,1 0-1 0 0,-1 0 1 0 0,0 0 0 0 0,1 0-1 0 0,-1 0 1 0 0,0 0 0 0 0,0 0-1 0 0,0 0 1 0 0,0 0-1 0 0,0 0 1 0 0,0 0 0 0 0,0 0-1 0 0,0 0 1 0 0,0 0 0 0 0,0 0-1 0 0,-1 0 1 0 0,1 0-1 0 0,0 0 1 0 0,-1 0 0 0 0,1 0-1 0 0,0 0 1 0 0,-1 0 0 0 0,0 1-1 0 0,1-1 1 0 0,-1 0-1 0 0,1 0 1 0 0,-2 0 0 0 0,0 0-33 0 0,1 0 1 0 0,-1 1 0 0 0,0 0 0 0 0,0-1-1 0 0,0 1 1 0 0,0 0 0 0 0,1 0 0 0 0,-1 0-1 0 0,0 0 1 0 0,0 0 0 0 0,0 1 0 0 0,0-1-1 0 0,1 0 1 0 0,-5 2 0 0 0,-6 2 110 0 0,-1 1 0 0 0,1 1 0 0 0,-17 9 0 0 0,19-9-310 0 0,0 1 0 0 0,0 0 1 0 0,1 0-1 0 0,-1 1 0 0 0,2 0 1 0 0,-1 1-1 0 0,-13 18 0 0 0,19-23-99 0 0,1 0-1 0 0,-1 0 1 0 0,1 1-1 0 0,0-1 1 0 0,1 0-1 0 0,-1 1 1 0 0,1 0-1 0 0,0-1 0 0 0,0 1 1 0 0,0 0-1 0 0,1 0 1 0 0,-1 0-1 0 0,1-1 1 0 0,0 1-1 0 0,1 0 1 0 0,-1 0-1 0 0,1 0 1 0 0,0-1-1 0 0,0 1 1 0 0,1 0-1 0 0,-1-1 1 0 0,4 7-1 0 0,0 0-63 0 0,1-1 0 0 0,0 0 0 0 0,0 0 0 0 0,1 0 0 0 0,1-1-1 0 0,-1 0 1 0 0,12 10 0 0 0,5 2-212 0 0,38 24 0 0 0,-61-45 295 0 0,0 1 11 0 0,0-1 0 0 0,1 1 0 0 0,-1 0 0 0 0,0-1 0 0 0,0 1 0 0 0,0 0 0 0 0,0 0-1 0 0,0 0 1 0 0,0 0 0 0 0,0 0 0 0 0,0 0 0 0 0,0 0 0 0 0,0 0 0 0 0,0 1 0 0 0,-1-1 0 0 0,1 0-1 0 0,-1 0 1 0 0,1 1 0 0 0,-1-1 0 0 0,1 0 0 0 0,-1 1 0 0 0,0-1 0 0 0,1 0 0 0 0,-1 1 0 0 0,0-1 0 0 0,0 3-1 0 0,-1-2 15 0 0,0 0-1 0 0,0 0 0 0 0,-1-1 0 0 0,1 1 0 0 0,0 0 0 0 0,-1-1 0 0 0,1 1 0 0 0,-1-1 1 0 0,0 1-1 0 0,0-1 0 0 0,1 0 0 0 0,-1 1 0 0 0,0-1 0 0 0,0 0 0 0 0,0 0 0 0 0,-4 1 0 0 0,-15 6 147 0 0,1-1 0 0 0,-1 0 0 0 0,0-2 0 0 0,-23 4 0 0 0,-13-4-6553 0 0,34-5-293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4.1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5 8754 0 0,'12'-5'7320'0'0,"2"8"-4265"0"0,-12-2-2944 0 0,0 0 0 0 0,0 0 0 0 0,0 0 0 0 0,0 0 1 0 0,0 0-1 0 0,0 1 0 0 0,-1-1 0 0 0,1 1 0 0 0,0-1 0 0 0,-1 1 0 0 0,2 2 0 0 0,1 2 76 0 0,-1 1-1 0 0,0 0 1 0 0,0 0 0 0 0,0 0 0 0 0,-1 0 0 0 0,-1 0-1 0 0,1 0 1 0 0,-1 1 0 0 0,1 10 0 0 0,-5 73 54 0 0,1-45-183 0 0,5 89-750 0 0,2-23-4529 0 0,-7-89 1876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4.4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0 106 3969 0 0,'0'-5'341'0'0,"0"0"0"0"0,1 0 0 0 0,-1 0 1 0 0,1 0-1 0 0,0 0 0 0 0,0 0 0 0 0,1 0 0 0 0,-1 0 1 0 0,1 0-1 0 0,0 1 0 0 0,0-1 0 0 0,1 1 0 0 0,4-8 1 0 0,-4 9-33 0 0,0 0 0 0 0,0 1 0 0 0,0-1 1 0 0,0 1-1 0 0,0 0 0 0 0,0 0 1 0 0,0 0-1 0 0,1 0 0 0 0,-1 0 0 0 0,1 1 1 0 0,0-1-1 0 0,-1 1 0 0 0,1 0 0 0 0,0 0 1 0 0,0 1-1 0 0,-1-1 0 0 0,1 1 1 0 0,7 0-1 0 0,2 0 96 0 0,0 1 0 0 0,0 0 0 0 0,0 1 0 0 0,-1 0 0 0 0,1 1-1 0 0,0 0 1 0 0,-1 1 0 0 0,0 1 0 0 0,0 0 0 0 0,0 0 0 0 0,17 12 0 0 0,-23-13-335 0 0,-1-1-1 0 0,0 2 0 0 0,-1-1 1 0 0,1 0-1 0 0,-1 1 0 0 0,0 0 1 0 0,0 0-1 0 0,0 0 0 0 0,0 1 1 0 0,-1-1-1 0 0,0 1 1 0 0,0 0-1 0 0,-1-1 0 0 0,0 1 1 0 0,0 1-1 0 0,0-1 0 0 0,0 0 1 0 0,-1 0-1 0 0,0 1 0 0 0,-1-1 1 0 0,1 0-1 0 0,-1 1 0 0 0,-1-1 1 0 0,1 1-1 0 0,-2 6 1 0 0,-2 5-65 0 0,-1-1 1 0 0,0 1-1 0 0,-1-1 1 0 0,-1 0-1 0 0,-1-1 1 0 0,0 0-1 0 0,-1 0 1 0 0,-1-1-1 0 0,-20 26 1 0 0,16-25 108 0 0,-1 0 0 0 0,0 0 0 0 0,-1-2 0 0 0,-1 0 0 0 0,0-1 1 0 0,0 0-1 0 0,-38 19 0 0 0,33-24-785 0 0,13-6-139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5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621 38 4609 0 0,'-8'-5'296'0'0,"1"0"-1"0"0,-1 1 1 0 0,0 0-1 0 0,0 0 1 0 0,0 1 0 0 0,-1 0-1 0 0,1 0 1 0 0,-1 1-1 0 0,0 0 1 0 0,1 1-1 0 0,-1 0 1 0 0,0 0 0 0 0,0 1-1 0 0,0 0 1 0 0,0 1-1 0 0,0 0 1 0 0,1 0 0 0 0,-1 1-1 0 0,0 0 1 0 0,-8 3-1 0 0,1 2-62 0 0,-1 1-1 0 0,1 0 0 0 0,0 1 0 0 0,1 1 1 0 0,0 0-1 0 0,1 1 0 0 0,0 1 0 0 0,-22 23 1 0 0,-3 8 279 0 0,-54 76 1 0 0,74-91-445 0 0,1 1 0 0 0,1 1 0 0 0,2 0 0 0 0,-13 37 0 0 0,17-30-64 0 0,2 1-1 0 0,1-1 1 0 0,-5 56-1 0 0,9 115-158 0 0,5-181 76 0 0,2 0 0 0 0,0 0-1 0 0,2 0 1 0 0,1-1 0 0 0,1 0 0 0 0,1 0 0 0 0,1 0-1 0 0,2-1 1 0 0,0-1 0 0 0,26 40 0 0 0,-25-46-33 0 0,1-1 1 0 0,1 0 0 0 0,1-1-1 0 0,0-1 1 0 0,1 0 0 0 0,1-1-1 0 0,0 0 1 0 0,1-2 0 0 0,0 0-1 0 0,1-1 1 0 0,0-1 0 0 0,1-1-1 0 0,36 12 1 0 0,-23-12 101 0 0,-1-2-1 0 0,1-1 0 0 0,0-1 1 0 0,0-2-1 0 0,0-2 1 0 0,0-1-1 0 0,1-1 0 0 0,-1-2 1 0 0,0-1-1 0 0,46-12 1 0 0,-34 3 218 0 0,-2-1 0 0 0,1-2 1 0 0,-2-2-1 0 0,0-2 0 0 0,-1-2 0 0 0,74-53 1 0 0,-89 55 12 0 0,-2-1 1 0 0,-1 0-1 0 0,0-2 1 0 0,-2-1-1 0 0,-1-1 1 0 0,0 0-1 0 0,-2-1 1 0 0,-1-1-1 0 0,-2-1 1 0 0,0-1-1 0 0,-2 0 1 0 0,15-45-1 0 0,-20 46 63 0 0,-1 0 0 0 0,-2 0 0 0 0,0 0 0 0 0,-2 0 0 0 0,-1-1-1 0 0,-2 0 1 0 0,0 1 0 0 0,-2-1 0 0 0,-1 1 0 0 0,-1 0 0 0 0,-2-1 0 0 0,-1 2 0 0 0,0-1-1 0 0,-15-30 1 0 0,16 44-184 0 0,-1 1 1 0 0,-1-1-1 0 0,0 1 0 0 0,-1 1 0 0 0,0-1 0 0 0,-1 1 0 0 0,-1 1 0 0 0,0 0 1 0 0,0 0-1 0 0,-1 1 0 0 0,0 1 0 0 0,-1 0 0 0 0,0 1 0 0 0,0 0 0 0 0,-1 1 0 0 0,0 0 1 0 0,-20-6-1 0 0,15 7-346 0 0,1 1 1 0 0,-1 1-1 0 0,0 0 1 0 0,0 2-1 0 0,-34-1 0 0 0,33 4-839 0 0,0 0-1 0 0,0 2 0 0 0,0 0 0 0 0,0 1 1 0 0,-29 10-1 0 0,-2 6-4947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6.47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825 20 9674 0 0,'-19'-5'830'0'0,"1"0"0"0"0,-1 2 0 0 0,0 0 0 0 0,-1 1 0 0 0,1 1 0 0 0,0 1-1 0 0,-37 4 1 0 0,21 1-249 0 0,0 2-1 0 0,1 1 0 0 0,-47 18 1 0 0,57-16-444 0 0,0 1 1 0 0,1 1-1 0 0,0 1 1 0 0,1 2-1 0 0,1 0 1 0 0,0 1-1 0 0,1 1 1 0 0,1 1 0 0 0,0 0-1 0 0,-21 30 1 0 0,14-15-111 0 0,3 2 1 0 0,0 1-1 0 0,3 1 0 0 0,0 0 1 0 0,-23 69-1 0 0,33-75-32 0 0,2-1-1 0 0,1 1 0 0 0,1 0 0 0 0,2 1 0 0 0,1 0 0 0 0,1-1 0 0 0,2 1 1 0 0,7 56-1 0 0,-4-66-83 0 0,1 1 1 0 0,1-1-1 0 0,1 0 0 0 0,1 0 1 0 0,1-1-1 0 0,1 0 1 0 0,1-1-1 0 0,1 1 0 0 0,1-2 1 0 0,0 0-1 0 0,1 0 1 0 0,31 32-1 0 0,-17-27-151 0 0,1-1 1 0 0,1-2-1 0 0,1-1 0 0 0,1-1 1 0 0,0-1-1 0 0,1-2 0 0 0,1-1 1 0 0,1-2-1 0 0,61 16 0 0 0,-41-16 83 0 0,1-3-1 0 0,0-2 0 0 0,1-2 0 0 0,0-3 0 0 0,90-6 1 0 0,-121 0 353 0 0,-1-2 0 0 0,0 0 0 0 0,0-1 0 0 0,0-2 0 0 0,0 0 0 0 0,-1-2 0 0 0,-1 0 0 0 0,0-2 0 0 0,0 0 0 0 0,-1-1 0 0 0,-1-1 0 0 0,0-2 0 0 0,-1 1 0 0 0,20-24 0 0 0,-13 12 80 0 0,-1-2 0 0 0,-2 0 0 0 0,0-2 0 0 0,-3 0 0 0 0,0-2 0 0 0,-2 0 0 0 0,-2-1 0 0 0,22-63 0 0 0,-28 62-174 0 0,-1 0 0 0 0,-2-1 0 0 0,-2 0 0 0 0,-1 0 0 0 0,-2-1 1 0 0,-1 1-1 0 0,-2-1 0 0 0,-1 1 0 0 0,-10-46 0 0 0,6 51-99 0 0,-2 0-1 0 0,-1 1 0 0 0,-1 1 1 0 0,-1-1-1 0 0,-2 2 0 0 0,-1-1 1 0 0,-1 2-1 0 0,-2 0 0 0 0,0 1 0 0 0,-2 1 1 0 0,-23-25-1 0 0,36 43-327 0 0,-1 0-1 0 0,0 0 1 0 0,0 1-1 0 0,-1 0 1 0 0,0 0 0 0 0,0 1-1 0 0,0 0 1 0 0,0 0-1 0 0,-1 1 1 0 0,0 0 0 0 0,-11-3-1 0 0,-5 4-6413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7.8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 11522 0 0,'1'-1'271'0'0,"0"0"0"0"0,0 0 0 0 0,0 0 0 0 0,0 0-1 0 0,1 0 1 0 0,-1 0 0 0 0,0 1 0 0 0,0-1-1 0 0,1 0 1 0 0,-1 0 0 0 0,1 1 0 0 0,-1-1 0 0 0,0 1-1 0 0,1-1 1 0 0,-1 1 0 0 0,1 0 0 0 0,-1 0-1 0 0,3-1 1 0 0,-3 2-177 0 0,0-1 0 0 0,-1 1-1 0 0,1-1 1 0 0,0 0 0 0 0,-1 1-1 0 0,1-1 1 0 0,-1 1 0 0 0,1-1 0 0 0,0 1-1 0 0,-1 0 1 0 0,1-1 0 0 0,-1 1-1 0 0,1 0 1 0 0,-1-1 0 0 0,0 1-1 0 0,1 0 1 0 0,-1-1 0 0 0,0 1 0 0 0,1 0-1 0 0,-1 0 1 0 0,0-1 0 0 0,0 1-1 0 0,0 0 1 0 0,0 0 0 0 0,0 0 0 0 0,1-1-1 0 0,-2 1 1 0 0,1 0 0 0 0,0 0-1 0 0,0 0 1 0 0,0-1 0 0 0,0 1 0 0 0,0 0-1 0 0,-1 1 1 0 0,-16 68 1314 0 0,12-56-1219 0 0,1 0 0 0 0,1 0 1 0 0,0 0-1 0 0,1 0 0 0 0,0 1 0 0 0,1 19 1 0 0,1-31-160 0 0,0 0 0 0 0,1 1 1 0 0,0-1-1 0 0,0 0 1 0 0,0 0-1 0 0,0 0 0 0 0,0 0 1 0 0,1 0-1 0 0,-1 0 0 0 0,1 0 1 0 0,0-1-1 0 0,-1 1 1 0 0,5 4-1 0 0,-2-4-1 0 0,-1 0 0 0 0,1-1 0 0 0,0 1 0 0 0,0-1 0 0 0,0 1 0 0 0,0-1 0 0 0,0-1 0 0 0,0 1 0 0 0,1 0 0 0 0,-1-1 0 0 0,1 0 0 0 0,4 1 0 0 0,1-1-17 0 0,0 0 0 0 0,-1-1 0 0 0,1 0-1 0 0,0 0 1 0 0,-1-1 0 0 0,1 0 0 0 0,0-1-1 0 0,-1 0 1 0 0,13-5 0 0 0,-2 0-481 0 0,0-2 0 0 0,-1 0-1 0 0,22-14 1 0 0,-26 13-626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8.0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 6 3225 0 0,'-1'-1'166'0'0,"-1"0"0"0"0,0 1 0 0 0,0-1 0 0 0,0 0 0 0 0,0 1 0 0 0,0 0 0 0 0,0-1 0 0 0,0 1 0 0 0,-15 8 7049 0 0,16-7-6940 0 0,1 24 7008 0 0,4-5-7962 0 0,7 43 2590 0 0,3 85 0 0 0,-2-17-2172 0 0,-4-93-1963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8.4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759 88 10594 0 0,'-28'-9'915'0'0,"0"2"-1"0"0,-1 1 1 0 0,0 1-1 0 0,0 2 1 0 0,0 1-1 0 0,0 1 1 0 0,0 1-1 0 0,-35 6 1 0 0,44-4-770 0 0,1 2-1 0 0,0 1 1 0 0,0 0 0 0 0,0 1 0 0 0,1 1 0 0 0,0 1 0 0 0,0 1-1 0 0,1 0 1 0 0,0 1 0 0 0,1 1 0 0 0,0 1 0 0 0,0 0 0 0 0,-14 15-1 0 0,9-4-150 0 0,1 1 0 0 0,1 0 0 0 0,0 2 0 0 0,2 0-1 0 0,2 1 1 0 0,0 0 0 0 0,2 1 0 0 0,0 1 0 0 0,2 0-1 0 0,2 1 1 0 0,0 0 0 0 0,-5 39 0 0 0,11-43-33 0 0,0 1 0 0 0,2 0 0 0 0,0-1 0 0 0,2 1 0 0 0,2 0 0 0 0,0 0 1 0 0,1-1-1 0 0,2 0 0 0 0,0 0 0 0 0,2 0 0 0 0,1-1 0 0 0,1 0 0 0 0,1-1 0 0 0,22 36 0 0 0,-21-44-2 0 0,0 0 0 0 0,1-1-1 0 0,1-1 1 0 0,0 0 0 0 0,1-1-1 0 0,1 0 1 0 0,-1-1 0 0 0,2-1-1 0 0,0-1 1 0 0,0 0 0 0 0,1-1-1 0 0,0-1 1 0 0,36 11 0 0 0,-8-6 102 0 0,0-2 0 0 0,1-3 1 0 0,1-1-1 0 0,77 1 0 0 0,-91-8-38 0 0,0-2-1 0 0,-1-1 1 0 0,1-2-1 0 0,-1-1 1 0 0,0-2-1 0 0,0-1 1 0 0,-1-1-1 0 0,0-2 1 0 0,35-19-1 0 0,-40 18 25 0 0,-1-2 1 0 0,-1-1-1 0 0,-1-1 0 0 0,0-1 0 0 0,-2-1 0 0 0,0-1 1 0 0,-1-1-1 0 0,-1-1 0 0 0,-1-1 0 0 0,28-43 0 0 0,-25 29 60 0 0,-2-1-1 0 0,-2-1 1 0 0,-1 0-1 0 0,-2-1 1 0 0,-2-1-1 0 0,-1 0 0 0 0,-3-1 1 0 0,6-52-1 0 0,-13 71-111 0 0,0 1 0 0 0,-2-1 0 0 0,-1 0 0 0 0,0 1 0 0 0,-2-1 0 0 0,-1 1 0 0 0,0 0 0 0 0,-2 0 0 0 0,0 0 0 0 0,-2 1 0 0 0,0 0 0 0 0,-1 0 0 0 0,-2 1 0 0 0,0 0-1 0 0,0 1 1 0 0,-2 0 0 0 0,-19-21 0 0 0,24 31-301 0 0,-2 0-1 0 0,1 0 0 0 0,-1 1 0 0 0,-1 0 1 0 0,-13-7-1 0 0,-18-7-6777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09.8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249 1 6913 0 0,'-7'0'547'0'0,"1"1"-1"0"0,-1 0 0 0 0,1 0 0 0 0,-1 1 0 0 0,1 0 0 0 0,0 0 0 0 0,-1 1 0 0 0,-10 5 0 0 0,-45 32 1944 0 0,54-34-2086 0 0,-7 4 234 0 0,5-5-291 0 0,1 1 0 0 0,0 0 0 0 0,1 1 0 0 0,0 0 0 0 0,0 0 0 0 0,0 1 0 0 0,1-1 0 0 0,0 2-1 0 0,-11 15 1 0 0,18-22-300 0 0,-1 0 0 0 0,1-1 1 0 0,-1 1-1 0 0,1-1 0 0 0,0 1 0 0 0,0 0 0 0 0,0 0 0 0 0,-1-1 0 0 0,2 1 0 0 0,-1 0 0 0 0,0-1 0 0 0,0 1 0 0 0,0 0 0 0 0,1-1 0 0 0,-1 1 0 0 0,1-1 1 0 0,-1 1-1 0 0,2 2 0 0 0,1 0-22 0 0,-1 0 0 0 0,1 0 1 0 0,0-1-1 0 0,-1 1 0 0 0,2-1 1 0 0,5 6-1 0 0,4 0-15 0 0,0 1 0 0 0,0-2-1 0 0,15 7 1 0 0,57 21-10 0 0,-60-27 0 0 0,1 2 0 0 0,31 18 0 0 0,-57-29 6 0 0,1 0 1 0 0,-1 0-1 0 0,1 0 0 0 0,-1 1 0 0 0,1-1 0 0 0,-1 0 1 0 0,0 0-1 0 0,1 1 0 0 0,-1-1 0 0 0,1 0 0 0 0,-1 1 1 0 0,0-1-1 0 0,1 1 0 0 0,-1-1 0 0 0,0 0 0 0 0,1 1 0 0 0,-1-1 1 0 0,0 1-1 0 0,0-1 0 0 0,1 1 0 0 0,-1-1 0 0 0,0 1 1 0 0,0-1-1 0 0,0 1 0 0 0,0-1 0 0 0,1 1 0 0 0,-1-1 1 0 0,0 1-1 0 0,0-1 0 0 0,0 1 0 0 0,0-1 0 0 0,0 1 1 0 0,-1-1-1 0 0,1 1 0 0 0,0 0 0 0 0,0-1 0 0 0,0 1 0 0 0,0-1 1 0 0,-1 1-1 0 0,0 1 45 0 0,-1-1 1 0 0,1 1 0 0 0,-1 0-1 0 0,0-1 1 0 0,0 0 0 0 0,0 1-1 0 0,0-1 1 0 0,1 0-1 0 0,-5 2 1 0 0,-48 15 857 0 0,34-13-652 0 0,0-1 0 0 0,-36 2 0 0 0,15-6-6488 0 0,22-1-712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0.3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0 197 2304 0 0,'16'-2'1109'0'0,"-1"-1"-1"0"0,0-1 0 0 0,-1 0 0 0 0,1-1 0 0 0,21-11 1 0 0,-32 14-934 0 0,-1 1 0 0 0,0-1 1 0 0,1 0-1 0 0,-1 0 0 0 0,0 0 1 0 0,0 0-1 0 0,0-1 0 0 0,0 1 0 0 0,-1-1 1 0 0,1 0-1 0 0,-1 0 0 0 0,0 0 1 0 0,1 0-1 0 0,-1 0 0 0 0,-1 0 1 0 0,1-1-1 0 0,0 1 0 0 0,-1-1 1 0 0,0 1-1 0 0,1-1 0 0 0,-1 0 0 0 0,-1 1 1 0 0,1-1-1 0 0,-1 0 0 0 0,1 0 1 0 0,-1 1-1 0 0,0-1 0 0 0,-1-4 1 0 0,-1 2 457 0 0,-1 0-1 0 0,0-1 1 0 0,0 2 0 0 0,0-1 0 0 0,-1 0 0 0 0,0 1 0 0 0,0-1 0 0 0,0 1 0 0 0,-1 0-1 0 0,-7-5 1 0 0,8 5 97 0 0,6 7-663 0 0,0-1 1 0 0,0 0-1 0 0,0 1 1 0 0,0-1 0 0 0,0 0-1 0 0,1 0 1 0 0,-1-1 0 0 0,0 1-1 0 0,4 0 1 0 0,-5-1-14 0 0,1 1 1 0 0,-1-1 0 0 0,1 0-1 0 0,-1 1 1 0 0,1-1 0 0 0,-1 1-1 0 0,1-1 1 0 0,-1 1-1 0 0,0 0 1 0 0,1 0 0 0 0,-1 0-1 0 0,0-1 1 0 0,0 1 0 0 0,0 0-1 0 0,1 1 1 0 0,-1-1-1 0 0,1 2 1 0 0,7 26 802 0 0,-6-13-1017 0 0,27 189 475 0 0,-22-133-244 0 0,33 133-1 0 0,-36-186-274 0 0,16 35 1 0 0,-4-27-2484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0.6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77 1840 0 0,'1'-3'229'0'0,"-1"0"-1"0"0,1-1 1 0 0,0 1-1 0 0,0 0 1 0 0,0 0-1 0 0,1 0 1 0 0,-1 0-1 0 0,1 0 0 0 0,-1 1 1 0 0,1-1-1 0 0,0 0 1 0 0,4-3-1 0 0,-1 2 518 0 0,-1 0-1 0 0,1 1 1 0 0,0 0-1 0 0,1 0 1 0 0,-1 1-1 0 0,8-4 1 0 0,-6 4-193 0 0,0 0 1 0 0,0 0-1 0 0,0 1 1 0 0,1 0 0 0 0,-1 0-1 0 0,1 1 1 0 0,-1 0-1 0 0,0 0 1 0 0,1 1-1 0 0,7 1 1 0 0,-13-2-452 0 0,0 0 1 0 0,-1 0 0 0 0,1 1-1 0 0,0-1 1 0 0,-1 0-1 0 0,1 1 1 0 0,0 0 0 0 0,-1-1-1 0 0,1 1 1 0 0,-1 0 0 0 0,1 0-1 0 0,-1 0 1 0 0,0 0-1 0 0,1 0 1 0 0,-1 0 0 0 0,0 0-1 0 0,1 0 1 0 0,-1 0-1 0 0,0 1 1 0 0,0-1 0 0 0,0 1-1 0 0,0-1 1 0 0,0 1 0 0 0,-1-1-1 0 0,1 1 1 0 0,0-1-1 0 0,-1 1 1 0 0,1-1 0 0 0,-1 1-1 0 0,1 0 1 0 0,-1 0-1 0 0,0-1 1 0 0,0 1 0 0 0,0 0-1 0 0,0-1 1 0 0,0 1-1 0 0,0 0 1 0 0,0 0 0 0 0,-1-1-1 0 0,1 1 1 0 0,-1 0 0 0 0,1-1-1 0 0,-1 1 1 0 0,1-1-1 0 0,-1 1 1 0 0,0-1 0 0 0,0 1-1 0 0,-2 2 1 0 0,-3 6 19 0 0,-1 1 1 0 0,-1-2 0 0 0,0 1-1 0 0,0-1 1 0 0,-1 0-1 0 0,0-1 1 0 0,-1 0-1 0 0,0 0 1 0 0,0-1-1 0 0,-20 10 1 0 0,-35 28-4381 0 0,49-24 2504 0 0,11-15 1740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0.8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0 240 4401 0 0,'16'-1'604'0'0,"-1"-1"-1"0"0,1 0 1 0 0,-1-1 0 0 0,0-1 0 0 0,0-1-1 0 0,0 0 1 0 0,0 0 0 0 0,-1-2 0 0 0,0 0-1 0 0,0 0 1 0 0,-1-2 0 0 0,0 1 0 0 0,0-2-1 0 0,-1 0 1 0 0,-1 0 0 0 0,13-14-1 0 0,-20 17-335 0 0,0-2 0 0 0,0 1 0 0 0,0 0 0 0 0,-1-1 0 0 0,0 0-1 0 0,-1 0 1 0 0,0 0 0 0 0,0 0 0 0 0,-1 0 0 0 0,0 0 0 0 0,-2-16 2944 0 0,-1 30-2160 0 0,0 12-442 0 0,4-11-577 0 0,1 0 1 0 0,-1-1 0 0 0,1 1-1 0 0,0-1 1 0 0,1 0 0 0 0,-1 0-1 0 0,1 0 1 0 0,0 0 0 0 0,0-1-1 0 0,6 5 1 0 0,51 40 72 0 0,-53-44-86 0 0,12 9-140 0 0,36 20-1 0 0,-20-19-6346 0 0,-17-10-532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1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141 143 1840 0 0,'4'-33'2682'0'0,"-3"23"-1089"0"0,0 0-1 0 0,0 0 1 0 0,0-1 0 0 0,-1 1 0 0 0,-2-13-1 0 0,1 21-1381 0 0,1 0-1 0 0,0 1 1 0 0,-1-1-1 0 0,1 0 1 0 0,-1 0 0 0 0,0 1-1 0 0,0-1 1 0 0,0 1-1 0 0,1-1 1 0 0,-1 1-1 0 0,-1-1 1 0 0,1 1-1 0 0,0-1 1 0 0,0 1-1 0 0,0 0 1 0 0,-1 0 0 0 0,1 0-1 0 0,-1 0 1 0 0,1 0-1 0 0,-1 0 1 0 0,1 0-1 0 0,-1 0 1 0 0,1 0-1 0 0,-1 1 1 0 0,0-1-1 0 0,1 1 1 0 0,-1-1 0 0 0,0 1-1 0 0,0 0 1 0 0,0-1-1 0 0,1 1 1 0 0,-1 0-1 0 0,0 0 1 0 0,0 0-1 0 0,-2 1 1 0 0,0 0-144 0 0,0 0 1 0 0,1 0-1 0 0,0 0 0 0 0,-1 1 0 0 0,1-1 1 0 0,0 1-1 0 0,0 0 0 0 0,0 0 0 0 0,0 0 1 0 0,0 0-1 0 0,0 1 0 0 0,0-1 1 0 0,1 1-1 0 0,-1 0 0 0 0,1-1 0 0 0,0 1 1 0 0,0 0-1 0 0,0 0 0 0 0,-2 4 1 0 0,-2 5-58 0 0,-1 1 0 0 0,2-1 1 0 0,-8 24-1 0 0,11-30-2 0 0,0 0 0 0 0,1 1 0 0 0,0-1 0 0 0,0 1 0 0 0,0-1 0 0 0,1 1 0 0 0,0-1 0 0 0,1 1 0 0 0,-1-1 0 0 0,1 1 0 0 0,0-1 0 0 0,0 0 0 0 0,1 1 1 0 0,0-1-1 0 0,3 7 0 0 0,-2-9-150 0 0,-1 1 1 0 0,1-1 0 0 0,0 0-1 0 0,0 0 1 0 0,1-1 0 0 0,-1 1-1 0 0,1-1 1 0 0,0 1 0 0 0,0-1-1 0 0,0 0 1 0 0,0-1 0 0 0,0 1-1 0 0,1-1 1 0 0,-1 0 0 0 0,1 0-1 0 0,-1 0 1 0 0,1 0 0 0 0,0-1-1 0 0,0 0 1 0 0,6 1 0 0 0,13 1-7174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1.4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34 70 1376 0 0,'-16'-26'2729'0'0,"-2"-17"8945"0"0,27 58-6867 0 0,6 10-4144 0 0,45 151 1006 0 0,-8-21-1198 0 0,-40-126-552 0 0,8 26 264 0 0,-9-19-2904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1.6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6 239 7370 0 0,'-3'-13'483'0'0,"2"0"1"0"0,0 0 0 0 0,0 0-1 0 0,1 0 1 0 0,1 0 0 0 0,0 0 0 0 0,4-17-1 0 0,-4 22-160 0 0,1 1-1 0 0,0 0 0 0 0,0 0 1 0 0,1 0-1 0 0,0 0 1 0 0,0 1-1 0 0,0-1 1 0 0,1 1-1 0 0,0 0 0 0 0,0 0 1 0 0,1 0-1 0 0,0 0 1 0 0,0 1-1 0 0,9-8 0 0 0,-11 11-345 0 0,0 1-1 0 0,0-1 0 0 0,0 0 1 0 0,0 1-1 0 0,1 0 0 0 0,-1 0 1 0 0,0 0-1 0 0,1 0 0 0 0,-1 1 1 0 0,1-1-1 0 0,-1 1 0 0 0,1 0 0 0 0,-1 0 1 0 0,1 0-1 0 0,-1 0 0 0 0,6 2 1 0 0,4-1 89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2.1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1 159 8290 0 0,'2'-3'867'0'0,"1"0"1"0"0,0 1-1 0 0,0-1 1 0 0,0 1-1 0 0,1 0 1 0 0,-1 0-1 0 0,0 0 1 0 0,1 0 0 0 0,6-1-1 0 0,-8 2-573 0 0,0 0 1 0 0,1 1-1 0 0,-1 0 1 0 0,0 0-1 0 0,1-1 0 0 0,-1 1 1 0 0,1 1-1 0 0,-1-1 1 0 0,0 0-1 0 0,1 0 0 0 0,-1 1 1 0 0,5 1-1 0 0,-4 0-185 0 0,1 0-1 0 0,0 0 0 0 0,-1 1 1 0 0,1-1-1 0 0,-1 1 0 0 0,0 0 1 0 0,0 0-1 0 0,0 0 0 0 0,0 0 1 0 0,-1 0-1 0 0,1 1 0 0 0,-1-1 1 0 0,0 1-1 0 0,0 0 0 0 0,0-1 1 0 0,2 8-1 0 0,3 16-88 0 0,-7-25 49 0 0,-2-17 101 0 0,1-7-430 0 0,1 0 1 0 0,2 0-1 0 0,0 1 0 0 0,1-1 1 0 0,0 0-1 0 0,12-31 0 0 0,-9 29-7324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2.5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0 4609 0 0,'-5'4'811'0'0,"-1"0"1"0"0,0 0-1 0 0,1-1 0 0 0,-13 6 1 0 0,-15 8 415 0 0,20-7-1130 0 0,0 0 0 0 0,0 1 0 0 0,1 0 0 0 0,-13 16 0 0 0,22-24-51 0 0,1 1 0 0 0,-1-1 0 0 0,1 1 0 0 0,0-1 0 0 0,0 1 0 0 0,0 0 0 0 0,1 0 0 0 0,-1 0 0 0 0,1 0 0 0 0,-1 4 1 0 0,2-6 10 0 0,0 0 0 0 0,0 0 1 0 0,0 0-1 0 0,0 0 1 0 0,0 0-1 0 0,1 0 1 0 0,-1 0-1 0 0,0 0 0 0 0,1 0 1 0 0,0 0-1 0 0,-1 0 1 0 0,1 0-1 0 0,0 0 1 0 0,0 0-1 0 0,0 0 0 0 0,1-1 1 0 0,-1 1-1 0 0,0 0 1 0 0,0-1-1 0 0,1 1 1 0 0,1 1-1 0 0,-1-1-5 0 0,0 0 1 0 0,0-1 0 0 0,0 1-1 0 0,0 0 1 0 0,0-1-1 0 0,1 1 1 0 0,-1-1-1 0 0,1 0 1 0 0,-1 0 0 0 0,1 0-1 0 0,-1 0 1 0 0,1 0-1 0 0,-1 0 1 0 0,1-1-1 0 0,0 1 1 0 0,-1-1 0 0 0,1 0-1 0 0,0 0 1 0 0,-1 0-1 0 0,1 0 1 0 0,0 0-1 0 0,-1-1 1 0 0,1 1 0 0 0,0-1-1 0 0,-1 0 1 0 0,1 1-1 0 0,-1-1 1 0 0,1 0-1 0 0,-1-1 1 0 0,1 1 0 0 0,-1 0-1 0 0,3-3 1 0 0,6-4-86 0 0,-1-1 1 0 0,0-1 0 0 0,-1 0-1 0 0,0 0 1 0 0,10-14 0 0 0,3-4 486 0 0,-5 14 1008 0 0,-16 14-1419 0 0,-1 0 0 0 0,0 0 0 0 0,1 0 0 0 0,-1 0 0 0 0,0 0 0 0 0,1 0 0 0 0,-1 0 0 0 0,0 0 0 0 0,0 0 0 0 0,1 0-1 0 0,-1 0 1 0 0,0 0 0 0 0,1 0 0 0 0,-1 1 0 0 0,0-1 0 0 0,0 0 0 0 0,1 0 0 0 0,-1 0 0 0 0,0 0 0 0 0,0 0 0 0 0,1 1 0 0 0,-1-1 0 0 0,0 0 0 0 0,0 0 0 0 0,0 0-1 0 0,1 1 1 0 0,-1-1 0 0 0,0 0 0 0 0,0 0 0 0 0,0 1 0 0 0,0-1 0 0 0,0 0 0 0 0,0 0 0 0 0,1 1 0 0 0,-1-1 0 0 0,1 6 373 0 0,0-1-1 0 0,-1 0 1 0 0,0 1 0 0 0,0-1 0 0 0,0 8 0 0 0,0 18 70 0 0,1-28-561 0 0,0 0-1 0 0,0 0 0 0 0,0-1 0 0 0,0 1 0 0 0,0 0 1 0 0,0 0-1 0 0,1-1 0 0 0,-1 1 0 0 0,4 3 0 0 0,-4-5-395 0 0,0 0-1 0 0,0 0 1 0 0,1 0-1 0 0,-1 0 1 0 0,0 0-1 0 0,1 0 1 0 0,-1 0-1 0 0,0-1 0 0 0,1 1 1 0 0,-1 0-1 0 0,1-1 1 0 0,1 1-1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2.7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 70 7370 0 0,'-2'-21'458'0'0,"1"-6"-19"0"0,0 5 5045 0 0,8 49 562 0 0,0-1-5131 0 0,21 138 1401 0 0,20 95-1927 0 0,-32-163-1189 0 0,-11-67 52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3.4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8 10306 0 0,'0'0'141'0'0,"1"-1"0"0"0,-1 1 0 0 0,1-1 0 0 0,-1 0 0 0 0,1 1 1 0 0,-1-1-1 0 0,1 1 0 0 0,-1 0 0 0 0,1-1 0 0 0,0 1 0 0 0,-1-1 0 0 0,1 1 0 0 0,0 0 0 0 0,0 0 0 0 0,-1-1 0 0 0,1 1 0 0 0,0 0 0 0 0,-1 0 0 0 0,1 0 0 0 0,0 0 0 0 0,0 0 0 0 0,-1 0 1 0 0,1 0-1 0 0,0 0 0 0 0,0 0 0 0 0,0 0 0 0 0,-1 0 0 0 0,2 1 0 0 0,-1-1 84 0 0,0 1 1 0 0,0 0-1 0 0,1 0 0 0 0,-1 0 1 0 0,-1 0-1 0 0,1 1 1 0 0,0-1-1 0 0,0 0 1 0 0,0 0-1 0 0,0 0 0 0 0,-1 1 1 0 0,1-1-1 0 0,0 3 1 0 0,2 4 346 0 0,-1 0 1 0 0,0 0 0 0 0,1 17 0 0 0,-3 52 645 0 0,-1-52-942 0 0,1 0 0 0 0,1 0 1 0 0,1-1-1 0 0,7 36 0 0 0,-7-54-256 0 0,-1 0 0 0 0,1 0-1 0 0,1 0 1 0 0,-1-1-1 0 0,1 1 1 0 0,0-1 0 0 0,0 0-1 0 0,0 1 1 0 0,1-1-1 0 0,0-1 1 0 0,0 1 0 0 0,0-1-1 0 0,0 1 1 0 0,1-1-1 0 0,0 0 1 0 0,0-1 0 0 0,0 1-1 0 0,0-1 1 0 0,0 0-1 0 0,1 0 1 0 0,-1-1 0 0 0,12 4-1 0 0,-13-5-3 0 0,0 0 0 0 0,0 0-1 0 0,0-1 1 0 0,1 1-1 0 0,-1-1 1 0 0,0 0 0 0 0,0 0-1 0 0,0-1 1 0 0,0 1 0 0 0,0-1-1 0 0,0 0 1 0 0,0 0 0 0 0,0 0-1 0 0,0 0 1 0 0,0-1 0 0 0,0 0-1 0 0,-1 0 1 0 0,1 0 0 0 0,-1 0-1 0 0,1 0 1 0 0,-1-1 0 0 0,0 1-1 0 0,0-1 1 0 0,0 0 0 0 0,0 0-1 0 0,0 0 1 0 0,-1 0 0 0 0,0-1-1 0 0,4-5 1 0 0,5-10-298 0 0,-1 0 1 0 0,-1-1 0 0 0,-1 0-1 0 0,8-28 1 0 0,-12 33-370 0 0,5-11-6996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3.6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6449 0 0,'6'3'1314'0'0,"0"1"-1"0"0,1 0 0 0 0,-1 0 0 0 0,-1 0 0 0 0,1 1 0 0 0,6 6 0 0 0,-9-7-729 0 0,1 1 0 0 0,-1-1-1 0 0,0 0 1 0 0,0 1 0 0 0,0-1-1 0 0,-1 1 1 0 0,0 0 0 0 0,2 5 0 0 0,-2-4-581 0 0,-1 0 1 0 0,0-1-1 0 0,0 1 1 0 0,-1 0 0 0 0,0 0-1 0 0,0 0 1 0 0,0 0-1 0 0,-1-1 1 0 0,1 1-1 0 0,-1 0 1 0 0,-1 0 0 0 0,1-1-1 0 0,-1 1 1 0 0,0-1-1 0 0,0 1 1 0 0,-1-1 0 0 0,-4 8-1 0 0,2-5-2073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3.7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 21 8754 0 0,'-7'-7'776'0'0,"3"2"-616"0"0,0-2 1440 0 0,2 6-1031 0 0,1 2-778 0 0,-2 2 9 0 0,3 4 0 0 0,0 5 200 0 0,2 0 72 0 0,0 2 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4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24 8754 0 0,'2'0'280'0'0,"1"1"1"0"0,-1 0-1 0 0,1-1 1 0 0,-1 0-1 0 0,1 1 0 0 0,-1-1 1 0 0,1 0-1 0 0,-1 0 1 0 0,1 0-1 0 0,3-1 1 0 0,-2 0 63 0 0,-1 1 1 0 0,1-1-1 0 0,-1 1 1 0 0,1 1-1 0 0,-1-1 1 0 0,1 0 0 0 0,4 2-1 0 0,-5 0-111 0 0,0 0 0 0 0,1 0-1 0 0,-1 0 1 0 0,-1 0 0 0 0,1 1 0 0 0,0 0-1 0 0,0-1 1 0 0,-1 1 0 0 0,0 0 0 0 0,1 0-1 0 0,-1 0 1 0 0,0 1 0 0 0,-1-1 0 0 0,1 0-1 0 0,2 7 1 0 0,17 60 1473 0 0,-17-52-1291 0 0,-2-8-334 0 0,5 18 35 0 0,-6-26-114 0 0,-1-1 1 0 0,0 0-1 0 0,1 0 0 0 0,-1 0 0 0 0,1 0 0 0 0,-1 0 0 0 0,1 0 0 0 0,-1 0 0 0 0,1 0 0 0 0,0 0 0 0 0,-1-1 0 0 0,1 1 0 0 0,0 0 0 0 0,0 0 0 0 0,0 0 0 0 0,-1-1 0 0 0,1 1 0 0 0,2 0 0 0 0,-2-3 4 0 0,1 0 0 0 0,-1 0 0 0 0,0 0 0 0 0,1 0 0 0 0,-1 0 0 0 0,0-1 0 0 0,-1 1 0 0 0,1 0 0 0 0,1-4 0 0 0,-1 3-2 0 0,2-7-3 0 0,5-13 16 0 0,0 1 0 0 0,2-1 0 0 0,12-20 0 0 0,-19 38-14 0 0,1 0 1 0 0,-1-1-1 0 0,1 1 1 0 0,0 1-1 0 0,0-1 1 0 0,1 1-1 0 0,-1-1 1 0 0,1 1-1 0 0,0 1 1 0 0,0-1-1 0 0,1 1 1 0 0,-1 0-1 0 0,0 0 1 0 0,1 0-1 0 0,0 1 1 0 0,11-4-1 0 0,-15 6 3 0 0,0-1 0 0 0,0 1-1 0 0,-1 0 1 0 0,1 0-1 0 0,0 0 1 0 0,0 0 0 0 0,0 0-1 0 0,-1 0 1 0 0,1 1-1 0 0,0-1 1 0 0,0 1-1 0 0,-1-1 1 0 0,1 1 0 0 0,0-1-1 0 0,-1 1 1 0 0,1 0-1 0 0,-1 0 1 0 0,1 0 0 0 0,-1 0-1 0 0,1 0 1 0 0,-1 0-1 0 0,0 0 1 0 0,1 1-1 0 0,0 1 1 0 0,3 3-54 0 0,0 1 0 0 0,-1 0 0 0 0,0 0 0 0 0,4 11 0 0 0,-6-12-216 0 0,1 0 0 0 0,0 0 0 0 0,1 0 0 0 0,-1-1 0 0 0,1 1 0 0 0,5 5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4.3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251 39 4145 0 0,'0'-2'175'0'0,"0"1"1"0"0,0-1 0 0 0,-1 0-1 0 0,1 0 1 0 0,-1 1-1 0 0,1-1 1 0 0,-1 0 0 0 0,0 1-1 0 0,1-1 1 0 0,-1 0-1 0 0,0 1 1 0 0,0-1 0 0 0,0 1-1 0 0,-1 0 1 0 0,1-1-1 0 0,0 1 1 0 0,0 0 0 0 0,-1 0-1 0 0,1 0 1 0 0,-1 0-1 0 0,1 0 1 0 0,-1 0 0 0 0,1 0-1 0 0,-3-1 1 0 0,0 1 24 0 0,1 1 0 0 0,-1-1 1 0 0,1 1-1 0 0,-1 0 0 0 0,1 0 1 0 0,-1 0-1 0 0,1 0 0 0 0,-1 1 1 0 0,1-1-1 0 0,-1 1 0 0 0,-5 2 1 0 0,-5 2 164 0 0,1 0 0 0 0,0 2 0 0 0,1-1 0 0 0,-1 2 0 0 0,-13 10 0 0 0,15-10-36 0 0,1 0-1 0 0,0 1 1 0 0,0 0-1 0 0,1 1 0 0 0,-11 15 1 0 0,18-22-251 0 0,0-1 0 0 0,0 1 0 0 0,1-1 0 0 0,-1 1 0 0 0,1-1 0 0 0,0 1 0 0 0,0 0 1 0 0,0-1-1 0 0,0 1 0 0 0,1 0 0 0 0,-1 0 0 0 0,1 0 0 0 0,-1 0 0 0 0,1 0 0 0 0,0 0 0 0 0,0 0 1 0 0,0 0-1 0 0,1-1 0 0 0,-1 1 0 0 0,1 0 0 0 0,-1 0 0 0 0,1 0 0 0 0,0 0 0 0 0,0-1 0 0 0,1 1 1 0 0,-1 0-1 0 0,0-1 0 0 0,1 1 0 0 0,-1-1 0 0 0,5 4 0 0 0,5 6-4 0 0,1-2 0 0 0,0 1 0 0 0,1-2 0 0 0,21 13-1 0 0,30 23-265 0 0,-63-44 134 0 0,36 37-348 0 0,-35-36-8 0 0,0 1 1 0 0,-1-1-1 0 0,1 1 1 0 0,-1 0-1 0 0,1 0 1 0 0,-1 0-1 0 0,0 0 1 0 0,0 0-1 0 0,-1 0 1 0 0,1 0 0 0 0,-1 0-1 0 0,1 0 1 0 0,-1 0-1 0 0,0 6 1 0 0,-2 6-4354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26:14.6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46 5 14747 0 0,'7'-1'648'0'0,"0"-2"2185"0"0,-10 3-1793 0 0,-1 0 8 0 0,1 1-616 0 0,-20 9-368 0 0,15-5-1896 0 0,-1 3-384 0 0,4 2-81 0 0,1 2-7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2.6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124 359 1840 0 0,'-1'0'-46'0'0,"-11"5"785"0"0,-1 0 1 0 0,-23 5-1 0 0,34-10-505 0 0,0 1 0 0 0,0 0 0 0 0,0-1 0 0 0,0 0 0 0 0,-1 1-1 0 0,1-1 1 0 0,0 0 0 0 0,0 0 0 0 0,0-1 0 0 0,-1 1-1 0 0,1 0 1 0 0,0-1 0 0 0,0 1 0 0 0,0-1 0 0 0,0 0-1 0 0,0 1 1 0 0,0-1 0 0 0,0 0 0 0 0,0 0 0 0 0,0-1-1 0 0,0 1 1 0 0,0 0 0 0 0,1-1 0 0 0,-1 1 0 0 0,-2-4-1 0 0,2 3-75 0 0,1-1-1 0 0,0-1 1 0 0,0 1-1 0 0,1 0 0 0 0,-1 0 1 0 0,1 0-1 0 0,0 0 1 0 0,-1-1-1 0 0,1 1 0 0 0,1 0 1 0 0,-1 0-1 0 0,0 0 1 0 0,1 0-1 0 0,-1-1 0 0 0,1 1 1 0 0,0 0-1 0 0,3-6 1 0 0,26-52 1086 0 0,-26 55-1067 0 0,11-18 116 0 0,0 0 0 0 0,2 1 0 0 0,40-42 0 0 0,-45 53-187 0 0,0 1 1 0 0,0 0-1 0 0,2 1 0 0 0,-1 1 1 0 0,1 0-1 0 0,0 0 1 0 0,1 1-1 0 0,20-7 1 0 0,-34 15-106 0 0,0-1 1 0 0,0 1 0 0 0,0-1-1 0 0,1 1 1 0 0,-1-1 0 0 0,0 1 0 0 0,0 0-1 0 0,0 0 1 0 0,1 0 0 0 0,-1 0 0 0 0,0 0-1 0 0,0 0 1 0 0,1 0 0 0 0,-1 0-1 0 0,0 0 1 0 0,0 0 0 0 0,0 1 0 0 0,1-1-1 0 0,-1 1 1 0 0,0-1 0 0 0,0 1 0 0 0,0-1-1 0 0,0 1 1 0 0,2 1 0 0 0,-2-1 5 0 0,0 0 0 0 0,0 1 0 0 0,-1-1 0 0 0,1 1 0 0 0,0-1 1 0 0,-1 1-1 0 0,1 0 0 0 0,-1-1 0 0 0,1 1 0 0 0,-1-1 0 0 0,0 1 0 0 0,0 0 0 0 0,0-1 1 0 0,0 1-1 0 0,0 3 0 0 0,-2 7 80 0 0,0-1 1 0 0,0 1-1 0 0,-8 20 0 0 0,-31 69 776 0 0,-60 110-1 0 0,6-16-289 0 0,92-188-381 0 0,0 1-1 0 0,0-1 0 0 0,1 1 1 0 0,-1 0-1 0 0,2 0 0 0 0,-1 0 1 0 0,0 13-1 0 0,2-19-144 0 0,0 0-1 0 0,0 0 1 0 0,1-1-1 0 0,-1 1 1 0 0,0 0-1 0 0,1 0 1 0 0,0 0-1 0 0,-1-1 1 0 0,1 1 0 0 0,0 0-1 0 0,0 0 1 0 0,0-1-1 0 0,0 1 1 0 0,0-1-1 0 0,0 1 1 0 0,0-1-1 0 0,0 1 1 0 0,1-1-1 0 0,-1 0 1 0 0,1 0-1 0 0,-1 1 1 0 0,1-1-1 0 0,-1 0 1 0 0,1 0 0 0 0,-1-1-1 0 0,1 1 1 0 0,0 0-1 0 0,0 0 1 0 0,0-1-1 0 0,-1 1 1 0 0,1-1-1 0 0,0 0 1 0 0,0 1-1 0 0,0-1 1 0 0,0 0-1 0 0,0 0 1 0 0,2-1-1 0 0,6 1-5 0 0,-1-1 0 0 0,1 0-1 0 0,-1-1 1 0 0,1 0-1 0 0,-1-1 1 0 0,0 0-1 0 0,0 0 1 0 0,0-1 0 0 0,0 0-1 0 0,13-9 1 0 0,7-5 26 0 0,42-36 0 0 0,4-9-159 0 0,-45 36-6348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3.4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63 62 9674 0 0,'-3'-15'635'0'0,"-4"-18"1516"0"0,0 19 2434 0 0,5 16-4341 0 0,1-1 1 0 0,0 1-1 0 0,-1 0 1 0 0,1 0-1 0 0,0-1 1 0 0,0 1-1 0 0,0 0 1 0 0,0 0-1 0 0,1 0 1 0 0,-1 0-1 0 0,0 0 0 0 0,1 0 1 0 0,-1 3-1 0 0,1-2 44 0 0,-9 30-164 0 0,1 0 0 0 0,2 1-1 0 0,2 0 1 0 0,1 0 0 0 0,2 0 0 0 0,1 0 0 0 0,1 0-1 0 0,2 0 1 0 0,2 0 0 0 0,9 36 0 0 0,-11-60-143 0 0,1 0-1 0 0,0 0 1 0 0,0 0 0 0 0,1-1 0 0 0,1 1 0 0 0,-1-1 0 0 0,2 0-1 0 0,-1-1 1 0 0,14 14 0 0 0,-18-20 11 0 0,0 1 0 0 0,1-1 1 0 0,-1 0-1 0 0,1 0 0 0 0,0 0 0 0 0,-1 0 0 0 0,1 0 0 0 0,0 0 1 0 0,0-1-1 0 0,0 0 0 0 0,1 1 0 0 0,-1-1 0 0 0,0 0 1 0 0,0-1-1 0 0,1 1 0 0 0,-1-1 0 0 0,0 1 0 0 0,1-1 0 0 0,-1 0 1 0 0,0 0-1 0 0,1 0 0 0 0,-1-1 0 0 0,1 1 0 0 0,-1-1 0 0 0,0 0 1 0 0,0 0-1 0 0,1 0 0 0 0,-1 0 0 0 0,0-1 0 0 0,0 1 1 0 0,0-1-1 0 0,0 1 0 0 0,-1-1 0 0 0,4-3 0 0 0,-2 2-38 0 0,0-1-1 0 0,-1 1 1 0 0,0-1-1 0 0,1 0 0 0 0,-1 0 1 0 0,0 0-1 0 0,-1-1 1 0 0,1 1-1 0 0,-1-1 0 0 0,0 1 1 0 0,0-1-1 0 0,-1 0 1 0 0,3-7-1 0 0,-1-6-328 0 0,-1 0 1 0 0,1-28-1 0 0,-3 31 207 0 0,1 1 1 0 0,0-1-1 0 0,7-26 0 0 0,-8 41 174 0 0,0-1-1 0 0,0 1 1 0 0,0-1-1 0 0,0 1 1 0 0,0-1 0 0 0,0 1-1 0 0,0-1 1 0 0,0 1-1 0 0,1 0 1 0 0,-1-1-1 0 0,0 1 1 0 0,0-1-1 0 0,0 1 1 0 0,1-1 0 0 0,-1 1-1 0 0,0 0 1 0 0,1-1-1 0 0,-1 1 1 0 0,0 0-1 0 0,1-1 1 0 0,-1 1 0 0 0,0 0-1 0 0,1 0 1 0 0,-1-1-1 0 0,1 1 1 0 0,-1 0-1 0 0,0 0 1 0 0,1 0 0 0 0,-1-1-1 0 0,1 1 1 0 0,0 0-1 0 0,8 11 418 0 0,7 32 492 0 0,-14-37-789 0 0,0 1-27 0 0,0 0-1 0 0,1-1 1 0 0,0 1 0 0 0,0-1 0 0 0,0 0-1 0 0,1 0 1 0 0,0 0 0 0 0,1 0 0 0 0,-1-1-1 0 0,1 1 1 0 0,0-1 0 0 0,8 7 0 0 0,-7-9-89 0 0,-1 0 0 0 0,1 0 1 0 0,-1 0-1 0 0,1-1 0 0 0,0 0 1 0 0,0 0-1 0 0,0 0 0 0 0,0-1 1 0 0,0 0-1 0 0,0 0 0 0 0,0 0 1 0 0,1-1-1 0 0,-1 0 0 0 0,10-1 1 0 0,-5 0-8 0 0,0-1 1 0 0,0 0-1 0 0,0 0 1 0 0,0-1-1 0 0,0 0 1 0 0,-1-1-1 0 0,1 0 0 0 0,-1-1 1 0 0,0 0-1 0 0,-1 0 1 0 0,1-1-1 0 0,-1-1 1 0 0,0 0-1 0 0,10-9 1 0 0,-13 9 10 0 0,1-1 0 0 0,-2 1 1 0 0,1-1-1 0 0,-1 0 0 0 0,-1 0 0 0 0,1-1 1 0 0,-1 1-1 0 0,-1-1 0 0 0,1 0 1 0 0,-2 0-1 0 0,1 0 0 0 0,-1 0 1 0 0,0-1-1 0 0,-1 1 0 0 0,0-1 1 0 0,-1 1-1 0 0,-1-12 0 0 0,1 9 5 0 0,-2 0 0 0 0,0 0 0 0 0,0 0-1 0 0,-1 0 1 0 0,0 0 0 0 0,-1 1 0 0 0,-9-20 0 0 0,10 26-148 0 0,1 0 0 0 0,-1 1 0 0 0,0-1 0 0 0,0 1 0 0 0,-1-1 0 0 0,1 1 0 0 0,-1 0 0 0 0,0 0 0 0 0,0 1 0 0 0,0-1 0 0 0,-1 1 0 0 0,1 0 0 0 0,-1 0 0 0 0,0 1 0 0 0,0-1 0 0 0,1 1 1 0 0,-2 0-1 0 0,1 0 0 0 0,-8-1 0 0 0,1 1-1009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3.8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44 8290 0 0,'0'0'80'0'0,"1"0"-1"0"0,-1 1 1 0 0,1-1 0 0 0,-1 0 0 0 0,1 0 0 0 0,-1 1 0 0 0,1-1 0 0 0,-1 0-1 0 0,1 0 1 0 0,-1 0 0 0 0,1 0 0 0 0,0 0 0 0 0,-1 0 0 0 0,1 0 0 0 0,-1 0-1 0 0,1 0 1 0 0,-1 0 0 0 0,1 0 0 0 0,-1 0 0 0 0,1 0 0 0 0,0-1-1 0 0,-1 1 1 0 0,1 0 0 0 0,-1 0 0 0 0,1-1 0 0 0,-1 1 0 0 0,1 0 0 0 0,-1-1-1 0 0,1 1 1 0 0,-1 0 0 0 0,0-1 0 0 0,1 1 0 0 0,-1-1 0 0 0,1 1 0 0 0,-1 0-1 0 0,0-1 1 0 0,0 1 0 0 0,1-1 0 0 0,-1 1 0 0 0,0-1 0 0 0,0 1-1 0 0,1-1 1 0 0,-1 0 0 0 0,0 1 0 0 0,0-1 0 0 0,0 1 0 0 0,0-1 0 0 0,0 1-1 0 0,0-1 1 0 0,0 1 0 0 0,0-1 0 0 0,0 0 0 0 0,0 1 0 0 0,0-1 0 0 0,0 1-1 0 0,0-1 1 0 0,-1 1 0 0 0,1-1 0 0 0,0 1 0 0 0,0-1 0 0 0,-1 1-1 0 0,1-1 1 0 0,0 1 0 0 0,0-1 0 0 0,-1 1 0 0 0,1-1 0 0 0,-1 0 0 0 0,0 0 158 0 0,0-1 1 0 0,0 1-1 0 0,0-1 0 0 0,0 1 1 0 0,0-1-1 0 0,0 1 1 0 0,0 0-1 0 0,-1 0 1 0 0,1 0-1 0 0,0-1 1 0 0,-1 1-1 0 0,1 0 1 0 0,-1 1-1 0 0,0-1 1 0 0,1 0-1 0 0,-1 0 1 0 0,1 1-1 0 0,-1-1 0 0 0,0 1 1 0 0,0-1-1 0 0,1 1 1 0 0,-1 0-1 0 0,-3-1 1 0 0,1 3-119 0 0,1-1 0 0 0,-1 1 0 0 0,1 0 0 0 0,0 0 1 0 0,-1 0-1 0 0,1 0 0 0 0,0 1 0 0 0,0-1 0 0 0,1 1 0 0 0,-1 0 1 0 0,0 0-1 0 0,1 0 0 0 0,0 0 0 0 0,0 0 0 0 0,0 1 0 0 0,0-1 0 0 0,-3 7 1 0 0,0 1-33 0 0,0 1 0 0 0,1-1 1 0 0,0 1-1 0 0,-3 17 0 0 0,7-26-82 0 0,0-1 0 0 0,-1 1 0 0 0,1-1-1 0 0,0 1 1 0 0,0-1 0 0 0,0 1-1 0 0,1-1 1 0 0,-1 0 0 0 0,1 1-1 0 0,-1-1 1 0 0,1 1 0 0 0,0-1 0 0 0,0 0-1 0 0,0 1 1 0 0,0-1 0 0 0,0 0-1 0 0,0 0 1 0 0,4 4 0 0 0,-4-5-64 0 0,0 0 0 0 0,0-1 0 0 0,0 1 0 0 0,1 0 0 0 0,-1 0 1 0 0,0-1-1 0 0,0 1 0 0 0,1-1 0 0 0,-1 1 0 0 0,1-1 0 0 0,-1 0 0 0 0,0 0 1 0 0,1 1-1 0 0,-1-1 0 0 0,1 0 0 0 0,-1 0 0 0 0,1 0 0 0 0,-1-1 0 0 0,0 1 0 0 0,1 0 1 0 0,-1 0-1 0 0,1-1 0 0 0,-1 1 0 0 0,0-1 0 0 0,1 1 0 0 0,-1-1 0 0 0,0 0 0 0 0,0 1 1 0 0,1-1-1 0 0,-1 0 0 0 0,0 0 0 0 0,0 0 0 0 0,2-2 0 0 0,0 0-82 0 0,0 0 0 0 0,0 0 0 0 0,-1 0 0 0 0,1-1 0 0 0,-1 1 0 0 0,1-1 0 0 0,-1 0 0 0 0,-1 0 0 0 0,1 0 0 0 0,0 0 0 0 0,-1 0 0 0 0,0 0 0 0 0,0 0-1 0 0,0 0 1 0 0,0-6 0 0 0,6-18 504 0 0,-6 27-345 0 0,-1 1 1 0 0,1 0-1 0 0,-1 0 1 0 0,0 0-1 0 0,1 0 1 0 0,-1 0-1 0 0,0 0 1 0 0,1 0-1 0 0,-1 0 1 0 0,0 0-1 0 0,1 0 1 0 0,-1 0-1 0 0,1 0 1 0 0,-1 0 0 0 0,0 1-1 0 0,1-1 1 0 0,-1 0-1 0 0,0 0 1 0 0,1 0-1 0 0,-1 0 1 0 0,0 1-1 0 0,1-1 1 0 0,-1 0-1 0 0,0 0 1 0 0,0 1-1 0 0,1-1 1 0 0,-1 0-1 0 0,0 0 1 0 0,0 1-1 0 0,1-1 1 0 0,-1 0 0 0 0,0 1-1 0 0,0-1 1 0 0,0 0-1 0 0,0 1 1 0 0,0-1-1 0 0,1 0 1 0 0,-1 1-1 0 0,11 15 329 0 0,5 13-177 0 0,-7-12 209 0 0,0-2 0 0 0,1 1 0 0 0,23 26 0 0 0,-28-37-310 0 0,0 0 1 0 0,0-1 0 0 0,1 0 0 0 0,0 0 0 0 0,-1 0 0 0 0,1-1-1 0 0,0 1 1 0 0,1-2 0 0 0,-1 1 0 0 0,1-1 0 0 0,-1 0-1 0 0,1 0 1 0 0,0 0 0 0 0,9 0 0 0 0,-11-2-90 0 0,0 1 1 0 0,0-1 0 0 0,0 0-1 0 0,0-1 1 0 0,0 0-1 0 0,0 1 1 0 0,0-1 0 0 0,0-1-1 0 0,0 1 1 0 0,0-1 0 0 0,-1 0-1 0 0,1 0 1 0 0,0 0-1 0 0,-1-1 1 0 0,0 0 0 0 0,0 1-1 0 0,1-2 1 0 0,-2 1-1 0 0,1 0 1 0 0,4-5 0 0 0,1-3-62 0 0,0-1 0 0 0,-1 1 1 0 0,0-1-1 0 0,-1-1 0 0 0,11-25 1 0 0,-16 34-1095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4.4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 22 7834 0 0,'-1'0'193'0'0,"-1"-1"0"0"0,0 1 0 0 0,0-1 0 0 0,1 1 0 0 0,-1 0 0 0 0,0-1 0 0 0,0 1 0 0 0,0 0 0 0 0,1 0 0 0 0,-1 0 0 0 0,-11 7 3940 0 0,13-6-3887 0 0,-1-1 0 0 0,1 1 1 0 0,0-1-1 0 0,-1 2 0 0 0,-1 22 4725 0 0,4-5-5248 0 0,-2-17 17 0 0,3 20 832 0 0,1 0 0 0 0,12 39 0 0 0,-13-53-542 0 0,0 0 1 0 0,0 0-1 0 0,0-1 0 0 0,1 1 1 0 0,1-1-1 0 0,-1 0 0 0 0,1 0 1 0 0,0 0-1 0 0,1-1 0 0 0,10 10 1 0 0,-15-14-31 0 0,1-1 0 0 0,-1 0 0 0 0,1 1 0 0 0,-1-1 1 0 0,1 0-1 0 0,0 0 0 0 0,0 0 0 0 0,0 0 0 0 0,0-1 1 0 0,-1 1-1 0 0,1 0 0 0 0,0-1 0 0 0,0 1 0 0 0,0-1 0 0 0,0 0 1 0 0,0 0-1 0 0,1 1 0 0 0,-1-1 0 0 0,0-1 0 0 0,0 1 1 0 0,3-1-1 0 0,-3 0-1 0 0,0 0 1 0 0,0 0-1 0 0,1 0 0 0 0,-1-1 1 0 0,0 1-1 0 0,-1-1 1 0 0,1 0-1 0 0,0 1 0 0 0,0-1 1 0 0,-1 0-1 0 0,1 0 1 0 0,-1 0-1 0 0,1 0 0 0 0,-1 0 1 0 0,1-3-1 0 0,4-9 16 0 0,0-1-1 0 0,-2 0 1 0 0,1 0-1 0 0,2-22 1 0 0,-6 32 2 0 0,5-36 55 0 0,-6 29 3 0 0,2 1 0 0 0,-1 0 1 0 0,2 0-1 0 0,-1 0 0 0 0,1 0 1 0 0,1 0-1 0 0,8-17 1 0 0,-12 28-66 0 0,0 0 0 0 0,0-1 1 0 0,0 1-1 0 0,0 0 0 0 0,1 0 1 0 0,-1-1-1 0 0,0 1 0 0 0,0 0 1 0 0,0 0-1 0 0,0 0 0 0 0,0-1 1 0 0,1 1-1 0 0,-1 0 0 0 0,0 0 1 0 0,0 0-1 0 0,0 0 0 0 0,1-1 1 0 0,-1 1-1 0 0,0 0 0 0 0,0 0 1 0 0,1 0-1 0 0,-1 0 0 0 0,0 0 1 0 0,0 0-1 0 0,0 0 0 0 0,1 0 1 0 0,-1 0-1 0 0,0 0 0 0 0,0 0 1 0 0,1 0-1 0 0,-1 0 0 0 0,0 0 1 0 0,1 0-1 0 0,-1 0 0 0 0,0 0 1 0 0,0 0-1 0 0,0 0 0 0 0,1 0 1 0 0,-1 0-1 0 0,0 0 0 0 0,0 0 1 0 0,1 1-1 0 0,-1-1 0 0 0,0 0 1 0 0,1 0-1 0 0,7 15 221 0 0,2 20-8 0 0,-4 9-90 0 0,-3 1-1 0 0,-1 0 1 0 0,-5 53-1 0 0,-28 134-349 0 0,13-163-2179 0 0,12-50-5315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4.7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1 7834 0 0,'-27'18'7149'0'0,"20"-12"-6310"0"0,0 1-1 0 0,0 1 1 0 0,0-1-1 0 0,1 1 0 0 0,1 0 1 0 0,-8 13-1 0 0,11-17-762 0 0,0 0-1 0 0,1 0 1 0 0,-1 0-1 0 0,1 1 0 0 0,0-1 1 0 0,0 0-1 0 0,1 0 1 0 0,0 1-1 0 0,-1-1 1 0 0,1 1-1 0 0,0-1 1 0 0,1 0-1 0 0,-1 1 0 0 0,1-1 1 0 0,0 0-1 0 0,0 0 1 0 0,2 5-1 0 0,30 58-372 0 0,-24-51 525 0 0,0 1-1 0 0,-1 0 0 0 0,10 33 1 0 0,-17-44-497 0 0,0-1 1 0 0,0 1 0 0 0,0 0 0 0 0,-1-1 0 0 0,0 1-1 0 0,0-1 1 0 0,-1 7 0 0 0,0-8-311 0 0,0 1 0 0 0,0-1-1 0 0,-1 1 1 0 0,0-1 0 0 0,1 0 0 0 0,-1 0-1 0 0,0 0 1 0 0,-1 0 0 0 0,-4 6 0 0 0,-6 5-5840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5.0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48 1 8290 0 0,'-1'0'421'0'0,"-1"0"0"0"0,0 0 0 0 0,0 0 0 0 0,0 0 0 0 0,0 0 0 0 0,0 0 0 0 0,0 1 0 0 0,0-1 0 0 0,1 1 0 0 0,-1-1 0 0 0,0 1 0 0 0,0 0 0 0 0,0-1 0 0 0,1 1 0 0 0,-1 0 0 0 0,0 0 0 0 0,1 0 0 0 0,-1 0 0 0 0,1 1 0 0 0,-2 0 0 0 0,2 1-72 0 0,-1 0 1 0 0,1 1 0 0 0,0-1-1 0 0,0 0 1 0 0,0 0 0 0 0,0 1 0 0 0,1-1-1 0 0,-1 0 1 0 0,1 1 0 0 0,0-1-1 0 0,0 4 1 0 0,2 361 1919 0 0,2-126-5006 0 0,-4-219-4775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5.2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0 158 7370 0 0,'5'-6'336'0'0,"0"1"1"0"0,1 1-1 0 0,-1-1 1 0 0,1 1-1 0 0,0 0 1 0 0,0 0-1 0 0,0 0 0 0 0,9-3 1 0 0,58-20 2610 0 0,-50 19-2540 0 0,10-3-8 0 0,14-5 555 0 0,49-24 0 0 0,-74 28-954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5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155 0 9218 0 0,'-9'2'423'0'0,"1"0"-1"0"0,0 0 1 0 0,-1 1 0 0 0,1 0-1 0 0,0 0 1 0 0,0 1-1 0 0,0 0 1 0 0,1 1 0 0 0,0 0-1 0 0,0 0 1 0 0,0 0 0 0 0,0 1-1 0 0,1 0 1 0 0,0 0 0 0 0,-9 12-1 0 0,11-13-211 0 0,1 0 1 0 0,0 1-1 0 0,0-1 0 0 0,1 1 0 0 0,-1 0 0 0 0,1 0 0 0 0,0 0 0 0 0,1 0 1 0 0,0 0-1 0 0,0 0 0 0 0,0 0 0 0 0,1 1 0 0 0,-1-1 0 0 0,1 0 0 0 0,1 1 0 0 0,-1-1 1 0 0,1 0-1 0 0,1 0 0 0 0,-1 0 0 0 0,1 0 0 0 0,0 0 0 0 0,4 9 0 0 0,-1-7-139 0 0,-1 0-1 0 0,2 0 0 0 0,-1-1 1 0 0,1 0-1 0 0,0 0 0 0 0,0-1 0 0 0,1 1 1 0 0,0-1-1 0 0,0-1 0 0 0,0 1 1 0 0,1-1-1 0 0,0-1 0 0 0,0 1 0 0 0,0-1 1 0 0,0-1-1 0 0,13 4 0 0 0,-15-5-51 0 0,0 0 0 0 0,0 0 1 0 0,0 0-1 0 0,1-1 0 0 0,-1 0 0 0 0,0-1 0 0 0,1 1 0 0 0,-1-1 0 0 0,1-1 0 0 0,-1 1 0 0 0,0-1 0 0 0,1 0 0 0 0,-1 0 0 0 0,0-1 0 0 0,0 0 1 0 0,0 0-1 0 0,0 0 0 0 0,0-1 0 0 0,0 0 0 0 0,-1 0 0 0 0,1-1 0 0 0,-1 1 0 0 0,9-9 0 0 0,-11 9-5 0 0,0 0 0 0 0,0-1 0 0 0,-1 1 0 0 0,0-1 1 0 0,1 1-1 0 0,-1-1 0 0 0,-1 0 0 0 0,1 0 0 0 0,-1 0 0 0 0,1 0 0 0 0,-1 0 0 0 0,0 0 0 0 0,0 0 0 0 0,-1 0 0 0 0,1-6 0 0 0,-1 3 20 0 0,-1 0-1 0 0,0 0 0 0 0,0-1 0 0 0,0 1 1 0 0,-1 0-1 0 0,0 0 0 0 0,0 0 0 0 0,-5-8 0 0 0,0 1-37 0 0,0 1 0 0 0,-1 0-1 0 0,-1 1 1 0 0,0 0 0 0 0,0 0 0 0 0,-1 1-1 0 0,-23-20 1 0 0,9 13-1635 0 0,0 1-6038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6.6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0 144 5065 0 0,'3'-12'1051'0'0,"1"1"0"0"0,-1-1 0 0 0,2 1 1 0 0,0 0-1 0 0,0 0 0 0 0,1 0 0 0 0,0 1 0 0 0,1 0 0 0 0,0 0 0 0 0,13-13 1 0 0,-20 23-952 0 0,1-1 0 0 0,0 1 0 0 0,0 0 0 0 0,-1 0 0 0 0,1 0 0 0 0,0-1 0 0 0,0 1 0 0 0,-1 0 0 0 0,1 0 1 0 0,0 0-1 0 0,0 0 0 0 0,-1 0 0 0 0,1 0 0 0 0,0 1 0 0 0,0-1 0 0 0,-1 0 0 0 0,1 0 0 0 0,0 0 0 0 0,-1 1 1 0 0,1-1-1 0 0,0 0 0 0 0,-1 1 0 0 0,1-1 0 0 0,0 1 0 0 0,-1-1 0 0 0,1 0 0 0 0,-1 1 0 0 0,1 0 0 0 0,-1-1 1 0 0,1 1-1 0 0,-1-1 0 0 0,1 1 0 0 0,-1 0 0 0 0,1-1 0 0 0,-1 1 0 0 0,0 0 0 0 0,1-1 0 0 0,-1 1 0 0 0,0 1 1 0 0,15 30 482 0 0,-14-31-500 0 0,9 35 105 0 0,-1-1 1 0 0,-1 1-1 0 0,4 73 0 0 0,-9-80-178 0 0,-3-28-10 0 0,0-1 0 0 0,0 0 0 0 0,0 1 0 0 0,0-1 0 0 0,0 1 0 0 0,0-1 0 0 0,0 0 0 0 0,0 1 0 0 0,0-1 0 0 0,0 0-1 0 0,0 1 1 0 0,0-1 0 0 0,0 1 0 0 0,0-1 0 0 0,0 0 0 0 0,0 1 0 0 0,1-1 0 0 0,-1 0 0 0 0,0 1 0 0 0,0-1 0 0 0,0 0 0 0 0,1 0 0 0 0,-1 1 0 0 0,0-1 0 0 0,0 0 0 0 0,1 1 0 0 0,-1-1 0 0 0,0 0 0 0 0,1 0 0 0 0,-1 0 0 0 0,0 1 0 0 0,1-1 0 0 0,-1 0 0 0 0,0 0 0 0 0,1 0 0 0 0,-1 0 0 0 0,0 0 0 0 0,1 0 0 0 0,-1 0 0 0 0,0 1 0 0 0,1-1 0 0 0,0 0 0 0 0,14-13-31 0 0,10-23-115 0 0,11-40-154 0 0,-23 44 297 0 0,23-38 0 0 0,-31 61 85 0 0,0 1 0 0 0,1 0 0 0 0,0 0 1 0 0,1 0-1 0 0,0 1 0 0 0,0 0 0 0 0,0 1 1 0 0,17-12-1 0 0,-23 17-72 0 0,1 0 1 0 0,0 0 0 0 0,-1 0 0 0 0,1 1-1 0 0,0-1 1 0 0,-1 0 0 0 0,1 1 0 0 0,0-1-1 0 0,0 1 1 0 0,0 0 0 0 0,0 0-1 0 0,-1-1 1 0 0,1 1 0 0 0,0 0 0 0 0,0 1-1 0 0,0-1 1 0 0,0 0 0 0 0,0 0-1 0 0,-1 1 1 0 0,1-1 0 0 0,0 1 0 0 0,0 0-1 0 0,-1-1 1 0 0,1 1 0 0 0,0 0-1 0 0,-1 0 1 0 0,1 0 0 0 0,-1 0 0 0 0,1 0-1 0 0,-1 1 1 0 0,1-1 0 0 0,-1 0-1 0 0,0 1 1 0 0,0-1 0 0 0,0 1 0 0 0,0-1-1 0 0,1 3 1 0 0,5 7 18 0 0,-1 0 0 0 0,0 0-1 0 0,-1 1 1 0 0,6 17 0 0 0,-6-13 23 0 0,6 15-37 0 0,-8-22-12 0 0,-1 0 1 0 0,1 0-1 0 0,1-1 1 0 0,-1 1-1 0 0,1-1 1 0 0,1 0-1 0 0,0 0 1 0 0,0 0-1 0 0,1-1 0 0 0,10 12 1 0 0,-15-18-4 0 0,0 0 0 0 0,-1-1 0 0 0,1 0 0 0 0,0 1 0 0 0,0-1 0 0 0,0 1 1 0 0,0-1-1 0 0,-1 0 0 0 0,1 0 0 0 0,0 1 0 0 0,0-1 0 0 0,0 0 0 0 0,0 0 0 0 0,0 0 0 0 0,0 0 0 0 0,0 0 0 0 0,0 0 1 0 0,0 0-1 0 0,-1-1 0 0 0,1 1 0 0 0,0 0 0 0 0,0 0 0 0 0,0-1 0 0 0,0 1 0 0 0,0 0 0 0 0,-1-1 0 0 0,1 1 0 0 0,0-1 1 0 0,0 1-1 0 0,-1-1 0 0 0,1 0 0 0 0,0 1 0 0 0,-1-1 0 0 0,1 0 0 0 0,-1 1 0 0 0,1-1 0 0 0,0 0 0 0 0,-1 0 0 0 0,0 1 1 0 0,1-1-1 0 0,-1 0 0 0 0,1 0 0 0 0,-1 0 0 0 0,0-1 0 0 0,3-4-4 0 0,0 0 0 0 0,-1 0 0 0 0,0-1 0 0 0,2-10 0 0 0,-2 2-31 0 0,14-68-76 0 0,-13 74 110 0 0,0 1 1 0 0,0-1-1 0 0,0 0 0 0 0,1 1 0 0 0,0 0 0 0 0,1 0 1 0 0,5-8-1 0 0,-9 15 2 0 0,1 0-1 0 0,-1-1 1 0 0,0 1 0 0 0,0 0-1 0 0,1 0 1 0 0,-1 0 0 0 0,1 0-1 0 0,-1 0 1 0 0,1 0 0 0 0,-1 0-1 0 0,1 0 1 0 0,0 1 0 0 0,-1-1-1 0 0,1 1 1 0 0,0-1 0 0 0,-1 1 0 0 0,1-1-1 0 0,0 1 1 0 0,0 0 0 0 0,-1 0-1 0 0,1 0 1 0 0,0 0 0 0 0,0 0-1 0 0,-1 1 1 0 0,1-1 0 0 0,0 0-1 0 0,0 1 1 0 0,-1-1 0 0 0,1 1-1 0 0,0 0 1 0 0,-1-1 0 0 0,1 1-1 0 0,-1 0 1 0 0,1 0 0 0 0,-1 0-1 0 0,1 0 1 0 0,-1 0 0 0 0,0 0 0 0 0,2 2-1 0 0,7 7 9 0 0,0-1 0 0 0,-1 1-1 0 0,17 23 1 0 0,-19-23-7 0 0,6 4-681 0 0,0 0-1 0 0,0 0 1 0 0,2-1 0 0 0,21 15-1 0 0,-17-14-6421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7.0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79 351 5529 0 0,'25'-37'1921'0'0,"-1"-2"0"0"0,-3 0 0 0 0,-1-1 0 0 0,22-61 0 0 0,-41 96-1770 0 0,1 0 0 0 0,-1 0 0 0 0,0 0 1 0 0,-1 0-1 0 0,1 0 0 0 0,-1-1 0 0 0,0 1 0 0 0,0 0 0 0 0,-1 0 0 0 0,1 0 1 0 0,-3-7-1 0 0,2 10-69 0 0,1 0 1 0 0,-1 1 0 0 0,0-1-1 0 0,0 1 1 0 0,0-1-1 0 0,0 1 1 0 0,0 0 0 0 0,0-1-1 0 0,0 1 1 0 0,0 0-1 0 0,0 0 1 0 0,-1 0 0 0 0,1 0-1 0 0,0 0 1 0 0,-1 0 0 0 0,1 0-1 0 0,-1 0 1 0 0,1 0-1 0 0,-1 1 1 0 0,0-1 0 0 0,1 1-1 0 0,-1-1 1 0 0,0 1-1 0 0,1-1 1 0 0,-1 1 0 0 0,0 0-1 0 0,1 0 1 0 0,-1 0-1 0 0,0 0 1 0 0,1 0 0 0 0,-1 0-1 0 0,0 1 1 0 0,0-1-1 0 0,1 1 1 0 0,-1-1 0 0 0,-3 2-1 0 0,-3 1 118 0 0,-1 1 0 0 0,1 0-1 0 0,0 0 1 0 0,0 0 0 0 0,0 1 0 0 0,1 0-1 0 0,-1 1 1 0 0,1 0 0 0 0,1 0 0 0 0,-1 1-1 0 0,-8 11 1 0 0,7-9-172 0 0,2 0 0 0 0,-1 0 0 0 0,1 1 0 0 0,1 0 0 0 0,0 0 0 0 0,0 0 0 0 0,1 1 0 0 0,-6 21 0 0 0,9-27-26 0 0,0 1-1 0 0,1-1 1 0 0,-1 0 0 0 0,1 0 0 0 0,0 0-1 0 0,1 1 1 0 0,-1-1 0 0 0,1 0 0 0 0,0 0-1 0 0,0 0 1 0 0,1 0 0 0 0,-1 0-1 0 0,1 0 1 0 0,0 0 0 0 0,1-1 0 0 0,3 7-1 0 0,-2-6-42 0 0,0 1-1 0 0,1-1 1 0 0,0 0-1 0 0,0 0 1 0 0,0-1-1 0 0,1 1 1 0 0,0-1-1 0 0,-1 0 1 0 0,1-1-1 0 0,1 0 0 0 0,6 3 1 0 0,-1-1-434 0 0,1-1 0 0 0,0 0 0 0 0,0-1-1 0 0,0 0 1 0 0,0-1 0 0 0,0-1 0 0 0,1 0 0 0 0,-1 0 0 0 0,0-2 0 0 0,1 0 0 0 0,-1 0 0 0 0,16-4-1 0 0,-1-4-1544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17.28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47 265 1896 0 0,'11'-14'790'0'0,"4"-8"665"0"0,-1-1-1 0 0,18-40 1 0 0,-27 51-576 0 0,-1 1 1 0 0,0-1-1 0 0,-1 1 0 0 0,0-1 0 0 0,-1 0 1 0 0,0 0-1 0 0,-1 0 0 0 0,-1-15 0 0 0,1 26-758 0 0,-1 0 0 0 0,0 1 0 0 0,0-1 0 0 0,0 0 0 0 0,0 0 0 0 0,0 1 0 0 0,0-1 0 0 0,0 0 0 0 0,0 0 0 0 0,0 1 0 0 0,0-1 0 0 0,0 0 0 0 0,0 0 0 0 0,-1 1 0 0 0,1-1 0 0 0,0 0 0 0 0,-1 1 0 0 0,1-1 0 0 0,0 0 0 0 0,-1 1 0 0 0,1-1 0 0 0,-1 1 0 0 0,1-1 0 0 0,-1 0 0 0 0,1 1 0 0 0,-1-1 0 0 0,1 1 0 0 0,-1-1 0 0 0,0 1 0 0 0,1 0 0 0 0,-2-1 0 0 0,1 1 2 0 0,-1 1-1 0 0,1-1 0 0 0,0 1 1 0 0,0 0-1 0 0,-1-1 0 0 0,1 1 1 0 0,0 0-1 0 0,0 0 0 0 0,0 0 1 0 0,0 0-1 0 0,0 0 0 0 0,0 0 1 0 0,0 0-1 0 0,-1 2 0 0 0,-28 47 1092 0 0,30-50-1201 0 0,-20 40 389 0 0,-25 72-1 0 0,40-98-392 0 0,1 0 0 0 0,0 0 0 0 0,1 1 0 0 0,1-1 0 0 0,0 1 0 0 0,1 0-1 0 0,1 0 1 0 0,0 0 0 0 0,3 15 0 0 0,-2-27-7 0 0,-1 0-1 0 0,1 0 1 0 0,-1-1-1 0 0,1 1 1 0 0,0 0 0 0 0,0-1-1 0 0,0 1 1 0 0,1-1 0 0 0,-1 1-1 0 0,1-1 1 0 0,-1 0-1 0 0,1 1 1 0 0,0-1 0 0 0,0 0-1 0 0,2 2 1 0 0,-2-3-6 0 0,-1 0-1 0 0,1 0 1 0 0,0 0-1 0 0,-1 0 1 0 0,1-1 0 0 0,0 1-1 0 0,0 0 1 0 0,0-1-1 0 0,-1 0 1 0 0,1 1 0 0 0,0-1-1 0 0,0 0 1 0 0,0 0 0 0 0,0 0-1 0 0,0 0 1 0 0,0 0-1 0 0,2-1 1 0 0,1 0-36 0 0,0-1 0 0 0,0 0 0 0 0,0 0 0 0 0,-1 0-1 0 0,1-1 1 0 0,-1 1 0 0 0,0-1 0 0 0,0 0 0 0 0,0 0 0 0 0,0-1 0 0 0,0 1 0 0 0,0-1-1 0 0,-1 0 1 0 0,0 0 0 0 0,4-6 0 0 0,3-8-48 0 0,-1 0 0 0 0,0-1 0 0 0,7-26 0 0 0,-11 27 180 0 0,2 2 0 0 0,-1-1 0 0 0,2 1-1 0 0,0 0 1 0 0,11-15 0 0 0,-18 29-65 0 0,0 0 1 0 0,0 1-1 0 0,0-1 1 0 0,0 1 0 0 0,0-1-1 0 0,1 1 1 0 0,-1 0-1 0 0,0 0 1 0 0,1-1-1 0 0,-1 1 1 0 0,1 0 0 0 0,-1 0-1 0 0,1 0 1 0 0,0 0-1 0 0,0 1 1 0 0,-1-1-1 0 0,1 0 1 0 0,0 1 0 0 0,0-1-1 0 0,-1 1 1 0 0,1 0-1 0 0,0-1 1 0 0,0 1-1 0 0,3 0 1 0 0,-2 1-19 0 0,0 1 1 0 0,0-1-1 0 0,0 0 0 0 0,-1 1 0 0 0,1 0 1 0 0,0 0-1 0 0,-1-1 0 0 0,0 1 0 0 0,1 1 1 0 0,-1-1-1 0 0,0 0 0 0 0,0 0 0 0 0,0 1 1 0 0,2 3-1 0 0,1 2-181 0 0,37 44-2239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3.5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315 38 7834 0 0,'0'-1'238'0'0,"1"0"1"0"0,0 0-1 0 0,-1 0 0 0 0,1 0 1 0 0,-1 0-1 0 0,0-1 1 0 0,1 1-1 0 0,-1 0 1 0 0,0 0-1 0 0,0 0 1 0 0,1 0-1 0 0,-1-1 1 0 0,0 1-1 0 0,0 0 0 0 0,0 0 1 0 0,-1 0-1 0 0,1-1 1 0 0,0 1-1 0 0,0 0 1 0 0,-1 0-1 0 0,1 0 1 0 0,0 0-1 0 0,-1 0 0 0 0,1-1 1 0 0,-1 1-1 0 0,0 0 1 0 0,1 0-1 0 0,-1 0 1 0 0,0 1-1 0 0,-1-2 1 0 0,1 1 64 0 0,0 1 0 0 0,-1-1 0 0 0,1 1 0 0 0,0 0 0 0 0,-1-1 0 0 0,1 1 0 0 0,0 0 0 0 0,-1 0 0 0 0,1 0 0 0 0,-1 0 0 0 0,1 0 0 0 0,0 1 1 0 0,-3-1-1 0 0,-16 6-649 0 0,0 3 537 0 0,0 0 0 0 0,1 1 0 0 0,-1 1 0 0 0,2 1 0 0 0,0 1 1 0 0,-24 21-1 0 0,30-23-89 0 0,1 0 0 0 0,0 1 1 0 0,0 0-1 0 0,1 1 1 0 0,1 0-1 0 0,0 0 0 0 0,1 1 1 0 0,0 0-1 0 0,-8 24 1 0 0,14-34-131 0 0,1 0 0 0 0,0 1 0 0 0,0-1 0 0 0,0 0 0 0 0,1 1 0 0 0,-1-1 0 0 0,1 0 0 0 0,0 1 0 0 0,0-1 1 0 0,1 1-1 0 0,-1-1 0 0 0,1 0 0 0 0,0 0 0 0 0,0 1 0 0 0,0-1 0 0 0,1 0 0 0 0,0 0 0 0 0,0 0 0 0 0,0 0 1 0 0,0 0-1 0 0,0-1 0 0 0,1 1 0 0 0,-1-1 0 0 0,1 1 0 0 0,0-1 0 0 0,0 0 0 0 0,1 0 0 0 0,-1 0 1 0 0,0-1-1 0 0,8 5 0 0 0,9 4-232 0 0,1 0 0 0 0,0-2 0 0 0,1-1 0 0 0,40 11 1 0 0,-11-4 53 0 0,-48-14 193 0 0,1 1 0 0 0,-1-1 0 0 0,1 0 0 0 0,-1 1-1 0 0,0 0 1 0 0,0 0 0 0 0,0 0 0 0 0,0 0 0 0 0,0 0 0 0 0,0 1 0 0 0,5 4 0 0 0,-8-6 16 0 0,0 0 1 0 0,1-1-1 0 0,-1 1 1 0 0,0 0-1 0 0,1 0 0 0 0,-1-1 1 0 0,0 1-1 0 0,0 0 1 0 0,0 0-1 0 0,1 0 1 0 0,-1-1-1 0 0,0 1 0 0 0,0 0 1 0 0,0 0-1 0 0,0-1 1 0 0,-1 1-1 0 0,1 0 0 0 0,0 0 1 0 0,0 0-1 0 0,0-1 1 0 0,-1 2-1 0 0,0 0 30 0 0,-1 0 0 0 0,1 0 0 0 0,0 0 0 0 0,-1 0 0 0 0,0 0 0 0 0,1-1 0 0 0,-1 1 0 0 0,0-1 0 0 0,0 1 0 0 0,-3 1 0 0 0,-49 25 139 0 0,25-15-1891 0 0,12-3-4712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3.9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41 11058 0 0,'2'8'4644'0'0,"15"26"-3446"0"0,11 19-399 0 0,-15-26-379 0 0,1-1-1 0 0,28 38 1 0 0,-38-59-351 0 0,0 0 0 0 0,1 1 0 0 0,-1-2 0 0 0,1 1 0 0 0,0 0 0 0 0,0-1 0 0 0,1 0 0 0 0,0 0 1 0 0,-1-1-1 0 0,1 1 0 0 0,0-1 0 0 0,0-1 0 0 0,1 1 0 0 0,-1-1 0 0 0,1 0 0 0 0,9 2 0 0 0,-11-5-33 0 0,-1 1-1 0 0,0 0 0 0 0,1-1 1 0 0,-1 0-1 0 0,0 0 0 0 0,0 0 1 0 0,0-1-1 0 0,0 1 0 0 0,0-1 1 0 0,0 0-1 0 0,0 0 0 0 0,-1 0 1 0 0,1 0-1 0 0,-1-1 0 0 0,1 0 1 0 0,-1 0-1 0 0,0 0 0 0 0,0 0 1 0 0,0 0-1 0 0,0 0 0 0 0,-1-1 1 0 0,0 1-1 0 0,4-7 0 0 0,5-10 62 0 0,0 0 0 0 0,15-43 0 0 0,-25 61-97 0 0,9-25 66 0 0,18-44 11 0 0,-25 65 25 0 0,0 0 0 0 0,0 1 0 0 0,0-1 1 0 0,1 1-1 0 0,0 0 0 0 0,0 0 1 0 0,1 0-1 0 0,9-8 0 0 0,-13 12-86 0 0,0 1 0 0 0,0 0 1 0 0,0-1-1 0 0,0 1 0 0 0,0 0 0 0 0,0 0 0 0 0,0 0 1 0 0,0 0-1 0 0,0 0 0 0 0,0 0 0 0 0,0 0 0 0 0,0 0 1 0 0,0 0-1 0 0,0 0 0 0 0,0 1 0 0 0,0-1 0 0 0,0 0 0 0 0,0 1 1 0 0,0-1-1 0 0,0 0 0 0 0,-1 1 0 0 0,1-1 0 0 0,0 1 1 0 0,0 0-1 0 0,0-1 0 0 0,-1 1 0 0 0,1 0 0 0 0,0-1 1 0 0,-1 1-1 0 0,1 0 0 0 0,0 0 0 0 0,-1 0 0 0 0,1 0 0 0 0,-1-1 1 0 0,1 1-1 0 0,-1 0 0 0 0,1 2 0 0 0,20 42 632 0 0,-19-39-624 0 0,19 49-1217 0 0,10 27-4574 0 0,-19-57-1396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4.2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22 8754 0 0,'9'0'5957'0'0,"-8"1"-5842"0"0,10 7 1591 0 0,-4 5-1419 0 0,-1 0 0 0 0,0 1 0 0 0,-1-1 1 0 0,0 1-1 0 0,-1 0 0 0 0,-1 1 0 0 0,3 17 0 0 0,10 40 16 0 0,-14-65-213 0 0,-1-3 27 0 0,1 1-1 0 0,-1 0 1 0 0,1-1-1 0 0,-1 0 1 0 0,1 1-1 0 0,0-1 1 0 0,1 0-1 0 0,-1 0 1 0 0,1 0-1 0 0,0 0 1 0 0,6 6-1 0 0,-9-10-72 0 0,1 0-1 0 0,-1 0 0 0 0,0-1 0 0 0,1 1 0 0 0,-1 0 0 0 0,0 0 1 0 0,1-1-1 0 0,-1 1 0 0 0,0 0 0 0 0,1 0 0 0 0,-1-1 1 0 0,0 1-1 0 0,1 0 0 0 0,-1-1 0 0 0,0 1 0 0 0,0-1 0 0 0,1 1 1 0 0,-1 0-1 0 0,0-1 0 0 0,0 1 0 0 0,0-1 0 0 0,0 1 1 0 0,0 0-1 0 0,0-1 0 0 0,1 1 0 0 0,-1-1 0 0 0,0 1 0 0 0,0 0 1 0 0,0-1-1 0 0,0 1 0 0 0,0-1 0 0 0,-1 0 0 0 0,4-22 146 0 0,-3 19-96 0 0,5-38 121 0 0,18-72 0 0 0,-2 49-6499 0 0,-7 31-783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4.53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1 275 920 0 0,'3'4'215'0'0,"1"-1"1"0"0,0 0-1 0 0,-1 0 0 0 0,1-1 0 0 0,0 1 0 0 0,1-1 1 0 0,-1 0-1 0 0,0 0 0 0 0,1 0 0 0 0,-1 0 1 0 0,1-1-1 0 0,-1 0 0 0 0,1 0 0 0 0,0 0 0 0 0,0 0 1 0 0,-1-1-1 0 0,1 0 0 0 0,0 0 0 0 0,0 0 1 0 0,0 0-1 0 0,-1-1 0 0 0,1 0 0 0 0,4-1 0 0 0,3-1 93 0 0,-1 1 0 0 0,0-2 1 0 0,0 1-1 0 0,-1-2 0 0 0,1 1 0 0 0,-1-1 0 0 0,0-1 0 0 0,16-12 0 0 0,-13 7 184 0 0,-1 0-1 0 0,-1-1 1 0 0,0-1 0 0 0,-1 0-1 0 0,15-25 1 0 0,-19 28-41 0 0,-1 0 0 0 0,1-1 0 0 0,-2 0 0 0 0,0 0 0 0 0,0-1 0 0 0,-1 1 0 0 0,0-1 0 0 0,2-19 0 0 0,-5 29-376 0 0,0 1-1 0 0,1-1 0 0 0,-1 1 1 0 0,0-1-1 0 0,0 0 0 0 0,0 1 1 0 0,-1-1-1 0 0,1 1 0 0 0,0-1 1 0 0,-1 1-1 0 0,1-1 1 0 0,-1 1-1 0 0,1-1 0 0 0,-1 1 1 0 0,1-1-1 0 0,-1 1 0 0 0,0 0 1 0 0,0-1-1 0 0,0 1 0 0 0,-2-2 1 0 0,2 2-8 0 0,0 1 1 0 0,0-1 0 0 0,0 1-1 0 0,-1 0 1 0 0,1-1 0 0 0,0 1-1 0 0,0 0 1 0 0,0 0 0 0 0,-1 0 0 0 0,1 0-1 0 0,0 0 1 0 0,0 0 0 0 0,-1 0-1 0 0,1 0 1 0 0,0 0 0 0 0,0 1-1 0 0,0-1 1 0 0,-1 0 0 0 0,1 1-1 0 0,-1 0 1 0 0,-4 1 91 0 0,1 1-1 0 0,-1 0 1 0 0,1 1 0 0 0,0-1-1 0 0,0 1 1 0 0,0 0-1 0 0,0 1 1 0 0,-7 7 0 0 0,9-8-125 0 0,0 1 0 0 0,0-1 0 0 0,0 0 0 0 0,0 1 0 0 0,1 0 0 0 0,0 0 0 0 0,0-1 0 0 0,0 1 0 0 0,0 1 0 0 0,1-1 0 0 0,0 0 0 0 0,0 0 0 0 0,1 0 0 0 0,-1 1 0 0 0,1-1 0 0 0,0 0 0 0 0,0 0 0 0 0,1 1 0 0 0,0-1 0 0 0,0 0 0 0 0,0 0 0 0 0,3 8 0 0 0,-1-7-63 0 0,0 0 0 0 0,0 0 1 0 0,1 0-1 0 0,0 0 0 0 0,0-1 1 0 0,0 0-1 0 0,1 0 1 0 0,0 0-1 0 0,0-1 0 0 0,0 1 1 0 0,0-1-1 0 0,1 0 1 0 0,-1-1-1 0 0,1 1 0 0 0,0-1 1 0 0,1 0-1 0 0,8 2 0 0 0,10 3-1607 0 0,0-3-5189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5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10 156 4609 0 0,'-10'-21'10192'0'0,"21"32"-9307"0"0,8 10-429 0 0,-1 1 0 0 0,-1 1-1 0 0,-1 1 1 0 0,-1 1 0 0 0,-1 0 0 0 0,-2 0 0 0 0,0 1-1 0 0,14 51 1 0 0,-26-76-474 0 0,0 0-1 0 0,1 1 0 0 0,-1-1 0 0 0,0 1 1 0 0,0-1-1 0 0,1 0 0 0 0,-1 0 0 0 0,1 1 1 0 0,-1-1-1 0 0,1 0 0 0 0,0 0 1 0 0,-1 1-1 0 0,1-1 0 0 0,0 0 0 0 0,0 0 1 0 0,0 0-1 0 0,0 0 0 0 0,0 0 0 0 0,0 0 1 0 0,0 0-1 0 0,0-1 0 0 0,0 1 1 0 0,2 1-1 0 0,-1-3-13 0 0,0 1 0 0 0,0-1 0 0 0,-1 0-1 0 0,1 0 1 0 0,-1 0 0 0 0,1 0 0 0 0,-1 0 0 0 0,1 0 0 0 0,-1-1 0 0 0,0 1 0 0 0,1 0 0 0 0,-1-1 0 0 0,0 1 0 0 0,0-1 0 0 0,0 1-1 0 0,0-1 1 0 0,1-2 0 0 0,15-26-387 0 0,-1 1-1 0 0,12-37 1 0 0,-14 31 277 0 0,28-48 1 0 0,-29 62 326 0 0,1 0 0 0 0,0 1 0 0 0,2 1 0 0 0,17-18-1 0 0,-27 32-36 0 0,-1 0 0 0 0,1 0-1 0 0,0 1 1 0 0,0 0-1 0 0,0 1 1 0 0,0-1-1 0 0,1 1 1 0 0,8-3-1 0 0,-11 5-56 0 0,0 0-1 0 0,-1 0 0 0 0,1 0 0 0 0,0 1 0 0 0,0 0 0 0 0,0 0 0 0 0,0 0 0 0 0,0 0 0 0 0,0 0 0 0 0,0 1 0 0 0,0 0 0 0 0,0 0 1 0 0,0 0-1 0 0,0 0 0 0 0,7 4 0 0 0,-7-2-21 0 0,1 0-1 0 0,-1 0 1 0 0,0 1 0 0 0,0-1-1 0 0,0 1 1 0 0,-1 0 0 0 0,1 0 0 0 0,-1 0-1 0 0,0 1 1 0 0,0-1 0 0 0,0 1-1 0 0,-1 0 1 0 0,4 9 0 0 0,2 7 101 0 0,9 41 1 0 0,-15-53-130 0 0,8 34 87 0 0,16 58-35 0 0,-22-88-93 0 0,1 0-1 0 0,0-1 1 0 0,1 0 0 0 0,0 0-1 0 0,12 16 1 0 0,-18-27-2 0 0,1 0 0 0 0,0 0 0 0 0,-1 0 0 0 0,1 0 1 0 0,0 0-1 0 0,-1-1 0 0 0,1 1 0 0 0,0 0 0 0 0,0-1 0 0 0,0 1 0 0 0,-1 0 1 0 0,1-1-1 0 0,0 1 0 0 0,0-1 0 0 0,0 1 0 0 0,0-1 0 0 0,0 0 1 0 0,0 1-1 0 0,0-1 0 0 0,0 0 0 0 0,1 1 0 0 0,-1-2-21 0 0,0 1 0 0 0,0 0-1 0 0,0-1 1 0 0,0 1 0 0 0,-1 0 0 0 0,1-1 0 0 0,0 1-1 0 0,0-1 1 0 0,-1 1 0 0 0,1-1 0 0 0,0 0-1 0 0,-1 1 1 0 0,1-1 0 0 0,0 0 0 0 0,-1 1-1 0 0,1-1 1 0 0,-1 0 0 0 0,1 0 0 0 0,0-1-1 0 0,2-7-268 0 0,1-1 0 0 0,-1 1-1 0 0,3-19 1 0 0,-2 11 100 0 0,10-33 142 0 0,3 1 0 0 0,1 0 0 0 0,2 1 0 0 0,44-74 0 0 0,-64 121 106 0 0,1-1 0 0 0,0 1-1 0 0,0-1 1 0 0,0 1-1 0 0,-1 0 1 0 0,1-1-1 0 0,0 1 1 0 0,1 0 0 0 0,-1 0-1 0 0,0-1 1 0 0,0 1-1 0 0,0 0 1 0 0,1 0 0 0 0,-1 0-1 0 0,0 1 1 0 0,1-1-1 0 0,-1 0 1 0 0,1 0 0 0 0,-1 1-1 0 0,1-1 1 0 0,-1 1-1 0 0,1 0 1 0 0,0-1 0 0 0,-1 1-1 0 0,1 0 1 0 0,0 0-1 0 0,-1 0 1 0 0,1 0 0 0 0,2 0-1 0 0,-1 2-16 0 0,-1-1 0 0 0,1 1 0 0 0,0 0 0 0 0,-1 0 0 0 0,1 0 0 0 0,-1 1-1 0 0,0-1 1 0 0,1 1 0 0 0,-1-1 0 0 0,-1 1 0 0 0,1 0 0 0 0,0-1 0 0 0,2 7 0 0 0,12 24 103 0 0,-2 1 0 0 0,14 50 0 0 0,18 42-1806 0 0,-38-108-5964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6.2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88 4609 0 0,'-1'-1'168'0'0,"0"-1"-1"0"0,-1 1 1 0 0,1 0 0 0 0,-1 0 0 0 0,0 0-1 0 0,1 0 1 0 0,-1 0 0 0 0,0 1-1 0 0,0-1 1 0 0,0 0 0 0 0,1 1-1 0 0,-1-1 1 0 0,0 1 0 0 0,0 0 0 0 0,0-1-1 0 0,0 1 1 0 0,0 0 0 0 0,0 0-1 0 0,0 1 1 0 0,0-1 0 0 0,0 0-1 0 0,1 1 1 0 0,-1-1 0 0 0,0 1 0 0 0,0-1-1 0 0,0 1 1 0 0,1 0 0 0 0,-1 0-1 0 0,0 0 1 0 0,0 0 0 0 0,1 0-1 0 0,-1 0 1 0 0,1 0 0 0 0,-1 0 0 0 0,1 1-1 0 0,0-1 1 0 0,0 1 0 0 0,-1-1-1 0 0,1 1 1 0 0,0-1 0 0 0,0 1 0 0 0,-1 1-1 0 0,-1 3 156 0 0,0 0 0 0 0,1 0 0 0 0,-1 0 0 0 0,1 0 0 0 0,0 0 0 0 0,1 0 0 0 0,-1 1 1 0 0,1-1-1 0 0,1 0 0 0 0,-1 1 0 0 0,1 11 0 0 0,1-10-101 0 0,1 1 0 0 0,0 0 1 0 0,0 0-1 0 0,0-1 0 0 0,1 1 1 0 0,1-1-1 0 0,-1 0 0 0 0,1 0 1 0 0,1 0-1 0 0,0 0 0 0 0,0-1 1 0 0,0 0-1 0 0,1 0 1 0 0,0 0-1 0 0,7 5 0 0 0,-9-8-143 0 0,0-1 0 0 0,1 0 1 0 0,-1 0-1 0 0,1 0 0 0 0,0 0 0 0 0,0-1 0 0 0,0 0 0 0 0,0 0 0 0 0,0 0 0 0 0,1-1 0 0 0,-1 1 1 0 0,0-1-1 0 0,1 0 0 0 0,-1-1 0 0 0,1 0 0 0 0,-1 0 0 0 0,1 0 0 0 0,-1 0 0 0 0,1-1 1 0 0,-1 0-1 0 0,1 0 0 0 0,-1 0 0 0 0,0-1 0 0 0,1 0 0 0 0,6-3 0 0 0,-6 2-24 0 0,0 0 0 0 0,-1 0 1 0 0,1 0-1 0 0,-1-1 0 0 0,0 1 0 0 0,0-1 0 0 0,0-1 0 0 0,-1 1 0 0 0,1-1 0 0 0,-1 0 0 0 0,0 0 0 0 0,0 0 1 0 0,-1 0-1 0 0,1 0 0 0 0,-1-1 0 0 0,-1 0 0 0 0,1 0 0 0 0,-1 0 0 0 0,0 0 0 0 0,0 0 0 0 0,1-10 1 0 0,-2 7-31 0 0,0 0 0 0 0,-1 0 1 0 0,-1 1-1 0 0,0-1 1 0 0,0 0-1 0 0,0 1 0 0 0,-1-1 1 0 0,0 1-1 0 0,-1-1 1 0 0,0 1-1 0 0,0 0 1 0 0,-1 0-1 0 0,0 0 0 0 0,-1 1 1 0 0,-6-10-1 0 0,9 15-66 0 0,-38-47 208 0 0,38 46-334 0 0,-2 0 0 0 0,1 0 0 0 0,0 1 0 0 0,-1-1 0 0 0,1 1 0 0 0,-1 0 0 0 0,1 0 0 0 0,-1 0 0 0 0,0 0 0 0 0,0 1 0 0 0,0-1 0 0 0,-7 0-1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6.6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302 452 6449 0 0,'0'-2'156'0'0,"0"1"0"0"0,-1 0 0 0 0,1 0 0 0 0,-1 0 0 0 0,1 0 0 0 0,-1 0 0 0 0,1 0 0 0 0,-1 0 0 0 0,0 0 0 0 0,1 0 0 0 0,-1 0-1 0 0,0 0 1 0 0,0 1 0 0 0,1-1 0 0 0,-1 0 0 0 0,0 0 0 0 0,0 1 0 0 0,0-1 0 0 0,0 0 0 0 0,0 1 0 0 0,0-1 0 0 0,0 1 0 0 0,-1 0 0 0 0,0-1-1 0 0,-33-9 1863 0 0,29 9-1683 0 0,-3-1-18 0 0,-1 0 1 0 0,1 1-1 0 0,-1 0 0 0 0,0 1 1 0 0,0 0-1 0 0,0 1 1 0 0,1 0-1 0 0,-1 0 0 0 0,0 1 1 0 0,1 0-1 0 0,0 0 0 0 0,-1 1 1 0 0,1 1-1 0 0,-16 8 0 0 0,19-9-240 0 0,0 1-1 0 0,1 0 0 0 0,-1 0 1 0 0,1 1-1 0 0,0-1 1 0 0,0 1-1 0 0,1 0 0 0 0,-1 1 1 0 0,1-1-1 0 0,0 1 0 0 0,0 0 1 0 0,1 0-1 0 0,0 0 0 0 0,0 0 1 0 0,0 0-1 0 0,1 1 0 0 0,0-1 1 0 0,0 1-1 0 0,1 0 0 0 0,0 0 1 0 0,-1 13-1 0 0,2-16-67 0 0,0-1 1 0 0,0 0-1 0 0,0 0 1 0 0,0 1-1 0 0,1-1 0 0 0,-1 0 1 0 0,1 0-1 0 0,0 1 1 0 0,0-1-1 0 0,0 0 0 0 0,1 0 1 0 0,-1 0-1 0 0,1 0 0 0 0,-1 0 1 0 0,1-1-1 0 0,0 1 1 0 0,0 0-1 0 0,0-1 0 0 0,4 3 1 0 0,-4-3-17 0 0,0-1 1 0 0,0 0 0 0 0,0 0-1 0 0,0 0 1 0 0,1 0 0 0 0,-1 0-1 0 0,0 0 1 0 0,1 0 0 0 0,-1-1-1 0 0,0 1 1 0 0,1-1-1 0 0,-1 0 1 0 0,1 0 0 0 0,-1 0-1 0 0,1 0 1 0 0,-1 0 0 0 0,1-1-1 0 0,-1 1 1 0 0,0-1 0 0 0,1 1-1 0 0,-1-1 1 0 0,0 0 0 0 0,1 0-1 0 0,-1 0 1 0 0,0 0-1 0 0,3-2 1 0 0,13-9-181 0 0,-1 0-1 0 0,-1-1 0 0 0,0-1 1 0 0,-1-1-1 0 0,-1 0 1 0 0,0-1-1 0 0,0 0 1 0 0,-2-1-1 0 0,0-1 1 0 0,-1 0-1 0 0,-1 0 1 0 0,-1-1-1 0 0,-1 0 1 0 0,0-1-1 0 0,7-30 0 0 0,-10 24 175 0 0,-2 0 0 0 0,-1-1 0 0 0,-1 1 0 0 0,-1-1 0 0 0,-1 1 0 0 0,-1-1 0 0 0,-2 1 0 0 0,-13-51 0 0 0,15 71 190 0 0,0 1 0 0 0,0 0 0 0 0,-1 0 0 0 0,0 0 0 0 0,0 0 0 0 0,0 1 1 0 0,0-1-1 0 0,-8-7 0 0 0,10 11-67 0 0,0 1 1 0 0,0-1 0 0 0,0 0 0 0 0,0 0 0 0 0,0 1 0 0 0,0-1-1 0 0,0 0 1 0 0,0 1 0 0 0,0-1 0 0 0,0 1 0 0 0,0 0 0 0 0,0-1-1 0 0,0 1 1 0 0,-1 0 0 0 0,1 0 0 0 0,0-1 0 0 0,0 1 0 0 0,-3 0-1 0 0,3 1-1 0 0,0-1 0 0 0,0 1 0 0 0,0 0 0 0 0,0-1 0 0 0,0 1 0 0 0,0 0 0 0 0,-1 0-1 0 0,2-1 1 0 0,-1 1 0 0 0,0 0 0 0 0,0 0 0 0 0,0 0 0 0 0,0 0 0 0 0,1 0 0 0 0,-1 1-1 0 0,0-1 1 0 0,1 0 0 0 0,-1 0 0 0 0,1 0 0 0 0,-1 1 0 0 0,0 1 0 0 0,-2 9-8 0 0,1-1 0 0 0,0 1 1 0 0,0 0-1 0 0,1-1 0 0 0,1 1 1 0 0,0 0-1 0 0,1 0 0 0 0,0 0 1 0 0,0 0-1 0 0,2-1 0 0 0,4 17 0 0 0,6 14 60 0 0,30 66-1 0 0,26 26 542 0 0,-35-73-1899 0 0,-3 1-4947 0 0,-20-38-1172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7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76 267 11522 0 0,'-14'19'5926'0'0,"28"-18"-1955"0"0,0-7-4427 0 0,-10 2 490 0 0,1 0 0 0 0,-1 0 1 0 0,0 0-1 0 0,0 0 0 0 0,0 0 0 0 0,0-1 0 0 0,-1 0 0 0 0,0 1 0 0 0,0-1 0 0 0,0-1 0 0 0,0 1 1 0 0,-1 0-1 0 0,0-1 0 0 0,0 1 0 0 0,-1-1 0 0 0,1 1 0 0 0,-1-1 0 0 0,0 0 0 0 0,-1 0 1 0 0,1-8-1 0 0,-1 0-85 0 0,-1 0 1 0 0,0 1-1 0 0,-1-1 1 0 0,0 1 0 0 0,-1 0-1 0 0,-1-1 1 0 0,-8-21 0 0 0,11 32 28 0 0,0 1 0 0 0,0-1 0 0 0,0 1 0 0 0,-1 0 0 0 0,1-1 0 0 0,0 1 0 0 0,-1 0 1 0 0,0 0-1 0 0,1 0 0 0 0,-1 0 0 0 0,0 0 0 0 0,0 1 0 0 0,0-1 0 0 0,0 0 0 0 0,0 1 0 0 0,-4-2 1 0 0,5 2 13 0 0,-1 1 0 0 0,0 0 1 0 0,1-1-1 0 0,-1 1 0 0 0,1 0 1 0 0,-1 0-1 0 0,0 0 0 0 0,1 0 1 0 0,-1 0-1 0 0,1 1 0 0 0,-1-1 1 0 0,0 0-1 0 0,1 1 0 0 0,-1-1 1 0 0,1 1-1 0 0,-1-1 0 0 0,1 1 1 0 0,-1 0-1 0 0,-1 1 1 0 0,-2 2 1 0 0,1 0 0 0 0,-1 0 0 0 0,1 0 1 0 0,0 0-1 0 0,1 0 0 0 0,-1 1 0 0 0,1 0 1 0 0,0 0-1 0 0,0 0 0 0 0,0 0 0 0 0,1 0 1 0 0,0 0-1 0 0,-2 7 0 0 0,2-4 29 0 0,0 0-1 0 0,1 0 1 0 0,-1-1-1 0 0,2 1 1 0 0,-1 0-1 0 0,1 0 1 0 0,0 0-1 0 0,1 0 1 0 0,0 0 0 0 0,0 0-1 0 0,1 0 1 0 0,0-1-1 0 0,0 1 1 0 0,1-1-1 0 0,0 1 1 0 0,0-1-1 0 0,6 10 1 0 0,-5-11-188 0 0,1 0 0 0 0,-1-1 0 0 0,1 1 0 0 0,0-1 0 0 0,1 0 0 0 0,-1-1 0 0 0,1 1-1 0 0,0-1 1 0 0,0 0 0 0 0,0-1 0 0 0,0 1 0 0 0,1-1 0 0 0,-1-1 0 0 0,1 1 0 0 0,0-1 0 0 0,0 0 0 0 0,0 0 0 0 0,0-1 0 0 0,10 1 0 0 0,9-1-6321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7.3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6 6913 0 0,'-2'-1'205'0'0,"0"0"0"0"0,1 1-1 0 0,-1-1 1 0 0,0 0-1 0 0,1 1 1 0 0,-1-1-1 0 0,0 1 1 0 0,0 0-1 0 0,0 0 1 0 0,1-1-1 0 0,-1 1 1 0 0,0 0-1 0 0,0 1 1 0 0,0-1-1 0 0,1 0 1 0 0,-1 0 0 0 0,0 1-1 0 0,0-1 1 0 0,1 1-1 0 0,-1 0 1 0 0,0-1-1 0 0,1 1 1 0 0,-1 0-1 0 0,1 0 1 0 0,-1 0-1 0 0,1 0 1 0 0,-1 0-1 0 0,1 0 1 0 0,-1 1-1 0 0,1-1 1 0 0,0 0-1 0 0,0 1 1 0 0,0-1 0 0 0,0 1-1 0 0,0-1 1 0 0,0 1-1 0 0,0 0 1 0 0,0-1-1 0 0,1 1 1 0 0,-2 3-1 0 0,-4 12 625 0 0,1 1 1 0 0,0 0-1 0 0,1 1 0 0 0,1-1 0 0 0,-1 27 0 0 0,3 94 804 0 0,3-105-1693 0 0,2 0-1 0 0,2 0 1 0 0,1-1-1 0 0,1 1 1 0 0,2-2-1 0 0,1 1 1 0 0,25 49-1 0 0,-22-51-7607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7.8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9674 0 0,'29'3'4234'0'0,"-22"-2"-3778"0"0,-1 1-1 0 0,0 0 0 0 0,0 0 1 0 0,0 0-1 0 0,0 1 1 0 0,0 0-1 0 0,0 0 0 0 0,0 0 1 0 0,-1 1-1 0 0,0-1 1 0 0,0 1-1 0 0,9 10 0 0 0,-6-6-143 0 0,-1 1-1 0 0,0 1 0 0 0,0 0 1 0 0,-1 0-1 0 0,0 0 0 0 0,6 18 1 0 0,-1 2-231 0 0,-2 1 1 0 0,-2 0-1 0 0,0 0 1 0 0,2 44-1 0 0,-7-58-449 0 0,-1-1-1 0 0,-1 1 0 0 0,-1 0 0 0 0,0 0 0 0 0,-1 0 0 0 0,-7 26 1 0 0,2-23-6807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8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 14283 0 0,'11'-2'177'0'0,"0"-1"0"0"0,0 2 0 0 0,0 0 0 0 0,0 0 0 0 0,0 1 1 0 0,1 0-1 0 0,-1 1 0 0 0,0 0 0 0 0,0 1 0 0 0,0 0 0 0 0,0 1 0 0 0,-1 0 0 0 0,19 8 0 0 0,-21-8 44 0 0,0 1 0 0 0,0-1 0 0 0,0 1 0 0 0,-1 1 0 0 0,0-1 0 0 0,0 1 0 0 0,0 1-1 0 0,0-1 1 0 0,8 10 0 0 0,-13-12-152 0 0,0-1-1 0 0,0 0 0 0 0,-1 1 0 0 0,1-1 1 0 0,-1 1-1 0 0,0 0 0 0 0,1-1 0 0 0,-1 1 1 0 0,-1 0-1 0 0,1 0 0 0 0,0 0 0 0 0,-1 0 0 0 0,1 0 1 0 0,-1 0-1 0 0,0 0 0 0 0,0-1 0 0 0,0 1 1 0 0,0 0-1 0 0,-1 0 0 0 0,1 0 0 0 0,-1 0 1 0 0,0 0-1 0 0,0 0 0 0 0,0 0 0 0 0,0-1 1 0 0,0 1-1 0 0,0 0 0 0 0,-1-1 0 0 0,0 1 1 0 0,1-1-1 0 0,-3 3 0 0 0,-1 1-232 0 0,-1 0 0 0 0,1 0-1 0 0,-1 0 1 0 0,0 0 0 0 0,-1-1 0 0 0,1 0-1 0 0,-1 0 1 0 0,0-1 0 0 0,0 0-1 0 0,-14 5 1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8.38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1 247 7834 0 0,'9'-2'543'0'0,"0"0"0"0"0,0-1 0 0 0,-1 1 0 0 0,1-2 0 0 0,-1 1 0 0 0,1-1 0 0 0,-1-1 0 0 0,0 1 0 0 0,-1-1 0 0 0,1-1 0 0 0,-1 1 0 0 0,0-1 0 0 0,10-11 0 0 0,-11 11-403 0 0,-1 0-1 0 0,0 0 1 0 0,0 0 0 0 0,-1-1 0 0 0,0 1-1 0 0,0-1 1 0 0,0 0 0 0 0,-1 0 0 0 0,0-1-1 0 0,-1 1 1 0 0,1-1 0 0 0,-1 1 0 0 0,-1-1 0 0 0,0 0-1 0 0,0 1 1 0 0,0-12 0 0 0,-1 16-142 0 0,-1 1 0 0 0,1-1 0 0 0,-1 1 0 0 0,0-1 0 0 0,1 1 0 0 0,-1 0 0 0 0,-1-1 0 0 0,1 1 0 0 0,0 0 0 0 0,0 0 0 0 0,-1 0 0 0 0,1 0 0 0 0,-1 0 0 0 0,0 0 0 0 0,0 0 0 0 0,1 0 0 0 0,-1 1 0 0 0,0-1 0 0 0,0 1 0 0 0,-3-2 0 0 0,4 2 36 0 0,0 1 1 0 0,0-1-1 0 0,0 1 0 0 0,0 0 0 0 0,0-1 1 0 0,-1 1-1 0 0,1 0 0 0 0,0 0 0 0 0,0 0 1 0 0,0-1-1 0 0,0 1 0 0 0,0 0 0 0 0,0 1 1 0 0,0-1-1 0 0,0 0 0 0 0,0 0 0 0 0,0 0 1 0 0,0 1-1 0 0,0-1 0 0 0,0 0 0 0 0,0 1 1 0 0,0-1-1 0 0,0 1 0 0 0,0-1 1 0 0,0 1-1 0 0,0 0 0 0 0,0-1 0 0 0,0 1 1 0 0,1 0-1 0 0,-1 0 0 0 0,0-1 0 0 0,0 1 1 0 0,1 0-1 0 0,-1 0 0 0 0,1 0 0 0 0,-1 0 1 0 0,1 0-1 0 0,-1 0 0 0 0,1 0 0 0 0,-1 0 1 0 0,1 0-1 0 0,0 0 0 0 0,0 0 0 0 0,-1 0 1 0 0,1 0-1 0 0,0 3 0 0 0,-1 5 62 0 0,0 1 1 0 0,0 0-1 0 0,1 0 1 0 0,0 0-1 0 0,1 0 0 0 0,0 0 1 0 0,1 0-1 0 0,0 0 0 0 0,0 0 1 0 0,1-1-1 0 0,0 1 0 0 0,1-1 1 0 0,0 0-1 0 0,0 0 0 0 0,1 0 1 0 0,1-1-1 0 0,-1 1 1 0 0,1-1-1 0 0,0-1 0 0 0,1 1 1 0 0,0-1-1 0 0,0 0 0 0 0,14 10 1 0 0,-17-15-108 0 0,0 1 0 0 0,0-1 0 0 0,0 0 0 0 0,0-1 0 0 0,0 1 0 0 0,1-1 0 0 0,-1 0 0 0 0,1 0 0 0 0,-1 0 0 0 0,6 0 0 0 0,13-5-6048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8.7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0 160 10138 0 0,'9'-3'3314'0'0,"-6"1"-3114"0"0,0 1 1 0 0,0 0 0 0 0,0-1 0 0 0,0 1 0 0 0,0 1 0 0 0,0-1-1 0 0,0 0 1 0 0,0 1 0 0 0,1-1 0 0 0,-1 1 0 0 0,0 0 0 0 0,0 0-1 0 0,1 1 1 0 0,-1-1 0 0 0,4 1 0 0 0,-1 3-121 0 0,-1-1 0 0 0,0 0-1 0 0,0 1 1 0 0,0 0 0 0 0,0 0 0 0 0,-1 0 0 0 0,0 1 0 0 0,1 0-1 0 0,-2 0 1 0 0,1 0 0 0 0,-1 0 0 0 0,1 0 0 0 0,-1 1-1 0 0,-1-1 1 0 0,3 8 0 0 0,-1-5 161 0 0,1 1 1 0 0,-1-1-1 0 0,1 0 0 0 0,1 0 0 0 0,7 9 0 0 0,-20-46 1897 0 0,6 18-1819 0 0,-4-13-297 0 0,1 1 0 0 0,1-1 0 0 0,2 0 0 0 0,1-33-1 0 0,1 43-2169 0 0,1 0 0 0 0,6-23 0 0 0,2 7-4521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9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27 6449 0 0,'-1'-2'124'0'0,"-1"0"1"0"0,0 0-1 0 0,0 0 0 0 0,0 0 0 0 0,0 0 0 0 0,0 0 0 0 0,0 1 0 0 0,-1-1 0 0 0,1 1 0 0 0,0-1 0 0 0,-1 1 0 0 0,1 0 0 0 0,-1 0 0 0 0,1 0 0 0 0,-1 0 0 0 0,0 1 0 0 0,1-1 1 0 0,-1 1-1 0 0,0-1 0 0 0,0 1 0 0 0,1 0 0 0 0,-1 0 0 0 0,0 0 0 0 0,0 1 0 0 0,1-1 0 0 0,-1 1 0 0 0,0-1 0 0 0,1 1 0 0 0,-1 0 0 0 0,0 0 0 0 0,1 0 0 0 0,-1 0 1 0 0,1 0-1 0 0,-4 3 0 0 0,-1 1 210 0 0,-1 0 0 0 0,1 0 0 0 0,0 1 0 0 0,0 0 1 0 0,1 0-1 0 0,0 1 0 0 0,0 0 0 0 0,1 0 0 0 0,-1 0 1 0 0,1 0-1 0 0,1 1 0 0 0,0 0 0 0 0,0 0 0 0 0,0 0 1 0 0,1 1-1 0 0,0-1 0 0 0,-2 14 0 0 0,-2 12 366 0 0,1 0-1 0 0,2 0 0 0 0,0 41 0 0 0,20 234 1679 0 0,-6-206-4420 0 0,-4 0-4506 0 0,-6-86 766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9.2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10 165 10802 0 0,'-1'-3'68'0'0,"-1"1"-1"0"0,1-1 1 0 0,0 0-1 0 0,0 1 0 0 0,0-1 1 0 0,0 0-1 0 0,1 0 1 0 0,-1 0-1 0 0,1 0 0 0 0,-1 0 1 0 0,1 0-1 0 0,0 0 1 0 0,0 0-1 0 0,1 0 0 0 0,0-4 1 0 0,1 2 177 0 0,0 1 1 0 0,0-1-1 0 0,0 1 1 0 0,1-1-1 0 0,0 1 0 0 0,0 0 1 0 0,0 0-1 0 0,5-5 1 0 0,-2 2 69 0 0,1 0 1 0 0,-1 1-1 0 0,1-1 1 0 0,1 2-1 0 0,-1-1 1 0 0,1 1-1 0 0,0 0 1 0 0,13-5-1 0 0,-14 7-579 0 0,0 1-1 0 0,1 0 1 0 0,-1 0 0 0 0,1 1 0 0 0,-1 0-1 0 0,1 0 1 0 0,-1 0 0 0 0,1 1-1 0 0,0 1 1 0 0,-1-1 0 0 0,1 1-1 0 0,-1 0 1 0 0,1 1 0 0 0,-1 0 0 0 0,1 0-1 0 0,12 6 1 0 0,1 1 211 0 0,0-1-7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29.5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198 117 8754 0 0,'-12'-8'643'0'0,"5"2"-158"0"0,-1 1 0 0 0,0 0 1 0 0,0 0-1 0 0,0 1 0 0 0,-1 0 0 0 0,-8-2 1 0 0,14 5-388 0 0,0 1 1 0 0,0-1-1 0 0,0 1 1 0 0,0 0-1 0 0,0 0 1 0 0,-1 0 0 0 0,1 1-1 0 0,0-1 1 0 0,0 1-1 0 0,0-1 1 0 0,0 1-1 0 0,0 0 1 0 0,1 0 0 0 0,-1 0-1 0 0,0 1 1 0 0,0-1-1 0 0,1 1 1 0 0,-1-1-1 0 0,1 1 1 0 0,-1 0-1 0 0,1 0 1 0 0,-4 4 0 0 0,0 0 55 0 0,1 1 1 0 0,0 0 0 0 0,0 1 0 0 0,0-1 0 0 0,1 1 0 0 0,0 0 0 0 0,1 0 0 0 0,0 0 0 0 0,0 1-1 0 0,1-1 1 0 0,0 1 0 0 0,0-1 0 0 0,1 1 0 0 0,0 0 0 0 0,0 0 0 0 0,1-1 0 0 0,2 17 0 0 0,-2-18-115 0 0,1-1 0 0 0,1 0 1 0 0,-1 1-1 0 0,1-1 0 0 0,0 0 1 0 0,0 0-1 0 0,1 0 1 0 0,0-1-1 0 0,0 1 0 0 0,0 0 1 0 0,6 5-1 0 0,-6-7-18 0 0,0-1 0 0 0,0 0 0 0 0,1 0 0 0 0,-1 0 0 0 0,1 0 0 0 0,0 0 0 0 0,0-1 1 0 0,0 0-1 0 0,0 1 0 0 0,1-2 0 0 0,-1 1 0 0 0,0 0 0 0 0,1-1 0 0 0,0 0 0 0 0,-1 0 0 0 0,8 0 0 0 0,-8 0 40 0 0,0-1 1 0 0,-1 0-1 0 0,1 0 1 0 0,0-1-1 0 0,-1 1 1 0 0,1-1-1 0 0,-1 0 0 0 0,1 0 1 0 0,-1 0-1 0 0,1 0 1 0 0,-1-1-1 0 0,0 1 1 0 0,1-1-1 0 0,-1 0 0 0 0,0 0 1 0 0,0 0-1 0 0,0 0 1 0 0,-1-1-1 0 0,1 1 1 0 0,-1-1-1 0 0,1 1 0 0 0,-1-1 1 0 0,0 0-1 0 0,0 0 1 0 0,0 0-1 0 0,0 0 1 0 0,0-1-1 0 0,-1 1 1 0 0,1 0-1 0 0,0-6 0 0 0,2-3-10 0 0,-1 1 1 0 0,-1-1-1 0 0,0 0 0 0 0,0 0 0 0 0,-1 0 0 0 0,-1 0 0 0 0,0 0 0 0 0,-2-12 1 0 0,-22-101-465 0 0,14 80-746 0 0,6 24-29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0.0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17 8754 0 0,'3'-2'321'0'0,"-1"0"1"0"0,1 1-1 0 0,0 0 0 0 0,0 0 1 0 0,-1-1-1 0 0,1 1 1 0 0,0 1-1 0 0,0-1 0 0 0,0 0 1 0 0,0 1-1 0 0,0 0 0 0 0,1 0 1 0 0,4 0-1 0 0,-1 0 319 0 0,1 0 0 0 0,-1 1-1 0 0,0 0 1 0 0,14 4 0 0 0,-17-3-416 0 0,1 1 1 0 0,0-1-1 0 0,-1 1 1 0 0,1 1 0 0 0,-1-1-1 0 0,0 1 1 0 0,0-1 0 0 0,0 1-1 0 0,-1 1 1 0 0,0-1 0 0 0,1 0-1 0 0,-1 1 1 0 0,-1-1 0 0 0,1 1-1 0 0,3 10 1 0 0,2 3-21 0 0,-2 0 0 0 0,0 0 0 0 0,3 22 0 0 0,-9-20-57 0 0,-2-18 215 0 0,-1-13 42 0 0,1-11-484 0 0,0 1 0 0 0,2 0 0 0 0,0-1 0 0 0,2 1 0 0 0,6-34 0 0 0,-3 30-1003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0.5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4609 0 0,'2'6'183'0'0,"1"0"0"0"0,-1 0 0 0 0,0 0 0 0 0,0 0 1 0 0,-1 0-1 0 0,0 0 0 0 0,0 1 0 0 0,0-1 0 0 0,-1 0 0 0 0,0 0 0 0 0,0 1 0 0 0,0-1 1 0 0,-2 7-1 0 0,1 28-85 0 0,8 7-47 0 0,-6-45-37 0 0,-1 0 0 0 0,1-1 0 0 0,0 1 0 0 0,0 0-1 0 0,0 0 1 0 0,0 0 0 0 0,1-1 0 0 0,-1 1 0 0 0,1-1-1 0 0,0 1 1 0 0,-1-1 0 0 0,1 0 0 0 0,0 0 0 0 0,3 3 0 0 0,-5-5 17 0 0,1 0 1 0 0,-1 0-1 0 0,1 0 1 0 0,-1 0 0 0 0,1 0-1 0 0,-1 1 1 0 0,0-1-1 0 0,1 0 1 0 0,-1 0 0 0 0,1 0-1 0 0,-1 0 1 0 0,1-1-1 0 0,-1 1 1 0 0,0 0-1 0 0,1 0 1 0 0,-1 0 0 0 0,1 0-1 0 0,-1 0 1 0 0,1 0-1 0 0,-1-1 1 0 0,0 1 0 0 0,1 0-1 0 0,-1 0 1 0 0,0-1-1 0 0,1 1 1 0 0,-1 0 0 0 0,0-1-1 0 0,1 1 1 0 0,-1 0-1 0 0,0-1 1 0 0,0 1-1 0 0,1 0 1 0 0,-1-1 0 0 0,0 1-1 0 0,0-1 1 0 0,0 1-1 0 0,1 0 1 0 0,-1-1 0 0 0,0 1-1 0 0,0-1 1 0 0,0 1-1 0 0,0-1 1 0 0,0 1 0 0 0,0 0-1 0 0,0-2 1 0 0,5-24 1464 0 0,-5 23-1369 0 0,4-33 382 0 0,-2 16-651 0 0,1 0 0 0 0,0 1 0 0 0,9-26 1 0 0,-11 40 146 0 0,1 0 0 0 0,0 0 0 0 0,0 1 0 0 0,0-1 0 0 0,1 1 0 0 0,-1 0 0 0 0,1-1 0 0 0,0 1 0 0 0,1 1 0 0 0,-1-1 0 0 0,0 0 0 0 0,1 1 0 0 0,0-1 0 0 0,0 1 0 0 0,0 0 0 0 0,0 1 1 0 0,1-1-1 0 0,5-2 0 0 0,-8 5 105 0 0,0-1 1 0 0,0 1-1 0 0,-1-1 1 0 0,1 1-1 0 0,0 0 1 0 0,0 0-1 0 0,0 0 1 0 0,0 0-1 0 0,0 0 1 0 0,-1 0-1 0 0,1 0 1 0 0,0 1-1 0 0,0-1 0 0 0,0 1 1 0 0,-1-1-1 0 0,1 1 1 0 0,0 0-1 0 0,0 0 1 0 0,-1-1-1 0 0,1 1 1 0 0,-1 0-1 0 0,1 1 1 0 0,-1-1-1 0 0,1 0 1 0 0,-1 0-1 0 0,0 1 1 0 0,1-1-1 0 0,-1 1 1 0 0,0-1-1 0 0,0 1 1 0 0,1 1-1 0 0,5 9 759 0 0,0-1 0 0 0,-1 2 0 0 0,6 18 0 0 0,0-4-132 0 0,-6-15-691 0 0,-4-9-35 0 0,0 1 0 0 0,0 0 1 0 0,0 0-1 0 0,0 0 1 0 0,-1 0-1 0 0,1 0 0 0 0,-1 0 1 0 0,1 7-1 0 0,-2-23 6 0 0,1 1 0 0 0,1-1 0 0 0,0 1 1 0 0,0 0-1 0 0,1 0 0 0 0,0 0 0 0 0,10-21 0 0 0,-11 28-6 0 0,0-1 0 0 0,0 1 0 0 0,1 0 0 0 0,-1 0 0 0 0,1 0-1 0 0,0 1 1 0 0,0-1 0 0 0,0 1 0 0 0,0-1 0 0 0,1 1 0 0 0,-1 0-1 0 0,1 0 1 0 0,0 0 0 0 0,0 1 0 0 0,0 0 0 0 0,0-1 0 0 0,0 1 0 0 0,1 1-1 0 0,-1-1 1 0 0,0 1 0 0 0,1-1 0 0 0,6 0 0 0 0,-10 2 41 0 0,1 0 0 0 0,0 0 1 0 0,0 1-1 0 0,0-1 0 0 0,-1 0 0 0 0,1 1 1 0 0,0-1-1 0 0,0 1 0 0 0,-1-1 1 0 0,1 1-1 0 0,0 0 0 0 0,-1 0 0 0 0,1 0 1 0 0,-1 0-1 0 0,1 0 0 0 0,-1 0 1 0 0,1 0-1 0 0,-1 0 0 0 0,0 0 0 0 0,0 1 1 0 0,1-1-1 0 0,-1 1 0 0 0,0-1 1 0 0,1 3-1 0 0,2 4 166 0 0,1 1-1 0 0,-2 0 1 0 0,5 16 0 0 0,8 16-1023 0 0,-8-30-283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1.2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97 57 1376 0 0,'3'-16'-278'0'0,"-11"-24"13471"0"0,7 40-12938 0 0,-1 0-220 0 0,1 0-1 0 0,0 0 1 0 0,0 0-1 0 0,0 0 1 0 0,-1 1-1 0 0,1-1 1 0 0,0 1-1 0 0,0-1 1 0 0,0 1-1 0 0,0-1 1 0 0,0 1-1 0 0,0-1 1 0 0,0 1-1 0 0,0 0 1 0 0,0 0-1 0 0,0 0 1 0 0,0-1-1 0 0,-1 2 1 0 0,-5 6 28 0 0,0 1-1 0 0,0-1 1 0 0,1 1 0 0 0,0 0 0 0 0,0 0 0 0 0,1 1-1 0 0,0 0 1 0 0,1 0 0 0 0,-5 17 0 0 0,7-22-27 0 0,1 1-1 0 0,-1 0 1 0 0,2 0 0 0 0,-1 0 0 0 0,1 0 0 0 0,0 0 0 0 0,0 0 0 0 0,2 10-1 0 0,-2-13-26 0 0,1 0-1 0 0,0 0 0 0 0,0 0 0 0 0,0 0 0 0 0,1 0 0 0 0,-1 0 1 0 0,1 0-1 0 0,0 0 0 0 0,0 0 0 0 0,-1-1 0 0 0,2 1 1 0 0,-1-1-1 0 0,0 1 0 0 0,0-1 0 0 0,1 0 0 0 0,3 3 0 0 0,-4-5-9 0 0,-1 1 0 0 0,0 0-1 0 0,1 0 1 0 0,-1-1-1 0 0,0 1 1 0 0,1-1 0 0 0,-1 1-1 0 0,1-1 1 0 0,-1 0-1 0 0,1 1 1 0 0,-1-1-1 0 0,1 0 1 0 0,-1 0 0 0 0,1 0-1 0 0,-1 0 1 0 0,1 0-1 0 0,-1 0 1 0 0,1-1 0 0 0,-1 1-1 0 0,1-1 1 0 0,1 0-1 0 0,0 0-5 0 0,0-1-1 0 0,0 0 0 0 0,0 0 0 0 0,0 0 0 0 0,0 0 1 0 0,0 0-1 0 0,-1-1 0 0 0,5-4 0 0 0,0-2-11 0 0,-1 0-1 0 0,0 0 0 0 0,0 0 1 0 0,-1-1-1 0 0,4-10 1 0 0,-2-8-77 0 0,-6 23 106 0 0,-1 0 0 0 0,1 1 0 0 0,1-1 0 0 0,-1 1-1 0 0,1-1 1 0 0,-1 1 0 0 0,1 0 0 0 0,0-1 0 0 0,4-3-1 0 0,-5 7 13 0 0,0 1-1 0 0,-1 0 1 0 0,1-1-1 0 0,0 1 1 0 0,0 0-1 0 0,0 0 1 0 0,0 0-1 0 0,0 0 1 0 0,0 0-1 0 0,0 0 1 0 0,0 0-1 0 0,0 0 1 0 0,0 0-1 0 0,0 1 1 0 0,0-1-1 0 0,0 0 1 0 0,0 1-1 0 0,0-1 1 0 0,-1 0-1 0 0,1 1 1 0 0,0-1-1 0 0,0 1 1 0 0,0 0-1 0 0,-1-1 1 0 0,1 1-1 0 0,1 0 1 0 0,25 22 1006 0 0,-21-18-752 0 0,2 2-31 0 0,-5-4-229 0 0,0 0-1 0 0,-1-1 1 0 0,2 1-1 0 0,-1 0 1 0 0,0-1 0 0 0,0 0-1 0 0,1 0 1 0 0,-1 0-1 0 0,1 0 1 0 0,0-1-1 0 0,6 3 1 0 0,-7-7-60 0 0,1 1 0 0 0,-1 0 0 0 0,0-1-1 0 0,1 1 1 0 0,-1-1 0 0 0,0 0 0 0 0,-1 0 0 0 0,1-1 0 0 0,0 1 0 0 0,-1 0-1 0 0,0-1 1 0 0,4-6 0 0 0,5-7-346 0 0,-7 12 450 0 0,0 0 0 0 0,0 0 1 0 0,1 1-1 0 0,0-1 0 0 0,0 1 0 0 0,0 0 1 0 0,9-5-1 0 0,-13 8-30 0 0,0 1 1 0 0,0-1 0 0 0,1 1-1 0 0,-1-1 1 0 0,0 1-1 0 0,1 0 1 0 0,-1-1 0 0 0,1 1-1 0 0,-1 0 1 0 0,0 0-1 0 0,1 0 1 0 0,-1 0 0 0 0,1 0-1 0 0,-1 0 1 0 0,0 0-1 0 0,1 1 1 0 0,-1-1 0 0 0,0 0-1 0 0,1 1 1 0 0,-1-1-1 0 0,0 1 1 0 0,1 0-1 0 0,-1-1 1 0 0,0 1 0 0 0,0 0-1 0 0,0 0 1 0 0,0-1-1 0 0,0 1 1 0 0,0 0 0 0 0,0 0-1 0 0,0 0 1 0 0,0 1-1 0 0,0-1 1 0 0,0 0 0 0 0,-1 0-1 0 0,1 0 1 0 0,0 1-1 0 0,-1-1 1 0 0,1 0 0 0 0,0 3-1 0 0,3 7 94 0 0,-2-7 8 0 0,0 0 0 0 0,-1 1 0 0 0,2-1 0 0 0,-1 0 0 0 0,5 7 1 0 0,-6-11-120 0 0,-1 1 0 0 0,1-1 1 0 0,0 1-1 0 0,-1 0 1 0 0,1-1-1 0 0,0 0 1 0 0,-1 1-1 0 0,1-1 0 0 0,0 1 1 0 0,0-1-1 0 0,-1 0 1 0 0,1 0-1 0 0,0 1 1 0 0,0-1-1 0 0,-1 0 0 0 0,1 0 1 0 0,0 0-1 0 0,0 0 1 0 0,0 0-1 0 0,0 0 1 0 0,-1 0-1 0 0,1 0 0 0 0,0 0 1 0 0,0 0-1 0 0,0-1 1 0 0,-1 1-1 0 0,1 0 1 0 0,0 0-1 0 0,0-1 1 0 0,-1 1-1 0 0,1 0 0 0 0,0-1 1 0 0,-1 1-1 0 0,1-1 1 0 0,0 1-1 0 0,-1-1 1 0 0,1 1-1 0 0,0-2 0 0 0,4-2-1 0 0,3-3 187 0 0,0 0-1 0 0,0 1 0 0 0,1-1 1 0 0,18-8-1 0 0,-26 14-177 0 0,0 1-1 0 0,1-1 1 0 0,-1 0 0 0 0,1 1-1 0 0,-1-1 1 0 0,1 1 0 0 0,-1 0-1 0 0,1-1 1 0 0,-1 1 0 0 0,1 0-1 0 0,-1 0 1 0 0,1 0 0 0 0,-1 0-1 0 0,1 0 1 0 0,-1 1 0 0 0,1-1-1 0 0,-1 0 1 0 0,1 1 0 0 0,-1-1-1 0 0,1 1 1 0 0,-1-1 0 0 0,1 1-1 0 0,-1-1 1 0 0,0 1 0 0 0,1 0-1 0 0,-1 0 1 0 0,0 0 0 0 0,0 0-1 0 0,0 0 1 0 0,0 0 0 0 0,0 0-1 0 0,0 0 1 0 0,0 1 0 0 0,0-1-1 0 0,0 0 1 0 0,0 0 0 0 0,0 1-1 0 0,-1-1 1 0 0,1 1 0 0 0,-1-1-1 0 0,1 1 1 0 0,0 2 0 0 0,0 0-48 0 0,0 0 0 0 0,1 1 1 0 0,0-1-1 0 0,0 0 0 0 0,0 0 1 0 0,0 0-1 0 0,5 5 0 0 0,9 1-2358 0 0,7-9-3910 0 0,-16-3 5527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1.6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46 7370 0 0,'1'-2'531'0'0,"-1"-1"0"0"0,1 1 0 0 0,-1 0 0 0 0,0-1 0 0 0,1 1 0 0 0,-1 0 0 0 0,0 0 0 0 0,-1-1 0 0 0,1 1 0 0 0,0 0 0 0 0,-1-1 0 0 0,1 1 0 0 0,-1 0 0 0 0,1 0 0 0 0,-2-3 0 0 0,1 4-380 0 0,1 1-1 0 0,0-1 1 0 0,-1 1 0 0 0,1-1 0 0 0,-1 1-1 0 0,1 0 1 0 0,-1-1 0 0 0,1 1-1 0 0,-1 0 1 0 0,1-1 0 0 0,-1 1 0 0 0,1 0-1 0 0,-1-1 1 0 0,1 1 0 0 0,-1 0 0 0 0,1 0-1 0 0,-1 0 1 0 0,0-1 0 0 0,1 1-1 0 0,-1 0 1 0 0,1 0 0 0 0,-2 0 0 0 0,1 0-22 0 0,-1 1 0 0 0,0-1 1 0 0,1 1-1 0 0,-1-1 0 0 0,1 1 1 0 0,-1-1-1 0 0,1 1 0 0 0,-1 0 1 0 0,1 0-1 0 0,-1-1 0 0 0,-2 3 0 0 0,-3 4-52 0 0,1-1-1 0 0,-1 1 0 0 0,1 0 0 0 0,0 0 0 0 0,1 1 0 0 0,-1 0 1 0 0,2 0-1 0 0,-1 0 0 0 0,1 1 0 0 0,0-1 0 0 0,1 1 0 0 0,0 0 1 0 0,-3 13-1 0 0,4-13-26 0 0,0 0 0 0 0,1-1 0 0 0,0 1 0 0 0,0 0 0 0 0,1 0 0 0 0,0 0 0 0 0,1 0 0 0 0,0 0 0 0 0,0 0 0 0 0,1 0 0 0 0,0 0 0 0 0,0-1 0 0 0,1 1 0 0 0,5 9 0 0 0,-7-16-200 0 0,1 1-1 0 0,0 0 1 0 0,0-1 0 0 0,0 1-1 0 0,0-1 1 0 0,0 1 0 0 0,0-1-1 0 0,1 0 1 0 0,3 2 0 0 0,-3-2-453 0 0,1 0 0 0 0,-1 0 0 0 0,1-1 0 0 0,-1 1 0 0 0,1-1 0 0 0,0 0 0 0 0,6 1 0 0 0,8 0-6433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1.9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1 306 9218 0 0,'11'-2'508'0'0,"1"-1"1"0"0,-1 0-1 0 0,0-1 0 0 0,0 0 1 0 0,0-1-1 0 0,-1 0 0 0 0,1-1 1 0 0,-1 0-1 0 0,-1 0 0 0 0,15-13 1 0 0,-15 12-352 0 0,-1-1 0 0 0,-1 0 1 0 0,0 0-1 0 0,0 0 0 0 0,0-1 1 0 0,-1 0-1 0 0,-1-1 0 0 0,1 1 0 0 0,-2-1 1 0 0,1 0-1 0 0,-1 0 0 0 0,-1-1 1 0 0,0 1-1 0 0,0-1 0 0 0,-1 1 1 0 0,0-1-1 0 0,-1 0 0 0 0,0-15 0 0 0,-1 25-125 0 0,0-1-1 0 0,0 0 1 0 0,0 1-1 0 0,0-1 1 0 0,0 0-1 0 0,0 0 1 0 0,0 1-1 0 0,-1-1 1 0 0,1 0-1 0 0,0 1 1 0 0,-1-1-1 0 0,0 0 0 0 0,1 1 1 0 0,-1-1-1 0 0,0 1 1 0 0,0-1-1 0 0,0 1 1 0 0,0-1-1 0 0,0 1 1 0 0,0 0-1 0 0,0-1 1 0 0,0 1-1 0 0,-1 0 1 0 0,1 0-1 0 0,-1 0 0 0 0,1 0 1 0 0,0 0-1 0 0,-1 0 1 0 0,0 0-1 0 0,1 1 1 0 0,-1-1-1 0 0,1 0 1 0 0,-1 1-1 0 0,0-1 1 0 0,1 1-1 0 0,-1 0 0 0 0,0 0 1 0 0,0 0-1 0 0,1 0 1 0 0,-1 0-1 0 0,0 0 1 0 0,0 0-1 0 0,1 0 1 0 0,-1 0-1 0 0,0 1 1 0 0,1-1-1 0 0,-1 1 1 0 0,0 0-1 0 0,-1 0 0 0 0,-6 2 16 0 0,-1 1-1 0 0,1 1 0 0 0,0-1 0 0 0,0 1 1 0 0,1 1-1 0 0,0-1 0 0 0,-10 10 1 0 0,11-9-25 0 0,0 1 0 0 0,0 0 0 0 0,1 0 0 0 0,0 1 0 0 0,0 0 0 0 0,1 0 0 0 0,0 0 0 0 0,1 1 0 0 0,-1 0 0 0 0,-3 13 0 0 0,7-17 21 0 0,-1-1-1 0 0,2 0 0 0 0,-1 1 1 0 0,1-1-1 0 0,-1 0 0 0 0,1 1 0 0 0,0-1 1 0 0,1 1-1 0 0,-1-1 0 0 0,1 0 1 0 0,0 1-1 0 0,0-1 0 0 0,0 0 1 0 0,0 0-1 0 0,1 1 0 0 0,0-1 1 0 0,0 0-1 0 0,0-1 0 0 0,0 1 1 0 0,1 0-1 0 0,-1-1 0 0 0,1 1 1 0 0,0-1-1 0 0,0 0 0 0 0,5 4 1 0 0,2 1 107 0 0,1 1 1 0 0,1-2 0 0 0,0 0 0 0 0,0 0 0 0 0,0-1 0 0 0,1-1 0 0 0,0 0 0 0 0,0 0 0 0 0,0-2-1 0 0,26 5 1 0 0,12-2-555 0 0,84-1 0 0 0,-39-2-5096 0 0,-62-1-1566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2.5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7 13363 0 0,'-1'-6'8481'0'0,"12"24"-7838"0"0,1 17-539 0 0,-1 1-1 0 0,-1 0 1 0 0,-3 0-1 0 0,6 59 1 0 0,-6-37-56 0 0,-6-49-47 0 0,7 54-843 0 0,3 1-1 0 0,34 108 1 0 0,-29-133-6570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426 92 8754 0 0,'-4'-14'396'0'0,"2"5"78"0"0,-1-1-1 0 0,0 1 1 0 0,0 0-1 0 0,-8-14 1 0 0,11 22-402 0 0,-1 0 0 0 0,1 0 0 0 0,-1 0 0 0 0,0 0 0 0 0,0 0 0 0 0,1 0 0 0 0,-1 0 0 0 0,0 0 0 0 0,0 0 0 0 0,0 0 0 0 0,0 0 0 0 0,0 1 1 0 0,0-1-1 0 0,0 0 0 0 0,0 1 0 0 0,0-1 0 0 0,0 1 0 0 0,0-1 0 0 0,-1 1 0 0 0,1-1 0 0 0,0 1 0 0 0,0 0 0 0 0,0 0 0 0 0,-1 0 0 0 0,1-1 0 0 0,0 1 0 0 0,0 0 0 0 0,-1 1 1 0 0,1-1-1 0 0,0 0 0 0 0,0 0 0 0 0,-1 0 0 0 0,1 1 0 0 0,0-1 0 0 0,0 1 0 0 0,0-1 0 0 0,0 1 0 0 0,0-1 0 0 0,0 1 0 0 0,-1 0 0 0 0,1-1 0 0 0,1 1 0 0 0,-3 2 0 0 0,-8 8 223 0 0,1 0-1 0 0,0 1 0 0 0,1 0 0 0 0,0 1 1 0 0,1 0-1 0 0,0 0 0 0 0,1 1 0 0 0,-7 19 1 0 0,-5 8-99 0 0,-112 240 8 0 0,107-218-163 0 0,3 0 0 0 0,-21 109 0 0 0,30-103-149 0 0,3 0 0 0 0,4 1 0 0 0,2 0 0 0 0,3 0 0 0 0,13 96 0 0 0,-10-147-58 0 0,1-1 0 0 0,0 1 0 0 0,1-1 0 0 0,1 0 0 0 0,1-1 0 0 0,1 0 0 0 0,0 0 0 0 0,1 0 0 0 0,1-1 0 0 0,0 0 0 0 0,1-1 0 0 0,1 0 0 0 0,0-1 0 0 0,1-1 0 0 0,1 0 1 0 0,0 0-1 0 0,0-1 0 0 0,2-1 0 0 0,-1-1 0 0 0,1 0 0 0 0,1-1 0 0 0,25 11 0 0 0,-23-12 155 0 0,1-2 1 0 0,1 1-1 0 0,-1-2 0 0 0,1-1 1 0 0,0-1-1 0 0,0 0 0 0 0,0-1 1 0 0,0-2-1 0 0,0 0 1 0 0,0-1-1 0 0,0-1 0 0 0,0-1 1 0 0,38-11-1 0 0,-32 5 469 0 0,-1-1 1 0 0,0-1-1 0 0,0-1 0 0 0,-1-1 1 0 0,0-2-1 0 0,-2 0 0 0 0,1-2 1 0 0,-2 0-1 0 0,37-38 0 0 0,-22 16 86 0 0,-3-2-1 0 0,-1 0 1 0 0,-2-3-1 0 0,-2 0 1 0 0,-2-2-1 0 0,-2-1 0 0 0,21-57 1 0 0,-31 62-447 0 0,-1 0 0 0 0,-2-1 0 0 0,-2-1-1 0 0,-2 0 1 0 0,-2 0 0 0 0,-1 0 0 0 0,-3-1 0 0 0,-6-81 0 0 0,-2 79 12 0 0,-1-1 1 0 0,-3 1-1 0 0,-26-76 1 0 0,28 101-78 0 0,0 1 1 0 0,-2 0-1 0 0,0 1 0 0 0,-2 0 1 0 0,0 1-1 0 0,-1 0 0 0 0,-1 0 1 0 0,-1 2-1 0 0,-29-29 0 0 0,35 39-39 0 0,0 0 0 0 0,0 0 0 0 0,-1 1 0 0 0,0 0-1 0 0,0 1 1 0 0,0 0 0 0 0,-1 1 0 0 0,1 0-1 0 0,-1 0 1 0 0,0 1 0 0 0,-1 1 0 0 0,1 0 0 0 0,0 0-1 0 0,-1 1 1 0 0,1 1 0 0 0,0 0 0 0 0,-1 0 0 0 0,1 1-1 0 0,-16 3 1 0 0,17-1-847 0 0,-1 0 0 0 0,0 1 1 0 0,1 0-1 0 0,-1 1 0 0 0,1 0 0 0 0,1 0 0 0 0,-15 11 1 0 0,-11 13-6381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3.2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251 18 6913 0 0,'1'-1'70'0'0,"-1"0"-1"0"0,0 1 0 0 0,0-1 0 0 0,1 0 0 0 0,-1 0 1 0 0,0 0-1 0 0,0 0 0 0 0,0 0 0 0 0,0 0 0 0 0,0 0 0 0 0,-1 0 1 0 0,1 1-1 0 0,0-1 0 0 0,0 0 0 0 0,0 0 0 0 0,-1 0 1 0 0,0-1-1 0 0,1 2 66 0 0,0 0 0 0 0,-1 0 0 0 0,1-1 0 0 0,-1 1 0 0 0,1 0 0 0 0,0 0 0 0 0,-1 0 0 0 0,1 0 0 0 0,0 0 0 0 0,-1 0 0 0 0,1 0 0 0 0,-1 0 0 0 0,1 0 1 0 0,0 1-1 0 0,-1-1 0 0 0,1 0 0 0 0,0 0 0 0 0,-3 2 1080 0 0,2-2-1080 0 0,-22 27 4586 0 0,2 12-3656 0 0,1 1 1 0 0,3 1-1 0 0,1 1 0 0 0,-18 75 1 0 0,3-10-489 0 0,-37 105-1281 0 0,58-178-113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3.4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0 192 4609 0 0,'6'-19'599'0'0,"-3"7"-697"0"0,2-1-1 0 0,9-22 1 0 0,-11 31 753 0 0,0-1 1 0 0,0 1-1 0 0,0 0 1 0 0,0 0-1 0 0,1 0 0 0 0,4-5 1 0 0,12-9 1687 0 0,26-21 1656 0 0,-42 36-3643 0 0,0 1 0 0 0,0-1 0 0 0,0 1 0 0 0,0 0 0 0 0,0 0 0 0 0,1 0 0 0 0,-1 1 0 0 0,1-1 0 0 0,0 1 0 0 0,4 0 0 0 0,-6 1-238 0 0,-1 0 0 0 0,1 0 0 0 0,-1 1 1 0 0,1 0-1 0 0,-1-1 0 0 0,1 1 0 0 0,-1 0 0 0 0,1 0 1 0 0,-1 0-1 0 0,0 1 0 0 0,1-1 0 0 0,-1 0 0 0 0,0 1 1 0 0,0-1-1 0 0,0 1 0 0 0,0 0 0 0 0,0 0 0 0 0,-1 0 1 0 0,1 0-1 0 0,-1 0 0 0 0,1 0 0 0 0,2 5 0 0 0,3 6 103 0 0,-1 0-1 0 0,10 23 0 0 0,-14-31-161 0 0,82 236 266 0 0,-51-143-1457 0 0,-25-72 195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3.6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10 117 14747 0 0,'-9'2'1231'0'0,"9"-5"-277"0"0,18-11 255 0 0,31-16-611 0 0,-31 19-829 0 0,1 2-1 0 0,0 0 1 0 0,0 0 0 0 0,1 2 0 0 0,0 1 0 0 0,0 0 0 0 0,1 1 0 0 0,-1 1 0 0 0,1 2-1 0 0,0 0 1 0 0,0 1 0 0 0,30 2 0 0 0,-22 4 244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3.8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264 17 6913 0 0,'0'0'18'0'0,"0"0"-1"0"0,0 0 0 0 0,0 0 0 0 0,1 0 0 0 0,-1 0 0 0 0,0 0 0 0 0,0 0 0 0 0,0 0 0 0 0,0 0 0 0 0,0 0 0 0 0,0-1 0 0 0,1 1 0 0 0,-1 0 0 0 0,0 0 0 0 0,0 0 0 0 0,0 0 0 0 0,0 0 0 0 0,0 0 0 0 0,0 0 0 0 0,0 0 0 0 0,0-1 0 0 0,1 1 0 0 0,-1 0 0 0 0,0 0 0 0 0,0 0 0 0 0,0 0 0 0 0,0 0 0 0 0,0 0 0 0 0,0-1 0 0 0,0 1 0 0 0,0 0 0 0 0,0 0 1 0 0,0 0-1 0 0,0 0 0 0 0,0 0 0 0 0,0-1 0 0 0,0 1 0 0 0,0 0 0 0 0,0 0 0 0 0,0 0 0 0 0,0 0 0 0 0,0 0 0 0 0,0-1 0 0 0,0 1 0 0 0,0 0 0 0 0,-1 0 0 0 0,1 0 0 0 0,0 0 0 0 0,-9-5 2347 0 0,-11-1 1466 0 0,15 6-3356 0 0,-1-1 1 0 0,1 1 0 0 0,-1 1-1 0 0,1-1 1 0 0,-1 1-1 0 0,1 0 1 0 0,-1 0 0 0 0,1 1-1 0 0,-1-1 1 0 0,1 1 0 0 0,0 0-1 0 0,-7 4 1 0 0,4 0-193 0 0,-1-1 0 0 0,2 1 1 0 0,-1 0-1 0 0,0 1 0 0 0,1 0 0 0 0,-9 11 1 0 0,3 0-187 0 0,1-1 1 0 0,0 1 0 0 0,2 1 0 0 0,0 0 0 0 0,-13 38 0 0 0,19-46-63 0 0,1 0-1 0 0,0 1 1 0 0,1 0 0 0 0,0-1-1 0 0,1 1 1 0 0,0 0 0 0 0,1 0-1 0 0,2 22 1 0 0,-2-30-83 0 0,1 0 0 0 0,0 0 0 0 0,0 0 0 0 0,0 0 0 0 0,1 0 0 0 0,-1 0 0 0 0,1 0 0 0 0,0-1 0 0 0,0 1 0 0 0,0-1 0 0 0,0 1 0 0 0,1-1 0 0 0,0 0 0 0 0,-1 0 0 0 0,1 0 0 0 0,0 0 0 0 0,0 0 0 0 0,1 0 0 0 0,-1-1 0 0 0,1 0 0 0 0,-1 0 0 0 0,1 0 0 0 0,0 0 0 0 0,-1 0 0 0 0,1-1 0 0 0,0 0 0 0 0,0 1 0 0 0,6-1 0 0 0,33 3-2577 0 0,-14-7-2541 0 0,-3-3-781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4.1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166 18 5985 0 0,'1'0'126'0'0,"-1"-1"0"0"0,0 1 1 0 0,1-1-1 0 0,-1 1 0 0 0,0-1 0 0 0,0 1 0 0 0,0-1 0 0 0,1 1 0 0 0,-1 0 0 0 0,0-1 0 0 0,0 1 0 0 0,0-1 1 0 0,0 1-1 0 0,0-1 0 0 0,0 1 0 0 0,0-1 0 0 0,0 0 0 0 0,0 1 0 0 0,0-1 0 0 0,0 1 0 0 0,0-1 0 0 0,0 1 0 0 0,0-1 1 0 0,0 1-1 0 0,0-1 0 0 0,-1 1 0 0 0,1 0 0 0 0,0-1 0 0 0,0 1 0 0 0,-1-1 0 0 0,1 1 0 0 0,-1-1 0 0 0,-17-1 4432 0 0,13 3-3673 0 0,-1 1 1 0 0,1-1 0 0 0,0 1-1 0 0,-1 0 1 0 0,-7 4 0 0 0,5 1-645 0 0,1 0 0 0 0,0 0 0 0 0,0 0 0 0 0,0 1 0 0 0,1 0 0 0 0,0 1 0 0 0,0-1 1 0 0,1 1-1 0 0,0 0 0 0 0,-6 18 0 0 0,3-8-178 0 0,2 1-1 0 0,1-1 1 0 0,0 1 0 0 0,-3 32 0 0 0,7-45-42 0 0,1 0 0 0 0,0 0 1 0 0,0 0-1 0 0,1 0 0 0 0,0 0 1 0 0,0 0-1 0 0,1 0 0 0 0,-1 0 1 0 0,1-1-1 0 0,1 1 0 0 0,0 0 1 0 0,-1-1-1 0 0,9 12 0 0 0,-8-14-106 0 0,0 0-1 0 0,0 0 0 0 0,1-1 0 0 0,0 0 0 0 0,-1 1 1 0 0,1-1-1 0 0,0 0 0 0 0,0-1 0 0 0,1 1 0 0 0,-1-1 1 0 0,1 0-1 0 0,-1 0 0 0 0,1 0 0 0 0,0 0 0 0 0,-1-1 1 0 0,1 0-1 0 0,0 0 0 0 0,0 0 0 0 0,0-1 0 0 0,8 0 1 0 0,6-1-1296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4.4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1 6913 0 0,'-1'0'435'0'0,"0"0"-1"0"0,-1 0 0 0 0,1 0 1 0 0,0 0-1 0 0,0 1 0 0 0,-1-1 1 0 0,1 0-1 0 0,0 1 0 0 0,-1-1 1 0 0,1 1-1 0 0,0-1 0 0 0,0 1 1 0 0,0 0-1 0 0,0-1 0 0 0,-4 5 1738 0 0,2-3-1738 0 0,2 1-31 0 0,0-1 0 0 0,-1 0 0 0 0,1 1 0 0 0,0-1 0 0 0,0 1 0 0 0,1 0 0 0 0,-1-1 0 0 0,0 1 0 0 0,0 4-1 0 0,1 7-15 0 0,0-1-1 0 0,1 0 0 0 0,3 19 0 0 0,-3-19 249 0 0,2 9-439 0 0,0 0-1 0 0,2-1 1 0 0,0 0-1 0 0,9 22 1 0 0,-12-36-189 0 0,1 0 0 0 0,0 0 0 0 0,1 0 0 0 0,0-1 0 0 0,0 1 0 0 0,0-1 0 0 0,1 0 0 0 0,-1 0 0 0 0,2-1 0 0 0,-1 0 0 0 0,1 0 0 0 0,-1 0 0 0 0,1 0 0 0 0,1-1 0 0 0,9 6 0 0 0,-15-10-10 0 0,1 1 0 0 0,-1 0 0 0 0,1-1 0 0 0,-1 0 1 0 0,1 1-1 0 0,0-1 0 0 0,-1 0 0 0 0,1 1 0 0 0,0-1 0 0 0,0 0 0 0 0,-1-1 0 0 0,1 1 1 0 0,0 0-1 0 0,-1 0 0 0 0,1-1 0 0 0,0 1 0 0 0,-1 0 0 0 0,1-1 0 0 0,-1 0 0 0 0,1 1 0 0 0,-1-1 1 0 0,1 0-1 0 0,-1 0 0 0 0,1 0 0 0 0,-1 0 0 0 0,0 0 0 0 0,0 0 0 0 0,1 0 0 0 0,-1-1 1 0 0,0 1-1 0 0,0 0 0 0 0,2-4 0 0 0,2-3-179 0 0,0-1 0 0 0,0 0-1 0 0,-1 0 1 0 0,4-14 0 0 0,-4 14-195 0 0,3-11-553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4.8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67 24 5065 0 0,'-7'-4'398'0'0,"4"1"421"0"0,-1 0 0 0 0,0 1 0 0 0,0 0 0 0 0,-1-1 0 0 0,1 1 0 0 0,-8-2 0 0 0,11 4-664 0 0,1 0 0 0 0,-1 0 1 0 0,0-1-1 0 0,0 1 0 0 0,1 0 0 0 0,-1 0 0 0 0,0 1 1 0 0,1-1-1 0 0,-1 0 0 0 0,0 0 0 0 0,1 0 0 0 0,-1 0 1 0 0,0 0-1 0 0,1 1 0 0 0,-1-1 0 0 0,0 0 0 0 0,1 1 1 0 0,-1-1-1 0 0,1 0 0 0 0,-1 1 0 0 0,0 0 0 0 0,0 0 13 0 0,0 0 0 0 0,0 1 1 0 0,1-1-1 0 0,-1 0 0 0 0,0 1 0 0 0,1-1 0 0 0,-1 1 0 0 0,1-1 0 0 0,-1 1 0 0 0,1-1 0 0 0,0 1 0 0 0,0-1 1 0 0,-1 3-1 0 0,1 10 1049 0 0,0 0 0 0 0,1-1 0 0 0,4 25 0 0 0,27 81-322 0 0,-21-81-648 0 0,-4-18-312 0 0,0 0 0 0 0,0-1 0 0 0,20 34-1 0 0,3-10-2508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5.16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 9218 0 0,'0'0'707'0'0,"15"5"4435"0"0,12 11-3111 0 0,-15-9-978 0 0,-1 0-570 0 0,0 1 0 0 0,-1-1 0 0 0,0 2 1 0 0,0-1-1 0 0,-1 1 0 0 0,0 1 0 0 0,13 17 1 0 0,-7-5-208 0 0,-1 1 1 0 0,18 42-1 0 0,-41-97-388 0 0,1 0 0 0 0,1-1-1 0 0,2 0 1 0 0,-2-48 0 0 0,8 60-920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5.5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228 0 7858 0 0,'-9'2'433'0'0,"-1"0"0"0"0,1 1 0 0 0,0 0-1 0 0,0 1 1 0 0,0-1 0 0 0,0 2 0 0 0,1-1 0 0 0,-1 1 0 0 0,1 1 0 0 0,1-1 0 0 0,-1 1 0 0 0,1 1 0 0 0,0-1 0 0 0,0 1 0 0 0,-11 15 0 0 0,7-7 164 0 0,0 1 0 0 0,0 0 1 0 0,1 1-1 0 0,1 0 0 0 0,1 0 0 0 0,1 1 1 0 0,-6 20-1 0 0,11-33-491 0 0,1 0 1 0 0,1 0-1 0 0,-1 0 1 0 0,1 0-1 0 0,-1 0 1 0 0,2 0-1 0 0,-1 0 1 0 0,0-1-1 0 0,1 1 1 0 0,2 10-1 0 0,-2-14-96 0 0,-1 0 0 0 0,1 0 0 0 0,-1 0 0 0 0,1 1 0 0 0,0-1 0 0 0,-1 0-1 0 0,1 0 1 0 0,0 0 0 0 0,0 0 0 0 0,-1 0 0 0 0,1-1 0 0 0,0 1 0 0 0,0 0-1 0 0,0 0 1 0 0,0 0 0 0 0,0-1 0 0 0,0 1 0 0 0,3 0 0 0 0,-2 0-33 0 0,-1-1 0 0 0,1 0 1 0 0,0 0-1 0 0,0 0 1 0 0,0 0-1 0 0,0 0 1 0 0,-1 0-1 0 0,1-1 0 0 0,0 1 1 0 0,0 0-1 0 0,-1-1 1 0 0,1 0-1 0 0,0 1 0 0 0,0-1 1 0 0,-1 0-1 0 0,1 0 1 0 0,1-1-1 0 0,4-2-179 0 0,0-1-1 0 0,-1 0 1 0 0,0-1-1 0 0,0 1 1 0 0,0-1 0 0 0,0 0-1 0 0,8-13 1 0 0,27-54-725 0 0,-5 9 891 0 0,-36 64 80 0 0,0 0 0 0 0,0 0-1 0 0,1 0 1 0 0,-1 0 0 0 0,0 0-1 0 0,0-1 1 0 0,0 1 0 0 0,0 0-1 0 0,0 0 1 0 0,0 0 0 0 0,1 0-1 0 0,-1 0 1 0 0,0 0 0 0 0,0 0-1 0 0,0 0 1 0 0,0 0 0 0 0,0 0-1 0 0,1 0 1 0 0,-1 0 0 0 0,0 0-1 0 0,0 0 1 0 0,0 0 0 0 0,0 0 0 0 0,1 0-1 0 0,-1 0 1 0 0,0 0 0 0 0,0 0-1 0 0,0 0 1 0 0,0 0 0 0 0,1 0-1 0 0,-1 0 1 0 0,0 0 0 0 0,0 0-1 0 0,0 0 1 0 0,0 0 0 0 0,0 0-1 0 0,1 0 1 0 0,-1 0 0 0 0,0 1-1 0 0,0-1 1 0 0,0 0 0 0 0,0 0 0 0 0,0 0-1 0 0,0 0 1 0 0,8 11 1022 0 0,7 20-233 0 0,-12-25-545 0 0,1 4-475 0 0,1 0 0 0 0,0 0 0 0 0,0-1 0 0 0,1 1 0 0 0,1-1 0 0 0,-1-1 0 0 0,1 1-1 0 0,1-1 1 0 0,0 0 0 0 0,14 11 0 0 0,-2-8-7046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6.1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185 253 1376 0 0,'5'-16'1140'0'0,"0"-1"0"0"0,-1 1 0 0 0,-1-1-1 0 0,-1 0 1 0 0,0 0 0 0 0,-1 0 0 0 0,-1 0 0 0 0,-3-30-1 0 0,3 46-1055 0 0,0-1-1 0 0,0 0 1 0 0,-1 0-1 0 0,1 1 0 0 0,0-1 1 0 0,-1 0-1 0 0,1 1 0 0 0,-1-1 1 0 0,1 1-1 0 0,-1-1 0 0 0,0 1 1 0 0,0-1-1 0 0,0 1 0 0 0,0-1 1 0 0,0 1-1 0 0,0 0 0 0 0,0-1 1 0 0,0 1-1 0 0,0 0 0 0 0,-1 0 1 0 0,1 0-1 0 0,0 0 0 0 0,-3-1 1 0 0,2 1 61 0 0,0 1 0 0 0,0 0 1 0 0,0 0-1 0 0,1 0 0 0 0,-1 0 1 0 0,0 0-1 0 0,0 0 0 0 0,0 0 0 0 0,0 1 1 0 0,0-1-1 0 0,0 1 0 0 0,0-1 1 0 0,1 1-1 0 0,-1 0 0 0 0,0 0 1 0 0,0 0-1 0 0,-1 1 0 0 0,-6 4 316 0 0,0 1-1 0 0,1-1 0 0 0,0 2 0 0 0,0-1 1 0 0,1 1-1 0 0,-8 10 0 0 0,2 0-43 0 0,0 1 0 0 0,1 1 0 0 0,1 0 0 0 0,-12 29 0 0 0,20-42-376 0 0,1 0 1 0 0,0 1-1 0 0,0-1 0 0 0,1 1 0 0 0,0 0 0 0 0,0 0 0 0 0,1 9 0 0 0,0-12-38 0 0,1-1 0 0 0,0 0 0 0 0,0 1 1 0 0,0-1-1 0 0,0 0 0 0 0,0 0 0 0 0,1 0 0 0 0,0 0 0 0 0,0 0 0 0 0,0 0 0 0 0,0-1 0 0 0,0 1 0 0 0,1-1 1 0 0,3 4-1 0 0,-4-4 2 0 0,0-1 1 0 0,0 0-1 0 0,1 0 1 0 0,-1 0-1 0 0,1-1 1 0 0,-1 1 0 0 0,1-1-1 0 0,0 1 1 0 0,-1-1-1 0 0,1 0 1 0 0,0 0-1 0 0,0 0 1 0 0,0 0-1 0 0,0 0 1 0 0,0-1-1 0 0,0 0 1 0 0,4 1 0 0 0,-1-2 21 0 0,0 1 0 0 0,0-1 1 0 0,0 0-1 0 0,0 0 0 0 0,-1-1 1 0 0,1 0-1 0 0,0 0 0 0 0,7-4 1 0 0,7-5-8 0 0,-1-1 0 0 0,1-1 1 0 0,25-24-1 0 0,-38 31-79 0 0,17-14-144 0 0,0-2 0 0 0,25-30 0 0 0,-41 42 83 0 0,-1 1 1 0 0,0-1-1 0 0,0 0 1 0 0,-1-1-1 0 0,-1 0 1 0 0,0 0-1 0 0,0 0 1 0 0,-1 0-1 0 0,3-16 0 0 0,-8 35 219 0 0,1-1 0 0 0,0 0 0 0 0,1 0 0 0 0,-1 0 0 0 0,1 0 0 0 0,1 0 0 0 0,-1 0 0 0 0,1 0 0 0 0,0 0 0 0 0,1 0 0 0 0,0 0 0 0 0,0-1 0 0 0,0 0 0 0 0,1 0 0 0 0,0 1 0 0 0,0-2 0 0 0,6 8 0 0 0,-6-9-82 0 0,-1 0-1 0 0,1-1 0 0 0,0 1 1 0 0,0-1-1 0 0,0 0 1 0 0,0 0-1 0 0,0-1 0 0 0,1 1 1 0 0,-1-1-1 0 0,1 0 1 0 0,6 2-1 0 0,-7-3-6 0 0,-1 0 0 0 0,1-1 0 0 0,-1 1-1 0 0,1-1 1 0 0,-1 0 0 0 0,1 0 0 0 0,-1 0 0 0 0,1-1 0 0 0,-1 1 0 0 0,1-1 0 0 0,-1 0 0 0 0,1 0-1 0 0,-1 0 1 0 0,0 0 0 0 0,0-1 0 0 0,1 1 0 0 0,4-4 0 0 0,-2 0-2 0 0,0 1 1 0 0,-1-1-1 0 0,0 1 1 0 0,0-2-1 0 0,0 1 1 0 0,0 0-1 0 0,-1-1 1 0 0,0 0-1 0 0,4-7 1 0 0,2-6-15 0 0,12-35 1 0 0,-15 37 30 0 0,0 0 1 0 0,0 1-1 0 0,11-17 1 0 0,-17 31-9 0 0,0 1 0 0 0,0 0 0 0 0,0 0 0 0 0,-1 0 0 0 0,1 0 0 0 0,0 0 0 0 0,0 0 0 0 0,0 0 0 0 0,0 0 0 0 0,1 0-1 0 0,-1 0 1 0 0,0 0 0 0 0,0 1 0 0 0,2-2 0 0 0,-2 2-1 0 0,-1 0 0 0 0,1 0 0 0 0,-1 0-1 0 0,1 0 1 0 0,0 0 0 0 0,-1 0-1 0 0,1 0 1 0 0,-1 0 0 0 0,1 1 0 0 0,-1-1-1 0 0,1 0 1 0 0,-1 0 0 0 0,1 0 0 0 0,-1 1-1 0 0,1-1 1 0 0,-1 0 0 0 0,1 1 0 0 0,-1-1-1 0 0,1 0 1 0 0,-1 1 0 0 0,1-1-1 0 0,-1 0 1 0 0,1 2 0 0 0,2 2 77 0 0,0 1 1 0 0,0 0-1 0 0,-1 0 0 0 0,1 0 1 0 0,2 10-1 0 0,3 9-32 0 0,-1 1-1 0 0,-1 0 1 0 0,0 1-1 0 0,-2-1 1 0 0,-2 1 0 0 0,0 0-1 0 0,-1-1 1 0 0,-2 1-1 0 0,0 0 1 0 0,-2 0 0 0 0,-1-1-1 0 0,-1 1 1 0 0,-1-1-1 0 0,-1 0 1 0 0,-1-1-1 0 0,-1 0 1 0 0,-2 0 0 0 0,0-1-1 0 0,-2 0 1 0 0,-27 38-1 0 0,-165 190-3814 0 0,181-228 2651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7.0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24 148 4609 0 0,'-14'7'694'0'0,"6"-12"1550"0"0,8 2-1851 0 0,-1 1-1 0 0,1 0 1 0 0,0-1 0 0 0,-1 1-1 0 0,1-1 1 0 0,0 1-1 0 0,0 0 1 0 0,1-1-1 0 0,-1 1 1 0 0,1-3-1 0 0,1 0-79 0 0,-1 1 0 0 0,1 0 0 0 0,0 0-1 0 0,0 0 1 0 0,0 1 0 0 0,0-1 0 0 0,1 1 0 0 0,-1-1 0 0 0,1 1-1 0 0,0 0 1 0 0,0-1 0 0 0,0 2 0 0 0,1-1 0 0 0,-1 0-1 0 0,1 1 1 0 0,5-4 0 0 0,9-4 350 0 0,0 1 1 0 0,23-8-1 0 0,-32 14-440 0 0,0-1-46 0 0,1 0-1 0 0,0 1 1 0 0,0 0 0 0 0,1 1-1 0 0,-1 0 1 0 0,0 1 0 0 0,15-1-1 0 0,-22 2-162 0 0,0 1 0 0 0,0-1 1 0 0,1 0-1 0 0,-1 1 0 0 0,0 0 0 0 0,0 0 0 0 0,0 0 0 0 0,0 0 0 0 0,0 0 0 0 0,-1 1 0 0 0,1-1 0 0 0,0 1 0 0 0,-1 0 1 0 0,1-1-1 0 0,-1 1 0 0 0,1 0 0 0 0,-1 1 0 0 0,0-1 0 0 0,0 0 0 0 0,0 1 0 0 0,0-1 0 0 0,0 1 0 0 0,-1 0 0 0 0,1-1 1 0 0,-1 1-1 0 0,0 0 0 0 0,1 0 0 0 0,0 5 0 0 0,2 8-7 0 0,0 1 0 0 0,-1-1 0 0 0,-1 1 0 0 0,0 0 0 0 0,-2 24 0 0 0,-11 87-339 0 0,6-93 214 0 0,1 1 0 0 0,2 0 0 0 0,4 42 0 0 0,-2-74 163 0 0,0 0 0 0 0,1-1 1 0 0,-1 1-1 0 0,1 0 0 0 0,0-1 0 0 0,0 1 0 0 0,1-1 0 0 0,-1 1 0 0 0,1-1 0 0 0,0 0 0 0 0,-1 1 0 0 0,1-1 0 0 0,1 0 0 0 0,-1 0 0 0 0,0-1 0 0 0,1 1 0 0 0,0 0 0 0 0,-1-1 0 0 0,1 1 1 0 0,0-1-1 0 0,0 0 0 0 0,5 2 0 0 0,-4-2 14 0 0,1 0 1 0 0,0-1 0 0 0,0 0 0 0 0,0 1 0 0 0,0-2-1 0 0,1 1 1 0 0,-1-1 0 0 0,0 0 0 0 0,0 0-1 0 0,0 0 1 0 0,0-1 0 0 0,0 1 0 0 0,0-1-1 0 0,0-1 1 0 0,9-2 0 0 0,43-20-388 0 0,-20 6-5643 0 0,-11 3-969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7.5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827 217 8290 0 0,'-122'-62'1100'0'0,"-38"-16"580"0"0,137 68-1273 0 0,-1 2-1 0 0,0 1 1 0 0,0 1-1 0 0,0 1 1 0 0,-30-2 0 0 0,44 6-78 0 0,1 1 0 0 0,-1 0 0 0 0,0 1 0 0 0,0 0 0 0 0,0 0 0 0 0,0 1 0 0 0,1 1 0 0 0,-1-1 0 0 0,1 2 0 0 0,-1-1 0 0 0,-14 9 0 0 0,12-5-51 0 0,1 1-1 0 0,0 0 0 0 0,1 0 0 0 0,0 1 0 0 0,0 1 0 0 0,1 0 0 0 0,-15 20 0 0 0,8-5-77 0 0,1 0 0 0 0,1 2 1 0 0,2 0-1 0 0,0 0 0 0 0,2 1 0 0 0,1 0 0 0 0,-7 36 1 0 0,-2 51-394 0 0,4 0-1 0 0,6 1 1 0 0,10 179 0 0 0,0-232-435 0 0,3 0 0 0 0,25 118-1 0 0,-25-160 430 0 0,1-1 1 0 0,1 1-1 0 0,1-1 0 0 0,0 0 0 0 0,2-1 1 0 0,0 0-1 0 0,2 0 0 0 0,0-1 0 0 0,0-1 1 0 0,2 0-1 0 0,0-1 0 0 0,21 18 0 0 0,-14-17 163 0 0,1 0 0 0 0,1-2 0 0 0,0-1 0 0 0,1-1 0 0 0,1-1 0 0 0,0-1 0 0 0,0-1 0 0 0,1-2 0 0 0,0 0 0 0 0,1-2 0 0 0,-1-1 0 0 0,1 0 0 0 0,0-3-1 0 0,1 0 1 0 0,44-3 0 0 0,-39-2 211 0 0,-1-1-1 0 0,0-2 1 0 0,-1-1 0 0 0,1-1-1 0 0,-1-2 1 0 0,-1-1-1 0 0,0-1 1 0 0,0-2 0 0 0,-2-1-1 0 0,1-1 1 0 0,-2-2-1 0 0,49-40 1 0 0,148-158 2633 0 0,-175 162-2273 0 0,-3-2 0 0 0,53-83-1 0 0,-76 101-367 0 0,-2 0-1 0 0,-1-2 1 0 0,-2 0-1 0 0,24-85 1 0 0,-34 92-105 0 0,-2 0 0 0 0,-1 0 0 0 0,-1-1 0 0 0,-2 1 0 0 0,-2-1 0 0 0,-1 0 0 0 0,-7-45 0 0 0,3 42 11 0 0,-3 1-1 0 0,-1 1 1 0 0,-1-1-1 0 0,-2 1 1 0 0,-1 1-1 0 0,-2 0 1 0 0,-2 2-1 0 0,-1-1 1 0 0,-39-53 0 0 0,46 75-57 0 0,0 0 0 0 0,0 1 0 0 0,-1 0 0 0 0,0 1 0 0 0,-1 1 0 0 0,0-1 0 0 0,0 2 0 0 0,-1 0 0 0 0,0 1 0 0 0,0 0 0 0 0,-1 1 0 0 0,0 0 0 0 0,1 2 0 0 0,-1-1 0 0 0,-1 2 0 0 0,1 0 0 0 0,0 1 0 0 0,-16 1 0 0 0,10 0-202 0 0,-1 1 0 0 0,1 1 0 0 0,0 1 1 0 0,0 1-1 0 0,0 0 0 0 0,1 2 0 0 0,0 1 0 0 0,0 0 1 0 0,0 1-1 0 0,1 2 0 0 0,0 0 0 0 0,-27 19 0 0 0,14-4-1013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7.8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86 1 13363 0 0,'-9'6'580'0'0,"0"0"1"0"0,1 1-1 0 0,0 0 0 0 0,0 1 1 0 0,-8 9-1 0 0,13-12-305 0 0,0 0-1 0 0,0 0 1 0 0,0 0 0 0 0,0 0-1 0 0,1 1 1 0 0,0-1-1 0 0,0 1 1 0 0,1-1 0 0 0,0 1-1 0 0,0-1 1 0 0,-1 10-1 0 0,1 34 594 0 0,2-1 0 0 0,10 68 0 0 0,-2-26-578 0 0,-2-3-82 0 0,14 141 8 0 0,-15-185-236 0 0,2 0 0 0 0,2 0 0 0 0,19 47 0 0 0,-27-84-355 0 0,9 18 429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8.1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69 249 5985 0 0,'-5'-3'253'0'0,"0"1"-1"0"0,0-2 0 0 0,0 1 1 0 0,1-1-1 0 0,0 1 0 0 0,-1-1 0 0 0,1 0 1 0 0,1-1-1 0 0,-1 1 0 0 0,1-1 1 0 0,-1 1-1 0 0,1-1 0 0 0,-4-10 1 0 0,6 12-57 0 0,-1 1 1 0 0,1-1-1 0 0,0 0 1 0 0,1 1 0 0 0,-1-1-1 0 0,0 0 1 0 0,1 1 0 0 0,-1-1-1 0 0,1 0 1 0 0,0 0-1 0 0,0 0 1 0 0,0 1 0 0 0,1-1-1 0 0,-1 0 1 0 0,0 0-1 0 0,1 1 1 0 0,0-1 0 0 0,0 0-1 0 0,0 1 1 0 0,0-1 0 0 0,0 0-1 0 0,0 1 1 0 0,1-1-1 0 0,-1 1 1 0 0,1 0 0 0 0,0 0-1 0 0,-1 0 1 0 0,1-1-1 0 0,0 1 1 0 0,3-1 0 0 0,18-12 496 0 0,2 0 0 0 0,-1 2 0 0 0,2 1 0 0 0,0 2 0 0 0,40-12 0 0 0,-52 18-652 0 0,0 0 0 0 0,1 1-1 0 0,-1 1 1 0 0,1 1 0 0 0,18 0 0 0 0,13 5-5715 0 0,-25 0-490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8.3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2 113 7370 0 0,'-1'4'4300'0'0,"7"-5"-1534"0"0,23-13-477 0 0,35-22-1172 0 0,-40 23-644 0 0,50-22-1 0 0,-28 22-5651 0 0,-19 9-667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8.70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1 12443 0 0,'-1'-1'242'0'0,"0"1"0"0"0,0 0 1 0 0,1 0-1 0 0,-1 0 0 0 0,0 0 1 0 0,0 0-1 0 0,0 0 0 0 0,0 0 1 0 0,0 1-1 0 0,0-1 0 0 0,0 0 1 0 0,0 1-1 0 0,0-1 0 0 0,0 0 1 0 0,1 1-1 0 0,-1-1 0 0 0,0 1 1 0 0,0-1-1 0 0,0 1 0 0 0,1-1 1 0 0,-1 1-1 0 0,-1 1 0 0 0,0 21 3666 0 0,2-19-4179 0 0,1 23 595 0 0,7 153 1202 0 0,-16 189-1 0 0,3-318-1380 0 0,1-14-153 0 0,0 0 0 0 0,3 0 0 0 0,1 0 0 0 0,6 45 0 0 0,1-62-2312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9.2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367 26 7834 0 0,'0'-1'156'0'0,"-1"0"-1"0"0,1 0 1 0 0,0-1 0 0 0,-1 1 0 0 0,1 0 0 0 0,-1 0 0 0 0,1 0-1 0 0,-1-1 1 0 0,0 1 0 0 0,1 0 0 0 0,-1 0 0 0 0,0 0 0 0 0,0 0 0 0 0,0 0-1 0 0,0 0 1 0 0,0 1 0 0 0,0-1 0 0 0,0 0 0 0 0,0 0 0 0 0,0 1-1 0 0,0-1 1 0 0,0 1 0 0 0,0-1 0 0 0,0 1 0 0 0,-1-1 0 0 0,1 1 0 0 0,0-1-1 0 0,0 1 1 0 0,-1 0 0 0 0,1 0 0 0 0,0 0 0 0 0,-1 0 0 0 0,1 0-1 0 0,-2 0 1 0 0,-5 0 364 0 0,1 0-1 0 0,-1 0 0 0 0,0 1 0 0 0,-9 2 1 0 0,-5 3-122 0 0,1 1 0 0 0,0 0 0 0 0,1 2 0 0 0,0 1 0 0 0,0 0 1 0 0,1 1-1 0 0,1 1 0 0 0,0 1 0 0 0,0 1 0 0 0,1 0 0 0 0,1 1 0 0 0,-27 32 1 0 0,42-45-383 0 0,-1 0 0 0 0,1 0 0 0 0,0 0 0 0 0,0-1 0 0 0,0 1 1 0 0,0 1-1 0 0,0-1 0 0 0,1 0 0 0 0,-1 0 0 0 0,1 0 1 0 0,-1 0-1 0 0,1 0 0 0 0,0 1 0 0 0,-1-1 0 0 0,1 0 1 0 0,0 0-1 0 0,1 0 0 0 0,-1 1 0 0 0,0-1 0 0 0,1 0 1 0 0,-1 0-1 0 0,1 0 0 0 0,0 0 0 0 0,-1 0 0 0 0,1 0 1 0 0,0 0-1 0 0,0 0 0 0 0,0 0 0 0 0,2 2 0 0 0,4 5 73 0 0,1 0 0 0 0,0 0 0 0 0,0-1 0 0 0,15 11 0 0 0,-2-1-35 0 0,3 3-240 0 0,35 22 0 0 0,-37-28 6 0 0,-1 1 0 0 0,33 31 0 0 0,-53-46 169 0 0,1 0 1 0 0,-1 0 0 0 0,0 1 0 0 0,0-1 0 0 0,0 0 0 0 0,0 1 0 0 0,0-1 0 0 0,0 0 0 0 0,0 1 0 0 0,0-1 0 0 0,-1 1 0 0 0,1 0 0 0 0,0-1 0 0 0,-1 1 0 0 0,0 0 0 0 0,1-1 0 0 0,-1 1 0 0 0,0 0 0 0 0,0-1 0 0 0,0 1 0 0 0,0 0 0 0 0,0 0 0 0 0,0-1 0 0 0,-1 3 0 0 0,0-2 17 0 0,0 0 1 0 0,0 0-1 0 0,-1 0 1 0 0,1 0-1 0 0,-1 0 1 0 0,1 0-1 0 0,-1-1 0 0 0,0 1 1 0 0,1-1-1 0 0,-1 1 1 0 0,0-1-1 0 0,0 0 1 0 0,0 1-1 0 0,0-1 1 0 0,-3 1-1 0 0,-5 2-164 0 0,-1 0 1 0 0,1-1-1 0 0,-1 0 0 0 0,0-1 0 0 0,0 0 0 0 0,-13 0 0 0 0,3-2-4676 0 0,0-1-1643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9.54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196 50 4609 0 0,'1'-1'10'0'0,"0"0"1"0"0,0 0-1 0 0,0-1 0 0 0,-1 1 1 0 0,1-1-1 0 0,0 1 0 0 0,0 0 1 0 0,-1-1-1 0 0,1 1 0 0 0,-1-1 1 0 0,1 0-1 0 0,-1 1 0 0 0,0-3 1 0 0,0 3 249 0 0,0-1 0 0 0,0 1 0 0 0,0 0 0 0 0,-1 0 1 0 0,1 0-1 0 0,0 0 0 0 0,-1 0 0 0 0,1 0 0 0 0,-1 0 0 0 0,1 0 0 0 0,-1 0 1 0 0,0 1-1 0 0,1-1 0 0 0,-1 0 0 0 0,0 0 0 0 0,1 0 0 0 0,-1 1 1 0 0,0-1-1 0 0,0 0 0 0 0,0 1 0 0 0,0-1 0 0 0,0 1 0 0 0,0-1 1 0 0,-1 0-1 0 0,-1 0 456 0 0,0 0 1 0 0,0 0 0 0 0,0 0 0 0 0,0 0 0 0 0,0 1-1 0 0,0-1 1 0 0,-1 1 0 0 0,1 0 0 0 0,-3 0 0 0 0,-16 5 608 0 0,14 0-1022 0 0,0-1 0 0 0,0 1 0 0 0,1 1 0 0 0,0-1 0 0 0,0 1 1 0 0,0 1-1 0 0,1-1 0 0 0,0 1 0 0 0,0 0 0 0 0,-8 12 0 0 0,7-7-146 0 0,1 0-1 0 0,0 0 1 0 0,0 1-1 0 0,1-1 1 0 0,1 1 0 0 0,0 0-1 0 0,-2 16 1 0 0,4-18-145 0 0,1 0 1 0 0,0 0 0 0 0,1 0-1 0 0,0 0 1 0 0,1 0 0 0 0,0 1-1 0 0,0-1 1 0 0,6 19 0 0 0,-4-23-19 0 0,-1 0 1 0 0,1-1-1 0 0,0 1 1 0 0,0-1 0 0 0,1 0-1 0 0,0 0 1 0 0,0 0-1 0 0,0-1 1 0 0,1 1 0 0 0,-1-1-1 0 0,1 0 1 0 0,1 0-1 0 0,-1-1 1 0 0,9 6 0 0 0,-8-7-304 0 0,1 0 1 0 0,0 0-1 0 0,-1 0 1 0 0,1-1 0 0 0,0-1-1 0 0,0 1 1 0 0,0-1 0 0 0,0 0-1 0 0,1 0 1 0 0,-1-1 0 0 0,0 0-1 0 0,0 0 1 0 0,10-3 0 0 0,8-1-7039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39.8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1 10594 0 0,'-16'4'3155'0'0,"-10"6"932"0"0,19-5-3681 0 0,1 1 1 0 0,0 0-1 0 0,0 1 0 0 0,1 0 1 0 0,-1 0-1 0 0,1 0 1 0 0,1 0-1 0 0,0 1 1 0 0,-7 15-1 0 0,4-6-206 0 0,1 0 0 0 0,1 1 1 0 0,-5 30-1 0 0,9-37-166 0 0,0-1-1 0 0,1 0 1 0 0,1 0 0 0 0,0 0-1 0 0,0 0 1 0 0,1 0 0 0 0,0 0-1 0 0,1 0 1 0 0,0 0 0 0 0,1 0-1 0 0,-1-1 1 0 0,7 10 0 0 0,-9-16-27 0 0,1 0 1 0 0,0 0-1 0 0,0 0 1 0 0,0 0-1 0 0,0 0 1 0 0,0 0-1 0 0,0 0 1 0 0,1-1-1 0 0,0 1 1 0 0,-1-1-1 0 0,1 0 1 0 0,0 1-1 0 0,0-1 0 0 0,0-1 1 0 0,1 1-1 0 0,-1 0 1 0 0,0-1-1 0 0,0 0 1 0 0,1 0-1 0 0,-1 0 1 0 0,1 0-1 0 0,-1 0 1 0 0,1-1-1 0 0,0 1 1 0 0,-1-1-1 0 0,1 0 1 0 0,0 0-1 0 0,-1 0 1 0 0,1-1-1 0 0,-1 1 1 0 0,1-1-1 0 0,-1 0 1 0 0,1 0-1 0 0,-1 0 1 0 0,1-1-1 0 0,4-2 1 0 0,-2 0 4 0 0,0 0 1 0 0,0 0 0 0 0,0-1-1 0 0,-1 0 1 0 0,0 0 0 0 0,0-1 0 0 0,0 1-1 0 0,0-1 1 0 0,-1 0 0 0 0,0 0-1 0 0,-1 0 1 0 0,1-1 0 0 0,-1 0-1 0 0,0 1 1 0 0,-1-1 0 0 0,0 0 0 0 0,0 0-1 0 0,0 0 1 0 0,1-13 0 0 0,-2 11-27 0 0,0 0 0 0 0,0-1 1 0 0,-1 1-1 0 0,0 0 1 0 0,-1-1-1 0 0,0 1 0 0 0,0 0 1 0 0,-1 0-1 0 0,0 0 0 0 0,-1 0 1 0 0,0 0-1 0 0,0 0 1 0 0,-1 1-1 0 0,0-1 0 0 0,-5-7 1 0 0,5 11-34 0 0,0 1 1 0 0,0-1-1 0 0,0 1 0 0 0,-1 0 1 0 0,1 1-1 0 0,-1-1 1 0 0,0 1-1 0 0,0 0 1 0 0,-10-5-1 0 0,-13 0-6523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40.2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86 104 920 0 0,'-17'5'-1055'0'0,"-11"2"4271"0"0,24-6-1589 0 0,-1 0-1 0 0,0-1 1 0 0,1 1 0 0 0,-1-1 0 0 0,1 0 0 0 0,-9-1-1 0 0,17 2 284 0 0,0-1-1562 0 0,0 1 0 0 0,0 0 0 0 0,0 0-1 0 0,0 0 1 0 0,0 1 0 0 0,-1-1 0 0 0,1 1 0 0 0,0 0-1 0 0,3 3 1 0 0,5 5 39 0 0,0 1 0 0 0,0 0 0 0 0,-1 0 1 0 0,-1 1-1 0 0,15 22 0 0 0,39 74 26 0 0,-40-64-265 0 0,-14-22-99 0 0,-10-22-25 0 0,1 1 0 0 0,-1-1 0 0 0,0 1-1 0 0,1-1 1 0 0,-1 1 0 0 0,0 0 0 0 0,1-1-1 0 0,-1 1 1 0 0,0-1 0 0 0,0 1 0 0 0,0 0-1 0 0,1-1 1 0 0,-1 1 0 0 0,0 0 0 0 0,0-1-1 0 0,0 1 1 0 0,0 0 0 0 0,0-1 0 0 0,0 1-1 0 0,-1 0 1 0 0,1-1 0 0 0,0 1 0 0 0,0 0-1 0 0,0-1 1 0 0,-1 1 0 0 0,1 0 0 0 0,-1 0-1 0 0,0-2 16 0 0,0 1 1 0 0,-1-1-1 0 0,1 1 0 0 0,0-1 0 0 0,-1 0 0 0 0,1 1 0 0 0,0-1 0 0 0,0 0 0 0 0,0 0 0 0 0,0 0 0 0 0,0 0 1 0 0,0 0-1 0 0,0 0 0 0 0,0 0 0 0 0,0-1 0 0 0,0 1 0 0 0,0 0 0 0 0,1 0 0 0 0,-1-1 0 0 0,0-1 0 0 0,-14-31 362 0 0,14 30-320 0 0,-6-16-59 0 0,2 0 1 0 0,0-1-1 0 0,1 1 0 0 0,1-1 0 0 0,1 0 0 0 0,1 0 0 0 0,0 0 0 0 0,6-41 0 0 0,-1 37-3620 0 0,13-46 0 0 0,-7 39-4032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1:40.66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0 382 10138 0 0,'16'-22'2579'0'0,"10"-18"12"0"0,60-94 2520 0 0,-75 114-5058 0 0,-1 0 0 0 0,-1-1 0 0 0,-1-1 0 0 0,11-40 0 0 0,-19 59-151 0 0,1 1-1 0 0,-1 0 0 0 0,0-1 0 0 0,1 1 0 0 0,-1 0 0 0 0,0-1 1 0 0,-1 1-1 0 0,1 0 0 0 0,0-1 0 0 0,-1-2 0 0 0,0 5-41 0 0,1-1 0 0 0,0 0 0 0 0,0 1-1 0 0,-1-1 1 0 0,1 0 0 0 0,0 1 0 0 0,-1-1 0 0 0,1 1 0 0 0,-1-1 0 0 0,1 1-1 0 0,-1-1 1 0 0,1 1 0 0 0,-1-1 0 0 0,1 1 0 0 0,-1-1 0 0 0,0 1-1 0 0,1-1 1 0 0,-1 1 0 0 0,0 0 0 0 0,1 0 0 0 0,-1-1 0 0 0,-1 1-1 0 0,0 0-42 0 0,0 0-1 0 0,0 0 1 0 0,0 0-1 0 0,0 1 0 0 0,0-1 1 0 0,0 1-1 0 0,0-1 0 0 0,0 1 1 0 0,0 0-1 0 0,0 0 1 0 0,0 0-1 0 0,0 0 0 0 0,0 0 1 0 0,1 0-1 0 0,-1 0 0 0 0,0 1 1 0 0,1-1-1 0 0,-1 1 1 0 0,1-1-1 0 0,-3 4 0 0 0,-3 4 545 0 0,0 1 1 0 0,1 1-1 0 0,0-1 0 0 0,0 1 0 0 0,1 0 0 0 0,1 0 0 0 0,-1 0 0 0 0,2 1 1 0 0,0 0-1 0 0,0-1 0 0 0,-1 15 0 0 0,3-19-99 0 0,0 0 0 0 0,1-1 0 0 0,0 1 0 0 0,0 0 0 0 0,0-1 0 0 0,0 1 0 0 0,1 0 0 0 0,0-1 0 0 0,1 1 0 0 0,0-1 0 0 0,0 1 0 0 0,0-1 0 0 0,1 0 0 0 0,-1 0 0 0 0,1 0 0 0 0,1 0 0 0 0,-1-1 0 0 0,1 1 0 0 0,0-1 0 0 0,1 0 0 0 0,7 7 1 0 0,-8-8-241 0 0,2-2 0 0 0,-1 1 1 0 0,0 0-1 0 0,0-1 1 0 0,1 0-1 0 0,-1 0 1 0 0,1 0-1 0 0,0-1 1 0 0,0 0-1 0 0,-1 0 1 0 0,1-1-1 0 0,0 1 1 0 0,0-1-1 0 0,0-1 1 0 0,7 0-1 0 0,7-2-247 0 0,0-1-1 0 0,-1-1 0 0 0,23-8 1 0 0,-11 2-675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6.9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55 195 3225 0 0,'-9'-72'2216'0'0,"9"58"-1143"0"0,-1-1 1 0 0,-1 1-1 0 0,0-1 1 0 0,-1 1-1 0 0,-1 0 0 0 0,-12-23 4210 0 0,13 48-3893 0 0,1 13-727 0 0,-4 106 771 0 0,-1-25-1101 0 0,12 151 0 0 0,-3-234-287 0 0,1 0 0 0 0,11 38 0 0 0,8-10-1073 0 0,-19-45 390 0 0,0 1 0 0 0,1-1 1 0 0,0 0-1 0 0,0-1 1 0 0,0 1-1 0 0,6 4 0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7.1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1 101 6913 0 0,'5'-6'439'0'0,"0"0"0"0"0,1 0-1 0 0,0 1 1 0 0,0 0 0 0 0,0 0-1 0 0,0 0 1 0 0,1 1 0 0 0,0 0-1 0 0,9-4 1 0 0,-6 2 177 0 0,3 0-115 0 0,-1-1-1 0 0,1 2 1 0 0,0 0 0 0 0,1 1 0 0 0,-1 0 0 0 0,1 1 0 0 0,19-3-1 0 0,-23 6-837 0 0,-1-1 0 0 0,1 1 0 0 0,0 0-1 0 0,-1 1 1 0 0,1 0 0 0 0,17 5 0 0 0,-14-1-4607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7.3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5065 0 0,'5'-2'546'0'0,"0"0"1"0"0,0 0-1 0 0,0 0 0 0 0,-1 0 1 0 0,1-1-1 0 0,4-4 0 0 0,15-7 519 0 0,-7 7-587 0 0,0 0 0 0 0,0 2 0 0 0,0 0 0 0 0,27-4 0 0 0,-25 6-1398 0 0,1 2 1 0 0,20 1-1 0 0,-19 0-199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7.5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70 1 10594 0 0,'-4'6'-19'0'0,"0"0"0"0"0,0 1 0 0 0,1 0 0 0 0,-1-1 0 0 0,2 1 0 0 0,-1 1 0 0 0,1-1 0 0 0,-2 10 0 0 0,-1 0 700 0 0,-5 19 1098 0 0,-10 73 0 0 0,18-92-1623 0 0,0 1 1 0 0,2 0-1 0 0,0 0 0 0 0,1 0 0 0 0,1 0 0 0 0,5 22 0 0 0,-5-35-256 0 0,0 0 0 0 0,0 0-1 0 0,0 0 1 0 0,1 0-1 0 0,0-1 1 0 0,0 1 0 0 0,0-1-1 0 0,6 7 1 0 0,-8-10-41 0 0,-1 0-1 0 0,1 0 1 0 0,0 0 0 0 0,0 0 0 0 0,0 0-1 0 0,0 0 1 0 0,0 0 0 0 0,0-1-1 0 0,0 1 1 0 0,0 0 0 0 0,0-1 0 0 0,0 1-1 0 0,0-1 1 0 0,1 1 0 0 0,-1-1-1 0 0,0 0 1 0 0,0 1 0 0 0,1-1 0 0 0,-1 0-1 0 0,0 0 1 0 0,0 0 0 0 0,1 0-1 0 0,-1 0 1 0 0,0 0 0 0 0,0 0 0 0 0,1 0-1 0 0,-1 0 1 0 0,0-1 0 0 0,0 1-1 0 0,0-1 1 0 0,1 1 0 0 0,-1-1 0 0 0,0 1-1 0 0,0-1 1 0 0,0 1 0 0 0,0-1-1 0 0,0 0 1 0 0,0 0 0 0 0,0 0-1 0 0,0 1 1 0 0,1-3 0 0 0,5-8-338 0 0,-4-4 346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7.7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42 9674 0 0,'0'-3'343'0'0,"0"-1"-1"0"0,1 1 1 0 0,-1-1-1 0 0,1 1 1 0 0,-1-1-1 0 0,1 1 1 0 0,2-5 0 0 0,-3 7-318 0 0,1 1 1 0 0,-1-1-1 0 0,0 1 0 0 0,1-1 1 0 0,-1 1-1 0 0,0-1 1 0 0,1 1-1 0 0,-1-1 1 0 0,1 1-1 0 0,-1-1 0 0 0,1 1 1 0 0,-1 0-1 0 0,1-1 1 0 0,-1 1-1 0 0,1 0 1 0 0,-1-1-1 0 0,1 1 1 0 0,-1 0-1 0 0,1 0 0 0 0,0-1 1 0 0,-1 1-1 0 0,1 0 1 0 0,-1 0-1 0 0,1 0 1 0 0,0 0-1 0 0,-1 0 1 0 0,1 0-1 0 0,0 0 0 0 0,-1 0 1 0 0,1 0-1 0 0,-1 0 1 0 0,1 0-1 0 0,0 1 1 0 0,-1-1-1 0 0,1 0 0 0 0,-1 0 1 0 0,1 0-1 0 0,-1 1 1 0 0,1-1-1 0 0,0 0 1 0 0,-1 1-1 0 0,1-1 1 0 0,-1 1-1 0 0,0-1 0 0 0,1 0 1 0 0,-1 1-1 0 0,1-1 1 0 0,-1 1-1 0 0,0-1 1 0 0,1 1-1 0 0,-1-1 1 0 0,1 2-1 0 0,3 4-453 0 0,0 0 0 0 0,0 0 0 0 0,0 1 0 0 0,-1 0 0 0 0,0-1 0 0 0,0 1 0 0 0,0 0 1 0 0,-1 0-1 0 0,0 1 0 0 0,0 8 0 0 0,1-7-268 0 0,2 15-903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8.1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0 134 5065 0 0,'0'-1'95'0'0,"1"1"0"0"0,-1-1 0 0 0,1 1 1 0 0,-1 0-1 0 0,1-1 0 0 0,-1 1 0 0 0,0-1 0 0 0,1 1 0 0 0,-1 0 0 0 0,1 0 1 0 0,0-1-1 0 0,-1 1 0 0 0,1 0 0 0 0,-1 0 0 0 0,1-1 0 0 0,-1 1 0 0 0,1 0 0 0 0,-1 0 1 0 0,1 0-1 0 0,0 0 0 0 0,-1 0 0 0 0,1 0 0 0 0,-1 0 0 0 0,1 0 0 0 0,0 0 0 0 0,-1 0 1 0 0,1 0-1 0 0,-1 1 0 0 0,1-1 0 0 0,-1 0 0 0 0,1 0 0 0 0,0 1 0 0 0,0-1 1 0 0,21 8 3130 0 0,-18-4-2812 0 0,1 0-1 0 0,-1 0 0 0 0,-1 1 0 0 0,1 0 1 0 0,4 7-1 0 0,15 17 623 0 0,-22-27-1006 0 0,0-1-1 0 0,0 0 1 0 0,0 0-1 0 0,1 0 1 0 0,-1 0 0 0 0,0 0-1 0 0,1 0 1 0 0,-1 0-1 0 0,1 0 1 0 0,-1-1-1 0 0,1 1 1 0 0,0 0-1 0 0,-1-1 1 0 0,1 0 0 0 0,-1 1-1 0 0,4-1 1 0 0,-4 0-36 0 0,0 0 1 0 0,1-1 0 0 0,-1 1 0 0 0,0-1-1 0 0,1 1 1 0 0,-1-1 0 0 0,0 1-1 0 0,0-1 1 0 0,1 0 0 0 0,-1 0 0 0 0,0 0-1 0 0,0 0 1 0 0,0 0 0 0 0,0 0 0 0 0,0 0-1 0 0,0 0 1 0 0,0 0 0 0 0,0 0 0 0 0,0-2-1 0 0,17-31 293 0 0,-11 19-170 0 0,1 0 7 0 0,0 1-1 0 0,1 0 0 0 0,1 1 0 0 0,0 0 1 0 0,1 1-1 0 0,0 0 0 0 0,1 0 0 0 0,0 1 0 0 0,23-15 1 0 0,-34 25-101 0 0,0 1 1 0 0,-1-1 0 0 0,1 0-1 0 0,0 1 1 0 0,0-1 0 0 0,0 1-1 0 0,1-1 1 0 0,-1 1 0 0 0,0 0-1 0 0,0 0 1 0 0,0-1-1 0 0,0 1 1 0 0,0 0 0 0 0,0 0-1 0 0,0 0 1 0 0,0 0 0 0 0,1 0-1 0 0,-1 0 1 0 0,0 0 0 0 0,0 1-1 0 0,0-1 1 0 0,0 0 0 0 0,0 1-1 0 0,0-1 1 0 0,0 0 0 0 0,0 1-1 0 0,0-1 1 0 0,0 1 0 0 0,0 0-1 0 0,0-1 1 0 0,0 1 0 0 0,0 0-1 0 0,0 0 1 0 0,-1-1-1 0 0,1 1 1 0 0,0 0 0 0 0,-1 0-1 0 0,1 0 1 0 0,0 0 0 0 0,-1 0-1 0 0,1 0 1 0 0,-1 0 0 0 0,1 0-1 0 0,-1 0 1 0 0,0 0 0 0 0,0 0-1 0 0,1 0 1 0 0,-1 0 0 0 0,0 2-1 0 0,2 9 127 0 0,0-1 0 0 0,-1 1-1 0 0,-2 23 1 0 0,1-18-115 0 0,1-9-425 0 0,-1 0 0 0 0,1 0 0 0 0,1 0 0 0 0,0 0 0 0 0,0-1 1 0 0,0 1-1 0 0,5 8 0 0 0,1 1-5397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8.71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252 610 3225 0 0,'7'-17'938'0'0,"0"-1"0"0"0,-2 0 1 0 0,0 0-1 0 0,-1-1 0 0 0,3-27 0 0 0,-6 34-214 0 0,0 1-1 0 0,-1 0 0 0 0,-1-1 1 0 0,0 1-1 0 0,0-1 0 0 0,-1 1 0 0 0,0 0 1 0 0,-1 0-1 0 0,-1 0 0 0 0,-5-14 0 0 0,7 22-568 0 0,0-1 0 0 0,0 1 0 0 0,0-1 0 0 0,0 1 0 0 0,-1 0 0 0 0,0 0 0 0 0,1 0 0 0 0,-1 0-1 0 0,0 1 1 0 0,0-1 0 0 0,0 1 0 0 0,-1-1 0 0 0,1 1 0 0 0,-1 0 0 0 0,1 1 0 0 0,-1-1 0 0 0,0 1 0 0 0,1-1 0 0 0,-1 1-1 0 0,0 0 1 0 0,0 0 0 0 0,0 1 0 0 0,0-1 0 0 0,0 1 0 0 0,0 0 0 0 0,0 0 0 0 0,0 0 0 0 0,-6 2 0 0 0,3-1-138 0 0,0 0 1 0 0,1 1 0 0 0,0 0 0 0 0,-1 1-1 0 0,1-1 1 0 0,0 1 0 0 0,0 0 0 0 0,0 1 0 0 0,1 0-1 0 0,-1-1 1 0 0,1 2 0 0 0,0-1 0 0 0,0 1-1 0 0,0-1 1 0 0,1 1 0 0 0,-5 8 0 0 0,-1 5-66 0 0,1 0 1 0 0,0 1-1 0 0,2 0 0 0 0,0 1 1 0 0,2-1-1 0 0,0 1 1 0 0,1 1-1 0 0,1-1 1 0 0,1 0-1 0 0,0 1 1 0 0,2-1-1 0 0,0 1 1 0 0,7 36-1 0 0,-6-50 25 0 0,1 1 0 0 0,0-1-1 0 0,1 0 1 0 0,0 0 0 0 0,0 0 0 0 0,0 0-1 0 0,1 0 1 0 0,0-1 0 0 0,1 1 0 0 0,-1-1-1 0 0,1 0 1 0 0,0-1 0 0 0,1 1 0 0 0,-1-1-1 0 0,1 0 1 0 0,8 5 0 0 0,-9-7-29 0 0,-1 0 1 0 0,1-1-1 0 0,-1 0 1 0 0,1 0 0 0 0,0 0-1 0 0,-1 0 1 0 0,1-1-1 0 0,0 0 1 0 0,0 0-1 0 0,0 0 1 0 0,0-1-1 0 0,1 0 1 0 0,-1 0-1 0 0,0 0 1 0 0,0 0-1 0 0,0-1 1 0 0,0 0-1 0 0,0 0 1 0 0,0 0-1 0 0,0-1 1 0 0,-1 1-1 0 0,1-1 1 0 0,0 0-1 0 0,-1-1 1 0 0,7-3-1 0 0,1-3-56 0 0,-1 0-1 0 0,0-1 0 0 0,0 0 1 0 0,-1 0-1 0 0,-1-1 0 0 0,0 0 0 0 0,0-1 1 0 0,-1 0-1 0 0,-1-1 0 0 0,0 1 1 0 0,10-25-1 0 0,-9 13 100 0 0,0 0 0 0 0,-1 0 0 0 0,-2 0 0 0 0,0-1 0 0 0,2-50-1 0 0,-6 15 84 0 0,-8-72 0 0 0,4 103-70 0 0,-2-1 1 0 0,-1 1-1 0 0,-1 0 0 0 0,-16-40 1 0 0,4 29 862 0 0,15 35 788 0 0,9 27-814 0 0,7 25-394 0 0,9 70-1 0 0,-7-36-273 0 0,-2-7-39 0 0,-4-25-75 0 0,1-1 0 0 0,22 65 0 0 0,-26-99-90 0 0,1 0 1 0 0,0 0-1 0 0,1-1 0 0 0,0 0 0 0 0,1 0 1 0 0,1-1-1 0 0,0 0 0 0 0,0 0 1 0 0,1-1-1 0 0,1-1 0 0 0,0 1 0 0 0,15 10 1 0 0,-20-17-354 0 0,0-1 0 0 0,0 1 0 0 0,0-1-1 0 0,1 0 1 0 0,-1-1 0 0 0,1 1 0 0 0,0-1 0 0 0,0-1 0 0 0,-1 1 0 0 0,1-1 0 0 0,14 1 0 0 0,-5-5-960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8.8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5065 0 0,'5'8'6210'0'0,"9"10"-2953"0"0,-8-6-2522 0 0,1-1-1 0 0,-2 1 1 0 0,1 0-1 0 0,-2 0 1 0 0,7 25-1 0 0,7 68-1745 0 0,-10-52-2028 0 0,-5-35 1738 0 0,-3-4 772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9.0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80 7834 0 0,'-4'-18'696'0'0,"1"3"-560"0"0,2 2-136 0 0,1 4 0 0 0,0 5 416 0 0,1 3 64 0 0,-1-1 0 0 0,2-2 8 0 0,0-1-224 0 0,2-1-40 0 0,0 4-16 0 0,3 3 0 0 0,-1 6-688 0 0,1 4-128 0 0,-2 5-32 0 0,-1 1-8 0 0,-1 0 496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9.4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86 4145 0 0,'0'0'56'0'0,"-1"-1"0"0"0,1 1 0 0 0,0-1 0 0 0,0 1 0 0 0,-1-1 0 0 0,1 1 0 0 0,0-1 0 0 0,0 1 0 0 0,0-1 0 0 0,0 0 0 0 0,0 1 0 0 0,0-1 0 0 0,0 1 0 0 0,0-1 0 0 0,0 1 0 0 0,0-1 0 0 0,0 1 0 0 0,0-1 0 0 0,0 0 0 0 0,1 1 0 0 0,-1-1 0 0 0,0 1 0 0 0,0-1 0 0 0,1 1 0 0 0,-1-1 0 0 0,0 1 0 0 0,1 0 0 0 0,-1-1 0 0 0,0 1 0 0 0,1-1 0 0 0,-1 1 0 0 0,0 0 0 0 0,1-1 0 0 0,-1 1 0 0 0,1 0 0 0 0,-1-1 0 0 0,1 1 0 0 0,-1 0 0 0 0,1 0 0 0 0,-1-1 0 0 0,1 1 0 0 0,-1 0 0 0 0,1 0 0 0 0,-1 0 0 0 0,1 0 0 0 0,0 0 0 0 0,-1 0 0 0 0,1 0 0 0 0,-1 0 0 0 0,1 0 0 0 0,-1 0 0 0 0,1 0 0 0 0,-1 0 1 0 0,1 0-1 0 0,-1 0 0 0 0,1 0 0 0 0,0 1 0 0 0,-1-1 0 0 0,1 0 0 0 0,-1 0 0 0 0,1 1 0 0 0,3 0 525 0 0,-1 1 0 0 0,0-1 1 0 0,1 1-1 0 0,-1-1 0 0 0,0 1 0 0 0,0 0 1 0 0,0 0-1 0 0,5 5 0 0 0,19 35 2597 0 0,-22-33-2590 0 0,1 0 0 0 0,0 0 0 0 0,12 14 0 0 0,-17-22-562 0 0,-1-1 1 0 0,1 0 0 0 0,-1 1 0 0 0,0-1-1 0 0,1 0 1 0 0,-1 1 0 0 0,1-1 0 0 0,-1 0-1 0 0,1 0 1 0 0,-1 1 0 0 0,1-1 0 0 0,0 0-1 0 0,-1 0 1 0 0,1 0 0 0 0,-1 0 0 0 0,1 0-1 0 0,-1 0 1 0 0,1 0 0 0 0,-1 0 0 0 0,1 0-1 0 0,0 0 1 0 0,-1 0 0 0 0,1 0 0 0 0,-1 0-1 0 0,1 0 1 0 0,-1-1 0 0 0,1 1 0 0 0,-1 0-1 0 0,1 0 1 0 0,-1-1 0 0 0,1 1 0 0 0,-1 0-1 0 0,1-1 1 0 0,-1 1 0 0 0,1 0 0 0 0,-1-1-1 0 0,0 1 1 0 0,1 0 0 0 0,-1-1 0 0 0,0 1-1 0 0,1-1 1 0 0,-1 1 0 0 0,0-1 0 0 0,1 1-1 0 0,-1-1 1 0 0,0 1 0 0 0,0-1 0 0 0,0 1-1 0 0,1-2 1 0 0,11-32 314 0 0,-10 26 56 0 0,5-10 121 0 0,-4 6-445 0 0,1 1 0 0 0,0-1 0 0 0,1 1 0 0 0,0 0 0 0 0,1 0 0 0 0,0 0 0 0 0,0 1 0 0 0,10-11 0 0 0,-16 21-73 0 0,0 0 1 0 0,0 0 0 0 0,0-1 0 0 0,1 1-1 0 0,-1 0 1 0 0,0 0 0 0 0,0 0 0 0 0,1-1-1 0 0,-1 1 1 0 0,0 0 0 0 0,0 0-1 0 0,1 0 1 0 0,-1 0 0 0 0,0-1 0 0 0,1 1-1 0 0,-1 0 1 0 0,0 0 0 0 0,1 0 0 0 0,-1 0-1 0 0,0 0 1 0 0,1 0 0 0 0,-1 0 0 0 0,0 0-1 0 0,0 0 1 0 0,1 0 0 0 0,-1 0-1 0 0,0 0 1 0 0,1 0 0 0 0,-1 0 0 0 0,0 0-1 0 0,1 0 1 0 0,-1 1 0 0 0,0-1 0 0 0,1 0-1 0 0,-1 0 1 0 0,0 0 0 0 0,0 0 0 0 0,1 1-1 0 0,-1-1 1 0 0,8 16 19 0 0,0 28 30 0 0,-8-38-32 0 0,3 15 112 0 0,1 0-1 0 0,9 28 1 0 0,-10-41-501 0 0,0-1 0 0 0,0 1 0 0 0,0 0 0 0 0,1-1 0 0 0,1 0 0 0 0,-1 0 0 0 0,1 0 0 0 0,0-1 0 0 0,7 8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39.84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101 37 4577 0 0,'7'-18'205'0'0,"-7"17"-14"0"0,0 0 0 0 0,0 1 0 0 0,0-1 0 0 0,0 0 0 0 0,0 1 0 0 0,0-1 0 0 0,0 1 1 0 0,0-1-1 0 0,0 0 0 0 0,0 1 0 0 0,0-1 0 0 0,-1 0 0 0 0,1 1 0 0 0,0-1 0 0 0,-1 1 1 0 0,1-1-1 0 0,0 0 0 0 0,-1 1 0 0 0,1-1 0 0 0,0 1 0 0 0,-1-1 0 0 0,1 1 0 0 0,-1-1 0 0 0,1 1 1 0 0,-1 0-1 0 0,0-1 0 0 0,-1 0 108 0 0,1 1-1 0 0,-1 0 1 0 0,1-1 0 0 0,-1 1 0 0 0,0 0 0 0 0,1 0-1 0 0,-1 0 1 0 0,1 0 0 0 0,-1 0 0 0 0,0 0 0 0 0,1 0-1 0 0,-1 1 1 0 0,1-1 0 0 0,-1 1 0 0 0,1-1 0 0 0,-1 1-1 0 0,1-1 1 0 0,-1 1 0 0 0,1 0 0 0 0,-1 0 0 0 0,1 0-1 0 0,-2 1 1 0 0,-3 3 13 0 0,1 0 1 0 0,0 0-1 0 0,0 1 0 0 0,0-1 0 0 0,0 1 1 0 0,1 0-1 0 0,0 1 0 0 0,0-1 0 0 0,1 1 1 0 0,-5 12-1 0 0,6-15-288 0 0,0 1 0 0 0,1 0 0 0 0,-1 0 1 0 0,1-1-1 0 0,0 1 0 0 0,1 0 0 0 0,-1 0 0 0 0,1 0 1 0 0,0 0-1 0 0,0 0 0 0 0,1 0 0 0 0,-1 0 0 0 0,1 0 1 0 0,0-1-1 0 0,0 1 0 0 0,1 0 0 0 0,2 5 0 0 0,-4-9-25 0 0,1 1-1 0 0,-1-1 1 0 0,1 0-1 0 0,0 0 0 0 0,0 1 1 0 0,-1-1-1 0 0,1 0 1 0 0,0 0-1 0 0,0 0 0 0 0,0 0 1 0 0,0 0-1 0 0,0 0 1 0 0,1 0-1 0 0,-1-1 0 0 0,0 1 1 0 0,0 0-1 0 0,1 0 1 0 0,-1-1-1 0 0,0 1 0 0 0,1-1 1 0 0,-1 1-1 0 0,0-1 1 0 0,1 0-1 0 0,-1 0 0 0 0,1 1 1 0 0,-1-1-1 0 0,0 0 1 0 0,1 0-1 0 0,-1 0 0 0 0,1-1 1 0 0,-1 1-1 0 0,0 0 1 0 0,1 0-1 0 0,-1-1 0 0 0,1 1 1 0 0,-1-1-1 0 0,0 1 0 0 0,1-1 1 0 0,-1 0-1 0 0,0 1 1 0 0,0-1-1 0 0,0 0 0 0 0,1 0 1 0 0,0-1-1 0 0,7-6-11 0 0,0 0 0 0 0,-1 0 1 0 0,0-1-1 0 0,9-14 0 0 0,-5 8-87 0 0,-11 14 104 0 0,0-1 0 0 0,1 0 0 0 0,-1 1 0 0 0,0-1 0 0 0,1 0 0 0 0,-1 1 0 0 0,1 0-1 0 0,0-1 1 0 0,-1 1 0 0 0,1 0 0 0 0,0 0 0 0 0,0 0 0 0 0,0 0 0 0 0,0 0 0 0 0,0 0 0 0 0,0 1-1 0 0,0-1 1 0 0,0 1 0 0 0,0-1 0 0 0,0 1 0 0 0,0 0 0 0 0,0 0 0 0 0,0 0 0 0 0,0 0 0 0 0,1 0-1 0 0,-1 0 1 0 0,0 1 0 0 0,0-1 0 0 0,0 1 0 0 0,0-1 0 0 0,0 1 0 0 0,0 0 0 0 0,0 0 0 0 0,0-1-1 0 0,0 2 1 0 0,-1-1 0 0 0,1 0 0 0 0,0 0 0 0 0,1 2 0 0 0,3 3-2 0 0,0 0 0 0 0,-1 0 1 0 0,0 0-1 0 0,0 1 0 0 0,-1 0 1 0 0,1 0-1 0 0,-2 0 0 0 0,7 15 0 0 0,-3-6 105 0 0,-2 2 0 0 0,1-1 0 0 0,-2 1 0 0 0,0 0 0 0 0,2 34-1 0 0,-6-42-11 0 0,0 0-1 0 0,-1 0 1 0 0,0 0-1 0 0,-1 0 1 0 0,0-1-1 0 0,0 1 0 0 0,-1 0 1 0 0,-1-1-1 0 0,1 0 1 0 0,-2 0-1 0 0,1 0 0 0 0,-8 11 1 0 0,-1-1 52 0 0,-2 0 1 0 0,0-1-1 0 0,-1-1 0 0 0,-34 29 1 0 0,-6-4-6577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40.8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374 516 3225 0 0,'-5'-5'649'0'0,"0"0"0"0"0,0 0 0 0 0,-1 0 0 0 0,1 1 0 0 0,-1 0 1 0 0,0 0-1 0 0,0 1 0 0 0,-1 0 0 0 0,1 0 0 0 0,-11-3 0 0 0,6 3-124 0 0,1 0-1 0 0,-1 1 1 0 0,-1 1-1 0 0,1 0 0 0 0,0 0 1 0 0,-16 1-1 0 0,15 1-262 0 0,1 0-1 0 0,0 1 0 0 0,-1 0 0 0 0,1 1 0 0 0,0 0 1 0 0,1 1-1 0 0,-1 0 0 0 0,1 0 0 0 0,-1 1 0 0 0,1 1 1 0 0,1-1-1 0 0,-1 2 0 0 0,1-1 0 0 0,-11 11 1 0 0,16-13-208 0 0,0 1 0 0 0,0-1 0 0 0,1 0 0 0 0,0 1 0 0 0,0 0 0 0 0,0 0 0 0 0,1 0 0 0 0,-1 0 0 0 0,1 0 0 0 0,0 0 0 0 0,1 1 0 0 0,-1-1 0 0 0,1 1 0 0 0,-1 9 0 0 0,2-12-59 0 0,0 0 0 0 0,1 0-1 0 0,-1 0 1 0 0,1 0 0 0 0,0-1 0 0 0,-1 1-1 0 0,1 0 1 0 0,0 0 0 0 0,1-1-1 0 0,-1 1 1 0 0,0-1 0 0 0,1 1 0 0 0,-1-1-1 0 0,1 0 1 0 0,0 1 0 0 0,0-1-1 0 0,0 0 1 0 0,0 0 0 0 0,0 0 0 0 0,1 0-1 0 0,-1-1 1 0 0,0 1 0 0 0,1-1-1 0 0,-1 1 1 0 0,1-1 0 0 0,0 0-1 0 0,-1 0 1 0 0,1 0 0 0 0,0 0 0 0 0,3 0-1 0 0,7 2 23 0 0,0-1-1 0 0,0 0 0 0 0,13 0 1 0 0,-18-2 29 0 0,1 0 0 0 0,0 1 0 0 0,-1 0 1 0 0,1 0-1 0 0,-1 1 0 0 0,1 0 1 0 0,-1 1-1 0 0,0 0 0 0 0,10 5 0 0 0,-16-7 7 0 0,1 0-1 0 0,-1 0 0 0 0,1 0 0 0 0,0 0 0 0 0,0 0 1 0 0,-1 0-1 0 0,1-1 0 0 0,0 0 0 0 0,0 1 0 0 0,0-1 0 0 0,-1 0 1 0 0,1-1-1 0 0,0 1 0 0 0,0 0 0 0 0,0-1 0 0 0,-1 1 1 0 0,1-1-1 0 0,0 0 0 0 0,-1 0 0 0 0,1 0 0 0 0,0 0 0 0 0,-1-1 1 0 0,1 1-1 0 0,-1-1 0 0 0,0 1 0 0 0,0-1 0 0 0,1 0 1 0 0,-1 0-1 0 0,0 0 0 0 0,2-3 0 0 0,1-6-22 0 0,-1 0 1 0 0,0 0-1 0 0,-1 0 0 0 0,0-1 1 0 0,-1 0-1 0 0,0 1 0 0 0,-1-1 0 0 0,0-15 1 0 0,-10-101 181 0 0,1 19 3 0 0,8 47-55 0 0,2 11 77 0 0,-3 0-1 0 0,-13-89 1 0 0,5 113 106 0 0,9 27-334 0 0,0 0 0 0 0,0 0-1 0 0,-1-1 1 0 0,1 1 0 0 0,0 0 0 0 0,0 0 0 0 0,0 0 0 0 0,0 0 0 0 0,0 0 0 0 0,-1-1 0 0 0,1 1 0 0 0,0 0 0 0 0,0 0 0 0 0,0 0 0 0 0,-1 0 0 0 0,1 0 0 0 0,0 0 0 0 0,0 0 0 0 0,0 0 0 0 0,-1 0 0 0 0,1-1 0 0 0,0 1 0 0 0,0 0 0 0 0,0 0 0 0 0,-1 0 0 0 0,1 0 0 0 0,0 0 0 0 0,0 0 0 0 0,0 0-1 0 0,-1 1 1 0 0,1-1 0 0 0,0 0 0 0 0,0 0 0 0 0,0 0 0 0 0,-1 0 0 0 0,1 0 0 0 0,-8 15 309 0 0,-3 21-292 0 0,1 1 0 0 0,2 1-1 0 0,2-1 1 0 0,2 1 0 0 0,1 0 0 0 0,2 0-1 0 0,1 1 1 0 0,9 57 0 0 0,-3-68-146 0 0,0-2 0 0 0,2 1 0 0 0,1-1 0 0 0,1 0 0 0 0,1-1 0 0 0,1 0 0 0 0,2 0 0 0 0,0-2 0 0 0,1 0 0 0 0,27 31 0 0 0,-20-28-328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41.1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8 107 8754 0 0,'-1'16'4055'0'0,"-2"3"-2918"0"0,1 0-1 0 0,1 0 0 0 0,1 0 0 0 0,2 23 1 0 0,0-38-1091 0 0,-1 0 1 0 0,1 0 0 0 0,0 0 0 0 0,0-1 0 0 0,1 1 0 0 0,-1-1 0 0 0,1 0-1 0 0,0 1 1 0 0,0-1 0 0 0,0 0 0 0 0,0-1 0 0 0,0 1 0 0 0,1 0 0 0 0,-1-1-1 0 0,1 0 1 0 0,-1 0 0 0 0,1 0 0 0 0,0 0 0 0 0,0-1 0 0 0,0 1 0 0 0,0-1-1 0 0,0 0 1 0 0,0 0 0 0 0,1-1 0 0 0,-1 1 0 0 0,0-1 0 0 0,0 0 0 0 0,1 0-1 0 0,-1 0 1 0 0,8-2 0 0 0,-8 2 15 0 0,0-1 1 0 0,-1 1-1 0 0,1-1 0 0 0,0 0 1 0 0,-1 0-1 0 0,1 0 0 0 0,0-1 1 0 0,-1 1-1 0 0,1-1 0 0 0,-1 0 0 0 0,0 0 1 0 0,0 0-1 0 0,0 0 0 0 0,0 0 1 0 0,0-1-1 0 0,0 1 0 0 0,0-1 0 0 0,-1 0 1 0 0,1 0-1 0 0,-1 0 0 0 0,0 0 1 0 0,0 0-1 0 0,0-1 0 0 0,0 1 0 0 0,-1-1 1 0 0,0 1-1 0 0,1-1 0 0 0,-1 1 1 0 0,0-1-1 0 0,-1 0 0 0 0,1 0 0 0 0,-1 1 1 0 0,1-1-1 0 0,-1-7 0 0 0,-2-2 19 0 0,0 0 0 0 0,-1 0 0 0 0,0 1 0 0 0,-1-1 0 0 0,0 1 0 0 0,-1 0 0 0 0,-1 0 0 0 0,-8-15 0 0 0,10 21-176 0 0,0 0-1 0 0,0 0 1 0 0,0 0-1 0 0,-1 0 1 0 0,0 1-1 0 0,0 0 1 0 0,-1 0-1 0 0,1 0 1 0 0,-1 1-1 0 0,0 0 1 0 0,0 0-1 0 0,-1 0 1 0 0,1 1-1 0 0,-1 0 1 0 0,1 0-1 0 0,-12-2 1 0 0,15 4-177 0 0,1 1 1 0 0,-1 0 0 0 0,0-1-1 0 0,1 1 1 0 0,-1 0 0 0 0,1 1-1 0 0,-1-1 1 0 0,0 0 0 0 0,1 1-1 0 0,-5 1 1 0 0,-8 4-1265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41.7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89 36 5065 0 0,'0'-2'306'0'0,"0"1"-1"0"0,0-1 0 0 0,0 1 1 0 0,0-1-1 0 0,0 1 1 0 0,-1-1-1 0 0,1 1 1 0 0,0 0-1 0 0,-1-1 1 0 0,1 1-1 0 0,-1-1 1 0 0,1 1-1 0 0,-1 0 1 0 0,0-1-1 0 0,-1-1 0 0 0,2 3-71 0 0,-1 0 0 0 0,0-1-1 0 0,1 1 1 0 0,-1-1-1 0 0,1 1 1 0 0,-1 0-1 0 0,0-1 1 0 0,1 1 0 0 0,-1 0-1 0 0,0 0 1 0 0,1-1-1 0 0,-1 1 1 0 0,0 0-1 0 0,0 0 1 0 0,1 0-1 0 0,-1 0 1 0 0,0 0 0 0 0,1 0-1 0 0,-1 0 1 0 0,0 0-1 0 0,0 0 1 0 0,0 1-1 0 0,-2 0 105 0 0,0 0 0 0 0,1 0 0 0 0,-1 1 0 0 0,1-1-1 0 0,-1 1 1 0 0,1-1 0 0 0,-1 1 0 0 0,1 0 0 0 0,0 0-1 0 0,0 0 1 0 0,0 0 0 0 0,0 0 0 0 0,-3 5 0 0 0,1 0-268 0 0,0 1 0 0 0,0 0 0 0 0,1 0 0 0 0,0 0 0 0 0,0 0 0 0 0,1 0 1 0 0,0 1-1 0 0,0-1 0 0 0,1 1 0 0 0,0-1 0 0 0,1 1 0 0 0,-1 0 0 0 0,2-1 1 0 0,-1 1-1 0 0,1 0 0 0 0,1-1 0 0 0,0 1 0 0 0,0-1 0 0 0,0 0 0 0 0,1 0 0 0 0,6 12 1 0 0,-8-19-72 0 0,-1 0 1 0 0,1 0 0 0 0,-1-1 0 0 0,1 1 0 0 0,0-1 0 0 0,-1 1-1 0 0,1 0 1 0 0,0-1 0 0 0,0 1 0 0 0,-1-1 0 0 0,1 1 0 0 0,0-1-1 0 0,0 0 1 0 0,0 1 0 0 0,0-1 0 0 0,-1 0 0 0 0,1 0-1 0 0,0 1 1 0 0,0-1 0 0 0,0 0 0 0 0,0 0 0 0 0,0 0 0 0 0,0 0-1 0 0,0 0 1 0 0,0 0 0 0 0,0 0 0 0 0,-1-1 0 0 0,1 1 0 0 0,0 0-1 0 0,0 0 1 0 0,0-1 0 0 0,0 1 0 0 0,0-1 0 0 0,-1 1-1 0 0,1-1 1 0 0,0 1 0 0 0,0-1 0 0 0,-1 1 0 0 0,1-1 0 0 0,1-1-1 0 0,30-27-7 0 0,-30 26 8 0 0,16-15 0 0 0,0 2 0 0 0,0 0 0 0 0,28-18 0 0 0,-36 27 9 0 0,0-1 1 0 0,-1 1-1 0 0,14-16 1 0 0,-21 21-9 0 0,0-1 0 0 0,1 1 0 0 0,-1-1-1 0 0,-1 0 1 0 0,1 0 0 0 0,0 1 0 0 0,-1-1 0 0 0,1 0 0 0 0,-1 0 0 0 0,0-1-1 0 0,0 1 1 0 0,0 0 0 0 0,0 0 0 0 0,-1 0 0 0 0,1-1 0 0 0,-1 1 0 0 0,0 0-1 0 0,0-5 1 0 0,-7-1 405 0 0,5 8-113 0 0,6 3-158 0 0,3 3-135 0 0,1 0 0 0 0,0 1 0 0 0,-1 0 0 0 0,0 0 0 0 0,-1 0 0 0 0,1 1 0 0 0,-1 0 0 0 0,0 0 0 0 0,-1 1 0 0 0,0 0 0 0 0,0 0 0 0 0,4 9 0 0 0,6 16 0 0 0,19 63 0 0 0,-28-78 0 0 0,0-1 24 0 0,-1 1 1 0 0,0 0-1 0 0,-2 0 1 0 0,0 0-1 0 0,-1 0 1 0 0,-1 37-1 0 0,-2-45-6 0 0,0 0-1 0 0,-1 0 1 0 0,0 0-1 0 0,-1 0 1 0 0,0-1 0 0 0,0 1-1 0 0,-1-1 1 0 0,-1 0-1 0 0,1 0 1 0 0,-2 0-1 0 0,1-1 1 0 0,-1 0-1 0 0,0 0 1 0 0,-10 9 0 0 0,-5 5 207 0 0,0-2 1 0 0,-27 18-1 0 0,40-31-293 0 0,-1-1 0 0 0,0-1 0 0 0,0 0 0 0 0,0 0 0 0 0,-1-1 0 0 0,1 0 0 0 0,-1 0 0 0 0,0-1 0 0 0,-16 3 0 0 0,21-7-283 0 0,-1-2-1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2:42.1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175 26 920 0 0,'-1'-2'398'0'0,"0"0"0"0"0,-1 0 0 0 0,1 0 0 0 0,-1 0-1 0 0,0 1 1 0 0,0-1 0 0 0,0 1 0 0 0,1-1 0 0 0,-1 1 0 0 0,-1 0 0 0 0,1 0-1 0 0,0 0 1 0 0,0 0 0 0 0,0 0 0 0 0,-1 0 0 0 0,1 0 0 0 0,0 1-1 0 0,-1-1 1 0 0,1 1 0 0 0,0 0 0 0 0,-1 0 0 0 0,1 0 0 0 0,0 0 0 0 0,-1 0-1 0 0,1 0 1 0 0,-1 0 0 0 0,1 1 0 0 0,0-1 0 0 0,-1 1 0 0 0,1 0 0 0 0,0 0-1 0 0,0 0 1 0 0,-3 1 0 0 0,-2 2 177 0 0,0 0 1 0 0,0 0-1 0 0,1 0 1 0 0,-1 1-1 0 0,1 0 0 0 0,0 0 1 0 0,1 1-1 0 0,-10 10 1 0 0,11-11-500 0 0,0 0 0 0 0,1 1 0 0 0,0-1 1 0 0,-1 1-1 0 0,2-1 0 0 0,-1 1 1 0 0,1 0-1 0 0,0 0 0 0 0,0 0 0 0 0,0 1 1 0 0,1-1-1 0 0,0 0 0 0 0,0 1 1 0 0,1-1-1 0 0,0 0 0 0 0,0 1 0 0 0,0-1 1 0 0,1 0-1 0 0,0 1 0 0 0,0-1 1 0 0,1 0-1 0 0,0 0 0 0 0,0 0 0 0 0,0 0 1 0 0,0 0-1 0 0,1 0 0 0 0,7 9 1 0 0,6 7-132 0 0,1 0 0 0 0,1-2 1 0 0,0 0-1 0 0,2-1 1 0 0,25 19-1 0 0,-18-16 154 0 0,-22-17-88 0 0,1-1-11 0 0,-1 1-1 0 0,0 0 0 0 0,0-1 1 0 0,-1 2-1 0 0,8 9 0 0 0,-11-14 10 0 0,-1 0 0 0 0,1 1 0 0 0,-1-1 0 0 0,1 0 0 0 0,-1 0 0 0 0,1 1-1 0 0,-1-1 1 0 0,0 0 0 0 0,0 1 0 0 0,0-1 0 0 0,0 0 0 0 0,0 1 0 0 0,0-1 0 0 0,0 0-1 0 0,0 1 1 0 0,0-1 0 0 0,0 0 0 0 0,-1 1 0 0 0,1-1 0 0 0,0 0 0 0 0,-1 0 0 0 0,0 1-1 0 0,1-1 1 0 0,-1 0 0 0 0,1 0 0 0 0,-1 0 0 0 0,0 0 0 0 0,0 0 0 0 0,0 0 0 0 0,0 0-1 0 0,0 0 1 0 0,0 0 0 0 0,0 0 0 0 0,0 0 0 0 0,0-1 0 0 0,-2 2 0 0 0,-9 6 74 0 0,-1 0 1 0 0,0-1-1 0 0,0-1 1 0 0,-1 0-1 0 0,0-1 0 0 0,0 0 1 0 0,0-1-1 0 0,0-1 1 0 0,-1 0-1 0 0,1-1 1 0 0,-16 0-1 0 0,14-4-228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1.4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60 235 5985 0 0,'-13'-40'2131'0'0,"-12"-60"0"0"0,3 6 2361 0 0,38 137-323 0 0,5 10-3550 0 0,3 44-261 0 0,-3 2-1 0 0,11 145 1 0 0,-14-86-2454 0 0,-17-148 96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1.8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1 219 3857 0 0,'34'-106'1721'0'0,"-29"91"-534"0"0,2 0 0 0 0,0 0 0 0 0,0 1 0 0 0,19-25 0 0 0,-24 37-1021 0 0,0 1-1 0 0,0-1 1 0 0,0 1-1 0 0,0 0 1 0 0,0 0-1 0 0,0 0 1 0 0,1 0 0 0 0,-1 0-1 0 0,0 0 1 0 0,1 0-1 0 0,-1 1 1 0 0,1-1-1 0 0,-1 1 1 0 0,0 0-1 0 0,1 0 1 0 0,-1 0-1 0 0,1 0 1 0 0,-1 0 0 0 0,1 1-1 0 0,-1-1 1 0 0,1 1-1 0 0,-1-1 1 0 0,0 1-1 0 0,1 0 1 0 0,-1 0-1 0 0,0 0 1 0 0,3 1-1 0 0,1 1-45 0 0,-1-1-1 0 0,1 1 0 0 0,0 0 0 0 0,-1 1 1 0 0,0 0-1 0 0,1-1 0 0 0,-2 2 1 0 0,1-1-1 0 0,6 8 0 0 0,-5-4-30 0 0,-1 2 0 0 0,0-1-1 0 0,-1 0 1 0 0,0 1 0 0 0,-1 0 0 0 0,0 0-1 0 0,-1 0 1 0 0,0 0 0 0 0,0 0 0 0 0,-1 0-1 0 0,0 1 1 0 0,-1-1 0 0 0,0 0 0 0 0,-1 1 0 0 0,0-1-1 0 0,0 0 1 0 0,-7 20 0 0 0,0 0 58 0 0,-3-1 0 0 0,0 0 0 0 0,-2-1 0 0 0,-27 45 0 0 0,38-71-93 0 0,1 0 0 0 0,-1 1 0 0 0,1-1 1 0 0,0 0-1 0 0,0 1 0 0 0,0-1 0 0 0,0 1 0 0 0,0-1 1 0 0,0 1-1 0 0,0 4 0 0 0,2-6-25 0 0,-1 0 1 0 0,0 1-1 0 0,1-1 0 0 0,0 0 0 0 0,-1 0 1 0 0,1 0-1 0 0,0 0 0 0 0,-1 0 1 0 0,1 0-1 0 0,0 0 0 0 0,0 0 0 0 0,0 0 1 0 0,0 0-1 0 0,0 0 0 0 0,0 0 0 0 0,0-1 1 0 0,0 1-1 0 0,0 0 0 0 0,1-1 0 0 0,-1 1 1 0 0,0-1-1 0 0,2 1 0 0 0,9 4 23 0 0,1 0 0 0 0,-1-1 0 0 0,1-1 0 0 0,0 0 0 0 0,0 0 0 0 0,0-1 0 0 0,0-1 0 0 0,0-1 0 0 0,17 0 0 0 0,-8-2-775 0 0,-1-1 1 0 0,0-1-1 0 0,0-1 0 0 0,39-14 0 0 0,-29 7-5820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2.3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304 4 10594 0 0,'-11'-2'245'0'0,"1"1"0"0"0,0 1-1 0 0,-1 0 1 0 0,1 0-1 0 0,-1 1 1 0 0,1 0 0 0 0,0 1-1 0 0,0 0 1 0 0,0 1 0 0 0,0 0-1 0 0,0 0 1 0 0,0 1 0 0 0,1 0-1 0 0,-1 1 1 0 0,1 0 0 0 0,-16 13-1 0 0,15-10 36 0 0,1 0 1 0 0,-1 1-1 0 0,2 0 0 0 0,-1 1 0 0 0,1 0 0 0 0,1 0 1 0 0,0 1-1 0 0,0 0 0 0 0,1 0 0 0 0,1 0 0 0 0,0 1 1 0 0,0 0-1 0 0,-4 19 0 0 0,5-14-296 0 0,1 0 0 0 0,0-1 0 0 0,0 25 0 0 0,4-36 10 0 0,-1 0 1 0 0,0 0-1 0 0,1 0 1 0 0,0 0-1 0 0,0 0 1 0 0,0 0-1 0 0,3 5 1 0 0,-3-8 4 0 0,0 0 0 0 0,0 0 0 0 0,0 0 0 0 0,0-1-1 0 0,0 1 1 0 0,1 0 0 0 0,-1-1 0 0 0,0 1 0 0 0,1-1 0 0 0,0 1 0 0 0,-1-1 0 0 0,1 0 0 0 0,0 1-1 0 0,0-1 1 0 0,-1 0 0 0 0,1 0 0 0 0,3 1 0 0 0,-2-2-22 0 0,0 1 0 0 0,0-1 0 0 0,0 0 0 0 0,-1 0 0 0 0,1 0 0 0 0,0 0 0 0 0,0 0 0 0 0,0-1 0 0 0,0 1 0 0 0,-1-1 0 0 0,1 0 1 0 0,0 0-1 0 0,-1 0 0 0 0,1 0 0 0 0,-1 0 0 0 0,1-1 0 0 0,-1 1 0 0 0,1-1 0 0 0,-1 1 0 0 0,4-4 0 0 0,5-5-191 0 0,0 0 1 0 0,15-20-1 0 0,-21 24 181 0 0,10-15-46 0 0,0-1 0 0 0,-1 0 0 0 0,-1-1 0 0 0,14-35 0 0 0,6-12 943 0 0,-32 69-768 0 0,-1-1 1 0 0,1 1-1 0 0,0 0 0 0 0,-1-1 0 0 0,1 1 1 0 0,0 0-1 0 0,0-1 0 0 0,0 1 0 0 0,0 0 1 0 0,0 0-1 0 0,0 0 0 0 0,0 0 0 0 0,0 0 0 0 0,0 0 1 0 0,1 0-1 0 0,-1 0 0 0 0,0 1 0 0 0,1-1 1 0 0,-1 0-1 0 0,0 1 0 0 0,1-1 0 0 0,1 0 1 0 0,-2 2-42 0 0,1-1 0 0 0,-1 1 0 0 0,0 0 0 0 0,1-1 0 0 0,-1 1 0 0 0,0 0 0 0 0,0 0 0 0 0,0 0 0 0 0,0 0 0 0 0,0 0 1 0 0,0 0-1 0 0,0 0 0 0 0,0 0 0 0 0,0 1 0 0 0,0-1 0 0 0,-1 0 0 0 0,1 1 0 0 0,0-1 0 0 0,-1 0 0 0 0,1 1 0 0 0,-1-1 0 0 0,1 0 1 0 0,-1 3-1 0 0,18 64 118 0 0,-15-49 33 0 0,2-1 0 0 0,0 1-1 0 0,1-1 1 0 0,9 17 0 0 0,-12-29-491 0 0,0-1 1 0 0,0 1-1 0 0,1-1 1 0 0,0 0-1 0 0,0 0 1 0 0,8 6-1 0 0,-8-7-322 0 0,1 0 1 0 0,0-1 0 0 0,0 0-1 0 0,0 0 1 0 0,0 0-1 0 0,1-1 1 0 0,-1 0-1 0 0,7 2 1 0 0,14 2-5909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2.7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69 159 1840 0 0,'-11'-27'1900'0'0,"9"21"-597"0"0,1 1-1 0 0,-1-1 1 0 0,-1 1 0 0 0,1 0-1 0 0,-6-8 1 0 0,3 25 3264 0 0,-4 21-2321 0 0,4-11-1584 0 0,-1 6-146 0 0,1 1 1 0 0,1 0 0 0 0,-1 32-1 0 0,5-55-487 0 0,0 1-1 0 0,0 0 1 0 0,1-1-1 0 0,0 1 1 0 0,0-1-1 0 0,0 1 0 0 0,1-1 1 0 0,0 0-1 0 0,0 0 1 0 0,1 1-1 0 0,-1-1 1 0 0,1-1-1 0 0,1 1 0 0 0,-1 0 1 0 0,1-1-1 0 0,0 0 1 0 0,0 0-1 0 0,1 0 1 0 0,7 7-1 0 0,-11-11-29 0 0,1 0 0 0 0,-1 0-1 0 0,1 0 1 0 0,-1 0 0 0 0,1 0 0 0 0,0-1-1 0 0,-1 1 1 0 0,1-1 0 0 0,0 1 0 0 0,-1-1 0 0 0,1 1-1 0 0,0-1 1 0 0,0 0 0 0 0,-1 0 0 0 0,1 0 0 0 0,0 0-1 0 0,0 0 1 0 0,0 0 0 0 0,-1 0 0 0 0,1-1-1 0 0,2 0 1 0 0,0 0 25 0 0,-1-1 0 0 0,0 1 0 0 0,0-1-1 0 0,0 0 1 0 0,0 0 0 0 0,0-1 0 0 0,0 1 0 0 0,0-1-1 0 0,4-5 1 0 0,2-3 75 0 0,-1-1 0 0 0,0 0 0 0 0,-1 0 0 0 0,7-17-1 0 0,-5 7-3 0 0,14-30 132 0 0,-22 49-231 0 0,0 1 0 0 0,0 0 0 0 0,0 0 1 0 0,1 0-1 0 0,-1 0 0 0 0,1 0 0 0 0,0 0 1 0 0,0 0-1 0 0,0 0 0 0 0,0 1 0 0 0,0-1 0 0 0,0 1 1 0 0,0-1-1 0 0,0 1 0 0 0,0 0 0 0 0,1 0 1 0 0,2-1-1 0 0,-1 2 1 0 0,0 0 0 0 0,-1 1 1 0 0,1 0-1 0 0,0 0 0 0 0,-1 0 1 0 0,1 0-1 0 0,-1 1 0 0 0,0-1 1 0 0,1 1-1 0 0,-1 0 0 0 0,0 0 1 0 0,0 0-1 0 0,0 0 0 0 0,0 1 0 0 0,0-1 1 0 0,3 4-1 0 0,-2-2 1 0 0,1 0-1 0 0,0 0 1 0 0,0-1 0 0 0,0 1-1 0 0,8 3 1 0 0,-8-6 9 0 0,0 1-1 0 0,0-1 1 0 0,0 0 0 0 0,0-1-1 0 0,1 1 1 0 0,-1-1 0 0 0,0 0-1 0 0,0 0 1 0 0,0-1 0 0 0,0 0-1 0 0,0 0 1 0 0,0 0 0 0 0,6-2 0 0 0,-2 0 19 0 0,-1-1 0 0 0,0 0 1 0 0,0 0-1 0 0,0-1 1 0 0,0 0-1 0 0,-1 0 1 0 0,8-8-1 0 0,-6 5 4 0 0,0 0 0 0 0,-1-1 1 0 0,-1 0-1 0 0,1 0 0 0 0,-2-1 0 0 0,1 0 0 0 0,-1 0 0 0 0,-1 0 0 0 0,0-1 0 0 0,0 0 1 0 0,5-21-1 0 0,-9 28-12 0 0,0 0 0 0 0,-1-1 1 0 0,0 1-1 0 0,1 0 1 0 0,-2 0-1 0 0,1 0 1 0 0,0 0-1 0 0,-1 0 0 0 0,0-1 1 0 0,0 1-1 0 0,0 0 1 0 0,0 0-1 0 0,-1 1 1 0 0,1-1-1 0 0,-1 0 0 0 0,0 0 1 0 0,0 1-1 0 0,-1-1 1 0 0,1 1-1 0 0,-1 0 1 0 0,-3-4-1 0 0,4 5-33 0 0,-1 1 0 0 0,1-1 0 0 0,0 0 0 0 0,-1 1 0 0 0,1 0 1 0 0,-1 0-1 0 0,0 0 0 0 0,1 0 0 0 0,-1 0 0 0 0,0 0 0 0 0,1 1 0 0 0,-1-1 0 0 0,0 1 0 0 0,0 0 0 0 0,0 0 0 0 0,1 0 1 0 0,-1 0-1 0 0,0 0 0 0 0,0 0 0 0 0,0 1 0 0 0,1 0 0 0 0,-1-1 0 0 0,0 1 0 0 0,1 0 0 0 0,-1 0 0 0 0,0 1 0 0 0,1-1 1 0 0,0 0-1 0 0,-1 1 0 0 0,1 0 0 0 0,0-1 0 0 0,-3 3 0 0 0,3-2-216 0 0,-1 1 1 0 0,0 0-1 0 0,0-1 0 0 0,1 1 0 0 0,0 0 1 0 0,-1 0-1 0 0,1 0 0 0 0,0 1 0 0 0,1-1 1 0 0,-1 0-1 0 0,0 1 0 0 0,1-1 1 0 0,-2 7-1 0 0,0 10-984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3.4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243 377 7834 0 0,'-1'-2'207'0'0,"1"0"0"0"0,-1 1 0 0 0,1-1 1 0 0,-1 1-1 0 0,0 0 0 0 0,1-1 0 0 0,-1 1 0 0 0,0-1 1 0 0,0 1-1 0 0,0 0 0 0 0,0 0 0 0 0,0-1 0 0 0,0 1 1 0 0,-1 0-1 0 0,1 0 0 0 0,0 0 0 0 0,0 0 0 0 0,-1 1 1 0 0,1-1-1 0 0,-1 0 0 0 0,1 0 0 0 0,-1 1 1 0 0,-1-1-1 0 0,-1-1 151 0 0,-1 0 0 0 0,1 1 1 0 0,-1-1-1 0 0,0 1 1 0 0,0 0-1 0 0,-8 0 0 0 0,6 2-180 0 0,1 0-1 0 0,-1 0 0 0 0,0 1 1 0 0,1 0-1 0 0,-1 0 1 0 0,1 1-1 0 0,-1-1 0 0 0,1 2 1 0 0,0-1-1 0 0,0 1 0 0 0,1-1 1 0 0,-1 1-1 0 0,1 1 1 0 0,0-1-1 0 0,0 1 0 0 0,0 0 1 0 0,1 0-1 0 0,-1 1 1 0 0,1-1-1 0 0,-3 8 0 0 0,-1-2-70 0 0,2 0-1 0 0,0 1 0 0 0,0-1 0 0 0,1 1 1 0 0,0 1-1 0 0,1-1 0 0 0,0 0 0 0 0,1 1 1 0 0,-2 25-1 0 0,5-35-110 0 0,-1-1 0 0 0,1 1 1 0 0,0 0-1 0 0,0 0 0 0 0,1-1 0 0 0,-1 1 0 0 0,0 0 1 0 0,1-1-1 0 0,0 1 0 0 0,0 0 0 0 0,0-1 0 0 0,0 1 1 0 0,0-1-1 0 0,0 1 0 0 0,0-1 0 0 0,1 0 0 0 0,0 1 1 0 0,-1-1-1 0 0,1 0 0 0 0,0 0 0 0 0,0 0 0 0 0,0 0 1 0 0,0 0-1 0 0,0-1 0 0 0,4 3 0 0 0,-3-3-4 0 0,0 0-1 0 0,0 0 1 0 0,0-1-1 0 0,0 1 0 0 0,0-1 1 0 0,0 0-1 0 0,0 0 1 0 0,0 0-1 0 0,0 0 1 0 0,1 0-1 0 0,-1-1 1 0 0,0 1-1 0 0,0-1 0 0 0,0 0 1 0 0,-1 0-1 0 0,1 0 1 0 0,0 0-1 0 0,0-1 1 0 0,0 1-1 0 0,-1-1 1 0 0,1 0-1 0 0,-1 1 0 0 0,3-3 1 0 0,12-11-240 0 0,-1 1 0 0 0,-1-2-1 0 0,0 0 1 0 0,-2-1 0 0 0,1 0 0 0 0,-2-1 0 0 0,0-1 0 0 0,-2 0 0 0 0,0 0-1 0 0,0-1 1 0 0,-2 0 0 0 0,-1-1 0 0 0,8-33 0 0 0,-13 37 136 0 0,-1 0 1 0 0,0 0-1 0 0,-1 0 1 0 0,-1 0-1 0 0,0 0 1 0 0,-2 1-1 0 0,-7-31 0 0 0,6 33 298 0 0,0 0-1 0 0,-1 1 0 0 0,-1-1 0 0 0,0 1 0 0 0,0 1 0 0 0,-2-1 0 0 0,1 1 0 0 0,-2 0 1 0 0,-14-16-1 0 0,22 27-43 0 0,-1-1 0 0 0,0 0 1 0 0,0 0-1 0 0,0 1 1 0 0,0-1-1 0 0,0 1 0 0 0,-1 0 1 0 0,1-1-1 0 0,0 1 1 0 0,-1 0-1 0 0,1 0 0 0 0,0 1 1 0 0,-5-2-1 0 0,6 2-26 0 0,-1 0-1 0 0,1 0 0 0 0,-1 0 1 0 0,1 0-1 0 0,-1 1 0 0 0,0-1 1 0 0,1 0-1 0 0,-1 1 0 0 0,1-1 1 0 0,0 1-1 0 0,-1-1 1 0 0,1 1-1 0 0,-1 0 0 0 0,1-1 1 0 0,0 1-1 0 0,-1 0 0 0 0,0 1 1 0 0,-1 1-13 0 0,0 0 0 0 0,1 1 0 0 0,-1-1 0 0 0,1 0 0 0 0,0 1 0 0 0,0 0 0 0 0,0-1 0 0 0,0 1 0 0 0,1 0 0 0 0,0 0 0 0 0,0 0 0 0 0,0 0 0 0 0,0 0 0 0 0,0 0 0 0 0,0 4 0 0 0,1 19-40 0 0,1-1 1 0 0,0 1-1 0 0,2-1 0 0 0,1 1 0 0 0,1-1 0 0 0,2 0 1 0 0,16 44-1 0 0,3-9-123 0 0,64 112 0 0 0,-49-108-913 0 0,-20-36-69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3.7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161 27 1376 0 0,'-1'-2'350'0'0,"0"0"0"0"0,0 0 0 0 0,0 1 0 0 0,0-1 0 0 0,0 1-1 0 0,-1-1 1 0 0,1 1 0 0 0,0-1 0 0 0,-1 1 0 0 0,0 0 0 0 0,1 0 0 0 0,-1-1-1 0 0,0 1 1 0 0,1 1 0 0 0,-1-1 0 0 0,0 0 0 0 0,0 0 0 0 0,0 0 0 0 0,0 1 0 0 0,0-1-1 0 0,1 1 1 0 0,-1 0 0 0 0,0 0 0 0 0,-4-1 0 0 0,3 2-38 0 0,1 0 1 0 0,-1 0 0 0 0,0 0-1 0 0,1 1 1 0 0,-1-1 0 0 0,1 1-1 0 0,0-1 1 0 0,-1 1-1 0 0,1 0 1 0 0,0 0 0 0 0,0 0-1 0 0,0 0 1 0 0,0 0 0 0 0,0 0-1 0 0,1 0 1 0 0,-1 1-1 0 0,-1 3 1 0 0,-10 17 339 0 0,1-1 0 0 0,1 1 0 0 0,1 1 1 0 0,-9 32-1 0 0,16-45-613 0 0,0-1-1 0 0,1 1 1 0 0,0-1 0 0 0,1 1 0 0 0,0 0 0 0 0,1 0 0 0 0,0 0 0 0 0,1-1 0 0 0,0 1 0 0 0,0 0-1 0 0,1-1 1 0 0,7 20 0 0 0,-9-28-38 0 0,1 0 0 0 0,-1 0 0 0 0,1 0 0 0 0,0 0-1 0 0,0 0 1 0 0,0 0 0 0 0,0 0 0 0 0,1 0 0 0 0,-1 0 0 0 0,0 0-1 0 0,1-1 1 0 0,0 1 0 0 0,-1-1 0 0 0,1 1 0 0 0,0-1-1 0 0,-1 1 1 0 0,1-1 0 0 0,0 0 0 0 0,0 0 0 0 0,0 0 0 0 0,0 0-1 0 0,0 0 1 0 0,0-1 0 0 0,1 1 0 0 0,-1 0 0 0 0,0-1 0 0 0,0 0-1 0 0,0 1 1 0 0,1-1 0 0 0,-1 0 0 0 0,0 0 0 0 0,0 0 0 0 0,1-1-1 0 0,-1 1 1 0 0,3-1 0 0 0,-1-1 8 0 0,0 0 0 0 0,0 0 0 0 0,0 0 0 0 0,0-1 0 0 0,0 1 0 0 0,0-1-1 0 0,-1 0 1 0 0,1 0 0 0 0,-1 0 0 0 0,0-1 0 0 0,0 1 0 0 0,0-1 0 0 0,0 0 0 0 0,-1 0 0 0 0,1 0 0 0 0,2-6 0 0 0,0-3 56 0 0,-1 0 0 0 0,0-1 0 0 0,-1 1 0 0 0,2-17 0 0 0,-4 18 41 0 0,1 1 0 0 0,0-1 0 0 0,1 1 0 0 0,0-1 0 0 0,1 1-1 0 0,7-15 1 0 0,-10 26-91 0 0,-1-1 1 0 0,0 1-1 0 0,1-1 0 0 0,-1 0 0 0 0,0 1 0 0 0,1-1 0 0 0,-1 1 0 0 0,0-1 0 0 0,1 1 0 0 0,-1 0 0 0 0,1-1 0 0 0,-1 1 0 0 0,1-1 0 0 0,-1 1 0 0 0,1 0 0 0 0,-1-1 0 0 0,1 1 0 0 0,-1 0 0 0 0,1 0 0 0 0,0-1 0 0 0,-1 1 1 0 0,1 0-1 0 0,-1 0 0 0 0,1 0 0 0 0,0 0 0 0 0,-1 0 0 0 0,1 0 0 0 0,0 0 0 0 0,0 0 0 0 0,0 0 19 0 0,1 1-1 0 0,-1 0 1 0 0,0-1 0 0 0,1 1 0 0 0,-1 0-1 0 0,0 0 1 0 0,0 0 0 0 0,0 0 0 0 0,0 0 0 0 0,1 0-1 0 0,-1 0 1 0 0,1 2 0 0 0,27 46 455 0 0,-23-37-551 0 0,-1-3 52 0 0,0-1 0 0 0,1 0 1 0 0,-1-1-1 0 0,2 1 0 0 0,-1-1 0 0 0,1 0 1 0 0,8 6-1 0 0,-11-10-404 0 0,0 0 1 0 0,0-1-1 0 0,0 0 1 0 0,1 1-1 0 0,-1-1 1 0 0,1-1 0 0 0,-1 1-1 0 0,1-1 1 0 0,9 2-1 0 0,2-1-6197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4.00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27 139 10594 0 0,'-4'-32'553'0'0,"-7"-35"1002"0"0,0 28 3352 0 0,11 51-1353 0 0,0 22-2860 0 0,5-4-515 0 0,1-1 0 0 0,2 1 0 0 0,1-1 0 0 0,15 35 0 0 0,61 107-114 0 0,-58-120 59 0 0,26 38-782 0 0,-35-61 396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4.1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91 10594 0 0,'15'-3'909'0'0,"-1"0"1"0"0,1-1-1 0 0,24-11 0 0 0,-10 5-257 0 0,15-4-667 0 0,0 2 0 0 0,1 1-1 0 0,57-5 1 0 0,-67 13-5293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4.5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252 6 5529 0 0,'-7'-1'356'0'0,"0"-1"-1"0"0,0 1 1 0 0,0 0-1 0 0,0 1 1 0 0,0 0-1 0 0,0 0 1 0 0,-1 0-1 0 0,1 1 1 0 0,0 0 0 0 0,0 0-1 0 0,0 1 1 0 0,1 0-1 0 0,-1 0 1 0 0,0 1-1 0 0,1 0 1 0 0,-9 5-1 0 0,6-3 52 0 0,0 0 0 0 0,0 1 0 0 0,1 0 0 0 0,0 0 0 0 0,0 1-1 0 0,1 0 1 0 0,-1 1 0 0 0,2-1 0 0 0,-1 2 0 0 0,-9 14 0 0 0,11-13-276 0 0,1 1 1 0 0,-1-1-1 0 0,2 1 1 0 0,-1 0-1 0 0,2 0 1 0 0,-1 0-1 0 0,1 1 1 0 0,1-1-1 0 0,0 15 1 0 0,1-22-117 0 0,0 0 1 0 0,0 0-1 0 0,0-1 1 0 0,0 1 0 0 0,1 0-1 0 0,0 0 1 0 0,0 0-1 0 0,0-1 1 0 0,0 1-1 0 0,0 0 1 0 0,1-1 0 0 0,0 1-1 0 0,0-1 1 0 0,0 1-1 0 0,0-1 1 0 0,0 0-1 0 0,1 0 1 0 0,-1 0 0 0 0,1 0-1 0 0,0-1 1 0 0,-1 1-1 0 0,2-1 1 0 0,-1 1-1 0 0,0-1 1 0 0,0 0 0 0 0,1 0-1 0 0,-1-1 1 0 0,1 1-1 0 0,-1-1 1 0 0,7 2-1 0 0,-9-2 63 0 0,0-1 0 0 0,1 0 0 0 0,-1 1 0 0 0,1-1 0 0 0,-1 0 0 0 0,1 0 0 0 0,-1 0 0 0 0,1 0 0 0 0,-1 0 0 0 0,0 0 0 0 0,1-1 0 0 0,-1 1-1 0 0,1 0 1 0 0,-1-1 0 0 0,0 1 0 0 0,1-1 0 0 0,-1 1 0 0 0,0-1 0 0 0,1 0 0 0 0,-1 1 0 0 0,0-1 0 0 0,0 0 0 0 0,0 0 0 0 0,1 0 0 0 0,0-2-1 0 0,0 1 55 0 0,-1-1 0 0 0,1 0 0 0 0,-1 1-1 0 0,0-1 1 0 0,0 0 0 0 0,0 0 0 0 0,0 0-1 0 0,0 0 1 0 0,0 0 0 0 0,-1 0 0 0 0,1-5-1 0 0,-1-2 53 0 0,0-1-1 0 0,-1 1 1 0 0,0-1 0 0 0,0 1-1 0 0,-1 0 1 0 0,-4-12-1 0 0,5 19-186 0 0,-15-36 244 0 0,16 38-271 0 0,-1 0 0 0 0,0-1 0 0 0,0 1 0 0 0,0-1 0 0 0,0 1 0 0 0,1 0-1 0 0,-2 0 1 0 0,1-1 0 0 0,0 1 0 0 0,0 0 0 0 0,0 0 0 0 0,0 0 0 0 0,-1 0 0 0 0,1 1 0 0 0,-1-1 0 0 0,1 0 0 0 0,0 0-1 0 0,-1 1 1 0 0,1-1 0 0 0,-1 1 0 0 0,-2-1 0 0 0,4 1-34 0 0,-1 0 0 0 0,1 0 0 0 0,-1 0 0 0 0,1 1 0 0 0,-1-1 1 0 0,1 0-1 0 0,0 0 0 0 0,-1 1 0 0 0,1-1 0 0 0,-1 0 0 0 0,1 0 0 0 0,0 1 0 0 0,-1-1 0 0 0,1 0 0 0 0,0 1 0 0 0,0-1 0 0 0,-1 1 0 0 0,1-1 0 0 0,0 0 1 0 0,0 1-1 0 0,-1-1 0 0 0,1 1 0 0 0,0-1 0 0 0,0 1 0 0 0,0-1 0 0 0,0 1 0 0 0,0-1 0 0 0,0 0 0 0 0,0 1 0 0 0,0-1 0 0 0,0 1 0 0 0,0-1 0 0 0,0 1 1 0 0,0-1-1 0 0,0 1 0 0 0,0-1 0 0 0,0 1 0 0 0,0-1 0 0 0,1 1 0 0 0,-1-1 0 0 0,0 0 0 0 0,0 1 0 0 0,1 0 0 0 0,-1 0-59 0 0,1 0 1 0 0,-1 1-1 0 0,0-1 0 0 0,1 0 0 0 0,0 0 1 0 0,-1 0-1 0 0,1 0 0 0 0,0 0 0 0 0,-1 0 1 0 0,1 0-1 0 0,0 0 0 0 0,0 0 0 0 0,0 0 1 0 0,0 0-1 0 0,0 0 0 0 0,0 0 0 0 0,1 0 1 0 0,24 3-1803 0 0,-15-5-2072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5.2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212 18 920 0 0,'0'-1'177'0'0,"-1"0"0"0"0,1 0 0 0 0,-1 0-1 0 0,1 1 1 0 0,-1-1 0 0 0,1 0 0 0 0,-1 0 0 0 0,0 0-1 0 0,0 0 1 0 0,1 1 0 0 0,-1-1 0 0 0,0 0 0 0 0,0 1-1 0 0,0-1 1 0 0,0 1 0 0 0,0-1 0 0 0,0 1 0 0 0,0-1-1 0 0,0 1 1 0 0,0 0 0 0 0,0 0 0 0 0,0-1 0 0 0,0 1-1 0 0,-2 0 1 0 0,-27-2 3962 0 0,23 4-3657 0 0,0 1 0 0 0,0 0 0 0 0,0 0-1 0 0,1 1 1 0 0,0 0 0 0 0,-1 0 0 0 0,1 0 0 0 0,0 1-1 0 0,1 0 1 0 0,-1 0 0 0 0,1 0 0 0 0,0 1 0 0 0,1 0-1 0 0,-1 0 1 0 0,-6 12 0 0 0,-1 4-144 0 0,1-1 0 0 0,1 1 0 0 0,-12 38 0 0 0,21-57-312 0 0,0 0 1 0 0,1 0-1 0 0,-1 0 1 0 0,1-1-1 0 0,-1 1 1 0 0,1 0 0 0 0,0 0-1 0 0,0 0 1 0 0,0 0-1 0 0,0 0 1 0 0,2 5-1 0 0,-2-7-20 0 0,0-1 0 0 0,0 1 0 0 0,1-1 0 0 0,-1 0 0 0 0,0 1 0 0 0,0-1 0 0 0,1 1 0 0 0,-1-1 0 0 0,0 0 0 0 0,0 0 0 0 0,1 1 0 0 0,-1-1 0 0 0,0 0 0 0 0,1 1 0 0 0,-1-1 0 0 0,0 0 0 0 0,1 0 0 0 0,-1 0 0 0 0,1 1 0 0 0,-1-1 0 0 0,0 0 0 0 0,1 0 0 0 0,-1 0 0 0 0,1 0 0 0 0,-1 0 0 0 0,1 0 0 0 0,-1 0 0 0 0,1 0 0 0 0,1 0 0 0 0,-1 0 0 0 0,1-1 0 0 0,0 0-1 0 0,-1 1 1 0 0,1-1 0 0 0,-1 0 0 0 0,0 0 0 0 0,1 1 0 0 0,-1-1 0 0 0,0 0-1 0 0,1-1 1 0 0,0 0 0 0 0,6-6 105 0 0,0-1 0 0 0,-1 1 0 0 0,0-1 0 0 0,0-1 0 0 0,-1 1 0 0 0,-1-1 0 0 0,1 0 0 0 0,5-18 0 0 0,1-5 477 0 0,8-50 0 0 0,-20 84-564 0 0,0-1-1 0 0,1 0 0 0 0,-1 0 1 0 0,0 0-1 0 0,0 0 1 0 0,0 0-1 0 0,0 0 0 0 0,0 0 1 0 0,0 0-1 0 0,0 0 1 0 0,1 1-1 0 0,-1-1 1 0 0,0 0-1 0 0,0 0 0 0 0,0 0 1 0 0,0 0-1 0 0,0 0 1 0 0,1 0-1 0 0,-1 0 0 0 0,0 0 1 0 0,0 0-1 0 0,0 0 1 0 0,0 0-1 0 0,0 0 0 0 0,1 0 1 0 0,-1 0-1 0 0,0 0 1 0 0,0 0-1 0 0,0 0 0 0 0,0 0 1 0 0,0 0-1 0 0,0-1 1 0 0,1 1-1 0 0,-1 0 0 0 0,0 0 1 0 0,0 0-1 0 0,0 0 1 0 0,0 0-1 0 0,0 0 0 0 0,0 0 1 0 0,0 0-1 0 0,1 0 1 0 0,-1-1-1 0 0,0 1 0 0 0,0 0 1 0 0,0 0-1 0 0,0 0 1 0 0,0 0-1 0 0,0 0 1 0 0,0 0-1 0 0,0-1 0 0 0,0 1 1 0 0,0 0-1 0 0,0 0 1 0 0,0 0-1 0 0,0 0 0 0 0,0 0 1 0 0,0 0-1 0 0,0-1 1 0 0,0 1-1 0 0,0 0 0 0 0,0 0 1 0 0,0 0-1 0 0,0 0 1 0 0,0 0-1 0 0,0-1 0 0 0,0 1 1 0 0,0 0-1 0 0,0 0 1 0 0,7 16 425 0 0,2 22-263 0 0,-6-25-116 0 0,-1 0 1 0 0,2 0-1 0 0,0-1 1 0 0,0 1-1 0 0,1-1 0 0 0,11 19 1 0 0,-12-25-96 0 0,0 0 1 0 0,0-1-1 0 0,0 0 1 0 0,1 0-1 0 0,0 0 1 0 0,0 0-1 0 0,0-1 1 0 0,1 0-1 0 0,-1 0 1 0 0,1 0-1 0 0,0-1 1 0 0,0 0-1 0 0,0 0 1 0 0,12 3-1 0 0,50 9-812 0 0,-31-12 405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9.2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 41 3225 0 0,'-1'1'140'0'0,"-1"-1"0"0"0,1 1 0 0 0,0-1 0 0 0,-1 0 0 0 0,1 0 0 0 0,0 0 1 0 0,-1 0-1 0 0,1 0 0 0 0,0 0 0 0 0,0 0 0 0 0,-1 0 0 0 0,1 0 0 0 0,0-1 0 0 0,-1 1 1 0 0,1 0-1 0 0,0-1 0 0 0,0 1 0 0 0,-1-1 0 0 0,1 0 0 0 0,0 1 0 0 0,0-1 0 0 0,0 0 1 0 0,-1-1-1 0 0,2 2-67 0 0,0 0 1 0 0,0 0 0 0 0,-1-1 0 0 0,1 1 0 0 0,0 0-1 0 0,0-1 1 0 0,0 1 0 0 0,0 0 0 0 0,0-1-1 0 0,0 1 1 0 0,0-1 0 0 0,0 1 0 0 0,0 0 0 0 0,0-1-1 0 0,0 1 1 0 0,0 0 0 0 0,0-1 0 0 0,1 1 0 0 0,-1 0-1 0 0,0-1 1 0 0,0 1 0 0 0,0 0 0 0 0,0 0-1 0 0,1-1 1 0 0,-1 1 0 0 0,0 0 0 0 0,0-1 0 0 0,0 1-1 0 0,1 0 1 0 0,18-10 462 0 0,-3 5-293 0 0,1 2 0 0 0,0 0 1 0 0,0 0-1 0 0,0 2 1 0 0,0 0-1 0 0,25 2 1 0 0,105 19 732 0 0,-65-6-396 0 0,22-1-304 0 0,0-3 0 0 0,0-6 1 0 0,1-4-1 0 0,108-13 0 0 0,131-22-140 0 0,-243 26-1259 0 0,-94 9-266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09.7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19 3681 0 0,'-5'-3'287'0'0,"0"0"1"0"0,-1 1-1 0 0,1 0 1 0 0,-1 0-1 0 0,0 1 1 0 0,0-1 0 0 0,1 1-1 0 0,-12 0 1 0 0,-26 0 4594 0 0,31 1-2755 0 0,34 14 1975 0 0,-5-2-3976 0 0,60 35 451 0 0,132 110 0 0 0,-206-155-543 0 0,-1 0 0 0 0,0 0 1 0 0,1 0-1 0 0,-1 1 0 0 0,0-1 0 0 0,0 1 0 0 0,0-1 0 0 0,-1 1 1 0 0,1 0-1 0 0,0 0 0 0 0,-1 0 0 0 0,0 0 0 0 0,0 0 1 0 0,0 0-1 0 0,0 0 0 0 0,0 0 0 0 0,-1 0 0 0 0,1 0 0 0 0,-1 6 1 0 0,-1-3 75 0 0,0-1 1 0 0,0 0 0 0 0,0 0-1 0 0,0 0 1 0 0,-1 0-1 0 0,0 0 1 0 0,0 0 0 0 0,-1 0-1 0 0,1 0 1 0 0,-1-1-1 0 0,-4 5 1 0 0,-5 7 185 0 0,-2-2-1 0 0,0 1 1 0 0,0-2 0 0 0,-2 0-1 0 0,-22 15 1 0 0,-20 6 7 0 0,46-28-284 0 0,0 0 0 0 0,0 1 1 0 0,0 0-1 0 0,1 0 0 0 0,1 1 1 0 0,-1 1-1 0 0,1 0 0 0 0,1 0 1 0 0,-12 15-1 0 0,20-23-88 0 0,1-1 0 0 0,0 1 1 0 0,-1 0-1 0 0,1-1 0 0 0,0 1 0 0 0,0-1 0 0 0,-1 1 1 0 0,1 0-1 0 0,0 0 0 0 0,0-1 0 0 0,0 1 0 0 0,0 0 1 0 0,0-1-1 0 0,0 1 0 0 0,0 0 0 0 0,0-1 1 0 0,0 1-1 0 0,0 0 0 0 0,0-1 0 0 0,1 1 0 0 0,-1 0 1 0 0,0-1-1 0 0,0 1 0 0 0,1 0 0 0 0,-1 0 1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1.6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34 5985 0 0,'-14'-19'1532'0'0,"11"4"2545"0"0,10 37-628 0 0,0 170-59 0 0,-7-124-3581 0 0,2-1 1 0 0,16 89-1 0 0,-13-134-930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1.8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0 186 11058 0 0,'1'-5'172'0'0,"1"0"-1"0"0,0 0 1 0 0,0 0-1 0 0,0 1 1 0 0,0-1-1 0 0,1 0 1 0 0,0 1-1 0 0,0 0 1 0 0,0-1-1 0 0,0 1 1 0 0,1 1-1 0 0,5-6 1 0 0,53-42 1419 0 0,-46 39-1177 0 0,0-2 136 0 0,25-18 336 0 0,-39 30-918 0 0,0 1-1 0 0,0-1 1 0 0,1 1-1 0 0,-1 0 1 0 0,1 0-1 0 0,-1 0 1 0 0,1 0-1 0 0,-1 0 1 0 0,1 0-1 0 0,-1 1 1 0 0,1-1 0 0 0,0 1-1 0 0,-1 0 1 0 0,5 0-1 0 0,-6 1 5 0 0,1 0-1 0 0,-1-1 0 0 0,1 1 1 0 0,-1 1-1 0 0,0-1 0 0 0,0 0 1 0 0,1 0-1 0 0,-1 0 1 0 0,0 1-1 0 0,0-1 0 0 0,0 0 1 0 0,0 1-1 0 0,-1-1 0 0 0,1 1 1 0 0,0-1-1 0 0,0 1 1 0 0,-1 0-1 0 0,1-1 0 0 0,-1 1 1 0 0,0 0-1 0 0,1-1 0 0 0,-1 1 1 0 0,0 0-1 0 0,0 1 1 0 0,0-2 30 0 0,3 19 64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2.0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1 131 6449 0 0,'20'-17'1777'0'0,"5"-5"-817"0"0,-10 7-556 0 0,2 1-1 0 0,-1 1 1 0 0,1 1 0 0 0,1 0-1 0 0,22-10 1 0 0,-39 22-461 0 0,-1-1 1 0 0,1 1-1 0 0,0 0 0 0 0,0-1 1 0 0,-1 1-1 0 0,1 0 0 0 0,0-1 1 0 0,0 1-1 0 0,0 0 0 0 0,0 0 1 0 0,-1 0-1 0 0,1 0 0 0 0,0 0 1 0 0,0 0-1 0 0,0 0 0 0 0,0 0 1 0 0,0 0-1 0 0,-1 0 0 0 0,1 0 1 0 0,0 1-1 0 0,0-1 0 0 0,0 0 1 0 0,0 1-1 0 0,-1-1 0 0 0,1 0 1 0 0,0 1-1 0 0,0-1 0 0 0,-1 1 1 0 0,1-1-1 0 0,0 1 0 0 0,0 0 1 0 0,0 1-63 0 0,-1 0 0 0 0,1-1 0 0 0,0 1 0 0 0,-1 0 0 0 0,1 0 0 0 0,-1-1 0 0 0,0 1 0 0 0,1 0 0 0 0,-1 0 0 0 0,0 0 1 0 0,0-1-1 0 0,0 1 0 0 0,-1 3 0 0 0,0 7 119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2.2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2 5529 0 0,'-1'1'95'0'0,"1"-1"0"0"0,0 0 0 0 0,0 1 0 0 0,-1-1 0 0 0,1 0 0 0 0,0 1 0 0 0,0-1 0 0 0,-1 1 0 0 0,1-1 1 0 0,0 1-1 0 0,0-1 0 0 0,0 1 0 0 0,0-1 0 0 0,0 1 0 0 0,-1-1 0 0 0,1 1 0 0 0,0-1 0 0 0,0 1 0 0 0,0-1 0 0 0,0 1 0 0 0,1-1 0 0 0,-1 1 0 0 0,0-1 0 0 0,0 1 0 0 0,0-1 0 0 0,0 0 0 0 0,0 1 0 0 0,1-1 0 0 0,-1 1 0 0 0,0-1 0 0 0,0 1 0 0 0,1-1 0 0 0,-1 1 0 0 0,19 6 2570 0 0,-14-7-2107 0 0,0 1-1 0 0,1-1 1 0 0,-1-1 0 0 0,0 1-1 0 0,11-2 1 0 0,5-6 563 0 0,-17 5-1231 0 0,0 1 0 0 0,1 0-1 0 0,-1 1 1 0 0,1-1-1 0 0,0 1 1 0 0,-1 0 0 0 0,1 0-1 0 0,0 0 1 0 0,-1 1 0 0 0,1 0-1 0 0,0-1 1 0 0,7 2 0 0 0,-8 2 87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2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236 353 9674 0 0,'-1'-2'304'0'0,"0"0"-1"0"0,-1-1 1 0 0,1 1-1 0 0,-1 0 1 0 0,1 0-1 0 0,-1 0 1 0 0,0 0-1 0 0,0 0 1 0 0,0 1 0 0 0,0-1-1 0 0,0 0 1 0 0,0 1-1 0 0,-1 0 1 0 0,1-1-1 0 0,0 1 1 0 0,-1 0-1 0 0,1 0 1 0 0,-1 0 0 0 0,1 1-1 0 0,-1-1 1 0 0,1 1-1 0 0,-1-1 1 0 0,0 1-1 0 0,1 0 1 0 0,-4 0-1 0 0,-3 0 54 0 0,1 0 0 0 0,0 0 0 0 0,-1 1-1 0 0,1 0 1 0 0,0 0 0 0 0,0 1 0 0 0,-8 3-1 0 0,9-2-313 0 0,1 0 1 0 0,0 1-1 0 0,-1-1 0 0 0,1 1 0 0 0,1 1 0 0 0,-1-1 0 0 0,1 1 0 0 0,-1 0 0 0 0,1 0 0 0 0,1 1 1 0 0,-1-1-1 0 0,1 1 0 0 0,0 0 0 0 0,0 1 0 0 0,1-1 0 0 0,0 0 0 0 0,0 1 0 0 0,0 0 0 0 0,1 0 1 0 0,0-1-1 0 0,-1 9 0 0 0,1-7-43 0 0,1 0 1 0 0,0 0 0 0 0,0 1-1 0 0,1-1 1 0 0,0 0 0 0 0,1 0-1 0 0,-1 0 1 0 0,2 0-1 0 0,-1 0 1 0 0,1 0 0 0 0,0 0-1 0 0,1 0 1 0 0,0 0-1 0 0,0-1 1 0 0,0 1 0 0 0,1-1-1 0 0,0 0 1 0 0,8 9 0 0 0,-10-13-78 0 0,-1 0 0 0 0,1-1 0 0 0,0 0 0 0 0,1 1 0 0 0,-1-1 0 0 0,0 0 0 0 0,1 0 0 0 0,-1-1 0 0 0,1 1 0 0 0,0 0 0 0 0,-1-1 1 0 0,1 1-1 0 0,0-1 0 0 0,0 0 0 0 0,0 0 0 0 0,0 0 0 0 0,0 0 0 0 0,0-1 0 0 0,0 1 0 0 0,0-1 0 0 0,0 0 0 0 0,0 0 0 0 0,0 0 1 0 0,1 0-1 0 0,-1 0 0 0 0,0-1 0 0 0,0 0 0 0 0,0 1 0 0 0,0-1 0 0 0,0 0 0 0 0,0 0 0 0 0,-1-1 0 0 0,1 1 0 0 0,0-1 0 0 0,0 1 0 0 0,-1-1 1 0 0,1 0-1 0 0,-1 0 0 0 0,0 0 0 0 0,1 0 0 0 0,1-3 0 0 0,6-6-433 0 0,-1 1 0 0 0,0-2 0 0 0,0 1 0 0 0,-2-1 1 0 0,1 0-1 0 0,-2-1 0 0 0,10-23 0 0 0,-11 22 240 0 0,-1 0 0 0 0,-1-1-1 0 0,0 0 1 0 0,0 0 0 0 0,-2 0 0 0 0,0 0 0 0 0,-1 0-1 0 0,0 0 1 0 0,-1 1 0 0 0,-4-23 0 0 0,-6-9 1930 0 0,-32-87 0 0 0,5 17 3556 0 0,32 98-4194 0 0,5 13 477 0 0,5 16-700 0 0,-2-4-876 0 0,11 36 183 0 0,-3 0-1 0 0,-2 1 1 0 0,5 67-1 0 0,-9-65-203 0 0,2 1-1 0 0,2-1 1 0 0,15 50-1 0 0,11-13-3203 0 0,-22-59-3851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3.1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59 171 4609 0 0,'15'-24'349'0'0,"-4"8"1191"0"0,-1 0 0 0 0,-1 0 0 0 0,-1-1 0 0 0,0 0 0 0 0,10-34 0 0 0,-18 50-1430 0 0,0 1 0 0 0,0-1 0 0 0,0 1 0 0 0,0 0 1 0 0,1-1-1 0 0,-1 1 0 0 0,0-1 0 0 0,0 1 0 0 0,0-1 0 0 0,0 1 1 0 0,0-1-1 0 0,0 1 0 0 0,-1 0 0 0 0,1-1 0 0 0,0 1 0 0 0,0-1 1 0 0,0 1-1 0 0,0 0 0 0 0,0-1 0 0 0,-1 1 0 0 0,1-1 0 0 0,0 1 1 0 0,0 0-1 0 0,-1-1 0 0 0,1 1 0 0 0,0 0 0 0 0,0-1 0 0 0,-1 1 1 0 0,1 0-1 0 0,0-1 0 0 0,-1 1 0 0 0,1 0 0 0 0,-1 0 1 0 0,0-1-1 0 0,-17 3 1704 0 0,-18 14-710 0 0,30-13-1039 0 0,0 2 0 0 0,1-1 0 0 0,0 1 0 0 0,-1 0 0 0 0,1 0 0 0 0,1 0 0 0 0,-1 1 0 0 0,1-1 0 0 0,0 1 0 0 0,0 0 0 0 0,1 0 0 0 0,0 1 0 0 0,0-1 0 0 0,0 1 0 0 0,1 0 0 0 0,-2 8 0 0 0,3-11-67 0 0,-1 1-1 0 0,1 0 1 0 0,1 0-1 0 0,-1 0 1 0 0,1-1-1 0 0,0 1 1 0 0,0 0 0 0 0,0 0-1 0 0,1 0 1 0 0,0 0-1 0 0,0-1 1 0 0,0 1-1 0 0,0 0 1 0 0,1-1-1 0 0,0 1 1 0 0,0-1-1 0 0,0 1 1 0 0,0-1-1 0 0,1 0 1 0 0,-1 0-1 0 0,1 0 1 0 0,0 0-1 0 0,1-1 1 0 0,5 6-1 0 0,-7-7-1 0 0,0 0-1 0 0,0-1 0 0 0,0 1 0 0 0,1-1 0 0 0,-1 0 1 0 0,1 1-1 0 0,-1-1 0 0 0,1 0 0 0 0,-1-1 0 0 0,1 1 1 0 0,-1 0-1 0 0,1-1 0 0 0,0 1 0 0 0,-1-1 0 0 0,1 0 0 0 0,0 0 1 0 0,-1 0-1 0 0,1 0 0 0 0,0 0 0 0 0,4-2 0 0 0,0 0-17 0 0,-1-1-1 0 0,1 0 0 0 0,-1-1 0 0 0,1 1 0 0 0,10-9 0 0 0,10-6-5 0 0,-27 17 31 0 0,1 1 0 0 0,0 0 0 0 0,-1-1 0 0 0,1 1 0 0 0,0-1 0 0 0,0 1 0 0 0,0 0 1 0 0,0-1-1 0 0,-1 1 0 0 0,1 0 0 0 0,0 0 0 0 0,0 0 0 0 0,0 0 0 0 0,0 0 0 0 0,0 0 1 0 0,-1 0-1 0 0,1 0 0 0 0,0 0 0 0 0,0 0 0 0 0,0 0 0 0 0,0 0 0 0 0,0 1 0 0 0,-1-1 0 0 0,1 0 1 0 0,0 1-1 0 0,0-1 0 0 0,0 1 0 0 0,-1-1 0 0 0,1 1 0 0 0,0 0 0 0 0,1 1 17 0 0,-1 0 0 0 0,1 0 0 0 0,-1 0 0 0 0,0 0 0 0 0,0 0 0 0 0,0 0 0 0 0,0 0 0 0 0,0 1 0 0 0,0-1-1 0 0,0 5 1 0 0,1 4 76 0 0,-1 1-1 0 0,0-1 1 0 0,-1 21-1 0 0,-3-8-22 0 0,-1 1-1 0 0,0-1 1 0 0,-2 0 0 0 0,-1 0-1 0 0,-1-1 1 0 0,-12 23 0 0 0,-20 31-3104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3.5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47 236 5065 0 0,'26'-7'7400'0'0,"2"-11"-4269"0"0,-19 10-2305 0 0,0 0 0 0 0,16-20 1 0 0,-22 24-711 0 0,-1-2 1 0 0,1 1 0 0 0,-1 0 0 0 0,0 0 0 0 0,0-1 0 0 0,-1 1 0 0 0,1-1 0 0 0,-1 1-1 0 0,0-1 1 0 0,-1 0 0 0 0,1 0 0 0 0,-1 1 0 0 0,-1-1 0 0 0,1 0 0 0 0,-1 1 0 0 0,0-1 0 0 0,0 0-1 0 0,0 1 1 0 0,-1-1 0 0 0,0 1 0 0 0,0 0 0 0 0,0-1 0 0 0,-1 1 0 0 0,0 0 0 0 0,0 0-1 0 0,0 1 1 0 0,-6-7 0 0 0,8 10-100 0 0,1 0 0 0 0,-1 0 0 0 0,0 0 0 0 0,-1 0 1 0 0,1 1-1 0 0,0-1 0 0 0,0 0 0 0 0,0 1 0 0 0,0-1 0 0 0,0 1 0 0 0,-1-1 0 0 0,1 1 0 0 0,0 0 0 0 0,-1-1 0 0 0,1 1 0 0 0,0 0 0 0 0,0 0 0 0 0,-1 0 0 0 0,1 0 0 0 0,0 0 0 0 0,-3 1 0 0 0,1-1 10 0 0,0 1 0 0 0,0 0-1 0 0,0 1 1 0 0,1-1-1 0 0,-1 0 1 0 0,0 1 0 0 0,1 0-1 0 0,-6 3 1 0 0,0 3 34 0 0,0 0 1 0 0,0 0-1 0 0,1 0 0 0 0,-6 10 1 0 0,9-13-45 0 0,1 0 0 0 0,0 0 0 0 0,0 0 1 0 0,1 0-1 0 0,0 0 0 0 0,-1 1 0 0 0,2-1 0 0 0,-1 1 1 0 0,1-1-1 0 0,0 1 0 0 0,0 0 0 0 0,0-1 0 0 0,1 1 1 0 0,0 0-1 0 0,0 8 0 0 0,1-9-12 0 0,0-1 0 0 0,1 0-1 0 0,-1 1 1 0 0,1-1 0 0 0,0 0-1 0 0,0 0 1 0 0,0 0 0 0 0,0 0 0 0 0,1-1-1 0 0,0 1 1 0 0,-1-1 0 0 0,1 1 0 0 0,1-1-1 0 0,-1 0 1 0 0,0 0 0 0 0,1 0 0 0 0,-1-1-1 0 0,1 1 1 0 0,0-1 0 0 0,6 3 0 0 0,-1-1-124 0 0,0 0 0 0 0,1-1 0 0 0,-1-1 1 0 0,1 1-1 0 0,-1-2 0 0 0,1 1 1 0 0,0-1-1 0 0,-1 0 0 0 0,1-1 0 0 0,0-1 1 0 0,13-1-1 0 0,11-4-2497 0 0,61-18-1 0 0,-94 24 2560 0 0,28-9 3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4.2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266 336 14283 0 0,'-1'-1'71'0'0,"0"-1"0"0"0,1 1 0 0 0,-1 0 0 0 0,0 0 0 0 0,-1 0 0 0 0,1 0 0 0 0,0 0 0 0 0,0 0 0 0 0,0 1 0 0 0,0-1 0 0 0,-1 0 0 0 0,1 0 0 0 0,0 1 0 0 0,-1-1 0 0 0,1 1 0 0 0,0-1 0 0 0,-1 1 0 0 0,1 0 0 0 0,-1 0 0 0 0,1-1 0 0 0,-1 1 0 0 0,1 0 0 0 0,-1 0 0 0 0,-1 1-1 0 0,-38 2 1019 0 0,29 0-834 0 0,1 0-1 0 0,0 0 0 0 0,0 2 0 0 0,0-1 1 0 0,0 1-1 0 0,0 1 0 0 0,1 0 1 0 0,-13 10-1 0 0,16-11-199 0 0,0 1 1 0 0,0 0 0 0 0,0 0-1 0 0,1 1 1 0 0,0-1-1 0 0,0 2 1 0 0,0-1-1 0 0,1 0 1 0 0,0 1 0 0 0,1 0-1 0 0,-5 13 1 0 0,8-20-55 0 0,0 0 0 0 0,1 0 0 0 0,-1 0 0 0 0,1 0 0 0 0,-1 0 0 0 0,1 0 0 0 0,0 0 0 0 0,-1 0 0 0 0,1 1 0 0 0,0-1 0 0 0,0 0 0 0 0,0 0 0 0 0,0 0 0 0 0,0 1 1 0 0,0-1-1 0 0,0 0 0 0 0,0 0 0 0 0,1 0 0 0 0,-1 0 0 0 0,0 0 0 0 0,1 1 0 0 0,-1-1 0 0 0,1 0 0 0 0,-1 0 0 0 0,1 0 0 0 0,-1 0 0 0 0,1 0 0 0 0,0 0 0 0 0,0 0 0 0 0,-1-1 1 0 0,1 1-1 0 0,0 0 0 0 0,0 0 0 0 0,0 0 0 0 0,0-1 0 0 0,0 1 0 0 0,0 0 0 0 0,0-1 0 0 0,2 1 0 0 0,-1 0-22 0 0,1-1 0 0 0,-1 0 0 0 0,0 0 0 0 0,1 0-1 0 0,-1 0 1 0 0,0 0 0 0 0,0-1 0 0 0,1 1 0 0 0,-1-1 0 0 0,0 1 0 0 0,0-1 0 0 0,0 0-1 0 0,1 0 1 0 0,-1 0 0 0 0,0 0 0 0 0,0 0 0 0 0,-1-1 0 0 0,1 1 0 0 0,3-4 0 0 0,12-11-561 0 0,0-1 1 0 0,-2-1 0 0 0,0 0 0 0 0,-1-1 0 0 0,-1-1-1 0 0,-1 0 1 0 0,0-1 0 0 0,13-35 0 0 0,-19 39 407 0 0,-1 0 1 0 0,-1 0-1 0 0,0-1 0 0 0,-1 1 1 0 0,-1-1-1 0 0,-1-21 0 0 0,-1 21 995 0 0,-1 0-1 0 0,-1 0 0 0 0,-8-30 1 0 0,8 40-163 0 0,1 4-193 0 0,0-1 0 0 0,0 1 0 0 0,0 0 0 0 0,-1 0 0 0 0,0 0 0 0 0,0 0 0 0 0,-2-4 0 0 0,3 8-411 0 0,1 0 0 0 0,0 0-1 0 0,-1 0 1 0 0,1 0 0 0 0,0 1 0 0 0,-1-1 0 0 0,1 0-1 0 0,0 0 1 0 0,-1 0 0 0 0,1 0 0 0 0,0 1-1 0 0,-1-1 1 0 0,1 0 0 0 0,0 0 0 0 0,0 0 0 0 0,-1 1-1 0 0,1-1 1 0 0,0 0 0 0 0,0 1 0 0 0,0-1-1 0 0,-1 0 1 0 0,1 0 0 0 0,0 1 0 0 0,0-1-1 0 0,0 0 1 0 0,0 1 0 0 0,-1-1 0 0 0,1 0 0 0 0,0 1-1 0 0,0-1 1 0 0,0 0 0 0 0,0 1 0 0 0,0-1-1 0 0,0 1 1 0 0,0-1 0 0 0,0 0 0 0 0,0 1 0 0 0,0-1-1 0 0,1 1 1 0 0,-5 19 144 0 0,1 31-151 0 0,2 0 1 0 0,3 1 0 0 0,1-1 0 0 0,3 0 0 0 0,2-1 0 0 0,30 99-1 0 0,-16-78-2167 0 0,-11-37-5623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4.5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11 253 7370 0 0,'32'-30'3026'0'0,"-14"14"-1026"0"0,-1-2 1 0 0,27-33-1 0 0,-40 45-1821 0 0,0 0-1 0 0,0 0 1 0 0,-1 0 0 0 0,1-1-1 0 0,-2 1 1 0 0,1-1 0 0 0,-1 0-1 0 0,0 0 1 0 0,0 0 0 0 0,-1 0 0 0 0,0 0-1 0 0,0 0 1 0 0,-1-14 0 0 0,1 19-141 0 0,-1 1 1 0 0,0 0 0 0 0,-1 0 0 0 0,1-1-1 0 0,0 1 1 0 0,0 0 0 0 0,0 0-1 0 0,-1 0 1 0 0,1-1 0 0 0,-1 1 0 0 0,1 0-1 0 0,-1 0 1 0 0,1 0 0 0 0,-1 0 0 0 0,0 0-1 0 0,1 0 1 0 0,-1 0 0 0 0,0 0-1 0 0,0 0 1 0 0,0 0 0 0 0,0 0 0 0 0,0 0-1 0 0,0 1 1 0 0,0-1 0 0 0,0 0-1 0 0,-2 0 1 0 0,1 0 37 0 0,-1 1 0 0 0,1-1 0 0 0,0 1 0 0 0,-1 0 0 0 0,1 0 0 0 0,-1 0 0 0 0,1 1 0 0 0,0-1 0 0 0,-1 0 0 0 0,1 1 0 0 0,0 0 0 0 0,-1-1 0 0 0,-1 2 0 0 0,-5 2 124 0 0,0 0 0 0 0,1 1 0 0 0,0 0 1 0 0,0 0-1 0 0,0 1 0 0 0,-8 7 0 0 0,12-10-187 0 0,1 1-1 0 0,0-1 1 0 0,0 1 0 0 0,0 0 0 0 0,0-1 0 0 0,1 1 0 0 0,-1 1-1 0 0,1-1 1 0 0,0 0 0 0 0,1 0 0 0 0,-1 1 0 0 0,1-1 0 0 0,-1 1-1 0 0,1-1 1 0 0,1 1 0 0 0,-1 0 0 0 0,1-1 0 0 0,0 1 0 0 0,0 0-1 0 0,0 0 1 0 0,0-1 0 0 0,2 7 0 0 0,0-5-20 0 0,0-1-1 0 0,0 1 1 0 0,1-1-1 0 0,-1 0 1 0 0,1 0-1 0 0,0 0 1 0 0,1 0 0 0 0,-1 0-1 0 0,1-1 1 0 0,0 0-1 0 0,0 0 1 0 0,0 0-1 0 0,1 0 1 0 0,0 0-1 0 0,-1-1 1 0 0,1 0 0 0 0,9 4-1 0 0,-4-2-677 0 0,0-2 0 0 0,1 1 0 0 0,-1-1 0 0 0,0-1 0 0 0,21 2 0 0 0,-9-1-6117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4.8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100 101 4145 0 0,'-12'-17'3086'0'0,"0"1"0"0"0,-2 0 1 0 0,0 1-1 0 0,-25-22 0 0 0,38 37-3014 0 0,1 0 1 0 0,-1 1-1 0 0,1-1 0 0 0,0 0 0 0 0,-1 0 0 0 0,1 0 1 0 0,0 0-1 0 0,-1 0 0 0 0,1 0 0 0 0,0 1 0 0 0,-1-1 1 0 0,1 0-1 0 0,0 0 0 0 0,0 0 0 0 0,-1 1 0 0 0,1-1 1 0 0,0 0-1 0 0,0 0 0 0 0,-1 1 0 0 0,1-1 0 0 0,0 0 1 0 0,0 1-1 0 0,0-1 0 0 0,-1 0 0 0 0,1 1 0 0 0,0-1 1 0 0,0 0-1 0 0,0 1 0 0 0,0-1 0 0 0,0 0 0 0 0,0 1 1 0 0,0-1-1 0 0,0 0 0 0 0,0 1 0 0 0,0-1 0 0 0,0 0 1 0 0,0 1-1 0 0,0-1 0 0 0,0 1 0 0 0,0-1 0 0 0,0 0 1 0 0,0 1-1 0 0,0-1 0 0 0,-1 21 167 0 0,5 64 20 0 0,21 121 0 0 0,-12-115-2259 0 0,-10-66-5731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4.98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4 136 9218 0 0,'-1'-3'359'0'0,"0"0"1"0"0,1 0-1 0 0,-1 0 1 0 0,1 0-1 0 0,0 0 1 0 0,0 0-1 0 0,0 0 0 0 0,0 0 1 0 0,0 0-1 0 0,1 1 1 0 0,-1-1-1 0 0,1 0 1 0 0,0 0-1 0 0,0 0 1 0 0,0 0-1 0 0,2-4 0 0 0,0 1 119 0 0,1 0 1 0 0,-1 0-1 0 0,1 0 0 0 0,0 0 0 0 0,0 1 0 0 0,6-7 0 0 0,-6 8-419 0 0,0 1 1 0 0,0 0 0 0 0,1 0 0 0 0,-1 0 0 0 0,1 0-1 0 0,0 1 1 0 0,0 0 0 0 0,0 0 0 0 0,6-2 0 0 0,-4 2-464 0 0,0 1 1 0 0,0 0-1 0 0,0 0 0 0 0,0 1 1 0 0,0 0-1 0 0,0 0 1 0 0,0 1-1 0 0,0 0 1 0 0,0 0-1 0 0,13 4 1 0 0,-8-1 276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5.28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0 202 5065 0 0,'4'-1'328'0'0,"0"0"-1"0"0,0 0 1 0 0,0 0 0 0 0,0 0 0 0 0,0-1-1 0 0,-1 1 1 0 0,1-1 0 0 0,0 0-1 0 0,-1 0 1 0 0,6-4 0 0 0,32-28 2950 0 0,-33 26-2443 0 0,-1 0 1 0 0,1 0-1 0 0,-1-1 0 0 0,0 0 0 0 0,10-20 1 0 0,-16 26-700 0 0,1 0 0 0 0,-1 1 0 0 0,0-1 0 0 0,0 0 0 0 0,0 0 0 0 0,-1 0 1 0 0,1 0-1 0 0,-1 0 0 0 0,0 0 0 0 0,1 0 0 0 0,-1 0 0 0 0,-1-3 0 0 0,1 4-37 0 0,-1 0 1 0 0,1 0-1 0 0,-1 1 0 0 0,0-1 1 0 0,0 1-1 0 0,1-1 0 0 0,-1 0 1 0 0,0 1-1 0 0,0 0 0 0 0,-1-1 1 0 0,1 1-1 0 0,0 0 0 0 0,0-1 1 0 0,-1 1-1 0 0,1 0 0 0 0,0 0 1 0 0,-1 0-1 0 0,1 0 0 0 0,-1 0 1 0 0,0 0-1 0 0,1 1 0 0 0,-3-2 1 0 0,2 2-83 0 0,1-1-1 0 0,-1 0 1 0 0,0 0 0 0 0,1 1 0 0 0,-1-1 0 0 0,0 1-1 0 0,0 0 1 0 0,1 0 0 0 0,-1-1 0 0 0,0 1-1 0 0,0 0 1 0 0,0 0 0 0 0,1 1 0 0 0,-1-1 0 0 0,0 0-1 0 0,0 0 1 0 0,1 1 0 0 0,-1-1 0 0 0,0 1-1 0 0,1 0 1 0 0,-1 0 0 0 0,0-1 0 0 0,1 1 0 0 0,-3 2-1 0 0,2-1 35 0 0,0 1-1 0 0,0-1 1 0 0,0 1-1 0 0,0-1 0 0 0,1 1 1 0 0,-1 0-1 0 0,1 0 0 0 0,0 0 1 0 0,-1 0-1 0 0,2 0 1 0 0,-1 0-1 0 0,-1 6 0 0 0,1 1 47 0 0,0 0-1 0 0,0 0 1 0 0,1 0-1 0 0,0 0 1 0 0,1 0-1 0 0,0 0 1 0 0,1 0-1 0 0,2 10 1 0 0,-2-15-275 0 0,0 0 0 0 0,1 0 0 0 0,-1 0 0 0 0,1-1 0 0 0,0 1 0 0 0,0-1 0 0 0,0 0 1 0 0,0 0-1 0 0,1 0 0 0 0,0 0 0 0 0,0-1 0 0 0,0 1 0 0 0,0-1 0 0 0,0 0 0 0 0,1 0 0 0 0,5 2 0 0 0,10 3-7063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5.62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88 7 7834 0 0,'-2'-1'488'0'0,"1"0"0"0"0,-1 0 0 0 0,0 1 1 0 0,0-1-1 0 0,0 0 0 0 0,0 1 0 0 0,1-1 1 0 0,-1 1-1 0 0,0 0 0 0 0,0-1 0 0 0,0 1 1 0 0,0 0-1 0 0,0 0 0 0 0,0 1 0 0 0,0-1 1 0 0,0 0-1 0 0,0 0 0 0 0,0 1 0 0 0,0 0 1 0 0,0-1-1 0 0,0 1 0 0 0,1 0 0 0 0,-4 1 1 0 0,3 0-255 0 0,-1 1 0 0 0,0-1 1 0 0,1 0-1 0 0,0 1 1 0 0,0 0-1 0 0,-1 0 1 0 0,2 0-1 0 0,-1 0 1 0 0,0 0-1 0 0,1 0 1 0 0,-1 0-1 0 0,-1 5 1 0 0,0 1-243 0 0,1 1 0 0 0,0 0 0 0 0,0-1 1 0 0,1 1-1 0 0,0 0 0 0 0,0 0 1 0 0,1 0-1 0 0,2 16 0 0 0,-1-21-4 0 0,1-1-1 0 0,-1 1 0 0 0,1-1 1 0 0,-1 1-1 0 0,1-1 1 0 0,1 0-1 0 0,-1 0 0 0 0,1 0 1 0 0,-1 0-1 0 0,1 0 1 0 0,0-1-1 0 0,1 1 0 0 0,-1-1 1 0 0,0 0-1 0 0,1 1 1 0 0,0-2-1 0 0,0 1 0 0 0,0 0 1 0 0,0-1-1 0 0,0 0 1 0 0,0 0-1 0 0,9 3 1 0 0,-8-4-396 0 0,0 0 0 0 0,0 0 0 0 0,0 0 0 0 0,0 0 0 0 0,0-1 0 0 0,0 0 0 0 0,0 0 0 0 0,0-1 1 0 0,0 1-1 0 0,0-1 0 0 0,0 0 0 0 0,0 0 0 0 0,8-4 0 0 0,2-1-5760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5.85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28 131 9674 0 0,'-4'-11'741'0'0,"0"-1"0"0"0,1 0-1 0 0,1 1 1 0 0,-2-21 0 0 0,1-20 6513 0 0,0 146-4657 0 0,0-62-2394 0 0,2 1 0 0 0,1-1 0 0 0,1 1 0 0 0,10 52 0 0 0,27 38-966 0 0,-37-119 670 0 0,9 21-578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6.1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4 142 456 0 0,'-1'-4'334'0'0,"0"0"0"0"0,0 0-1 0 0,1 0 1 0 0,-1-1 0 0 0,1 1 0 0 0,0 0-1 0 0,0 0 1 0 0,1 0 0 0 0,-1 0-1 0 0,1-1 1 0 0,0 1 0 0 0,0 0 0 0 0,0 0-1 0 0,1 0 1 0 0,-1 1 0 0 0,1-1 0 0 0,0 0-1 0 0,0 1 1 0 0,1-1 0 0 0,-1 1 0 0 0,0-1-1 0 0,1 1 1 0 0,0 0 0 0 0,0 0 0 0 0,0 0-1 0 0,0 1 1 0 0,1-1 0 0 0,-1 1 0 0 0,7-4-1 0 0,-1 1-195 0 0,1 1-1 0 0,-1 0 1 0 0,1 0-1 0 0,0 1 0 0 0,0 0 1 0 0,0 1-1 0 0,0 0 1 0 0,0 1-1 0 0,1 0 0 0 0,-1 1 1 0 0,11 0-1 0 0,-17 0 111 0 0,1 0-1 0 0,-1 1 0 0 0,0 0 1 0 0,1-1-1 0 0,-1 1 0 0 0,0 1 1 0 0,0-1-1 0 0,1 1 0 0 0,-1-1 1 0 0,0 1-1 0 0,0 1 0 0 0,-1-1 1 0 0,1 0-1 0 0,0 1 1 0 0,4 4-1 0 0,-3-1 392 0 0,-1 0-1 0 0,1 1 1 0 0,-1-1 0 0 0,0 1-1 0 0,-1 0 1 0 0,1 0 0 0 0,3 15 0 0 0,0-3-409 0 0,-1 1 0 0 0,0 0 0 0 0,-2 0 0 0 0,-1 1 0 0 0,2 22 0 0 0,-5-43-247 0 0,0 1-1 0 0,0-1 1 0 0,0 0 0 0 0,0 1 0 0 0,0-1-1 0 0,0 1 1 0 0,0-1 0 0 0,0 0 0 0 0,0 1-1 0 0,0-1 1 0 0,0 1 0 0 0,0-1 0 0 0,0 0-1 0 0,0 1 1 0 0,-1-1 0 0 0,1 1 0 0 0,0-1-1 0 0,0 0 1 0 0,0 1 0 0 0,-1-1 0 0 0,1 0-1 0 0,0 1 1 0 0,0-1 0 0 0,-1 0 0 0 0,1 1-1 0 0,0-1 1 0 0,0 0 0 0 0,-1 0 0 0 0,1 1-1 0 0,0-1 1 0 0,-1 0 0 0 0,1 0 0 0 0,0 0-1 0 0,-1 0 1 0 0,1 1 0 0 0,-1-1 0 0 0,1 0-1 0 0,0 0 1 0 0,-1 0 0 0 0,1 0 0 0 0,-1 0-1 0 0,1 0 1 0 0,0 0 0 0 0,-1 0 0 0 0,-4-2-824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6.2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22 128 11979 0 0,'-1'-20'1347'0'0,"0"0"-1"0"0,-2 1 1 0 0,0-1 0 0 0,-10-29 0 0 0,12 100-3894 0 0,3-30 2224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6.8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39 7834 0 0,'0'0'131'0'0,"0"-1"0"0"0,0 1 1 0 0,-1-1-1 0 0,1 1 1 0 0,0-1-1 0 0,-1 1 1 0 0,1-1-1 0 0,-1 1 0 0 0,1-1 1 0 0,0 1-1 0 0,-1-1 1 0 0,1 1-1 0 0,-1 0 0 0 0,1-1 1 0 0,-1 1-1 0 0,1 0 1 0 0,-1-1-1 0 0,1 1 0 0 0,-1 0 1 0 0,0 0-1 0 0,1 0 1 0 0,-1-1-1 0 0,1 1 1 0 0,-1 0-1 0 0,1 0 0 0 0,-1 0 1 0 0,0 0-1 0 0,1 0 1 0 0,-1 0-1 0 0,0 0 0 0 0,1 0 1 0 0,-1 0-1 0 0,1 0 1 0 0,-1 1-1 0 0,1-1 0 0 0,-1 0 1 0 0,0 0-1 0 0,0 1 1 0 0,-25 8 3881 0 0,20-3-3660 0 0,0-1 0 0 0,0 1-1 0 0,1 0 1 0 0,0 0 0 0 0,0 1 0 0 0,1-1 0 0 0,-1 1 0 0 0,2 0 0 0 0,-1 0 0 0 0,1 1 0 0 0,0-1 0 0 0,0 1 0 0 0,-2 14 0 0 0,3-16-325 0 0,1 0 0 0 0,0 0 0 0 0,1 1 0 0 0,0-1 0 0 0,0 0 0 0 0,0 1 0 0 0,1-1 0 0 0,0 0 0 0 0,0 1 0 0 0,0-1 0 0 0,1 0 0 0 0,0 0 0 0 0,0 0 0 0 0,0 0 0 0 0,1-1 0 0 0,0 1 0 0 0,7 10 0 0 0,-10-15-533 0 0,-8-6-155 0 0,-9-13-436 0 0,14 11 963 0 0,0 0 0 0 0,1-1 0 0 0,0 1 0 0 0,0 0 0 0 0,1-1 0 0 0,0 1-1 0 0,0-1 1 0 0,1 0 0 0 0,-1 1 0 0 0,2-1 0 0 0,-1 1 0 0 0,1-1 0 0 0,1 0 0 0 0,-1 1-1 0 0,1 0 1 0 0,0-1 0 0 0,1 1 0 0 0,3-7 0 0 0,-3 8 190 0 0,-1 1-1 0 0,1 0 1 0 0,0 0-1 0 0,0 0 1 0 0,0 1-1 0 0,1-1 1 0 0,0 1 0 0 0,0 0-1 0 0,0 0 1 0 0,0 0-1 0 0,1 0 1 0 0,-1 1-1 0 0,1 0 1 0 0,0 0 0 0 0,0 0-1 0 0,0 0 1 0 0,0 1-1 0 0,1 0 1 0 0,-1 0 0 0 0,1 0-1 0 0,-1 1 1 0 0,1 0-1 0 0,0 0 1 0 0,8 0-1 0 0,-8 1-3 0 0,0 1-1 0 0,0 0 0 0 0,-1 0 1 0 0,1 0-1 0 0,0 1 1 0 0,-1 0-1 0 0,1 0 0 0 0,-1 0 1 0 0,0 1-1 0 0,0-1 0 0 0,0 1 1 0 0,0 1-1 0 0,0-1 1 0 0,6 7-1 0 0,5 5 307 0 0,0 2-1 0 0,18 24 1 0 0,-15-17-250 0 0,-18-23-107 0 0,-1-1 0 0 0,1 1 0 0 0,0-1 0 0 0,-1 1 0 0 0,1-1 0 0 0,0 1 0 0 0,0-1 0 0 0,-1 0 0 0 0,1 1 0 0 0,0-1 0 0 0,0 0 0 0 0,0 1 0 0 0,0-1 0 0 0,-1 0 0 0 0,1 0 0 0 0,0 0 0 0 0,0 0 0 0 0,0 0 0 0 0,0 0 0 0 0,0 0 0 0 0,0 0 0 0 0,-1 0 0 0 0,1-1 0 0 0,0 1 0 0 0,0 0 0 0 0,0 0 0 0 0,0-1 0 0 0,-1 1 0 0 0,1 0 0 0 0,0-1 0 0 0,0 1-1 0 0,-1-1 1 0 0,1 1 0 0 0,0-1 0 0 0,-1 0 0 0 0,1 1 0 0 0,-1-1 0 0 0,1 1 0 0 0,0-1 0 0 0,0-1 0 0 0,25-33 148 0 0,-22 29-118 0 0,6-9 138 0 0,-1 1 114 0 0,1 1 0 0 0,17-20 0 0 0,-24 30-244 0 0,0 0-1 0 0,0 0 1 0 0,0 1-1 0 0,0-1 1 0 0,0 1-1 0 0,1 0 0 0 0,-1 0 1 0 0,1 0-1 0 0,-1 1 1 0 0,1-1-1 0 0,0 1 0 0 0,-1 0 1 0 0,1 0-1 0 0,0 0 1 0 0,0 0-1 0 0,5 0 1 0 0,-8 1-33 0 0,0 1 1 0 0,1-1-1 0 0,-1 0 1 0 0,0 1-1 0 0,1-1 1 0 0,-1 1-1 0 0,0-1 1 0 0,0 1 0 0 0,0 0-1 0 0,0-1 1 0 0,0 1-1 0 0,0 0 1 0 0,0 0-1 0 0,0 0 1 0 0,0 0-1 0 0,0 0 1 0 0,0 0 0 0 0,0 0-1 0 0,0 0 1 0 0,-1 0-1 0 0,1 0 1 0 0,0 0-1 0 0,-1 0 1 0 0,1 1-1 0 0,-1-1 1 0 0,1 0 0 0 0,-1 0-1 0 0,0 1 1 0 0,1 1-1 0 0,4 43 188 0 0,-4-37-146 0 0,-1 4-293 0 0,2 1-1 0 0,-1-1 0 0 0,2 0 0 0 0,-1 0 0 0 0,2 0 0 0 0,9 22 1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27.1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 1 8754 0 0,'-11'4'776'0'0,"4"-3"-616"0"0,4 2-160 0 0,1-2 0 0 0,0 1 384 0 0,2-4 40 0 0,2 1 16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5.06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5985 0 0,'8'5'349'0'0,"-1"-1"-1"0"0,0 1 0 0 0,0 1 1 0 0,0 0-1 0 0,0 0 1 0 0,-1 0-1 0 0,9 12 0 0 0,33 52 1317 0 0,-47-68-1612 0 0,17 29 270 0 0,-2 0 1 0 0,-2 1-1 0 0,-1 1 0 0 0,-1 1 0 0 0,-2-1 0 0 0,-1 2 1 0 0,7 64-1 0 0,0 257-605 0 0,-15-258 220 0 0,-6 117-363 0 0,-4-124-3088 0 0,4-48-264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5.9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0 116 920 0 0,'232'-28'3248'0'0,"-132"19"-2303"0"0,111-14 1336 0 0,361-29 5675 0 0,-472 49-6705 0 0,199 19 0 0 0,-296-15-1106 0 0,31 5 774 0 0,-32-6-833 0 0,-1 0-1 0 0,1 1 1 0 0,0-1 0 0 0,-1 1-1 0 0,1-1 1 0 0,0 1 0 0 0,-1 0-1 0 0,1 0 1 0 0,-1 0 0 0 0,1 0 0 0 0,-1 0-1 0 0,0 0 1 0 0,1 0 0 0 0,-1 0-1 0 0,2 3 1 0 0,-2 0-72 0 0,-1 0 0 0 0,0-1 0 0 0,1 1 0 0 0,-1 0 0 0 0,-1-1 0 0 0,1 1 0 0 0,0 0 0 0 0,-1 0 0 0 0,-1 5 0 0 0,-1 10-13 0 0,4 12 30 0 0,2 0-1 0 0,1 0 0 0 0,1 0 0 0 0,2 0 1 0 0,17 50-1 0 0,4 15-12 0 0,26 139-2 0 0,97 344 32 0 0,-92-371 315 0 0,-52-173-199 0 0,-2 0 1 0 0,-1 0-1 0 0,-2 1 0 0 0,-2 39 1 0 0,-1-55-152 0 0,1-12-13 0 0,0 1 0 0 0,0-1 1 0 0,-1 0-1 0 0,0 0 0 0 0,-1 0 0 0 0,1 1 1 0 0,-1-1-1 0 0,-1 0 0 0 0,-4 10 1 0 0,5-17 9 0 0,1 1 0 0 0,-1-1 1 0 0,1 1-1 0 0,-1-1 0 0 0,0 0 0 0 0,1 0 1 0 0,-1 0-1 0 0,0 0 0 0 0,0 0 1 0 0,0 0-1 0 0,0-1 0 0 0,0 1 0 0 0,0 0 1 0 0,0-1-1 0 0,0 0 0 0 0,0 1 1 0 0,0-1-1 0 0,-4 0 0 0 0,-43-3 304 0 0,37 2-255 0 0,-105-5 145 0 0,-206 15 0 0 0,-26 5-166 0 0,83-6-12 0 0,176-4-101 0 0,18-2-135 0 0,1 3 0 0 0,-77 16-1 0 0,43 5-3503 0 0,104-25 3509 0 0,-4-1-1322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2.9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26 157 1376 0 0,'-1'0'387'0'0,"-1"-1"-1"0"0,0 0 0 0 0,0 0 1 0 0,1 0-1 0 0,-1 0 1 0 0,0 0-1 0 0,1 0 0 0 0,-1 0 1 0 0,1 0-1 0 0,0-1 0 0 0,-1 1 1 0 0,1 0-1 0 0,0-1 1 0 0,0 0-1 0 0,-2-2 0 0 0,3 2-186 0 0,0 1 0 0 0,1 0 0 0 0,-1 0 0 0 0,0 0 0 0 0,1 0 0 0 0,-1 0-1 0 0,1 0 1 0 0,-1 0 0 0 0,1 0 0 0 0,0 0 0 0 0,-1 0 0 0 0,1 0 0 0 0,0 0 0 0 0,0 0-1 0 0,0 0 1 0 0,-1 0 0 0 0,1 1 0 0 0,0-1 0 0 0,0 0 0 0 0,0 1 0 0 0,0-1 0 0 0,0 1-1 0 0,0-1 1 0 0,1 1 0 0 0,-1-1 0 0 0,0 1 0 0 0,2-1 0 0 0,45-20 985 0 0,2 2-1 0 0,0 2 1 0 0,67-13 0 0 0,-59 20-4379 0 0,68-5-1 0 0,-116 15 1668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3.2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172 12 5529 0 0,'-2'-2'248'0'0,"0"1"0"0"0,0 0 0 0 0,0 0 1 0 0,0 0-1 0 0,0 0 0 0 0,-1 0 0 0 0,1 0 0 0 0,0 0 0 0 0,0 1 0 0 0,-1-1 0 0 0,1 1 0 0 0,-1 0 1 0 0,1 0-1 0 0,0 0 0 0 0,-1 0 0 0 0,-3 0 0 0 0,4 1 74 0 0,-1 1 0 0 0,0-1 0 0 0,1 1 0 0 0,0 0 0 0 0,-1 0-1 0 0,1 0 1 0 0,0 0 0 0 0,0 0 0 0 0,0 0 0 0 0,0 0 0 0 0,0 1 0 0 0,1-1 0 0 0,-3 5 0 0 0,-7 9 358 0 0,-46 80 1643 0 0,52-87-2161 0 0,0 0 0 0 0,1 1 0 0 0,1 0 1 0 0,0 0-1 0 0,0 0 0 0 0,1 0 0 0 0,0 0 0 0 0,-1 15 0 0 0,4-22-145 0 0,-1 0 0 0 0,0 0 0 0 0,1 0 0 0 0,-1 0 0 0 0,1 0-1 0 0,0 0 1 0 0,0-1 0 0 0,0 1 0 0 0,1 0 0 0 0,-1 0 0 0 0,1-1 0 0 0,-1 1 0 0 0,1-1 0 0 0,0 0 0 0 0,0 1-1 0 0,0-1 1 0 0,0 0 0 0 0,0 0 0 0 0,1 0 0 0 0,-1 0 0 0 0,1 0 0 0 0,-1-1 0 0 0,1 1 0 0 0,-1-1-1 0 0,1 0 1 0 0,0 0 0 0 0,0 0 0 0 0,4 1 0 0 0,10 3 60 0 0,0-1-1 0 0,1-1 0 0 0,31 2 1 0 0,-20-2 143 0 0,-1 1-83 0 0,48 12-1 0 0,-68-13-127 0 0,0-1-1 0 0,0 1 1 0 0,0 0 0 0 0,0 1-1 0 0,0 0 1 0 0,-1 0 0 0 0,0 1-1 0 0,0 0 1 0 0,0 0 0 0 0,8 8-1 0 0,-14-11-9 0 0,1 0 0 0 0,-1 0 0 0 0,0-1 0 0 0,1 1 1 0 0,-1 0-1 0 0,0 0 0 0 0,-1 0 0 0 0,1 0 0 0 0,0 1 0 0 0,0-1 0 0 0,-1 0 0 0 0,1 0 0 0 0,-1 0 0 0 0,0 1 0 0 0,0-1 0 0 0,0 0 0 0 0,0 4 0 0 0,-1-1 6 0 0,0-1 0 0 0,0 1 0 0 0,-1 0 0 0 0,1-1 0 0 0,-1 1 0 0 0,0-1 0 0 0,-5 8 0 0 0,-3 3-74 0 0,-1-1 1 0 0,-1 0-1 0 0,-17 16 0 0 0,27-27 24 0 0,-9 7-141 0 0,5-4-611 0 0,-1 1 0 0 0,1-1 0 0 0,1 1-1 0 0,-7 9 1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3.5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24 2304 0 0,'-3'-24'5211'0'0,"2"24"-5092"0"0,-14 9 5197 0 0,4 2-4966 0 0,1 2 211 0 0,0 0 0 0 0,2 0-1 0 0,-1 1 1 0 0,2 0 0 0 0,0 0 0 0 0,-7 20-1 0 0,5-7-319 0 0,1 1 0 0 0,-8 46 0 0 0,15-64-208 0 0,0-1 0 0 0,0 1 0 0 0,1 0-1 0 0,0 0 1 0 0,1-1 0 0 0,0 1 0 0 0,1 0 0 0 0,0-1 0 0 0,0 1 0 0 0,1-1 0 0 0,0 0-1 0 0,5 9 1 0 0,-6-14-5 0 0,0 0-1 0 0,0-1 0 0 0,1 1 0 0 0,-1-1 0 0 0,1 1 1 0 0,0-1-1 0 0,0 0 0 0 0,0 0 0 0 0,0 0 1 0 0,1-1-1 0 0,-1 1 0 0 0,1-1 0 0 0,0 0 1 0 0,0 0-1 0 0,-1 0 0 0 0,1 0 0 0 0,0-1 0 0 0,1 0 1 0 0,-1 1-1 0 0,0-1 0 0 0,0-1 0 0 0,0 1 1 0 0,1-1-1 0 0,-1 0 0 0 0,0 0 0 0 0,1 0 0 0 0,-1 0 1 0 0,0-1-1 0 0,6-1 0 0 0,-2 0 36 0 0,0 0-1 0 0,0 0 1 0 0,-1-1 0 0 0,1 0-1 0 0,-1-1 1 0 0,0 0-1 0 0,1 0 1 0 0,-2 0 0 0 0,1-1-1 0 0,-1 0 1 0 0,1 0-1 0 0,-1-1 1 0 0,-1 0 0 0 0,7-8-1 0 0,-4 5 22 0 0,-1-2 0 0 0,-1 1 0 0 0,0-1 0 0 0,0 1 0 0 0,-1-2 0 0 0,0 1 0 0 0,-1 0 0 0 0,-1-1 0 0 0,4-16 0 0 0,-5 18-53 0 0,-1 0 0 0 0,0-1 1 0 0,-1 1-1 0 0,0 0 1 0 0,0-1-1 0 0,-1 1 0 0 0,0 0 1 0 0,-1 0-1 0 0,0-1 1 0 0,-1 1-1 0 0,-3-9 0 0 0,3 12-55 0 0,0 1-1 0 0,0 0 0 0 0,-1 0 0 0 0,0 0 0 0 0,0 0 0 0 0,0 1 0 0 0,-1 0 0 0 0,1 0 0 0 0,-1 0 0 0 0,-1 0 0 0 0,1 1 1 0 0,0 0-1 0 0,-1 0 0 0 0,0 0 0 0 0,0 0 0 0 0,0 1 0 0 0,-8-2 0 0 0,-34-7-2450 0 0,25 11-4234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3.8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168 41 8290 0 0,'58'-40'13459'0'0,"-88"82"-13381"0"0,2 2 0 0 0,1 2 0 0 0,3 0 0 0 0,2 1 0 0 0,2 1 1 0 0,2 1-1 0 0,2 1 0 0 0,2 1 0 0 0,-9 73 0 0 0,21-115-930 0 0,1-2-270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4.0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9674 0 0,'4'1'8233'0'0,"21"17"-9267"0"0,2 1-5409 0 0,-17-12 3831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4.21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1 14747 0 0,'-7'8'1159'0'0,"0"0"-1"0"0,1 0 1 0 0,0 0 0 0 0,-8 15-1 0 0,14-22-1178 0 0,0-1 0 0 0,0 0 0 0 0,0 0 0 0 0,0 0 0 0 0,0 0 0 0 0,0 0 0 0 0,-1 0 0 0 0,1 0 0 0 0,0 0-1 0 0,0 1 1 0 0,0-1 0 0 0,0 0 0 0 0,0 0 0 0 0,0 0 0 0 0,0 0 0 0 0,0 0 0 0 0,0 1 0 0 0,0-1 0 0 0,0 0 0 0 0,0 0-1 0 0,0 0 1 0 0,0 0 0 0 0,0 0 0 0 0,0 1 0 0 0,0-1 0 0 0,0 0 0 0 0,0 0 0 0 0,0 0 0 0 0,0 0 0 0 0,0 0 0 0 0,0 1-1 0 0,0-1 1 0 0,0 0 0 0 0,0 0 0 0 0,0 0 0 0 0,0 0 0 0 0,0 0 0 0 0,1 0 0 0 0,-1 0 0 0 0,0 1 0 0 0,0-1-1 0 0,0 0 1 0 0,0 0 0 0 0,0 0 0 0 0,0 0 0 0 0,0 0 0 0 0,1 0 0 0 0,-1 0 0 0 0,0 0 0 0 0,0 0 0 0 0,0 0 0 0 0,0 0-1 0 0,0 0 1 0 0,1 0 0 0 0,-1 1 0 0 0,0-1 0 0 0,0 0 0 0 0,0 0 0 0 0,0 0 0 0 0,0 0 0 0 0,1 0 0 0 0,-1-1 0 0 0,0 1-1 0 0,0 0 1 0 0,0 0 0 0 0,0 0 0 0 0,0 0 0 0 0,1 0 0 0 0,9-4-1769 0 0,-1-3 1404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4.6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92 13 11522 0 0,'-4'-2'426'0'0,"-1"0"0"0"0,1 0 0 0 0,-1 0 0 0 0,0 1-1 0 0,1 0 1 0 0,-1 0 0 0 0,0 0 0 0 0,-9 1 0 0 0,12 0-268 0 0,1 1 1 0 0,-1-1 0 0 0,1 1-1 0 0,-1-1 1 0 0,1 1-1 0 0,-1 0 1 0 0,1 0 0 0 0,-1 0-1 0 0,1 0 1 0 0,0 0 0 0 0,0 0-1 0 0,-1 0 1 0 0,1 0 0 0 0,0 0-1 0 0,0 1 1 0 0,0-1-1 0 0,0 0 1 0 0,0 1 0 0 0,1-1-1 0 0,-1 1 1 0 0,0-1 0 0 0,1 1-1 0 0,-1-1 1 0 0,1 1-1 0 0,-1 0 1 0 0,1-1 0 0 0,0 1-1 0 0,0-1 1 0 0,0 4 0 0 0,-7 56 351 0 0,3 1 1 0 0,3 0 0 0 0,11 103 0 0 0,-7-143-610 0 0,0-1 1 0 0,1 1-1 0 0,1-1 0 0 0,9 24 1 0 0,-10-33-1021 0 0,1-1 1 0 0,1 1-1 0 0,0-1 1 0 0,15 20-1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4.89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61 5985 0 0,'0'-3'99'0'0,"0"0"0"0"0,-1 0 0 0 0,2 0 0 0 0,-1 0 0 0 0,0 0 0 0 0,1 0 0 0 0,-1 1 0 0 0,1-1 0 0 0,0 0 0 0 0,0 0 0 0 0,0 0 0 0 0,0 1 0 0 0,1-1 0 0 0,1-3 0 0 0,-1 4 80 0 0,0 1 1 0 0,0-1 0 0 0,1 1 0 0 0,-1 0-1 0 0,0 0 1 0 0,0 0 0 0 0,1 0 0 0 0,-1 0-1 0 0,1 0 1 0 0,-1 0 0 0 0,1 1-1 0 0,-1-1 1 0 0,1 1 0 0 0,0 0 0 0 0,-1 0-1 0 0,1 0 1 0 0,3 0 0 0 0,9 1 744 0 0,0 0 0 0 0,1 1 0 0 0,-1 1 1 0 0,0 0-1 0 0,28 11 0 0 0,-37-12-748 0 0,0 0-1 0 0,0 1 1 0 0,0-1 0 0 0,0 1-1 0 0,-1 1 1 0 0,1-1 0 0 0,-1 1-1 0 0,0 0 1 0 0,0 0 0 0 0,0 0-1 0 0,-1 1 1 0 0,1 0-1 0 0,-1 0 1 0 0,0 0 0 0 0,-1 0-1 0 0,6 10 1 0 0,-7-9-139 0 0,-1-1 1 0 0,0 1-1 0 0,-1 0 0 0 0,1 0 0 0 0,-1 0 1 0 0,0 0-1 0 0,0 0 0 0 0,-1 0 0 0 0,0 0 0 0 0,0 0 1 0 0,0 0-1 0 0,-1-1 0 0 0,0 1 0 0 0,0 0 1 0 0,-3 5-1 0 0,-6 12 133 0 0,-2 1 0 0 0,-14 20 0 0 0,24-41-140 0 0,-127 172 675 0 0,62-89-992 0 0,50-59-1739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5.2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143 31 6913 0 0,'-4'-1'342'0'0,"0"0"-1"0"0,1 1 1 0 0,-1-1-1 0 0,0 1 1 0 0,1-1-1 0 0,-1 1 1 0 0,0 0-1 0 0,1 1 1 0 0,-1-1-1 0 0,0 1 1 0 0,1-1-1 0 0,-1 1 1 0 0,1 0-1 0 0,-1 1 0 0 0,1-1 1 0 0,-1 0-1 0 0,1 1 1 0 0,0 0-1 0 0,0 0 1 0 0,0 0-1 0 0,0 0 1 0 0,0 0-1 0 0,-4 4 1 0 0,2-2-61 0 0,0 1 1 0 0,0-1 0 0 0,1 1 0 0 0,-1 0 0 0 0,1 0-1 0 0,0 0 1 0 0,0 1 0 0 0,1-1 0 0 0,0 1 0 0 0,0 0-1 0 0,0 0 1 0 0,-3 10 0 0 0,5-12-257 0 0,1-1-1 0 0,0 1 0 0 0,0 0 1 0 0,0 0-1 0 0,0 0 1 0 0,1-1-1 0 0,-1 1 1 0 0,1 0-1 0 0,0-1 1 0 0,0 1-1 0 0,0 0 1 0 0,1-1-1 0 0,-1 1 1 0 0,1-1-1 0 0,0 0 1 0 0,0 1-1 0 0,0-1 1 0 0,0 0-1 0 0,1 0 1 0 0,-1-1-1 0 0,1 1 1 0 0,0 0-1 0 0,-1-1 1 0 0,1 1-1 0 0,0-1 1 0 0,1 0-1 0 0,-1 0 1 0 0,4 2-1 0 0,-1-2 43 0 0,-1 1-1 0 0,1-1 1 0 0,-1 1-1 0 0,1-2 1 0 0,0 1-1 0 0,0-1 1 0 0,0 1-1 0 0,0-2 1 0 0,0 1-1 0 0,0-1 0 0 0,0 0 1 0 0,0 0-1 0 0,0 0 1 0 0,0-1-1 0 0,1 0 1 0 0,9-3-1 0 0,-10 1-30 0 0,0 1 0 0 0,-1-1 0 0 0,1 0 0 0 0,-1 0 0 0 0,0 0 0 0 0,0-1-1 0 0,0 0 1 0 0,0 0 0 0 0,0 0 0 0 0,-1-1 0 0 0,0 1 0 0 0,0-1 0 0 0,5-8 0 0 0,-7 10-20 0 0,-1-1 1 0 0,1 1 0 0 0,-1-1 0 0 0,0 1-1 0 0,0-1 1 0 0,0 0 0 0 0,0 1 0 0 0,0-1-1 0 0,-1 0 1 0 0,0 0 0 0 0,0 1 0 0 0,0-1-1 0 0,0 0 1 0 0,-1 0 0 0 0,1 0 0 0 0,-1 1-1 0 0,0-1 1 0 0,0 0 0 0 0,0 1 0 0 0,0-1-1 0 0,-1 1 1 0 0,0 0 0 0 0,-3-6 0 0 0,1 3-89 0 0,0 0 0 0 0,0 0 1 0 0,-1 0-1 0 0,0 0 0 0 0,0 1 0 0 0,-1 0 1 0 0,0 0-1 0 0,0 0 0 0 0,0 1 1 0 0,0 0-1 0 0,-1 0 0 0 0,1 1 1 0 0,-1-1-1 0 0,0 1 0 0 0,0 1 0 0 0,0-1 1 0 0,0 1-1 0 0,-1 1 0 0 0,1-1 1 0 0,-1 1-1 0 0,1 1 0 0 0,-1-1 1 0 0,1 1-1 0 0,-13 2 0 0 0,-3 1-1176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5.7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266 8 6913 0 0,'0'0'25'0'0,"1"0"0"0"0,-1 0-1 0 0,0 0 1 0 0,0 0-1 0 0,0 0 1 0 0,0 0 0 0 0,0 0-1 0 0,0 0 1 0 0,0-1 0 0 0,0 1-1 0 0,0 0 1 0 0,0 0-1 0 0,1 0 1 0 0,-1 0 0 0 0,0 0-1 0 0,0 0 1 0 0,0 0-1 0 0,0 0 1 0 0,0-1 0 0 0,0 1-1 0 0,0 0 1 0 0,0 0-1 0 0,0 0 1 0 0,0 0 0 0 0,0 0-1 0 0,0 0 1 0 0,0-1-1 0 0,0 1 1 0 0,0 0 0 0 0,0 0-1 0 0,0 0 1 0 0,0 0-1 0 0,0 0 1 0 0,0 0 0 0 0,-1 0-1 0 0,1-1 1 0 0,0 1-1 0 0,0 0 1 0 0,0 0 0 0 0,0 0-1 0 0,0 0 1 0 0,0 0-1 0 0,0 0 1 0 0,0 0 0 0 0,0 0-1 0 0,0 0 1 0 0,0-1-1 0 0,-1 1 1 0 0,1 0 0 0 0,0 0-1 0 0,0 0 1 0 0,-10-2 2084 0 0,-12 1 673 0 0,11 3-2469 0 0,0-1 1 0 0,0 2-1 0 0,0-1 0 0 0,1 2 0 0 0,-1-1 1 0 0,1 1-1 0 0,-1 1 0 0 0,1 0 0 0 0,1 1 1 0 0,-1-1-1 0 0,-12 11 0 0 0,12-8-33 0 0,1 0-1 0 0,0 0 0 0 0,0 0 1 0 0,1 1-1 0 0,0 1 0 0 0,1-1 1 0 0,0 1-1 0 0,0 1 1 0 0,1-1-1 0 0,-7 16 0 0 0,13-25-285 0 0,-1 1-1 0 0,1-1 0 0 0,-1 0 1 0 0,1 1-1 0 0,-1-1 1 0 0,1 1-1 0 0,0-1 0 0 0,0 0 1 0 0,0 1-1 0 0,0-1 0 0 0,0 1 1 0 0,0-1-1 0 0,0 0 1 0 0,0 1-1 0 0,0-1 0 0 0,1 1 1 0 0,-1-1-1 0 0,1 2 0 0 0,0-2-6 0 0,-1 0 0 0 0,1-1-1 0 0,0 1 1 0 0,-1 0 0 0 0,1-1-1 0 0,0 1 1 0 0,-1-1 0 0 0,1 1-1 0 0,0-1 1 0 0,0 1 0 0 0,0-1-1 0 0,0 0 1 0 0,-1 1 0 0 0,1-1-1 0 0,0 0 1 0 0,0 0 0 0 0,0 1-1 0 0,0-1 1 0 0,0 0-1 0 0,1 0 1 0 0,3 0-24 0 0,-1-1 0 0 0,0 1 1 0 0,-1-1-1 0 0,1 0 0 0 0,0 0 0 0 0,0 0 0 0 0,0 0 0 0 0,0-1 1 0 0,-1 0-1 0 0,1 0 0 0 0,3-2 0 0 0,4-4 80 0 0,1 0-1 0 0,0 1 1 0 0,0 0-1 0 0,0 1 1 0 0,1 0 0 0 0,18-5-1 0 0,-26 9-18 0 0,0 1 0 0 0,0 0 0 0 0,0 1 0 0 0,0-1 0 0 0,0 1 0 0 0,0 0-1 0 0,0 0 1 0 0,-1 1 0 0 0,1-1 0 0 0,0 1 0 0 0,0 0 0 0 0,0 1 0 0 0,0-1 0 0 0,-1 1 0 0 0,1 0 0 0 0,-1 0 0 0 0,1 0 0 0 0,-1 1-1 0 0,0-1 1 0 0,0 1 0 0 0,5 5 0 0 0,-3-3 14 0 0,-1 0-1 0 0,0 0 1 0 0,-1 0-1 0 0,0 1 1 0 0,0 0-1 0 0,0 0 0 0 0,0 0 1 0 0,-1 0-1 0 0,0 1 1 0 0,0-1-1 0 0,-1 1 1 0 0,4 13-1 0 0,-5-10 85 0 0,1 1 0 0 0,-1 0 0 0 0,-1 0 1 0 0,0 0-1 0 0,-1-1 0 0 0,0 1 0 0 0,-4 21 0 0 0,1-16-26 0 0,-1 0 0 0 0,-1 0 0 0 0,0-1 0 0 0,-1 1 0 0 0,-1-1 0 0 0,0-1 0 0 0,-1 1 1 0 0,-1-2-1 0 0,0 1 0 0 0,-23 22 0 0 0,24-27-328 0 0,0 0 1 0 0,-1 0-1 0 0,0-1 0 0 0,-1-1 1 0 0,1 0-1 0 0,-2 0 1 0 0,1-1-1 0 0,-19 7 0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6.0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135 59 2304 0 0,'20'-10'-252'0'0,"48"-39"15362"0"0,-87 57-13405 0 0,0 3-1424 0 0,1 1 0 0 0,0 1 1 0 0,1 1-1 0 0,1 0 0 0 0,0 2 0 0 0,0-1 1 0 0,2 2-1 0 0,0 0 0 0 0,1 1 0 0 0,-17 31 1 0 0,28-46-272 0 0,0 0-1 0 0,1 1 1 0 0,-1-1 0 0 0,1 0 0 0 0,0 1 0 0 0,0-1 0 0 0,0 1 0 0 0,1 0 0 0 0,-1-1-1 0 0,1 1 1 0 0,0 0 0 0 0,0-1 0 0 0,0 1 0 0 0,1 0 0 0 0,-1-1 0 0 0,1 1 0 0 0,0-1-1 0 0,0 1 1 0 0,0-1 0 0 0,0 1 0 0 0,0-1 0 0 0,1 0 0 0 0,0 1 0 0 0,0-1 0 0 0,0 0-1 0 0,4 5 1 0 0,5 3-12 0 0,0-1-1 0 0,0-1 1 0 0,1 0-1 0 0,1 0 1 0 0,19 9-1 0 0,-19-11 39 0 0,0 1-1 0 0,-1 0 0 0 0,0 1 0 0 0,12 11 1 0 0,-23-19-37 0 0,0 0 0 0 0,0 0 0 0 0,0 0 0 0 0,0 1 0 0 0,0-1 0 0 0,0 0 0 0 0,-1 0 0 0 0,1 1 0 0 0,-1-1 0 0 0,1 0 0 0 0,-1 1 0 0 0,1-1 1 0 0,-1 1-1 0 0,1-1 0 0 0,-1 1 0 0 0,0-1 0 0 0,0 0 0 0 0,0 1 0 0 0,0-1 0 0 0,0 1 0 0 0,0-1 0 0 0,-1 1 0 0 0,1-1 0 0 0,0 1 0 0 0,-1-1 0 0 0,1 1 0 0 0,-2 1 0 0 0,0 2-128 0 0,-1-1-1 0 0,0 0 1 0 0,0 0-1 0 0,0 0 0 0 0,-1 0 1 0 0,-7 7-1 0 0,-10 6-697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6.7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96 6913 0 0,'43'-12'8966'0'0,"11"1"-6095"0"0,77-21-2281 0 0,-98 21-609 0 0,65-18-3713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6.95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0 10594 0 0,'-1'1'33'0'0,"0"0"0"0"0,1-1 0 0 0,-1 1 0 0 0,0 0 0 0 0,1 0 0 0 0,-1-1-1 0 0,0 1 1 0 0,1 0 0 0 0,-1 0 0 0 0,1 0 0 0 0,0 0 0 0 0,-1 0 0 0 0,1 0-1 0 0,0 0 1 0 0,0 0 0 0 0,-1 0 0 0 0,1 0 0 0 0,0 0 0 0 0,0 0 0 0 0,0 0 0 0 0,0-1-1 0 0,0 1 1 0 0,0 0 0 0 0,0 0 0 0 0,1 0 0 0 0,-1 2 0 0 0,1-1-2 0 0,1 0 0 0 0,-1 0 1 0 0,0 0-1 0 0,1 0 0 0 0,-1 0 1 0 0,1-1-1 0 0,0 1 0 0 0,-1 0 0 0 0,1-1 1 0 0,0 1-1 0 0,2 0 0 0 0,8 5 467 0 0,0 0 0 0 0,1-1 1 0 0,14 5-1 0 0,-23-9 24 0 0,18 5 276 0 0,-11-3-516 0 0,-1 0-1 0 0,1 0 0 0 0,-1 1 1 0 0,0 0-1 0 0,14 10 1 0 0,-22-13-237 0 0,1 1 1 0 0,-1-1-1 0 0,1 0 1 0 0,-1 1 0 0 0,0 0-1 0 0,0 0 1 0 0,0-1 0 0 0,-1 1-1 0 0,1 0 1 0 0,0 0-1 0 0,-1 1 1 0 0,0-1 0 0 0,0 0-1 0 0,0 0 1 0 0,0 1-1 0 0,-1-1 1 0 0,1 0 0 0 0,-1 1-1 0 0,0-1 1 0 0,0 1 0 0 0,0-1-1 0 0,-1 6 1 0 0,-2 10 129 0 0,-1 0 1 0 0,-1-1-1 0 0,-12 28 0 0 0,11-29-615 0 0,5-11-1120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7.2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40 7834 0 0,'-13'28'6095'0'0,"-31"57"-3372"0"0,33-66-2401 0 0,1 2 0 0 0,1-1 0 0 0,1 1 0 0 0,1 0 0 0 0,-6 27 0 0 0,12-41-246 0 0,0 1 0 0 0,0 0 0 0 0,1 0 0 0 0,0-1 1 0 0,0 1-1 0 0,0 0 0 0 0,1 0 0 0 0,3 8 0 0 0,-3-11-37 0 0,1 0 0 0 0,-1-1 0 0 0,1 0 0 0 0,0 1-1 0 0,1-1 1 0 0,-1 0 0 0 0,1 0 0 0 0,0 0-1 0 0,0-1 1 0 0,0 1 0 0 0,0-1 0 0 0,1 1-1 0 0,-1-1 1 0 0,7 4 0 0 0,-8-5-9 0 0,1-1 0 0 0,0 1 1 0 0,-1-1-1 0 0,1 1 0 0 0,0-1 0 0 0,0 0 1 0 0,0 0-1 0 0,0 0 0 0 0,0 0 1 0 0,0-1-1 0 0,0 1 0 0 0,0-1 0 0 0,0 0 1 0 0,0 0-1 0 0,0 0 0 0 0,0 0 0 0 0,0-1 1 0 0,6 0-1 0 0,-4-1 21 0 0,0 0-1 0 0,-1 0 1 0 0,1-1-1 0 0,0 1 1 0 0,-1-1-1 0 0,1 0 1 0 0,-1 0 0 0 0,0-1-1 0 0,0 1 1 0 0,4-5-1 0 0,2-4 52 0 0,-1 1 0 0 0,-1-1-1 0 0,0 0 1 0 0,0-1-1 0 0,-1 0 1 0 0,-1 0 0 0 0,6-15-1 0 0,-9 16-79 0 0,0 1 0 0 0,0 0 0 0 0,-1-1 0 0 0,0 0 0 0 0,-1 1 0 0 0,-1-1 0 0 0,0 0 0 0 0,0 0 0 0 0,-1 1 0 0 0,-1-1 0 0 0,0 0-1 0 0,0 1 1 0 0,-1 0 0 0 0,-1-1 0 0 0,0 1 0 0 0,-8-16 0 0 0,6 16-1122 0 0,-1 0 1 0 0,0 0-1 0 0,0 1 0 0 0,-1 0 1 0 0,-14-13-1 0 0,2 5-5596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7.5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292 0 14283 0 0,'-4'2'200'0'0,"1"1"0"0"0,0-1-1 0 0,0 1 1 0 0,-1 0 0 0 0,2-1 0 0 0,-1 1 0 0 0,0 0 0 0 0,0 1-1 0 0,1-1 1 0 0,0 0 0 0 0,0 1 0 0 0,0 0 0 0 0,0-1-1 0 0,-2 7 1 0 0,-5 8 182 0 0,-33 48 1081 0 0,-66 118 911 0 0,87-145-2960 0 0,2 2-1 0 0,-24 72 1 0 0,36-85-6495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7.7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 39 10594 0 0,'-17'-17'1293'0'0,"17"16"-1112"0"0,-1 1 0 0 0,1-1 1 0 0,-1 1-1 0 0,1 0 1 0 0,-1-1-1 0 0,1 1 0 0 0,0-1 1 0 0,-1 1-1 0 0,1-1 0 0 0,0 0 1 0 0,-1 1-1 0 0,1-1 0 0 0,0 1 1 0 0,0-1-1 0 0,-1 0 1 0 0,1 1-1 0 0,0-1 0 0 0,0 0 1 0 0,0 1-1 0 0,0-1 0 0 0,0 0 1 0 0,0 1-1 0 0,0-1 1 0 0,0 1-1 0 0,0-1 0 0 0,0 0 1 0 0,0 1-1 0 0,1-1 0 0 0,-1 0 1 0 0,0 1-1 0 0,0-1 0 0 0,1 1 1 0 0,-1-2-1 0 0,1 2-181 0 0,0 0 0 0 0,0 0 0 0 0,-1 0 0 0 0,1 0 0 0 0,0 0-1 0 0,-1 0 1 0 0,1 0 0 0 0,0 0 0 0 0,0 0 0 0 0,-1 0 0 0 0,1 0 0 0 0,0 1 0 0 0,-1-1 0 0 0,1 0-1 0 0,0 0 1 0 0,-1 1 0 0 0,1-1 0 0 0,-1 0 0 0 0,1 1 0 0 0,0-1 0 0 0,-1 1 0 0 0,1-1-1 0 0,-1 1 1 0 0,1-1 0 0 0,-1 1 0 0 0,1-1 0 0 0,-1 1 0 0 0,0-1 0 0 0,1 2 0 0 0,13 18-492 0 0,-7-4 474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7.8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 1 5529 0 0,'-4'11'11387'0'0,"2"-6"-10811"0"0,0 0-448 0 0,-1 1-128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8.5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84 6449 0 0,'1'-3'257'0'0,"0"0"0"0"0,-1 1 0 0 0,1-1 0 0 0,0 0 0 0 0,1 1 0 0 0,-1-1-1 0 0,0 1 1 0 0,1 0 0 0 0,-1-1 0 0 0,1 1 0 0 0,0 0 0 0 0,0 0 0 0 0,0 0 0 0 0,0 0-1 0 0,0 0 1 0 0,0 1 0 0 0,4-3 0 0 0,-4 2-79 0 0,-1 1 0 0 0,1 0-1 0 0,0 0 1 0 0,-1 0 0 0 0,1 0 0 0 0,0 0-1 0 0,0 0 1 0 0,-1 1 0 0 0,1-1 0 0 0,0 0 0 0 0,0 1-1 0 0,0 0 1 0 0,0-1 0 0 0,0 1 0 0 0,0 0 0 0 0,0 0-1 0 0,0 0 1 0 0,0 0 0 0 0,0 0 0 0 0,0 1-1 0 0,-1-1 1 0 0,1 0 0 0 0,0 1 0 0 0,0 0 0 0 0,3 1-1 0 0,-1 1 15 0 0,0 1-1 0 0,-1 0 0 0 0,0 0 0 0 0,0 1 0 0 0,0-1 0 0 0,0 0 1 0 0,0 1-1 0 0,-1 0 0 0 0,0 0 0 0 0,0-1 0 0 0,1 8 1 0 0,14 61 941 0 0,-13-49-861 0 0,0-4-41 0 0,-3-10-213 0 0,1 0-1 0 0,0 0 1 0 0,0 0-1 0 0,1 0 1 0 0,0-1 0 0 0,1 1-1 0 0,0-1 1 0 0,6 9-1 0 0,-10-18-25 0 0,0 1-1 0 0,1-1 0 0 0,-1 1 0 0 0,0-1 1 0 0,1 1-1 0 0,-1-1 0 0 0,0 1 1 0 0,1-1-1 0 0,-1 0 0 0 0,1 1 0 0 0,-1-1 1 0 0,1 0-1 0 0,-1 1 0 0 0,1-1 1 0 0,-1 0-1 0 0,1 0 0 0 0,0 1 0 0 0,-1-1 1 0 0,1 0-1 0 0,-1 0 0 0 0,1 0 1 0 0,-1 0-1 0 0,1 0 0 0 0,0 0 0 0 0,-1 0 1 0 0,1 0-1 0 0,-1 0 0 0 0,1 0 1 0 0,0 0-1 0 0,-1 0 0 0 0,1 0 0 0 0,0-1 1 0 0,0 0-20 0 0,1 0-1 0 0,-1 0 1 0 0,1 0 0 0 0,-1 0 0 0 0,0 0 0 0 0,0-1-1 0 0,0 1 1 0 0,1 0 0 0 0,-1-1 0 0 0,-1 1 0 0 0,2-3-1 0 0,16-40-509 0 0,-3-14 143 0 0,-8 28 500 0 0,17-45 0 0 0,-22 68-36 0 0,1 0 0 0 0,1 0 0 0 0,-1 0 0 0 0,1 1 0 0 0,0 0 0 0 0,1 0 0 0 0,0 0 0 0 0,0 0 0 0 0,0 0 0 0 0,0 1 0 0 0,10-7 0 0 0,-13 11-26 0 0,-1 0 0 0 0,1 0 0 0 0,-1 1 0 0 0,1-1 0 0 0,0 1 0 0 0,-1-1 0 0 0,1 1 0 0 0,0-1 0 0 0,-1 1 1 0 0,1 0-1 0 0,0 0 0 0 0,-1 0 0 0 0,1 0 0 0 0,0 0 0 0 0,-1 0 0 0 0,1 0 0 0 0,0 1 0 0 0,-1-1 0 0 0,1 1 0 0 0,0-1 0 0 0,-1 1 0 0 0,1 0 1 0 0,-1-1-1 0 0,1 1 0 0 0,-1 0 0 0 0,1 0 0 0 0,-1 0 0 0 0,0 0 0 0 0,1 0 0 0 0,-1 1 0 0 0,0-1 0 0 0,0 0 0 0 0,0 0 0 0 0,0 1 0 0 0,1 1 0 0 0,6 8 234 0 0,0 1-1 0 0,-1 0 0 0 0,8 19 1 0 0,-7-15-210 0 0,45 92-2269 0 0,-44-90-4931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8.8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119 94 11522 0 0,'-4'-2'376'0'0,"0"1"-1"0"0,0 0 0 0 0,0 1 1 0 0,0-1-1 0 0,0 1 0 0 0,0-1 1 0 0,0 1-1 0 0,0 0 0 0 0,0 1 1 0 0,0-1-1 0 0,0 1 0 0 0,-6 1 1 0 0,7 0-163 0 0,0-1 0 0 0,0 1 1 0 0,0-1-1 0 0,1 1 0 0 0,-1 0 1 0 0,1 0-1 0 0,-1 0 0 0 0,1 1 1 0 0,0-1-1 0 0,0 1 0 0 0,0-1 1 0 0,0 1-1 0 0,0 0 0 0 0,1-1 1 0 0,-1 1-1 0 0,-1 5 0 0 0,-1 2-122 0 0,0-1 0 0 0,1 1 0 0 0,1-1 0 0 0,-1 1 0 0 0,2 0-1 0 0,-1 0 1 0 0,1 0 0 0 0,1 0 0 0 0,0 0 0 0 0,0 0 0 0 0,1 0-1 0 0,3 13 1 0 0,-3-18-88 0 0,0 0 0 0 0,0-1-1 0 0,1 1 1 0 0,0-1 0 0 0,0 1-1 0 0,0-1 1 0 0,0 0 0 0 0,1 0 0 0 0,0 0-1 0 0,-1 0 1 0 0,1 0 0 0 0,1-1-1 0 0,-1 1 1 0 0,1-1 0 0 0,-1 0-1 0 0,1 0 1 0 0,0 0 0 0 0,0 0-1 0 0,0-1 1 0 0,1 0 0 0 0,-1 0-1 0 0,0 0 1 0 0,1 0 0 0 0,-1-1-1 0 0,1 1 1 0 0,0-1 0 0 0,6 0 0 0 0,-3 1 29 0 0,1-2 0 0 0,0 1 0 0 0,-1-1 1 0 0,1-1-1 0 0,0 1 0 0 0,-1-1 0 0 0,1-1 1 0 0,-1 0-1 0 0,1 0 0 0 0,-1-1 1 0 0,0 1-1 0 0,0-2 0 0 0,0 1 0 0 0,0-1 1 0 0,0-1-1 0 0,-1 1 0 0 0,0-1 1 0 0,9-8-1 0 0,-11 8-3 0 0,-1 0 1 0 0,1 0 0 0 0,-1-1-1 0 0,0 1 1 0 0,0-1 0 0 0,-1 0-1 0 0,1 0 1 0 0,-1 0-1 0 0,-1 0 1 0 0,1-1 0 0 0,-1 1-1 0 0,0-1 1 0 0,-1 0 0 0 0,0 1-1 0 0,0-1 1 0 0,0 0-1 0 0,-1 0 1 0 0,0 0 0 0 0,0 0-1 0 0,0 1 1 0 0,-1-1 0 0 0,0 0-1 0 0,-4-11 1 0 0,2 9-53 0 0,0 0 1 0 0,-1-1-1 0 0,0 1 0 0 0,0 0 1 0 0,-1 1-1 0 0,-1-1 1 0 0,1 1-1 0 0,-1 0 0 0 0,-1 1 1 0 0,1-1-1 0 0,-1 1 1 0 0,-10-7-1 0 0,9 7-1658 0 0,0 2 0 0 0,-1-1 0 0 0,-17-8 0 0 0,8 7-5028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39.6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294 453 5985 0 0,'-7'-5'425'0'0,"-1"1"1"0"0,0 0-1 0 0,0 0 0 0 0,0 0 0 0 0,0 1 0 0 0,0 0 1 0 0,0 1-1 0 0,-1 0 0 0 0,0 0 0 0 0,1 1 0 0 0,-1 0 0 0 0,0 1 1 0 0,0-1-1 0 0,1 2 0 0 0,-1-1 0 0 0,0 1 0 0 0,-12 3 0 0 0,14-2-278 0 0,-1 1-1 0 0,1 0 1 0 0,0 0-1 0 0,-1 0 1 0 0,2 1-1 0 0,-1 0 1 0 0,0 1-1 0 0,1-1 1 0 0,0 1-1 0 0,0 0 0 0 0,0 1 1 0 0,1 0-1 0 0,-1 0 1 0 0,1 0-1 0 0,1 0 1 0 0,-1 1-1 0 0,1-1 1 0 0,0 1-1 0 0,-3 10 1 0 0,5-13-143 0 0,1 0 0 0 0,-1 0 1 0 0,1 0-1 0 0,0 1 0 0 0,0-1 0 0 0,0 1 1 0 0,1-1-1 0 0,0 0 0 0 0,0 1 1 0 0,0-1-1 0 0,0 1 0 0 0,1-1 1 0 0,-1 1-1 0 0,1-1 0 0 0,0 0 1 0 0,3 8-1 0 0,-3-10-12 0 0,0-1 0 0 0,1 1 0 0 0,-1 0 0 0 0,0 0 0 0 0,1 0 0 0 0,-1-1 0 0 0,1 1 0 0 0,0-1 0 0 0,-1 1 0 0 0,1-1 0 0 0,0 0-1 0 0,0 0 1 0 0,0 0 0 0 0,0 0 0 0 0,0 0 0 0 0,0 0 0 0 0,0 0 0 0 0,0-1 0 0 0,0 1 0 0 0,0-1 0 0 0,0 1 0 0 0,1-1 0 0 0,-1 0 0 0 0,0 0 0 0 0,0 0 0 0 0,0 0 0 0 0,1 0 0 0 0,-1 0 0 0 0,0-1 0 0 0,0 1 0 0 0,0-1 0 0 0,0 0 0 0 0,0 1 0 0 0,4-3-1 0 0,5-2-142 0 0,0 0-1 0 0,0-1 0 0 0,-1-1 1 0 0,0 1-1 0 0,0-2 0 0 0,0 0 0 0 0,-1 0 1 0 0,0 0-1 0 0,14-19 0 0 0,-8 9-279 0 0,-1-2-1 0 0,0 0 0 0 0,-2 0 1 0 0,11-25-1 0 0,-16 28 412 0 0,-2 1 1 0 0,0-1-1 0 0,0 0 1 0 0,-2 0-1 0 0,0-1 0 0 0,-1 1 1 0 0,-1-36-1 0 0,-2 16 1004 0 0,-3-1 0 0 0,-13-60 0 0 0,17 97-914 0 0,-12-41 1416 0 0,11 40-1313 0 0,0-1 1 0 0,0 1-1 0 0,1 0 0 0 0,-2 0 1 0 0,1-1-1 0 0,0 1 0 0 0,0 0 1 0 0,-1 0-1 0 0,1 0 0 0 0,-1 0 1 0 0,0 1-1 0 0,0-1 0 0 0,1 0 1 0 0,-5-2-1 0 0,6 4-116 0 0,-1 0 0 0 0,1 0 1 0 0,-1 0-1 0 0,0 0 0 0 0,1 0 1 0 0,-1-1-1 0 0,1 1 0 0 0,-1 0 0 0 0,1 0 1 0 0,-1 0-1 0 0,1 1 0 0 0,-1-1 0 0 0,1 0 1 0 0,-1 0-1 0 0,1 0 0 0 0,-1 0 1 0 0,1 0-1 0 0,-1 1 0 0 0,1-1 0 0 0,-1 0 1 0 0,1 0-1 0 0,-1 1 0 0 0,1-1 1 0 0,-1 0-1 0 0,1 1 0 0 0,0-1 0 0 0,-1 1 1 0 0,-11 18 681 0 0,0 21-234 0 0,10-25-416 0 0,0 0-1 0 0,1 0 0 0 0,1 0 0 0 0,0 0 0 0 0,1 0 1 0 0,1 0-1 0 0,0 0 0 0 0,1-1 0 0 0,1 1 0 0 0,0-1 0 0 0,9 21 1 0 0,-1-9-568 0 0,23 39 1 0 0,23 19-5455 0 0,-39-57-1221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40.0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77 67 3225 0 0,'-35'39'8064'0'0,"33"-37"-7921"0"0,-4 6 478 0 0,0 1 1 0 0,1-1 0 0 0,0 1-1 0 0,0 0 1 0 0,-4 12 0 0 0,8-19-532 0 0,0 0 1 0 0,1 0 0 0 0,-1 0-1 0 0,1 0 1 0 0,0 0 0 0 0,0 0-1 0 0,0 0 1 0 0,0 0-1 0 0,0 0 1 0 0,0 0 0 0 0,0 0-1 0 0,0 0 1 0 0,1-1-1 0 0,-1 1 1 0 0,1 0 0 0 0,0 0-1 0 0,-1 0 1 0 0,1 0-1 0 0,0-1 1 0 0,0 1 0 0 0,0 0-1 0 0,0-1 1 0 0,0 1 0 0 0,1 0-1 0 0,-1-1 1 0 0,0 0-1 0 0,1 1 1 0 0,-1-1 0 0 0,1 0-1 0 0,0 0 1 0 0,-1 0-1 0 0,1 0 1 0 0,0 0 0 0 0,2 1-1 0 0,0 0-18 0 0,0 0 0 0 0,0 0 0 0 0,1 0 0 0 0,-1-1 0 0 0,1 0-1 0 0,-1 0 1 0 0,1 0 0 0 0,-1 0 0 0 0,1-1 0 0 0,0 1 0 0 0,-1-1 0 0 0,1 0-1 0 0,0-1 1 0 0,-1 1 0 0 0,1-1 0 0 0,-1 0 0 0 0,1 0 0 0 0,-1-1 0 0 0,1 1-1 0 0,-1-1 1 0 0,0 0 0 0 0,0 0 0 0 0,0 0 0 0 0,0-1 0 0 0,0 1 0 0 0,0-1-1 0 0,0 0 1 0 0,-1 0 0 0 0,0 0 0 0 0,6-7 0 0 0,-6 6-50 0 0,0-1 1 0 0,0 1 0 0 0,-1-1-1 0 0,1 0 1 0 0,-1 0-1 0 0,0 1 1 0 0,0-1 0 0 0,-1-1-1 0 0,0 1 1 0 0,1 0 0 0 0,-2 0-1 0 0,1 0 1 0 0,-1-1-1 0 0,1 1 1 0 0,-2 0 0 0 0,1-1-1 0 0,0 1 1 0 0,-1 0-1 0 0,0 0 1 0 0,0 0 0 0 0,-1-1-1 0 0,1 1 1 0 0,-1 0-1 0 0,0 1 1 0 0,-1-1 0 0 0,1 0-1 0 0,-4-4 1 0 0,3 4-91 0 0,-1 1 0 0 0,1-1-1 0 0,-1 1 1 0 0,0 0 0 0 0,0 0 0 0 0,0 1 0 0 0,-1-1-1 0 0,1 1 1 0 0,-1 0 0 0 0,0 0 0 0 0,0 0 0 0 0,0 1 0 0 0,0 0-1 0 0,0 0 1 0 0,-1 0 0 0 0,-6-1 0 0 0,7 2-340 0 0,-1 0 1 0 0,1 1-1 0 0,-1 0 1 0 0,1 0 0 0 0,-1 0-1 0 0,1 0 1 0 0,-1 1-1 0 0,1 0 1 0 0,-1 0-1 0 0,-7 4 1 0 0,-6 3-5416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40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188 50 7370 0 0,'0'-2'203'0'0,"-1"0"0"0"0,1 0 1 0 0,-1 0-1 0 0,0 0 1 0 0,0 0-1 0 0,1 0 0 0 0,-1 0 1 0 0,0 0-1 0 0,-1 0 0 0 0,1 1 1 0 0,0-1-1 0 0,0 0 1 0 0,-1 1-1 0 0,1-1 0 0 0,-1 1 1 0 0,-2-3-1 0 0,-1 2 580 0 0,0-1 0 0 0,0 1 0 0 0,1 0 0 0 0,-1 0 0 0 0,-10-2 0 0 0,10 4-556 0 0,0-1 1 0 0,0 1 0 0 0,0 0 0 0 0,0 0-1 0 0,-1 1 1 0 0,1-1 0 0 0,0 1-1 0 0,0 0 1 0 0,0 1 0 0 0,0-1 0 0 0,0 1-1 0 0,0 0 1 0 0,0 0 0 0 0,1 0-1 0 0,-1 1 1 0 0,-7 6 0 0 0,9-7-122 0 0,0-1 0 0 0,1 1 0 0 0,-1 0-1 0 0,1 0 1 0 0,0 0 0 0 0,-1 1 0 0 0,1-1 0 0 0,0 0 0 0 0,1 1 0 0 0,-1 0 0 0 0,0-1 0 0 0,1 1 0 0 0,-1 0-1 0 0,1 0 1 0 0,0 0 0 0 0,0 0 0 0 0,0 0 0 0 0,0 0 0 0 0,1 0 0 0 0,-1 0 0 0 0,1 0 0 0 0,0 0-1 0 0,0 0 1 0 0,0 1 0 0 0,0-1 0 0 0,0 0 0 0 0,1 0 0 0 0,-1 0 0 0 0,2 3 0 0 0,-2-5-113 0 0,1 0 1 0 0,-1 0-1 0 0,0 0 1 0 0,1 0-1 0 0,-1 0 1 0 0,1 0-1 0 0,-1-1 1 0 0,1 1 0 0 0,-1 0-1 0 0,1 0 1 0 0,-1 0-1 0 0,1-1 1 0 0,0 1-1 0 0,0 0 1 0 0,-1-1-1 0 0,1 1 1 0 0,0-1-1 0 0,0 1 1 0 0,0-1-1 0 0,-1 1 1 0 0,1-1-1 0 0,0 0 1 0 0,0 1-1 0 0,0-1 1 0 0,0 0-1 0 0,0 0 1 0 0,0 0-1 0 0,0 0 1 0 0,1 1-1 0 0,1-2-29 0 0,-1 0 0 0 0,1 1 0 0 0,-1-1 0 0 0,1 0-1 0 0,-1 0 1 0 0,0 0 0 0 0,1 0 0 0 0,-1-1 0 0 0,0 1-1 0 0,0-1 1 0 0,2-1 0 0 0,8-7-197 0 0,-1 0 0 0 0,17-23-1 0 0,-26 31 229 0 0,1-2 23 0 0,1-1-1 0 0,0 1 1 0 0,1 0-1 0 0,-1 0 1 0 0,1 1-1 0 0,-1-1 1 0 0,1 1-1 0 0,7-4 1 0 0,-11 7 12 0 0,0-1 0 0 0,1 1 0 0 0,-1-1 1 0 0,0 1-1 0 0,0 0 0 0 0,0 0 1 0 0,0-1-1 0 0,0 1 0 0 0,1 0 1 0 0,-1 0-1 0 0,0 0 0 0 0,0 0 0 0 0,0 0 1 0 0,0 1-1 0 0,1-1 0 0 0,-1 0 1 0 0,0 1-1 0 0,0-1 0 0 0,2 1 1 0 0,-2 0 1 0 0,0 1 0 0 0,1-1 0 0 0,-1 0 0 0 0,0 1 0 0 0,0-1 0 0 0,0 0 0 0 0,0 1 1 0 0,0 0-1 0 0,0-1 0 0 0,0 1 0 0 0,0 0 0 0 0,-1-1 0 0 0,1 1 0 0 0,0 0 1 0 0,-1-1-1 0 0,1 5 0 0 0,1 8 64 0 0,-1 1-1 0 0,0-1 1 0 0,-1 1 0 0 0,-1 0 0 0 0,0-1-1 0 0,-5 24 1 0 0,-27 88 137 0 0,26-104-216 0 0,3-8-84 0 0,-1-1 1 0 0,0 0-1 0 0,-1 0 1 0 0,0 0-1 0 0,-1-1 1 0 0,-1 0-1 0 0,0 0 1 0 0,-1-1-1 0 0,0 0 0 0 0,-19 18 1 0 0,17-20-434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40.72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164 1 8754 0 0,'-20'23'6973'0'0,"-47"41"-3372"0"0,59-56-3329 0 0,0 0 0 0 0,0 0 0 0 0,1 0-1 0 0,0 1 1 0 0,0 0 0 0 0,1 1 0 0 0,1 0-1 0 0,-7 14 1 0 0,10-19-218 0 0,0-1-1 0 0,1 1 1 0 0,0-1-1 0 0,0 1 1 0 0,1 0-1 0 0,-1 0 1 0 0,1-1-1 0 0,0 1 1 0 0,0 0-1 0 0,0 0 1 0 0,1 0-1 0 0,0-1 1 0 0,0 1-1 0 0,0 0 1 0 0,0-1-1 0 0,1 1 1 0 0,0-1-1 0 0,0 0 1 0 0,0 1-1 0 0,0-1 1 0 0,1 0-1 0 0,3 5 1 0 0,40 39 204 0 0,7 9 190 0 0,-50-53-428 0 0,0 0 0 0 0,0 1 0 0 0,0-1 0 0 0,-1 1 0 0 0,1-1-1 0 0,-1 1 1 0 0,0 0 0 0 0,-1 0 0 0 0,1 0 0 0 0,-1 0-1 0 0,1 9 1 0 0,-2-9-133 0 0,-1 0 1 0 0,1-1-1 0 0,-1 1 0 0 0,0-1 1 0 0,0 1-1 0 0,-1-1 0 0 0,1 0 0 0 0,-1 0 1 0 0,0 1-1 0 0,0-1 0 0 0,-1 0 1 0 0,1-1-1 0 0,-1 1 0 0 0,-5 6 0 0 0,-2 1-1176 0 0,-1 0 0 0 0,0-1-1 0 0,-14 10 1 0 0,3-4-6058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3:40.87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 1 13827 0 0,'0'0'1344'0'0,"0"1"-1192"0"0,-2-1-152 0 0,1 0 0 0 0,0 1 0 0 0,-1 1 448 0 0,-1 1 64 0 0,-2 2 17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38.8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107 300 3681 0 0,'-5'-23'147'0'0,"2"-1"0"0"0,1 1 0 0 0,1 0-1 0 0,0-1 1 0 0,6-40 0 0 0,-4 52-12 0 0,0 4 36 0 0,0 1 1 0 0,0-1 0 0 0,-1 0 0 0 0,0 1-1 0 0,0-1 1 0 0,-1 0 0 0 0,0 1-1 0 0,0-1 1 0 0,-1 1 0 0 0,-4-13-1 0 0,6 19-105 0 0,-1 1-1 0 0,1-1 0 0 0,0 0 0 0 0,-1 1 0 0 0,1-1 0 0 0,0 1 1 0 0,-1-1-1 0 0,1 1 0 0 0,-1-1 0 0 0,1 1 0 0 0,-1-1 0 0 0,1 1 1 0 0,-1-1-1 0 0,1 1 0 0 0,-1 0 0 0 0,1-1 0 0 0,-1 1 0 0 0,0 0 1 0 0,1 0-1 0 0,-1-1 0 0 0,1 1 0 0 0,-1 0 0 0 0,0 0 0 0 0,1 0 1 0 0,-1 0-1 0 0,0 0 0 0 0,1-1 0 0 0,-1 1 0 0 0,-1 1 0 0 0,1-1 36 0 0,0 1-1 0 0,-1-1 0 0 0,1 1 1 0 0,0 0-1 0 0,0 0 0 0 0,0 0 1 0 0,0-1-1 0 0,0 1 0 0 0,0 0 1 0 0,0 1-1 0 0,0-1 0 0 0,0 0 1 0 0,-1 1-1 0 0,-18 40 1323 0 0,12-14-1141 0 0,2 0 0 0 0,0 0 1 0 0,-1 38-1 0 0,2 90 406 0 0,4-83-383 0 0,0-35-159 0 0,-5 921 1515 0 0,7-943-1673 0 0,1 62-264 0 0,3 1 1 0 0,17 80-1 0 0,-22-158 186 0 0,11 30-2857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39.77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43 76 1840 0 0,'-5'-4'462'0'0,"1"0"0"0"0,0-1 0 0 0,0 1-1 0 0,0-1 1 0 0,1 0 0 0 0,0 0 0 0 0,0 0 0 0 0,0-1-1 0 0,0 1 1 0 0,1-1 0 0 0,-3-8 0 0 0,8 13-303 0 0,0 0 1 0 0,-1 0 0 0 0,1 0 0 0 0,0 1-1 0 0,0-1 1 0 0,-1 1 0 0 0,1 0 0 0 0,0 0 0 0 0,5 0-1 0 0,-2-1-49 0 0,20 0 177 0 0,1 0 1 0 0,-1 2-1 0 0,0 1 1 0 0,28 5-1 0 0,103 28 709 0 0,16 3-467 0 0,-91-28-466 0 0,150-2 0 0 0,82-30-131 0 0,229-26-6 0 0,-528 47-23 0 0,-10-1 3 0 0,0 1 1 0 0,0 1-1 0 0,0-1 1 0 0,0 1 0 0 0,0 0-1 0 0,0 0 1 0 0,-1 0 0 0 0,1 1-1 0 0,0-1 1 0 0,0 1-1 0 0,0 1 1 0 0,0-1 0 0 0,0 1-1 0 0,5 2 1 0 0,-10-3-30 0 0,1-1 0 0 0,0 1 0 0 0,-1 0 1 0 0,1-1-1 0 0,-1 1 0 0 0,0 0 0 0 0,1 0 0 0 0,-1-1 0 0 0,0 1 1 0 0,1 0-1 0 0,-1 0 0 0 0,0 0 0 0 0,0 0 0 0 0,0 0 0 0 0,0-1 1 0 0,1 1-1 0 0,-1 0 0 0 0,-1 0 0 0 0,1 0 0 0 0,0 0 0 0 0,0 0 1 0 0,0-1-1 0 0,0 1 0 0 0,0 0 0 0 0,-1 0 0 0 0,1 0 0 0 0,-1 1 1 0 0,1-1 96 0 0,-1-1 0 0 0,1 1 0 0 0,-1 0 0 0 0,1 0 0 0 0,0 0 0 0 0,0 0 0 0 0,0 0 0 0 0,-1 0 0 0 0,1 0 1 0 0,0 0-1 0 0,0 0 0 0 0,0 0 0 0 0,0-1 0 0 0,0 1 0 0 0,1 0 0 0 0,-1 0 0 0 0,0 0 0 0 0,0 0 1 0 0,1 0-1 0 0,-1 0 0 0 0,0 0 0 0 0,1 0 0 0 0,-1-1 0 0 0,1 1 0 0 0,-1 0 0 0 0,1 0 0 0 0,0-1 1 0 0,0 2-1 0 0,2 1 444 0 0,0 0 0 0 0,0 1 0 0 0,-1-1 0 0 0,0 0 1 0 0,1 1-1 0 0,-1 0 0 0 0,-1-1 0 0 0,1 1 0 0 0,0 0 0 0 0,-1 0 1 0 0,0 0-1 0 0,0 0 0 0 0,1 7 0 0 0,4 63 1743 0 0,-5-50-1787 0 0,7 91 347 0 0,23 254 42 0 0,-20-287-666 0 0,4-1 0 0 0,37 118-1 0 0,19 96-131 0 0,-36-129 12 0 0,-34-164 23 0 0,9 60 51 0 0,-9-60-47 0 0,-1 1 0 0 0,0 0 0 0 0,0-1 0 0 0,0 1 0 0 0,0 0 0 0 0,0-1 0 0 0,-1 1 0 0 0,1-1 0 0 0,-1 1 0 0 0,1 0 0 0 0,-1-1 0 0 0,0 1 0 0 0,0-1-1 0 0,0 0 1 0 0,0 1 0 0 0,-1-1 0 0 0,1 0 0 0 0,-1 0 0 0 0,1 1 0 0 0,-4 2 0 0 0,0-4 96 0 0,1 1 0 0 0,0-1 1 0 0,-1-1-1 0 0,1 1 0 0 0,-1-1 0 0 0,1 0 0 0 0,-1 0 0 0 0,1 0 0 0 0,-1 0 0 0 0,1-1 0 0 0,-1 1 0 0 0,1-1 0 0 0,-6-3 1 0 0,-10 1 308 0 0,-59-3 85 0 0,0 4 0 0 0,-130 13 0 0 0,-38 1-537 0 0,-89 6 116 0 0,3 0-2 0 0,91-30-1160 0 0,-119 2-2889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0.33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 54 5529 0 0,'-1'-2'79'0'0,"0"-1"-1"0"0,1 1 0 0 0,-1 0 1 0 0,1 0-1 0 0,0 0 0 0 0,-1 0 1 0 0,1 0-1 0 0,0 0 1 0 0,0-1-1 0 0,0 1 0 0 0,0 0 1 0 0,1 0-1 0 0,-1 0 1 0 0,1 0-1 0 0,-1 0 0 0 0,1 0 1 0 0,0 0-1 0 0,0 0 0 0 0,0 0 1 0 0,0 0-1 0 0,2-3 1 0 0,-1 1 406 0 0,-4 12-115 0 0,0-1-1 0 0,0 1 1 0 0,1 0-1 0 0,0 1 1 0 0,1-1-1 0 0,-1 0 1 0 0,2 9 0 0 0,-1 2-134 0 0,9 351 1305 0 0,0-129-803 0 0,-7 449-18 0 0,-1-647-1274 0 0,9 77 0 0 0,-7-101 113 0 0,1-1 0 0 0,1 0 0 0 0,1 0 0 0 0,0-1 0 0 0,1 1 0 0 0,15 26-1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1.2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37 92 456 0 0,'-4'0'262'0'0,"1"-1"-1"0"0,0 1 1 0 0,0-1-1 0 0,0 0 1 0 0,0 0-1 0 0,1 0 1 0 0,-1 0-1 0 0,0-1 1 0 0,0 1-1 0 0,-2-3 1 0 0,5 4-183 0 0,-1 0 0 0 0,1-1 1 0 0,0 1-1 0 0,0 0 0 0 0,0 0 0 0 0,0 0 1 0 0,0-1-1 0 0,0 1 0 0 0,0 0 0 0 0,0 0 1 0 0,-1-1-1 0 0,1 1 0 0 0,0 0 0 0 0,0 0 1 0 0,0-1-1 0 0,0 1 0 0 0,0 0 0 0 0,0 0 1 0 0,0-1-1 0 0,1 1 0 0 0,-1 0 1 0 0,0 0-1 0 0,0-1 0 0 0,0 1 0 0 0,0 0 1 0 0,0 0-1 0 0,0 0 0 0 0,0-1 0 0 0,0 1 1 0 0,1 0-1 0 0,-1-1 238 0 0,0 1-238 0 0,1 0 0 0 0,-1 0 1 0 0,0-1-1 0 0,22-8 506 0 0,14-1-257 0 0,1 2 0 0 0,0 2 0 0 0,0 1 0 0 0,0 2-1 0 0,45 2 1 0 0,190 24 764 0 0,-53-3-712 0 0,-99-20-359 0 0,-1-6 0 0 0,128-22 0 0 0,28-3-2 0 0,-200 27-45 0 0,0 3-1 0 0,87 9 0 0 0,-152-7 28 0 0,0 1-1 0 0,0 0 1 0 0,0 0-1 0 0,0 1 0 0 0,0 0 1 0 0,13 7-1 0 0,-21-9 36 0 0,1 0 0 0 0,-1 1-1 0 0,1-1 1 0 0,-1 1 0 0 0,0 0 0 0 0,0 0-1 0 0,1-1 1 0 0,-1 2 0 0 0,-1-1 0 0 0,1 0-1 0 0,0 0 1 0 0,0 1 0 0 0,-1-1 0 0 0,1 0-1 0 0,-1 1 1 0 0,0 0 0 0 0,0-1 0 0 0,0 1-1 0 0,0 0 1 0 0,0-1 0 0 0,-1 1 0 0 0,1 0-1 0 0,-1 0 1 0 0,0 0 0 0 0,0 0 0 0 0,0 5-1 0 0,-1-4 202 0 0,1-1-1 0 0,0 0 0 0 0,0 1 0 0 0,0-1 0 0 0,0 1 1 0 0,1-1-1 0 0,-1 0 0 0 0,1 1 0 0 0,0-1 0 0 0,0 0 1 0 0,0 1-1 0 0,0-1 0 0 0,0 0 0 0 0,1 0 0 0 0,0 0 1 0 0,0 0-1 0 0,-1 0 0 0 0,2 0 0 0 0,3 3 0 0 0,-1 1-289 0 0,3 6 149 0 0,-1-1 0 0 0,0 1 0 0 0,0 1 1 0 0,-1-1-1 0 0,5 22 0 0 0,16 75 364 0 0,-17-61-257 0 0,74 365 48 0 0,-20-86-123 0 0,-50-258-98 0 0,-2 0 1 0 0,2 94 0 0 0,-13-134-17 0 0,-2 0 1 0 0,0-1 0 0 0,-3 1-1 0 0,0-1 1 0 0,-2 1 0 0 0,-1-1-1 0 0,-1-1 1 0 0,-16 36 0 0 0,22-59 53 0 0,0-1 1 0 0,0 0-1 0 0,0 0 0 0 0,-1 0 1 0 0,1 0-1 0 0,-1-1 1 0 0,0 1-1 0 0,0-1 1 0 0,0 1-1 0 0,-1-1 0 0 0,1 0 1 0 0,-1-1-1 0 0,0 1 1 0 0,0 0-1 0 0,0-1 0 0 0,0 0 1 0 0,0 0-1 0 0,0 0 1 0 0,-1-1-1 0 0,-4 2 1 0 0,0-2 40 0 0,1 0 0 0 0,0 0 1 0 0,-1-1-1 0 0,1 0 1 0 0,-1-1-1 0 0,1 0 1 0 0,0 0-1 0 0,-1-1 1 0 0,1 0-1 0 0,-10-4 0 0 0,-47-16 30 0 0,7 1 97 0 0,0 3 1 0 0,-73-12 0 0 0,74 21-237 0 0,-711-85 0 0 0,593 86-416 0 0,-222-16-1396 0 0,370 22 337 0 0,0 0-1 0 0,-28 4 0 0 0,42-1-3952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3.79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353 125 1840 0 0,'-16'-33'1737'0'0,"11"20"-1237"0"0,-1 0 1 0 0,0 1 0 0 0,-1 0-1 0 0,-11-15 1 0 0,17 26-438 0 0,0 0 1 0 0,0 0-1 0 0,0-1 1 0 0,0 1-1 0 0,0 0 1 0 0,0 1-1 0 0,-1-1 1 0 0,1 0-1 0 0,0 0 1 0 0,-1 0-1 0 0,1 1 1 0 0,-1-1-1 0 0,1 1 0 0 0,-1-1 1 0 0,1 1-1 0 0,-1 0 1 0 0,1-1-1 0 0,-1 1 1 0 0,1 0-1 0 0,-1 0 1 0 0,-1 0-1 0 0,0 1 76 0 0,-1-1 0 0 0,1 1 0 0 0,0 0 0 0 0,0 0 0 0 0,0 0 0 0 0,0 1 0 0 0,0-1 0 0 0,0 1 0 0 0,-4 2 0 0 0,-3 4 275 0 0,1-1 1 0 0,1 1-1 0 0,-1 1 0 0 0,-11 14 0 0 0,-7 16-17 0 0,1 0 0 0 0,2 2 0 0 0,1 1 1 0 0,-23 63-1 0 0,39-87-411 0 0,2 1 1 0 0,0 0 0 0 0,2 1-1 0 0,0-1 1 0 0,1 1 0 0 0,0-1-1 0 0,2 1 1 0 0,3 34 0 0 0,-1-41 5 0 0,0-1 0 0 0,0 1 0 0 0,1 0 0 0 0,1 0 0 0 0,0-1 0 0 0,0 0 0 0 0,2 0 0 0 0,-1 0 0 0 0,1-1 0 0 0,1 1 0 0 0,0-1 0 0 0,1-1 0 0 0,0 0 0 0 0,10 10 0 0 0,-13-16 12 0 0,-1 0 0 0 0,1 0 0 0 0,0-1 0 0 0,0 0 0 0 0,0 0 0 0 0,0 0 0 0 0,1-1 0 0 0,-1 0 0 0 0,1 0 0 0 0,-1 0 0 0 0,1 0 0 0 0,0-1 0 0 0,0 0 0 0 0,9 0 0 0 0,-6-1 10 0 0,1-1 1 0 0,-1 1 0 0 0,1-2-1 0 0,-1 0 1 0 0,1 0 0 0 0,-1 0-1 0 0,0-1 1 0 0,11-6 0 0 0,2-2 12 0 0,-1-1 1 0 0,0-1-1 0 0,0 0 0 0 0,-2-2 1 0 0,1-1-1 0 0,17-19 1 0 0,-27 25 11 0 0,0 0 1 0 0,-1-1 0 0 0,0-1-1 0 0,-1 1 1 0 0,0-1 0 0 0,-1 0-1 0 0,-1-1 1 0 0,0 0 0 0 0,7-19-1 0 0,-10 22 28 0 0,-1-1 0 0 0,0 0 0 0 0,-1 0-1 0 0,0 1 1 0 0,0-1 0 0 0,-1 0 0 0 0,-1 0-1 0 0,0 0 1 0 0,0 0 0 0 0,-1 0 0 0 0,0 1-1 0 0,-7-19 1 0 0,-3-2 15 0 0,-1 1-1 0 0,-1 1 1 0 0,-2 0 0 0 0,-1 0-1 0 0,-1 2 1 0 0,-1 0 0 0 0,-37-38 0 0 0,52 61-377 0 0,0 1 1 0 0,0-1 0 0 0,0 1 0 0 0,0 0 0 0 0,-9-5 0 0 0,-2 2-4524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1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249 1 2304 0 0,'-9'0'32'0'0,"-1"0"-1"0"0,1 0 0 0 0,0 0 0 0 0,-1 1 0 0 0,1 1 0 0 0,0 0 0 0 0,-12 3 0 0 0,-23 4-234 0 0,-6-7-896 0 0,47-2 1136 0 0,0-1 0 0 0,0 1 0 0 0,0-1 0 0 0,0 1 0 0 0,0-1 0 0 0,0 0 0 0 0,-24-11 11691 0 0,31 21-12149 0 0,3 21 797 0 0,-1-1-1 0 0,-1 1 1 0 0,2 48-1 0 0,-9 91 437 0 0,2-167-804 0 0,-24 325 479 0 0,9-160-198 0 0,6 173-1 0 0,33 62-1218 0 0,-24-380-425 0 0,-2-1-3705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2.6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0 187 1376 0 0,'177'-3'1969'0'0,"224"-33"-1"0"0,230-57 2400 0 0,-507 73-4202 0 0,-47 6-2 0 0,1 4-1 0 0,140-1 1 0 0,-189 12-51 0 0,88 7 1589 0 0,-102-6-1455 0 0,0 1 0 0 0,0 0 0 0 0,-1 1 0 0 0,1 1 0 0 0,20 9 0 0 0,-31-12-178 0 0,-1 0-1 0 0,1 1 1 0 0,-1-1 0 0 0,1 1-1 0 0,-1 0 1 0 0,0 0-1 0 0,0 0 1 0 0,-1 0 0 0 0,1 0-1 0 0,-1 1 1 0 0,1-1 0 0 0,-1 1-1 0 0,0 0 1 0 0,0-1 0 0 0,0 1-1 0 0,-1 0 1 0 0,0 0 0 0 0,2 5-1 0 0,0 8-76 0 0,0 0 0 0 0,-1 1-1 0 0,-1 20 1 0 0,1-1 183 0 0,8 149-137 0 0,18 157 100 0 0,-20-290-122 0 0,2-1 1 0 0,3 0-1 0 0,1-1 1 0 0,32 72-1 0 0,12-2 52 0 0,44 110 136 0 0,-99-222-183 0 0,12 35 188 0 0,15 70 0 0 0,-27-101-190 0 0,-1 0 0 0 0,-1 1-1 0 0,0-1 1 0 0,-1 0 0 0 0,0 0 0 0 0,-1 1 0 0 0,-1-1-1 0 0,0 0 1 0 0,0 0 0 0 0,-7 16 0 0 0,7-25 90 0 0,0 1 0 0 0,0-1 0 0 0,-1 0 1 0 0,1-1-1 0 0,-1 1 0 0 0,0 0 0 0 0,0-1 1 0 0,-1 1-1 0 0,1-1 0 0 0,-1 0 0 0 0,0 0 1 0 0,1-1-1 0 0,-1 1 0 0 0,-1-1 0 0 0,1 0 0 0 0,0 0 1 0 0,0 0-1 0 0,-6 1 0 0 0,-10 3 707 0 0,-1 0 0 0 0,-36 3 0 0 0,29-4-592 0 0,-255 38 960 0 0,-162 31-594 0 0,-77-4-1413 0 0,360-49-4736 0 0,123-15-595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4.58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322 54 1840 0 0,'0'-1'171'0'0,"1"0"0"0"0,0 0-1 0 0,0 0 1 0 0,-1 0 0 0 0,1 0-1 0 0,0 0 1 0 0,-1 0 0 0 0,1 0-1 0 0,-1 0 1 0 0,1 0 0 0 0,-1 0-1 0 0,1 0 1 0 0,-1 0 0 0 0,0 0-1 0 0,0-1 1 0 0,0 1 0 0 0,0 0-1 0 0,0 0 1 0 0,0 0 0 0 0,0 0-1 0 0,0-1 1 0 0,0 1 0 0 0,0 0-1 0 0,0 0 1 0 0,-1 0 0 0 0,1 0-1 0 0,0 0 1 0 0,-1-1-1 0 0,1 1 1 0 0,-1 0 0 0 0,0 0-1 0 0,1 0 1 0 0,-1 0 0 0 0,0 1-1 0 0,1-1 1 0 0,-1 0 0 0 0,0 0-1 0 0,-1-1 1 0 0,0 1 29 0 0,1 0 0 0 0,-1-1 0 0 0,1 1 0 0 0,-1 0 0 0 0,1 0 0 0 0,-1 1 0 0 0,0-1 0 0 0,1 0 0 0 0,-1 0 0 0 0,0 1 0 0 0,0-1 0 0 0,1 1 0 0 0,-1 0 0 0 0,0-1 0 0 0,0 1 0 0 0,0 0 0 0 0,0 0 0 0 0,1 0 0 0 0,-1 0 0 0 0,0 0 0 0 0,0 1 0 0 0,0-1 0 0 0,1 1 0 0 0,-4 0 0 0 0,-8 6-39 0 0,1 1 0 0 0,1 0 0 0 0,-1 1 0 0 0,1 0 1 0 0,-15 17-1 0 0,-44 56 355 0 0,55-62-394 0 0,1 1 0 0 0,0 0 0 0 0,1 1 1 0 0,2 1-1 0 0,0-1 0 0 0,-10 36 0 0 0,15-40-128 0 0,2 0-1 0 0,0 1 1 0 0,2 0 0 0 0,0 0 0 0 0,0 0-1 0 0,2 0 1 0 0,1 0 0 0 0,0-1 0 0 0,5 24-1 0 0,-5-34-18 0 0,1 0-1 0 0,1 0 0 0 0,-1 0 1 0 0,1 0-1 0 0,1 0 0 0 0,-1 0 1 0 0,1-1-1 0 0,1 0 0 0 0,-1 1 1 0 0,1-2-1 0 0,0 1 1 0 0,1-1-1 0 0,0 1 0 0 0,0-1 1 0 0,0-1-1 0 0,1 0 0 0 0,0 1 1 0 0,0-2-1 0 0,0 1 0 0 0,0-1 1 0 0,1 0-1 0 0,-1-1 0 0 0,1 0 1 0 0,0 0-1 0 0,0-1 0 0 0,1 1 1 0 0,14 0-1 0 0,0 0-147 0 0,0-1 0 0 0,0-2 0 0 0,0 0 0 0 0,0-1 0 0 0,0-2 0 0 0,-1 0 0 0 0,1-1 0 0 0,-1-2 0 0 0,24-8 0 0 0,-27 7 119 0 0,0 0 1 0 0,-1-1-1 0 0,-1-1 0 0 0,1-1 1 0 0,-1-1-1 0 0,-1 0 1 0 0,0-1-1 0 0,-1 0 0 0 0,18-19 1 0 0,-25 22 260 0 0,0-1 0 0 0,0-1 0 0 0,-1 1 0 0 0,0-1 0 0 0,-1 0 0 0 0,0 0 0 0 0,-1-1 0 0 0,0 0 0 0 0,-1 0 0 0 0,0 0 0 0 0,-1 0 0 0 0,0-1 0 0 0,-1 0 0 0 0,-1 1 0 0 0,1-18 0 0 0,-2 13-25 0 0,-1 1-1 0 0,-1 0 0 0 0,0 0 1 0 0,-1 0-1 0 0,-1 1 0 0 0,0-1 1 0 0,-1 1-1 0 0,-1 0 0 0 0,0 0 1 0 0,-1 0-1 0 0,-1 1 0 0 0,0 0 0 0 0,-1 1 1 0 0,-15-18-1 0 0,14 20-634 0 0,-1 0-1 0 0,0 1 1 0 0,0 1 0 0 0,-1-1-1 0 0,0 2 1 0 0,0 0 0 0 0,-1 0-1 0 0,0 2 1 0 0,-1-1 0 0 0,-14-4-1 0 0,8 6-1469 0 0,3 3-2584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7.80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713 115 4705 0 0,'0'-7'132'0'0,"-1"0"0"0"0,1 0 0 0 0,1 0 0 0 0,-1-1 0 0 0,1 1 0 0 0,1 0 0 0 0,-1 0 0 0 0,1 1-1 0 0,0-1 1 0 0,1 0 0 0 0,-1 1 0 0 0,1-1 0 0 0,1 1 0 0 0,5-8 0 0 0,-9 13-112 0 0,0 1-1 0 0,0 0 0 0 0,0 0 1 0 0,0-1-1 0 0,1 1 1 0 0,-1 0-1 0 0,0 0 1 0 0,0 0-1 0 0,0-1 0 0 0,1 1 1 0 0,-1 0-1 0 0,0 0 1 0 0,0 0-1 0 0,1 0 1 0 0,-1 0-1 0 0,0-1 0 0 0,0 1 1 0 0,1 0-1 0 0,-1 0 1 0 0,0 0-1 0 0,1 0 1 0 0,-1 0-1 0 0,0 0 0 0 0,0 0 1 0 0,1 0-1 0 0,-1 0 1 0 0,0 0-1 0 0,1 0 1 0 0,-1 0-1 0 0,0 0 0 0 0,0 0 1 0 0,1 0-1 0 0,-1 0 1 0 0,0 0-1 0 0,0 1 1 0 0,1-1-1 0 0,-1 0 0 0 0,0 0 1 0 0,0 0-1 0 0,1 0 1 0 0,-1 1-1 0 0,8 14 261 0 0,0 18-16 0 0,-7-16-74 0 0,-1 1 0 0 0,0-1 0 0 0,-1 0-1 0 0,-1 0 1 0 0,-1 0 0 0 0,-1 0 0 0 0,-6 20-1 0 0,-47 112 377 0 0,57-149-567 0 0,-42 86-27 0 0,-5-2-1 0 0,-81 112 0 0 0,46-75 30 0 0,20-26 47 0 0,4 2 0 0 0,-70 161 0 0 0,124-250 21 0 0,-1 0-1 0 0,0 0 1 0 0,0 0 0 0 0,-1-1-1 0 0,0 0 1 0 0,-11 11-1 0 0,11-11 0 0 0,-1-1-1 0 0,1 1 1 0 0,1 0-1 0 0,-1 0 1 0 0,1 1-1 0 0,-7 13 0 0 0,-6 13 275 0 0,13-27-257 0 0,2-1-1 0 0,-1 1 0 0 0,1 0 1 0 0,-1 0-1 0 0,-1 8 1 0 0,3-5-56 0 0,0 1 0 0 0,0 0 1 0 0,1 0-1 0 0,1-1 1 0 0,0 1-1 0 0,0 0 0 0 0,1 0 1 0 0,0 0-1 0 0,1 0 1 0 0,1-1-1 0 0,-1 1 1 0 0,2-1-1 0 0,-1 1 0 0 0,1-1 1 0 0,1 0-1 0 0,0-1 1 0 0,0 1-1 0 0,9 11 0 0 0,12 12 303 0 0,1-1 0 0 0,1-1-1 0 0,48 40 1 0 0,-11-10 247 0 0,8 15-198 0 0,52 50-34 0 0,-100-105-252 0 0,2-1 0 0 0,0-2 0 0 0,1 0 0 0 0,30 14 1 0 0,123 46 847 0 0,-114-52-569 0 0,115 63-1 0 0,-23 17-377 0 0,-144-99-679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8.19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135 84 1896 0 0,'-3'-4'300'0'0,"0"0"-1"0"0,0 0 1 0 0,0 0-1 0 0,-1 1 1 0 0,1-1-1 0 0,-1 1 1 0 0,0 0-1 0 0,0-1 1 0 0,0 2-1 0 0,0-1 0 0 0,-9-4 1 0 0,7 4 352 0 0,1 1 1 0 0,0-2 0 0 0,0 1-1 0 0,0 0 1 0 0,1-1-1 0 0,-1 0 1 0 0,-5-11 2784 0 0,10 15-3389 0 0,10 1 848 0 0,10 9-836 0 0,7 17-60 0 0,2 0 0 0 0,1-3 0 0 0,52 35 0 0 0,-68-51 0 0 0,30 21 0 0 0,-41-27 0 0 0,0 0 0 0 0,0 0 0 0 0,0 1 0 0 0,-1 0 0 0 0,1-1 0 0 0,-1 1 0 0 0,0 0 0 0 0,0 0 0 0 0,0 0 0 0 0,3 7 0 0 0,-5-9 2 0 0,0 1-1 0 0,0-1 1 0 0,0 0-1 0 0,0 0 1 0 0,0 0-1 0 0,-1 0 1 0 0,1 0-1 0 0,0 0 1 0 0,-1 1-1 0 0,1-1 1 0 0,-1 0-1 0 0,0 0 1 0 0,1 0 0 0 0,-1 0-1 0 0,0-1 1 0 0,1 1-1 0 0,-1 0 1 0 0,0 0-1 0 0,0 0 1 0 0,0 0-1 0 0,0-1 1 0 0,0 1-1 0 0,-2 1 1 0 0,-29 18 547 0 0,26-16-285 0 0,-4 2-46 0 0,-61 35 512 0 0,-96 75-1 0 0,154-104-1117 0 0,4-1-159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9.3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37 2304 0 0,'5'-5'56'0'0,"1"1"0"0"0,0-1 0 0 0,0 1-1 0 0,0 0 1 0 0,1 0 0 0 0,10-4 0 0 0,-15 7 24 0 0,-1 1 0 0 0,1 0 1 0 0,-1-1-1 0 0,1 1 1 0 0,-1 0-1 0 0,1 0 1 0 0,-1 0-1 0 0,1 0 1 0 0,0 0-1 0 0,-1 0 1 0 0,1 0-1 0 0,-1 0 1 0 0,1 1-1 0 0,-1-1 1 0 0,1 1-1 0 0,-1-1 1 0 0,1 1-1 0 0,-1-1 0 0 0,1 1 1 0 0,-1 0-1 0 0,0 0 1 0 0,1 0-1 0 0,-1 0 1 0 0,0 0-1 0 0,0 0 1 0 0,0 0-1 0 0,0 0 1 0 0,0 0-1 0 0,0 0 1 0 0,0 1-1 0 0,0-1 1 0 0,0 0-1 0 0,0 1 0 0 0,-1-1 1 0 0,1 1-1 0 0,0 2 1 0 0,13 27 157 0 0,1 0 0 0 0,2-1 1 0 0,0-1-1 0 0,2 0 0 0 0,2-2 0 0 0,0 0 0 0 0,49 47 1 0 0,207 172 1166 0 0,-192-177-811 0 0,130 80-1 0 0,-13-23-122 0 0,159 93 1628 0 0,-263-166-1529 0 0,186 72 0 0 0,92 36-315 0 0,-100-38-107 0 0,-146-77-10 0 0,2-6 0 0 0,170 28-1 0 0,-141-40 106 0 0,92 22 365 0 0,223 83-768 0 0,-458-127 160 0 0,0 1 0 0 0,0 0 0 0 0,0 2 0 0 0,21 13 0 0 0,-28-15 0 0 0,-1 0 0 0 0,-1 1 0 0 0,0 1 0 0 0,0-1 0 0 0,-1 1 0 0 0,0 1 0 0 0,14 19 0 0 0,22 37-67 0 0,22 36-6 0 0,-59-89 81 0 0,-1 0 0 0 0,0 0 1 0 0,-1 1-1 0 0,-1-1 0 0 0,0 1 0 0 0,3 21 1 0 0,-6-29 8 0 0,0 0 0 0 0,1 0 0 0 0,-1 0 0 0 0,2-1 1 0 0,-1 1-1 0 0,4 6 0 0 0,6 16 33 0 0,-17-3-9209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49.8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132 169 1008 0 0,'-34'-12'826'0'0,"-22"-8"2209"0"0,53 18-2866 0 0,-1 0 0 0 0,1 0 0 0 0,0 0 0 0 0,0 0 0 0 0,0 0 0 0 0,0-1 0 0 0,0 0 0 0 0,0 1 0 0 0,1-1 1 0 0,-1 0-1 0 0,1 0 0 0 0,-4-13 3623 0 0,14 20-2409 0 0,19 19-1201 0 0,-19-16 614 0 0,28 23-507 0 0,1-3-1 0 0,2-1 1 0 0,45 24 0 0 0,-78-47-221 0 0,1 0 0 0 0,0-1 0 0 0,0 1 1 0 0,0-1-1 0 0,1 0 0 0 0,-1-1 0 0 0,0 0 0 0 0,14 0 1 0 0,-17-1 60 0 0,-1 0 0 0 0,1-1 0 0 0,0 1 0 0 0,-1-1 1 0 0,1 0-1 0 0,0 0 0 0 0,-1 0 0 0 0,1-1 0 0 0,-1 1 1 0 0,0-1-1 0 0,1 0 0 0 0,-1 0 0 0 0,0 0 0 0 0,0 0 1 0 0,0-1-1 0 0,-1 1 0 0 0,1-1 0 0 0,0 0 1 0 0,2-3-1 0 0,-1 1 32 0 0,98-121 2008 0 0,-85 108-2331 0 0,1 1 0 0 0,0 0-1 0 0,1 2 1 0 0,33-21 0 0 0,-39 29-557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51.59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2354 47 1376 0 0,'64'-47'4603'0'0,"-83"55"-349"0"0,-20 8-4031 0 0,-16 14 325 0 0,1 2 1 0 0,-50 41-1 0 0,-47 29-205 0 0,-130 37-595 0 0,145-76-41 0 0,-82 32-160 0 0,-79 40 55 0 0,-222 162-2250 0 0,437-249 2364 0 0,-94 41 52 0 0,116-61 251 0 0,0 3 1 0 0,-65 44 0 0 0,118-71 3 0 0,-2 2-415 0 0,23-6-5434 0 0,-14 0 5758 0 0,1-1 0 0 0,0 1 0 0 0,0-1 0 0 0,0 1 1 0 0,0-1-1 0 0,-1 1 0 0 0,2-2 0 0 0,-2 1 82 0 0,-1 0-1 0 0,1 0 1 0 0,0-1 0 0 0,-1 1-1 0 0,1 0 1 0 0,-1 0-1 0 0,1 0 1 0 0,-1 0 0 0 0,0 0-1 0 0,1 0 1 0 0,-1 0-1 0 0,0 0 1 0 0,0 0 0 0 0,0 0-1 0 0,0 0 1 0 0,0 0 0 0 0,0 1-1 0 0,0-1 1 0 0,0 0-1 0 0,-1 0 1 0 0,-1-1 222 0 0,1 1 0 0 0,0-1 1 0 0,-1 0-1 0 0,1 0 0 0 0,0-1 0 0 0,0 1 0 0 0,0 0 1 0 0,1-1-1 0 0,-1 1 0 0 0,1-1 0 0 0,-1 0 0 0 0,1 1 1 0 0,0-1-1 0 0,0 0 0 0 0,0 0 0 0 0,-1-4 1 0 0,2 7-240 0 0,8-4-3138 0 0,-5 3 3136 0 0,-1 0 1 0 0,0-1 0 0 0,0 1 0 0 0,0 0-1 0 0,0-1 1 0 0,0 1 0 0 0,0-1-1 0 0,0 0 1 0 0,0 0 0 0 0,-1 1 0 0 0,1-1-1 0 0,1-4 1 0 0,4-4-7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51.87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41 29 1376 0 0,'-5'-28'5464'0'0,"7"39"-5278"0"0,-1-1 0 0 0,1 1 0 0 0,-2 0 0 0 0,0 0 0 0 0,0-1 0 0 0,-2 16 0 0 0,-16 72 1210 0 0,4-24-498 0 0,8-4 171 0 0,5-63-988 0 0,2-1-1 0 0,-1 1 1 0 0,1-1-1 0 0,0 0 0 0 0,0 1 1 0 0,1-1-1 0 0,-1 0 1 0 0,1 0-1 0 0,3 6 0 0 0,-3-11-70 0 0,-1 1-1 0 0,0 0 0 0 0,0-1 0 0 0,0 1 0 0 0,1-1 1 0 0,-1 0-1 0 0,1 1 0 0 0,-1-1 0 0 0,1 0 0 0 0,-1 0 1 0 0,1 0-1 0 0,0 0 0 0 0,-1 0 0 0 0,1 0 1 0 0,0 0-1 0 0,0-1 0 0 0,0 1 0 0 0,0-1 0 0 0,0 1 1 0 0,0-1-1 0 0,0 0 0 0 0,-1 0 0 0 0,1 0 0 0 0,0 0 1 0 0,0 0-1 0 0,0 0 0 0 0,0 0 0 0 0,0-1 1 0 0,0 1-1 0 0,0-1 0 0 0,0 1 0 0 0,2-2 0 0 0,8-3 100 0 0,0 0 0 0 0,0 0-1 0 0,19-13 1 0 0,-17 10-50 0 0,38-20-413 0 0,-23 13-180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53.1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38 1840 0 0,'20'-7'802'0'0,"41"-4"777"0"0,1 2 0 0 0,0 2 0 0 0,0 3 0 0 0,65 5 0 0 0,-29 10-1049 0 0,-1 4-1 0 0,143 40 1 0 0,181 82 849 0 0,-408-132-1377 0 0,88 31-2 0 0,-2 4 0 0 0,-1 5 0 0 0,-3 4 0 0 0,-2 3 0 0 0,105 80 0 0 0,340 230-203 0 0,-478-324 198 0 0,4 8 18 0 0,-2 3 1 0 0,97 97-1 0 0,-37-31 39 0 0,-115-109 181 0 0,0-1-1 0 0,1 0 1 0 0,-1-1 0 0 0,1 0-1 0 0,0 0 1 0 0,0-1 0 0 0,1 0-1 0 0,-1 0 1 0 0,16 3 0 0 0,-11-3 68 0 0,-1 0 1 0 0,1 1-1 0 0,12 6 1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4:53.7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1 330 456 0 0,'0'-2'79'0'0,"1"0"-1"0"0,0 0 1 0 0,0 0 0 0 0,-1-1-1 0 0,2 1 1 0 0,-1 0-1 0 0,0 0 1 0 0,0 1 0 0 0,0-1-1 0 0,1 0 1 0 0,-1 0-1 0 0,1 1 1 0 0,0-1 0 0 0,2-1-1 0 0,27-11 13341 0 0,-10 22-13801 0 0,-13-4 1412 0 0,8 2-717 0 0,2 1 109 0 0,0-1 0 0 0,22 5-1 0 0,-32-10-326 0 0,-1 0 0 0 0,0 0-1 0 0,0-1 1 0 0,0 0 0 0 0,0 0 0 0 0,1-1 0 0 0,-1 0-1 0 0,0 0 1 0 0,10-4 0 0 0,0-1 98 0 0,1 0 0 0 0,-1-2-1 0 0,-1 0 1 0 0,1-1 0 0 0,-1 0 0 0 0,-1-2 0 0 0,0 0 0 0 0,0 0-1 0 0,22-25 1 0 0,140-152-1804 0 0,-159 169 766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2.4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79 98 3225 0 0,'-24'-58'1992'0'0,"11"18"10751"0"0,14 84-12022 0 0,-2 0 0 0 0,-2 0 0 0 0,-14 73 0 0 0,-2 33-987 0 0,17-126 113 0 0,2-1 0 0 0,0 1 0 0 0,2 0-1 0 0,5 30 1 0 0,4-15-1118 0 0,-6-24-1697 0 0,-1-4-1015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2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0 393 456 0 0,'0'-2'-45'0'0,"2"-23"1270"0"0,6-40-1 0 0,-7 58-740 0 0,1 1 0 0 0,-1 0 1 0 0,1 0-1 0 0,0 0 0 0 0,1 0 0 0 0,-1 0 0 0 0,1 1 0 0 0,1-1 0 0 0,-1 1 1 0 0,1 0-1 0 0,-1 0 0 0 0,6-5 0 0 0,-7 9-288 0 0,-1 0 0 0 0,1 0 1 0 0,-1 0-1 0 0,1 1 0 0 0,-1-1 0 0 0,1 0 0 0 0,-1 1 1 0 0,1 0-1 0 0,0-1 0 0 0,-1 1 0 0 0,1 0 0 0 0,-1 0 1 0 0,1 0-1 0 0,0 0 0 0 0,-1 0 0 0 0,1 0 0 0 0,0 0 1 0 0,-1 1-1 0 0,1-1 0 0 0,0 0 0 0 0,-1 1 0 0 0,1 0 1 0 0,-1-1-1 0 0,1 1 0 0 0,-1 0 0 0 0,1 0 0 0 0,-1-1 1 0 0,0 1-1 0 0,1 1 0 0 0,1 0 0 0 0,6 6 249 0 0,0-1 1 0 0,0 2-1 0 0,7 9 0 0 0,-12-14-321 0 0,60 75 748 0 0,-44-51-681 0 0,2 0 1 0 0,0-2-1 0 0,41 36 0 0 0,-56-57-92 0 0,0 1-1 0 0,0-1 1 0 0,0 0-1 0 0,1-1 1 0 0,-1 0 0 0 0,1 0-1 0 0,0 0 1 0 0,1-1-1 0 0,-1-1 1 0 0,1 1 0 0 0,-1-1-1 0 0,1-1 1 0 0,-1 1-1 0 0,1-1 1 0 0,0-1-1 0 0,0 0 1 0 0,0 0 0 0 0,15-3-1 0 0,-19 1-46 0 0,0 1-1 0 0,0-1 1 0 0,0 0 0 0 0,-1-1-1 0 0,1 0 1 0 0,0 1 0 0 0,-1-1-1 0 0,0-1 1 0 0,0 1 0 0 0,0 0-1 0 0,0-1 1 0 0,0 0 0 0 0,-1 0-1 0 0,0 0 1 0 0,1-1-1 0 0,-2 1 1 0 0,1-1 0 0 0,0 1-1 0 0,-1-1 1 0 0,0 0 0 0 0,0 0-1 0 0,2-8 1 0 0,2-10 107 0 0,0 0 0 0 0,-1-1-1 0 0,2-36 1 0 0,3-123 135 0 0,-4 63-4637 0 0,-5 101-2448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3.1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90 6449 0 0,'-1'-1'189'0'0,"1"1"-1"0"0,-1 0 1 0 0,0 0-1 0 0,0-1 1 0 0,0 1-1 0 0,0 0 1 0 0,0 0-1 0 0,0 0 1 0 0,0 0 0 0 0,0 0-1 0 0,0 1 1 0 0,0-1-1 0 0,0 0 1 0 0,0 0-1 0 0,0 1 1 0 0,0-1-1 0 0,1 0 1 0 0,-1 1-1 0 0,0-1 1 0 0,0 1-1 0 0,0-1 1 0 0,1 1-1 0 0,-1-1 1 0 0,0 1-1 0 0,0 0 1 0 0,0 1-1 0 0,-23 19 1084 0 0,23-20-1040 0 0,-10 10-6 0 0,1 1 1 0 0,0 1 0 0 0,1 0-1 0 0,0 0 1 0 0,-10 22-1 0 0,15-28-227 0 0,1 0 0 0 0,0 0 0 0 0,1 0-1 0 0,-1 1 1 0 0,1-1 0 0 0,1 1-1 0 0,-1 0 1 0 0,1-1 0 0 0,1 1 0 0 0,-1 0-1 0 0,1 0 1 0 0,1-1 0 0 0,1 11-1 0 0,-1-15 16 0 0,-1-1 0 0 0,1 1-1 0 0,0-1 1 0 0,0 1 0 0 0,0-1-1 0 0,0 0 1 0 0,1 1 0 0 0,-1-1-1 0 0,1 0 1 0 0,-1 0 0 0 0,1 0 0 0 0,0 0-1 0 0,0 0 1 0 0,0 0 0 0 0,0 0-1 0 0,0-1 1 0 0,0 1 0 0 0,0-1-1 0 0,1 1 1 0 0,-1-1 0 0 0,0 0-1 0 0,1 0 1 0 0,-1 0 0 0 0,1 0-1 0 0,-1 0 1 0 0,1-1 0 0 0,0 1-1 0 0,-1-1 1 0 0,1 0 0 0 0,0 0-1 0 0,-1 0 1 0 0,1 0 0 0 0,0 0-1 0 0,4-1 1 0 0,-1 0 81 0 0,-1 0 1 0 0,1-1-1 0 0,-1 1 0 0 0,1-1 0 0 0,-1 0 1 0 0,1-1-1 0 0,-1 1 0 0 0,0-1 1 0 0,0 0-1 0 0,-1 0 0 0 0,1-1 0 0 0,0 0 1 0 0,-1 1-1 0 0,0-1 0 0 0,4-6 1 0 0,-4 4 45 0 0,0 0 1 0 0,0 0 0 0 0,0-1 0 0 0,-1 1 0 0 0,-1-1 0 0 0,1 0 0 0 0,-1 0 0 0 0,0 0 0 0 0,0 0-1 0 0,-1-1 1 0 0,0 1 0 0 0,0 0 0 0 0,-1-1 0 0 0,0 1 0 0 0,0 0 0 0 0,-1-1 0 0 0,0 1 0 0 0,0 0-1 0 0,-1-1 1 0 0,0 1 0 0 0,0 0 0 0 0,0 0 0 0 0,-6-10 0 0 0,2 5-93 0 0,-1 1-1 0 0,0 1 1 0 0,0-1 0 0 0,-1 1-1 0 0,0 1 1 0 0,0-1 0 0 0,-1 1-1 0 0,-1 1 1 0 0,0 0 0 0 0,0 0-1 0 0,0 1 1 0 0,-22-12 0 0 0,9 9-1603 0 0,2 0-5235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7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0 10138 0 0,'-8'25'7798'0'0,"-20"28"-5333"0"0,8-15-1551 0 0,-63 156 510 0 0,55-92-2523 0 0,24-77-935 0 0,0 1 1 0 0,0 27-1 0 0,4-25-4655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7.3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1 159 6913 0 0,'3'-2'309'0'0,"0"0"-1"0"0,1 1 0 0 0,-1-1 1 0 0,1 1-1 0 0,0 0 0 0 0,-1 0 0 0 0,1 0 1 0 0,0 0-1 0 0,-1 1 0 0 0,1-1 0 0 0,0 1 1 0 0,0 0-1 0 0,0 0 0 0 0,-1 1 0 0 0,1-1 1 0 0,0 1-1 0 0,0 0 0 0 0,-1 0 0 0 0,1 0 1 0 0,6 3-1 0 0,0 0 513 0 0,0 0-1 0 0,-1 1 1 0 0,0 0-1 0 0,1 1 1 0 0,-2 0-1 0 0,11 9 1 0 0,2 6-556 0 0,-1 1 0 0 0,23 33 0 0 0,-31-39-136 0 0,0 1 0 0 0,1-2 0 0 0,1 1 0 0 0,0-2 0 0 0,1 0 0 0 0,31 22-1 0 0,-43-34-112 0 0,-1-1 0 0 0,1 1 0 0 0,0-1 0 0 0,0 0 0 0 0,0 0 0 0 0,-1 0 0 0 0,1 0 0 0 0,5 0 0 0 0,-7-1 2 0 0,0 0 0 0 0,0 0 1 0 0,0 0-1 0 0,0 0 0 0 0,0 0 1 0 0,0 0-1 0 0,0-1 0 0 0,0 1 0 0 0,0 0 1 0 0,0-1-1 0 0,0 1 0 0 0,0 0 0 0 0,0-1 1 0 0,0 1-1 0 0,0-1 0 0 0,0 0 0 0 0,1 0 1 0 0,0-2 27 0 0,0-1 0 0 0,0 1 0 0 0,0 0 0 0 0,-1 0 0 0 0,1-1 1 0 0,-1 1-1 0 0,0-1 0 0 0,0 1 0 0 0,0-1 0 0 0,0 0 0 0 0,0 0 1 0 0,-1-4-1 0 0,7-113 897 0 0,-7 91-1184 0 0,1 0 0 0 0,1 0 0 0 0,2 0-1 0 0,8-35 1 0 0,0 29-5016 0 0,2-2-1786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7.7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30 131 5529 0 0,'-6'12'11709'0'0,"-12"36"-10472"0"0,16-40-1132 0 0,1 1 1 0 0,0 0 0 0 0,0 0-1 0 0,1 0 1 0 0,0 0 0 0 0,1 0-1 0 0,0 0 1 0 0,0 0 0 0 0,1 0-1 0 0,0-1 1 0 0,0 1 0 0 0,1 0-1 0 0,0-1 1 0 0,8 15 0 0 0,-7-18-88 0 0,0 1 1 0 0,1 0 0 0 0,-1-1-1 0 0,1 0 1 0 0,0 0 0 0 0,0-1 0 0 0,0 1-1 0 0,1-1 1 0 0,0 0 0 0 0,0 0-1 0 0,0-1 1 0 0,0 0 0 0 0,0 0 0 0 0,1 0-1 0 0,-1-1 1 0 0,1 0 0 0 0,-1 0-1 0 0,1-1 1 0 0,11 2 0 0 0,-11-3 66 0 0,0 1 0 0 0,0-1 0 0 0,-1 0 1 0 0,1 0-1 0 0,0-1 0 0 0,-1 0 0 0 0,1 0 1 0 0,0 0-1 0 0,-1-1 0 0 0,0 0 0 0 0,1 0 1 0 0,-1-1-1 0 0,0 0 0 0 0,0 0 1 0 0,0 0-1 0 0,0-1 0 0 0,-1 0 0 0 0,0 0 1 0 0,0 0-1 0 0,0-1 0 0 0,0 0 0 0 0,4-5 1 0 0,-4 3-6 0 0,0-1 1 0 0,-1 1-1 0 0,1-1 1 0 0,-2 0 0 0 0,1 0-1 0 0,-1-1 1 0 0,-1 1-1 0 0,1 0 1 0 0,-1-1 0 0 0,-1 0-1 0 0,0 0 1 0 0,0 1 0 0 0,-1-1-1 0 0,0 0 1 0 0,0 0-1 0 0,-2-11 1 0 0,-1 3-40 0 0,0 1 0 0 0,-2 0 0 0 0,1 0 0 0 0,-2 0 0 0 0,-8-16 0 0 0,11 26-60 0 0,0-1 1 0 0,-1 1-1 0 0,0-1 1 0 0,0 1-1 0 0,0 0 0 0 0,-1 1 1 0 0,0-1-1 0 0,0 1 0 0 0,-1 0 1 0 0,1 0-1 0 0,-1 1 1 0 0,0-1-1 0 0,-12-5 0 0 0,3 5-319 0 0,1 5-85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3.7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28 80 10594 0 0,'-1'0'46'0'0,"0"-1"-1"0"0,1 1 1 0 0,-1 0 0 0 0,0-1-1 0 0,0 1 1 0 0,0 0-1 0 0,0 0 1 0 0,1 0-1 0 0,-1 0 1 0 0,0-1 0 0 0,0 1-1 0 0,0 0 1 0 0,0 0-1 0 0,0 1 1 0 0,0-1 0 0 0,1 0-1 0 0,-1 0 1 0 0,0 0-1 0 0,0 1 1 0 0,0-1-1 0 0,1 0 1 0 0,-1 1 0 0 0,0-1-1 0 0,0 1 1 0 0,1-1-1 0 0,-1 1 1 0 0,0-1-1 0 0,0 1 1 0 0,0 2 28 0 0,0-1 0 0 0,1 0 1 0 0,-1 1-1 0 0,1-1 0 0 0,0 0 0 0 0,0 1 1 0 0,0-1-1 0 0,0 0 0 0 0,1 4 0 0 0,-1 3 263 0 0,1 11 70 0 0,2-1 0 0 0,0 1 0 0 0,0-1 0 0 0,2 0 0 0 0,1 0 0 0 0,13 32 0 0 0,-15-42-304 0 0,0 0 0 0 0,1 0 0 0 0,0-1 0 0 0,1 1 0 0 0,-1-1 0 0 0,2 0 0 0 0,-1 0 0 0 0,1-1 0 0 0,0 0 0 0 0,1 0 0 0 0,0-1 0 0 0,0 0 0 0 0,0 0 0 0 0,18 8 0 0 0,-22-12-17 0 0,-1-1-1 0 0,1 0 1 0 0,0 0-1 0 0,-1 0 1 0 0,1 0 0 0 0,0-1-1 0 0,0 1 1 0 0,0-1-1 0 0,-1 0 1 0 0,1 0-1 0 0,0 0 1 0 0,0-1 0 0 0,0 1-1 0 0,-1-1 1 0 0,1 0-1 0 0,6-2 1 0 0,-5 0 60 0 0,0 0 1 0 0,1 0-1 0 0,-1 0 1 0 0,0-1-1 0 0,-1 0 1 0 0,1 0-1 0 0,0 0 1 0 0,-1 0-1 0 0,6-8 1 0 0,2-6 174 0 0,-1 0 0 0 0,0 0 0 0 0,-2-1 0 0 0,14-37 0 0 0,-17 39-353 0 0,31-91 551 0 0,-34 95-844 0 0,0 1 0 0 0,-1 0 0 0 0,0-1 0 0 0,-1 1 0 0 0,-1-1 0 0 0,-1-23 0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3.9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7370 0 0,'-6'35'1587'0'0,"1"1"1"0"0,2-1 0 0 0,2 1 0 0 0,4 45 0 0 0,-2-24 345 0 0,0-22-1471 0 0,0 33-377 0 0,11 82 0 0 0,-8-125-6501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4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10594 0 0,'0'0'165'0'0,"-1"0"0"0"0,1 1-1 0 0,-1-1 1 0 0,1 1 0 0 0,-1-1 0 0 0,1 1-1 0 0,0-1 1 0 0,-1 1 0 0 0,1-1-1 0 0,0 1 1 0 0,-1-1 0 0 0,1 1 0 0 0,0-1-1 0 0,-1 1 1 0 0,1 0 0 0 0,0-1 0 0 0,0 1-1 0 0,0-1 1 0 0,0 1 0 0 0,-1 0-1 0 0,1-1 1 0 0,0 1 0 0 0,0 0 0 0 0,0-1-1 0 0,0 1 1 0 0,1-1 0 0 0,-1 1-1 0 0,0 1 1 0 0,-2 25 1669 0 0,10 114 1517 0 0,5 0-6967 0 0,-10-119-2594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4.3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0 193 4321 0 0,'2'-9'158'0'0,"0"-1"-1"0"0,1 1 1 0 0,0 0 0 0 0,0 0 0 0 0,1 0-1 0 0,0 0 1 0 0,1 1 0 0 0,0-1-1 0 0,0 1 1 0 0,13-14 0 0 0,-11 14 300 0 0,-1 1-1 0 0,1 0 1 0 0,1 0 0 0 0,0 1-1 0 0,0 0 1 0 0,0 0 0 0 0,0 1 0 0 0,1 0-1 0 0,0 0 1 0 0,0 1 0 0 0,1 0-1 0 0,-1 1 1 0 0,1 0 0 0 0,13-2-1 0 0,-15 5-1462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4.6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91 6449 0 0,'-3'4'124'0'0,"-8"14"572"0"0,13-14 48 0 0,11-4 454 0 0,6-5-693 0 0,-1-1-1 0 0,0 0 0 0 0,0-2 1 0 0,-1 0-1 0 0,26-17 1 0 0,20-8-2509 0 0,-51 27 558 0 0,0 1 0 0 0,0 1-1 0 0,18-5 1 0 0,-29 9 1362 0 0,0 0-1 0 0,-1-1 1 0 0,1 1-1 0 0,0 0 1 0 0,0 0-1 0 0,-1-1 1 0 0,1 1-1 0 0,0 0 1 0 0,0 0 0 0 0,-1 0-1 0 0,1 0 1 0 0,0 0-1 0 0,0 0 1 0 0,-1 0-1 0 0,1 0 1 0 0,0 1-1 0 0,-1-1 1 0 0,1 0 0 0 0,0 0-1 0 0,0 1 1 0 0,-1-1-1 0 0,1 0 1 0 0,0 1-1 0 0,-1-1 1 0 0,1 1-1 0 0,-1 0 62 0 0,1 0-1 0 0,-2-1 0 0 0,1 1 1 0 0,0 0-1 0 0,0 0 0 0 0,0-1 1 0 0,0 1-1 0 0,0 0 0 0 0,-1 0 0 0 0,1-1 1 0 0,0 1-1 0 0,-1 0 0 0 0,1 0 1 0 0,0-1-1 0 0,-1 1 0 0 0,1 0 0 0 0,-1-1 1 0 0,0 2-1 0 0,-33 32 402 0 0,32-32-527 0 0,-7 6 126 0 0,-66 65 271 0 0,65-63 355 0 0,1 1 1 0 0,1 0-1 0 0,0 1 0 0 0,0-1 0 0 0,-8 18 0 0 0,16-28-525 0 0,-1-1-1 0 0,1 1 1 0 0,0-1-1 0 0,-1 1 1 0 0,1 0 0 0 0,0-1-1 0 0,-1 1 1 0 0,1-1-1 0 0,0 1 1 0 0,0 0 0 0 0,0-1-1 0 0,-1 1 1 0 0,1 0-1 0 0,0-1 1 0 0,0 1 0 0 0,0-1-1 0 0,0 1 1 0 0,0 0-1 0 0,0-1 1 0 0,0 1 0 0 0,1 0-1 0 0,-1-1 1 0 0,0 1-1 0 0,0 0 1 0 0,0-1 0 0 0,1 1-1 0 0,-1-1 1 0 0,0 1-1 0 0,1-1 1 0 0,-1 1-1 0 0,0 0 1 0 0,1-1 0 0 0,-1 1-1 0 0,1-1 1 0 0,0 1 0 0 0,1 0 19 0 0,-1-1 0 0 0,1 0 0 0 0,0 1 0 0 0,0-1 0 0 0,0 0 0 0 0,0 0 0 0 0,0 0 0 0 0,-1 0 0 0 0,1-1 1 0 0,0 1-1 0 0,0 0 0 0 0,2-2 0 0 0,51-19-599 0 0,-32 9-2839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4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177 46 5529 0 0,'0'-2'147'0'0,"0"0"0"0"0,1 0 0 0 0,-1 0 0 0 0,0 0 0 0 0,-1 0 0 0 0,1 1 0 0 0,0-1 0 0 0,-1 0 0 0 0,1 0 0 0 0,-1 0 0 0 0,1 0 0 0 0,-1 0 0 0 0,0 0 0 0 0,0 0 0 0 0,0 1 0 0 0,0-1 0 0 0,0 0 0 0 0,0 1 0 0 0,0-1 0 0 0,-1 1 0 0 0,1-1 0 0 0,0 1 0 0 0,-3-2 0 0 0,2 3 105 0 0,0-1 1 0 0,0 1 0 0 0,0 0-1 0 0,0 0 1 0 0,0 0-1 0 0,0 0 1 0 0,-1 0 0 0 0,1 0-1 0 0,0 0 1 0 0,0 1 0 0 0,0-1-1 0 0,0 1 1 0 0,0 0 0 0 0,0-1-1 0 0,0 1 1 0 0,0 0-1 0 0,0 0 1 0 0,0 0 0 0 0,1 1-1 0 0,-1-1 1 0 0,0 0 0 0 0,-2 3-1 0 0,-7 5 211 0 0,1 0 0 0 0,0 1 0 0 0,0 1 0 0 0,1 0 0 0 0,0 0 1 0 0,-10 18-1 0 0,14-22-369 0 0,1 0 0 0 0,0 1 0 0 0,0-1 0 0 0,1 1 0 0 0,0 0 0 0 0,1 0 0 0 0,0 0 1 0 0,0 1-1 0 0,0-1 0 0 0,1 1 0 0 0,0-1 0 0 0,1 9 0 0 0,1-11-67 0 0,0 0 1 0 0,1 0-1 0 0,-1-1 0 0 0,1 1 0 0 0,0-1 1 0 0,1 1-1 0 0,-1-1 0 0 0,1 0 0 0 0,0 0 1 0 0,0 0-1 0 0,1-1 0 0 0,0 1 0 0 0,5 5 1 0 0,8 6 72 0 0,1 0 0 0 0,22 14 0 0 0,12 11 404 0 0,-45-35-460 0 0,-1 0 0 0 0,-1 0 1 0 0,1 0-1 0 0,-1 0 0 0 0,0 1 0 0 0,-1 0 1 0 0,1 0-1 0 0,3 10 0 0 0,-6-13-30 0 0,-1 0-1 0 0,0 0 1 0 0,0 0 0 0 0,-1 0-1 0 0,1 0 1 0 0,-1 0-1 0 0,0 0 1 0 0,0 0 0 0 0,0 0-1 0 0,-1 0 1 0 0,1 0 0 0 0,-1-1-1 0 0,0 1 1 0 0,0 0-1 0 0,0 0 1 0 0,-1 0 0 0 0,1-1-1 0 0,-1 1 1 0 0,-4 5 0 0 0,-5 8-1480 0 0,-1-1 0 0 0,-1-1 1 0 0,-25 25-1 0 0,4-7-5122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5.4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25 144 6449 0 0,'-24'-6'6575'0'0,"37"11"-4358"0"0,14 5-1474 0 0,0 0 0 0 0,-2 2 0 0 0,1 1 0 0 0,-2 1 0 0 0,1 1 0 0 0,27 24 0 0 0,-34-27-590 0 0,-10-5-118 0 0,28 17 138 0 0,-34-23-168 0 0,-1 0 1 0 0,1 0-1 0 0,-1-1 0 0 0,1 1 0 0 0,-1 0 1 0 0,1-1-1 0 0,0 1 0 0 0,-1-1 0 0 0,1 0 1 0 0,0 1-1 0 0,-1-1 0 0 0,1 0 1 0 0,0 0-1 0 0,0 0 0 0 0,-1 0 0 0 0,1 0 1 0 0,0 0-1 0 0,-1-1 0 0 0,4 0 0 0 0,-3 0 1 0 0,-1-1 0 0 0,0 1-1 0 0,1 0 1 0 0,-1-1-1 0 0,0 1 1 0 0,0-1-1 0 0,0 1 1 0 0,0-1 0 0 0,0 1-1 0 0,-1-1 1 0 0,1 0-1 0 0,0 1 1 0 0,-1-1-1 0 0,1 0 1 0 0,0-3 0 0 0,3-31 136 0 0,-3 27-117 0 0,4-50-182 0 0,3-31-1266 0 0,1 31-2949 0 0,-5 37-1375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5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 5529 0 0,'-10'31'1253'0'0,"2"0"-1"0"0,2 1 1 0 0,0 0 0 0 0,2 0-1 0 0,2 1 1 0 0,1 42 0 0 0,2-64-1230 0 0,1 0 0 0 0,0 0 0 0 0,5 17 0 0 0,-7-26-42 0 0,1 1 0 0 0,-1-1 0 0 0,1 0 0 0 0,0 1 0 0 0,0-1 0 0 0,0 0 0 0 0,0 0 0 0 0,1 1 0 0 0,-1-1 0 0 0,0 0 0 0 0,1 0 0 0 0,0 0-1 0 0,-1-1 1 0 0,1 1 0 0 0,0 0 0 0 0,0-1 0 0 0,0 1 0 0 0,0-1 0 0 0,0 1 0 0 0,0-1 0 0 0,4 2 0 0 0,2-4 19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5.8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98 1 6913 0 0,'-7'9'751'0'0,"1"1"-1"0"0,0 0 0 0 0,0 0 0 0 0,1 0 0 0 0,0 1 0 0 0,1 0 1 0 0,-6 21-1 0 0,3-11 219 0 0,-3 12 131 0 0,1 0 0 0 0,1 1 0 0 0,-4 40 0 0 0,10-53-1412 0 0,1-1-1 0 0,1 1 0 0 0,1 0 1 0 0,1-1-1 0 0,0 1 0 0 0,9 32 0 0 0,-5-35-5548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6.0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0 195 7370 0 0,'5'-11'344'0'0,"0"1"0"0"0,0 0 0 0 0,1 1 0 0 0,0 0 0 0 0,1-1 0 0 0,0 2 0 0 0,0-1 0 0 0,1 1 0 0 0,0 0 0 0 0,1 1 0 0 0,14-10 0 0 0,-15 11-138 0 0,3-4-243 0 0,1 1 0 0 0,0 0 1 0 0,1 1-1 0 0,-1 1 0 0 0,2 0 1 0 0,-1 1-1 0 0,24-8 0 0 0,-37 13-71 0 0,1 1 0 0 0,-1 0 0 0 0,0 0-1 0 0,1 0 1 0 0,-1-1 0 0 0,1 1-1 0 0,-1 0 1 0 0,0 0 0 0 0,1 0-1 0 0,-1 0 1 0 0,1 0 0 0 0,-1 0 0 0 0,1 0-1 0 0,-1 0 1 0 0,0 0 0 0 0,1 0-1 0 0,-1 0 1 0 0,1 0 0 0 0,-1 0-1 0 0,1 0 1 0 0,-1 0 0 0 0,0 0 0 0 0,1 1-1 0 0,-1-1 1 0 0,1 0 0 0 0,-1 0-1 0 0,0 0 1 0 0,1 1 0 0 0,-1-1-1 0 0,0 0 1 0 0,1 1 0 0 0,-1-1 0 0 0,0 0-1 0 0,1 1 1 0 0,-1-1 0 0 0,0 0-1 0 0,0 1 1 0 0,1-1 0 0 0,-1 0-1 0 0,0 1 1 0 0,0-1 0 0 0,0 1 0 0 0,0-1-1 0 0,1 0 1 0 0,-1 1 0 0 0,0-1-1 0 0,0 1 1 0 0,0-1 0 0 0,0 1-1 0 0,0-1 1 0 0,0 1 0 0 0,-11 21-2453 0 0,0-9 2408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6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30 8290 0 0,'-5'3'156'0'0,"2"-1"-19"0"0,1 0 0 0 0,-1-1 0 0 0,1 1 0 0 0,0 0 0 0 0,0 0 0 0 0,-1 1 0 0 0,1-1 0 0 0,0 0 0 0 0,1 1 0 0 0,-4 4 0 0 0,5-7-49 0 0,1 1 0 0 0,-1-1 0 0 0,0 0 0 0 0,0 0-1 0 0,1 0 1 0 0,-1 1 0 0 0,0-1 0 0 0,0 0 0 0 0,1 0 0 0 0,-1 0 0 0 0,0 0 0 0 0,0 1 0 0 0,1-1 0 0 0,-1 0 0 0 0,0 0 0 0 0,1 0 0 0 0,-1 0 0 0 0,0 0 0 0 0,1 0-1 0 0,-1 0 1 0 0,0 0 0 0 0,1 0 0 0 0,-1 0 0 0 0,0 0 0 0 0,1 0 0 0 0,-1 0 0 0 0,0 0 0 0 0,0 0 0 0 0,1 0 0 0 0,-1 0 0 0 0,0-1 0 0 0,1 1 0 0 0,-1 0 0 0 0,0 0 0 0 0,0 0-1 0 0,1-1 1 0 0,15-5 601 0 0,-15 5-438 0 0,37-18 1177 0 0,-29 14-1707 0 0,0 0-1 0 0,0 0 1 0 0,0 1-1 0 0,0 0 1 0 0,0 1-1 0 0,1 0 1 0 0,0 0-1 0 0,14-1 1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6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1840 0 0,'-2'4'417'0'0,"0"0"-1"0"0,1 0 0 0 0,-1 0 1 0 0,1 0-1 0 0,0 0 1 0 0,0 1-1 0 0,0-1 0 0 0,1 0 1 0 0,0 0-1 0 0,-1 1 0 0 0,1-1 1 0 0,1 0-1 0 0,-1 1 0 0 0,2 6 1 0 0,-1-9-256 0 0,0 0-1 0 0,-1-1 1 0 0,1 1 0 0 0,0 0 0 0 0,0 0-1 0 0,0 0 1 0 0,0-1 0 0 0,1 1 0 0 0,-1-1-1 0 0,0 1 1 0 0,1-1 0 0 0,-1 1 0 0 0,1-1-1 0 0,-1 0 1 0 0,1 0 0 0 0,0 0 0 0 0,0 0-1 0 0,-1 0 1 0 0,1 0 0 0 0,0 0 0 0 0,0 0 0 0 0,0-1-1 0 0,0 1 1 0 0,0-1 0 0 0,0 1 0 0 0,0-1-1 0 0,0 0 1 0 0,0 0 0 0 0,0 0 0 0 0,0 0-1 0 0,0 0 1 0 0,3-1 0 0 0,16-3 32 0 0,0-1 0 0 0,-1-1 0 0 0,0-1 0 0 0,0-1 0 0 0,0 0 0 0 0,20-13 0 0 0,-17 9-469 0 0,16-8-83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6.5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232 29 6449 0 0,'-2'-2'135'0'0,"1"0"-1"0"0,-1 0 0 0 0,1 0 0 0 0,-1 0 1 0 0,0 0-1 0 0,0 0 0 0 0,0 1 0 0 0,0-1 0 0 0,0 1 1 0 0,0-1-1 0 0,0 1 0 0 0,0 0 0 0 0,0 0 1 0 0,-1 0-1 0 0,1 0 0 0 0,0 0 0 0 0,-1 1 1 0 0,1-1-1 0 0,-1 1 0 0 0,-3-1 0 0 0,1 1 219 0 0,0 0-1 0 0,-1 1 1 0 0,1-1-1 0 0,0 1 1 0 0,0 0-1 0 0,0 0 1 0 0,0 1-1 0 0,0 0 1 0 0,-8 4-1 0 0,6-3 7 0 0,1 0-1 0 0,0 1 1 0 0,-1 0-1 0 0,2 0 1 0 0,-1 0 0 0 0,0 1-1 0 0,1 0 1 0 0,0 0-1 0 0,0 0 1 0 0,1 1 0 0 0,-1-1-1 0 0,1 1 1 0 0,0 0-1 0 0,1 0 1 0 0,-4 9 0 0 0,5-9-312 0 0,1 0 0 0 0,0 0 0 0 0,0 0 1 0 0,1 0-1 0 0,-1 0 0 0 0,2 1 0 0 0,-1-1 1 0 0,0 0-1 0 0,1 0 0 0 0,0 0 1 0 0,1 0-1 0 0,-1 0 0 0 0,1-1 0 0 0,1 1 1 0 0,-1 0-1 0 0,1-1 0 0 0,3 7 0 0 0,6 5 211 0 0,0-1-1 0 0,1-1 0 0 0,27 26 1 0 0,9 13 7 0 0,-47-53-265 0 0,0 1-1 0 0,-1 0 0 0 0,0 0 0 0 0,1 0 0 0 0,-1 0 0 0 0,0 0 1 0 0,0 0-1 0 0,0 0 0 0 0,-1 0 0 0 0,1 0 0 0 0,0 1 0 0 0,-1-1 1 0 0,1 0-1 0 0,-1 0 0 0 0,0 1 0 0 0,0-1 0 0 0,0 0 0 0 0,0 1 1 0 0,0-1-1 0 0,-1 3 0 0 0,0-2-2 0 0,0 0 0 0 0,0 0 0 0 0,-1 0-1 0 0,0 0 1 0 0,1 0 0 0 0,-1 0 0 0 0,0-1 0 0 0,0 1 0 0 0,0 0 0 0 0,-1-1 0 0 0,1 0 0 0 0,-5 3 0 0 0,-7 5-12 0 0,0-1 0 0 0,-1 0 0 0 0,0-2 0 0 0,-22 9 0 0 0,35-16 14 0 0,-33 14-1382 0 0,-1-2-5478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9.5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1824 79 5529 0 0,'-9'-12'1038'0'0,"-1"1"-1"0"0,0 0 1 0 0,-1 0-1 0 0,-1 1 1 0 0,-19-14 0 0 0,108 60 4468 0 0,-9 6-4841 0 0,66 55-1 0 0,-98-68-686 0 0,-3 1-1 0 0,0 2 1 0 0,39 50-1 0 0,-57-61 20 0 0,-1 1 0 0 0,-1 1 0 0 0,-1 0 0 0 0,-1 1 0 0 0,-1 0 0 0 0,-2 1 1 0 0,0 0-1 0 0,-1 0 0 0 0,-2 1 0 0 0,3 28 0 0 0,-3 0-5 0 0,-3 0 0 0 0,-2 1 0 0 0,-12 98 0 0 0,-4-51-13 0 0,-4-1-1 0 0,-42 127 1 0 0,52-202 28 0 0,-2 0-1 0 0,0-1 1 0 0,-1 0 0 0 0,-2 0 0 0 0,-1-2 0 0 0,-19 24-1 0 0,-123 123 65 0 0,91-101-61 0 0,-9 9 11 0 0,-3-4 1 0 0,-91 66-1 0 0,-53 42-39 0 0,7-6-97 0 0,6-43-89 0 0,58-40-983 0 0,-60 37-909 0 0,30-19 691 0 0,34-8 3882 0 0,-38 23 1190 0 0,177-118-3156 0 0,13-5-854 0 0,19-7-4849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19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58 1 4609 0 0,'-20'0'13793'0'0,"14"10"-15559"0"0,0 6 1972 0 0,1 0 1 0 0,1 0 0 0 0,0 0 0 0 0,-3 33-1 0 0,4-24-101 0 0,2-18-32 0 0,0 0 0 0 0,0 0 0 0 0,1 0 0 0 0,0 0 0 0 0,1 0 0 0 0,0 0 0 0 0,0 0 0 0 0,0 0-1 0 0,1-1 1 0 0,0 1 0 0 0,0-1 0 0 0,0 1 0 0 0,1-1 0 0 0,0 1 0 0 0,5 5 0 0 0,-5-7 13 0 0,0-1 1 0 0,1 0 0 0 0,-1 0 0 0 0,1-1 0 0 0,0 1 0 0 0,0-1 0 0 0,0 0-1 0 0,1 0 1 0 0,-1 0 0 0 0,1 0 0 0 0,0-1 0 0 0,0 0 0 0 0,0 0-1 0 0,0 0 1 0 0,0 0 0 0 0,0-1 0 0 0,0 0 0 0 0,0 0 0 0 0,0-1 0 0 0,6 1-1 0 0,7-2 302 0 0,0 0 0 0 0,-1-1 0 0 0,33-8 0 0 0,-3 0-1145 0 0,0 6-4836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21.1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1 118 1840 0 0,'16'-43'2215'0'0,"18"-31"10800"0"0,-33 74-12933 0 0,5 12 1250 0 0,1 15-716 0 0,-2 23 384 0 0,-3 83 0 0 0,-3-78-843 0 0,7 61 1 0 0,-6-110-152 0 0,1 0 0 0 0,0 0 0 0 0,1 0 0 0 0,-1 0-1 0 0,1 0 1 0 0,1-1 0 0 0,-1 1 0 0 0,1-1 0 0 0,0 1 0 0 0,0-1-1 0 0,6 8 1 0 0,-7-11 5 0 0,0 0-1 0 0,0 0 1 0 0,0-1 0 0 0,1 1-1 0 0,-1 0 1 0 0,0-1 0 0 0,1 1-1 0 0,-1-1 1 0 0,1 0 0 0 0,0 0-1 0 0,-1 0 1 0 0,1 0 0 0 0,0 0-1 0 0,0 0 1 0 0,-1-1 0 0 0,1 0-1 0 0,0 1 1 0 0,0-1-1 0 0,0 0 1 0 0,0 0 0 0 0,-1-1-1 0 0,1 1 1 0 0,0 0 0 0 0,0-1-1 0 0,0 0 1 0 0,3-1 0 0 0,13-6 179 0 0,-1 0 0 0 0,0-2 1 0 0,0 0-1 0 0,27-21 1 0 0,-30 19-866 0 0,1 2 0 0 0,-1 0 0 0 0,1 0 0 0 0,1 2 0 0 0,35-14 0 0 0,-33 18-6181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21.9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184 251 8290 0 0,'1'0'71'0'0,"-1"0"1"0"0,0-1-1 0 0,1 1 1 0 0,-1-1-1 0 0,0 1 0 0 0,0-1 1 0 0,1 1-1 0 0,-1-1 1 0 0,0 1-1 0 0,0-1 1 0 0,0 1-1 0 0,1-1 1 0 0,-1 0-1 0 0,0 1 1 0 0,0-1-1 0 0,0 1 0 0 0,0-1 1 0 0,0 1-1 0 0,0-1 1 0 0,0 0-1 0 0,0 1 1 0 0,-1-1-1 0 0,1 1 1 0 0,0-1-1 0 0,0 1 0 0 0,0-1 1 0 0,-1 1-1 0 0,1-1 1 0 0,0 1-1 0 0,0-1 1 0 0,-1 1-1 0 0,0-2 1 0 0,0 2 129 0 0,0 0 1 0 0,0-1 0 0 0,-1 1 0 0 0,1 0 0 0 0,0-1 0 0 0,0 1 0 0 0,-1 0 0 0 0,1 0 0 0 0,0 0 0 0 0,0 0-1 0 0,-1 1 1 0 0,1-1 0 0 0,0 0 0 0 0,-2 1 0 0 0,-3 0 356 0 0,0 1 1 0 0,1 0-1 0 0,-1 0 1 0 0,0 1-1 0 0,1 0 1 0 0,-6 3-1 0 0,-1 5-440 0 0,1 1 0 0 0,0-1 0 0 0,1 2 0 0 0,0 0 0 0 0,1 0 0 0 0,0 1 0 0 0,1-1 0 0 0,1 2-1 0 0,0-1 1 0 0,1 1 0 0 0,1 0 0 0 0,0 1 0 0 0,-3 19 0 0 0,8-33-152 0 0,-1 0-1 0 0,1 0 0 0 0,0 1 1 0 0,0-1-1 0 0,0 0 1 0 0,0 1-1 0 0,0-1 1 0 0,1 0-1 0 0,-1 0 0 0 0,1 0 1 0 0,-1 1-1 0 0,1-1 1 0 0,0 0-1 0 0,0 0 1 0 0,0 0-1 0 0,0 0 0 0 0,0 0 1 0 0,0 0-1 0 0,4 3 1 0 0,-4-4 1 0 0,0 0 0 0 0,1-1 0 0 0,-1 1 0 0 0,0 0 0 0 0,1-1 0 0 0,-1 1-1 0 0,1-1 1 0 0,-1 1 0 0 0,1-1 0 0 0,-1 0 0 0 0,1 0 0 0 0,-1 0 0 0 0,1 0 0 0 0,-1 0 0 0 0,1 0 0 0 0,-1 0 0 0 0,1 0 0 0 0,-1-1 0 0 0,1 1 0 0 0,-1 0 0 0 0,1-1 0 0 0,-1 1 0 0 0,1-1 0 0 0,-1 0 0 0 0,0 1 0 0 0,1-1 0 0 0,-1 0 0 0 0,0 0 0 0 0,0 0 0 0 0,2-1 0 0 0,8-8-383 0 0,0 0 0 0 0,-1 0 1 0 0,0-1-1 0 0,-1 0 0 0 0,0-1 0 0 0,-1 0 1 0 0,0 0-1 0 0,0-1 0 0 0,-2 0 0 0 0,8-19 0 0 0,18-32 1929 0 0,-31 63-1378 0 0,-1 1-1 0 0,1-1 1 0 0,-1 0-1 0 0,1 1 0 0 0,0-1 1 0 0,-1 0-1 0 0,1 1 1 0 0,0-1-1 0 0,0 1 1 0 0,-1-1-1 0 0,1 1 0 0 0,0 0 1 0 0,0-1-1 0 0,0 1 1 0 0,0 0-1 0 0,0-1 0 0 0,-1 1 1 0 0,1 0-1 0 0,0 0 1 0 0,0 0-1 0 0,0 0 0 0 0,0 0 1 0 0,0 0-1 0 0,0 0 1 0 0,0 0-1 0 0,0 0 0 0 0,0 0 1 0 0,-1 1-1 0 0,1-1 1 0 0,0 0-1 0 0,0 1 0 0 0,0-1 1 0 0,0 0-1 0 0,-1 1 1 0 0,1-1-1 0 0,0 1 1 0 0,0 0-1 0 0,-1-1 0 0 0,1 1 1 0 0,1 1-1 0 0,37 33 827 0 0,-26-21-530 0 0,-3-5-347 0 0,1-1-1 0 0,0 0 1 0 0,1 0-1 0 0,22 11 1 0 0,-28-17-103 0 0,-1 1 1 0 0,1-1 0 0 0,0 0-1 0 0,0-1 1 0 0,0 1-1 0 0,0-1 1 0 0,0 0 0 0 0,0-1-1 0 0,0 0 1 0 0,0 0-1 0 0,0 0 1 0 0,0 0 0 0 0,8-3-1 0 0,-12 3 1 0 0,0-1 0 0 0,0 0 0 0 0,0 0-1 0 0,0 0 1 0 0,0-1 0 0 0,0 1 0 0 0,0 0-1 0 0,0-1 1 0 0,-1 0 0 0 0,1 1 0 0 0,0-1-1 0 0,-1 0 1 0 0,0 1 0 0 0,1-1 0 0 0,-1 0-1 0 0,0 0 1 0 0,0 0 0 0 0,0 0 0 0 0,0-1 0 0 0,0 1-1 0 0,-1 0 1 0 0,1 0 0 0 0,-1 0 0 0 0,1-4-1 0 0,1-8-164 0 0,0 0 0 0 0,-2-27-1 0 0,0 20 119 0 0,1-64 561 0 0,-13-100-1 0 0,9 210 805 0 0,2 26-1318 0 0,2-27 35 0 0,1 0-1 0 0,2 0 1 0 0,0 0 0 0 0,2 0-1 0 0,10 29 1 0 0,-13-46-12 0 0,0 0-1 0 0,1 1 1 0 0,0-1 0 0 0,0 0 0 0 0,0-1-1 0 0,1 1 1 0 0,0-1 0 0 0,0 0 0 0 0,0 0 0 0 0,1-1-1 0 0,0 1 1 0 0,0-1 0 0 0,1 0 0 0 0,-1-1-1 0 0,1 0 1 0 0,0 0 0 0 0,0 0 0 0 0,1-1-1 0 0,-1 0 1 0 0,9 2 0 0 0,-14-4-25 0 0,0 0 0 0 0,0-1 0 0 0,1 1 0 0 0,-1-1 0 0 0,0 0 0 0 0,0 0 1 0 0,0 0-1 0 0,1 0 0 0 0,-1 0 0 0 0,0 0 0 0 0,0 0 0 0 0,0-1 0 0 0,1 1 0 0 0,-1-1 0 0 0,0 1 0 0 0,0-1 0 0 0,0 0 0 0 0,0 0 1 0 0,0 0-1 0 0,0 0 0 0 0,2-2 0 0 0,-2 1-66 0 0,0 0-1 0 0,-1 0 1 0 0,1-1 0 0 0,0 1 0 0 0,-1-1 0 0 0,1 1 0 0 0,-1-1 0 0 0,0 1-1 0 0,0-1 1 0 0,0 0 0 0 0,0 0 0 0 0,0 0 0 0 0,-1 1 0 0 0,1-4 0 0 0,0-4-416 0 0,-1 1 1 0 0,0 0-1 0 0,0 0 1 0 0,-1-1-1 0 0,0 1 0 0 0,0 0 1 0 0,-1 0-1 0 0,-1 0 1 0 0,-3-9-1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22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1 204 6913 0 0,'5'-1'611'0'0,"0"0"-1"0"0,0 0 0 0 0,0 0 1 0 0,0-1-1 0 0,0 0 0 0 0,0 0 0 0 0,6-4 1 0 0,-8 4-282 0 0,12-5 923 0 0,-1-2-1 0 0,1 0 0 0 0,-2 0 0 0 0,16-14 1 0 0,-24 19-1193 0 0,0 0 1 0 0,-1 0-1 0 0,0-1 1 0 0,0 1 0 0 0,0-1-1 0 0,0 0 1 0 0,-1 0 0 0 0,0 0-1 0 0,0-1 1 0 0,0 1 0 0 0,0-1-1 0 0,-1 1 1 0 0,0-1-1 0 0,2-11 1 0 0,-4 15-22 0 0,0 0-1 0 0,0 0 1 0 0,0 0-1 0 0,0 0 0 0 0,0 0 1 0 0,-1 0-1 0 0,1 0 1 0 0,-1 0-1 0 0,1 0 1 0 0,-1 0-1 0 0,0 1 1 0 0,0-1-1 0 0,0 0 1 0 0,0 0-1 0 0,0 1 1 0 0,0-1-1 0 0,0 0 0 0 0,0 1 1 0 0,-1-1-1 0 0,1 1 1 0 0,-4-3-1 0 0,4 8 64 0 0,-1-1 0 0 0,1 1 0 0 0,-1 0 1 0 0,1 0-1 0 0,1 0 0 0 0,-1 0 0 0 0,0 0 0 0 0,1 5 0 0 0,0-4-90 0 0,0 1 1 0 0,0 0-1 0 0,1 0 1 0 0,0 0-1 0 0,0-1 1 0 0,0 1-1 0 0,1 0 1 0 0,0-1-1 0 0,0 1 1 0 0,0-1-1 0 0,1 0 1 0 0,0 0-1 0 0,0 0 1 0 0,0 0-1 0 0,1 0 1 0 0,-1-1-1 0 0,1 1 1 0 0,0-1-1 0 0,0 0 1 0 0,1 0-1 0 0,-1-1 1 0 0,1 1-1 0 0,0-1 1 0 0,0 0-1 0 0,0 0 1 0 0,0-1-1 0 0,11 5 1 0 0,-10-5-489 0 0,1-1 0 0 0,-1 1 0 0 0,0-1 0 0 0,0 0 0 0 0,1-1 0 0 0,-1 1 0 0 0,1-1 0 0 0,-1 0 0 0 0,13-3 0 0 0,-4 0-5691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22.5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73 5257 0 0,'12'-51'443'0'0,"-10"30"2676"0"0,-4 45 3601 0 0,1-16-5858 0 0,1 1 0 0 0,0 0 0 0 0,0-1 0 0 0,2 11 1 0 0,16 75 2412 0 0,10 67-2619 0 0,-23-106-1732 0 0,-5-37 40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22.9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14 11058 0 0,'25'-14'9407'0'0,"-30"27"-8861"0"0,-3 3-388 0 0,1 0 0 0 0,1 0-1 0 0,0 0 1 0 0,1 1 0 0 0,0 0 0 0 0,-3 29-1 0 0,7-42-138 0 0,1 1 1 0 0,0 0-1 0 0,0 0 0 0 0,0 0 0 0 0,0 0 0 0 0,1 0 1 0 0,0 0-1 0 0,0 0 0 0 0,1 0 0 0 0,-1 0 0 0 0,1-1 1 0 0,0 1-1 0 0,0-1 0 0 0,0 1 0 0 0,1-1 0 0 0,-1 0 1 0 0,1 0-1 0 0,0 0 0 0 0,1 0 0 0 0,-1 0 0 0 0,1-1 1 0 0,-1 1-1 0 0,1-1 0 0 0,0 0 0 0 0,0 0 0 0 0,0-1 1 0 0,8 5-1 0 0,19 5-86 0 0,20 10 51 0 0,-47-20 18 0 0,-1 0 0 0 0,0-1 0 0 0,0 1 0 0 0,0 1 0 0 0,0-1 0 0 0,-1 0 0 0 0,1 1 0 0 0,-1-1 0 0 0,1 1 0 0 0,-1 0 0 0 0,3 5 0 0 0,-4-7 18 0 0,-1 0 1 0 0,0 1-1 0 0,1-1 0 0 0,-1 0 0 0 0,0 1 1 0 0,0-1-1 0 0,0 0 0 0 0,0 1 0 0 0,0-1 1 0 0,0 0-1 0 0,-1 1 0 0 0,1-1 0 0 0,0 0 1 0 0,-1 1-1 0 0,1-1 0 0 0,-1 0 0 0 0,1 0 1 0 0,-1 1-1 0 0,0-1 0 0 0,1 0 0 0 0,-1 0 1 0 0,0 0-1 0 0,0 0 0 0 0,0 0 0 0 0,0 0 0 0 0,0 0 1 0 0,0 0-1 0 0,0 0 0 0 0,0-1 0 0 0,0 1 1 0 0,-2 1-1 0 0,-41 22 433 0 0,40-23-407 0 0,-13 6-294 0 0,0-1 1 0 0,0-1-1 0 0,0-1 0 0 0,-29 3 0 0 0,16-4-7771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57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1939 3361 9218 0 0,'4'4'224'0'0,"0"0"-1"0"0,1 0 1 0 0,-1 0-1 0 0,1-1 1 0 0,0 1 0 0 0,0-1-1 0 0,0-1 1 0 0,1 1 0 0 0,-1-1-1 0 0,1 0 1 0 0,-1 0-1 0 0,1 0 1 0 0,0-1 0 0 0,7 2-1 0 0,-4-2 49 0 0,0 0 0 0 0,0-1 0 0 0,0 1-1 0 0,0-2 1 0 0,1 1 0 0 0,-1-1-1 0 0,0-1 1 0 0,14-3 0 0 0,-8-1 24 0 0,-1 0 1 0 0,1-1 0 0 0,-2-1-1 0 0,1 0 1 0 0,-1-1-1 0 0,0-1 1 0 0,22-21 0 0 0,72-89 873 0 0,-88 97-951 0 0,-8 8-205 0 0,0 0 0 0 0,-1-1 0 0 0,-1 0 0 0 0,-1-1-1 0 0,0 0 1 0 0,-1 0 0 0 0,-1-1 0 0 0,-1 1 0 0 0,0-1 0 0 0,-1 0 0 0 0,-1-1 0 0 0,-1 1-1 0 0,-1-1 1 0 0,0 1 0 0 0,-3-28 0 0 0,-5-20-340 0 0,-4 0 0 0 0,-36-126 0 0 0,36 151 130 0 0,5 22 159 0 0,-112-386-186 0 0,82 302 682 0 0,-90-182-1 0 0,102 243-180 0 0,-2 2 0 0 0,-2 0 0 0 0,-2 2 0 0 0,-61-62 0 0 0,-157-117 999 0 0,135 122-971 0 0,-360-255 51 0 0,333 252-69 0 0,89 66-155 0 0,-103-47-1 0 0,-32-19 116 0 0,167 86-236 0 0,1-1-1 0 0,0-1 0 0 0,1 0 1 0 0,1-1-1 0 0,0-1 1 0 0,1-1-1 0 0,-16-23 1 0 0,20 22-131 0 0,1 0 1 0 0,1 0-1 0 0,-10-30 1 0 0,13 32-25 0 0,0-1-1 0 0,-1 1 0 0 0,-1 0 1 0 0,-1 1-1 0 0,-14-21 1 0 0,6 14-59 0 0,9 11 109 0 0,0 0-1 0 0,-1 0 1 0 0,-20-17 0 0 0,27 26 86 0 0,0 0 0 0 0,0 0 1 0 0,-1 1-1 0 0,1-1 0 0 0,-1 1 0 0 0,1-1 1 0 0,-1 1-1 0 0,0 0 0 0 0,1 0 0 0 0,-1 0 0 0 0,0 1 1 0 0,0-1-1 0 0,0 1 0 0 0,1-1 0 0 0,-1 1 0 0 0,0 0 1 0 0,0 0-1 0 0,0 0 0 0 0,0 1 0 0 0,0-1 1 0 0,0 1-1 0 0,1-1 0 0 0,-1 1 0 0 0,-3 1 0 0 0,4-1 2 0 0,0 1-1 0 0,1-1 1 0 0,-1 0-1 0 0,1 1 1 0 0,-1-1-1 0 0,1 1 1 0 0,-1-1-1 0 0,1 1 1 0 0,0 0-1 0 0,0-1 1 0 0,0 1 0 0 0,0 0-1 0 0,0 0 1 0 0,0 0-1 0 0,0 0 1 0 0,1 0-1 0 0,-1 2 1 0 0,-9 43-151 0 0,7-27 122 0 0,-1 0 31 0 0,-51 194-154 0 0,37-246-483 0 0,12 19 480 0 0,1-1 0 0 0,1 1 0 0 0,0-1-1 0 0,1 0 1 0 0,-2-22 0 0 0,4 28 362 0 0,0-1 1 0 0,1 0-1 0 0,1 0 1 0 0,-1 1-1 0 0,1-1 1 0 0,0 1-1 0 0,1-1 0 0 0,0 1 1 0 0,1-1-1 0 0,3-9 1 0 0,-3 13-163 0 0,0 0 1 0 0,0 0 0 0 0,0 1-1 0 0,0-1 1 0 0,1 1 0 0 0,-1-1-1 0 0,1 1 1 0 0,0 0 0 0 0,1 0-1 0 0,-1 1 1 0 0,1 0 0 0 0,-1-1-1 0 0,1 1 1 0 0,0 1 0 0 0,0-1-1 0 0,1 1 1 0 0,-1 0 0 0 0,0 0-1 0 0,1 0 1 0 0,-1 1 0 0 0,1 0-1 0 0,-1 0 1 0 0,1 0 0 0 0,10 1-1 0 0,0 1 70 0 0,1 0 0 0 0,0 2 0 0 0,-1 0 0 0 0,1 0-1 0 0,-1 2 1 0 0,0 0 0 0 0,16 8 0 0 0,173 77-1988 0 0,-166-72 675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58.8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3122 3681 0 0,'0'0'72'0'0,"1"0"1"0"0,-1 0-1 0 0,0 1 1 0 0,0-1-1 0 0,0 0 1 0 0,0 0-1 0 0,0 0 1 0 0,0 1-1 0 0,0-1 1 0 0,0 0-1 0 0,0 0 1 0 0,1 1 507 0 0,-1 0-508 0 0,1-1 1 0 0,-1 0-1 0 0,0 0 1 0 0,0 0-1 0 0,0 0 1 0 0,1 0-1 0 0,-1 0 1 0 0,0 0-1 0 0,0 0 1 0 0,0 1-1 0 0,1-1 1 0 0,-1 0-1 0 0,0 0 1 0 0,0 0-1 0 0,0 0 1 0 0,1 0-1 0 0,-1 0 1 0 0,0 0-1 0 0,1 0 1 0 0,13-4 2106 0 0,14-9-806 0 0,-28 13-1373 0 0,25-15 787 0 0,0-1 0 0 0,-1-1 0 0 0,34-32 0 0 0,61-70 833 0 0,-89 88-1671 0 0,27-28 154 0 0,-3-3-1 0 0,-2-2 1 0 0,-3-3 0 0 0,-3-1-1 0 0,61-122 1 0 0,-71 110 72 0 0,-4-2 0 0 0,-3-1 0 0 0,-4-1 0 0 0,21-130 0 0 0,-37 148-244 0 0,-2 0 1 0 0,-4-1-1 0 0,-2 1 0 0 0,-4-1 1 0 0,-2 1-1 0 0,-22-103 1 0 0,-22-20-333 0 0,24 102 699 0 0,4-1 1 0 0,-12-108-1 0 0,29 150-92 0 0,0 6 199 0 0,0-45 1 0 0,5 72-267 0 0,0 0-1 0 0,0 0 1 0 0,2 0-1 0 0,-1 0 1 0 0,1 0-1 0 0,1 1 0 0 0,8-19 1 0 0,3 6 2 0 0,12-27-52 0 0,-26 50-85 0 0,-1-1 0 0 0,1 1 0 0 0,0 0 0 0 0,-1 0 0 0 0,1 0 0 0 0,-1 0 0 0 0,1-1-1 0 0,-1 1 1 0 0,0 0 0 0 0,0 0 0 0 0,0 0 0 0 0,0-1 0 0 0,-1 1 0 0 0,1 0 0 0 0,-1 0 0 0 0,1 0-1 0 0,-1-1 1 0 0,0 1 0 0 0,0 0 0 0 0,-1-2 0 0 0,0 1 14 0 0,-1 1 1 0 0,1 0-1 0 0,-1 0 0 0 0,1 1 1 0 0,-1-1-1 0 0,0 0 1 0 0,0 1-1 0 0,0 0 0 0 0,0 0 1 0 0,0 0-1 0 0,0 0 0 0 0,0 0 1 0 0,0 0-1 0 0,0 1 0 0 0,0-1 1 0 0,0 1-1 0 0,-1 0 1 0 0,1 0-1 0 0,-4 1 0 0 0,2-1-86 0 0,1 0 0 0 0,-1 1-1 0 0,1-1 1 0 0,-1 1 0 0 0,1 0-1 0 0,-1 1 1 0 0,1-1 0 0 0,0 1-1 0 0,0 0 1 0 0,0-1 0 0 0,0 2-1 0 0,0-1 1 0 0,-5 4 0 0 0,20-17-216 0 0,5-4 177 0 0,-1 0-1 0 0,0-1 0 0 0,-2-1 0 0 0,1-1 1 0 0,13-24-1 0 0,-10 6 153 0 0,21-60 1 0 0,-42 98 84 0 0,0 0 0 0 0,0 1 1 0 0,0 0-1 0 0,1-1 0 0 0,-1 1 0 0 0,1 1 1 0 0,0-1-1 0 0,0 0 0 0 0,0 1 1 0 0,0 0-1 0 0,0 0 0 0 0,-3 8 0 0 0,5-11-50 0 0,1 0 0 0 0,-1 0-1 0 0,1 1 1 0 0,0-1 0 0 0,0 0-1 0 0,-1 1 1 0 0,1-1 0 0 0,0 0-1 0 0,0 1 1 0 0,0-1 0 0 0,1 1-1 0 0,-1-1 1 0 0,0 0 0 0 0,0 1-1 0 0,1-1 1 0 0,-1 0 0 0 0,1 0-1 0 0,-1 1 1 0 0,1-1 0 0 0,-1 0-1 0 0,1 0 1 0 0,0 0 0 0 0,-1 1-1 0 0,1-1 1 0 0,2 1-1 0 0,-2-1-43 0 0,1-1-1 0 0,0 0 0 0 0,-1 1 0 0 0,1-1 1 0 0,0 0-1 0 0,0 0 0 0 0,-1 0 0 0 0,1 0 1 0 0,0 0-1 0 0,0-1 0 0 0,-1 1 0 0 0,1 0 1 0 0,0-1-1 0 0,-1 1 0 0 0,1-1 0 0 0,0 0 1 0 0,-1 0-1 0 0,1 1 0 0 0,-1-1 0 0 0,3-2 1 0 0,9-4 12 0 0,0 0 0 0 0,0 1 1 0 0,0 0-1 0 0,27-6 0 0 0,-34 10-326 0 0,1 1 0 0 0,-1 0 0 0 0,1 1 0 0 0,0-1-1 0 0,-1 1 1 0 0,1 1 0 0 0,0-1 0 0 0,0 1-1 0 0,-1 0 1 0 0,1 1 0 0 0,-1-1 0 0 0,11 5-1 0 0,9 7-6491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5:59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2923 8754 0 0,'-3'2'268'0'0,"0"0"-1"0"0,1 0 1 0 0,-1 0 0 0 0,1 1-1 0 0,-1-1 1 0 0,1 1 0 0 0,0 0-1 0 0,0 0 1 0 0,0 0 0 0 0,0 0-1 0 0,-1 4 1 0 0,3-7-210 0 0,0 1-1 0 0,0-1 1 0 0,0 1-1 0 0,-1-1 1 0 0,1 1-1 0 0,0-1 1 0 0,1 0-1 0 0,-1 1 1 0 0,0-1-1 0 0,0 1 1 0 0,0-1-1 0 0,0 1 1 0 0,0-1-1 0 0,0 0 1 0 0,0 1-1 0 0,1-1 1 0 0,-1 1-1 0 0,0-1 1 0 0,0 0-1 0 0,1 1 1 0 0,-1-1-1 0 0,0 0 1 0 0,0 1-1 0 0,1-1 1 0 0,-1 0-1 0 0,0 1 1 0 0,1-1-1 0 0,-1 0 1 0 0,1 0-1 0 0,0 1 1 0 0,1 0 25 0 0,0-1 1 0 0,1 1-1 0 0,-1-1 1 0 0,0 1 0 0 0,1-1-1 0 0,-1 0 1 0 0,1 0-1 0 0,-1 0 1 0 0,4 0-1 0 0,54-8 715 0 0,0-3-1 0 0,81-25 1 0 0,-72 17-467 0 0,261-92 566 0 0,-9-26-414 0 0,-301 128-456 0 0,467-251 390 0 0,-425 221-409 0 0,83-68 0 0 0,47-59-8 0 0,-33 27 192 0 0,-81 70 127 0 0,82-93-1 0 0,54-90 190 0 0,-179 210-451 0 0,-7 5-47 0 0,-1-1-1 0 0,-2-1 1 0 0,-2-1 0 0 0,-2-1 0 0 0,-1-1 0 0 0,-3-1 0 0 0,19-65-1 0 0,18-62-397 0 0,136-289 0 0 0,-147 380 511 0 0,-29 58-51 0 0,-2-1-1 0 0,0 0 1 0 0,-2-1-1 0 0,0 0 1 0 0,11-42-1 0 0,-21 61-40 0 0,1 0-1 0 0,-1-1 1 0 0,0 1-1 0 0,0 0 1 0 0,0 0 0 0 0,-1-7-1 0 0,0 10 1 0 0,1-1 0 0 0,0 0-1 0 0,-1 1 1 0 0,1-1 0 0 0,-1 1 0 0 0,0-1 0 0 0,1 0-1 0 0,-1 1 1 0 0,0 0 0 0 0,0-1 0 0 0,0 1 0 0 0,0-1-1 0 0,0 1 1 0 0,0 0 0 0 0,0 0 0 0 0,-1-1 0 0 0,1 1-1 0 0,-3-1 1 0 0,1 9 53 0 0,0 1-1 0 0,0-1 1 0 0,-1 0-1 0 0,-6 9 1 0 0,-2-4-150 0 0,0 1 1 0 0,-1-1 0 0 0,-1-1 0 0 0,-23 15 0 0 0,-65 33-327 0 0,87-51 381 0 0,10-5 11 0 0,3-1 0 0 0,-1 0 0 0 0,0-1 0 0 0,0 1 0 0 0,0-1 0 0 0,0 1 0 0 0,0-1 0 0 0,0 0 0 0 0,0 0 0 0 0,-1 0 0 0 0,1-1 0 0 0,0 1 0 0 0,-5-1 0 0 0,9-5-254 0 0,1 1-1 0 0,0-1 0 0 0,0 1 0 0 0,1-1 0 0 0,-1 1 0 0 0,6-8 0 0 0,38-51-1421 0 0,57-76 3032 0 0,-101 136-1271 0 0,-1 1-1 0 0,1 0 1 0 0,0-1-1 0 0,0 1 1 0 0,0 0-1 0 0,0 0 1 0 0,0 0 0 0 0,1 1-1 0 0,-1-1 1 0 0,0 0-1 0 0,1 1 1 0 0,0 0 0 0 0,-1-1-1 0 0,1 1 1 0 0,0 0-1 0 0,-1 0 1 0 0,1 1-1 0 0,0-1 1 0 0,0 0 0 0 0,0 1-1 0 0,0 0 1 0 0,0 0-1 0 0,-1 0 1 0 0,1 0-1 0 0,4 0 1 0 0,-1 2 30 0 0,0 0 1 0 0,0 1-1 0 0,-1-1 1 0 0,1 1-1 0 0,-1 0 1 0 0,0 1-1 0 0,0-1 1 0 0,0 1-1 0 0,0 0 1 0 0,0 0-1 0 0,3 5 1 0 0,45 46 303 0 0,41 39-2672 0 0,-77-78-5147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01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2887 4145 0 0,'12'0'2262'0'0,"0"0"-1024"0"0,1 0 0 0 0,21-3 0 0 0,51-9 1014 0 0,121-3 0 0 0,55-6-297 0 0,441-124-267 0 0,-311 54-1662 0 0,478-129 81 0 0,-799 196 46 0 0,0-3 0 0 0,96-54 0 0 0,119-92 855 0 0,-152 83-472 0 0,185-111 109 0 0,-263 170-633 0 0,-3-3 1 0 0,0-2 0 0 0,-3-2-1 0 0,-1-3 1 0 0,62-66 0 0 0,-27 20 3 0 0,21-18 52 0 0,104-141 0 0 0,-113 121-649 0 0,138-141 0 0 0,-213 245 502 0 0,-1-2-1 0 0,-1 0 1 0 0,30-51 0 0 0,28-82-319 0 0,-73 149 354 0 0,1-1 2 0 0,8-20-378 0 0,0 0-1 0 0,9-37 1 0 0,-18 56 372 0 0,-1 0 1 0 0,-1-1-1 0 0,0 1 0 0 0,0 0 1 0 0,-1 0-1 0 0,0-1 0 0 0,-1 1 1 0 0,0 0-1 0 0,0 0 0 0 0,-1-1 1 0 0,-5-16-1 0 0,2 9 375 0 0,-3-12 1331 0 0,7 29-1633 0 0,0-1 0 0 0,0 1 1 0 0,0-1-1 0 0,0 1 1 0 0,1-1-1 0 0,-1 1 0 0 0,0-1 1 0 0,0 1-1 0 0,0 0 1 0 0,0 0-1 0 0,0-1 1 0 0,0 1-1 0 0,0 0 0 0 0,0 0 1 0 0,0 0-1 0 0,0 0 1 0 0,0 0-1 0 0,0 0 0 0 0,0 0 1 0 0,0 0-1 0 0,-2 1 1 0 0,-24 5 132 0 0,24-5-155 0 0,-190 60-769 0 0,180-58 1059 0 0,12-5-11 0 0,20-10-49 0 0,-5 4-571 0 0,27-16-259 0 0,1 2 0 0 0,79-30 0 0 0,-118 51 615 0 0,-1-1 1 0 0,1 1 0 0 0,-1 0-1 0 0,1 1 1 0 0,-1-1 0 0 0,1 0-1 0 0,0 1 1 0 0,-1-1 0 0 0,1 1 0 0 0,-1 0-1 0 0,1 0 1 0 0,0 0 0 0 0,5 1-1 0 0,-6 0 91 0 0,0 1 0 0 0,-1-1 0 0 0,1 0 0 0 0,0 1 0 0 0,0 0 0 0 0,-1-1-1 0 0,1 1 1 0 0,-1 0 0 0 0,0 0 0 0 0,1 0 0 0 0,-1 0 0 0 0,0 0 0 0 0,0 0-1 0 0,0 0 1 0 0,0 0 0 0 0,0 3 0 0 0,15 35 194 0 0,2 0-1 0 0,2-1 1 0 0,1-2 0 0 0,50 69 0 0 0,-23-46-2034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0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97 207 4145 0 0,'19'-72'2653'0'0,"18"-62"8071"0"0,-71 255-7012 0 0,-7 73-3455 0 0,6-23-247 0 0,20-103-26 0 0,-9 98 0 0 0,20-63-7289 0 0,4-89 1199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1.2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54 9674 0 0,'2'-3'-91'0'0,"1"-4"982"0"0,0 1 0 0 0,0 0 0 0 0,1 0-1 0 0,0 1 1 0 0,6-8 0 0 0,-9 12-786 0 0,0 0 1 0 0,-1 1 0 0 0,1-1-1 0 0,0 0 1 0 0,0 1 0 0 0,0-1-1 0 0,0 1 1 0 0,-1-1-1 0 0,1 1 1 0 0,0 0 0 0 0,0-1-1 0 0,0 1 1 0 0,0 0 0 0 0,0-1-1 0 0,0 1 1 0 0,0 0 0 0 0,0 0-1 0 0,0 0 1 0 0,0 0-1 0 0,0 0 1 0 0,0 0 0 0 0,0 0-1 0 0,0 0 1 0 0,0 1 0 0 0,0-1-1 0 0,0 0 1 0 0,0 1-1 0 0,0-1 1 0 0,0 0 0 0 0,0 1-1 0 0,0-1 1 0 0,0 1 0 0 0,-1 0-1 0 0,1-1 1 0 0,0 1 0 0 0,0-1-1 0 0,-1 1 1 0 0,1 0-1 0 0,0 0 1 0 0,-1 0 0 0 0,1-1-1 0 0,-1 1 1 0 0,1 0 0 0 0,-1 0-1 0 0,1 2 1 0 0,14 21 278 0 0,-2 1 1 0 0,-2 1-1 0 0,0 0 1 0 0,-1 1-1 0 0,9 43 1 0 0,-1-8-138 0 0,128 379-1773 0 0,-139-418-3582 0 0,0-2-1653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1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3 115 12899 0 0,'-1'0'42'0'0,"1"-1"0"0"0,0 1 0 0 0,0 0 0 0 0,0 0 0 0 0,0 0 0 0 0,-1 0 0 0 0,1 0 0 0 0,0-1 0 0 0,0 1 0 0 0,0 0 0 0 0,0 0 0 0 0,0 0 0 0 0,0 0 0 0 0,0-1 0 0 0,0 1 0 0 0,-1 0 0 0 0,1 0 0 0 0,0 0 0 0 0,0-1 0 0 0,0 1 0 0 0,0 0 0 0 0,0 0 0 0 0,0 0 0 0 0,0-1 0 0 0,0 1 1 0 0,0 0-1 0 0,0 0 0 0 0,0 0 0 0 0,0-1 0 0 0,0 1 0 0 0,1 0 0 0 0,-1 0 0 0 0,0 0 0 0 0,0 0 0 0 0,0-1 0 0 0,0 1 0 0 0,0 0 0 0 0,0 0 0 0 0,0 0 0 0 0,0 0 0 0 0,1-1 0 0 0,-1 1 0 0 0,0 0 0 0 0,0 0 0 0 0,13-12 985 0 0,18-9-133 0 0,-28 19-733 0 0,20-13-288 0 0,0 2 1 0 0,34-15-1 0 0,-49 25-125 0 0,0 0 0 0 0,0 1 1 0 0,0 0-1 0 0,1 0 0 0 0,-1 1 0 0 0,1 0 0 0 0,-1 0 0 0 0,1 1 0 0 0,-1 0 0 0 0,1 0 0 0 0,13 3 1 0 0,-1 2 304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2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199 379 7370 0 0,'-1'-2'245'0'0,"-1"0"1"0"0,0 0-1 0 0,0 0 1 0 0,0 0-1 0 0,0 0 1 0 0,-1 0 0 0 0,1 0-1 0 0,0 1 1 0 0,-1-1-1 0 0,1 1 1 0 0,-1 0 0 0 0,0 0-1 0 0,1 0 1 0 0,-1 0-1 0 0,0 0 1 0 0,0 0-1 0 0,1 1 1 0 0,-1 0 0 0 0,0-1-1 0 0,0 1 1 0 0,0 0-1 0 0,-4 1 1 0 0,3-1-88 0 0,-1 0-1 0 0,1 1 1 0 0,-1 0 0 0 0,1 0 0 0 0,0 1-1 0 0,-1-1 1 0 0,1 1 0 0 0,0 0-1 0 0,0 0 1 0 0,0 0 0 0 0,0 0-1 0 0,1 1 1 0 0,-6 3 0 0 0,1 3 17 0 0,0 0 1 0 0,1 0-1 0 0,0 1 1 0 0,0 0-1 0 0,1 0 0 0 0,0 0 1 0 0,1 1-1 0 0,-5 15 1 0 0,8-22-120 0 0,0 0 0 0 0,0 1 0 0 0,1 0 1 0 0,0-1-1 0 0,0 1 0 0 0,0 0 0 0 0,1 0 1 0 0,0-1-1 0 0,-1 1 0 0 0,2 0 0 0 0,-1 0 1 0 0,0 0-1 0 0,1-1 0 0 0,0 1 0 0 0,0 0 1 0 0,1 0-1 0 0,-1-1 0 0 0,1 1 1 0 0,0-1-1 0 0,0 0 0 0 0,0 1 0 0 0,6 6 1 0 0,-6-9-82 0 0,0-1 1 0 0,0 1-1 0 0,0-1 1 0 0,0 0 0 0 0,0 0-1 0 0,0 0 1 0 0,1 0-1 0 0,-1 0 1 0 0,0 0 0 0 0,1 0-1 0 0,-1-1 1 0 0,1 1-1 0 0,-1-1 1 0 0,0 0 0 0 0,1 0-1 0 0,-1 0 1 0 0,1 0-1 0 0,-1 0 1 0 0,1 0 0 0 0,-1 0-1 0 0,1-1 1 0 0,-1 0-1 0 0,0 1 1 0 0,1-1-1 0 0,-1 0 1 0 0,0 0 0 0 0,0 0-1 0 0,0 0 1 0 0,1-1-1 0 0,1-1 1 0 0,8-4-320 0 0,-1-1-1 0 0,0 0 0 0 0,-1-1 1 0 0,11-11-1 0 0,-10 10-45 0 0,-1-1 0 0 0,1 0-1 0 0,-2-1 1 0 0,0 0-1 0 0,0 0 1 0 0,-1-1 0 0 0,-1 0-1 0 0,0-1 1 0 0,-1 1 0 0 0,0-2-1 0 0,-1 1 1 0 0,-1 0-1 0 0,0-1 1 0 0,-1 0 0 0 0,-1 0-1 0 0,0 0 1 0 0,0-25 0 0 0,-5-1 1313 0 0,-15-72 0 0 0,-10 15 3669 0 0,12 70-395 0 0,16 28-4134 0 0,0 0 0 0 0,-1 0 1 0 0,1 0-1 0 0,0 0 1 0 0,0 0-1 0 0,0 0 0 0 0,0 0 1 0 0,-1 0-1 0 0,1 0 1 0 0,0 0-1 0 0,0 0 0 0 0,0 0 1 0 0,0 0-1 0 0,-1 0 1 0 0,-1 1 1140 0 0,1 0-1140 0 0,-2 15 847 0 0,3 13-801 0 0,2 0 0 0 0,1 0 0 0 0,1 0 0 0 0,13 43-1 0 0,0 6 5 0 0,-12-47-126 0 0,5 31-858 0 0,3-1 1 0 0,2-1-1 0 0,29 74 1 0 0,-29-101-6243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2.5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19 7834 0 0,'4'-17'9846'0'0,"-3"15"-9467"0"0,16 19 2541 0 0,-7-4-2713 0 0,-1 1-1 0 0,-1 0 1 0 0,0 0 0 0 0,-1 1-1 0 0,-1 0 1 0 0,0 0-1 0 0,-1 1 1 0 0,0 0 0 0 0,-2-1-1 0 0,0 2 1 0 0,0-1-1 0 0,-1 30 1 0 0,-1-22-201 0 0,-2 1 1 0 0,-1 0 0 0 0,-1-1-1 0 0,-2 0 1 0 0,0 0-1 0 0,-1 0 1 0 0,-18 43-1 0 0,23-62-122 0 0,-1 0-1 0 0,0 0 1 0 0,0-1 0 0 0,-1 1-1 0 0,1-1 1 0 0,-1 0 0 0 0,0 1 0 0 0,0-1-1 0 0,0-1 1 0 0,-1 1 0 0 0,1 0-1 0 0,-1-1 1 0 0,0 0 0 0 0,0 1-1 0 0,0-2 1 0 0,0 1 0 0 0,-9 4-1 0 0,-1-5-1126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2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1 104 4609 0 0,'4'-31'1814'0'0,"15"-41"9980"0"0,-20 85-8656 0 0,4 20-4853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3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86 6481 0 0,'0'0'80'0'0,"-1"0"-1"0"0,1 0 1 0 0,0-1 0 0 0,0 1-1 0 0,0 0 1 0 0,0 0-1 0 0,0-1 1 0 0,0 1-1 0 0,0 0 1 0 0,0 0-1 0 0,0-1 1 0 0,0 1 0 0 0,0 0-1 0 0,0 0 1 0 0,0 0-1 0 0,0-1 1 0 0,0 1-1 0 0,0 0 1 0 0,0 0-1 0 0,0-1 1 0 0,2-1 795 0 0,-2 2-796 0 0,0 0 1 0 0,1 0 0 0 0,-1 0-1 0 0,0 0 1 0 0,0 0-1 0 0,0 0 1 0 0,9 7 3700 0 0,6 18-806 0 0,-14-24-3246 0 0,2 5 541 0 0,0-1-1 0 0,1 0 1 0 0,0 1 0 0 0,0-1-1 0 0,0 0 1 0 0,0-1 0 0 0,7 6-1 0 0,-11-10-251 0 0,1 1 0 0 0,0 0 0 0 0,0 0 0 0 0,0-1-1 0 0,0 1 1 0 0,0-1 0 0 0,1 1 0 0 0,-1-1 0 0 0,0 1-1 0 0,0-1 1 0 0,0 0 0 0 0,0 1 0 0 0,1-1 0 0 0,-1 0-1 0 0,0 0 1 0 0,0 0 0 0 0,0 0 0 0 0,1 0 0 0 0,-1 0-1 0 0,0 0 1 0 0,0-1 0 0 0,0 1 0 0 0,0 0 0 0 0,1-1-1 0 0,-1 1 1 0 0,0-1 0 0 0,0 1 0 0 0,0-1-1 0 0,0 1 1 0 0,0-1 0 0 0,0 0 0 0 0,0 1 0 0 0,0-1-1 0 0,0 0 1 0 0,-1 0 0 0 0,1 0 0 0 0,0 0 0 0 0,0 0-1 0 0,-1 0 1 0 0,1 0 0 0 0,0 0 0 0 0,-1 0 0 0 0,1 0-1 0 0,-1 0 1 0 0,1-2 0 0 0,4-7-15 0 0,-1 0 0 0 0,-1 0 0 0 0,1 0 0 0 0,-2-1 0 0 0,1 0 0 0 0,-1 1 0 0 0,-1-1 0 0 0,0 0 0 0 0,-1 0 0 0 0,0 0 0 0 0,-2-17 0 0 0,4 51 409 0 0,-1-13-157 0 0,0 0 0 0 0,0 0 1 0 0,1 0-1 0 0,0-1 0 0 0,6 16 0 0 0,-5-18-401 0 0,1 0 0 0 0,0-1 0 0 0,0 1 0 0 0,1-1 0 0 0,0 0 0 0 0,0 0 0 0 0,0 0 0 0 0,1-1 0 0 0,0 0 0 0 0,0 0 0 0 0,12 7 0 0 0,-1-2-1265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3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11 2761 0 0,'-2'-1'275'0'0,"1"0"1"0"0,-1-1 0 0 0,0 1-1 0 0,0 0 1 0 0,1 1-1 0 0,-1-1 1 0 0,0 0 0 0 0,0 1-1 0 0,0-1 1 0 0,0 1 0 0 0,0-1-1 0 0,0 1 1 0 0,0 0 0 0 0,0 0-1 0 0,0 0 1 0 0,0 0-1 0 0,0 0 1 0 0,0 1 0 0 0,0-1-1 0 0,0 0 1 0 0,0 1 0 0 0,0 0-1 0 0,0-1 1 0 0,0 1 0 0 0,0 0-1 0 0,0 0 1 0 0,1 0 0 0 0,-4 2-1 0 0,2-1-10 0 0,0 0-1 0 0,1-1 1 0 0,-1 1-1 0 0,1 0 1 0 0,-1 0-1 0 0,1 1 1 0 0,0-1-1 0 0,0 0 1 0 0,0 1-1 0 0,0-1 1 0 0,0 1-1 0 0,1 0 0 0 0,-1 0 1 0 0,1 0-1 0 0,-1-1 1 0 0,1 1-1 0 0,0 0 1 0 0,0 4-1 0 0,1 0 65 0 0,1 0-1 0 0,0-1 0 0 0,0 1 0 0 0,0-1 0 0 0,1 1 0 0 0,0-1 0 0 0,1 0 0 0 0,-1 0 1 0 0,1 1-1 0 0,0-2 0 0 0,1 1 0 0 0,-1 0 0 0 0,1-1 0 0 0,0 0 0 0 0,7 7 1 0 0,-5-6-349 0 0,-1 0 0 0 0,-1 0 0 0 0,1 1 1 0 0,-1-1-1 0 0,0 1 0 0 0,-1 0 0 0 0,1 0 1 0 0,-1 1-1 0 0,-1-1 0 0 0,4 12 0 0 0,-6-16-72 0 0,-1 1-1 0 0,1-1 0 0 0,0 0 0 0 0,-1 0 0 0 0,1 0 1 0 0,-1 0-1 0 0,0 0 0 0 0,0 0 0 0 0,0 0 0 0 0,-1 0 1 0 0,1-1-1 0 0,0 1 0 0 0,-1 0 0 0 0,0-1 1 0 0,0 1-1 0 0,0-1 0 0 0,0 0 0 0 0,0 1 0 0 0,0-1 1 0 0,-1 0-1 0 0,1 0 0 0 0,-5 3 0 0 0,-1 0-324 0 0,-1 0 1 0 0,1 0-1 0 0,-1-1 0 0 0,1 0 0 0 0,-1-1 0 0 0,-12 3 1 0 0,5-2-5311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3.6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0 244 920 0 0,'5'-11'13'0'0,"8"-14"337"0"0,-1-1-1 0 0,-2-1 0 0 0,-1 0 0 0 0,0 0 0 0 0,-7-73 19705 0 0,-8 155-19832 0 0,2-1 0 0 0,3 1 0 0 0,2 0 0 0 0,3 0 0 0 0,10 56 0 0 0,-3-58-3825 0 0,19 58-1 0 0,-21-86-3652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3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17 126 7370 0 0,'-17'-14'6089'0'0,"18"14"-5959"0"0,30-20 6449 0 0,-25 17-7320 0 0,17-9 1184 0 0,38-13 1 0 0,72-12-4806 0 0,-115 33 3607 0 0,21-7 217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4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14 9218 0 0,'-7'-2'826'0'0,"-1"-1"1"0"0,1 1-1 0 0,-1 0 0 0 0,0 0 1 0 0,0 1-1 0 0,0 0 1 0 0,-12 1-1 0 0,18 0-695 0 0,0 0 0 0 0,0 0 0 0 0,0 0 0 0 0,0 0 0 0 0,0 1 0 0 0,0-1 0 0 0,0 1 0 0 0,0-1 0 0 0,0 1 0 0 0,0 0 0 0 0,0 0 0 0 0,0-1 0 0 0,0 1 0 0 0,1 1 1 0 0,-1-1-1 0 0,0 0 0 0 0,1 0 0 0 0,-1 1 0 0 0,1-1 0 0 0,-1 1 0 0 0,1-1 0 0 0,0 1 0 0 0,0-1 0 0 0,0 1 0 0 0,0 0 0 0 0,0 0 0 0 0,0 0 0 0 0,0 0 0 0 0,0-1 0 0 0,1 1 0 0 0,-1 0 0 0 0,1 0 0 0 0,-1 3 0 0 0,-2 48 530 0 0,2 0 0 0 0,6 57-1 0 0,0-39-417 0 0,-3-26-226 0 0,2 1 0 0 0,2-1 1 0 0,16 56-1 0 0,-13-71-3304 0 0,17 38-1 0 0,-11-37-3593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4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0 260 8290 0 0,'2'-5'561'0'0,"0"-1"1"0"0,0 1 0 0 0,0 0 0 0 0,1 0-1 0 0,0 0 1 0 0,0 0 0 0 0,0 0 0 0 0,0 0-1 0 0,1 1 1 0 0,0 0 0 0 0,6-6-1 0 0,4-7 44 0 0,4-4-111 0 0,1 0-1 0 0,22-18 0 0 0,-26 26-1092 0 0,0 0 0 0 0,1 2 0 0 0,0 0 0 0 0,1 0 0 0 0,0 2-1 0 0,31-13 1 0 0,-23 15 497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5.3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0 280 6913 0 0,'1'1'76'0'0,"0"-1"0"0"0,0 1-1 0 0,0-1 1 0 0,0 0 0 0 0,0 1-1 0 0,0-1 1 0 0,0 0-1 0 0,0 0 1 0 0,0 0 0 0 0,0 0-1 0 0,0 0 1 0 0,0 0-1 0 0,0 0 1 0 0,0 0 0 0 0,0 0-1 0 0,0 0 1 0 0,0 0 0 0 0,0-1-1 0 0,0 1 1 0 0,0 0-1 0 0,0-1 1 0 0,0 1 0 0 0,0-1-1 0 0,0 1 1 0 0,-1-1-1 0 0,1 0 1 0 0,0 1 0 0 0,0-1-1 0 0,0 0 1 0 0,29-25 2182 0 0,-26 22-2128 0 0,12-12 714 0 0,-1 0-1 0 0,-1-1 1 0 0,20-30-1 0 0,-29 38-774 0 0,0 1-1 0 0,0-1 1 0 0,-1 0-1 0 0,0 0 0 0 0,0-1 1 0 0,-1 1-1 0 0,0-1 1 0 0,-1 0-1 0 0,0 1 0 0 0,0-16 1 0 0,-2 23-64 0 0,0 0 0 0 0,0 0-1 0 0,0 0 1 0 0,0 0 0 0 0,0 0 0 0 0,-1 1 0 0 0,1-1 0 0 0,-1 0 0 0 0,0 0 0 0 0,1 0 0 0 0,-3-3 0 0 0,3 5 43 0 0,-1-1 0 0 0,1 0 0 0 0,0 1 0 0 0,-1-1 0 0 0,1 1 1 0 0,-1 0-1 0 0,0-1 0 0 0,1 1 0 0 0,-1-1 0 0 0,1 1 0 0 0,-1 0 1 0 0,0-1-1 0 0,1 1 0 0 0,-1 0 0 0 0,0 0 0 0 0,1 0 0 0 0,-1-1 0 0 0,0 1 1 0 0,1 0-1 0 0,-1 0 0 0 0,0 0 0 0 0,-1 0 0 0 0,0 1 33 0 0,0-1 0 0 0,-1 1-1 0 0,1 0 1 0 0,0 0 0 0 0,0 0-1 0 0,-1 0 1 0 0,1 1 0 0 0,0-1-1 0 0,0 0 1 0 0,0 1 0 0 0,1 0-1 0 0,-1-1 1 0 0,0 1 0 0 0,1 0-1 0 0,-1 0 1 0 0,-2 4 0 0 0,2-3-73 0 0,-1 0 1 0 0,1 0 0 0 0,0 1-1 0 0,1-1 1 0 0,-1 1 0 0 0,0-1 0 0 0,1 1-1 0 0,0 0 1 0 0,0 0 0 0 0,0-1 0 0 0,0 1-1 0 0,1 0 1 0 0,-1 0 0 0 0,1 0-1 0 0,0 0 1 0 0,0 0 0 0 0,1 0 0 0 0,0 6-1 0 0,1-6-14 0 0,0 0 0 0 0,0 0-1 0 0,0 0 1 0 0,0 0 0 0 0,0-1-1 0 0,1 1 1 0 0,0-1 0 0 0,-1 1 0 0 0,1-1-1 0 0,1 0 1 0 0,-1 0 0 0 0,0 0-1 0 0,1-1 1 0 0,-1 1 0 0 0,1-1 0 0 0,6 3-1 0 0,-2 0-304 0 0,1-2 1 0 0,-1 1-1 0 0,1-1 0 0 0,0 0 0 0 0,0-1 1 0 0,17 2-1 0 0,-13-3-631 0 0,-1 0-1 0 0,1-1 1 0 0,0-1 0 0 0,0 0 0 0 0,0-1-1 0 0,-1 0 1 0 0,1-1 0 0 0,12-4-1 0 0,-13 2 367 0 0,0 1-1 0 0,-1-2 0 0 0,1 0 0 0 0,-1 0 0 0 0,-1-1 0 0 0,1 0 1 0 0,-1 0-1 0 0,11-12 0 0 0,-15 13 1101 0 0,0-1 1 0 0,0 0-1 0 0,0-1 1 0 0,-1 1-1 0 0,0-1 1 0 0,8-16-1 0 0,-13 23-201 0 0,1 0 1 0 0,-1 0-1 0 0,0-1 0 0 0,1 1 0 0 0,-9-19 8487 0 0,-3 30-6378 0 0,-2 10-1194 0 0,-17 35 1 0 0,26-47-1388 0 0,1 0 0 0 0,0 0 0 0 0,0 1 0 0 0,1 0 0 0 0,0-1 0 0 0,1 1 0 0 0,-2 15 0 0 0,3-24 87 0 0,0 1-1 0 0,0-1 0 0 0,0 1 1 0 0,0-1-1 0 0,0 1 1 0 0,0-1-1 0 0,0 1 0 0 0,0-1 1 0 0,0 1-1 0 0,0-1 0 0 0,0 1 1 0 0,0-1-1 0 0,0 0 1 0 0,1 1-1 0 0,-1-1 0 0 0,0 1 1 0 0,0-1-1 0 0,0 1 0 0 0,1-1 1 0 0,-1 1-1 0 0,0-1 1 0 0,1 0-1 0 0,-1 1 0 0 0,0-1 1 0 0,1 0-1 0 0,-1 1 0 0 0,0-1 1 0 0,1 0-1 0 0,-1 1 1 0 0,0-1-1 0 0,1 0 0 0 0,-1 0 1 0 0,1 0-1 0 0,0 1 0 0 0,16-8-1291 0 0,13-22 1 0 0,-25 22 1254 0 0,-1 0 0 0 0,1-1 0 0 0,-1 0 0 0 0,3-9 0 0 0,12-20 1598 0 0,-19 37-1380 0 0,1 0 0 0 0,0 0 0 0 0,-1 0 0 0 0,1 0-1 0 0,-1 1 1 0 0,1-1 0 0 0,-1 0 0 0 0,1 0 0 0 0,0 1 0 0 0,-1-1 0 0 0,1 0 0 0 0,-1 1 0 0 0,1-1 0 0 0,-1 0 0 0 0,0 1 0 0 0,1-1 0 0 0,-1 1 0 0 0,1-1 0 0 0,-1 1-1 0 0,0-1 1 0 0,1 1 0 0 0,-1-1 0 0 0,0 1 0 0 0,1-1 0 0 0,-1 1 0 0 0,0 0 0 0 0,0-1 0 0 0,0 2 0 0 0,11 18 815 0 0,-9-16-909 0 0,0 1-1 0 0,1-1 0 0 0,-1 0 1 0 0,1-1-1 0 0,0 1 0 0 0,0 0 1 0 0,0-1-1 0 0,0 0 0 0 0,1 1 1 0 0,-1-1-1 0 0,9 4 0 0 0,0 0-644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6.1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11522 0 0,'5'6'1548'0'0,"0"0"0"0"0,0 0 0 0 0,-1 1 0 0 0,0 0 0 0 0,0 0 0 0 0,3 8 0 0 0,20 65 491 0 0,10 90-3250 0 0,-33-145 129 0 0,-1 1-4409 0 0,0-3-1656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6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0 141 3681 0 0,'29'-18'957'0'0,"0"1"-1"0"0,43-17 1 0 0,3-2-647 0 0,-61 28-350 0 0,-6 3 265 0 0,1 1 1 0 0,-1 0-1 0 0,1 0 1 0 0,0 0-1 0 0,13-3 1 0 0,-21 8-37 0 0,0-1-1 0 0,0 0 1 0 0,-1 0 0 0 0,1 0 0 0 0,0 0 0 0 0,-1 1 0 0 0,1-1 0 0 0,0 0 0 0 0,-1 1-1 0 0,1-1 1 0 0,0 1 0 0 0,-1-1 0 0 0,1 0 0 0 0,-1 1 0 0 0,1-1 0 0 0,-1 1 0 0 0,1 0-1 0 0,-1-1 1 0 0,1 1 0 0 0,-1-1 0 0 0,0 1 0 0 0,1 0 0 0 0,-1-1 0 0 0,0 1 0 0 0,1 0-1 0 0,-1-1 1 0 0,0 1 0 0 0,0 0 0 0 0,0 0 0 0 0,0-1 0 0 0,0 1 0 0 0,1 0-1 0 0,-1-1 1 0 0,-1 1 0 0 0,1 0 0 0 0,0 0 0 0 0,0 0 0 0 0,-1 38 1338 0 0,0-30-876 0 0,0 17-71 0 0,1 0-1 0 0,4 29 1 0 0,-3-48-490 0 0,0 0 0 0 0,1 0 0 0 0,-1 1 0 0 0,1-1-1 0 0,1 0 1 0 0,-1-1 0 0 0,1 1 0 0 0,0 0 0 0 0,1-1 0 0 0,0 0 0 0 0,0 1-1 0 0,6 7 1 0 0,-9-13-83 0 0,0 0 0 0 0,0 0-1 0 0,0 1 1 0 0,1-1 0 0 0,-1 0 0 0 0,0 0-1 0 0,0 0 1 0 0,1 0 0 0 0,-1 0-1 0 0,0-1 1 0 0,1 1 0 0 0,-1 0-1 0 0,1-1 1 0 0,-1 1 0 0 0,1-1-1 0 0,-1 1 1 0 0,1-1 0 0 0,-1 0-1 0 0,1 1 1 0 0,-1-1 0 0 0,1 0 0 0 0,0 0-1 0 0,-1 0 1 0 0,1 0 0 0 0,-1-1-1 0 0,1 1 1 0 0,-1 0 0 0 0,1-1-1 0 0,-1 1 1 0 0,1-1 0 0 0,-1 1-1 0 0,1-1 1 0 0,-1 0 0 0 0,1 0-1 0 0,-1 1 1 0 0,0-1 0 0 0,1 0 0 0 0,-1 0-1 0 0,0 0 1 0 0,0-1 0 0 0,0 1-1 0 0,0 0 1 0 0,0 0 0 0 0,0-1-1 0 0,1-1 1 0 0,5-8-1268 0 0,0-1 0 0 0,-1-1 1 0 0,0 1-1 0 0,5-20 0 0 0,-1 7-1997 0 0,-8 21 2471 0 0,13-16 4819 0 0,-10 30-1113 0 0,-3-5-2601 0 0,9 14-389 0 0,-4-9-166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6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 6449 0 0,'11'-15'14278'0'0,"-4"26"-14393"0"0,8 19 749 0 0,36 54-1 0 0,-45-76-557 0 0,0 0 1 0 0,1 0-1 0 0,-1-1 1 0 0,2 0-1 0 0,-1 0 1 0 0,1-1-1 0 0,0 0 1 0 0,0 0-1 0 0,0-1 1 0 0,1 0-1 0 0,11 4 1 0 0,-20-9-71 0 0,1 0 1 0 0,-1 0-1 0 0,1 0 1 0 0,-1 0-1 0 0,1 0 1 0 0,-1 0-1 0 0,1 0 1 0 0,-1 0-1 0 0,1 0 1 0 0,-1-1 0 0 0,1 1-1 0 0,-1 0 1 0 0,1 0-1 0 0,-1 0 1 0 0,0-1-1 0 0,1 1 1 0 0,-1 0-1 0 0,0-1 1 0 0,1 1-1 0 0,-1 0 1 0 0,0-1-1 0 0,1 1 1 0 0,-1-1-1 0 0,0 1 1 0 0,1 0-1 0 0,-1-1 1 0 0,0 1-1 0 0,0-1 1 0 0,0 1-1 0 0,1-1 1 0 0,-1 1-1 0 0,0-1 1 0 0,0 1-1 0 0,0-1 1 0 0,0 1-1 0 0,0-1 1 0 0,0 1-1 0 0,0 0 1 0 0,0-1-1 0 0,0 1 1 0 0,0-1-1 0 0,0 1 1 0 0,-1-2-1 0 0,1-28 409 0 0,0 25-367 0 0,0 4-54 0 0,-2-22-342 0 0,1 1-1 0 0,2-1 0 0 0,0 1 0 0 0,8-41 1 0 0,-2 41-7470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7.2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14 230 1376 0 0,'2'1'177'0'0,"-1"0"0"0"0,0-1 0 0 0,1 1 0 0 0,0-1 0 0 0,-1 1 0 0 0,1-1 0 0 0,-1 1 0 0 0,1-1 0 0 0,-1 0 0 0 0,1 0 0 0 0,0 0-1 0 0,-1 0 1 0 0,1 0 0 0 0,-1 0 0 0 0,1 0 0 0 0,-1-1 0 0 0,1 1 0 0 0,0-1 0 0 0,-1 1 0 0 0,1-1 0 0 0,1-1 0 0 0,0 1 180 0 0,-1-1 0 0 0,1 0 0 0 0,-1 0 0 0 0,0 0 1 0 0,1-1-1 0 0,-1 1 0 0 0,0 0 0 0 0,-1-1 0 0 0,1 1 0 0 0,2-6 0 0 0,-1 2 9 0 0,1-1 1 0 0,-2 0-1 0 0,1 0 0 0 0,-1-1 0 0 0,0 1 0 0 0,-1 0 0 0 0,0-1 0 0 0,1-12 0 0 0,-3 6-147 0 0,0 1 0 0 0,-1-1 0 0 0,-4-13 0 0 0,6 24-124 0 0,-1 0 1 0 0,0-1 0 0 0,0 1-1 0 0,0 0 1 0 0,0 0 0 0 0,-1 0-1 0 0,1 0 1 0 0,-1 0-1 0 0,0 0 1 0 0,0 1 0 0 0,0-1-1 0 0,0 1 1 0 0,0-1-1 0 0,-1 1 1 0 0,1 0 0 0 0,-1-1-1 0 0,1 1 1 0 0,-4-1 0 0 0,5 2-24 0 0,0 1 1 0 0,0-1 0 0 0,0 1 0 0 0,0 0 0 0 0,0 0-1 0 0,0-1 1 0 0,0 1 0 0 0,0 0 0 0 0,0 0 0 0 0,-1 0 0 0 0,1 0-1 0 0,0 0 1 0 0,0 0 0 0 0,0 1 0 0 0,0-1 0 0 0,0 0 0 0 0,0 0-1 0 0,0 1 1 0 0,0-1 0 0 0,0 1 0 0 0,0-1 0 0 0,1 1-1 0 0,-1-1 1 0 0,0 1 0 0 0,-1 0 0 0 0,0 1 52 0 0,0 0 1 0 0,1 0 0 0 0,-1 1-1 0 0,1-1 1 0 0,-1 0-1 0 0,1 1 1 0 0,0-1-1 0 0,0 0 1 0 0,-2 6-1 0 0,1-2 86 0 0,1 1 0 0 0,0 0 0 0 0,-1-1 0 0 0,2 1 0 0 0,-1 0 0 0 0,1 0-1 0 0,1 8 1 0 0,0-11-130 0 0,0 0-1 0 0,0 0 1 0 0,0 0-1 0 0,0-1 1 0 0,1 1-1 0 0,0 0 1 0 0,0-1-1 0 0,0 1 1 0 0,0-1-1 0 0,0 0 1 0 0,1 0-1 0 0,0 1 1 0 0,-1-2-1 0 0,1 1 1 0 0,0 0-1 0 0,0 0 1 0 0,1-1-1 0 0,3 3 1 0 0,2-1-165 0 0,0 1 0 0 0,0-2 0 0 0,0 1 1 0 0,0-1-1 0 0,1-1 0 0 0,13 3 0 0 0,0-1-731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7.7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11058 0 0,'0'7'888'0'0,"0"-1"0"0"0,0 1 1 0 0,1-1-1 0 0,0 0 0 0 0,0 0 0 0 0,1 1 0 0 0,0-1 0 0 0,4 9 0 0 0,2 13-3 0 0,16 150 1841 0 0,-7-38-2673 0 0,-12-113-953 0 0,1 0-1 0 0,1 0 0 0 0,11 26 0 0 0,-8-33-6088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7.9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4 224 5065 0 0,'-1'-7'210'0'0,"0"0"0"0"0,0 0 0 0 0,1 0 0 0 0,0 0 0 0 0,0 0-1 0 0,1 0 1 0 0,-1 0 0 0 0,2 0 0 0 0,-1 1 0 0 0,1-1 0 0 0,0 0 0 0 0,0 0 0 0 0,1 1 0 0 0,0 0 0 0 0,0-1-1 0 0,1 1 1 0 0,4-6 0 0 0,0 2 287 0 0,0 1-1 0 0,0 0 0 0 0,1 1 1 0 0,0 0-1 0 0,0 0 1 0 0,1 1-1 0 0,0 0 1 0 0,11-5-1 0 0,-16 9-262 0 0,-1 1 1 0 0,1-1-1 0 0,0 1 1 0 0,0 0-1 0 0,0 1 0 0 0,0 0 1 0 0,0-1-1 0 0,0 1 1 0 0,0 1-1 0 0,0-1 0 0 0,1 1 1 0 0,-1 0-1 0 0,0 0 1 0 0,0 1-1 0 0,0-1 0 0 0,1 1 1 0 0,-1 0-1 0 0,0 0 1 0 0,0 1-1 0 0,0 0 1 0 0,6 3-1 0 0,-9-4-143 0 0,0 0 1 0 0,0 0-1 0 0,0 0 1 0 0,-1 0-1 0 0,1 1 1 0 0,-1-1 0 0 0,1 0-1 0 0,-1 1 1 0 0,1-1-1 0 0,-1 1 1 0 0,0 0-1 0 0,0-1 1 0 0,1 1-1 0 0,-1 0 1 0 0,-1 0-1 0 0,1 0 1 0 0,0 0-1 0 0,0-1 1 0 0,-1 1-1 0 0,1 0 1 0 0,-1 1-1 0 0,1 1 1 0 0,-1-1-18 0 0,-1 0 1 0 0,1 0 0 0 0,-1 1-1 0 0,0-1 1 0 0,1 0-1 0 0,-1 0 1 0 0,-1 0 0 0 0,1 0-1 0 0,0 0 1 0 0,-1-1-1 0 0,1 1 1 0 0,-5 5 0 0 0,-2 2-48 0 0,-1-1 1 0 0,0 0 0 0 0,0 0-1 0 0,-1-1 1 0 0,-21 14 0 0 0,2-6-571 0 0,9-8-3586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8.3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286 2 7370 0 0,'-6'-1'255'0'0,"0"1"0"0"0,0 0 1 0 0,0 0-1 0 0,0 0 0 0 0,0 0 1 0 0,0 1-1 0 0,0 0 0 0 0,0 0 1 0 0,0 1-1 0 0,0 0 1 0 0,0 0-1 0 0,-6 3 0 0 0,-4 3 452 0 0,-1 0 1 0 0,-26 19-1 0 0,29-17-328 0 0,0 1 1 0 0,1 1 0 0 0,0 0 0 0 0,-18 23-1 0 0,27-30-247 0 0,-1 1 0 0 0,1-1 0 0 0,1 1 0 0 0,-1 0 0 0 0,1-1 0 0 0,0 2 0 0 0,0-1-1 0 0,1 0 1 0 0,0 1 0 0 0,0-1 0 0 0,0 1 0 0 0,1-1 0 0 0,0 1 0 0 0,0 0 0 0 0,1 8 0 0 0,0-13-133 0 0,0-1 1 0 0,0 0 0 0 0,0 0 0 0 0,0 0 0 0 0,0 1 0 0 0,0-1 0 0 0,1 0 0 0 0,-1 0 0 0 0,0 0-1 0 0,1 0 1 0 0,-1 1 0 0 0,1-1 0 0 0,-1 0 0 0 0,1 0 0 0 0,0 0 0 0 0,-1 0 0 0 0,1 0 0 0 0,0 0-1 0 0,0 0 1 0 0,0-1 0 0 0,-1 1 0 0 0,1 0 0 0 0,0 0 0 0 0,0-1 0 0 0,0 1 0 0 0,0 0 0 0 0,0-1-1 0 0,1 1 1 0 0,-1-1 0 0 0,0 1 0 0 0,0-1 0 0 0,0 0 0 0 0,0 1 0 0 0,1-1 0 0 0,-1 0 0 0 0,0 0-1 0 0,0 0 1 0 0,0 0 0 0 0,1 0 0 0 0,-1 0 0 0 0,0 0 0 0 0,0 0 0 0 0,0-1 0 0 0,1 1-1 0 0,-1 0 1 0 0,0-1 0 0 0,0 1 0 0 0,0-1 0 0 0,0 1 0 0 0,0-1 0 0 0,0 0 0 0 0,1 0 0 0 0,5-3-102 0 0,0 0 1 0 0,0 0-1 0 0,-1-1 1 0 0,0 0-1 0 0,0 0 1 0 0,10-11-1 0 0,-9 6 63 0 0,0 0-1 0 0,-1-1 1 0 0,0 0-1 0 0,-1-1 1 0 0,9-23 0 0 0,11-25 1678 0 0,-24 59-1564 0 0,-1 0-1 0 0,0 0 0 0 0,1 0 1 0 0,-1 1-1 0 0,1-1 1 0 0,-1 0-1 0 0,1 0 0 0 0,-1 1 1 0 0,1-1-1 0 0,0 0 0 0 0,-1 1 1 0 0,1-1-1 0 0,0 1 0 0 0,0-1 1 0 0,-1 1-1 0 0,1-1 0 0 0,0 1 1 0 0,0-1-1 0 0,0 1 0 0 0,-1 0 1 0 0,1-1-1 0 0,0 1 1 0 0,0 0-1 0 0,0 0 0 0 0,1 0 1 0 0,0 0 8 0 0,-1 0 1 0 0,0 1-1 0 0,1-1 1 0 0,-1 1 0 0 0,1-1-1 0 0,-1 1 1 0 0,0 0-1 0 0,0 0 1 0 0,1 0-1 0 0,-1-1 1 0 0,0 1 0 0 0,0 0-1 0 0,0 0 1 0 0,1 2-1 0 0,6 7 209 0 0,-1 0 0 0 0,0 0 0 0 0,6 14 0 0 0,-6-11-102 0 0,-1-3-237 0 0,1-1 0 0 0,0 1 0 0 0,1-1-1 0 0,-1-1 1 0 0,2 0 0 0 0,13 11 0 0 0,-16-14-492 0 0,0-1 0 0 0,0 0 1 0 0,1-1-1 0 0,0 0 1 0 0,-1 0-1 0 0,14 4 1 0 0,-5-4-6043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8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1 176 3225 0 0,'5'-18'3802'0'0,"3"-6"2712"0"0,0 23-3763 0 0,5 13-984 0 0,-5-1-1199 0 0,-1 0 1 0 0,-1 0-1 0 0,0 0 0 0 0,0 1 1 0 0,5 17-1 0 0,9 20-166 0 0,-21-57-220 0 0,1 0-1 0 0,0 0 0 0 0,1 0 0 0 0,-1 0 0 0 0,4-12 1 0 0,-2 7-80 0 0,3-23-38 0 0,12-44-1 0 0,10 7-3139 0 0,-19 56-4225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19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257 56 3225 0 0,'1'-1'169'0'0,"0"-1"0"0"0,-1 1 0 0 0,1-1 0 0 0,0 1 0 0 0,-1-1 0 0 0,1 0 0 0 0,-1 1 0 0 0,0-1 0 0 0,1 0 0 0 0,-1 1 0 0 0,0-1 0 0 0,0 0 0 0 0,0 1 0 0 0,0-1 0 0 0,0 0 0 0 0,-1-2 0 0 0,1 3 57 0 0,-1 1 0 0 0,1-1 0 0 0,-1 0 0 0 0,1 0 0 0 0,-1 0 0 0 0,1 1 1 0 0,-1-1-1 0 0,0 0 0 0 0,1 1 0 0 0,-1-1 0 0 0,0 0 0 0 0,0 1 0 0 0,0-1 1 0 0,1 1-1 0 0,-1-1 0 0 0,0 1 0 0 0,0 0 0 0 0,0-1 0 0 0,0 1 0 0 0,0 0 1 0 0,-1-1-1 0 0,-2 1 293 0 0,0-1 1 0 0,0 1-1 0 0,0 0 1 0 0,0 0-1 0 0,0 0 1 0 0,0 1-1 0 0,0 0 0 0 0,0-1 1 0 0,0 1-1 0 0,0 1 1 0 0,-6 2-1 0 0,-6 3-250 0 0,1 1-1 0 0,1 1 0 0 0,-1 1 0 0 0,1 0 1 0 0,1 0-1 0 0,0 2 0 0 0,0-1 0 0 0,2 2 1 0 0,-1-1-1 0 0,1 2 0 0 0,1 0 1 0 0,-15 26-1 0 0,23-36-260 0 0,1-1-1 0 0,0 1 1 0 0,-1 0 0 0 0,2-1 0 0 0,-1 1 0 0 0,0 0-1 0 0,1 0 1 0 0,-1 0 0 0 0,1 0 0 0 0,0 0 0 0 0,1-1-1 0 0,-1 1 1 0 0,1 0 0 0 0,-1 0 0 0 0,1 0 0 0 0,3 7-1 0 0,-3-10-38 0 0,-1 1-1 0 0,1-1 0 0 0,0 1 1 0 0,0-1-1 0 0,0 1 0 0 0,0-1 1 0 0,0 0-1 0 0,1 0 0 0 0,-1 1 1 0 0,0-1-1 0 0,1 0 0 0 0,-1 0 1 0 0,1 0-1 0 0,-1-1 1 0 0,1 1-1 0 0,-1 0 0 0 0,1 0 1 0 0,-1-1-1 0 0,1 1 0 0 0,0-1 1 0 0,-1 1-1 0 0,1-1 0 0 0,0 0 1 0 0,-1 0-1 0 0,1 0 0 0 0,0 0 1 0 0,0 0-1 0 0,-1 0 0 0 0,1 0 1 0 0,0 0-1 0 0,-1-1 0 0 0,1 1 1 0 0,0-1-1 0 0,-1 1 0 0 0,1-1 1 0 0,-1 0-1 0 0,1 0 0 0 0,-1 1 1 0 0,3-3-1 0 0,6-3-12 0 0,0-1-1 0 0,0 0 1 0 0,-1-1-1 0 0,1 0 1 0 0,-2 0-1 0 0,1-1 1 0 0,-1 0 0 0 0,-1-1-1 0 0,0 0 1 0 0,0 0-1 0 0,-1 0 1 0 0,0-1-1 0 0,-1 0 1 0 0,0 0-1 0 0,0 0 1 0 0,-2-1-1 0 0,4-15 1 0 0,16 79 3189 0 0,-19-42-3087 0 0,0 1 1 0 0,1-1-1 0 0,1-1 1 0 0,0 1-1 0 0,0-1 1 0 0,12 14 0 0 0,-16-21-84 0 0,0 1 0 0 0,1-1 0 0 0,-1 0 0 0 0,0 1 0 0 0,1-1 0 0 0,-1 0 0 0 0,1 0 0 0 0,0-1 0 0 0,0 1 0 0 0,0 0 1 0 0,0-1-1 0 0,0 0 0 0 0,0 0 0 0 0,0 0 0 0 0,0 0 0 0 0,0 0 0 0 0,0 0 0 0 0,1-1 0 0 0,-1 0 0 0 0,0 1 0 0 0,0-1 1 0 0,1-1-1 0 0,-1 1 0 0 0,0 0 0 0 0,0-1 0 0 0,6-1 0 0 0,-4-1 30 0 0,-1 0 0 0 0,0 0 1 0 0,1 0-1 0 0,-1-1 0 0 0,-1 0 0 0 0,1 0 1 0 0,-1 0-1 0 0,1 0 0 0 0,-1 0 0 0 0,0 0 0 0 0,0-1 1 0 0,-1 0-1 0 0,0 0 0 0 0,0 1 0 0 0,3-11 1 0 0,-3 10 11 0 0,-1 0 1 0 0,1 0 0 0 0,1 0 0 0 0,-1 1 0 0 0,1-1-1 0 0,-1 0 1 0 0,1 1 0 0 0,1 0 0 0 0,-1 0 0 0 0,0 0-1 0 0,1 0 1 0 0,0 0 0 0 0,0 1 0 0 0,8-6 0 0 0,-8 7-18 0 0,0 1 0 0 0,0 0 0 0 0,0 1 0 0 0,0-1 0 0 0,0 1 0 0 0,0-1 0 0 0,0 1 0 0 0,0 1 0 0 0,0-1 0 0 0,-1 0 0 0 0,1 1 0 0 0,0 0 0 0 0,0 0 0 0 0,5 2 0 0 0,58 26 133 0 0,-40-16 46 0 0,-3-5-107 0 0,-19-7-72 0 0,1 1 0 0 0,0 0 0 0 0,-1 0 0 0 0,0 1 0 0 0,1-1 0 0 0,-1 1 0 0 0,6 4 0 0 0,12-41-60 0 0,-15 21 47 0 0,4-7 19 0 0,1 0 1 0 0,16-18-1 0 0,-25 33-3 0 0,-1 1 1 0 0,1 1-1 0 0,0-1 0 0 0,0 0 1 0 0,0 1-1 0 0,0 0 1 0 0,1 0-1 0 0,-1 0 0 0 0,1 0 1 0 0,0 1-1 0 0,0 0 0 0 0,0 0 1 0 0,0 0-1 0 0,0 1 0 0 0,5-2 1 0 0,-9 3-7 0 0,0 0 1 0 0,1 0 0 0 0,-1 0-1 0 0,0 0 1 0 0,0 0-1 0 0,0 0 1 0 0,0 1-1 0 0,0-1 1 0 0,0 0 0 0 0,0 0-1 0 0,0 1 1 0 0,0-1-1 0 0,0 1 1 0 0,0-1-1 0 0,0 1 1 0 0,0-1 0 0 0,-1 1-1 0 0,1 0 1 0 0,0-1-1 0 0,0 1 1 0 0,0 0-1 0 0,-1 0 1 0 0,1 0 0 0 0,0 0-1 0 0,1 2-6 0 0,-1 0-1 0 0,1 0 1 0 0,-1 0-1 0 0,0 0 1 0 0,0 0-1 0 0,0 0 1 0 0,-1 0-1 0 0,2 4 1 0 0,-1 5-66 0 0,-1 1 1 0 0,0-1-1 0 0,-1 14 1 0 0,0-25 73 0 0,1 1 0 0 0,0-1 0 0 0,0 0 0 0 0,0 0 0 0 0,0 1 0 0 0,0-1 0 0 0,0 0 0 0 0,0 1 0 0 0,0-1 0 0 0,1 0 0 0 0,-1 1 0 0 0,0-1 0 0 0,1 0 0 0 0,-1 0 0 0 0,2 3 0 0 0,-1-4 4 0 0,-1-1 0 0 0,1 1 0 0 0,-1 0 0 0 0,1 0 0 0 0,0-1-1 0 0,-1 1 1 0 0,1 0 0 0 0,-1-1 0 0 0,1 1 0 0 0,-1 0 0 0 0,1-1 0 0 0,-1 1 0 0 0,1-1-1 0 0,-1 1 1 0 0,1-1 0 0 0,-1 1 0 0 0,1-1 0 0 0,-1 0 0 0 0,0 1 0 0 0,1-1-1 0 0,-1 1 1 0 0,0-1 0 0 0,0 0 0 0 0,0 1 0 0 0,1-1 0 0 0,-1 0 0 0 0,0 1-1 0 0,0-1 1 0 0,0 0 0 0 0,0 0 0 0 0,4-8 30 0 0,1 0 0 0 0,0 1 1 0 0,0-1-1 0 0,1 1 0 0 0,0 0 0 0 0,1 1 0 0 0,0 0 0 0 0,0 0 1 0 0,0 0-1 0 0,1 1 0 0 0,0 0 0 0 0,0 0 0 0 0,0 1 0 0 0,1 0 1 0 0,13-5-1 0 0,-20 9-252 0 0,0 0-1 0 0,0 0 1 0 0,1 1 0 0 0,-1-1 0 0 0,0 1-1 0 0,0-1 1 0 0,0 1 0 0 0,1 0 0 0 0,-1-1-1 0 0,0 1 1 0 0,1 1 0 0 0,-1-1 0 0 0,0 0-1 0 0,0 0 1 0 0,0 1 0 0 0,1-1 0 0 0,-1 1-1 0 0,0 0 1 0 0,0 0 0 0 0,0 0-1 0 0,0 0 1 0 0,0 0 0 0 0,0 0 0 0 0,0 0-1 0 0,0 1 1 0 0,0-1 0 0 0,-1 1 0 0 0,1-1-1 0 0,-1 1 1 0 0,1 0 0 0 0,1 3 0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20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34 200 4609 0 0,'4'-1'719'0'0,"-1"0"0"0"0,1 0-1 0 0,0 0 1 0 0,-1 0 0 0 0,1-1 0 0 0,-1 1-1 0 0,0-1 1 0 0,1 0 0 0 0,-1 0 0 0 0,0 0 0 0 0,4-4-1 0 0,31-30 3568 0 0,-33 30-4060 0 0,-1 0-1 0 0,0 0 1 0 0,0 0 0 0 0,-1-1 0 0 0,0 1 0 0 0,0-1 0 0 0,0 0-1 0 0,-1 0 1 0 0,0 0 0 0 0,1-10 0 0 0,-2 15-221 0 0,-1 0-1 0 0,0 0 1 0 0,1 0 0 0 0,-1 0-1 0 0,0 0 1 0 0,0 0 0 0 0,0 0-1 0 0,-1 0 1 0 0,1-1 0 0 0,0 1-1 0 0,-1 0 1 0 0,1 0 0 0 0,-1 0-1 0 0,0 0 1 0 0,0 1 0 0 0,0-1-1 0 0,0 0 1 0 0,0 0 0 0 0,0 0-1 0 0,0 1 1 0 0,0-1 0 0 0,-1 1-1 0 0,1-1 1 0 0,-1 1 0 0 0,1-1-1 0 0,-1 1 1 0 0,0 0 0 0 0,1 0 0 0 0,-1 0-1 0 0,0 0 1 0 0,0 0 0 0 0,0 0-1 0 0,0 0 1 0 0,0 0 0 0 0,0 1-1 0 0,0-1 1 0 0,0 1 0 0 0,0 0-1 0 0,0-1 1 0 0,0 1 0 0 0,-2 0-1 0 0,-1 0 11 0 0,1 0 1 0 0,0 1-1 0 0,0-1 0 0 0,0 1 0 0 0,-1 0 0 0 0,1 0 0 0 0,0 0 0 0 0,0 0 0 0 0,0 1 1 0 0,0 0-1 0 0,0 0 0 0 0,1 0 0 0 0,-1 0 0 0 0,1 0 0 0 0,-1 1 0 0 0,1 0 0 0 0,0-1 0 0 0,0 1 1 0 0,0 0-1 0 0,0 1 0 0 0,0-1 0 0 0,1 0 0 0 0,-1 1 0 0 0,1 0 0 0 0,-2 4 0 0 0,2-4-2 0 0,0 0 0 0 0,1-1 0 0 0,0 1 0 0 0,-1 0 0 0 0,1 0 0 0 0,0 0-1 0 0,1 0 1 0 0,-1 0 0 0 0,1 0 0 0 0,0 0 0 0 0,0 0 0 0 0,0 0 0 0 0,0 0-1 0 0,1 0 1 0 0,0 0 0 0 0,0-1 0 0 0,0 1 0 0 0,0 0 0 0 0,0 0-1 0 0,1 0 1 0 0,0-1 0 0 0,-1 1 0 0 0,1-1 0 0 0,1 1 0 0 0,-1-1 0 0 0,5 5-1 0 0,2 0-414 0 0,0-2-1 0 0,0 1 1 0 0,0-1-1 0 0,1 0 0 0 0,0-1 1 0 0,0 0-1 0 0,0-1 0 0 0,1 0 1 0 0,-1-1-1 0 0,1 0 1 0 0,0-1-1 0 0,0 0 0 0 0,0 0 1 0 0,0-1-1 0 0,0-1 0 0 0,1 1 1 0 0,-1-2-1 0 0,0 0 1 0 0,0 0-1 0 0,20-6 0 0 0,-11 2-4992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20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24 188 5297 0 0,'-11'-132'3117'0'0,"5"76"4308"0"0,6 73-2444 0 0,-3 8-3543 0 0,-1 29-1014 0 0,5-5-528 0 0,1 0 0 0 0,3-1 0 0 0,1 0 0 0 0,3 0 0 0 0,2-1 0 0 0,28 76 0 0 0,-34-108-966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20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2 115 5985 0 0,'-1'-1'78'0'0,"1"0"-1"0"0,0 0 0 0 0,0 0 0 0 0,0 0 1 0 0,0 0-1 0 0,0 0 0 0 0,0 0 0 0 0,0 0 1 0 0,0 0-1 0 0,0 0 0 0 0,0 1 1 0 0,0-1-1 0 0,1 0 0 0 0,-1 0 0 0 0,0 0 1 0 0,1 0-1 0 0,-1 0 0 0 0,1 0 1 0 0,-1 0-1 0 0,1 1 0 0 0,-1-1 0 0 0,1 0 1 0 0,-1 0-1 0 0,1 1 0 0 0,0-1 0 0 0,0 0 1 0 0,-1 1-1 0 0,1-1 0 0 0,0 1 1 0 0,0-1-1 0 0,0 1 0 0 0,-1-1 0 0 0,1 1 1 0 0,0-1-1 0 0,1 1 0 0 0,42-18 3756 0 0,-33 15-3584 0 0,22-10 1228 0 0,-5 2-1374 0 0,-1 1-1 0 0,2 1 1 0 0,-1 2 0 0 0,50-7-1 0 0,-50 12-114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20.9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1 364 5817 0 0,'9'-2'511'0'0,"0"-1"0"0"0,0 0-1 0 0,0-1 1 0 0,0 0 0 0 0,-1 0-1 0 0,1-1 1 0 0,-1 0 0 0 0,0 0-1 0 0,-1-1 1 0 0,1 0 0 0 0,-1-1 0 0 0,0 1-1 0 0,-1-1 1 0 0,10-13 0 0 0,-12 15-239 0 0,-1 0 0 0 0,1 0 0 0 0,-1 0 1 0 0,-1 0-1 0 0,1-1 0 0 0,-1 0 1 0 0,0 1-1 0 0,0-1 0 0 0,0 0 0 0 0,-1 0 1 0 0,0 0-1 0 0,0 0 0 0 0,-1 0 0 0 0,1 0 1 0 0,-2 0-1 0 0,1 0 0 0 0,0 0 0 0 0,-1 0 1 0 0,0 0-1 0 0,0 0 0 0 0,-1 1 1 0 0,0-1-1 0 0,0 0 0 0 0,-4-6 0 0 0,6 11-251 0 0,-1-1-1 0 0,1 1 1 0 0,-1 0-1 0 0,0 0 1 0 0,1 0-1 0 0,-1 0 1 0 0,0 0-1 0 0,0 0 1 0 0,0 0-1 0 0,0 0 1 0 0,0 0-1 0 0,0 0 1 0 0,0 1-1 0 0,0-1 1 0 0,0 0 0 0 0,0 1-1 0 0,-1-1 1 0 0,1 1-1 0 0,0-1 1 0 0,0 1-1 0 0,-1 0 1 0 0,1-1-1 0 0,0 1 1 0 0,0 0-1 0 0,-1 0 1 0 0,-1 0-1 0 0,0 0-7 0 0,0 1 1 0 0,0 0-1 0 0,0 0 0 0 0,0 0 1 0 0,0 0-1 0 0,0 1 0 0 0,0-1 1 0 0,1 1-1 0 0,-1-1 0 0 0,1 1 1 0 0,-3 2-1 0 0,-6 6-73 0 0,2-1 0 0 0,-1 2 0 0 0,1-1 0 0 0,-8 13 0 0 0,15-19 8 0 0,-1 1 1 0 0,1-1-1 0 0,-1 1 1 0 0,1 0 0 0 0,1 0-1 0 0,-1 0 1 0 0,1 0-1 0 0,-1 0 1 0 0,2 0-1 0 0,-1 0 1 0 0,0 0 0 0 0,1 0-1 0 0,0 0 1 0 0,0 1-1 0 0,1-1 1 0 0,0 0-1 0 0,1 6 1 0 0,-2-8 22 0 0,1 0 0 0 0,0-1-1 0 0,1 1 1 0 0,-1 0 0 0 0,0 0 0 0 0,1 0 0 0 0,0-1 0 0 0,-1 1-1 0 0,1-1 1 0 0,0 1 0 0 0,0-1 0 0 0,1 0 0 0 0,-1 0 0 0 0,0 0 0 0 0,1 0-1 0 0,-1 0 1 0 0,1-1 0 0 0,0 1 0 0 0,-1-1 0 0 0,1 1 0 0 0,0-1-1 0 0,0 0 1 0 0,0 0 0 0 0,0 0 0 0 0,0-1 0 0 0,0 1 0 0 0,0-1-1 0 0,0 1 1 0 0,0-1 0 0 0,4 0 0 0 0,0-1 23 0 0,-1 0 1 0 0,1 0-1 0 0,0 0 1 0 0,0-1-1 0 0,-1 1 1 0 0,1-2-1 0 0,-1 1 0 0 0,0-1 1 0 0,0 0-1 0 0,1 0 1 0 0,-2-1-1 0 0,1 1 1 0 0,9-9-1 0 0,5-6 146 0 0,-1-1 1 0 0,21-26-1 0 0,-9 10 69 0 0,-21 24-150 0 0,-9 9-46 0 0,0 0 0 0 0,0 1 0 0 0,0-1 1 0 0,0 1-1 0 0,0 0 0 0 0,0-1 0 0 0,0 1 0 0 0,1 0 0 0 0,-1 0 0 0 0,1-1 0 0 0,-1 1 0 0 0,1 0 0 0 0,-1 1 0 0 0,1-1 0 0 0,-1 0 1 0 0,1 0-1 0 0,0 1 0 0 0,-1-1 0 0 0,1 1 0 0 0,0-1 0 0 0,0 1 0 0 0,-1 0 0 0 0,1-1 0 0 0,0 1 0 0 0,0 0 0 0 0,0 0 0 0 0,-1 1 0 0 0,1-1 1 0 0,0 0-1 0 0,0 0 0 0 0,-1 1 0 0 0,1-1 0 0 0,0 1 0 0 0,0 0 0 0 0,-1 0 0 0 0,1-1 0 0 0,2 3 0 0 0,80 42-80 0 0,-56-29 415 0 0,41 18 1 0 0,-69-34-288 0 0,0-1 0 0 0,1 1 0 0 0,-1-1 0 0 0,0 1 1 0 0,1-1-1 0 0,-1 1 0 0 0,0-1 0 0 0,0 1 0 0 0,1-1 1 0 0,-1 1-1 0 0,0-1 0 0 0,0 1 0 0 0,0-1 0 0 0,0 0 1 0 0,0 1-1 0 0,0-1 0 0 0,0 1 0 0 0,0-1 0 0 0,0 1 1 0 0,0-1-1 0 0,0 0 0 0 0,0 1 0 0 0,-1-1 0 0 0,1 1 0 0 0,0-1 1 0 0,-1 0-1 0 0,-4-28 314 0 0,4 21-220 0 0,-5-32-502 0 0,3 1 0 0 0,2-65 0 0 0,2 90-179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6:21.2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27 4545 0 0,'1'0'99'0'0,"0"-1"0"0"0,0 1 0 0 0,-1 0 0 0 0,1-1 0 0 0,0 1 0 0 0,-1 0 0 0 0,1-1 0 0 0,0 1 0 0 0,-1-1 0 0 0,1 1 0 0 0,-1-1 0 0 0,1 1 0 0 0,-1-1 0 0 0,1 1 0 0 0,-1-1 0 0 0,1 0 0 0 0,-1 1 0 0 0,1-1-1 0 0,-1 0 1 0 0,0 1 0 0 0,0-1 0 0 0,1 0 0 0 0,-1 0 0 0 0,0 1 0 0 0,0-1 0 0 0,0 0 0 0 0,1 0 0 0 0,-1 1 0 0 0,0-1 0 0 0,0 0 0 0 0,-1-1 0 0 0,1 1 74 0 0,0 1-1 0 0,-1-1 1 0 0,1 1-1 0 0,-1-1 1 0 0,0 1 0 0 0,1 0-1 0 0,-1-1 1 0 0,1 1-1 0 0,-1-1 1 0 0,0 1-1 0 0,1 0 1 0 0,-1 0 0 0 0,0-1-1 0 0,1 1 1 0 0,-1 0-1 0 0,0 0 1 0 0,1 0 0 0 0,-1 0-1 0 0,0 0 1 0 0,1 0-1 0 0,-1 0 1 0 0,0 0-1 0 0,0 0 1 0 0,1 0 0 0 0,-1 0-1 0 0,0 0 1 0 0,1 0-1 0 0,-1 0 1 0 0,0 1-1 0 0,1-1 1 0 0,-1 0 0 0 0,0 1-1 0 0,1-1 1 0 0,-2 1-1 0 0,-6 3 337 0 0,0 0 0 0 0,0 0 0 0 0,1 1-1 0 0,-1 0 1 0 0,1 1 0 0 0,0-1 0 0 0,0 1-1 0 0,1 1 1 0 0,0-1 0 0 0,0 1 0 0 0,0 0-1 0 0,-5 11 1 0 0,6-10-368 0 0,1 0 1 0 0,0 0-1 0 0,0 1 1 0 0,1-1-1 0 0,0 1 1 0 0,1 0-1 0 0,0 0 0 0 0,0 0 1 0 0,1 0-1 0 0,0 0 1 0 0,1 1-1 0 0,0-1 0 0 0,0 0 1 0 0,1 0-1 0 0,0 0 1 0 0,1 1-1 0 0,0-1 1 0 0,5 16-1 0 0,-4-20-92 0 0,2 9 172 0 0,0 1 0 0 0,5 23 0 0 0,-9-35-205 0 0,0 0-1 0 0,-1 1 0 0 0,0-1 0 0 0,1 0 0 0 0,-1 1 0 0 0,0-1 0 0 0,-1 0 1 0 0,1 1-1 0 0,0-1 0 0 0,-1 0 0 0 0,0 1 0 0 0,0-1 0 0 0,0 0 0 0 0,0 0 1 0 0,-1 0-1 0 0,1 0 0 0 0,-1 0 0 0 0,-2 3 0 0 0,-4 0-178 0 0,4-5-266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7:59.7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99 100 7834 0 0,'-13'-54'2861'0'0,"2"8"3832"0"0,11 86-2849 0 0,-1-16-3614 0 0,-52 646 369 0 0,37-537-1581 0 0,15-127 349 0 0,-3 17-276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0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3 436 1896 0 0,'-3'-58'268'0'0,"6"-71"0"0"0,-1 105 323 0 0,1-1 1 0 0,1 0 0 0 0,1 1 0 0 0,2 0 0 0 0,12-33 0 0 0,-17 52-359 0 0,1 1 0 0 0,-1-1 1 0 0,1 1-1 0 0,0 0 1 0 0,0 0-1 0 0,0 0 1 0 0,1 1-1 0 0,-1-1 1 0 0,1 1-1 0 0,0 0 0 0 0,0 0 1 0 0,0 0-1 0 0,0 0 1 0 0,0 1-1 0 0,1-1 1 0 0,-1 1-1 0 0,1 0 0 0 0,0 1 1 0 0,-1-1-1 0 0,1 1 1 0 0,0 0-1 0 0,6-1 1 0 0,-3 2 31 0 0,-1-1 0 0 0,1 1 0 0 0,0 0 0 0 0,-1 0 1 0 0,1 1-1 0 0,0 0 0 0 0,-1 1 0 0 0,1 0 1 0 0,-1 0-1 0 0,0 0 0 0 0,0 1 0 0 0,1 0 0 0 0,12 8 1 0 0,-16-8-205 0 0,1 1 0 0 0,-1 0 0 0 0,0-1 0 0 0,0 1 0 0 0,0 0 0 0 0,0 1 0 0 0,-1-1 0 0 0,0 1 0 0 0,0 0 0 0 0,0 0 0 0 0,0 0 0 0 0,3 10 0 0 0,-3-6 3 0 0,0 1 0 0 0,-1 0 0 0 0,0 0 0 0 0,-1 0 0 0 0,0 0 0 0 0,0 18 0 0 0,-3-8 38 0 0,0-1 0 0 0,-1 0 0 0 0,-1 0 0 0 0,0 0 0 0 0,-2 0 0 0 0,0-1 0 0 0,-10 19 0 0 0,6-15 256 0 0,-2-1 0 0 0,-1-1 1 0 0,0 0-1 0 0,-2-1 0 0 0,-25 28 0 0 0,40-47-345 0 0,-1 0 1 0 0,1 0 0 0 0,0 0-1 0 0,0 0 1 0 0,0 1 0 0 0,0-1-1 0 0,0 0 1 0 0,0 0 0 0 0,0 0-1 0 0,-1 0 1 0 0,1 0 0 0 0,0 0-1 0 0,0 0 1 0 0,0 0 0 0 0,0 1-1 0 0,0-1 1 0 0,0 0 0 0 0,0 0-1 0 0,0 0 1 0 0,0 0 0 0 0,0 0-1 0 0,0 0 1 0 0,0 1 0 0 0,0-1-1 0 0,0 0 1 0 0,0 0 0 0 0,0 0-1 0 0,0 0 1 0 0,0 0 0 0 0,0 1-1 0 0,0-1 1 0 0,0 0 0 0 0,0 0-1 0 0,0 0 1 0 0,0 0 0 0 0,0 0-1 0 0,0 0 1 0 0,0 1 0 0 0,0-1-1 0 0,0 0 1 0 0,0 0-1 0 0,0 0 1 0 0,0 0 0 0 0,0 0-1 0 0,0 0 1 0 0,1 0 0 0 0,-1 1-1 0 0,0-1 1 0 0,0 0 0 0 0,0 0-1 0 0,0 0 1 0 0,0 0 0 0 0,0 0-1 0 0,1 0 1 0 0,-1 0 0 0 0,0 0-1 0 0,0 0 1 0 0,0 0 0 0 0,0 0-1 0 0,0 0 1 0 0,0 0 0 0 0,1 0-1 0 0,-1 0 1 0 0,0 0 0 0 0,0 0-1 0 0,18 0 241 0 0,18-6-100 0 0,-15 1-53 0 0,-8 1-373 0 0,0 1 1 0 0,-1 0-1 0 0,1 1 1 0 0,0 0 0 0 0,16 1-1 0 0,-15 2-1008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0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329 37 6449 0 0,'-4'-4'333'0'0,"-1"1"0"0"0,0-1-1 0 0,1 1 1 0 0,-1 0-1 0 0,0 0 1 0 0,0 0 0 0 0,-1 0-1 0 0,1 1 1 0 0,0 0 0 0 0,-1 0-1 0 0,0 1 1 0 0,1 0-1 0 0,-1 0 1 0 0,0 0 0 0 0,0 0-1 0 0,1 1 1 0 0,-1 0 0 0 0,0 0-1 0 0,0 1 1 0 0,0-1-1 0 0,1 1 1 0 0,-7 2 0 0 0,4 0-112 0 0,-1-1 0 0 0,0 1 1 0 0,1 1-1 0 0,0 0 0 0 0,0 0 1 0 0,0 0-1 0 0,0 1 0 0 0,1 0 1 0 0,0 1-1 0 0,0 0 0 0 0,0 0 1 0 0,1 0-1 0 0,-9 11 0 0 0,0 4-7 0 0,1 1 0 0 0,-12 24 0 0 0,21-36-194 0 0,1-1 1 0 0,0 1 0 0 0,0-1 0 0 0,1 1 0 0 0,1 0 0 0 0,0 0 0 0 0,0 1 0 0 0,0 10 0 0 0,2-20-22 0 0,-1 1 1 0 0,1-1-1 0 0,0 0 1 0 0,0 0-1 0 0,0 1 1 0 0,0-1-1 0 0,0 0 1 0 0,1 0 0 0 0,-1 0-1 0 0,0 1 1 0 0,0-1-1 0 0,1 0 1 0 0,-1 0-1 0 0,1 0 1 0 0,-1 0-1 0 0,1 0 1 0 0,0 0-1 0 0,-1 1 1 0 0,1-2-1 0 0,0 1 1 0 0,0 0-1 0 0,-1 0 1 0 0,1 0-1 0 0,0 0 1 0 0,2 1-1 0 0,-2-2-4 0 0,1 0 0 0 0,-1 1 0 0 0,1-1-1 0 0,-1 0 1 0 0,1 0 0 0 0,-1-1 0 0 0,1 1-1 0 0,-1 0 1 0 0,1 0 0 0 0,-1-1 0 0 0,1 1-1 0 0,-1-1 1 0 0,1 1 0 0 0,-1-1 0 0 0,0 0-1 0 0,1 0 1 0 0,1-1 0 0 0,5-3-13 0 0,0-2 1 0 0,0 1-1 0 0,0-1 1 0 0,12-14-1 0 0,-3-3-7 0 0,-1-1 0 0 0,0-1 0 0 0,17-41 0 0 0,0-1 0 0 0,-32 67 35 0 0,-1 1 1 0 0,0-1 0 0 0,1 0-1 0 0,-1 0 1 0 0,0 0 0 0 0,1 1-1 0 0,-1-1 1 0 0,1 0 0 0 0,-1 0-1 0 0,1 1 1 0 0,0-1 0 0 0,-1 1-1 0 0,1-1 1 0 0,0 0 0 0 0,-1 1-1 0 0,1-1 1 0 0,0 1-1 0 0,0 0 1 0 0,-1-1 0 0 0,1 1-1 0 0,0 0 1 0 0,0-1 0 0 0,0 1-1 0 0,0 0 1 0 0,-1 0 0 0 0,2-1-1 0 0,0 2 29 0 0,-1-1-1 0 0,0 1 1 0 0,0-1 0 0 0,0 1-1 0 0,0 0 1 0 0,0-1-1 0 0,0 1 1 0 0,-1 0 0 0 0,1-1-1 0 0,0 1 1 0 0,0 0-1 0 0,0 0 1 0 0,-1 0-1 0 0,1 0 1 0 0,0 0 0 0 0,0 2-1 0 0,4 7 256 0 0,0 0 0 0 0,-1 0 0 0 0,3 12-1 0 0,-6-19-259 0 0,10 37-72 0 0,-1-5 687 0 0,20 48 0 0 0,1-30-2302 0 0,-25-45 568 0 0,0 0 0 0 0,1-1 0 0 0,-1 0 1 0 0,12 8-1 0 0,4 1-4964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1.3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83 105 1840 0 0,'-1'-17'-129'0'0,"-4"-28"1443"0"0,5 41-557 0 0,-1-1 0 0 0,0 1 1 0 0,-1-1-1 0 0,1 0 0 0 0,-1 1 0 0 0,-6-11 1701 0 0,7 15-2358 0 0,1 0 0 0 0,0 0 0 0 0,0 0 0 0 0,-1 0 0 0 0,1 0 0 0 0,0 0 0 0 0,0 0 0 0 0,-1 0 0 0 0,1 0 0 0 0,0 0 0 0 0,0 0 0 0 0,-1 0 0 0 0,1 0 0 0 0,0 0 0 0 0,0 0 0 0 0,-1 0 0 0 0,1 0 0 0 0,0 0 1 0 0,-1 0-1 0 0,-7 9 2025 0 0,-4 17 98 0 0,11-24-2000 0 0,-6 19 75 0 0,0 0 0 0 0,1 1 0 0 0,1 0 0 0 0,1 0 0 0 0,1 0-1 0 0,0 31 1 0 0,3-41-182 0 0,1 1-1 0 0,-1-1 1 0 0,2 0-1 0 0,0 0 1 0 0,0 0-1 0 0,1-1 1 0 0,1 1-1 0 0,0-1 1 0 0,0 1-1 0 0,1-1 1 0 0,0 0-1 0 0,1-1 1 0 0,10 15-1 0 0,-15-24-122 0 0,1 1 0 0 0,-1 0 0 0 0,0-1 0 0 0,0 1 0 0 0,1-1 0 0 0,-1 0 0 0 0,1 1 0 0 0,-1-1 0 0 0,1 0 0 0 0,0 0-1 0 0,-1 0 1 0 0,1 0 0 0 0,0 0 0 0 0,0 0 0 0 0,0-1 0 0 0,0 1 0 0 0,-1-1 0 0 0,1 1 0 0 0,0-1 0 0 0,0 1 0 0 0,4-1-1 0 0,-4-1-13 0 0,0 1 0 0 0,0-1 0 0 0,0 0 0 0 0,0 0 0 0 0,0 0-1 0 0,0 0 1 0 0,0 0 0 0 0,0 0 0 0 0,0-1 0 0 0,-1 1-1 0 0,1 0 1 0 0,0-1 0 0 0,-1 0 0 0 0,1 1 0 0 0,-1-1-1 0 0,2-2 1 0 0,5-9-117 0 0,-1 0 0 0 0,0 0-1 0 0,-1-1 1 0 0,7-20 0 0 0,-11 27 105 0 0,8-22-227 0 0,12-31-10 0 0,-20 55 245 0 0,0 0 0 0 0,1 1-1 0 0,-1-1 1 0 0,1 1-1 0 0,0-1 1 0 0,1 1-1 0 0,-1 0 1 0 0,1 1-1 0 0,4-5 1 0 0,-7 7 22 0 0,0 1 0 0 0,0 0 0 0 0,-1-1 0 0 0,1 1 0 0 0,0 0 0 0 0,0 0 0 0 0,0 0 0 0 0,0 0 0 0 0,0-1 0 0 0,0 1 0 0 0,0 1 0 0 0,0-1 0 0 0,0 0 0 0 0,0 0 0 0 0,0 0 0 0 0,0 0 0 0 0,0 1 0 0 0,-1-1 0 0 0,1 0 0 0 0,0 1 0 0 0,0-1 0 0 0,0 1 0 0 0,0-1 0 0 0,-1 1 0 0 0,1-1 0 0 0,0 1 0 0 0,0-1 0 0 0,-1 1 0 0 0,1 0 0 0 0,0-1 0 0 0,-1 1 0 0 0,1 0 0 0 0,0 1 0 0 0,22 30 79 0 0,-20-27-29 0 0,1 1 50 0 0,0 0-1 0 0,0 0 1 0 0,1-1 0 0 0,0 1-1 0 0,0-1 1 0 0,1 0-1 0 0,-1-1 1 0 0,1 1-1 0 0,0-1 1 0 0,0 0 0 0 0,1-1-1 0 0,-1 0 1 0 0,1 0-1 0 0,12 4 1 0 0,-14-6-49 0 0,0 1 1 0 0,1-1-1 0 0,-1-1 1 0 0,0 1-1 0 0,1-1 1 0 0,-1 0-1 0 0,1 0 1 0 0,-1-1-1 0 0,1 0 1 0 0,-1 0-1 0 0,0 0 1 0 0,0 0-1 0 0,1-1 1 0 0,-1 0-1 0 0,0 0 1 0 0,0 0-1 0 0,0-1 1 0 0,-1 0-1 0 0,1 1 1 0 0,6-7-1 0 0,-8 7-29 0 0,0-1-1 0 0,0 0 0 0 0,-1 0 1 0 0,1 0-1 0 0,0 0 0 0 0,-1 0 1 0 0,0-1-1 0 0,0 1 0 0 0,0-1 1 0 0,0 0-1 0 0,-1 1 0 0 0,1-1 1 0 0,-1 0-1 0 0,0 0 0 0 0,0 0 0 0 0,0-7 1 0 0,0 5 53 0 0,-1 0 1 0 0,-1 0-1 0 0,1 0 1 0 0,-1 0 0 0 0,0 0-1 0 0,-1 0 1 0 0,1 1-1 0 0,-1-1 1 0 0,0 0 0 0 0,-5-8-1 0 0,3 6-200 0 0,0 1 1 0 0,-1 0-1 0 0,0 1 0 0 0,0-1 1 0 0,-1 1-1 0 0,1 0 0 0 0,-12-9 1 0 0,13 12-302 0 0,-1 0 0 0 0,1-1 0 0 0,-1 2 0 0 0,0-1 0 0 0,0 0 0 0 0,0 1 0 0 0,0 0 0 0 0,-1 0 0 0 0,1 1 0 0 0,-1 0 0 0 0,-6-1 0 0 0,-4 1-5474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1.8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403 391 5617 0 0,'-20'-7'904'0'0,"1"2"0"0"0,-1 0 0 0 0,0 1 0 0 0,0 1 0 0 0,0 1-1 0 0,0 0 1 0 0,-1 2 0 0 0,1 0 0 0 0,0 2 0 0 0,-1 0 0 0 0,-34 9 0 0 0,48-8-698 0 0,-1 0 1 0 0,1 0 0 0 0,0 1 0 0 0,0 0 0 0 0,1 1 0 0 0,-1 0 0 0 0,1 0 0 0 0,0 0 0 0 0,1 0 0 0 0,-1 1 0 0 0,1 0 0 0 0,0 0 0 0 0,0 1 0 0 0,1-1 0 0 0,0 1 0 0 0,-5 11 0 0 0,5-10-188 0 0,0 1 0 0 0,1 0 0 0 0,0 0 0 0 0,1 0 0 0 0,0 1-1 0 0,0-1 1 0 0,1 0 0 0 0,0 1 0 0 0,0-1 0 0 0,1 1 0 0 0,1-1 0 0 0,0 1 0 0 0,2 13 0 0 0,-2-21-46 0 0,-1-1 0 0 0,0 1-1 0 0,1 0 1 0 0,0 0 0 0 0,-1 0 0 0 0,1 0-1 0 0,0-1 1 0 0,0 1 0 0 0,0 0 0 0 0,0-1 0 0 0,0 1-1 0 0,0-1 1 0 0,0 1 0 0 0,1-1 0 0 0,-1 1 0 0 0,1-1-1 0 0,-1 0 1 0 0,1 0 0 0 0,1 2 0 0 0,-1-3-25 0 0,0 1-1 0 0,-1-1 1 0 0,1 0 0 0 0,0 1 0 0 0,-1-1 0 0 0,1 0 0 0 0,0 0 0 0 0,0 0 0 0 0,-1 0 0 0 0,1-1-1 0 0,0 1 1 0 0,-1 0 0 0 0,1-1 0 0 0,0 1 0 0 0,-1-1 0 0 0,1 1 0 0 0,1-2 0 0 0,4-2-95 0 0,0 0 1 0 0,0-1 0 0 0,0 0 0 0 0,-1 0 0 0 0,0-1 0 0 0,0 1 0 0 0,7-10 0 0 0,4-8 174 0 0,-1 0-1 0 0,-2 0 1 0 0,0-2 0 0 0,-2 1 0 0 0,0-2 0 0 0,-2 0-1 0 0,-1 0 1 0 0,-1-1 0 0 0,-1 0 0 0 0,-1 0 0 0 0,-2 0-1 0 0,-1-1 1 0 0,-1 0 0 0 0,-1 1 0 0 0,-1-1 0 0 0,-2 0-1 0 0,-1 0 1 0 0,-7-29 0 0 0,-3 13 474 0 0,13 43-382 0 0,-1-1 1 0 0,1 1 0 0 0,-1-1 0 0 0,0 0 0 0 0,1 1-1 0 0,-1 0 1 0 0,0-1 0 0 0,0 1 0 0 0,0-1-1 0 0,0 1 1 0 0,-1 0 0 0 0,1 0 0 0 0,0 0 0 0 0,0 0-1 0 0,-1 0 1 0 0,1 0 0 0 0,-1 0 0 0 0,1 0 0 0 0,-1 0-1 0 0,1 0 1 0 0,-1 1 0 0 0,1-1 0 0 0,-4 0 0 0 0,5 2-76 0 0,0-1 1 0 0,-1 1-1 0 0,1 0 1 0 0,0 0 0 0 0,0-1-1 0 0,-1 1 1 0 0,1 0-1 0 0,0 0 1 0 0,0-1 0 0 0,0 1-1 0 0,0 0 1 0 0,0 0-1 0 0,0-1 1 0 0,0 1 0 0 0,0 0-1 0 0,0 0 1 0 0,1-1 0 0 0,-1 1-1 0 0,0 0 1 0 0,0 0-1 0 0,1-1 1 0 0,-1 1 0 0 0,1 0-1 0 0,6 21 25 0 0,118 314-10 0 0,-84-243-818 0 0,-20-55-4876 0 0,-3-9-1393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2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169 122 4609 0 0,'3'-2'278'0'0,"0"-1"0"0"0,0 0-1 0 0,0 1 1 0 0,-1-1 0 0 0,1-1 0 0 0,-1 1 0 0 0,0 0 0 0 0,0-1-1 0 0,0 1 1 0 0,0-1 0 0 0,0 1 0 0 0,-1-1 0 0 0,2-6 0 0 0,-2 8 50 0 0,-1 0 0 0 0,1-1 0 0 0,-1 1 0 0 0,0 0 0 0 0,0-1 0 0 0,0 1 1 0 0,0 0-1 0 0,0-1 0 0 0,-1 1 0 0 0,1 0 0 0 0,-1 0 0 0 0,1-1 0 0 0,-1 1 1 0 0,0 0-1 0 0,0 0 0 0 0,0 0 0 0 0,0 0 0 0 0,0 0 0 0 0,0 0 0 0 0,-1 0 1 0 0,1 0-1 0 0,-1 0 0 0 0,1 1 0 0 0,-1-1 0 0 0,-2-1 0 0 0,2 1-155 0 0,-1 0-1 0 0,0 1 1 0 0,0-1-1 0 0,0 1 1 0 0,0 0 0 0 0,0 0-1 0 0,0 0 1 0 0,-1 0-1 0 0,1 0 1 0 0,0 1-1 0 0,0-1 1 0 0,-1 1-1 0 0,1 0 1 0 0,0 0-1 0 0,-1 0 1 0 0,1 0-1 0 0,0 1 1 0 0,-1-1 0 0 0,1 1-1 0 0,0 0 1 0 0,0 0-1 0 0,0 0 1 0 0,0 0-1 0 0,0 1 1 0 0,0-1-1 0 0,0 1 1 0 0,-5 3-1 0 0,1 1-131 0 0,-1-1 0 0 0,1 1 0 0 0,1 0 0 0 0,-1 1-1 0 0,1-1 1 0 0,0 1 0 0 0,0 0 0 0 0,-8 16 0 0 0,10-14-38 0 0,0 1 0 0 0,0 0 0 0 0,1 0-1 0 0,0 0 1 0 0,1 0 0 0 0,0 1 0 0 0,1-1 0 0 0,0 1 0 0 0,1 19 0 0 0,1-26-25 0 0,-1 1 0 0 0,1-1 1 0 0,-1 0-1 0 0,1 0 0 0 0,1 0 0 0 0,-1 0 0 0 0,1 0 0 0 0,-1 0 1 0 0,1 0-1 0 0,0 0 0 0 0,0-1 0 0 0,3 4 0 0 0,-3-5-29 0 0,0 0 0 0 0,0 0 0 0 0,0 0 0 0 0,1 0 1 0 0,-1-1-1 0 0,0 1 0 0 0,1-1 0 0 0,-1 0 0 0 0,1 0 0 0 0,-1 0 0 0 0,1 0 0 0 0,0 0 0 0 0,0 0 0 0 0,-1-1 0 0 0,1 1 0 0 0,0-1 0 0 0,0 0 0 0 0,-1 1 0 0 0,7-2 0 0 0,-5 1-12 0 0,1-1-1 0 0,0 0 1 0 0,-1 0-1 0 0,1-1 0 0 0,-1 1 1 0 0,0-1-1 0 0,1 0 1 0 0,-1 0-1 0 0,0 0 1 0 0,0 0-1 0 0,0-1 1 0 0,0 0-1 0 0,-1 0 1 0 0,1 0-1 0 0,-1 0 1 0 0,1-1-1 0 0,2-4 1 0 0,6-7-457 0 0,-1-1 1 0 0,17-34 0 0 0,-8 12 221 0 0,-19 37 304 0 0,-1 0 1 0 0,1 0-1 0 0,0 0 1 0 0,-1 0-1 0 0,1 0 1 0 0,0 1-1 0 0,-1-1 1 0 0,1 0 0 0 0,0 0-1 0 0,0 0 1 0 0,0 1-1 0 0,0-1 1 0 0,-1 0-1 0 0,1 1 1 0 0,0-1-1 0 0,0 1 1 0 0,0-1-1 0 0,1 1 1 0 0,0-1-1 0 0,-1 1 8 0 0,-1 0 1 0 0,1 0-1 0 0,0 1 0 0 0,-1-1 0 0 0,1 0 0 0 0,0 0 0 0 0,-1 1 0 0 0,1-1 1 0 0,0 0-1 0 0,-1 1 0 0 0,1-1 0 0 0,0 1 0 0 0,-1-1 0 0 0,1 1 1 0 0,-1-1-1 0 0,1 1 0 0 0,-1-1 0 0 0,1 1 0 0 0,-1-1 0 0 0,1 1 1 0 0,0 1-1 0 0,3 6 123 0 0,-1-1 0 0 0,1 1 1 0 0,-2 1-1 0 0,3 8 0 0 0,0-1-6 0 0,-2-9-117 0 0,-1-1 0 0 0,1 0 0 0 0,0 0 0 0 0,0 0 0 0 0,1-1 0 0 0,0 1 0 0 0,7 7 0 0 0,-8-10-310 0 0,0 0 0 0 0,0 0-1 0 0,1-1 1 0 0,-1 1 0 0 0,1-1 0 0 0,-1 0-1 0 0,1 0 1 0 0,5 2 0 0 0,11 1-5795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2.5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75 7370 0 0,'0'-16'590'0'0,"-13"-43"9173"0"0,9 71-7829 0 0,1 12-889 0 0,1 4-741 0 0,2 1 0 0 0,1 0 0 0 0,2 0 0 0 0,1 0 1 0 0,0 0-1 0 0,14 40 0 0 0,-3-21-373 0 0,3-1 0 0 0,44 85 0 0 0,-9-44-1113 0 0,-12-34-6793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2.6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174 203 3225 0 0,'-18'-23'1037'0'0,"-1"1"0"0"0,-23-22 0 0 0,23 28 2717 0 0,0 0 1 0 0,-38-23 0 0 0,66 36-565 0 0,20-3-3072 0 0,-22 5 111 0 0,133-22-1191 0 0,-79 16-5055 0 0,-31 5-83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3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265 27 2761 0 0,'-2'-2'241'0'0,"0"0"0"0"0,0 0 0 0 0,0 0 0 0 0,0 0 0 0 0,0 0 0 0 0,-1 0 0 0 0,1 1 0 0 0,-1-1 0 0 0,1 1 0 0 0,-1 0 0 0 0,1-1 0 0 0,-1 1 1 0 0,0 0-1 0 0,1 0 0 0 0,-1 1 0 0 0,-3-1 0 0 0,0 0 288 0 0,0 1 1 0 0,0 0-1 0 0,1 0 1 0 0,-1 0-1 0 0,0 1 0 0 0,0 0 1 0 0,-9 3-1 0 0,4-1 87 0 0,0 1 1 0 0,0 1-1 0 0,1 0 0 0 0,-1 0 0 0 0,1 1 0 0 0,1 0 0 0 0,-16 13 0 0 0,18-13-518 0 0,1 0 1 0 0,0 1-1 0 0,1 0 0 0 0,0-1 0 0 0,0 2 0 0 0,0-1 0 0 0,1 0 0 0 0,0 1 0 0 0,0 0 0 0 0,1 0 0 0 0,0 0 0 0 0,1 0 0 0 0,0 1 0 0 0,0-1 0 0 0,0 1 1 0 0,1-1-1 0 0,0 14 0 0 0,1-16-86 0 0,1 0 0 0 0,0 1 0 0 0,0-1 1 0 0,0 0-1 0 0,1 0 0 0 0,0 0 0 0 0,0 0 1 0 0,1 0-1 0 0,-1 0 0 0 0,1-1 0 0 0,0 1 0 0 0,1-1 1 0 0,-1 0-1 0 0,1 0 0 0 0,0 0 0 0 0,1 0 1 0 0,-1-1-1 0 0,1 1 0 0 0,0-1 0 0 0,0 0 1 0 0,0-1-1 0 0,0 1 0 0 0,1-1 0 0 0,8 3 1 0 0,-9-3 15 0 0,0-1 1 0 0,0 0-1 0 0,0 0 1 0 0,0-1 0 0 0,1 1-1 0 0,-1-1 1 0 0,1 0 0 0 0,-1-1-1 0 0,0 1 1 0 0,1-1 0 0 0,0 0-1 0 0,-1-1 1 0 0,0 1 0 0 0,1-1-1 0 0,-1 0 1 0 0,1-1-1 0 0,-1 1 1 0 0,0-1 0 0 0,0 0-1 0 0,0 0 1 0 0,6-4 0 0 0,-5 2 66 0 0,0 0 1 0 0,-1-1 0 0 0,0 1 0 0 0,0-1-1 0 0,0-1 1 0 0,0 1 0 0 0,-1-1-1 0 0,0 0 1 0 0,0 0 0 0 0,0 0 0 0 0,-1 0-1 0 0,0-1 1 0 0,0 1 0 0 0,0-1 0 0 0,2-13-1 0 0,-4 16-74 0 0,3-8 58 0 0,-1-1 0 0 0,-1 1 0 0 0,0-1 0 0 0,0 1 0 0 0,-1-1 0 0 0,-1 0-1 0 0,0 1 1 0 0,-2-18 0 0 0,0 27-152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3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35 6577 0 0,'0'0'-14'0'0,"1"-1"0"0"0,-1 0 0 0 0,1 1-1 0 0,-1-1 1 0 0,1 1 0 0 0,-1-1 0 0 0,0 0 0 0 0,1 0-1 0 0,-1 1 1 0 0,0-1 0 0 0,1 0 0 0 0,-1 0-1 0 0,0 1 1 0 0,0-1 0 0 0,0 0 0 0 0,0 0-1 0 0,0 0 1 0 0,0 1 0 0 0,0-1 0 0 0,0 0-1 0 0,0 0 1 0 0,0 1 0 0 0,0-1 0 0 0,-1 0 0 0 0,1 0-1 0 0,0 0 1 0 0,0 1 0 0 0,-1-1 0 0 0,1 0-1 0 0,-1 1 1 0 0,1-1 0 0 0,0 0 0 0 0,-1 1-1 0 0,1-1 1 0 0,-1 1 0 0 0,0-1 0 0 0,1 0-1 0 0,-1 1 1 0 0,1 0 0 0 0,-1-1 0 0 0,0 1 0 0 0,1-1-1 0 0,-1 1 1 0 0,-1-1 0 0 0,1 0 95 0 0,-1 1 0 0 0,1-1 0 0 0,-1 0 0 0 0,1 1 0 0 0,-1-1-1 0 0,1 1 1 0 0,-1 0 0 0 0,1-1 0 0 0,-1 1 0 0 0,1 0 0 0 0,-1 0 0 0 0,1 0 0 0 0,-4 0 0 0 0,-8 8 5093 0 0,8-2-4552 0 0,1 0-1 0 0,0 1 1 0 0,0-1 0 0 0,0 1-1 0 0,1 0 1 0 0,-1 0-1 0 0,2 0 1 0 0,-1 0 0 0 0,1 1-1 0 0,0-1 1 0 0,-1 13 0 0 0,3-12-319 0 0,0 0 0 0 0,0 0 0 0 0,1 0 0 0 0,-1 0 0 0 0,2 0 0 0 0,-1 0 0 0 0,1 0 0 0 0,1-1 0 0 0,6 16 0 0 0,-4-13-489 0 0,0 0 1 0 0,2 0-1 0 0,-1-1 1 0 0,1 1-1 0 0,0-1 1 0 0,15 13-1 0 0,-13-13-736 0 0,2-1 1 0 0,-1 0 0 0 0,1 0-1 0 0,0-1 1 0 0,21 9-1 0 0,-7-5-5910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4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78 8754 0 0,'-9'-26'1850'0'0,"8"22"-1341"0"0,0 0 0 0 0,0 0 0 0 0,0 0 0 0 0,0 0 0 0 0,-1 0-1 0 0,1 1 1 0 0,-1-1 0 0 0,0 1 0 0 0,-1-1 0 0 0,1 1 0 0 0,0 0 0 0 0,-5-5 0 0 0,6 11-312 0 0,0-1 1 0 0,0 0 0 0 0,0 1-1 0 0,0-1 1 0 0,0 1-1 0 0,1-1 1 0 0,-1 1 0 0 0,1-1-1 0 0,0 1 1 0 0,-1 3-1 0 0,-3 57 64 0 0,3 0-1 0 0,3 0 1 0 0,10 70-1 0 0,-6-97-117 0 0,2 0 0 0 0,21 56-1 0 0,-2-5-3985 0 0,-24-72-2423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4.4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 2304 0 0,'11'0'5087'0'0,"-11"-1"-4977"0"0,0 1 1 0 0,0 0 0 0 0,0 0-1 0 0,0-1 1 0 0,1 1-1 0 0,-1 0 1 0 0,0-1-1 0 0,0 1 1 0 0,0 0 0 0 0,0 0-1 0 0,0-1 1 0 0,0 1-1 0 0,0 0 1 0 0,0-1-1 0 0,0 1 1 0 0,-1 0 0 0 0,14 15 1948 0 0,-9-4-1286 0 0,0 0 0 0 0,-1 0 0 0 0,5 21 0 0 0,1 8 203 0 0,-3-21-834 0 0,0 0 0 0 0,1 0 0 0 0,1-1 0 0 0,1 0 1 0 0,14 21-1 0 0,-21-36-53 0 0,0 1 1 0 0,1-1-1 0 0,-1 0 1 0 0,1 0 0 0 0,0 0-1 0 0,0 0 1 0 0,0 0-1 0 0,1 0 1 0 0,-1-1-1 0 0,0 0 1 0 0,1 1 0 0 0,0-1-1 0 0,0-1 1 0 0,-1 1-1 0 0,1-1 1 0 0,0 1 0 0 0,0-1-1 0 0,0 0 1 0 0,1 0-1 0 0,-1-1 1 0 0,0 1 0 0 0,0-1-1 0 0,0 0 1 0 0,0 0-1 0 0,1-1 1 0 0,-1 1-1 0 0,0-1 1 0 0,0 0 0 0 0,0 0-1 0 0,0 0 1 0 0,7-3-1 0 0,5-4 132 0 0,1 0 0 0 0,-1-2 0 0 0,0 0-1 0 0,-1 0 1 0 0,0-2 0 0 0,-1 0 0 0 0,0 0-1 0 0,18-23 1 0 0,-17 17 16 0 0,-1 0 1 0 0,-1-1-1 0 0,0-1 0 0 0,-2 0 0 0 0,0-1 1 0 0,11-31-1 0 0,-16 27-3159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5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91 8754 0 0,'-9'-43'2101'0'0,"8"40"-1697"0"0,1 0 0 0 0,0 0 0 0 0,0 0 1 0 0,0 0-1 0 0,0 0 0 0 0,1 1 0 0 0,-1-1 1 0 0,1 0-1 0 0,0 0 0 0 0,-1 0 0 0 0,1 1 1 0 0,0-1-1 0 0,2-3 0 0 0,-2 6-338 0 0,-1-1-1 0 0,0 1 1 0 0,0 0-1 0 0,0 0 1 0 0,1-1-1 0 0,-1 1 1 0 0,0 0-1 0 0,0 0 1 0 0,0-1-1 0 0,1 1 1 0 0,-1 0-1 0 0,0 0 1 0 0,1 0-1 0 0,-1 0 1 0 0,0-1-1 0 0,0 1 1 0 0,1 0-1 0 0,-1 0 1 0 0,0 0-1 0 0,1 0 1 0 0,-1 0-1 0 0,0 0 1 0 0,1 0-1 0 0,-1 0 1 0 0,0 0-1 0 0,1 0 1 0 0,-1 0-1 0 0,0 0 1 0 0,1 0-1 0 0,-1 0 1 0 0,0 0-1 0 0,1 0 1 0 0,-1 0-1 0 0,0 0 1 0 0,1 1-1 0 0,11 10 708 0 0,3 17-440 0 0,-6-2-134 0 0,-1 1 1 0 0,-2-1-1 0 0,-1 1 1 0 0,3 52-1 0 0,3 12-556 0 0,0 7-4186 0 0,-11-86 3103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5.2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0 137 1376 0 0,'4'-10'515'0'0,"1"0"-1"0"0,1 0 1 0 0,-1 0 0 0 0,2 1-1 0 0,-1-1 1 0 0,1 1-1 0 0,1 1 1 0 0,-1 0-1 0 0,1 0 1 0 0,1 0-1 0 0,16-11 1 0 0,-22 17-367 0 0,0 0 0 0 0,0 0-1 0 0,0 0 1 0 0,0 1 0 0 0,0-1 0 0 0,0 1-1 0 0,1 0 1 0 0,-1 0 0 0 0,1 0 0 0 0,-1 0 0 0 0,1 0-1 0 0,-1 1 1 0 0,1 0 0 0 0,-1-1 0 0 0,1 1-1 0 0,-1 1 1 0 0,1-1 0 0 0,-1 0 0 0 0,1 1 0 0 0,-1 0-1 0 0,1 0 1 0 0,5 2 0 0 0,-6-1-17 0 0,0 0-1 0 0,0 0 1 0 0,0 1 0 0 0,0-1 0 0 0,-1 1 0 0 0,1 0-1 0 0,-1-1 1 0 0,1 1 0 0 0,-1 0 0 0 0,0 0-1 0 0,0 1 1 0 0,0-1 0 0 0,-1 0 0 0 0,1 1 0 0 0,-1-1-1 0 0,0 1 1 0 0,0-1 0 0 0,0 1 0 0 0,0 0-1 0 0,-1-1 1 0 0,1 6 0 0 0,-1 1 97 0 0,0 1 1 0 0,-1-1-1 0 0,0 0 0 0 0,0 0 1 0 0,-1 1-1 0 0,-1-1 0 0 0,0 0 1 0 0,0-1-1 0 0,-1 1 0 0 0,0-1 1 0 0,-1 1-1 0 0,0-1 1 0 0,-8 11-1 0 0,7-11-252 0 0,-2 1 0 0 0,1-1 0 0 0,-2 0 0 0 0,-16 14-1 0 0,19-18-541 0 0,-1 0 0 0 0,1-1 0 0 0,-1 0-1 0 0,0 0 1 0 0,-1 0 0 0 0,1-1 0 0 0,-12 3-1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5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0 109 3225 0 0,'18'14'5213'0'0,"16"16"-1515"0"0,-16-15-2315 0 0,0 0-1 0 0,-2 2 0 0 0,0 0 0 0 0,19 26 0 0 0,-38-50-969 0 0,1 1-1 0 0,0-1 1 0 0,1 0 0 0 0,-1 1 0 0 0,1-1-1 0 0,0 0 1 0 0,1 0 0 0 0,0 0 0 0 0,0 0 0 0 0,2-10-1 0 0,0-3-555 0 0,0 0 0 0 0,2 1 1 0 0,6-22-1 0 0,-7 32-324 0 0,0 0 1 0 0,1 0-1 0 0,0 0 1 0 0,9-13-1 0 0,0 6-412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5.9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0 289 10594 0 0,'37'-25'5229'0'0,"-18"12"-4480"0"0,0-1-1 0 0,-2-1 0 0 0,0 0 0 0 0,19-23 0 0 0,-29 30-773 0 0,0-1 0 0 0,-1 0 0 0 0,0 0 0 0 0,-1 0 0 0 0,0-1 0 0 0,0 1-1 0 0,-1-1 1 0 0,0-1 0 0 0,-1 1 0 0 0,0 0 0 0 0,2-14 0 0 0,-5 22 28 0 0,0 0-1 0 0,1 1 1 0 0,-1-1 0 0 0,0 0 0 0 0,0 0 0 0 0,0 1-1 0 0,-1-1 1 0 0,1 0 0 0 0,0 0 0 0 0,-1 1 0 0 0,1-1 0 0 0,-1 0-1 0 0,0 1 1 0 0,1-1 0 0 0,-1 0 0 0 0,-2-2 0 0 0,2 3-3 0 0,1 0 1 0 0,-1 1 0 0 0,0-1 0 0 0,0 0 0 0 0,0 1 0 0 0,0-1 0 0 0,0 0 0 0 0,0 1 0 0 0,0-1 0 0 0,0 1-1 0 0,0 0 1 0 0,0-1 0 0 0,0 1 0 0 0,0 0 0 0 0,0 0 0 0 0,-1 0 0 0 0,1 0 0 0 0,0-1 0 0 0,0 1 0 0 0,-1 1-1 0 0,-1-1-19 0 0,1 1 0 0 0,0-1-1 0 0,0 1 1 0 0,-1 0-1 0 0,1-1 1 0 0,0 1-1 0 0,0 0 1 0 0,0 1-1 0 0,0-1 1 0 0,0 0-1 0 0,0 1 1 0 0,0-1-1 0 0,1 1 1 0 0,-1-1-1 0 0,0 1 1 0 0,1 0-1 0 0,-1-1 1 0 0,1 1 0 0 0,0 0-1 0 0,0 0 1 0 0,0 0-1 0 0,0 0 1 0 0,0 1-1 0 0,-1 2 1 0 0,0 6-154 0 0,1 0 0 0 0,0-1 0 0 0,1 1 0 0 0,0 0 0 0 0,0-1 0 0 0,1 1 0 0 0,1 0 0 0 0,0-1 0 0 0,0 1 0 0 0,1-1 0 0 0,0 0 0 0 0,1 0 0 0 0,0 0 0 0 0,1 0 0 0 0,0-1 0 0 0,0 0 0 0 0,11 14 0 0 0,1-4-5530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9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8 12899 0 0,'-4'-3'1152'0'0,"1"2"16"0"0,2-1-664 0 0,-1 1 0 0 0,0 1-504 0 0,0 0 0 0 0,4 1 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6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8290 0 0,'-1'1'9623'0'0,"4"71"-8151"0"0,10 132 689 0 0,-8-168-5756 0 0,18 62-1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7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48 4145 0 0,'1'-3'88'0'0,"1"0"0"0"0,-1 0 0 0 0,1 1 0 0 0,0-1 0 0 0,0 0 0 0 0,0 1 1 0 0,1-1-1 0 0,-1 1 0 0 0,1 0 0 0 0,2-3 0 0 0,-2 3 257 0 0,0 0 0 0 0,0 0 0 0 0,1 1-1 0 0,-1-1 1 0 0,0 1 0 0 0,1-1 0 0 0,-1 1 0 0 0,1 0 0 0 0,-1 1-1 0 0,1-1 1 0 0,0 0 0 0 0,-1 1 0 0 0,1 0 0 0 0,0 0 0 0 0,-1 0-1 0 0,1 0 1 0 0,0 1 0 0 0,-1-1 0 0 0,1 1 0 0 0,-1 0 0 0 0,1 0-1 0 0,-1 0 1 0 0,1 1 0 0 0,4 2 0 0 0,-6-2-154 0 0,0 0 0 0 0,1 0-1 0 0,-1 0 1 0 0,0 1 0 0 0,0-1 0 0 0,0 1 0 0 0,-1 0-1 0 0,1-1 1 0 0,-1 1 0 0 0,1 0 0 0 0,-1 0 0 0 0,0 0-1 0 0,0 0 1 0 0,0 0 0 0 0,0 0 0 0 0,-1 0 0 0 0,1 0-1 0 0,-1 0 1 0 0,0 1 0 0 0,0-1 0 0 0,0 0 0 0 0,0 0-1 0 0,-1 0 1 0 0,-1 6 0 0 0,0 4 130 0 0,-1-1-1 0 0,0 1 1 0 0,-1-1 0 0 0,-9 21-1 0 0,6-18-234 0 0,-1 0-1 0 0,-16 23 0 0 0,1-16-2605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7.2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1824 0 0,'2'-1'270'0'0,"0"-1"0"0"0,0 1 0 0 0,0 0-1 0 0,0 0 1 0 0,0 1 0 0 0,0-1 0 0 0,1 0 0 0 0,-1 1-1 0 0,0-1 1 0 0,0 1 0 0 0,0 0 0 0 0,1 0-1 0 0,-1 0 1 0 0,0 0 0 0 0,1 0 0 0 0,-1 0-1 0 0,0 0 1 0 0,0 1 0 0 0,1-1 0 0 0,1 2 0 0 0,0 0 172 0 0,-1 0 0 0 0,1 0 1 0 0,-1 0-1 0 0,0 0 1 0 0,0 1-1 0 0,0-1 0 0 0,0 1 1 0 0,-1 0-1 0 0,1 0 1 0 0,-1 0-1 0 0,3 3 0 0 0,4 10 870 0 0,0 1 0 0 0,-1 0 0 0 0,11 35 0 0 0,-16-43-1460 0 0,5 18 630 0 0,-5-17-254 0 0,0 1 0 0 0,1-1 0 0 0,8 18 0 0 0,-14-42 2510 0 0,0-39-1908 0 0,2 40-889 0 0,0 0 1 0 0,1 0 0 0 0,0 1-1 0 0,1-1 1 0 0,1 0 0 0 0,0 1-1 0 0,1 0 1 0 0,0 0 0 0 0,1 0-1 0 0,0 0 1 0 0,0 1 0 0 0,2-1-1 0 0,-1 1 1 0 0,15-17 0 0 0,-6 14-1075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7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53 6913 0 0,'0'-1'221'0'0,"0"0"-1"0"0,0 0 0 0 0,1 0 1 0 0,-1 0-1 0 0,0 0 1 0 0,0 0-1 0 0,0 0 0 0 0,0 0 1 0 0,-1 0-1 0 0,1 0 0 0 0,0 0 1 0 0,0 0-1 0 0,0 0 0 0 0,-1 0 1 0 0,1 0-1 0 0,-1 0 0 0 0,1 0 1 0 0,-1 0-1 0 0,1 0 0 0 0,-2-1 1 0 0,2 1-94 0 0,-1 1 0 0 0,1 0 1 0 0,-1-1-1 0 0,1 1 0 0 0,0 0 1 0 0,-1-1-1 0 0,0 1 0 0 0,1 0 1 0 0,-1 0-1 0 0,1 0 1 0 0,-1-1-1 0 0,1 1 0 0 0,-1 0 1 0 0,1 0-1 0 0,-1 0 0 0 0,0 0 1 0 0,1 0-1 0 0,-1 0 0 0 0,1 0 1 0 0,-1 0-1 0 0,1 0 0 0 0,-1 0 1 0 0,0 0-1 0 0,1 1 1 0 0,-1-1-1 0 0,1 0 0 0 0,-1 0 1 0 0,1 0-1 0 0,-1 1 0 0 0,1-1 1 0 0,-1 0-1 0 0,1 1 0 0 0,-1-1 1 0 0,1 0-1 0 0,0 1 0 0 0,-1-1 1 0 0,1 1-1 0 0,-1-1 1 0 0,1 1-1 0 0,0-1 0 0 0,-1 1 1 0 0,1 0-1 0 0,-3 2-90 0 0,1 1 0 0 0,0 0 1 0 0,0 0-1 0 0,0 0 0 0 0,1 0 0 0 0,-1 0 0 0 0,1 1 0 0 0,0-1 1 0 0,0 0-1 0 0,0 1 0 0 0,1-1 0 0 0,0 1 0 0 0,-1-1 0 0 0,2 0 1 0 0,-1 1-1 0 0,0-1 0 0 0,1 1 0 0 0,0-1 0 0 0,2 7 0 0 0,2 6 98 0 0,0 0 0 0 0,2 0 0 0 0,12 23 0 0 0,-17-35-133 0 0,1 0-1 0 0,0-1 1 0 0,0 1-1 0 0,0-1 1 0 0,0 1-1 0 0,1-1 1 0 0,0 0 0 0 0,0 0-1 0 0,0-1 1 0 0,0 1-1 0 0,1-1 1 0 0,-1 0 0 0 0,1 0-1 0 0,0 0 1 0 0,0-1-1 0 0,0 0 1 0 0,10 3 0 0 0,-11-4-1 0 0,0-1 1 0 0,0 1 0 0 0,0-1 0 0 0,0 0 0 0 0,0-1 0 0 0,0 1 0 0 0,-1-1 0 0 0,1 1-1 0 0,0-1 1 0 0,0 0 0 0 0,0-1 0 0 0,-1 1 0 0 0,1-1 0 0 0,-1 1 0 0 0,1-1 0 0 0,-1 0-1 0 0,0 0 1 0 0,1-1 0 0 0,-1 1 0 0 0,0-1 0 0 0,0 0 0 0 0,-1 1 0 0 0,1-1 0 0 0,-1 0-1 0 0,4-6 1 0 0,-1 0 101 0 0,0 1-1 0 0,-1-1 1 0 0,0 1-1 0 0,-1-1 1 0 0,0 0-1 0 0,0 0 1 0 0,-1-1-1 0 0,0 1 1 0 0,-1 0 0 0 0,0-1-1 0 0,0 1 1 0 0,-1-14-1 0 0,0 18-82 0 0,0 0 1 0 0,0 0-1 0 0,-1 1 0 0 0,0-1 1 0 0,1 0-1 0 0,-2 1 0 0 0,1-1 1 0 0,0 0-1 0 0,-1 1 0 0 0,0 0 1 0 0,0-1-1 0 0,0 1 0 0 0,-1 0 1 0 0,1 0-1 0 0,-1 0 0 0 0,0 1 1 0 0,0-1-1 0 0,0 1 0 0 0,-1-1 1 0 0,1 1-1 0 0,-1 0 0 0 0,0 0 1 0 0,0 1-1 0 0,0-1 0 0 0,0 1 1 0 0,-7-3-1 0 0,7 4-298 0 0,-1 0-1 0 0,1 0 1 0 0,-1 0-1 0 0,1 1 1 0 0,-1 0-1 0 0,1 0 1 0 0,-1 0-1 0 0,1 1 1 0 0,-6 0-1 0 0,-8 4-799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7.9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226 1 6913 0 0,'-8'-1'238'0'0,"0"2"-1"0"0,0-1 1 0 0,0 1-1 0 0,0 1 0 0 0,0-1 1 0 0,0 1-1 0 0,1 1 0 0 0,-1-1 1 0 0,0 1-1 0 0,1 1 1 0 0,0-1-1 0 0,0 1 0 0 0,0 0 1 0 0,-8 7-1 0 0,4-2 546 0 0,-1 0-1 0 0,1 1 1 0 0,1 0 0 0 0,0 1 0 0 0,0 0-1 0 0,1 1 1 0 0,-8 12 0 0 0,15-21-670 0 0,1 0 0 0 0,-1 0 0 0 0,1 0 0 0 0,-1 0 0 0 0,1 0 0 0 0,0 0 0 0 0,0 0 0 0 0,0 0 0 0 0,1 0 0 0 0,-1 0 0 0 0,1 1 0 0 0,0-1 0 0 0,0 0 0 0 0,0 0 0 0 0,0 1 0 0 0,0-1 0 0 0,1 0 0 0 0,0 0 0 0 0,-1 0 0 0 0,1 1 0 0 0,0-1 0 0 0,1 0 0 0 0,-1 0 0 0 0,0-1 0 0 0,1 1 0 0 0,0 0 0 0 0,-1 0 0 0 0,1-1 0 0 0,0 1 1 0 0,3 2-1 0 0,-1-2-175 0 0,-1 0 1 0 0,1 1-1 0 0,0-2 1 0 0,0 1 0 0 0,0 0-1 0 0,0-1 1 0 0,1 0-1 0 0,7 3 1 0 0,-7-4-547 0 0,0 1 0 0 0,0-1 0 0 0,0 0 0 0 0,0 0 0 0 0,0-1 0 0 0,0 0 0 0 0,1 0 0 0 0,6-1 0 0 0,4-1-5501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8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1 263 3681 0 0,'6'0'307'0'0,"0"-1"-1"0"0,1 0 1 0 0,-1 0 0 0 0,0 0 0 0 0,0-1 0 0 0,1 0 0 0 0,-2-1 0 0 0,1 1-1 0 0,0-1 1 0 0,0 0 0 0 0,-1 0 0 0 0,0-1 0 0 0,1 0 0 0 0,-1 0-1 0 0,-1 0 1 0 0,1 0 0 0 0,-1-1 0 0 0,1 0 0 0 0,-1 0 0 0 0,0 0-1 0 0,-1 0 1 0 0,5-9 0 0 0,-4 7 75 0 0,0-1 0 0 0,-1 0 0 0 0,1 0 1 0 0,-2 0-1 0 0,1 0 0 0 0,-1-1 0 0 0,0 1 0 0 0,-1-1 0 0 0,0 1 0 0 0,0-1 1 0 0,-1 0-1 0 0,0 1 0 0 0,0-1 0 0 0,-1 0 0 0 0,0 1 0 0 0,-3-11 0 0 0,3 18-319 0 0,1-1-1 0 0,-1 0 0 0 0,1 1 1 0 0,-1-1-1 0 0,0 1 0 0 0,1-1 0 0 0,-1 1 1 0 0,0 0-1 0 0,0-1 0 0 0,0 1 1 0 0,0 0-1 0 0,0 0 0 0 0,-1-1 1 0 0,1 1-1 0 0,0 0 0 0 0,0 0 0 0 0,-1 0 1 0 0,1 1-1 0 0,-1-1 0 0 0,1 0 1 0 0,-1 0-1 0 0,1 1 0 0 0,-1-1 1 0 0,1 1-1 0 0,-1-1 0 0 0,1 1 1 0 0,-1 0-1 0 0,0-1 0 0 0,1 1 0 0 0,-1 0 1 0 0,0 0-1 0 0,1 0 0 0 0,-1 1 1 0 0,0-1-1 0 0,1 0 0 0 0,-1 1 1 0 0,1-1-1 0 0,-1 1 0 0 0,0-1 0 0 0,1 1 1 0 0,-1-1-1 0 0,1 1 0 0 0,-3 2 1 0 0,-2 0 5 0 0,0 1 0 0 0,0-1 0 0 0,1 1 0 0 0,-1 0 1 0 0,1 1-1 0 0,0-1 0 0 0,0 1 0 0 0,0 0 1 0 0,-5 8-1 0 0,8-9-81 0 0,0 0 0 0 0,0 0 0 0 0,1 0 0 0 0,-1 0 0 0 0,1 0 0 0 0,0 0 0 0 0,0 0-1 0 0,0 1 1 0 0,1-1 0 0 0,-1 0 0 0 0,1 1 0 0 0,0-1 0 0 0,1 0 0 0 0,-1 0 0 0 0,1 1 0 0 0,-1-1 0 0 0,1 0 0 0 0,0 0 0 0 0,1 0 0 0 0,-1 0 0 0 0,1 0 0 0 0,0 0 0 0 0,0 0 0 0 0,0 0 0 0 0,4 5 0 0 0,4 4-709 0 0,1 0 0 0 0,0 0-1 0 0,1-1 1 0 0,0-1 0 0 0,17 13 0 0 0,-9-8-5182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8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62 2761 0 0,'1'-2'205'0'0,"0"0"1"0"0,0-1 0 0 0,-1 1 0 0 0,1-1 0 0 0,0 1 0 0 0,-1-1 0 0 0,0 1-1 0 0,1-1 1 0 0,-1 1 0 0 0,0-1 0 0 0,0 1 0 0 0,0-1 0 0 0,-1 1 0 0 0,1-1-1 0 0,-1 1 1 0 0,1-1 0 0 0,-1 1 0 0 0,-1-3 0 0 0,1 4-68 0 0,0-1 1 0 0,0 1 0 0 0,0 0 0 0 0,0 0-1 0 0,-1 1 1 0 0,1-1 0 0 0,0 0-1 0 0,0 0 1 0 0,-1 1 0 0 0,1-1 0 0 0,-1 0-1 0 0,1 1 1 0 0,-1 0 0 0 0,1-1-1 0 0,0 1 1 0 0,-1 0 0 0 0,0-1-1 0 0,1 1 1 0 0,-1 0 0 0 0,1 0 0 0 0,-1 0-1 0 0,1 1 1 0 0,-1-1 0 0 0,1 0-1 0 0,-1 1 1 0 0,1-1 0 0 0,0 0 0 0 0,-1 1-1 0 0,1 0 1 0 0,-1-1 0 0 0,1 1-1 0 0,-2 1 1 0 0,-9 3 895 0 0,1 1 0 0 0,0 0 0 0 0,-20 15 0 0 0,27-18-863 0 0,-1 0 0 0 0,1 1 1 0 0,0 0-1 0 0,0 0 0 0 0,0 0 0 0 0,1 0 1 0 0,-1 1-1 0 0,1 0 0 0 0,0-1 0 0 0,0 1 0 0 0,-2 7 1 0 0,5-10-151 0 0,-1 0 1 0 0,1 0-1 0 0,0 0 0 0 0,0 0 1 0 0,0 0-1 0 0,0 0 1 0 0,0 0-1 0 0,0 0 0 0 0,1 0 1 0 0,-1 0-1 0 0,1 0 1 0 0,0 0-1 0 0,-1 0 0 0 0,1 0 1 0 0,0 0-1 0 0,0 0 1 0 0,0 0-1 0 0,0-1 0 0 0,0 1 1 0 0,1 0-1 0 0,-1-1 1 0 0,0 1-1 0 0,1-1 1 0 0,-1 1-1 0 0,1-1 0 0 0,0 0 1 0 0,-1 0-1 0 0,1 1 1 0 0,0-1-1 0 0,3 1 0 0 0,8 5-36 0 0,1-1-1 0 0,0 0 1 0 0,19 5-1 0 0,-11-3 235 0 0,-16-6-209 0 0,3 1 38 0 0,0 1-1 0 0,0 0 0 0 0,0 0 0 0 0,10 9 0 0 0,-17-13-58 0 0,-1 1 0 0 0,0 0-1 0 0,1 0 1 0 0,-1 0 0 0 0,0 0 0 0 0,0 1-1 0 0,0-1 1 0 0,0 0 0 0 0,0 0 0 0 0,0 1 0 0 0,0-1-1 0 0,0 1 1 0 0,0-1 0 0 0,-1 1 0 0 0,1-1-1 0 0,0 1 1 0 0,-1-1 0 0 0,0 1 0 0 0,1-1-1 0 0,-1 1 1 0 0,0 0 0 0 0,0-1 0 0 0,0 1-1 0 0,0 0 1 0 0,0-1 0 0 0,0 1 0 0 0,0-1-1 0 0,-1 1 1 0 0,1 0 0 0 0,0-1 0 0 0,-1 1-1 0 0,1-1 1 0 0,-2 3 0 0 0,-3 5-393 0 0,-1 0 1 0 0,1-1 0 0 0,-2 1-1 0 0,1-1 1 0 0,-1 0-1 0 0,0-1 1 0 0,-1 0 0 0 0,0 0-1 0 0,-14 10 1 0 0,4-6-4781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8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76 5065 0 0,'6'-5'410'0'0,"-1"-1"1"0"0,1 1-1 0 0,-1-1 1 0 0,0-1-1 0 0,-1 1 0 0 0,1-1 1 0 0,-1 1-1 0 0,0-1 0 0 0,1-13 2700 0 0,-5 20-3067 0 0,-9 5 1301 0 0,-7 9-37 0 0,7-3-992 0 0,0-1 0 0 0,0 1 0 0 0,1 0 0 0 0,0 1 0 0 0,1 0 0 0 0,1 0 0 0 0,-7 15 0 0 0,12-23-247 0 0,-1-1 1 0 0,1 1-1 0 0,0 0 0 0 0,0-1 1 0 0,0 1-1 0 0,1 0 0 0 0,-1 0 1 0 0,1 0-1 0 0,0 0 0 0 0,0-1 1 0 0,0 1-1 0 0,1 0 0 0 0,-1 0 1 0 0,1 0-1 0 0,0-1 0 0 0,0 1 1 0 0,0 0-1 0 0,1-1 0 0 0,-1 1 1 0 0,1-1-1 0 0,0 1 0 0 0,0-1 1 0 0,0 0-1 0 0,0 0 0 0 0,1 0 1 0 0,-1 0-1 0 0,1 0 0 0 0,0 0 1 0 0,6 4-1 0 0,43 21-183 0 0,-42-24-21 0 0,0 1 0 0 0,0 1 0 0 0,0-1 0 0 0,-1 1 1 0 0,17 15-1 0 0,-24-19 63 0 0,0 0 0 0 0,0 0 1 0 0,-1 1-1 0 0,1-1 1 0 0,-1 1-1 0 0,1-1 0 0 0,-1 1 1 0 0,0-1-1 0 0,0 1 1 0 0,0 0-1 0 0,0 0 0 0 0,-1 0 1 0 0,1-1-1 0 0,-1 1 1 0 0,1 0-1 0 0,-1 0 0 0 0,0 0 1 0 0,0 0-1 0 0,0 0 1 0 0,-1 0-1 0 0,1 0 0 0 0,-1-1 1 0 0,0 1-1 0 0,1 0 1 0 0,-1 0-1 0 0,-1-1 0 0 0,-1 5 1 0 0,-5 8-5823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9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7058 0 0,'0'16'2969'0'0,"2"23"4921"0"0,9-11-5956 0 0,-4-11-1619 0 0,0-1 1 0 0,-1 1-1 0 0,-1 1 0 0 0,0-1 0 0 0,-1 1 1 0 0,1 24-1 0 0,-1-14-192 0 0,0-11-619 0 0,-2-10-32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09.9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13363 0 0,'0'4'137'0'0,"0"1"0"0"0,0-1 0 0 0,0 1 0 0 0,1-1 0 0 0,0 0 0 0 0,0 1 0 0 0,0-1 0 0 0,1 0 0 0 0,2 6 0 0 0,-1 0 748 0 0,9 36 1161 0 0,-10-34-1731 0 0,1 1 0 0 0,0 0 0 0 0,1-1 1 0 0,1 0-1 0 0,9 19 0 0 0,-14-31-315 0 0,1 1-1 0 0,-1-1 1 0 0,0 0-1 0 0,1 1 1 0 0,-1-1 0 0 0,1 1-1 0 0,-1-1 1 0 0,1 0 0 0 0,-1 1-1 0 0,1-1 1 0 0,-1 0 0 0 0,1 0-1 0 0,-1 1 1 0 0,1-1 0 0 0,0 0-1 0 0,-1 0 1 0 0,1 0 0 0 0,-1 0-1 0 0,1 0 1 0 0,0 0 0 0 0,-1 0-1 0 0,1 0 1 0 0,-1 0 0 0 0,1 0-1 0 0,0 0 1 0 0,-1 0 0 0 0,1 0-1 0 0,-1 0 1 0 0,1-1-1 0 0,-1 1 1 0 0,1 0 0 0 0,-1 0-1 0 0,1-1 1 0 0,-1 1 0 0 0,1 0-1 0 0,-1-1 1 0 0,1 1 0 0 0,-1-1-1 0 0,1 1 1 0 0,-1 0 0 0 0,1-1-1 0 0,-1 1 1 0 0,0-1 0 0 0,1 1-1 0 0,-1-1 1 0 0,1 0 0 0 0,22-32 183 0 0,-18 25-109 0 0,8-11 9 0 0,42-55 187 0 0,-49 67-309 0 0,1-1 0 0 0,0 1-1 0 0,1 1 1 0 0,-1-1 0 0 0,1 1 0 0 0,18-9 0 0 0,-25 14 48 0 0,1 0 0 0 0,0 0 0 0 0,0 0 0 0 0,-1 0 1 0 0,1 1-1 0 0,0-1 0 0 0,0 1 0 0 0,0-1 0 0 0,0 1 0 0 0,0 0 0 0 0,0 0 1 0 0,0-1-1 0 0,0 2 0 0 0,0-1 0 0 0,0 0 0 0 0,0 0 0 0 0,0 1 0 0 0,0-1 0 0 0,0 1 1 0 0,-1-1-1 0 0,1 1 0 0 0,0 0 0 0 0,0 0 0 0 0,0 0 0 0 0,-1 0 0 0 0,1 0 1 0 0,-1 0-1 0 0,1 0 0 0 0,1 2 0 0 0,3 4-28 0 0,-1-1 1 0 0,0 1-1 0 0,0 0 1 0 0,-1 1-1 0 0,6 12 1 0 0,2 5-1637 0 0,-1-7-4989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10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197 137 2040 0 0,'3'-9'202'0'0,"0"0"0"0"0,-1-1 0 0 0,0 1-1 0 0,-1-1 1 0 0,0 1 0 0 0,0-19-1 0 0,-2 25 21 0 0,1 0 0 0 0,0 0 0 0 0,-1 0 0 0 0,0 0 0 0 0,1 0 0 0 0,-1 0 0 0 0,0 0-1 0 0,-1 0 1 0 0,1 1 0 0 0,0-1 0 0 0,-3-3 0 0 0,3 4-49 0 0,-1 1 0 0 0,1 0 0 0 0,0 0 0 0 0,-1 0 1 0 0,1 0-1 0 0,0 0 0 0 0,-1 0 0 0 0,1 0 0 0 0,-1 0 0 0 0,0 1 0 0 0,1-1 0 0 0,-1 0 0 0 0,0 1 1 0 0,1-1-1 0 0,-1 1 0 0 0,0 0 0 0 0,1 0 0 0 0,-1 0 0 0 0,0 0 0 0 0,0 0 0 0 0,-2 0 0 0 0,-2 1 163 0 0,1 1-1 0 0,-1-1 0 0 0,1 1 0 0 0,-1 0 1 0 0,1 1-1 0 0,0-1 0 0 0,0 1 0 0 0,0 0 1 0 0,0 0-1 0 0,1 1 0 0 0,-9 7 0 0 0,0 1 243 0 0,0 1 1 0 0,-16 22-1 0 0,25-28-503 0 0,-1 0 0 0 0,1-1 0 0 0,1 1 0 0 0,0 0 0 0 0,0 1 0 0 0,0-1 0 0 0,1 1 0 0 0,0-1 0 0 0,0 1 0 0 0,-1 10 0 0 0,3-15-66 0 0,0 0 1 0 0,0 0 0 0 0,-1 0 0 0 0,2 1 0 0 0,-1-1 0 0 0,0 0-1 0 0,1 0 1 0 0,-1 0 0 0 0,1 0 0 0 0,0 0 0 0 0,0 0-1 0 0,0 0 1 0 0,1 0 0 0 0,-1 0 0 0 0,1-1 0 0 0,-1 1-1 0 0,1 0 1 0 0,0-1 0 0 0,0 1 0 0 0,0-1 0 0 0,0 0 0 0 0,1 0-1 0 0,-1 0 1 0 0,0 0 0 0 0,1 0 0 0 0,0 0 0 0 0,-1-1-1 0 0,5 3 1 0 0,-4-4-8 0 0,-1 1-1 0 0,0-1 1 0 0,0 0-1 0 0,0 0 1 0 0,1 0-1 0 0,-1 0 0 0 0,0 0 1 0 0,0 0-1 0 0,0-1 1 0 0,1 1-1 0 0,-1-1 1 0 0,0 0-1 0 0,0 1 1 0 0,0-1-1 0 0,0 0 1 0 0,0 0-1 0 0,0 0 1 0 0,0-1-1 0 0,0 1 1 0 0,-1 0-1 0 0,1-1 0 0 0,0 1 1 0 0,-1-1-1 0 0,3-2 1 0 0,5-6 9 0 0,0 0 1 0 0,12-19 0 0 0,-20 27 2 0 0,24-45 430 0 0,-21 37-160 0 0,1 0 1 0 0,0 1 0 0 0,1-1 0 0 0,9-12 0 0 0,-14 22-227 0 0,-1-1 0 0 0,1 0 1 0 0,-1 1-1 0 0,1-1 0 0 0,-1 1 0 0 0,1-1 1 0 0,-1 1-1 0 0,1-1 0 0 0,-1 1 0 0 0,1 0 0 0 0,0-1 1 0 0,-1 1-1 0 0,1 0 0 0 0,0-1 0 0 0,-1 1 1 0 0,1 0-1 0 0,0 0 0 0 0,-1 0 0 0 0,1-1 0 0 0,0 1 1 0 0,0 0-1 0 0,-1 0 0 0 0,1 0 0 0 0,0 0 1 0 0,0 0-1 0 0,-1 0 0 0 0,1 1 0 0 0,0-1 0 0 0,1 0 1 0 0,-1 1 15 0 0,1 0-1 0 0,-1 0 1 0 0,1 1 0 0 0,-1-1 0 0 0,0 0 0 0 0,0 1 0 0 0,1-1 0 0 0,-1 0-1 0 0,0 1 1 0 0,0-1 0 0 0,1 4 0 0 0,18 49 605 0 0,-19-51-589 0 0,6 23-11 0 0,-2 1 1 0 0,0 0-1 0 0,-1 0 1 0 0,-2 0-1 0 0,-1 0 0 0 0,-1 0 1 0 0,-6 42-1 0 0,4-52-137 0 0,-1-1 0 0 0,-1 0 0 0 0,-1 0 0 0 0,0 0 1 0 0,-1 0-1 0 0,0-1 0 0 0,-2 0 0 0 0,0-1 0 0 0,0 1 0 0 0,-1-2 0 0 0,-1 1 0 0 0,0-1 0 0 0,-19 18 0 0 0,-10 2-1740 0 0,18-21 870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11.1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69 3225 0 0,'-34'-69'19707'0'0,"35"72"-19687"0"0,2 4 40 0 0,-1 1-1 0 0,0 0 1 0 0,0 0 0 0 0,0 12 978 0 0,0-20-1028 0 0,-1 1-1 0 0,1 0 0 0 0,-1 0 1 0 0,1 0-1 0 0,-1 0 0 0 0,0 0 1 0 0,0 0-1 0 0,1 0 0 0 0,-1 1 1 0 0,0-1-1 0 0,0 0 0 0 0,1 2 1 0 0,-2-2 0 0 0,3 3-8 0 0,-1 0-1 0 0,0 1 0 0 0,0-1 1 0 0,0 0-1 0 0,0 1 0 0 0,0 0 1 0 0,-1-1-1 0 0,0 1 1 0 0,1 6-1 0 0,1 6-3 0 0,30 99-80 0 0,6-1-1 0 0,90 189 0 0 0,-105-269-3142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11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10 142 3209 0 0,'-8'-63'2630'0'0,"6"-2"9184"0"0,6 52-8947 0 0,6 14-1525 0 0,8 17-630 0 0,-12-6-639 0 0,-1 0 0 0 0,0 0-1 0 0,7 26 1 0 0,-9-26-113 0 0,1 0 0 0 0,-1-1 0 0 0,2 0 0 0 0,0 0 0 0 0,11 18 0 0 0,-11-21 29 0 0,0-2-1 0 0,1 1 1 0 0,-1-1 0 0 0,2 0-1 0 0,-1 0 1 0 0,1 0 0 0 0,-1-1 0 0 0,1 0-1 0 0,16 8 1 0 0,-20-12 62 0 0,0 1 0 0 0,1-1 1 0 0,-1 0-1 0 0,1 0 0 0 0,-1 0 0 0 0,1-1 0 0 0,-1 1 1 0 0,1-1-1 0 0,-1 0 0 0 0,1 0 0 0 0,0 0 0 0 0,-1 0 1 0 0,1-1-1 0 0,-1 0 0 0 0,1 1 0 0 0,-1-1 0 0 0,1 0 1 0 0,-1-1-1 0 0,0 1 0 0 0,1-1 0 0 0,-1 1 0 0 0,0-1 1 0 0,0 0-1 0 0,0 0 0 0 0,0 0 0 0 0,3-4 0 0 0,26-26 537 0 0,41-54-1 0 0,-53 61-387 0 0,-17 20-331 0 0,1 0-1 0 0,-1 0 0 0 0,0 0 0 0 0,-1 0 1 0 0,1-1-1 0 0,2-10 0 0 0,1-1-6341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2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51 10138 0 0,'-1'-1'92'0'0,"0"1"-1"0"0,0-1 0 0 0,0 1 1 0 0,0-1-1 0 0,-1 1 0 0 0,1-1 1 0 0,0 0-1 0 0,0 1 0 0 0,0-1 1 0 0,0 0-1 0 0,0 0 1 0 0,1 0-1 0 0,-1 0 0 0 0,0 0 1 0 0,0 0-1 0 0,0 0 0 0 0,1 0 1 0 0,-1 0-1 0 0,1 0 0 0 0,-1 0 1 0 0,0-2-1 0 0,-7-28 3011 0 0,11 31-2776 0 0,1 0-1 0 0,-1 1 1 0 0,1-1 0 0 0,-1 1 0 0 0,0-1-1 0 0,1 1 1 0 0,-1 0 0 0 0,4 2 0 0 0,-6-3-304 0 0,374 115 1490 0 0,-284-93-1106 0 0,0-4-1 0 0,113 8 0 0 0,35-17 296 0 0,288-27-1 0 0,-336 15-98 0 0,-47 2-1891 0 0,-48-6-5134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2.4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46 107 8754 0 0,'-6'-8'1040'0'0,"0"0"-1"0"0,1-1 1 0 0,0 1 0 0 0,0-1 0 0 0,1 0 0 0 0,0 0-1 0 0,1-1 1 0 0,-4-14 0 0 0,7 23-983 0 0,0 1 0 0 0,0 0 0 0 0,0-1 0 0 0,-1 1 0 0 0,1-1 0 0 0,0 1 0 0 0,0 0 0 0 0,0-1 0 0 0,0 1 0 0 0,1 0 1 0 0,-1-1-1 0 0,0 1 0 0 0,0-1 0 0 0,0 1 0 0 0,0 0 0 0 0,0-1 0 0 0,0 1 0 0 0,1 0 0 0 0,-1-1 0 0 0,0 1 0 0 0,0 0 0 0 0,0-1 0 0 0,1 1 0 0 0,-1 0 0 0 0,0-1 0 0 0,1 1 1 0 0,-1 0-1 0 0,0 0 0 0 0,0-1 0 0 0,1 1 0 0 0,-1 0 0 0 0,0 0 0 0 0,1 0 0 0 0,17-2 791 0 0,23 11-368 0 0,-37-8-335 0 0,33 11-8 0 0,0 2 0 0 0,0 1 0 0 0,-1 2 0 0 0,-1 2 0 0 0,-1 1 0 0 0,-1 2 0 0 0,-1 0 0 0 0,0 3 0 0 0,38 38 1 0 0,-30-28-86 0 0,21 18-52 0 0,-56-47 3 0 0,1 0-1 0 0,-1 0 0 0 0,0 0 0 0 0,-1 1 0 0 0,0-1 0 0 0,0 1 0 0 0,5 11 0 0 0,-9-16 23 0 0,1 0 0 0 0,-1 0 0 0 0,0 0 0 0 0,0 0 0 0 0,0 0 0 0 0,0 0 0 0 0,0 0 0 0 0,0 0 0 0 0,0 0 0 0 0,-1 0 0 0 0,1 0 0 0 0,-1 0 0 0 0,0-1 0 0 0,1 1 0 0 0,-1 0 0 0 0,0 0 0 0 0,0 0 1 0 0,0-1-1 0 0,0 1 0 0 0,0-1 0 0 0,-1 1 0 0 0,-1 1 0 0 0,-36 33 504 0 0,28-26-434 0 0,-160 115 376 0 0,119-90-689 0 0,1 2 0 0 0,-80 77-1 0 0,127-109-171 0 0,-1 0 1 0 0,1 1-1 0 0,0 0 0 0 0,1 0 0 0 0,-1 0 1 0 0,1 1-1 0 0,1-1 0 0 0,-3 9 0 0 0,0-4-285 0 0,0 3 281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2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0 5529 0 0,'-4'2'597'0'0,"1"0"-1"0"0,-1-1 1 0 0,1 1 0 0 0,0 1-1 0 0,-1-1 1 0 0,1 0-1 0 0,0 1 1 0 0,1-1-1 0 0,-1 1 1 0 0,0 0 0 0 0,1 0-1 0 0,-1 0 1 0 0,-3 7-1 0 0,5-7-351 0 0,1 0-1 0 0,-1 0 1 0 0,0 0-1 0 0,1 0 1 0 0,0 0-1 0 0,-1 0 0 0 0,1 0 1 0 0,1 0-1 0 0,-1 0 1 0 0,0 0-1 0 0,1 1 1 0 0,-1-1-1 0 0,1 0 0 0 0,0 0 1 0 0,0 0-1 0 0,0-1 1 0 0,3 7-1 0 0,42 81 2235 0 0,-26-55-1875 0 0,-3 1 0 0 0,25 70 1 0 0,-18-11-1291 0 0,17 146 1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3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 7370 0 0,'4'-5'372'0'0,"0"0"1"0"0,1 0-1 0 0,0 1 1 0 0,0-1-1 0 0,0 1 1 0 0,0 0-1 0 0,1 0 1 0 0,-1 1 0 0 0,1 0-1 0 0,0 0 1 0 0,0 0-1 0 0,0 1 1 0 0,11-3-1 0 0,-12 3-165 0 0,0 1 1 0 0,0 0-1 0 0,0 0 0 0 0,0 0 0 0 0,0 1 0 0 0,0 0 0 0 0,0 0 0 0 0,0 0 0 0 0,0 1 0 0 0,0 0 0 0 0,0 0 0 0 0,0 0 0 0 0,0 0 0 0 0,0 1 1 0 0,0 0-1 0 0,-1 0 0 0 0,1 0 0 0 0,0 0 0 0 0,-1 1 0 0 0,0 0 0 0 0,0 0 0 0 0,0 0 0 0 0,0 0 0 0 0,0 1 0 0 0,-1-1 0 0 0,1 1 0 0 0,-1 0 1 0 0,0 0-1 0 0,0 0 0 0 0,0 1 0 0 0,-1-1 0 0 0,0 1 0 0 0,0-1 0 0 0,0 1 0 0 0,0 0 0 0 0,-1 0 0 0 0,1 0 0 0 0,-1 0 0 0 0,0 8 0 0 0,0-3-102 0 0,-1-1-1 0 0,0 1 1 0 0,-1-1-1 0 0,0 1 0 0 0,0-1 1 0 0,-1 1-1 0 0,0-1 1 0 0,-1 0-1 0 0,0 0 0 0 0,0 0 1 0 0,-1 0-1 0 0,0-1 1 0 0,-1 1-1 0 0,0-1 0 0 0,-7 9 1 0 0,4-6-124 0 0,-1 0 0 0 0,0-1 0 0 0,-1 0 0 0 0,0 0 0 0 0,-1-1 0 0 0,0 0 0 0 0,0-1 0 0 0,-1 0 0 0 0,-22 10 0 0 0,4-8-625 0 0,9-8-2933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3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0 154 8290 0 0,'9'-1'5136'0'0,"13"-1"-2839"0"0,-13 3-1922 0 0,-1 1 1 0 0,1 0-1 0 0,-1 0 0 0 0,1 1 0 0 0,-1 0 0 0 0,0 1 0 0 0,0-1 0 0 0,0 2 0 0 0,-1-1 0 0 0,1 1 0 0 0,-1 0 0 0 0,0 1 0 0 0,-1-1 1 0 0,1 1-1 0 0,-1 1 0 0 0,7 8 0 0 0,-6-5-288 0 0,0 0 0 0 0,-1 0 0 0 0,-1 1 1 0 0,1-1-1 0 0,-2 1 0 0 0,0 0 0 0 0,0 1 0 0 0,-1-1 1 0 0,0 1-1 0 0,-1 0 0 0 0,2 18 0 0 0,-3-8 367 0 0,-2-33 29 0 0,0-37-79 0 0,4 10-433 0 0,2 0 1 0 0,2 1 0 0 0,1 0-1 0 0,17-46 1 0 0,-17 63-983 0 0,1 0 0 0 0,18-31 1 0 0,-14 33-6708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3.8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4 6913 0 0,'-4'-1'365'0'0,"-1"0"-1"0"0,1 0 1 0 0,-1 1-1 0 0,0 0 1 0 0,1 0-1 0 0,-1 0 1 0 0,1 0-1 0 0,-1 1 0 0 0,1-1 1 0 0,-1 1-1 0 0,1 1 1 0 0,0-1-1 0 0,-1 0 1 0 0,1 1-1 0 0,-6 3 0 0 0,6-2-5 0 0,0 0 0 0 0,1 1-1 0 0,0-1 1 0 0,0 1 0 0 0,0-1-1 0 0,0 1 1 0 0,1 0 0 0 0,-1 0-1 0 0,1 0 1 0 0,0 0-1 0 0,0 0 1 0 0,1 1 0 0 0,-1-1-1 0 0,1 1 1 0 0,-1 5 0 0 0,-1 1-129 0 0,2-1 1 0 0,-1 1 0 0 0,2 0-1 0 0,-1 0 1 0 0,1 0 0 0 0,1 0-1 0 0,0 0 1 0 0,1 0 0 0 0,0 0-1 0 0,0-1 1 0 0,8 21 0 0 0,-8-27-186 0 0,0 1 0 0 0,0-1 0 0 0,0 0 0 0 0,0 0 0 0 0,1 0 0 0 0,0 0 1 0 0,0 0-1 0 0,0 0 0 0 0,0-1 0 0 0,1 1 0 0 0,-1-1 0 0 0,1 0 0 0 0,0 0 1 0 0,0 0-1 0 0,0-1 0 0 0,0 1 0 0 0,0-1 0 0 0,1 0 0 0 0,-1 0 0 0 0,1-1 1 0 0,-1 1-1 0 0,1-1 0 0 0,0 0 0 0 0,0 0 0 0 0,-1 0 0 0 0,1-1 0 0 0,0 0 1 0 0,0 0-1 0 0,5-1 0 0 0,-7 1-26 0 0,0 0-1 0 0,0-1 1 0 0,0 1 0 0 0,0-1 0 0 0,0 0-1 0 0,0 0 1 0 0,0 0 0 0 0,0 0 0 0 0,-1-1-1 0 0,1 1 1 0 0,0-1 0 0 0,-1 1-1 0 0,0-1 1 0 0,1 0 0 0 0,-1 0 0 0 0,0 0-1 0 0,0 0 1 0 0,0-1 0 0 0,3-3 0 0 0,-3 2 6 0 0,1-1 0 0 0,-1 1 0 0 0,0-1 0 0 0,-1 0 0 0 0,1 0 1 0 0,-1 0-1 0 0,0 0 0 0 0,0 0 0 0 0,0 0 0 0 0,-1-10 0 0 0,0 3 10 0 0,-1 0-1 0 0,0 0 1 0 0,-1 0 0 0 0,-1 0-1 0 0,0 1 1 0 0,0-1 0 0 0,-1 1-1 0 0,-1-1 1 0 0,-6-11-1 0 0,7 16-112 0 0,-1 0 0 0 0,1 0 0 0 0,-2 1 0 0 0,1 0 0 0 0,-1 0 0 0 0,0 0 0 0 0,-12-9 0 0 0,-12 0-2953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4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83 13363 0 0,'25'-1'3479'0'0,"-20"0"-3156"0"0,0 1-1 0 0,0 0 1 0 0,1 0 0 0 0,-1 0 0 0 0,0 0-1 0 0,7 2 1 0 0,-10-1-279 0 0,0 0 0 0 0,1 0 0 0 0,-1 0 0 0 0,0 1 0 0 0,0-1-1 0 0,0 0 1 0 0,0 1 0 0 0,0-1 0 0 0,0 1 0 0 0,0 0 0 0 0,0 0 0 0 0,-1 0 0 0 0,1-1-1 0 0,-1 2 1 0 0,1-1 0 0 0,-1 0 0 0 0,1 3 0 0 0,7 14 404 0 0,-2 0 1 0 0,0 1-1 0 0,8 40 1 0 0,6 20 614 0 0,-21-79-1050 0 0,1 1 0 0 0,-1-1 1 0 0,0 0-1 0 0,1 0 1 0 0,-1 0-1 0 0,1 0 0 0 0,-1 0 1 0 0,1 0-1 0 0,-1 0 0 0 0,1 0 1 0 0,0 0-1 0 0,-1 0 1 0 0,1 0-1 0 0,0 0 0 0 0,0 0 1 0 0,0 0-1 0 0,1 0 1 0 0,-2-1-6 0 0,1 0 1 0 0,-1 0-1 0 0,1-1 1 0 0,-1 1-1 0 0,0 0 1 0 0,1 0-1 0 0,-1-1 1 0 0,1 1-1 0 0,-1 0 1 0 0,0 0 0 0 0,1-1-1 0 0,-1 1 1 0 0,0 0-1 0 0,1-1 1 0 0,-1 1-1 0 0,0-1 1 0 0,0 1-1 0 0,1 0 1 0 0,-1-1-1 0 0,0 1 1 0 0,0-1-1 0 0,0 1 1 0 0,1 0 0 0 0,-1-1-1 0 0,0 1 1 0 0,0-1-1 0 0,0 0 1 0 0,6-43 272 0 0,-6 19-409 0 0,1 0 0 0 0,0 0 0 0 0,2 0 1 0 0,1 0-1 0 0,2 1 0 0 0,0-1 0 0 0,1 1 0 0 0,16-34 0 0 0,-12 37-817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4.3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3225 0 0,'-4'44'138'0'0,"6"25"4974"0"0,0-14-1100 0 0,-2-43-3458 0 0,1-2-8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4.5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43 11522 0 0,'-6'-7'513'0'0,"4"3"95"0"0,0 0-480 0 0,1 1-128 0 0,1 0 0 0 0,0 2 0 0 0,1-2 64 0 0,1 0 0 0 0,-1-2-64 0 0,3-1 96 0 0,0 4-1449 0 0,0 0-295 0 0,2 4-56 0 0,-4 3-17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4.9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332 375 2761 0 0,'-1'-2'-8'0'0,"1"0"1"0"0,-1 0 0 0 0,1 0 0 0 0,-1 1 0 0 0,0-1 0 0 0,1 0 0 0 0,-1 0 0 0 0,0 1-1 0 0,0-1 1 0 0,0 0 0 0 0,-1 1 0 0 0,1-1 0 0 0,0 1 0 0 0,-1-1 0 0 0,1 1 0 0 0,-1 0-1 0 0,1 0 1 0 0,-1-1 0 0 0,1 1 0 0 0,-1 0 0 0 0,0 1 0 0 0,0-1 0 0 0,0 0 0 0 0,-2-1-1 0 0,-3 1 285 0 0,0 0-1 0 0,-1 0 0 0 0,1 1 0 0 0,0 0 0 0 0,-13 1 1 0 0,8 1 267 0 0,0 0 1 0 0,-1 1 0 0 0,1 0 0 0 0,0 1-1 0 0,1 0 1 0 0,-1 1 0 0 0,1 0 0 0 0,0 1-1 0 0,0 1 1 0 0,1-1 0 0 0,-1 2 0 0 0,1-1-1 0 0,1 1 1 0 0,-11 12 0 0 0,13-14-185 0 0,1 1 1 0 0,0 0-1 0 0,1 0 1 0 0,-1 0-1 0 0,1 1 1 0 0,1 0-1 0 0,-1 0 1 0 0,2 0-1 0 0,-1 1 0 0 0,1-1 1 0 0,0 1-1 0 0,1 0 1 0 0,-1 0-1 0 0,2 0 1 0 0,0 0-1 0 0,0 0 1 0 0,0 0-1 0 0,1 0 0 0 0,0 0 1 0 0,3 12-1 0 0,-3-18-446 0 0,1 1 0 0 0,0-1-1 0 0,0 0 1 0 0,0 0 0 0 0,0 0-1 0 0,0 1 1 0 0,1-1 0 0 0,0-1-1 0 0,-1 1 1 0 0,1 0 0 0 0,0 0-1 0 0,0-1 1 0 0,1 1 0 0 0,-1-1-1 0 0,0 1 1 0 0,1-1 0 0 0,0 0-1 0 0,3 2 1 0 0,-4-3 9 0 0,0 0-1 0 0,1 0 1 0 0,-1-1 0 0 0,0 1-1 0 0,1-1 1 0 0,-1 0-1 0 0,0 1 1 0 0,1-1 0 0 0,-1 0-1 0 0,0 0 1 0 0,1-1 0 0 0,-1 1-1 0 0,0 0 1 0 0,1-1 0 0 0,-1 0-1 0 0,0 1 1 0 0,0-1 0 0 0,1 0-1 0 0,-1 0 1 0 0,0 0 0 0 0,0 0-1 0 0,0-1 1 0 0,0 1 0 0 0,0-1-1 0 0,-1 1 1 0 0,4-3-1 0 0,4-6-351 0 0,1 0-1 0 0,-1 0 0 0 0,-1 0 0 0 0,1-2 0 0 0,-2 1 0 0 0,0-1 1 0 0,0 0-1 0 0,-1 0 0 0 0,-1 0 0 0 0,0-1 0 0 0,0 0 0 0 0,-2 0 1 0 0,1-1-1 0 0,1-14 0 0 0,-2 3-451 0 0,-1 0 0 0 0,-1 0 0 0 0,-2 0 1 0 0,0-1-1 0 0,-1 1 0 0 0,-11-43 0 0 0,-1-6 871 0 0,-5-15 1614 0 0,2 32 2769 0 0,16 56-4090 0 0,1-1 1 0 0,0 1-1 0 0,-1-1 1 0 0,0 1-1 0 0,1 0 1 0 0,-1-1-1 0 0,0 1 1 0 0,0 0 0 0 0,1-1-1 0 0,-1 1 1 0 0,0 0-1 0 0,-1 0 1 0 0,1 0-1 0 0,0 0 1 0 0,-2-2-1 0 0,2 3-131 0 0,1 0 0 0 0,-1 0-1 0 0,1 0 1 0 0,-1 0 0 0 0,1 0 0 0 0,0 1-1 0 0,-1-1 1 0 0,1 0 0 0 0,-1 0-1 0 0,1 0 1 0 0,-1 0 0 0 0,1 1-1 0 0,-1-1 1 0 0,1 0 0 0 0,0 0-1 0 0,-1 1 1 0 0,1-1 0 0 0,0 0 0 0 0,-1 1-1 0 0,1-1 1 0 0,0 1 0 0 0,-1-1-1 0 0,1 0 1 0 0,0 1 0 0 0,-1-1-1 0 0,1 1 1 0 0,0-1 0 0 0,0 0-1 0 0,0 1 1 0 0,-1 0 0 0 0,-1 5 436 0 0,0 1 1 0 0,0 0 0 0 0,0-1-1 0 0,1 1 1 0 0,-1 9-1 0 0,-1 28-238 0 0,2 1-1 0 0,3 0 0 0 0,1 0 0 0 0,10 50 0 0 0,-7-64-564 0 0,2 0 0 0 0,1-1 0 0 0,1 0 1 0 0,2 0-1 0 0,1-1 0 0 0,27 46 0 0 0,-22-49-7887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5.2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1 313 11058 0 0,'1'0'133'0'0,"0"1"-1"0"0,0-1 1 0 0,0 0-1 0 0,1 0 1 0 0,-1 0-1 0 0,0 0 1 0 0,0 0-1 0 0,0 0 1 0 0,0 0-1 0 0,0 0 1 0 0,0 0-1 0 0,1 0 0 0 0,-1-1 1 0 0,0 1-1 0 0,0 0 1 0 0,0-1-1 0 0,0 1 1 0 0,2-2-1 0 0,25-11 1770 0 0,-21 10-1560 0 0,7-5 155 0 0,1 1 0 0 0,-1-2-1 0 0,-1 0 1 0 0,1-1-1 0 0,-2 0 1 0 0,1 0 0 0 0,-2-2-1 0 0,15-16 1 0 0,-18 18-370 0 0,-1 1 0 0 0,-1-1 0 0 0,0 0 0 0 0,0 0 0 0 0,-1-1 0 0 0,0 0 0 0 0,-1 0 0 0 0,0 0 0 0 0,-1 0 0 0 0,0 0 1 0 0,-1-1-1 0 0,2-16 0 0 0,-4 26-121 0 0,0 0 0 0 0,0 0 0 0 0,0 0 0 0 0,0 0 0 0 0,-1 0 0 0 0,1 0 0 0 0,0 0 0 0 0,-1 0 0 0 0,1 0 0 0 0,-1 0 0 0 0,-1-3 0 0 0,1 5 11 0 0,1-1 0 0 0,-1 0 0 0 0,1 1 0 0 0,-1-1 0 0 0,1 1 0 0 0,-1-1 0 0 0,1 1 0 0 0,-1-1 0 0 0,1 1 0 0 0,-1-1 0 0 0,0 1 0 0 0,1 0 0 0 0,-1-1 0 0 0,0 1 0 0 0,1 0 0 0 0,-1 0 1 0 0,0-1-1 0 0,0 1 0 0 0,1 0 0 0 0,-1 0 0 0 0,-1 0 0 0 0,0 0 16 0 0,0 1 0 0 0,0-1 0 0 0,0 1 0 0 0,0-1 1 0 0,0 1-1 0 0,0 0 0 0 0,0 0 0 0 0,0 0 1 0 0,1 0-1 0 0,-1 0 0 0 0,0 1 0 0 0,1-1 0 0 0,-1 0 1 0 0,1 1-1 0 0,-1-1 0 0 0,1 1 0 0 0,0-1 0 0 0,-1 1 1 0 0,1 0-1 0 0,-1 3 0 0 0,-4 6 5 0 0,2-1-1 0 0,0 1 1 0 0,0 1 0 0 0,1-1 0 0 0,0 0-1 0 0,1 1 1 0 0,0 0 0 0 0,1-1 0 0 0,0 1-1 0 0,1 0 1 0 0,3 20 0 0 0,-3-22-78 0 0,1-1-1 0 0,1 0 1 0 0,0 0-1 0 0,0 0 1 0 0,1 0 0 0 0,0 0-1 0 0,1 0 1 0 0,-1-1-1 0 0,2 0 1 0 0,-1 1 0 0 0,1-2-1 0 0,0 1 1 0 0,1 0-1 0 0,0-1 1 0 0,10 9 0 0 0,-1-5-1735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5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193 76 3209 0 0,'5'-8'117'0'0,"-1"1"223"0"0,0 0 0 0 0,-1 0 0 0 0,1-1 1 0 0,3-11-1 0 0,-7 18-273 0 0,0 1-1 0 0,0-1 1 0 0,1 0 0 0 0,-1 1-1 0 0,0-1 1 0 0,0 0 0 0 0,0 1 0 0 0,0-1-1 0 0,0 0 1 0 0,0 1 0 0 0,0-1-1 0 0,-1 0 1 0 0,1 1 0 0 0,0-1-1 0 0,0 0 1 0 0,0 1 0 0 0,-1-1 0 0 0,1 1-1 0 0,0-1 1 0 0,-1 0 0 0 0,1 1-1 0 0,0-1 1 0 0,-1 1 0 0 0,0-2 0 0 0,0 2 59 0 0,-1-1 1 0 0,1 1 0 0 0,0 0 0 0 0,-1-1 0 0 0,1 1 0 0 0,0 0 0 0 0,-1 0 0 0 0,1 0 0 0 0,0 0 0 0 0,-1 0 0 0 0,1 0 0 0 0,-1 0 0 0 0,1 0 0 0 0,0 0-1 0 0,-1 1 1 0 0,1-1 0 0 0,-2 1 0 0 0,-9 3 790 0 0,-1 1 0 0 0,1-1 0 0 0,1 2 0 0 0,-13 7 0 0 0,19-11-462 0 0,1 1-1 0 0,-1 0 1 0 0,1 0 0 0 0,0 1-1 0 0,0-1 1 0 0,0 1 0 0 0,1 0-1 0 0,-1 0 1 0 0,1 0 0 0 0,0 0-1 0 0,0 1 1 0 0,-4 8 0 0 0,6-11-278 0 0,1 1 0 0 0,0 0 0 0 0,0-1 1 0 0,-1 1-1 0 0,2 0 0 0 0,-1-1 0 0 0,0 1 1 0 0,1 0-1 0 0,-1-1 0 0 0,1 1 0 0 0,0 0 0 0 0,-1-1 1 0 0,1 1-1 0 0,1-1 0 0 0,1 5 0 0 0,27 39 377 0 0,-21-33-378 0 0,1 0-118 0 0,-1 1 1 0 0,0 1-1 0 0,-1 0 1 0 0,0 0 0 0 0,7 25-1 0 0,-13-36-55 0 0,-1 0 0 0 0,-1 1 0 0 0,1-1 0 0 0,0 0 0 0 0,-1 1 0 0 0,0-1 0 0 0,0 1 0 0 0,-1-1 0 0 0,1 0 0 0 0,-1 1 0 0 0,0-1 0 0 0,0 1 0 0 0,0-1 0 0 0,0 0 0 0 0,-1 0 0 0 0,0 0 0 0 0,0 0 0 0 0,0 0 0 0 0,0 0 0 0 0,-1 0 0 0 0,1-1 0 0 0,-1 1 0 0 0,0-1 0 0 0,0 0 0 0 0,-7 6 0 0 0,-1-1-281 0 0,-1 0 0 0 0,0 0-1 0 0,0-2 1 0 0,-1 1 0 0 0,0-1 0 0 0,0-1-1 0 0,-17 5 1 0 0,10-6-7370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5.9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11979 0 0,'3'1'342'0'0,"-1"0"1"0"0,1 0 0 0 0,-1 0 0 0 0,0 0 0 0 0,0 0-1 0 0,1 0 1 0 0,-1 1 0 0 0,0-1 0 0 0,0 1 0 0 0,0 0-1 0 0,0-1 1 0 0,0 1 0 0 0,-1 0 0 0 0,1 0 0 0 0,-1 0-1 0 0,1 1 1 0 0,1 1 0 0 0,23 46 2419 0 0,-14-10-2352 0 0,-2-1 0 0 0,-1 2 0 0 0,-3-1 0 0 0,3 54 0 0 0,-4-39-330 0 0,8 107-1183 0 0,-11-142 57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6.2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 5529 0 0,'1'-4'130'0'0,"-1"1"0"0"0,0-1-1 0 0,1 0 1 0 0,0 1 0 0 0,0-1 0 0 0,0 1 0 0 0,0-1-1 0 0,0 1 1 0 0,1 0 0 0 0,-1 0 0 0 0,1-1-1 0 0,0 1 1 0 0,0 0 0 0 0,0 0 0 0 0,1 1-1 0 0,-1-1 1 0 0,1 0 0 0 0,-1 1 0 0 0,5-4-1 0 0,0 2 322 0 0,0-1 0 0 0,0 1 0 0 0,0 0-1 0 0,0 1 1 0 0,1 0 0 0 0,0 0 0 0 0,14-3 0 0 0,-13 5-36 0 0,-1 0 0 0 0,1 1 1 0 0,-1 0-1 0 0,1 0 0 0 0,-1 1 1 0 0,1 0-1 0 0,-1 0 0 0 0,0 1 1 0 0,1 0-1 0 0,-1 1 0 0 0,0 0 1 0 0,0 0-1 0 0,7 5 1 0 0,-6-4-13 0 0,0 1 0 0 0,0 0 1 0 0,-1 1-1 0 0,0 0 0 0 0,0 0 0 0 0,0 1 1 0 0,-1 0-1 0 0,0 0 0 0 0,0 1 1 0 0,9 13-1 0 0,-14-17-361 0 0,-1 0-1 0 0,1 0 1 0 0,-1 0-1 0 0,0 1 1 0 0,0-1-1 0 0,0 0 1 0 0,0 1-1 0 0,-1-1 1 0 0,0 0-1 0 0,0 1 1 0 0,0-1 0 0 0,0 0-1 0 0,-1 1 1 0 0,1-1-1 0 0,-1 0 1 0 0,0 0-1 0 0,-1 1 1 0 0,1-1-1 0 0,-1 0 1 0 0,0 0-1 0 0,0 0 1 0 0,0-1-1 0 0,0 1 1 0 0,-1 0 0 0 0,1-1-1 0 0,-6 6 1 0 0,0 1-313 0 0,-1-1 1 0 0,0-1-1 0 0,0 1 0 0 0,0-1 1 0 0,-1-1-1 0 0,-1 0 1 0 0,1 0-1 0 0,-15 6 0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6.5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83 6913 0 0,'5'6'1138'0'0,"-1"1"-1"0"0,1 0 1 0 0,-1-1-1 0 0,-1 2 1 0 0,1-1-1 0 0,1 8 1 0 0,5 6 333 0 0,3 7 25 0 0,1 3 4 0 0,2 1-1 0 0,31 43 0 0 0,-52-128-207 0 0,4 34-1193 0 0,1 1 0 0 0,1 0 0 0 0,1-1 0 0 0,1 1 0 0 0,0 0 0 0 0,10-29 0 0 0,-8 34-545 0 0,1-1 0 0 0,0 1 1 0 0,1 0-1 0 0,0 0 0 0 0,12-14 0 0 0,-2 5-7362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6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1 6913 0 0,'-6'0'468'0'0,"1"1"-1"0"0,0 0 0 0 0,-1 1 0 0 0,1-1 0 0 0,0 1 0 0 0,0 0 1 0 0,0 1-1 0 0,0-1 0 0 0,0 1 0 0 0,1 0 0 0 0,-1 0 1 0 0,1 0-1 0 0,0 0 0 0 0,0 1 0 0 0,0 0 0 0 0,-4 4 0 0 0,5-3-78 0 0,-1 1-1 0 0,1 0 1 0 0,0 0-1 0 0,0 0 0 0 0,0 0 1 0 0,1 0-1 0 0,0 0 1 0 0,1 1-1 0 0,-1-1 0 0 0,1 1 1 0 0,-1 11-1 0 0,2-4-148 0 0,1 0 0 0 0,0 1 0 0 0,1-1 0 0 0,0 0 0 0 0,1 0 0 0 0,0-1 0 0 0,2 1 0 0 0,-1-1 0 0 0,2 1 0 0 0,0-1 0 0 0,12 20-1 0 0,21 16 154 0 0,-37-46-358 0 0,0 0-1 0 0,1-1 1 0 0,0 0 0 0 0,-1 1-1 0 0,1-1 1 0 0,0 0-1 0 0,0 0 1 0 0,0-1-1 0 0,1 1 1 0 0,-1 0-1 0 0,0-1 1 0 0,0 0-1 0 0,1 0 1 0 0,-1 0-1 0 0,6 0 1 0 0,-8-1-18 0 0,1-1 1 0 0,0 1-1 0 0,0-1 1 0 0,0 0-1 0 0,-1 0 1 0 0,1 0-1 0 0,0 0 1 0 0,-1 0-1 0 0,1 0 1 0 0,-1 0-1 0 0,1-1 0 0 0,-1 1 1 0 0,0 0-1 0 0,0-1 1 0 0,1 1-1 0 0,-1-1 1 0 0,0 0-1 0 0,0 1 1 0 0,0-1-1 0 0,-1 0 1 0 0,1 1-1 0 0,0-1 1 0 0,-1 0-1 0 0,1 0 0 0 0,0-3 1 0 0,10-49 240 0 0,-10 40-204 0 0,0 0-1 0 0,-1 1 1 0 0,-1-1-1 0 0,0 1 1 0 0,-1-1-1 0 0,0 1 1 0 0,-5-16 0 0 0,5 24-62 0 0,1-1 0 0 0,-1 0 0 0 0,0 1 1 0 0,-1-1-1 0 0,0 1 0 0 0,0 0 0 0 0,0 0 1 0 0,0 0-1 0 0,-1 0 0 0 0,1 1 0 0 0,-1-1 1 0 0,-1 1-1 0 0,1 0 0 0 0,-1 0 0 0 0,1 1 1 0 0,-1-1-1 0 0,0 1 0 0 0,-10-5 1 0 0,15 8-32 0 0,-1-1 0 0 0,1 1 0 0 0,-1 0 0 0 0,1-1 0 0 0,-1 1 0 0 0,0 0 0 0 0,1 0 0 0 0,-1-1 0 0 0,0 1 0 0 0,1 0 0 0 0,-1 0 0 0 0,0 0 0 0 0,1 0 0 0 0,-1 0 0 0 0,0 0 0 0 0,1 0 1 0 0,-1 0-1 0 0,0 0 0 0 0,1 0 0 0 0,-1 0 0 0 0,0 1 0 0 0,1-1 0 0 0,-1 0 0 0 0,0 0 0 0 0,1 1 0 0 0,-1-1 0 0 0,1 0 0 0 0,-1 1 0 0 0,0-1 0 0 0,1 1 0 0 0,-1-1 0 0 0,1 0 0 0 0,-1 1 0 0 0,1 0 1 0 0,-2 6-417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7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0,'0'0'1385'0'0,"1"21"3318"0"0,3 10-3774 0 0,1 0 0 0 0,1 0 0 0 0,2 0 0 0 0,12 31 1 0 0,-15-50-891 0 0,0-1 1 0 0,0 0-1 0 0,1 0 1 0 0,1 0-1 0 0,-1-1 1 0 0,2 0-1 0 0,0 0 1 0 0,0-1 0 0 0,0 0-1 0 0,1 0 1 0 0,1-1-1 0 0,-1 0 1 0 0,17 9-1 0 0,-21-15-10 0 0,1 0-1 0 0,-1 0 0 0 0,0-1 1 0 0,1 1-1 0 0,-1-1 0 0 0,1-1 1 0 0,-1 1-1 0 0,1-1 1 0 0,-1 0-1 0 0,1 0 0 0 0,0 0 1 0 0,-1-1-1 0 0,1 0 0 0 0,-1 0 1 0 0,1-1-1 0 0,-1 1 0 0 0,0-1 1 0 0,0 0-1 0 0,0-1 0 0 0,0 1 1 0 0,0-1-1 0 0,0 0 1 0 0,6-5-1 0 0,-8 6-24 0 0,1-1-1 0 0,-1 1 1 0 0,0-1 0 0 0,0 1-1 0 0,0-1 1 0 0,-1 0 0 0 0,1 0 0 0 0,-1 0-1 0 0,1 0 1 0 0,-1-1 0 0 0,0 1-1 0 0,0 0 1 0 0,-1-1 0 0 0,1 0 0 0 0,-1 1-1 0 0,0-1 1 0 0,1 0 0 0 0,-2 0-1 0 0,1 0 1 0 0,0 0 0 0 0,-1 0 0 0 0,0 0-1 0 0,0 1 1 0 0,0-1 0 0 0,0 0-1 0 0,-1 0 1 0 0,1 0 0 0 0,-1 0 0 0 0,0 0-1 0 0,0 0 1 0 0,-1 1 0 0 0,1-1-1 0 0,-4-5 1 0 0,5 7-157 0 0,-1 0-1 0 0,0 1 1 0 0,-1-1 0 0 0,1 1-1 0 0,0 0 1 0 0,0-1 0 0 0,-1 1-1 0 0,1 0 1 0 0,0-1-1 0 0,-1 1 1 0 0,1 0 0 0 0,-1 0-1 0 0,0 0 1 0 0,1 0 0 0 0,-1 1-1 0 0,-2-2 1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8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212 6 2761 0 0,'-8'-2'1049'0'0,"0"0"1"0"0,0 1-1 0 0,0 1 1 0 0,0-1 0 0 0,0 1-1 0 0,-1 1 1 0 0,-13 2 0 0 0,17-2-337 0 0,1 0 0 0 0,-1 1 0 0 0,1 0 0 0 0,-1 0 0 0 0,1 0 1 0 0,0 0-1 0 0,-7 5 0 0 0,-13 17-648 0 0,15-12 186 0 0,2-1 0 0 0,-1 1 0 0 0,1 1 1 0 0,1-1-1 0 0,1 1 0 0 0,0 0 0 0 0,0 1 0 0 0,-3 15 1 0 0,6-21-175 0 0,1 0 1 0 0,-1 0 0 0 0,1 0 0 0 0,1 0-1 0 0,0 0 1 0 0,0 0 0 0 0,0 0 0 0 0,1 0-1 0 0,0 0 1 0 0,1 0 0 0 0,0 0-1 0 0,0 0 1 0 0,1-1 0 0 0,-1 1 0 0 0,8 11-1 0 0,-10-18-88 0 0,1 0 0 0 0,-1 0 0 0 0,1 0 0 0 0,0 0 0 0 0,-1 0 0 0 0,1 0-1 0 0,0-1 1 0 0,0 1 0 0 0,0 0 0 0 0,0 0 0 0 0,0-1 0 0 0,0 1 0 0 0,0-1 0 0 0,0 1-1 0 0,0-1 1 0 0,0 1 0 0 0,0-1 0 0 0,0 1 0 0 0,0-1 0 0 0,0 0 0 0 0,0 0-1 0 0,1 1 1 0 0,-1-1 0 0 0,1 0 0 0 0,1-1-43 0 0,-1 1 0 0 0,0-1 0 0 0,0 0 0 0 0,0 1 0 0 0,1-1 0 0 0,-1 0 0 0 0,0 0 0 0 0,0-1 0 0 0,0 1 0 0 0,-1 0 0 0 0,4-3 0 0 0,5-5-218 0 0,-2-1 1 0 0,1 0-1 0 0,10-16 1 0 0,-16 21 255 0 0,14-19 251 0 0,-11 13 6 0 0,0 1 0 0 0,1 0 0 0 0,0 1-1 0 0,1 0 1 0 0,0 0 0 0 0,0 1 0 0 0,15-12 0 0 0,-22 20-193 0 0,-1 0-1 0 0,1-1 1 0 0,0 1 0 0 0,0 0 0 0 0,0 0-1 0 0,0-1 1 0 0,0 1 0 0 0,0 0 0 0 0,0 0-1 0 0,0 0 1 0 0,0 0 0 0 0,0 0 0 0 0,-1 0-1 0 0,1 0 1 0 0,0 1 0 0 0,0-1 0 0 0,0 0 0 0 0,0 0-1 0 0,0 1 1 0 0,0-1 0 0 0,0 0 0 0 0,-1 1-1 0 0,1-1 1 0 0,0 1 0 0 0,0-1 0 0 0,0 1-1 0 0,-1 0 1 0 0,1-1 0 0 0,0 1 0 0 0,-1 0-1 0 0,1-1 1 0 0,-1 1 0 0 0,1 0 0 0 0,-1 0 0 0 0,1 0-1 0 0,0 1 1 0 0,16 37 212 0 0,-14-32-240 0 0,27 62-758 0 0,-15-40-5132 0 0,-3-9-1013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8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2 11058 0 0,'-2'-1'134'0'0,"0"1"1"0"0,0 0-1 0 0,0 0 0 0 0,-1 0 0 0 0,1 0 0 0 0,0 0 0 0 0,0 0 0 0 0,0 0 0 0 0,0 1 0 0 0,0 0 0 0 0,0-1 0 0 0,0 1 0 0 0,0 0 0 0 0,0 0 1 0 0,0 0-1 0 0,0 0 0 0 0,-2 2 0 0 0,0 0 93 0 0,1 1 1 0 0,0 0-1 0 0,0 0 1 0 0,0 0-1 0 0,0 0 1 0 0,-3 8 0 0 0,-1 4 130 0 0,1 1 1 0 0,1 0 0 0 0,0 0-1 0 0,1 0 1 0 0,1 1 0 0 0,0-1-1 0 0,2 1 1 0 0,0 0 0 0 0,0 0-1 0 0,2-1 1 0 0,1 1 0 0 0,0 0-1 0 0,1-1 1 0 0,0 1 0 0 0,2-1-1 0 0,9 23 1 0 0,-7-24-115 0 0,1-1 0 0 0,1-1-1 0 0,0 1 1 0 0,1-1 0 0 0,21 22 0 0 0,-26-31-206 0 0,0 1 1 0 0,0-1 0 0 0,1 0-1 0 0,0-1 1 0 0,-1 0-1 0 0,2 0 1 0 0,-1 0 0 0 0,0 0-1 0 0,1-1 1 0 0,0 0-1 0 0,-1-1 1 0 0,1 1 0 0 0,0-1-1 0 0,0-1 1 0 0,14 3-1 0 0,-16-5-18 0 0,-1 0-1 0 0,1 0 1 0 0,-1 0-1 0 0,0 0 1 0 0,0-1-1 0 0,0 1 1 0 0,0-1-1 0 0,0 0 1 0 0,0-1-1 0 0,0 1 1 0 0,-1 0 0 0 0,1-1-1 0 0,-1 0 1 0 0,1 0-1 0 0,-1 0 1 0 0,0 0-1 0 0,0-1 1 0 0,-1 1-1 0 0,1-1 1 0 0,-1 0-1 0 0,0 0 1 0 0,1 0-1 0 0,1-5 1 0 0,4-10-438 0 0,0-1-1 0 0,-1 0 1 0 0,7-29 0 0 0,-11 34-4959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8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11002 0 0,'2'42'7243'0'0,"4"0"-3953"0"0,2 42-1636 0 0,-6-30-3213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9.0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5065 0 0,'2'-2'224'0'0,"1"1"48"0"0,1 0-272 0 0,-1-1 0 0 0,0 1 0 0 0,-1-1 0 0 0,1 2 80 0 0,1-1-80 0 0,3 0 64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9.2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7370 0 0,'0'0'64'0'0,"0"0"1"0"0,0 0 0 0 0,0-1-1 0 0,0 1 1 0 0,0 0 0 0 0,0 0 0 0 0,0-1-1 0 0,0 1 1 0 0,1 0 0 0 0,-1 0 0 0 0,0 0-1 0 0,0-1 1 0 0,0 1 0 0 0,0 0-1 0 0,0 0 1 0 0,0 0 0 0 0,0-1 0 0 0,0 1-1 0 0,0 0 1 0 0,1 0 0 0 0,-1 0 0 0 0,0-1-1 0 0,0 1 1 0 0,0 0 0 0 0,0 0-1 0 0,1 0 1 0 0,-1 0 0 0 0,0 0 0 0 0,0 0-1 0 0,0-1 1 0 0,1 1 0 0 0,-1 0-1 0 0,0 0 1 0 0,0 0 0 0 0,0 0 0 0 0,1 0-1 0 0,-1 0 1 0 0,0 0 0 0 0,0 0 0 0 0,1 0-1 0 0,-1 0 1 0 0,0 0 0 0 0,0 0-1 0 0,0 0 1 0 0,1 0 0 0 0,-1 0 0 0 0,0 0-1 0 0,0 0 1 0 0,1 0 0 0 0,-1 1 0 0 0,9 13 2482 0 0,2 20 512 0 0,-2 24 55 0 0,3 80 0 0 0,-10-97-3013 0 0,1-1 0 0 0,2 0-1 0 0,1 0 1 0 0,2-1-1 0 0,15 42 1 0 0,-15-61-533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9.5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13827 0 0,'8'17'1031'0'0,"0"0"1"0"0,1 0 0 0 0,0-1-1 0 0,13 15 1 0 0,2 5 219 0 0,-17-23-1015 0 0,4 4-410 0 0,0 1-1 0 0,1-2 1 0 0,18 19 0 0 0,-25-31-912 0 0,1-3-15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9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 6449 0 0,'-4'-2'4257'0'0,"6"3"-3913"0"0,3 3-120 0 0,-1 2 160 0 0,16 20-2336 0 0,-9-15 832 0 0,0-2-16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49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12443 0 0,'2'2'881'0'0,"0"0"0"0"0,0 1 1 0 0,-1-1-1 0 0,1 0 0 0 0,-1 1 1 0 0,0 0-1 0 0,1-1 0 0 0,-1 1 1 0 0,0 4-1 0 0,6 34 1823 0 0,-6 49-3815 0 0,-2-66 2027 0 0,-2 66-873 0 0,1 92 270 0 0,4-154-1157 0 0,1 1 0 0 0,9 34 0 0 0,-8-45-6934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4145 0 0,'8'-7'376'0'0,"1"1"0"0"0,0 0 0 0 0,0 1 0 0 0,0 0 0 0 0,1 1 0 0 0,16-6 0 0 0,6-3 377 0 0,14-8 768 0 0,1 3 0 0 0,73-19 1 0 0,-89 29-1327 0 0,1 2 0 0 0,0 2-1 0 0,0 1 1 0 0,65 2 0 0 0,-95 1-9 0 0,-1 0 1 0 0,1 0-1 0 0,0 0 0 0 0,0 1 0 0 0,0-1 1 0 0,0 1-1 0 0,-1-1 0 0 0,1 1 0 0 0,0 0 0 0 0,0 0 1 0 0,-1-1-1 0 0,1 1 0 0 0,-1 0 0 0 0,1 1 1 0 0,-1-1-1 0 0,1 0 0 0 0,-1 0 0 0 0,0 1 0 0 0,1-1 1 0 0,-1 1-1 0 0,0-1 0 0 0,0 1 0 0 0,0-1 1 0 0,0 1-1 0 0,0 0 0 0 0,-1-1 0 0 0,1 1 1 0 0,0 0-1 0 0,-1 0 0 0 0,1-1 0 0 0,-1 1 0 0 0,0 0 1 0 0,0 0-1 0 0,1 2 0 0 0,-1 8 468 0 0,0-1 1 0 0,-1 1-1 0 0,0 0 0 0 0,-5 17 1 0 0,1-1-584 0 0,2-6 22 0 0,1 1 0 0 0,1-1 0 0 0,1 1 1 0 0,1-1-1 0 0,1 1 0 0 0,8 36 0 0 0,-6-51-1092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0.3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7 12899 0 0,'-7'-3'531'0'0,"7"3"-494"0"0,-1-1 1 0 0,1 1-1 0 0,0 0 1 0 0,0 0-1 0 0,0 0 1 0 0,0 0-1 0 0,0-1 1 0 0,0 1-1 0 0,0 0 1 0 0,0 0-1 0 0,-1 0 1 0 0,1 0-1 0 0,0 0 1 0 0,0 0-1 0 0,0-1 0 0 0,0 1 1 0 0,0 0-1 0 0,-1 0 1 0 0,1 0-1 0 0,0 0 1 0 0,0 0-1 0 0,0 0 1 0 0,0 0-1 0 0,-1 0 1 0 0,1 0-1 0 0,0 0 1 0 0,0 0-1 0 0,0 0 1 0 0,-1 0-1 0 0,1 0 1 0 0,0 0-1 0 0,0 0 1 0 0,0 0-1 0 0,0 0 1 0 0,-1 0-1 0 0,1 0 1 0 0,0 0-1 0 0,0 0 1 0 0,0 0-1 0 0,0 0 1 0 0,-1 0-1 0 0,1 1 1 0 0,0-1-1 0 0,0 0 1 0 0,0 0-1 0 0,0 0 1 0 0,0 0-1 0 0,-1 0 1 0 0,1 0-1 0 0,0 1 1 0 0,0-1-1 0 0,0 0 1 0 0,0 0-1 0 0,0 0 1 0 0,0 0-1 0 0,0 0 1 0 0,0 1-1 0 0,0-1 1 0 0,0 0-1 0 0,0 0 1 0 0,0 0-1 0 0,0 2 524 0 0,1 1-366 0 0,22 37-2571 0 0,-17-31 2149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0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0 290 12443 0 0,'2'1'118'0'0,"1"1"-1"0"0,-1-1 1 0 0,0 0 0 0 0,1 0 0 0 0,-1 0 0 0 0,1 0 0 0 0,-1 0 0 0 0,1 0 0 0 0,-1-1 0 0 0,1 0 0 0 0,-1 1-1 0 0,1-1 1 0 0,0 0 0 0 0,-1 0 0 0 0,1 0 0 0 0,-1 0 0 0 0,1-1 0 0 0,-1 1 0 0 0,5-2 0 0 0,54-17 1620 0 0,-49 15-1432 0 0,1-1-11 0 0,0-1 1 0 0,0 0-1 0 0,-1 0 1 0 0,0-1-1 0 0,0-1 1 0 0,-1 0-1 0 0,0-1 1 0 0,-1 0-1 0 0,11-12 1 0 0,-15 15-141 0 0,0 0-1 0 0,-1-1 1 0 0,0 0-1 0 0,-1 0 1 0 0,1 0 0 0 0,-1 0-1 0 0,-1-1 1 0 0,1 0 0 0 0,-2 0-1 0 0,1 0 1 0 0,-1 0 0 0 0,0 0-1 0 0,0 0 1 0 0,-1-1-1 0 0,0 1 1 0 0,-1-12 0 0 0,0 18-183 0 0,0 0 1 0 0,0 0-1 0 0,0 0 1 0 0,0 0-1 0 0,0 0 1 0 0,0 0-1 0 0,-1 1 1 0 0,1-1-1 0 0,-1 0 1 0 0,0 0 0 0 0,1 0-1 0 0,-1 0 1 0 0,0 1-1 0 0,0-1 1 0 0,0 0-1 0 0,0 1 1 0 0,-1-1-1 0 0,1 1 1 0 0,0-1-1 0 0,-1 1 1 0 0,1 0-1 0 0,-1 0 1 0 0,1-1-1 0 0,-1 1 1 0 0,1 0-1 0 0,-1 0 1 0 0,0 0-1 0 0,0 1 1 0 0,1-1-1 0 0,-1 0 1 0 0,0 1-1 0 0,0-1 1 0 0,0 1-1 0 0,0-1 1 0 0,0 1 0 0 0,0 0-1 0 0,0 0 1 0 0,1 0-1 0 0,-1 0 1 0 0,0 0-1 0 0,0 1 1 0 0,0-1-1 0 0,0 0 1 0 0,-2 2-1 0 0,-4 0-90 0 0,0 0-1 0 0,0 1 0 0 0,0 0 1 0 0,1 0-1 0 0,0 0 0 0 0,-1 1 1 0 0,1 1-1 0 0,1-1 0 0 0,-8 7 1 0 0,11-8 148 0 0,0 0 0 0 0,0 0 0 0 0,0 0 0 0 0,0 0 0 0 0,0 1 0 0 0,1-1 0 0 0,0 1 0 0 0,0 0 1 0 0,0 0-1 0 0,0 0 0 0 0,0 0 0 0 0,1 0 0 0 0,0 0 0 0 0,0 0 0 0 0,0 0 0 0 0,0 1 0 0 0,1-1 0 0 0,-1 0 1 0 0,1 1-1 0 0,0-1 0 0 0,0 0 0 0 0,1 1 0 0 0,0-1 0 0 0,-1 0 0 0 0,1 0 0 0 0,1 1 0 0 0,-1-1 0 0 0,0 0 1 0 0,1 0-1 0 0,0 0 0 0 0,0-1 0 0 0,0 1 0 0 0,1 0 0 0 0,4 5 0 0 0,-1-1-51 0 0,0-1 0 0 0,0-1 1 0 0,0 1-1 0 0,1-1 0 0 0,0 0 0 0 0,0 0 0 0 0,1-1 0 0 0,0 0 1 0 0,0 0-1 0 0,0-1 0 0 0,0 0 0 0 0,1 0 0 0 0,-1-1 0 0 0,1 0 1 0 0,15 2-1 0 0,22-5-1388 0 0,-15-5-3510 0 0,-1-4-1277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0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62 5985 0 0,'1'-4'127'0'0,"-1"0"0"0"0,0 0 0 0 0,0 0 1 0 0,0 0-1 0 0,0 0 0 0 0,0 0 0 0 0,-1 0 0 0 0,-2-8 0 0 0,2 11 68 0 0,0 0 0 0 0,0-1 1 0 0,0 1-1 0 0,0 0 0 0 0,0 0 1 0 0,0 0-1 0 0,-1 0 0 0 0,1 0 0 0 0,0 0 1 0 0,-1 0-1 0 0,1 0 0 0 0,0 0 0 0 0,-1 1 1 0 0,1-1-1 0 0,-1 0 0 0 0,0 1 0 0 0,1 0 1 0 0,-1-1-1 0 0,1 1 0 0 0,-1 0 0 0 0,0 0 1 0 0,1 0-1 0 0,-1 0 0 0 0,-2 0 1 0 0,-2 0 143 0 0,1 0 1 0 0,-1 1 0 0 0,0 0-1 0 0,0 0 1 0 0,1 0 0 0 0,-1 1-1 0 0,1 0 1 0 0,-1 0 0 0 0,1 0-1 0 0,0 1 1 0 0,0-1 0 0 0,0 1 0 0 0,0 0-1 0 0,0 1 1 0 0,1-1 0 0 0,-1 1-1 0 0,1 0 1 0 0,0 0 0 0 0,0 1-1 0 0,1-1 1 0 0,-6 9 0 0 0,6-9-259 0 0,0 1 1 0 0,1 0 0 0 0,-1-1 0 0 0,1 1-1 0 0,0 0 1 0 0,1 0 0 0 0,-1 0-1 0 0,1 0 1 0 0,0 0 0 0 0,0 1-1 0 0,0-1 1 0 0,1 0 0 0 0,0 0 0 0 0,0 1-1 0 0,0-1 1 0 0,1 0 0 0 0,0 0-1 0 0,0 0 1 0 0,0 1 0 0 0,0-1-1 0 0,1 0 1 0 0,0 0 0 0 0,4 8 0 0 0,8 6-13 0 0,0-1 0 0 0,1 0 1 0 0,31 29-1 0 0,-31-33 8 0 0,0 0-1 0 0,-2 0 1 0 0,1 2-1 0 0,-2 0 0 0 0,19 31 1 0 0,-30-45-59 0 0,0 0 0 0 0,0 0 0 0 0,0 1 1 0 0,0-1-1 0 0,0 0 0 0 0,-1 1 0 0 0,1-1 0 0 0,-1 0 1 0 0,1 1-1 0 0,-1-1 0 0 0,0 1 0 0 0,0-1 1 0 0,0 1-1 0 0,0-1 0 0 0,0 1 0 0 0,-1-1 0 0 0,1 0 1 0 0,-1 1-1 0 0,0-1 0 0 0,0 0 0 0 0,-1 3 0 0 0,0-2-5 0 0,0 0 0 0 0,0 0 0 0 0,-1 0-1 0 0,0 0 1 0 0,1 0 0 0 0,-1-1-1 0 0,0 1 1 0 0,-1-1 0 0 0,1 0 0 0 0,0 0-1 0 0,0 0 1 0 0,-5 2 0 0 0,-7 2-6 0 0,-1-1 0 0 0,0 0 0 0 0,0-1 0 0 0,0 0 0 0 0,-18 0 0 0 0,4-1-1523 0 0,0-1-6066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2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37 5065 0 0,'-3'-2'354'0'0,"1"0"1"0"0,-1 0-1 0 0,1 1 0 0 0,-1 0 0 0 0,0-1 1 0 0,1 1-1 0 0,-1 0 0 0 0,0 0 0 0 0,0 1 1 0 0,0-1-1 0 0,0 0 0 0 0,1 1 1 0 0,-1 0-1 0 0,0 0 0 0 0,0 0 0 0 0,0 0 1 0 0,0 0-1 0 0,0 0 0 0 0,0 1 0 0 0,-4 1 1 0 0,1-1 50 0 0,1 0 1 0 0,-1 1 0 0 0,1 0-1 0 0,-1 0 1 0 0,1 1-1 0 0,0-1 1 0 0,0 1 0 0 0,0 0-1 0 0,-7 7 1 0 0,7-5-231 0 0,1 1 1 0 0,-1 0 0 0 0,1 0-1 0 0,0 0 1 0 0,1 0-1 0 0,0 1 1 0 0,0-1 0 0 0,0 1-1 0 0,1 0 1 0 0,0 0-1 0 0,0 0 1 0 0,0 0 0 0 0,1 0-1 0 0,0 0 1 0 0,1 1-1 0 0,0-1 1 0 0,0 0-1 0 0,0 0 1 0 0,1 0 0 0 0,1 9-1 0 0,3 9-115 0 0,1 0-1 0 0,1 0 1 0 0,1-1-1 0 0,15 33 1 0 0,-17-44-54 0 0,0-1 1 0 0,1 0 0 0 0,0 0 0 0 0,0 0-1 0 0,2-1 1 0 0,-1 0 0 0 0,1-1-1 0 0,13 12 1 0 0,-18-19-15 0 0,0 0 0 0 0,0 0 0 0 0,0 0 0 0 0,1-1 1 0 0,-1 1-1 0 0,1-1 0 0 0,-1 0 0 0 0,1 0 0 0 0,0-1 0 0 0,0 1 0 0 0,0-1 0 0 0,0 0 0 0 0,0 0 0 0 0,0-1 0 0 0,0 0 0 0 0,0 0 1 0 0,0 0-1 0 0,0 0 0 0 0,0-1 0 0 0,0 0 0 0 0,0 0 0 0 0,0 0 0 0 0,0 0 0 0 0,-1-1 0 0 0,9-4 0 0 0,-4 1-10 0 0,-1 0-1 0 0,1-1 0 0 0,-1 0 1 0 0,0 0-1 0 0,0-1 1 0 0,-1 0-1 0 0,0-1 0 0 0,0 0 1 0 0,-1 0-1 0 0,0 0 1 0 0,0-1-1 0 0,-1 0 0 0 0,0 0 1 0 0,-1 0-1 0 0,0 0 0 0 0,0-1 1 0 0,-1 0-1 0 0,0 0 1 0 0,-1 0-1 0 0,2-16 0 0 0,-2 11-7 0 0,0 0-1 0 0,-1-1 0 0 0,-1 1 1 0 0,-1 0-1 0 0,0-1 0 0 0,-1 1 1 0 0,0 0-1 0 0,-1 0 0 0 0,-1 0 1 0 0,-1 1-1 0 0,0-1 0 0 0,-1 1 1 0 0,-9-18-1 0 0,11 26-162 0 0,0 1 1 0 0,0-1-1 0 0,0 1 0 0 0,0 0 0 0 0,-1 0 1 0 0,0 0-1 0 0,0 1 0 0 0,0 0 0 0 0,0 0 0 0 0,-1 0 1 0 0,0 1-1 0 0,0-1 0 0 0,0 1 0 0 0,0 1 1 0 0,0-1-1 0 0,0 1 0 0 0,-1 0 0 0 0,1 1 0 0 0,-1-1 1 0 0,0 1-1 0 0,1 1 0 0 0,-1-1 0 0 0,0 1 1 0 0,1 0-1 0 0,-1 1 0 0 0,0-1 0 0 0,1 1 0 0 0,-10 3 1 0 0,0 1-1339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2.7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29 7834 0 0,'0'-1'276'0'0,"0"0"1"0"0,1 0-1 0 0,-1 0 1 0 0,0 0-1 0 0,0 1 1 0 0,0-1-1 0 0,0 0 1 0 0,0 0-1 0 0,0 0 1 0 0,0 0-1 0 0,0 0 1 0 0,-1 0-1 0 0,1 0 1 0 0,0 0 0 0 0,0 1-1 0 0,-1-1 1 0 0,1 0-1 0 0,-1 0 1 0 0,1 0-1 0 0,0 1 1 0 0,-1-1-1 0 0,0 0 1 0 0,1 0-1 0 0,-1 1 1 0 0,1-1-1 0 0,-1 0 1 0 0,0 1-1 0 0,1-1 1 0 0,-1 1-1 0 0,0-1 1 0 0,0 1-1 0 0,0-1 1 0 0,1 1-1 0 0,-1 0 1 0 0,-2-1 0 0 0,2 1-145 0 0,1-1 1 0 0,-1 1-1 0 0,0 0 1 0 0,0 0-1 0 0,0 0 1 0 0,0-1-1 0 0,0 1 1 0 0,1 0-1 0 0,-1 0 1 0 0,0 0-1 0 0,0 0 1 0 0,0 1-1 0 0,0-1 1 0 0,0 0-1 0 0,1 0 1 0 0,-1 0-1 0 0,0 1 1 0 0,0-1-1 0 0,0 0 1 0 0,1 1-1 0 0,-1-1 1 0 0,0 1-1 0 0,0-1 1 0 0,1 1-1 0 0,-2 1 1 0 0,-2 3 31 0 0,0 0 1 0 0,0 1-1 0 0,1 0 1 0 0,0 0-1 0 0,0 0 1 0 0,1 0-1 0 0,-1 0 1 0 0,-2 14-1 0 0,-7 54 90 0 0,12-71-241 0 0,-5 39 31 0 0,3 0 0 0 0,1 0 1 0 0,2 0-1 0 0,13 77 0 0 0,-8-86-24 0 0,2 0 0 0 0,1-1 0 0 0,2 0-1 0 0,1-1 1 0 0,1 0 0 0 0,27 46 0 0 0,-33-67-15 0 0,0 0 0 0 0,0 0 0 0 0,13 12 0 0 0,-19-20-75 0 0,0 0 1 0 0,1-1-1 0 0,-1 1 0 0 0,0-1 1 0 0,1 0-1 0 0,-1 1 0 0 0,1-1 1 0 0,0 0-1 0 0,-1 0 0 0 0,1 0 1 0 0,0 0-1 0 0,0 0 0 0 0,-1-1 1 0 0,1 1-1 0 0,0 0 0 0 0,0-1 1 0 0,0 1-1 0 0,0-1 0 0 0,0 0 1 0 0,0 0-1 0 0,0 0 1 0 0,0 0-1 0 0,0 0 0 0 0,0 0 1 0 0,0 0-1 0 0,0-1 0 0 0,0 1 1 0 0,0-1-1 0 0,3 0 0 0 0,3-6-1173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2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104 144 6913 0 0,'-9'-3'-81'0'0,"-47"-15"1888"0"0,53 17-1480 0 0,1 0-1 0 0,-1 0 1 0 0,1 0-1 0 0,0-1 1 0 0,-1 1-1 0 0,1-1 1 0 0,0 1-1 0 0,0-1 1 0 0,0 0 0 0 0,0 0-1 0 0,0 0 1 0 0,0 0-1 0 0,1 0 1 0 0,-1-1-1 0 0,1 1 1 0 0,-1 0-1 0 0,1-1 1 0 0,-1-2-1 0 0,2 4-177 0 0,0 0 0 0 0,0-1 0 0 0,0 1 0 0 0,0 0 0 0 0,0 0 0 0 0,1 0-1 0 0,-1 0 1 0 0,0-1 0 0 0,1 1 0 0 0,-1 0 0 0 0,1 0 0 0 0,-1 0 0 0 0,1 0 0 0 0,0 0 0 0 0,-1 0-1 0 0,1 0 1 0 0,0 0 0 0 0,0 0 0 0 0,0 0 0 0 0,-1 0 0 0 0,1 1 0 0 0,0-1 0 0 0,0 0 0 0 0,0 1 0 0 0,2-2-1 0 0,32-16 911 0 0,-28 15-724 0 0,61-25-1208 0 0,-42 18-5975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3.5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57 4609 0 0,'-8'-18'3169'0'0,"6"15"-2369"0"0,1-1 0 0 0,0 1 0 0 0,-1 0 0 0 0,1 0 0 0 0,-1 0 0 0 0,0 0 0 0 0,0 0 0 0 0,-3-2 0 0 0,4 4-488 0 0,-1 0 1 0 0,1 0-1 0 0,-1 0 1 0 0,0 0-1 0 0,1 0 1 0 0,-1 1-1 0 0,0-1 1 0 0,1 1-1 0 0,-1-1 1 0 0,0 1-1 0 0,0 0 1 0 0,0-1-1 0 0,0 1 0 0 0,1 0 1 0 0,-1 0-1 0 0,0 0 1 0 0,0 1-1 0 0,0-1 1 0 0,-2 1-1 0 0,-2 0-214 0 0,0 1 0 0 0,1-1 0 0 0,0 1-1 0 0,-1 1 1 0 0,1-1 0 0 0,0 1 0 0 0,0-1 0 0 0,0 2 0 0 0,0-1-1 0 0,1 0 1 0 0,-1 1 0 0 0,1 0 0 0 0,0 0 0 0 0,0 0 0 0 0,0 1-1 0 0,1-1 1 0 0,-1 1 0 0 0,1 0 0 0 0,0 0 0 0 0,-3 8 0 0 0,1-1-95 0 0,0 0 1 0 0,1 0 0 0 0,0 1 0 0 0,1 0 0 0 0,1-1 0 0 0,0 1 0 0 0,1 0 0 0 0,0 14 0 0 0,1-13 45 0 0,1-1 0 0 0,0 1 0 0 0,1 0 1 0 0,1 0-1 0 0,0-1 0 0 0,1 1 0 0 0,1-1 0 0 0,0 0 0 0 0,0 0 0 0 0,1-1 0 0 0,1 0 1 0 0,15 21-1 0 0,-17-27-141 0 0,0 0 1 0 0,0 0-1 0 0,1-1 1 0 0,-1 0-1 0 0,1 0 1 0 0,1-1-1 0 0,-1 1 1 0 0,0-1-1 0 0,1-1 1 0 0,12 6-1 0 0,-12-7-387 0 0,0 0 0 0 0,0-1 0 0 0,0 1 0 0 0,1-2 0 0 0,-1 1 0 0 0,0-1 0 0 0,0 0-1 0 0,0 0 1 0 0,1-1 0 0 0,-1 0 0 0 0,0 0 0 0 0,13-4 0 0 0,10-5-6704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3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24 7834 0 0,'0'-1'88'0'0,"0"0"1"0"0,-1 0 0 0 0,1-1-1 0 0,0 1 1 0 0,0 0-1 0 0,-1 0 1 0 0,1 0 0 0 0,-1-1-1 0 0,1 1 1 0 0,-1 0 0 0 0,1 0-1 0 0,-1 0 1 0 0,0 0 0 0 0,0 0-1 0 0,1 0 1 0 0,-1 0-1 0 0,0 0 1 0 0,-1-1 0 0 0,1 2 155 0 0,0 0 0 0 0,1-1 0 0 0,-1 1 0 0 0,0 0 1 0 0,1 0-1 0 0,-1 0 0 0 0,0 0 0 0 0,0 0 0 0 0,1 0 1 0 0,-1 0-1 0 0,0 0 0 0 0,1 0 0 0 0,-1 0 0 0 0,0 1 1 0 0,1-1-1 0 0,-1 0 0 0 0,0 0 0 0 0,1 1 0 0 0,-1-1 1 0 0,0 0-1 0 0,1 1 0 0 0,-1-1 0 0 0,0 1 0 0 0,-19 20 5917 0 0,12-4-6211 0 0,1 7 308 0 0,0 1 1 0 0,2 0 0 0 0,1 0-1 0 0,2 0 1 0 0,0 1 0 0 0,1-1-1 0 0,2 0 1 0 0,0 1 0 0 0,7 31-1 0 0,-2-26-460 0 0,1 0 0 0 0,1-1 0 0 0,2 0 0 0 0,1-1 0 0 0,1 0-1 0 0,2 0 1 0 0,19 30 0 0 0,-19-40-7845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4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7 6449 0 0,'-6'-7'11967'0'0,"-7"14"-9405"0"0,-13 15-1773 0 0,20-15-735 0 0,0 0-1 0 0,1 1 1 0 0,0 0-1 0 0,0 0 1 0 0,1 0-1 0 0,0 0 0 0 0,0 1 1 0 0,1-1-1 0 0,0 1 1 0 0,1 0-1 0 0,0 0 1 0 0,-2 14-1 0 0,4-16-25 0 0,-1-1 0 0 0,2 1-1 0 0,-1 0 1 0 0,0-1 0 0 0,1 1-1 0 0,1-1 1 0 0,-1 1 0 0 0,1-1 0 0 0,0 1-1 0 0,0-1 1 0 0,1 0 0 0 0,0 0 0 0 0,0 0-1 0 0,0 0 1 0 0,1-1 0 0 0,-1 1-1 0 0,1-1 1 0 0,7 6 0 0 0,-11-10-29 0 0,1 0 0 0 0,-1-1 0 0 0,1 0-1 0 0,-1 1 1 0 0,1-1 0 0 0,0 1 0 0 0,-1-1 0 0 0,1 0 0 0 0,0 1 0 0 0,-1-1 0 0 0,1 0 0 0 0,0 1-1 0 0,-1-1 1 0 0,1 0 0 0 0,0 0 0 0 0,-1 0 0 0 0,1 0 0 0 0,0 0 0 0 0,0 0 0 0 0,-1 0-1 0 0,1 0 1 0 0,0 0 0 0 0,0 0 0 0 0,-1 0 0 0 0,1 0 0 0 0,0-1 0 0 0,-1 1 0 0 0,1 0 0 0 0,1-1-1 0 0,0-1-6 0 0,1 1 0 0 0,-1-1-1 0 0,0 0 1 0 0,0 0-1 0 0,0 0 1 0 0,0 0 0 0 0,0 0-1 0 0,2-4 1 0 0,23-44-119 0 0,-21 32 117 0 0,-5 14 21 0 0,1-1 1 0 0,-1 1-1 0 0,1-1 1 0 0,0 1 0 0 0,0 0-1 0 0,0 0 1 0 0,4-4 0 0 0,13 38 924 0 0,-7-3-938 0 0,-4-9 104 0 0,1-1 1 0 0,13 21-1 0 0,-19-34-342 0 0,1 0-1 0 0,-1 0 1 0 0,1 0-1 0 0,-1 0 1 0 0,1 0-1 0 0,0-1 1 0 0,1 1 0 0 0,-1-1-1 0 0,1 0 1 0 0,-1-1-1 0 0,1 1 1 0 0,9 3-1 0 0,6 0-7339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4.6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 15 6449 0 0,'0'-1'81'0'0,"-1"0"-1"0"0,1 1 1 0 0,0-1-1 0 0,0 0 1 0 0,0 1-1 0 0,-1-1 0 0 0,1 0 1 0 0,0 1-1 0 0,0-1 1 0 0,-1 1-1 0 0,1-1 1 0 0,-1 0-1 0 0,1 1 0 0 0,0-1 1 0 0,-1 1-1 0 0,1-1 1 0 0,-1 1-1 0 0,0 0 1 0 0,1-1-1 0 0,-1 1 0 0 0,1-1 1 0 0,-1 1-1 0 0,1 0 1 0 0,-1 0-1 0 0,0-1 1 0 0,1 1-1 0 0,-1 0 0 0 0,0 0 1 0 0,1 0-1 0 0,-1 0 1 0 0,0 0-1 0 0,1-1 1 0 0,-1 1-1 0 0,0 1 0 0 0,1-1 1 0 0,-1 0-1 0 0,0 0 1 0 0,0 0-1 0 0,1 0 1 0 0,-1 0-1 0 0,1 1 0 0 0,-2-1 1 0 0,-27 10 4389 0 0,19-3-3362 0 0,1 0 0 0 0,0 0 0 0 0,1 1 0 0 0,-1 1 0 0 0,-11 15 0 0 0,12-15-897 0 0,2 1 1 0 0,-1-1-1 0 0,1 1 1 0 0,1 1-1 0 0,0-1 1 0 0,0 1-1 0 0,1 0 1 0 0,0 0-1 0 0,-4 22 1 0 0,8-29-190 0 0,0 0 1 0 0,0 0-1 0 0,0 0 1 0 0,0-1-1 0 0,1 1 1 0 0,-1 0-1 0 0,1 0 1 0 0,0 0-1 0 0,0 0 1 0 0,1-1-1 0 0,-1 1 0 0 0,1-1 1 0 0,3 6-1 0 0,2 1-9 0 0,-1-1-1 0 0,2-1 0 0 0,10 11 1 0 0,9 11-70 0 0,-26-30 52 0 0,-1 0 0 0 0,0 1 0 0 0,0-1 0 0 0,0 1 0 0 0,1-1 0 0 0,-1 0 0 0 0,0 1 0 0 0,0-1 0 0 0,0 1 0 0 0,0-1 0 0 0,0 0 0 0 0,0 1 1 0 0,0-1-1 0 0,0 1 0 0 0,0-1 0 0 0,0 1 0 0 0,0-1 0 0 0,0 0 0 0 0,0 1 0 0 0,0-1 0 0 0,0 1 0 0 0,0-1 0 0 0,0 0 0 0 0,-1 1 0 0 0,1-1 0 0 0,0 1 0 0 0,0-1 0 0 0,0 0 1 0 0,-1 1-1 0 0,1-1 0 0 0,-1 1 0 0 0,-15 12-65 0 0,-19 3-649 0 0,19-10-459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4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21 3681 0 0,'42'-21'6873'0'0,"-55"32"-3679"0"0,-27 23 3041 0 0,0 4-4108 0 0,33-30-2029 0 0,0 0 1 0 0,0 0-1 0 0,1 0 1 0 0,0 1-1 0 0,1 0 0 0 0,0 0 1 0 0,0 1-1 0 0,-4 10 1 0 0,9-16-91 0 0,-1-1 1 0 0,0 0-1 0 0,1 1 1 0 0,0-1-1 0 0,0 1 1 0 0,0-1 0 0 0,0 1-1 0 0,0-1 1 0 0,1 0-1 0 0,-1 1 1 0 0,1-1-1 0 0,0 0 1 0 0,0 1-1 0 0,0-1 1 0 0,1 0 0 0 0,-1 0-1 0 0,1 0 1 0 0,0 0-1 0 0,0 0 1 0 0,0 0-1 0 0,0-1 1 0 0,0 1 0 0 0,3 2-1 0 0,8 8 9 0 0,1-1 0 0 0,0-1 0 0 0,22 14-1 0 0,2 2-7 0 0,-30-20 22 0 0,-1-2-19 0 0,0 1 0 0 0,0 0-1 0 0,-1 0 1 0 0,1 1 0 0 0,-1-1-1 0 0,5 10 1 0 0,-10-14-25 0 0,0 0-1 0 0,0 0 1 0 0,0 0 0 0 0,0 0-1 0 0,-1 0 1 0 0,1 1-1 0 0,-1-1 1 0 0,1 0 0 0 0,-1 0-1 0 0,0 0 1 0 0,0 1 0 0 0,0-1-1 0 0,0 0 1 0 0,0 0-1 0 0,-1 0 1 0 0,1 1 0 0 0,-1-1-1 0 0,1 0 1 0 0,-1 0 0 0 0,0 0-1 0 0,0 0 1 0 0,1 0 0 0 0,-2 0-1 0 0,1 0 1 0 0,0 0-1 0 0,0 0 1 0 0,-1-1 0 0 0,1 1-1 0 0,-1 0 1 0 0,-1 1 0 0 0,-33 26-2591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5.2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1 325 5985 0 0,'6'-2'196'0'0,"0"0"0"0"0,0 0 1 0 0,0-1-1 0 0,0 0 0 0 0,0 0 0 0 0,0-1 0 0 0,-1 1 0 0 0,9-9 0 0 0,39-41 2277 0 0,-34 33-2014 0 0,4-3 957 0 0,27-37 1 0 0,-45 53-1106 0 0,0 0 1 0 0,-1 0 0 0 0,1 0 0 0 0,-1-1 0 0 0,-1 0 0 0 0,0 0 0 0 0,0 0-1 0 0,0 0 1 0 0,-1 0 0 0 0,2-15 0 0 0,-4 22-289 0 0,1 0 0 0 0,-1-1 0 0 0,0 1 0 0 0,0 0 0 0 0,0 0 0 0 0,0 0 0 0 0,1 0 0 0 0,-2 0 0 0 0,1 0 0 0 0,0-1 0 0 0,0 1 0 0 0,0 0 0 0 0,0 0 0 0 0,-1 0 0 0 0,1 0 0 0 0,-1 0 0 0 0,1 0 0 0 0,-1 0 0 0 0,1 0 0 0 0,-1 0 0 0 0,1 0 0 0 0,-1 0 0 0 0,0 0 0 0 0,1 0-1 0 0,-1 0 1 0 0,0 1 0 0 0,0-1 0 0 0,0 0 0 0 0,0 1 0 0 0,0-1 0 0 0,0 0 0 0 0,0 1 0 0 0,0-1 0 0 0,0 1 0 0 0,0-1 0 0 0,0 1 0 0 0,0 0 0 0 0,0-1 0 0 0,0 1 0 0 0,0 0 0 0 0,0 0 0 0 0,-1 0 0 0 0,1 0 0 0 0,0 0 0 0 0,0 0 0 0 0,0 0 0 0 0,0 0 0 0 0,0 1 0 0 0,-1-1 0 0 0,1 0 0 0 0,-2 1 0 0 0,-2 1 156 0 0,0 0-1 0 0,-1 0 1 0 0,1 1-1 0 0,0 0 1 0 0,0-1-1 0 0,1 2 1 0 0,-1-1-1 0 0,1 0 1 0 0,-6 6 0 0 0,5-3-57 0 0,1 0 0 0 0,-1 0 0 0 0,1 1 0 0 0,0 0 0 0 0,0-1 1 0 0,1 1-1 0 0,0 1 0 0 0,0-1 0 0 0,1 0 0 0 0,0 1 1 0 0,0 0-1 0 0,1-1 0 0 0,0 1 0 0 0,0 0 0 0 0,1-1 0 0 0,0 1 1 0 0,0 0-1 0 0,1 0 0 0 0,0-1 0 0 0,0 1 0 0 0,1 0 1 0 0,0-1-1 0 0,0 1 0 0 0,1-1 0 0 0,7 14 0 0 0,-7-14-250 0 0,1 0 0 0 0,-1 0-1 0 0,2-1 1 0 0,-1 0 0 0 0,1 1 0 0 0,0-2-1 0 0,0 1 1 0 0,0 0 0 0 0,1-1-1 0 0,0 0 1 0 0,0 0 0 0 0,0-1 0 0 0,1 0-1 0 0,0 0 1 0 0,-1 0 0 0 0,1-1 0 0 0,1 0-1 0 0,-1 0 1 0 0,0-1 0 0 0,1 0 0 0 0,-1 0-1 0 0,1-1 1 0 0,0 0 0 0 0,-1 0-1 0 0,1-1 1 0 0,8 0 0 0 0,4-4-7020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5.5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58 3225 0 0,'15'-39'772'0'0,"-15"38"-614"0"0,0 0 1 0 0,1 0 0 0 0,-1 1 0 0 0,0-1 0 0 0,0 0 0 0 0,0 0-1 0 0,0 0 1 0 0,0 0 0 0 0,0 1 0 0 0,0-1 0 0 0,0 0 0 0 0,0 0-1 0 0,0 0 1 0 0,-1 0 0 0 0,1 1 0 0 0,0-1 0 0 0,0 0-1 0 0,-1-1 1 0 0,0 2 75 0 0,0 0-1 0 0,1-1 1 0 0,-1 1 0 0 0,0 0-1 0 0,0 0 1 0 0,1 0-1 0 0,-1-1 1 0 0,0 1-1 0 0,0 0 1 0 0,1 0-1 0 0,-1 0 1 0 0,0 0 0 0 0,0 1-1 0 0,0-1 1 0 0,1 0-1 0 0,-1 0 1 0 0,0 0-1 0 0,1 1 1 0 0,-1-1-1 0 0,0 0 1 0 0,0 1 0 0 0,1-1-1 0 0,-1 0 1 0 0,1 1-1 0 0,-2 0 1 0 0,-4 3 461 0 0,0 0-1 0 0,0 0 1 0 0,1 0 0 0 0,0 1 0 0 0,0-1-1 0 0,0 2 1 0 0,0-1 0 0 0,1 0 0 0 0,0 1-1 0 0,0 0 1 0 0,-6 12 0 0 0,7-11-574 0 0,-1 0 0 0 0,2 0 0 0 0,-1 0 1 0 0,1 0-1 0 0,0 1 0 0 0,1-1 0 0 0,-1 1 0 0 0,1 0 0 0 0,1-1 1 0 0,0 1-1 0 0,0 0 0 0 0,0-1 0 0 0,1 1 0 0 0,0-1 1 0 0,1 1-1 0 0,-1 0 0 0 0,4 7 0 0 0,8 11 114 0 0,24 38 0 0 0,-27-50-167 0 0,-1 0-1 0 0,0 1 1 0 0,-1 1-1 0 0,-1-1 1 0 0,-1 1 0 0 0,0 0-1 0 0,7 32 1 0 0,-13-44-37 0 0,1 0 0 0 0,-1 0 1 0 0,-1 0-1 0 0,1 0 0 0 0,-1 0 0 0 0,1 0 0 0 0,-1 0 0 0 0,0 0 1 0 0,0-1-1 0 0,-1 1 0 0 0,1 0 0 0 0,-1-1 0 0 0,0 1 1 0 0,0-1-1 0 0,0 1 0 0 0,0-1 0 0 0,-1 0 0 0 0,1 0 1 0 0,-1 0-1 0 0,0 0 0 0 0,0-1 0 0 0,-4 4 0 0 0,3-3-184 0 0,0 0-1 0 0,-1-1 1 0 0,1 1-1 0 0,-1-1 1 0 0,0 1-1 0 0,1-2 1 0 0,-8 3-1 0 0,8-3-621 0 0,-1 0-1 0 0,1 0 1 0 0,-1-1-1 0 0,1 1 0 0 0,-1-1 1 0 0,1 0-1 0 0,-1-1 1 0 0,-7 0-1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8:55.6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0,'16'26'10394'0'0,"-16"-19"-9178"0"0,-1-1-255 0 0,1 3-49 0 0,0-3-16 0 0,1 0-800 0 0,1-5-96 0 0,0-2-144 0 0,0-9 32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08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221 8 6449 0 0,'-221'18'10384'0'0,"240"-13"-8469"0"0,18 4-1688 0 0,0-1 1 0 0,1-2-1 0 0,40 2 1 0 0,122-3 233 0 0,-110-4-293 0 0,62-5-13 0 0,0-6-1 0 0,197-39 1 0 0,-307 44-553 0 0,-15 7-2901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09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33 4609 0 0,'-42'-23'7481'0'0,"39"21"-6998"0"0,0 1 0 0 0,-1 0 0 0 0,1-1 0 0 0,0 2-1 0 0,0-1 1 0 0,-1 0 0 0 0,1 1 0 0 0,-1-1-1 0 0,1 1 1 0 0,0 0 0 0 0,-7 1 0 0 0,10-1-444 0 0,0 0 0 0 0,0 0-1 0 0,0 0 1 0 0,0 0 0 0 0,-1 0 0 0 0,1 0 0 0 0,0 0 0 0 0,0 0-1 0 0,0 0 1 0 0,0 0 0 0 0,0 0 0 0 0,0 0 0 0 0,-1 0 0 0 0,1 1-1 0 0,0-1 1 0 0,0 0 0 0 0,0 0 0 0 0,0 0 0 0 0,0 0 0 0 0,0 0-1 0 0,0 0 1 0 0,0 0 0 0 0,0 1 0 0 0,0-1 0 0 0,-1 0 0 0 0,1 0-1 0 0,0 0 1 0 0,0 0 0 0 0,0 0 0 0 0,0 1 0 0 0,0-1 0 0 0,0 0-1 0 0,0 0 1 0 0,0 0 0 0 0,0 0 0 0 0,0 1 0 0 0,0-1 0 0 0,0 0-1 0 0,0 0 1 0 0,1 0 0 0 0,-1 0 0 0 0,0 0 0 0 0,0 1 0 0 0,0-1-1 0 0,0 0 1 0 0,0 0 0 0 0,0 0 0 0 0,0 0 0 0 0,0 0 0 0 0,0 0 0 0 0,1 1-1 0 0,9 9 666 0 0,12 6-368 0 0,272 164 1014 0 0,-292-179-1332 0 0,-1 0 0 0 0,1-1 0 0 0,-1 1 0 0 0,1 0 0 0 0,-1 0 0 0 0,1 0 0 0 0,-1 0-1 0 0,0 1 1 0 0,1-1 0 0 0,-1 0 0 0 0,0 1 0 0 0,0-1 0 0 0,0 0 0 0 0,0 1 0 0 0,0-1 0 0 0,0 1 0 0 0,-1 0 0 0 0,1-1 0 0 0,0 1 0 0 0,-1 0 0 0 0,1-1 0 0 0,-1 1 0 0 0,0 0 0 0 0,1 3 0 0 0,-2-2-1 0 0,0 0 1 0 0,0-1-1 0 0,0 1 1 0 0,0 0 0 0 0,-1 0-1 0 0,1-1 1 0 0,-1 1-1 0 0,0-1 1 0 0,0 1-1 0 0,0-1 1 0 0,0 0-1 0 0,0 0 1 0 0,0 0-1 0 0,-3 2 1 0 0,-358 282 230 0 0,355-280-326 0 0,0-1-1 0 0,0 0 1 0 0,0 0 0 0 0,-1-1-1 0 0,1 0 1 0 0,-17 4 0 0 0,8-5-454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09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288 1 2304 0 0,'-4'0'709'0'0,"0"1"-1"0"0,1-1 0 0 0,-1 1 0 0 0,0 0 0 0 0,1 1 0 0 0,0-1 0 0 0,-1 0 0 0 0,-3 3 0 0 0,-3 2 529 0 0,0 0 1 0 0,1 0-1 0 0,-12 11 1 0 0,4 1 72 0 0,1 0-1 0 0,1 0 1 0 0,-17 29 0 0 0,-7 9-300 0 0,26-40-649 0 0,-2 3 358 0 0,-20 33 1 0 0,32-48-640 0 0,1 1 0 0 0,-1 0 0 0 0,1 0 0 0 0,0 0 0 0 0,0 0 0 0 0,1 0 0 0 0,0 0 0 0 0,0 0 0 0 0,0 1 1 0 0,0-1-1 0 0,1 1 0 0 0,0-1 0 0 0,0 6 0 0 0,1-7-72 0 0,1 0 0 0 0,-1 0 0 0 0,1 0 1 0 0,0 0-1 0 0,0 0 0 0 0,0 0 0 0 0,1-1 0 0 0,-1 1 1 0 0,1-1-1 0 0,0 1 0 0 0,0-1 0 0 0,0 0 0 0 0,0 0 1 0 0,0-1-1 0 0,1 1 0 0 0,5 3 0 0 0,7 4 31 0 0,2 0 0 0 0,20 8-1 0 0,-35-17-37 0 0,68 28-236 0 0,-41-18-106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0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26 9218 0 0,'1'-25'11955'0'0,"0"37"-10963"0"0,-16 479 13 0 0,5-272-930 0 0,18 25-78 0 0,-5-194-6 0 0,-3-25-189 0 0,1 24 8 0 0,8-24-2975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0.7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279 163 3225 0 0,'-6'-55'1811'0'0,"5"45"-1412"0"0,1 0 1 0 0,-2 0 0 0 0,1 0-1 0 0,-1 0 1 0 0,-1 0-1 0 0,0 0 1 0 0,-5-12-1 0 0,7 21-358 0 0,1 0 1 0 0,-1 0-1 0 0,0 0 0 0 0,1 0 0 0 0,-1 0 0 0 0,0 0 0 0 0,0 1 0 0 0,0-1 0 0 0,0 0 0 0 0,0 0 0 0 0,0 1 0 0 0,0-1 0 0 0,0 0 0 0 0,0 1 1 0 0,0-1-1 0 0,-1 1 0 0 0,1-1 0 0 0,0 1 0 0 0,0 0 0 0 0,0-1 0 0 0,-1 1 0 0 0,1 0 0 0 0,0 0 0 0 0,0 0 0 0 0,-1 0 0 0 0,1 0 0 0 0,0 0 1 0 0,0 0-1 0 0,0 1 0 0 0,-1-1 0 0 0,1 0 0 0 0,0 1 0 0 0,0-1 0 0 0,0 1 0 0 0,-1-1 0 0 0,1 1 0 0 0,0-1 0 0 0,0 1 0 0 0,-1 1 0 0 0,-7 4 492 0 0,0 0-1 0 0,0 1 0 0 0,-12 13 0 0 0,11-11-173 0 0,-6 5-24 0 0,0 1 0 0 0,2 0 1 0 0,0 1-1 0 0,1 1 0 0 0,0 0 1 0 0,1 1-1 0 0,1 0 0 0 0,1 1 1 0 0,1 0-1 0 0,-13 38 0 0 0,31-76-30 0 0,23-33 0 0 0,7-12 1335 0 0,-27 41-763 0 0,0 0-1 0 0,2 2 1 0 0,0 0-1 0 0,26-29 1 0 0,-40 49-869 0 0,1 0 1 0 0,-1 1-1 0 0,1-1 1 0 0,0 1-1 0 0,-1-1 1 0 0,1 1-1 0 0,0-1 1 0 0,-1 1-1 0 0,1 0 1 0 0,0-1 0 0 0,-1 1-1 0 0,1 0 1 0 0,0-1-1 0 0,0 1 1 0 0,-1 0-1 0 0,1 0 1 0 0,0 0-1 0 0,0 0 1 0 0,-1 0-1 0 0,1 0 1 0 0,0 0-1 0 0,0 0 1 0 0,0 0 0 0 0,-1 0-1 0 0,1 0 1 0 0,1 1-1 0 0,-1-1 27 0 0,1 1 0 0 0,0 0 0 0 0,-1 0 0 0 0,1 1 0 0 0,-1-1 0 0 0,0 0 0 0 0,1 0 0 0 0,-1 1 0 0 0,0-1 0 0 0,0 0 0 0 0,2 3 0 0 0,3 6 218 0 0,-1 1 0 0 0,9 22 0 0 0,-10-23-197 0 0,135 254-3288 0 0,-95-187 1318 0 0,-26-44-5070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1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48 368 4609 0 0,'-12'-27'1824'0'0,"2"0"0"0"0,-9-35 0 0 0,12 17 8522 0 0,8 45-10199 0 0,-1 0-1 0 0,21 10 1519 0 0,21 24-1685 0 0,7 23 230 0 0,-42-48-174 0 0,0 1 0 0 0,0-1 0 0 0,1 1 0 0 0,1-2 0 0 0,-1 0 0 0 0,1 0 0 0 0,1 0 0 0 0,0-1 1 0 0,11 6-1 0 0,-19-12 16 0 0,0-1 0 0 0,0 0 0 0 0,0 0 0 0 0,0 1 0 0 0,0-1 0 0 0,0-1 0 0 0,0 1 0 0 0,0 0 0 0 0,0 0 0 0 0,0-1 0 0 0,0 1 0 0 0,0-1 0 0 0,0 0 0 0 0,0 1 1 0 0,0-1-1 0 0,0 0 0 0 0,0 0 0 0 0,0 0 0 0 0,-1-1 0 0 0,1 1 0 0 0,0 0 0 0 0,-1-1 0 0 0,1 1 0 0 0,-1-1 0 0 0,2-2 0 0 0,7-7 121 0 0,-1 0-1 0 0,12-19 0 0 0,-14 20-133 0 0,67-107 54 0 0,-42 64-1341 0 0,54-70 0 0 0,-66 100 195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2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78 5529 0 0,'-14'-52'15777'0'0,"15"62"-15716"0"0,1-1 0 0 0,-1 0 0 0 0,1 0 0 0 0,1 0 0 0 0,0 0 0 0 0,6 13 0 0 0,-9-22-60 0 0,0 0-1 0 0,0 0 1 0 0,0 1 0 0 0,1-1 0 0 0,-1 0 0 0 0,0 0 0 0 0,0 0 0 0 0,0 1-1 0 0,0-1 1 0 0,1 0 0 0 0,-1 0 0 0 0,0 0 0 0 0,0 0 0 0 0,0 0 0 0 0,1 1-1 0 0,-1-1 1 0 0,0 0 0 0 0,0 0 0 0 0,1 0 0 0 0,-1 0 0 0 0,0 0 0 0 0,0 0-1 0 0,1 0 1 0 0,-1 0 0 0 0,0 0 0 0 0,0 0 0 0 0,1 0 0 0 0,-1 0 0 0 0,0 0-1 0 0,0 0 1 0 0,1 0 0 0 0,-1 0 0 0 0,0 0 0 0 0,0 0 0 0 0,1 0 0 0 0,-1 0 0 0 0,0-1-1 0 0,11-8 78 0 0,3-14 84 0 0,-3-16-32 0 0,-11 38-128 0 0,1 0 0 0 0,-1 0 1 0 0,0-1-1 0 0,1 1 1 0 0,-1 0-1 0 0,0 0 0 0 0,0 0 1 0 0,0 0-1 0 0,0 0 0 0 0,0-1 1 0 0,-1 1-1 0 0,1 0 0 0 0,0 0 1 0 0,0 0-1 0 0,-1 0 1 0 0,1 0-1 0 0,-1 0 0 0 0,1 0 1 0 0,-1 0-1 0 0,1 0 0 0 0,-1 0 1 0 0,0 0-1 0 0,1 0 0 0 0,-1 0 1 0 0,0 0-1 0 0,0 0 1 0 0,0 1-1 0 0,1-1 0 0 0,-1 0 1 0 0,0 1-1 0 0,0-1 0 0 0,-2 0 1 0 0,3 1-2 0 0,-1-1 0 0 0,0 1 1 0 0,1 0-1 0 0,-1 0 0 0 0,0 0 0 0 0,1 0 1 0 0,-1 0-1 0 0,1 0 0 0 0,-1 0 0 0 0,0 1 1 0 0,1-1-1 0 0,-1 0 0 0 0,1 0 0 0 0,-1 0 1 0 0,0 1-1 0 0,1-1 0 0 0,-1 0 0 0 0,1 0 1 0 0,-1 1-1 0 0,1-1 0 0 0,-1 1 0 0 0,1-1 0 0 0,-1 0 1 0 0,1 1-1 0 0,0-1 0 0 0,-1 1 0 0 0,0 0 1 0 0,-7 21 75 0 0,8-18-65 0 0,-1 1 1 0 0,1-1-1 0 0,0 0 1 0 0,0 1-1 0 0,0-1 0 0 0,0 1 1 0 0,1-1-1 0 0,1 6 1 0 0,14 7-45 0 0,-15-16 31 0 0,-1-1 0 0 0,1 1-1 0 0,-1-1 1 0 0,1 1 0 0 0,0-1 0 0 0,-1 1 0 0 0,1-1 0 0 0,-1 0 0 0 0,1 1-1 0 0,0-1 1 0 0,-1 0 0 0 0,1 0 0 0 0,0 1 0 0 0,0-1 0 0 0,-1 0 0 0 0,1 0-1 0 0,0 0 1 0 0,-1 0 0 0 0,1 0 0 0 0,0 0 0 0 0,0 0 0 0 0,-1 0 0 0 0,1 0-1 0 0,0 0 1 0 0,0 0 0 0 0,-1-1 0 0 0,2 1 0 0 0,-6-13 85 0 0,4 12-79 0 0,-11-41 203 0 0,10 39-197 0 0,0 0-1 0 0,-1 1 1 0 0,1-1-1 0 0,0 0 1 0 0,-1 1 0 0 0,1-1-1 0 0,-1 1 1 0 0,0-1-1 0 0,0 1 1 0 0,0 0 0 0 0,0 0-1 0 0,0 0 1 0 0,0 0-1 0 0,-4-2 1 0 0,2 4-226 0 0,4 5-58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5.6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179 773 3225 0 0,'-5'-2'565'0'0,"0"1"0"0"0,1 0 1 0 0,-1-1-1 0 0,1 0 1 0 0,0 0-1 0 0,-1 0 0 0 0,1-1 1 0 0,0 1-1 0 0,0-1 0 0 0,0 0 1 0 0,1 0-1 0 0,-1 0 1 0 0,1-1-1 0 0,-6-6 0 0 0,-23-19 789 0 0,24 24-858 0 0,0 0 1 0 0,1-1-1 0 0,-1 0 1 0 0,1-1-1 0 0,-12-13 1 0 0,16 15-319 0 0,0 1 1 0 0,1 0-1 0 0,0-1 1 0 0,0 1-1 0 0,0-1 1 0 0,0 0-1 0 0,0 0 1 0 0,1 1 0 0 0,0-1-1 0 0,0 0 1 0 0,0 0-1 0 0,1 0 1 0 0,0-6-1 0 0,1-25 145 0 0,1 0 0 0 0,2 0 0 0 0,1 1 0 0 0,2 0-1 0 0,2 0 1 0 0,16-43 0 0 0,-17 56-218 0 0,1 1-1 0 0,1 0 1 0 0,1 1 0 0 0,1 0 0 0 0,1 0-1 0 0,1 2 1 0 0,0-1 0 0 0,1 2-1 0 0,1 0 1 0 0,32-26 0 0 0,-40 37-85 0 0,1 0 0 0 0,0 0 0 0 0,1 1 0 0 0,-1 0 0 0 0,1 1 1 0 0,0 0-1 0 0,0 1 0 0 0,0 0 0 0 0,0 0 0 0 0,1 1 0 0 0,-1 0 1 0 0,1 1-1 0 0,-1 0 0 0 0,1 1 0 0 0,0 0 0 0 0,-1 1 0 0 0,1 0 1 0 0,-1 1-1 0 0,1 0 0 0 0,-1 0 0 0 0,14 6 0 0 0,-3 0-6 0 0,0 2 1 0 0,-1 0-1 0 0,0 1 0 0 0,-1 1 0 0 0,0 1 0 0 0,-1 1 0 0 0,-1 1 0 0 0,32 32 0 0 0,22 25 6 0 0,-45-48-14 0 0,0 1-1 0 0,-2 2 1 0 0,-1 0 0 0 0,-1 2-1 0 0,20 35 1 0 0,-27-36 8 0 0,-1 0-1 0 0,-2 1 1 0 0,-1 1 0 0 0,-2 0-1 0 0,0 0 1 0 0,7 57 0 0 0,-14-63-5 0 0,0 0 1 0 0,-2-1 0 0 0,-1 1-1 0 0,-1-1 1 0 0,-1 1-1 0 0,-1-1 1 0 0,-1 0 0 0 0,-2 0-1 0 0,-14 38 1 0 0,13-44-6 0 0,-1-1 1 0 0,0 0 0 0 0,-2 0-1 0 0,0-1 1 0 0,0 0-1 0 0,-18 16 1 0 0,-1-1 11 0 0,-57 42 0 0 0,79-66-5 0 0,0-1-1 0 0,0 0 1 0 0,0-1 0 0 0,-1 0 0 0 0,1 0-1 0 0,-1-1 1 0 0,0 0 0 0 0,-1 0 0 0 0,1-1-1 0 0,0 0 1 0 0,-1-1 0 0 0,1 0 0 0 0,0 0-1 0 0,-1-1 1 0 0,-12-2 0 0 0,-4-1 14 0 0,1-2 0 0 0,0-1-1 0 0,0-1 1 0 0,-33-15 0 0 0,33 18-255 0 0,1-1-1963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6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179 200 1376 0 0,'-1'-5'385'0'0,"0"-1"-1"0"0,0 1 0 0 0,-1 0 0 0 0,1 0 1 0 0,-1 0-1 0 0,0 0 0 0 0,0 0 0 0 0,-1 0 1 0 0,0 0-1 0 0,1 1 0 0 0,-2-1 0 0 0,1 1 1 0 0,0 0-1 0 0,-1 0 0 0 0,-4-4 1 0 0,6 5 55 0 0,-1 1 1 0 0,0-1-1 0 0,0 1 0 0 0,0-1 1 0 0,0 1-1 0 0,0 0 1 0 0,0 0-1 0 0,-1 0 1 0 0,1 1-1 0 0,0-1 1 0 0,-1 1-1 0 0,1 0 1 0 0,-1 0-1 0 0,0 0 1 0 0,0 0-1 0 0,1 1 1 0 0,-1-1-1 0 0,0 1 1 0 0,0 0-1 0 0,1 0 1 0 0,-1 1-1 0 0,-4 0 1 0 0,7 1-175 0 0,0 1 0 0 0,0-1 0 0 0,1 1 0 0 0,-1-1 0 0 0,1 1 0 0 0,-1-1 0 0 0,1 1 0 0 0,0-1 0 0 0,0 1 0 0 0,1 3-1 0 0,-2 11-26 0 0,-1-3-177 0 0,-1 1 0 0 0,2-1 0 0 0,0 0 0 0 0,1 1-1 0 0,0-1 1 0 0,1 0 0 0 0,1 1 0 0 0,0-1 0 0 0,1 0-1 0 0,1 0 1 0 0,0 0 0 0 0,0-1 0 0 0,2 0 0 0 0,0 1-1 0 0,0-2 1 0 0,1 1 0 0 0,11 15 0 0 0,2 1-62 0 0,-16-21 0 0 0,1-1 0 0 0,0 1 0 0 0,0-1 0 0 0,1 0 0 0 0,0 0 0 0 0,1-1 0 0 0,6 6 0 0 0,-13-12-33 0 0,0 0 0 0 0,0 0 1 0 0,0 0-1 0 0,-2-10-2955 0 0,0 8 2401 0 0,1-2-1075 0 0,-48-142-1131 0 0,25 43 5104 0 0,24 100-2133 0 0,-1 0-1 0 0,1-1 1 0 0,-1 1-1 0 0,0 0 1 0 0,0-1 0 0 0,0 1-1 0 0,0 0 1 0 0,-1 0-1 0 0,1 0 1 0 0,-1 0-1 0 0,0 0 1 0 0,0 0-1 0 0,0 0 1 0 0,0 1-1 0 0,0-1 1 0 0,-1 1-1 0 0,1 0 1 0 0,-1-1-1 0 0,1 1 1 0 0,-1 0-1 0 0,0 1 1 0 0,0-1-1 0 0,0 0 1 0 0,0 1-1 0 0,0-1 1 0 0,0 1-1 0 0,-6-1 1 0 0,0-2 413 0 0,8 3-541 0 0,-1 1 0 0 0,1-1 0 0 0,0 0-1 0 0,0 1 1 0 0,0-1 0 0 0,0 1 0 0 0,-1-1-1 0 0,1 1 1 0 0,0 0 0 0 0,-1 0 0 0 0,1-1-1 0 0,0 1 1 0 0,-1 0 0 0 0,1 0 0 0 0,0 0-1 0 0,-1 0 1 0 0,1 1 0 0 0,0-1 0 0 0,0 0-1 0 0,-2 1 1 0 0,8-5-18 0 0,1 1 0 0 0,0 0 0 0 0,1 0-1 0 0,-1 1 1 0 0,1-1 0 0 0,-1 1 0 0 0,1 0-1 0 0,-1 1 1 0 0,1 0 0 0 0,10-1 0 0 0,7 2 56 0 0,41 4 1 0 0,-45-2-22 0 0,0 0-1 0 0,0-2 1 0 0,26-2 0 0 0,-39 1-23 0 0,-1 0-1 0 0,1 0 1 0 0,-1-1-1 0 0,0 0 1 0 0,1 0-1 0 0,-1-1 1 0 0,0 1-1 0 0,-1-2 1 0 0,1 1-1 0 0,0 0 1 0 0,-1-1 0 0 0,0 0-1 0 0,0 0 1 0 0,6-7-1 0 0,55-72-1512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8.9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37 5089 0 0,'-1'-1'57'0'0,"0"0"0"0"0,0-1 0 0 0,0 1-1 0 0,0 0 1 0 0,0 0 0 0 0,-1 0 0 0 0,1 0 0 0 0,0 0 0 0 0,-1 1 0 0 0,1-1-1 0 0,-1 0 1 0 0,1 0 0 0 0,-1 1 0 0 0,1-1 0 0 0,-1 1 0 0 0,1 0 0 0 0,-1-1-1 0 0,-2 1 1 0 0,-32 1 1796 0 0,17 1-1234 0 0,57-11 5314 0 0,14-2-3813 0 0,-20 12-1748 0 0,0 1 1 0 0,0 2-1 0 0,-1 1 0 0 0,56 17 1 0 0,-59-14-129 0 0,1-1 1 0 0,0-1 0 0 0,0-1-1 0 0,0-1 1 0 0,1-2 0 0 0,30-2-1 0 0,-45-1-696 0 0,-1 0-1 0 0,1-1 0 0 0,-1-1 0 0 0,1 0 1 0 0,-1-1-1 0 0,0-1 0 0 0,-1 0 0 0 0,1-1 0 0 0,-1 0 1 0 0,0-1-1 0 0,18-13 0 0 0,-22 12-875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19.3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1 6449 0 0,'-21'8'-212'0'0,"17"-7"1329"0"0,0 1 0 0 0,0-1 1 0 0,0 1-1 0 0,1 0 1 0 0,-1-1-1 0 0,0 2 0 0 0,-5 3 1 0 0,9-5-965 0 0,-1-1 0 0 0,1 1 0 0 0,-1 0 0 0 0,1 0 0 0 0,-1 0 0 0 0,1 0 0 0 0,0 0 0 0 0,-1 0 0 0 0,1 0 0 0 0,0 0 0 0 0,0 0 0 0 0,0 0 0 0 0,0 0 0 0 0,0 0 0 0 0,0 0 0 0 0,0 0 0 0 0,0 0 0 0 0,0 0 0 0 0,0 0 1 0 0,0 0-1 0 0,1 0 0 0 0,-1 0 0 0 0,0 0 0 0 0,1 0 0 0 0,-1 0 0 0 0,1 0 0 0 0,-1-1 0 0 0,1 1 0 0 0,-1 0 0 0 0,1 0 0 0 0,0 0 0 0 0,-1-1 0 0 0,1 1 0 0 0,0 0 0 0 0,0-1 0 0 0,-1 1 0 0 0,2 0 0 0 0,238 242 1301 0 0,-239-242-1450 0 0,0 1 0 0 0,0-1 1 0 0,0 1-1 0 0,0-1 0 0 0,0 1 1 0 0,0-1-1 0 0,-1 1 0 0 0,1 0 1 0 0,0-1-1 0 0,-1 1 0 0 0,1 0 0 0 0,-1 0 1 0 0,0-1-1 0 0,0 1 0 0 0,1 0 1 0 0,-1 0-1 0 0,0 0 0 0 0,-1-1 1 0 0,1 4-1 0 0,-1-1 20 0 0,0 0 0 0 0,0 0 1 0 0,-1 0-1 0 0,0 0 0 0 0,1 0 0 0 0,-1 0 1 0 0,-5 7-1 0 0,-2 0 58 0 0,0 1 0 0 0,0-2 0 0 0,-21 19 0 0 0,-2-4-13 0 0,-17 15-107 0 0,25-8-2870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0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326 1 6449 0 0,'-8'-1'9522'0'0,"8"12"-9426"0"0,2 18 837 0 0,-1 0 1 0 0,-4 44-1 0 0,1-63-756 0 0,0 0 0 0 0,0 1-1 0 0,-1-2 1 0 0,0 1 0 0 0,0 0 0 0 0,-1 0 0 0 0,-1-1-1 0 0,0 0 1 0 0,0 0 0 0 0,0 0 0 0 0,-9 9-1 0 0,0-2-168 0 0,-1-1 0 0 0,-1 0 0 0 0,-18 14 0 0 0,25-22-4 0 0,-1 0 0 0 0,1-1 0 0 0,-1-1 0 0 0,0 0 0 0 0,-1 0 0 0 0,1-1 0 0 0,-19 6 0 0 0,27-10-11 0 0,-1 1 0 0 0,0-1 0 0 0,1 0-1 0 0,-1 1 1 0 0,0-1 0 0 0,1 0-1 0 0,-1-1 1 0 0,0 1 0 0 0,1 0-1 0 0,-1-1 1 0 0,1 1 0 0 0,-1-1-1 0 0,1 0 1 0 0,-1 0 0 0 0,1 0-1 0 0,-1 0 1 0 0,1 0 0 0 0,0-1 0 0 0,-5-3-1 0 0,4 3-19 0 0,0-2 1 0 0,1 1-1 0 0,-1 0 0 0 0,1 0 0 0 0,0-1 0 0 0,-1 1 0 0 0,2-1 1 0 0,-1 0-1 0 0,0 0 0 0 0,1 0 0 0 0,-2-7 0 0 0,1 4-4 0 0,1 0 0 0 0,-1 0 0 0 0,2 0 0 0 0,-1-1-1 0 0,1 1 1 0 0,0 0 0 0 0,1 0 0 0 0,0 0 0 0 0,0 0-1 0 0,0 0 1 0 0,1 0 0 0 0,0 0 0 0 0,0 0 0 0 0,6-11-1 0 0,-2 10 82 0 0,0 0 0 0 0,0 0 0 0 0,0 0 0 0 0,1 1 0 0 0,0 0-1 0 0,0 0 1 0 0,1 1 0 0 0,0 0 0 0 0,0 0 0 0 0,0 1 0 0 0,1 0 0 0 0,11-5-1 0 0,-12 7-3 0 0,1 0-1 0 0,-1 1 0 0 0,0 0 1 0 0,1 1-1 0 0,-1 0 0 0 0,1 0 1 0 0,-1 1-1 0 0,1 0 1 0 0,-1 1-1 0 0,1-1 0 0 0,-1 2 1 0 0,1-1-1 0 0,-1 1 0 0 0,13 5 1 0 0,-10-4-17 0 0,1 2 0 0 0,-1-1 0 0 0,0 2 0 0 0,-1-1 0 0 0,1 1 0 0 0,-1 1 0 0 0,12 10 0 0 0,-18-13-18 0 0,0 0-1 0 0,0 1 1 0 0,0-1-1 0 0,0 1 1 0 0,-1 0 0 0 0,0 0-1 0 0,0 1 1 0 0,0-1 0 0 0,-1 1-1 0 0,1-1 1 0 0,-2 1 0 0 0,1 0-1 0 0,0 0 1 0 0,-1 0 0 0 0,0 0-1 0 0,0 8 1 0 0,-1 13 21 0 0,0 0 0 0 0,-2 0 1 0 0,-10 50-1 0 0,-29 78 302 0 0,32-124-186 0 0,4-14-117 0 0,-1-1 0 0 0,0 1 0 0 0,-1-1 1 0 0,-1-1-1 0 0,-1 1 0 0 0,0-2 0 0 0,-13 17 0 0 0,14-18-1071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0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69 6913 0 0,'0'-1'160'0'0,"0"0"-1"0"0,0 0 0 0 0,0 0 0 0 0,0 0 1 0 0,1 0-1 0 0,-1 0 0 0 0,0 0 0 0 0,0 0 1 0 0,-1 0-1 0 0,1 0 0 0 0,0 0 0 0 0,0 0 1 0 0,0 0-1 0 0,-1 0 0 0 0,1 0 0 0 0,0 1 0 0 0,-1-1 1 0 0,1 0-1 0 0,-1 0 0 0 0,1 0 0 0 0,-1 0 1 0 0,0 1-1 0 0,1-1 0 0 0,-1 0 0 0 0,1 1 1 0 0,-1-1-1 0 0,0 0 0 0 0,0 1 0 0 0,0-1 0 0 0,1 1 1 0 0,-1-1-1 0 0,0 1 0 0 0,0-1 0 0 0,0 1 1 0 0,0 0-1 0 0,0-1 0 0 0,0 1 0 0 0,0 0 1 0 0,0 0-1 0 0,1 0 0 0 0,-1 0 0 0 0,0 0 1 0 0,0 0-1 0 0,0 0 0 0 0,0 0 0 0 0,-2 0 0 0 0,0 1 111 0 0,1 0-1 0 0,-1 0 0 0 0,0 1 0 0 0,0-1 1 0 0,1 0-1 0 0,-1 1 0 0 0,1 0 0 0 0,-1 0 1 0 0,1 0-1 0 0,0 0 0 0 0,0 0 0 0 0,-1 0 0 0 0,2 0 1 0 0,-4 5-1 0 0,-6 14 9 0 0,0 1 0 0 0,2 0 0 0 0,0 1 0 0 0,2 0 0 0 0,0 0 0 0 0,2 1 0 0 0,1 0 0 0 0,0 0 0 0 0,2 0 1 0 0,1 0-1 0 0,2 27 0 0 0,-1-44-279 0 0,1-1 1 0 0,0 0 0 0 0,0 0-1 0 0,1 0 1 0 0,-1 0 0 0 0,2 0-1 0 0,-1-1 1 0 0,0 1-1 0 0,1 0 1 0 0,0-1 0 0 0,0 0-1 0 0,1 0 1 0 0,0 0 0 0 0,0 0-1 0 0,0 0 1 0 0,0-1 0 0 0,1 0-1 0 0,-1 0 1 0 0,1 0 0 0 0,0 0-1 0 0,0-1 1 0 0,1 0-1 0 0,-1 0 1 0 0,1 0 0 0 0,8 3-1 0 0,-7-4-17 0 0,1 0 0 0 0,-1 0 0 0 0,0 0 0 0 0,1-1 0 0 0,-1 0 0 0 0,1-1 0 0 0,-1 0 0 0 0,1 0 0 0 0,-1 0 0 0 0,0-1 0 0 0,1 0 0 0 0,-1 0 0 0 0,1-1 0 0 0,-1 0 0 0 0,0-1 0 0 0,0 1 0 0 0,0-1 0 0 0,0-1 0 0 0,-1 1 0 0 0,11-8 0 0 0,-8 3 87 0 0,0 1 0 0 0,0-2-1 0 0,-1 1 1 0 0,0-1 0 0 0,-1-1 0 0 0,0 1 0 0 0,0-1 0 0 0,-1-1 0 0 0,0 1 0 0 0,-1-1 0 0 0,0 0 0 0 0,-1 0 0 0 0,0 0 0 0 0,4-22 0 0 0,-7 24-22 0 0,1 0 0 0 0,-2-1 0 0 0,1 0 0 0 0,-1 1-1 0 0,-1-1 1 0 0,0 1 0 0 0,0-1 0 0 0,-1 1 0 0 0,0 0 0 0 0,0-1-1 0 0,-1 1 1 0 0,-1 0 0 0 0,1 1 0 0 0,-1-1 0 0 0,-1 0 0 0 0,0 1-1 0 0,0 0 1 0 0,-12-14 0 0 0,4 8-273 0 0,-1 0-1 0 0,0 2 1 0 0,-1-1-1 0 0,0 2 1 0 0,-1 0-1 0 0,0 1 1 0 0,-1 0 0 0 0,-34-13-1 0 0,30 15-7409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1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259 2 10594 0 0,'-2'-1'404'0'0,"0"1"0"0"0,0 0-1 0 0,1-1 1 0 0,-1 1 0 0 0,0 0-1 0 0,0 0 1 0 0,0 0 0 0 0,0 1-1 0 0,0-1 1 0 0,0 0 0 0 0,0 1-1 0 0,0-1 1 0 0,1 1 0 0 0,-1 0-1 0 0,0-1 1 0 0,-2 3 0 0 0,1-1-27 0 0,0 0 1 0 0,0 1-1 0 0,0-1 0 0 0,0 1 1 0 0,0 0-1 0 0,0 0 1 0 0,-3 5-1 0 0,-3 7-155 0 0,1-1-1 0 0,1 1 0 0 0,-6 17 0 0 0,5-13 183 0 0,-124 319 396 0 0,112-302-4062 0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1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41 12443 0 0,'-1'-1'357'0'0,"0"0"0"0"0,0-1 1 0 0,0 1-1 0 0,0 0 0 0 0,0-1 1 0 0,0 1-1 0 0,1-1 0 0 0,-1 1 0 0 0,0-1 1 0 0,1 1-1 0 0,-1-1 0 0 0,1 1 1 0 0,0-1-1 0 0,-1 0 0 0 0,1 1 1 0 0,0-3-1 0 0,0 3-170 0 0,0 0-1 0 0,0 1 1 0 0,0-1 0 0 0,0 1-1 0 0,0-1 1 0 0,0 0 0 0 0,0 1 0 0 0,1-1-1 0 0,-1 1 1 0 0,0-1 0 0 0,0 0 0 0 0,0 1-1 0 0,1-1 1 0 0,-1 1 0 0 0,0-1-1 0 0,1 1 1 0 0,-1-1 0 0 0,0 1 0 0 0,1-1-1 0 0,-1 1 1 0 0,1 0 0 0 0,0-1-1 0 0,9 2-576 0 0,0 5-677 0 0,-4-1 13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1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13363 0 0,'21'17'1786'0'0,"-20"-17"-1637"0"0,0 1 1 0 0,1-1-1 0 0,-1 1 0 0 0,0-1 0 0 0,0 1 1 0 0,0 0-1 0 0,0 0 0 0 0,0 0 0 0 0,0-1 1 0 0,0 1-1 0 0,0 0 0 0 0,0 0 1 0 0,0 0-1 0 0,0 1 0 0 0,0-1 0 0 0,-1 0 1 0 0,1 0-1 0 0,0 0 0 0 0,-1 0 0 0 0,1 1 1 0 0,-1-1-1 0 0,0 0 0 0 0,1 1 0 0 0,-1-1 1 0 0,0 0-1 0 0,0 1 0 0 0,0-1 0 0 0,1 0 1 0 0,-2 1-1 0 0,1-1 0 0 0,0 0 0 0 0,0 1 1 0 0,0-1-1 0 0,-1 0 0 0 0,1 1 1 0 0,0-1-1 0 0,-1 0 0 0 0,1 1 0 0 0,-1-1 1 0 0,0 0-1 0 0,1 0 0 0 0,-1 0 0 0 0,-2 2 1 0 0,-10 17 540 0 0,-6 10-1644 0 0,18-26-247 0 0,3 3-71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4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0 133 10138 0 0,'15'-6'6109'0'0,"7"-1"-3962"0"0,44-17-1290 0 0,2-8-257 0 0,51-24-5150 0 0,-99 48-1141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4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0 5065 0 0,'-1'1'181'0'0,"-1"0"0"0"0,1 0-1 0 0,-1 1 1 0 0,1-1 0 0 0,0 0-1 0 0,0 1 1 0 0,-1-1 0 0 0,1 0 0 0 0,0 1-1 0 0,0-1 1 0 0,0 1 0 0 0,0 0 0 0 0,1-1-1 0 0,-1 1 1 0 0,0 0 0 0 0,1 0-1 0 0,-1-1 1 0 0,1 1 0 0 0,-1 0 0 0 0,1 0-1 0 0,0 2 1 0 0,0 2 359 0 0,1-1-1 0 0,0 1 1 0 0,0-1-1 0 0,1 1 0 0 0,0-1 1 0 0,2 6-1 0 0,0-4-117 0 0,0 1 0 0 0,0 0 0 0 0,1-1 0 0 0,0 0 0 0 0,0 0 0 0 0,1-1 0 0 0,0 1 0 0 0,7 5 0 0 0,-8-8-205 0 0,0 0 1 0 0,0 1 0 0 0,-1-1-1 0 0,1 1 1 0 0,-1 0 0 0 0,0 0-1 0 0,-1 0 1 0 0,0 1 0 0 0,1-1-1 0 0,-2 1 1 0 0,1 0 0 0 0,-1 0-1 0 0,1 0 1 0 0,-2 0 0 0 0,1 0-1 0 0,1 10 1 0 0,-4-1-183 0 0,0-1 0 0 0,-1 0 1 0 0,0 1-1 0 0,-1-1 0 0 0,-1 0 0 0 0,0-1 1 0 0,-1 1-1 0 0,0-1 0 0 0,-14 25 0 0 0,-21 22-2310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5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155 113 4145 0 0,'-13'-2'911'0'0,"-9"-2"733"0"0,0-1 0 0 0,0-1 1 0 0,-38-15-1 0 0,59 20-1477 0 0,0 1 0 0 0,0-1 0 0 0,0 1 0 0 0,1 0-1 0 0,-1-1 1 0 0,0 1 0 0 0,0-1 0 0 0,0 0 0 0 0,1 1 0 0 0,-1-1 0 0 0,0 0-1 0 0,0 1 1 0 0,1-1 0 0 0,-1 0 0 0 0,1 0 0 0 0,-1 0 0 0 0,1 0 0 0 0,-1 1 0 0 0,1-1-1 0 0,-1 0 1 0 0,1 0 0 0 0,0 0 0 0 0,0 0 0 0 0,-1 0 0 0 0,1 0 0 0 0,0 0-1 0 0,0 0 1 0 0,0-1 0 0 0,1 0-10 0 0,-1 0 1 0 0,1 0-1 0 0,-1 0 0 0 0,1 0 1 0 0,0 1-1 0 0,0-1 0 0 0,0 0 1 0 0,0 1-1 0 0,0-1 0 0 0,1 1 1 0 0,-1-1-1 0 0,0 1 0 0 0,4-3 0 0 0,-2 1-95 0 0,0 1-1 0 0,0-1 1 0 0,1 1-1 0 0,0-1 1 0 0,-1 1-1 0 0,1 0 1 0 0,0 1-1 0 0,0-1 1 0 0,0 1-1 0 0,0-1 0 0 0,0 1 1 0 0,0 1-1 0 0,8-2 1 0 0,-9 2-56 0 0,-1 1 0 0 0,1 0 0 0 0,-1-1 0 0 0,1 1 0 0 0,-1 0 0 0 0,1 0 0 0 0,-1 0 0 0 0,0 1 0 0 0,1-1 0 0 0,-1 0 0 0 0,0 1 0 0 0,0-1 0 0 0,0 1 0 0 0,0 0 0 0 0,-1 0 0 0 0,1 0 0 0 0,1 2 0 0 0,0 1-15 0 0,0-1 0 0 0,0 1 1 0 0,-1 0-1 0 0,0 1 0 0 0,0-1 0 0 0,0 0 0 0 0,2 9 0 0 0,-2 1-65 0 0,0-1-1 0 0,-1 0 1 0 0,-1 1-1 0 0,0-1 1 0 0,-3 20-1 0 0,-1-13 2 0 0,-1 0 0 0 0,-14 34 0 0 0,13-38 118 0 0,0 1 1 0 0,1-1 0 0 0,1 1 0 0 0,-4 25 0 0 0,8-41-42 0 0,0 0 1 0 0,0 0-1 0 0,0 0 1 0 0,0-1-1 0 0,0 1 1 0 0,0 0 0 0 0,0 0-1 0 0,1-1 1 0 0,-1 1-1 0 0,1 0 1 0 0,-1-1-1 0 0,1 1 1 0 0,0 0-1 0 0,-1-1 1 0 0,3 4-1 0 0,-2-4-5 0 0,0-1 0 0 0,0 1-1 0 0,-1 0 1 0 0,1-1 0 0 0,0 1-1 0 0,0-1 1 0 0,0 1 0 0 0,0-1 0 0 0,0 1-1 0 0,0-1 1 0 0,0 0 0 0 0,0 1-1 0 0,0-1 1 0 0,0 0 0 0 0,1 0-1 0 0,-1 0 1 0 0,0 0 0 0 0,0 0-1 0 0,1 0 1 0 0,5-1-185 0 0,-1-1-1 0 0,1 0 1 0 0,-1 0-1 0 0,0 0 1 0 0,0-1-1 0 0,0 0 1 0 0,6-3-1 0 0,4-4-890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5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5 5985 0 0,'-2'-2'1084'0'0,"1"2"-723"0"0,0-1 1 0 0,0 1-1 0 0,0 0 0 0 0,0-1 0 0 0,0 1 1 0 0,0 0-1 0 0,1 0 0 0 0,-1 0 1 0 0,0 0-1 0 0,0 0 0 0 0,0 0 0 0 0,0 0 1 0 0,0 0-1 0 0,0 0 0 0 0,0 0 0 0 0,0 0 1 0 0,0 1-1 0 0,0-1 0 0 0,1 0 0 0 0,-4 2 1085 0 0,2-1-1085 0 0,0 0 692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5.9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21 141 6913 0 0,'2'-4'672'0'0,"-1"0"-1"0"0,1 0 0 0 0,0 0 0 0 0,1 0 0 0 0,-1 0 0 0 0,1 0 0 0 0,5-5 1 0 0,-6 6-376 0 0,85-97 2232 0 0,-120 112-3808 0 0,22-4 1041 0 0,0 1-1 0 0,0 0 1 0 0,0 1-1 0 0,-13 16 1 0 0,21-23 393 0 0,0 1 0 0 0,0 0-1 0 0,0 0 1 0 0,0 0 0 0 0,1 0 0 0 0,0 0 0 0 0,0 1 0 0 0,0-1 0 0 0,0 1 0 0 0,0-1 0 0 0,1 1-1 0 0,0 0 1 0 0,0 0 0 0 0,1-1 0 0 0,-1 1 0 0 0,1 9 0 0 0,1-12-76 0 0,-1 0 0 0 0,1 0 0 0 0,0 0 0 0 0,0 1 0 0 0,1-1 1 0 0,-1 0-1 0 0,0 0 0 0 0,1 0 0 0 0,-1-1 0 0 0,1 1 0 0 0,-1 0 0 0 0,1-1 0 0 0,0 1 0 0 0,0-1 1 0 0,3 3-1 0 0,39 20 429 0 0,-22-13-168 0 0,-19-9-334 0 0,0 0-1 0 0,0-1 0 0 0,0 1 0 0 0,0 0 0 0 0,0 0 0 0 0,0 0 1 0 0,-1 1-1 0 0,1-1 0 0 0,-1 1 0 0 0,0-1 0 0 0,0 1 1 0 0,0 0-1 0 0,0 0 0 0 0,0 0 0 0 0,0 0 0 0 0,-1 0 0 0 0,0 0 1 0 0,1 1-1 0 0,-1-1 0 0 0,0 0 0 0 0,-1 1 0 0 0,1-1 1 0 0,-1 1-1 0 0,1-1 0 0 0,-1 1 0 0 0,0-1 0 0 0,0 1 0 0 0,-1-1 1 0 0,1 0-1 0 0,-1 1 0 0 0,1-1 0 0 0,-1 1 0 0 0,0-1 1 0 0,-1 0-1 0 0,1 0 0 0 0,-4 7 0 0 0,-4 10-1475 0 0,-3 2-4329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6.4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52 127 3209 0 0,'-20'-43'1384'0'0,"1"0"3744"0"0,9 18-291 0 0,10 24-4741 0 0,-1 1 0 0 0,1 0 0 0 0,0 0 0 0 0,0-1-1 0 0,0 1 1 0 0,-1 0 0 0 0,1-1 0 0 0,0 1 0 0 0,0-1 0 0 0,0 1 0 0 0,0 0 0 0 0,0-1 0 0 0,0 1 0 0 0,0 0 0 0 0,0-1 0 0 0,0 1 0 0 0,0-1 0 0 0,0 1 0 0 0,0 0 0 0 0,0-1 0 0 0,0 1-1 0 0,0-1 1 0 0,0 1 0 0 0,0 0 0 0 0,0-1 0 0 0,0 1 0 0 0,1 0 0 0 0,-1-1 0 0 0,0 1 0 0 0,0 0 0 0 0,0-1 0 0 0,1 1 0 0 0,-1 0 0 0 0,0 0 0 0 0,0-1 0 0 0,1 1 0 0 0,-1 0 0 0 0,0 0 0 0 0,1-1-1 0 0,-1 1 1 0 0,0 0 0 0 0,1 0 0 0 0,-1 0 0 0 0,0-1 0 0 0,1 1 0 0 0,-1 0 0 0 0,0 0 0 0 0,1 0 0 0 0,-1 0 0 0 0,1 0 0 0 0,-1 0 0 0 0,0 0 0 0 0,1 0 0 0 0,-1 0 0 0 0,1 0 0 0 0,-1 0-1 0 0,0 0 1 0 0,1 0 0 0 0,-1 0 0 0 0,0 0 0 0 0,1 1 0 0 0,-1-1 0 0 0,0 0 0 0 0,1 0 0 0 0,1 1-24 0 0,0-1 0 0 0,0 1 1 0 0,0 0-1 0 0,0-1 0 0 0,-1 1 0 0 0,1 0 0 0 0,0 0 1 0 0,-1 0-1 0 0,1 0 0 0 0,-1 0 0 0 0,1 1 0 0 0,-1-1 0 0 0,3 2 1 0 0,3 12-29 0 0,-1 1 0 0 0,0-1 0 0 0,0 1 0 0 0,-2 0 0 0 0,0 1 0 0 0,-1-1 0 0 0,2 28 0 0 0,-3-23-48 0 0,1 0 0 0 0,1 0 0 0 0,12 38 0 0 0,-15-56 8 0 0,0-1 0 0 0,0 0 0 0 0,-1 0-1 0 0,1 1 1 0 0,0-1 0 0 0,1 0 0 0 0,-1 0 0 0 0,0 0 0 0 0,1 0 0 0 0,-1 0 0 0 0,1 0 0 0 0,-1-1 0 0 0,1 1 0 0 0,0-1 0 0 0,0 1 0 0 0,0-1 0 0 0,0 1 0 0 0,0-1 0 0 0,0 0 0 0 0,0 0-1 0 0,0 0 1 0 0,1 0 0 0 0,-1 0 0 0 0,0-1 0 0 0,0 1 0 0 0,1-1 0 0 0,-1 1 0 0 0,1-1 0 0 0,-1 0 0 0 0,0 0 0 0 0,1 0 0 0 0,4-1 0 0 0,-1 0-323 0 0,0-2 1 0 0,0 1-1 0 0,0 0 1 0 0,0-1-1 0 0,0 0 0 0 0,0-1 1 0 0,-1 1-1 0 0,0-1 1 0 0,0 0-1 0 0,0-1 1 0 0,5-4-1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6.6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 10594 0 0,'-2'4'472'0'0,"1"-2"96"0"0,1 1-455 0 0,0-2-113 0 0,0 1 0 0 0,0-1 0 0 0,0 1 96 0 0,0 0 0 0 0,0 2 0 0 0,0 2 0 0 0,-1 1-96 0 0,-2-2-144 0 0,0-1 32 0 0,-1 2 8 0 0,1-2 104 0 0,-1-1 0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7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1 142 6673 0 0,'4'-6'783'0'0,"0"0"0"0"0,0 1 0 0 0,0 0 0 0 0,1 0 0 0 0,-1 0-1 0 0,8-4 1 0 0,20-20 1776 0 0,26-21-703 0 0,-52 46-2800 0 0,-1 0 0 0 0,1 1 0 0 0,0 0 1 0 0,0 0-1 0 0,7-2 0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7.6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0 5529 0 0,'-2'6'9996'0'0,"5"6"-5651"0"0,10 20-4308 0 0,-4-10 986 0 0,-5-11-860 0 0,-1 0-45 0 0,1 1 0 0 0,0-1 0 0 0,1 0 1 0 0,9 14-1 0 0,-12-22-114 0 0,0 0 0 0 0,0 0 1 0 0,1 0-1 0 0,-1-1 0 0 0,1 1 0 0 0,0-1 1 0 0,0 1-1 0 0,0-1 0 0 0,0 0 0 0 0,0 0 1 0 0,0 0-1 0 0,1-1 0 0 0,-1 1 0 0 0,1-1 1 0 0,-1 0-1 0 0,1 0 0 0 0,-1 0 0 0 0,7 1 1 0 0,10-1 3 0 0,-13 0 3 0 0,0-1 1 0 0,-1 1-1 0 0,1 0 0 0 0,-1 0 0 0 0,0 1 0 0 0,1-1 0 0 0,5 4 0 0 0,-10-4-9 0 0,0 0 0 0 0,-1 0 0 0 0,1 0 0 0 0,-1 1 0 0 0,0-1 0 0 0,1 0 0 0 0,-1 1 0 0 0,0-1 0 0 0,0 1 0 0 0,0-1 0 0 0,0 1 0 0 0,0-1 0 0 0,0 1 0 0 0,-1 0 0 0 0,1 0 0 0 0,0-1 0 0 0,-1 1 0 0 0,1 0 0 0 0,-1 0 0 0 0,0 0 0 0 0,0-1 0 0 0,0 1 0 0 0,0 0 0 0 0,0 0 0 0 0,0 0 1 0 0,0 0-1 0 0,0-1 0 0 0,-1 1 0 0 0,1 0 0 0 0,-1 2 0 0 0,-3 8-352 0 0,-1 0 0 0 0,0 0 0 0 0,0 0 0 0 0,-1-1 0 0 0,0 0-1 0 0,-1 0 1 0 0,0-1 0 0 0,-1 0 0 0 0,0 0 0 0 0,-1-1 0 0 0,0 0 0 0 0,0 0 0 0 0,-1-1 0 0 0,-15 10 0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39:27.7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49 12443 0 0,'-7'-2'544'0'0,"4"1"128"0"0,-4-3 1392 0 0,7 1-991 0 0,0 0 7 0 0,3-2-1016 0 0,2-2-208 0 0,5-1-40 0 0,-3-7-8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34.1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1109 338 24575,'-37'-8'0,"12"1"0,13 5 0,0 1 0,-1 0 0,1 1 0,-1 0 0,1 1 0,0 0 0,-1 1 0,1 1 0,0 0 0,0 0 0,0 1 0,1 1 0,-1 0 0,-19 12 0,12-4 0,0 1 0,1 1 0,0 1 0,1 0 0,1 1 0,1 1 0,-14 21 0,-191 329 0,181-296 0,-49 97 0,-70 186 0,116-242 0,6 1 0,-40 218 0,57-183 0,5 2 0,11 252 0,18-198 0,59 289 0,-57-409 0,64 288 0,-58-290 0,3-2 0,54 113 0,163 233 0,-159-290 0,-76-123 0,-1-1 0,0-1 0,1-1 0,1 1 0,17 18 0,-23-27 0,0-1 0,0 1 0,1-1 0,-1 0 0,1 0 0,0 0 0,-1 0 0,1 0 0,0-1 0,0 0 0,0 0 0,0 0 0,0 0 0,0-1 0,1 1 0,-1-1 0,0 0 0,0 0 0,0-1 0,0 1 0,4-2 0,17-5 0,0 0 0,-1-2 0,0-1 0,-1-1 0,0 0 0,-1-2 0,40-30 0,-21 10 0,0-3 0,62-71 0,-34 22 0,-4-2 0,-3-4 0,-5-2 0,-4-2 0,78-194 0,-96 183 0,-4 0 0,-4-2 0,-6-1 0,9-117 0,-3-447 0,-55-1058 0,26 1695 0,-24-260 0,20 264 0,0-1 0,-2 1 0,-2 0 0,-1 1 0,-1 0 0,-30-53 0,30 67 0,-1-1 0,-1 2 0,0 0 0,-1 1 0,0 0 0,-2 1 0,0 1 0,0 0 0,-1 1 0,0 1 0,-29-12 0,23 13 0,-1 0 0,0 2 0,0 1 0,-1 1 0,0 1 0,0 1 0,0 1 0,-52 2 0,72 1 10,0 1 0,0 0 0,0 0 0,0 0 0,0 1-1,0 0 1,0 0 0,1 1 0,-1-1 0,1 1 0,-10 6 0,8-2-222,0-1 0,0 1 0,0 0 0,1 1 0,0 0 0,-7 11 0,-12 23-6614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0.89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3913 379 24575,'-16'-14'0,"-31"-25"0,-2 2 0,-2 2 0,-1 3 0,-1 2 0,-2 2 0,-98-36 0,76 40 0,-1 3 0,-1 3 0,-1 4 0,-124-6 0,81 17 0,1 6 0,-172 25 0,-225 82 0,315-49-202,4 9 1,-193 95-1,243-89 205,2 5 0,5 7 0,-139 112 0,244-170 23,1 1 0,2 2 0,1 1 0,2 2-1,-45 64 1,65-81 3,1 0 1,0 1-1,2 0 0,0 1 0,1 0 0,2 0 1,0 1-1,1 0 0,1 0 0,1 0 0,1 0 1,1 1-1,1-1 0,3 26 0,2-12-29,2-1 0,1-1 0,2 0 0,1 0 0,1 0 0,3-2 0,0 0 0,2 0 0,1-2 0,28 36 0,-17-29 0,3-2 0,0-1 0,2-2 0,2-1 0,1-2 0,1-1 0,52 28 0,-13-17 0,1-2 0,2-4 0,2-4 0,0-3 0,2-4 0,104 14 0,-7-13 0,349-3 0,-139-35 0,-1-16 0,-2-17 0,526-135 0,47-81 0,-844 227 0,-2-5 0,174-91 0,-238 105 0,-2-2 0,-1-2 0,-2-2 0,-1-2 0,-1-2 0,-3-2 0,62-77 0,-85 94 0,-1-2 0,-2 0 0,-1-1 0,0-1 0,-2 0 0,-1 0 0,-2-1 0,10-46 0,-15 49 0,-1 1 0,-1-1 0,-1 0 0,-1 1 0,-1-1 0,-2 1 0,0-1 0,-2 1 0,0 0 0,-15-40 0,8 35 0,-2 0-1,-1 0 0,0 1 0,-2 1 1,-2 1-1,0 0 0,-31-31 0,18 27 4,-1 0 0,-1 3 0,-1 0 0,-70-38 0,30 28-21,-2 3 0,-1 3 0,-1 4 1,-1 4-1,-104-17 0,48 18-27,-2 7 0,1 5 1,-2 7-1,1 5 0,0 7 0,1 5 1,0 7-1,1 6 0,2 5 0,-167 64 1,241-74 44,1 3 0,1 2 0,-59 38 0,109-60-106,6-4 38,0 0 0,0 0-1,0 0 1,1 0 0,-1 0-1,1 0 1,-1 1 0,1-1-1,-1 1 1,1-1 0,0 1-1,-1-1 1,1 1 0,0-1-1,0 1 1,-1 3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1.61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358 0 24575,'0'0'0,"0"0"0,0 0 0,-2 2 0,-5 12 0,-1-1 0,2 2 0,0-1 0,0 1 0,1-1 0,-4 28 0,-10 101 0,14-93 0,-36 352 0,-30 251 0,-41-7 0,92-567 0,9-41 0,1 1 0,3 0 0,-5 60 0,12-89-136,1-1-1,-1 1 1,2-1-1,-1 0 1,2 0-1,-1 1 1,1-1-1,0-1 0,5 10 1,3 1-6690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0:52.054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 24575,'0'0'0,"0"2"0,3 16 0,1 0 0,0-1 0,1 1 0,1-1 0,0 0 0,1-1 0,1 0 0,1 0 0,0 0 0,1-1 0,18 20 0,6 5 0,1-2 0,70 58 0,-87-81 0,0-1 0,1 0 0,0-2 0,27 14 0,-41-23 0,1-1 0,-1 0 0,0 0 0,1 0 0,0-1 0,-1 0 0,1 0 0,0 0 0,0-1 0,0 0 0,-1 0 0,1 0 0,0-1 0,0 0 0,0 0 0,-1 0 0,1-1 0,-1 1 0,1-1 0,-1-1 0,0 1 0,8-6 0,-1-1 0,0 0 0,-1-1 0,-1-1 0,0 1 0,13-18 0,38-66 0,-44 66 0,42-70-1365,-4 4-5461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8.5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29 105 5529 0 0,'-6'-17'308'0'0,"-12"-36"1615"0"0,13 18 5726 0 0,6 40-7061 0 0,0 0 1 0 0,1-1-1 0 0,-1 1 1 0 0,1-1 0 0 0,0 0-1 0 0,4 7 1 0 0,2 6-223 0 0,26 85 63 0 0,-3 1 1 0 0,18 124-1 0 0,-26-114 54 0 0,57 174 0 0 0,-71-262-1197 0 0,26 46 1 0 0,-32-64 539 0 0,1-1-1 0 0,0 1 1 0 0,0-1 0 0 0,1 0-1 0 0,0-1 1 0 0,0 1-1 0 0,0-1 1 0 0,1 0 0 0 0,0 0-1 0 0,-1-1 1 0 0,14 8-1 0 0,-9-10-2120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8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1 308 5529 0 0,'-1'-4'445'0'0,"1"1"-1"0"0,0-1 1 0 0,0 0 0 0 0,1 0-1 0 0,-1 0 1 0 0,1 0-1 0 0,-1 1 1 0 0,1-1 0 0 0,1 0-1 0 0,-1 1 1 0 0,0-1 0 0 0,1 0-1 0 0,2-3 1 0 0,28-43 2284 0 0,-10 20-1683 0 0,2 2-1 0 0,1 1 1 0 0,2 1-1 0 0,55-43 1 0 0,-78 65-1052 0 0,1 1 0 0 0,0 0 0 0 0,0 1 0 0 0,1-1 0 0 0,5-1 0 0 0,-10 3-130 0 0,1 1-1 0 0,-1-1 0 0 0,0 1 1 0 0,0 0-1 0 0,0 0 0 0 0,0-1 0 0 0,0 1 1 0 0,1 0-1 0 0,-1 0 0 0 0,0 0 1 0 0,0 0-1 0 0,0 1 0 0 0,1-1 0 0 0,-1 0 1 0 0,0 0-1 0 0,0 1 0 0 0,0-1 1 0 0,0 0-1 0 0,0 1 0 0 0,0 0 0 0 0,0-1 1 0 0,0 1-1 0 0,0-1 0 0 0,0 1 1 0 0,0 0-1 0 0,0 0 0 0 0,0 0 0 0 0,0-1 1 0 0,0 1-1 0 0,-1 0 0 0 0,2 2 1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8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1 284 10594 0 0,'18'-21'882'0'0,"0"-1"0"0"0,-1-1 0 0 0,20-38 0 0 0,-9 15 266 0 0,-9 12-1090 0 0,9-14-288 0 0,-5 24-3251 0 0,-15 20 1527 0 0,-1 4-19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9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2 259 10138 0 0,'0'2'86'0'0,"-1"0"0"0"0,1 1 0 0 0,0-1-1 0 0,-1 0 1 0 0,1 0 0 0 0,1 1 0 0 0,-1-1 0 0 0,0 0-1 0 0,0 1 1 0 0,1-1 0 0 0,0 0 0 0 0,-1 0 0 0 0,1 0 0 0 0,0 1-1 0 0,0-1 1 0 0,0 0 0 0 0,0 0 0 0 0,2 3 0 0 0,-2-4-11 0 0,1 0 1 0 0,-1-1-1 0 0,0 1 1 0 0,0 0 0 0 0,1 0-1 0 0,-1-1 1 0 0,0 1 0 0 0,1 0-1 0 0,-1-1 1 0 0,1 1 0 0 0,-1-1-1 0 0,1 0 1 0 0,-1 0-1 0 0,1 1 1 0 0,-1-1 0 0 0,1 0-1 0 0,-1 0 1 0 0,1 0 0 0 0,-1 0-1 0 0,1-1 1 0 0,-1 1 0 0 0,1 0-1 0 0,-1-1 1 0 0,0 1-1 0 0,1-1 1 0 0,-1 1 0 0 0,1-1-1 0 0,-1 0 1 0 0,3-1 0 0 0,3-2 228 0 0,-1-1-1 0 0,1 1 1 0 0,-1-1 0 0 0,1-1 0 0 0,-2 1 0 0 0,1-1 0 0 0,0 0 0 0 0,4-8 0 0 0,36-59-448 0 0,-34 51-1328 0 0,24-31 1 0 0,-18 33 1194 0 0,-11 11 307 0 0,0 1-1 0 0,0-1 1 0 0,0 0 0 0 0,9-20 0 0 0,-9 10-137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9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14283 0 0,'35'14'4597'0'0,"136"68"-1072"0"0,-27-10-5327 0 0,-129-66 531 0 0,-1-1-297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9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 1 9674 0 0,'-3'0'306'0'0,"1"0"-1"0"0,0 1 1 0 0,0 0 0 0 0,0-1-1 0 0,0 1 1 0 0,0 0 0 0 0,0 0-1 0 0,0 0 1 0 0,1 0 0 0 0,-1 0-1 0 0,0 0 1 0 0,0 1 0 0 0,1-1-1 0 0,-1 1 1 0 0,1-1-1 0 0,-1 1 1 0 0,1-1 0 0 0,0 1-1 0 0,0 0 1 0 0,-1 0 0 0 0,0 2-1 0 0,-21 49 1674 0 0,18-39-1299 0 0,-23 64 74 0 0,3 2 0 0 0,-23 132 0 0 0,40-149-1377 0 0,9-21-4891 0 0,3-14-1018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29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49 6913 0 0,'0'-7'-174'0'0,"9"-34"14292"0"0,2 62-12906 0 0,50 141-410 0 0,28 61-724 0 0,-47-144 98 0 0,-2-3-996 0 0,-16-25-5235 0 0,-16-33-929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0.0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5 157 5985 0 0,'-1'-3'360'0'0,"0"-1"0"0"0,0 0 0 0 0,0 0-1 0 0,1 0 1 0 0,-1 0 0 0 0,1 0 0 0 0,0 0-1 0 0,0 0 1 0 0,1 0 0 0 0,-1 0 0 0 0,1 0 0 0 0,0 0-1 0 0,2-6 1 0 0,0 1 295 0 0,0-1 1 0 0,0 1-1 0 0,1 1 1 0 0,8-14-1 0 0,-9 19-495 0 0,-1 0 0 0 0,1 0-1 0 0,-1 0 1 0 0,1 0 0 0 0,0 1 0 0 0,0-1-1 0 0,0 1 1 0 0,0 0 0 0 0,0 0 0 0 0,1 0-1 0 0,-1 1 1 0 0,1-1 0 0 0,-1 1-1 0 0,1-1 1 0 0,-1 1 0 0 0,1 0 0 0 0,0 1-1 0 0,0-1 1 0 0,-1 1 0 0 0,1-1 0 0 0,0 1-1 0 0,0 0 1 0 0,0 1 0 0 0,-1-1 0 0 0,1 1-1 0 0,0-1 1 0 0,0 1 0 0 0,-1 0 0 0 0,5 2-1 0 0,-3-1-81 0 0,-1 0-1 0 0,1 0 0 0 0,0 0 0 0 0,-1 0 0 0 0,1 1 0 0 0,-1 0 0 0 0,0 0 1 0 0,0 0-1 0 0,0 0 0 0 0,0 1 0 0 0,-1-1 0 0 0,1 1 0 0 0,-1 0 0 0 0,0 0 0 0 0,0 0 1 0 0,0 1-1 0 0,-1-1 0 0 0,0 1 0 0 0,1 0 0 0 0,-2-1 0 0 0,3 8 0 0 0,-2 4-72 0 0,0 0 0 0 0,-1 1 0 0 0,-1-1-1 0 0,-1 0 1 0 0,0 0 0 0 0,-1 0-1 0 0,-1 1 1 0 0,0-2 0 0 0,-10 28 0 0 0,-5 4-1424 0 0,-43 80 1 0 0,50-106-5099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0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0 344 5065 0 0,'4'0'328'0'0,"0"-1"1"0"0,0 1-1 0 0,0-1 0 0 0,0 0 1 0 0,0-1-1 0 0,0 1 0 0 0,-1-1 0 0 0,1 1 1 0 0,0-1-1 0 0,-1 0 0 0 0,1 0 1 0 0,-1-1-1 0 0,0 1 0 0 0,0-1 1 0 0,0 0-1 0 0,0 0 0 0 0,0 0 0 0 0,-1 0 1 0 0,4-4-1 0 0,-2 0-101 0 0,1 1 0 0 0,-1-1 0 0 0,-1 0 0 0 0,1 0 1 0 0,-1-1-1 0 0,-1 1 0 0 0,1 0 0 0 0,2-16 0 0 0,-4 10-68 0 0,0 0 0 0 0,-1 1 0 0 0,0-1-1 0 0,-1 0 1 0 0,-1 1 0 0 0,0-1 0 0 0,0 1 0 0 0,-2-1 0 0 0,1 1 0 0 0,-2 0-1 0 0,1 0 1 0 0,-2 1 0 0 0,1-1 0 0 0,-2 1 0 0 0,-11-16 0 0 0,17 26-157 0 0,1 0 0 0 0,0 0-1 0 0,-1 1 1 0 0,1-1 0 0 0,-1 1 0 0 0,1-1 0 0 0,-1 0 0 0 0,1 1 0 0 0,-1-1 0 0 0,0 1 0 0 0,1-1 0 0 0,-1 1-1 0 0,0-1 1 0 0,1 1 0 0 0,-1 0 0 0 0,0-1 0 0 0,1 1 0 0 0,-1 0 0 0 0,0 0 0 0 0,0-1 0 0 0,1 1-1 0 0,-1 0 1 0 0,0 0 0 0 0,0 0 0 0 0,0 0 0 0 0,1 0 0 0 0,-1 0 0 0 0,0 0 0 0 0,-1 0 0 0 0,1 1 7 0 0,0 0 1 0 0,0 0 0 0 0,0 0 0 0 0,0 0-1 0 0,1 0 1 0 0,-1 0 0 0 0,0 0 0 0 0,1 0 0 0 0,-1 1-1 0 0,0-1 1 0 0,1 0 0 0 0,-1 0 0 0 0,1 1-1 0 0,0-1 1 0 0,-1 2 0 0 0,0 6 49 0 0,-1-1 0 0 0,2 0 0 0 0,-1 1 0 0 0,2 11 0 0 0,1-9 72 0 0,0 0-1 0 0,1 0 1 0 0,1 0-1 0 0,0-1 1 0 0,0 1 0 0 0,1-1-1 0 0,0 0 1 0 0,1 0-1 0 0,0-1 1 0 0,1 0 0 0 0,0 0-1 0 0,0 0 1 0 0,1-1 0 0 0,8 8-1 0 0,-9-10-135 0 0,0-1 0 0 0,0 0-1 0 0,1 0 1 0 0,-1 0 0 0 0,1-1-1 0 0,0 0 1 0 0,0 0 0 0 0,0-1-1 0 0,1 0 1 0 0,10 2 0 0 0,-13-4-405 0 0,0-1 0 0 0,0 1 0 0 0,1-1 1 0 0,-1 0-1 0 0,0 0 0 0 0,1-1 1 0 0,-1 0-1 0 0,0 0 0 0 0,8-3 0 0 0,1-1-1179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0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1 286 4609 0 0,'2'-2'547'0'0,"-1"1"1"0"0,1 0-1 0 0,0-1 0 0 0,0 1 1 0 0,0 0-1 0 0,0 0 0 0 0,0 0 1 0 0,0 0-1 0 0,0 0 0 0 0,1 1 0 0 0,-1-1 1 0 0,0 0-1 0 0,0 1 0 0 0,4 0 1 0 0,-1-1 130 0 0,0 1 0 0 0,1 1 1 0 0,-1-1-1 0 0,1 1 0 0 0,9 2 0 0 0,-4 1-83 0 0,-1-1 0 0 0,1 2-1 0 0,-1-1 1 0 0,0 2 0 0 0,12 7-1 0 0,4 9 317 0 0,-18-16 377 0 0,-19-30-738 0 0,2 7-594 0 0,1-1 1 0 0,1 0-1 0 0,0-1 1 0 0,2 0-1 0 0,0 0 0 0 0,1 0 1 0 0,1 0-1 0 0,0-1 1 0 0,2 0-1 0 0,0 1 0 0 0,2-1 1 0 0,4-36-1 0 0,1 24-613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0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1 456 0 0,'14'29'1008'0'0,"17"12"6976"0"0,-8-12-6070 0 0,-1 3 932 0 0,28 57 0 0 0,-14-1-2747 0 0,-34-83-864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1.0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43 14283 0 0,'-5'-11'632'0'0,"2"4"136"0"0,0 1-616 0 0,2 2-152 0 0,1 2 0 0 0,0-1 0 0 0,1 1-384 0 0,1 0-112 0 0,-1-2-16 0 0,2 2-8 0 0,2 4-456 0 0,2 4-88 0 0,1 5-25 0 0,-2 3 1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1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0 193 3225 0 0,'1'-2'307'0'0,"0"0"0"0"0,0 0 1 0 0,0 1-1 0 0,0-1 0 0 0,0 1 1 0 0,0-1-1 0 0,0 1 1 0 0,0-1-1 0 0,1 1 0 0 0,-1 0 1 0 0,0-1-1 0 0,1 1 0 0 0,-1 0 1 0 0,1 0-1 0 0,0 0 0 0 0,-1 0 1 0 0,1 0-1 0 0,0 1 0 0 0,0-1 1 0 0,-1 0-1 0 0,1 1 1 0 0,0-1-1 0 0,0 1 0 0 0,0 0 1 0 0,0 0-1 0 0,0 0 0 0 0,0 0 1 0 0,-1 0-1 0 0,1 0 0 0 0,0 0 1 0 0,0 0-1 0 0,0 1 0 0 0,0-1 1 0 0,0 1-1 0 0,-1-1 0 0 0,1 1 1 0 0,0 0-1 0 0,0 0 1 0 0,1 1-1 0 0,3 1 71 0 0,-1 0-1 0 0,0 1 1 0 0,1 0 0 0 0,-1 0-1 0 0,-1 0 1 0 0,1 1 0 0 0,-1 0-1 0 0,1-1 1 0 0,-1 1 0 0 0,4 8 0 0 0,8 20 47 0 0,-1 1 1 0 0,-1 1 0 0 0,12 52 0 0 0,-29-103-340 0 0,0-1 0 0 0,1 1 1 0 0,1-1-1 0 0,1 0 1 0 0,0 1-1 0 0,3-20 0 0 0,0 12-97 0 0,1 1 0 0 0,1 0-1 0 0,1-1 1 0 0,9-24 0 0 0,-10 38-31 0 0,0 0-1 0 0,0 0 1 0 0,1 0 0 0 0,1 0 0 0 0,9-10 0 0 0,-14 17 42 0 0,0 0 0 0 0,0 1-1 0 0,1-1 1 0 0,-1 1 0 0 0,1 0 0 0 0,-1-1 0 0 0,1 1 0 0 0,0 1 0 0 0,0-1-1 0 0,0 0 1 0 0,0 1 0 0 0,0-1 0 0 0,0 1 0 0 0,0 0 0 0 0,0 0 0 0 0,1 0-1 0 0,-1 1 1 0 0,0-1 0 0 0,1 1 0 0 0,-1-1 0 0 0,0 1 0 0 0,5 1 0 0 0,-4 0 23 0 0,0 1 0 0 0,0 0 0 0 0,0 0 0 0 0,0 0 1 0 0,0 0-1 0 0,0 1 0 0 0,0-1 0 0 0,-1 1 1 0 0,1 0-1 0 0,-1 0 0 0 0,0 0 0 0 0,5 8 0 0 0,33 49 311 0 0,-33-46-265 0 0,64 118-90 0 0,-68-124 32 0 0,-7-16 64 0 0,0-1 0 0 0,0 1 0 0 0,1-1 0 0 0,1 1 0 0 0,-1-1-1 0 0,1 0 1 0 0,1 0 0 0 0,0 0 0 0 0,0 0 0 0 0,1 0 0 0 0,0 1 0 0 0,2-11-1 0 0,0 5-63 0 0,0 1 1 0 0,1-1-1 0 0,1 1 0 0 0,0 0 0 0 0,0 0 0 0 0,1 0 0 0 0,9-13 0 0 0,-12 22-4 0 0,0 0 0 0 0,0 1 0 0 0,0-1 0 0 0,0 1 0 0 0,0-1 0 0 0,1 1 0 0 0,-1 0 0 0 0,1 0 1 0 0,0 0-1 0 0,0 1 0 0 0,7-4 0 0 0,-9 5-9 0 0,0 1 1 0 0,1-1 0 0 0,-1 1 0 0 0,1-1-1 0 0,-1 1 1 0 0,0 0 0 0 0,1 0 0 0 0,-1 0-1 0 0,1 0 1 0 0,-1 0 0 0 0,0 1 0 0 0,1-1-1 0 0,-1 1 1 0 0,0-1 0 0 0,1 1 0 0 0,-1 0-1 0 0,0 0 1 0 0,0 0 0 0 0,0 0 0 0 0,0 0-1 0 0,0 1 1 0 0,0-1 0 0 0,0 1 0 0 0,3 2-1 0 0,40 40-78 0 0,-8-7-1215 0 0,-11-15-4386 0 0,-7-8-1379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2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1285 10594 0 0,'0'0'107'0'0,"0"1"-1"0"0,0-1 1 0 0,0 1-1 0 0,0-1 1 0 0,0 1-1 0 0,0-1 0 0 0,0 1 1 0 0,0 0-1 0 0,0-1 1 0 0,0 1-1 0 0,0-1 1 0 0,0 1-1 0 0,0-1 1 0 0,0 1-1 0 0,0-1 1 0 0,1 1-1 0 0,-1-1 0 0 0,0 1 1 0 0,0-1-1 0 0,1 1 1 0 0,-1-1-1 0 0,0 1 1 0 0,1-1-1 0 0,-1 1 1 0 0,0-1-1 0 0,1 0 1 0 0,-1 1-1 0 0,1-1 0 0 0,-1 0 1 0 0,1 1-1 0 0,-1-1 1 0 0,0 0-1 0 0,1 1 1 0 0,-1-1-1 0 0,1 0 1 0 0,0 0-1 0 0,-1 0 1 0 0,1 0-1 0 0,-1 1 0 0 0,1-1 1 0 0,-1 0-1 0 0,1 0 1 0 0,-1 0-1 0 0,1 0 1 0 0,-1 0-1 0 0,1 0 1 0 0,0 0-1 0 0,-1 0 1 0 0,1-1-1 0 0,-1 1 0 0 0,1 0 1 0 0,-1 0-1 0 0,1 0 1 0 0,-1-1-1 0 0,1 1 1 0 0,2-2 155 0 0,0 1 1 0 0,-1 0-1 0 0,0-1 1 0 0,1 0 0 0 0,-1 1-1 0 0,0-1 1 0 0,0 0-1 0 0,0 0 1 0 0,2-3-1 0 0,4-8-44 0 0,0 0-1 0 0,-2-1 1 0 0,1 0 0 0 0,-2-1-1 0 0,0 1 1 0 0,-1-1-1 0 0,0 0 1 0 0,-1 0-1 0 0,-1 0 1 0 0,0 0-1 0 0,-1-1 1 0 0,-1-16-1 0 0,-1 14-197 0 0,0 0-1 0 0,-2 0 0 0 0,0 1 0 0 0,-1-1 0 0 0,-1 1 1 0 0,0 0-1 0 0,-2 0 0 0 0,0 0 0 0 0,0 1 1 0 0,-12-17-1 0 0,18 31-22 0 0,0 0 0 0 0,0 1 0 0 0,0-1 0 0 0,-1 0 0 0 0,1 0 0 0 0,-1 1 0 0 0,1-1 0 0 0,-1 1 0 0 0,0-1 0 0 0,1 1 0 0 0,-1 0 0 0 0,0-1 0 0 0,0 1 0 0 0,0 0 0 0 0,0 0 0 0 0,0 1 0 0 0,0-1 0 0 0,0 0-1 0 0,0 1 1 0 0,-3-1 0 0 0,3 1-11 0 0,1 0 0 0 0,-1 1 0 0 0,1-1 0 0 0,0 1 0 0 0,-1-1 0 0 0,1 1 0 0 0,0-1 0 0 0,0 1 0 0 0,-1 0 0 0 0,1 0 0 0 0,0 0 0 0 0,0 0 0 0 0,0 0 0 0 0,0 0-1 0 0,0 0 1 0 0,0 0 0 0 0,0 0 0 0 0,0 0 0 0 0,0 0 0 0 0,1 1 0 0 0,-1-1 0 0 0,0 0 0 0 0,1 1 0 0 0,-1-1 0 0 0,1 0 0 0 0,0 1 0 0 0,-1-1 0 0 0,1 1-1 0 0,0-1 1 0 0,0 0 0 0 0,0 3 0 0 0,-1 6-52 0 0,0 0-1 0 0,1-1 1 0 0,0 1 0 0 0,1 0-1 0 0,0-1 1 0 0,0 1-1 0 0,1-1 1 0 0,0 1-1 0 0,1-1 1 0 0,0 0 0 0 0,1 0-1 0 0,0 0 1 0 0,0 0-1 0 0,1-1 1 0 0,0 1-1 0 0,0-1 1 0 0,1 0 0 0 0,6 7-1 0 0,-7-10 83 0 0,-1 0-1 0 0,1 0 0 0 0,0-1 1 0 0,1 1-1 0 0,-1-1 0 0 0,1 0 1 0 0,0-1-1 0 0,0 1 1 0 0,0-1-1 0 0,0 0 0 0 0,0-1 1 0 0,1 0-1 0 0,-1 0 1 0 0,1 0-1 0 0,0-1 0 0 0,0 1 1 0 0,-1-2-1 0 0,1 1 0 0 0,0-1 1 0 0,0 0-1 0 0,0 0 1 0 0,0-1-1 0 0,-1 0 0 0 0,1 0 1 0 0,0-1-1 0 0,7-2 0 0 0,-8 1 7 0 0,-1 0 0 0 0,1 0-1 0 0,-1 0 1 0 0,0 0 0 0 0,0-1-1 0 0,0 0 1 0 0,-1 0-1 0 0,0 0 1 0 0,1-1 0 0 0,-2 0-1 0 0,1 1 1 0 0,0-1-1 0 0,-1-1 1 0 0,0 1 0 0 0,0 0-1 0 0,0-1 1 0 0,-1 0 0 0 0,2-7-1 0 0,5-14 200 0 0,-2-1-1 0 0,6-49 0 0 0,-4 21-99 0 0,-9 53-119 0 0,2-4 78 0 0,-1-1-1 0 0,1 1 1 0 0,0 0 0 0 0,6-12 0 0 0,-7 18-73 0 0,-1 0 0 0 0,1 0 1 0 0,-1 1-1 0 0,0-1 1 0 0,1 0-1 0 0,0 0 1 0 0,-1 1-1 0 0,1-1 1 0 0,-1 1-1 0 0,1-1 1 0 0,0 0-1 0 0,-1 1 1 0 0,1-1-1 0 0,0 1 0 0 0,0-1 1 0 0,-1 1-1 0 0,1 0 1 0 0,0-1-1 0 0,0 1 1 0 0,0 0-1 0 0,0 0 1 0 0,-1-1-1 0 0,1 1 1 0 0,0 0-1 0 0,0 0 1 0 0,0 0-1 0 0,0 0 1 0 0,0 0-1 0 0,-1 0 0 0 0,1 0 1 0 0,0 1-1 0 0,0-1 1 0 0,0 0-1 0 0,0 0 1 0 0,0 1-1 0 0,-1-1 1 0 0,1 0-1 0 0,0 1 1 0 0,0-1-1 0 0,-1 1 1 0 0,1-1-1 0 0,0 1 1 0 0,-1-1-1 0 0,1 1 0 0 0,0 0 1 0 0,-1-1-1 0 0,1 1 1 0 0,-1 0-1 0 0,1-1 1 0 0,0 2-1 0 0,9 10 36 0 0,0 0 0 0 0,0 1 0 0 0,14 27-1 0 0,-17-27-42 0 0,1-1 0 0 0,0 1 0 0 0,0-2 0 0 0,2 1 0 0 0,12 12 0 0 0,9 0 0 0 0,-30-23 0 0 0,0 0 0 0 0,1 0 0 0 0,-1-1 0 0 0,1 1 0 0 0,-1 0 0 0 0,1 0 0 0 0,0-1 0 0 0,-1 1 0 0 0,1-1 0 0 0,0 0 0 0 0,-1 1 0 0 0,1-1 0 0 0,0 0 0 0 0,-1 0 0 0 0,1 0 0 0 0,0 0 0 0 0,-1 0 0 0 0,1 0 0 0 0,3-1 0 0 0,-4 0-6 0 0,0 0 0 0 0,0 0 0 0 0,-1 0-1 0 0,1 0 1 0 0,0 0 0 0 0,0 0 0 0 0,-1 0 0 0 0,1 0 0 0 0,-1 0 0 0 0,1 0 0 0 0,-1-1-1 0 0,1 1 1 0 0,-1 0 0 0 0,0 0 0 0 0,1-1 0 0 0,-1 1 0 0 0,0-2 0 0 0,2-27-157 0 0,-2 21 140 0 0,3-84 23 0 0,-3 53 0 0 0,2 0 0 0 0,2 0 0 0 0,11-51 0 0 0,-15 89 8 0 0,1-1 1 0 0,-1 1-1 0 0,1 0 1 0 0,0-1-1 0 0,0 1 1 0 0,0 0-1 0 0,0-1 1 0 0,0 1-1 0 0,0 0 0 0 0,1 0 1 0 0,-1 0-1 0 0,1 0 1 0 0,0 0-1 0 0,-1 0 1 0 0,1 1-1 0 0,0-1 1 0 0,0 0-1 0 0,4-2 1 0 0,-4 4-2 0 0,0 0 0 0 0,0-1 0 0 0,0 1 0 0 0,0 0 1 0 0,0 0-1 0 0,0 0 0 0 0,0 0 0 0 0,0 0 1 0 0,0 1-1 0 0,-1-1 0 0 0,1 0 0 0 0,0 1 1 0 0,0 0-1 0 0,0-1 0 0 0,0 1 0 0 0,-1 0 0 0 0,1 0 1 0 0,0 0-1 0 0,-1 0 0 0 0,1 0 0 0 0,-1 0 1 0 0,1 1-1 0 0,-1-1 0 0 0,3 3 0 0 0,11 11-33 0 0,-4-4-36 0 0,0-1 0 0 0,1 0-1 0 0,0-1 1 0 0,22 14 0 0 0,-29-21-201 0 0,0 0 0 0 0,-1 0 0 0 0,1 0 0 0 0,0-1 0 0 0,0 0-1 0 0,0 0 1 0 0,0 0 0 0 0,0 0 0 0 0,0-1 0 0 0,0 0 0 0 0,1 0 0 0 0,-1-1 0 0 0,0 1 0 0 0,0-1 0 0 0,0 0 0 0 0,0 0 0 0 0,0-1 0 0 0,6-2-1 0 0,-5 2-261 0 0,-1-1-1 0 0,1 1 0 0 0,-1-1 1 0 0,1 0-1 0 0,-1-1 0 0 0,0 1 1 0 0,0-1-1 0 0,-1 0 0 0 0,1 0 1 0 0,-1-1-1 0 0,0 1 0 0 0,0-1 1 0 0,0 0-1 0 0,0 0 0 0 0,-1-1 0 0 0,0 1 1 0 0,0-1-1 0 0,-1 1 0 0 0,0-1 1 0 0,3-7-1 0 0,-3 3 140 0 0,-1 0 0 0 0,0 1 0 0 0,0-1 0 0 0,-1 0 1 0 0,0 0-1 0 0,0 0 0 0 0,-1 0 0 0 0,-1 0 0 0 0,1 1 0 0 0,-2-1 0 0 0,-6-18 0 0 0,-59-168 1330 0 0,49 132 3000 0 0,-12-71 0 0 0,28 122-3840 0 0,0 0 4414 0 0,8 30 1674 0 0,0 1-5909 0 0,2-1 0 0 0,1 0 0 0 0,0-1 0 0 0,1 0 0 0 0,18 26 0 0 0,65 69 39 0 0,-26-34-84 0 0,-31-33-162 0 0,177 229-391 0 0,-209-268 251 0 0,2 2-421 0 0,0 1 1 0 0,1-1-1 0 0,-1 0 0 0 0,2-1 1 0 0,-1 1-1 0 0,1-1 0 0 0,0 0 0 0 0,15 9 1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2.9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22 386 7834 0 0,'-4'2'-138'0'0,"-13"15"3744"0"0,27-17-1205 0 0,3-4-1506 0 0,-1 0 1 0 0,1-1-1 0 0,-1 0 0 0 0,0-1 0 0 0,0 0 1 0 0,15-12-1 0 0,66-53 1302 0 0,-71 53-1736 0 0,66-56 212 0 0,-32 25-233 0 0,2 3 0 0 0,75-46 0 0 0,-120 85-1903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33.8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23 5529 0 0,'-2'-6'1105'0'0,"-6"-10"3727"0"0,7 16-4740 0 0,1 0 0 0 0,-1-1 1 0 0,0 1-1 0 0,1 0 1 0 0,-1 0-1 0 0,0 0 0 0 0,1 0 1 0 0,-1 1-1 0 0,0-1 1 0 0,1 0-1 0 0,-1 0 0 0 0,0 0 1 0 0,1 0-1 0 0,-1 1 1 0 0,0-1-1 0 0,1 0 0 0 0,-1 1 1 0 0,1-1-1 0 0,-1 1 1 0 0,0-1-1 0 0,1 0 0 0 0,-1 1 1 0 0,1-1-1 0 0,-1 1 1 0 0,1-1-1 0 0,0 1 0 0 0,-1 0 1 0 0,1-1-1 0 0,-1 2 1 0 0,-9 9 205 0 0,0 1 0 0 0,1 0 0 0 0,1 0 0 0 0,0 1-1 0 0,1 0 1 0 0,0 1 0 0 0,1 0 0 0 0,0 0 0 0 0,1 0 0 0 0,1 0 0 0 0,-4 22 0 0 0,8-33-272 0 0,0-1 0 0 0,0 1 1 0 0,0 0-1 0 0,0-1 0 0 0,0 1 0 0 0,1 0 0 0 0,-1-1 0 0 0,1 1 0 0 0,0-1 1 0 0,-1 1-1 0 0,1-1 0 0 0,1 1 0 0 0,-1-1 0 0 0,0 0 0 0 0,0 1 0 0 0,1-1 1 0 0,-1 0-1 0 0,1 0 0 0 0,0 0 0 0 0,0 0 0 0 0,0 0 0 0 0,0-1 0 0 0,0 1 1 0 0,0 0-1 0 0,0-1 0 0 0,0 0 0 0 0,1 1 0 0 0,-1-1 0 0 0,1 0 1 0 0,-1 0-1 0 0,1 0 0 0 0,-1-1 0 0 0,1 1 0 0 0,-1 0 0 0 0,5-1 0 0 0,10 3 151 0 0,0-1 0 0 0,0-1 0 0 0,0-1-1 0 0,21-2 1 0 0,-28 2-163 0 0,31-4 21 0 0,-27 2-5 0 0,0 1 0 0 0,0 0 1 0 0,0 0-1 0 0,0 2 0 0 0,0-1 0 0 0,0 2 1 0 0,-1 0-1 0 0,26 7 0 0 0,-38-9-8 0 0,-1 0 0 0 0,1 1 0 0 0,-1-1 0 0 0,1 0 0 0 0,0 1 0 0 0,-1-1 1 0 0,1 0-1 0 0,-1 1 0 0 0,1-1 0 0 0,-1 0 0 0 0,1 1 0 0 0,-1-1 0 0 0,1 1 0 0 0,-1-1 0 0 0,1 1 0 0 0,-1-1 0 0 0,0 1 0 0 0,1 0 1 0 0,-1-1-1 0 0,0 1 0 0 0,0-1 0 0 0,1 1 0 0 0,-1 0 0 0 0,0-1 0 0 0,0 1 0 0 0,0 0 0 0 0,0-1 0 0 0,0 1 0 0 0,0 0 0 0 0,0-1 1 0 0,0 1-1 0 0,0 0 0 0 0,0 1 39 0 0,-1 0 0 0 0,0 0 0 0 0,0 0 0 0 0,0 0 0 0 0,0 0 0 0 0,0 0 0 0 0,0 0 0 0 0,-1 0 0 0 0,1-1 0 0 0,-2 3 0 0 0,-41 32 950 0 0,44-35-994 0 0,-9 5 13 0 0,-11 9-135 0 0,-1-1 1 0 0,0 0-1 0 0,-1-2 1 0 0,-32 14-1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41.6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1052 2304 0 0,'-8'2'515'0'0,"-1"1"-1"0"0,0 1 1 0 0,1 0-1 0 0,0 0 0 0 0,0 0 1 0 0,-9 7-1 0 0,15-10-249 0 0,-1 1-1 0 0,1 0 1 0 0,0 1-1 0 0,-1-1 1 0 0,1 0-1 0 0,0 1 1 0 0,0-1-1 0 0,1 1 1 0 0,-1 0-1 0 0,0-1 1 0 0,1 1-1 0 0,0 0 1 0 0,0 0-1 0 0,-1 0 1 0 0,2 0-1 0 0,-1 0 1 0 0,0 0-1 0 0,0 10 5347 0 0,4-14-5511 0 0,91-37 1468 0 0,-77 29-887 0 0,33-21 0 0 0,-12 6-368 0 0,55-32-128 0 0,121-63 233 0 0,19 3-200 0 0,77-33-231 0 0,-117 65 40 0 0,125-46 205 0 0,12 4 458 0 0,2 0-214 0 0,-214 86-443 0 0,-33 11 127 0 0,88-20 0 0 0,-146 44-112 0 0,1 0 1 0 0,-1 2-1 0 0,1 1 1 0 0,-1 1-1 0 0,1 1 1 0 0,0 1 0 0 0,43 9-1 0 0,-41-4-46 0 0,43 9 18 0 0,-1 3 0 0 0,97 37 0 0 0,-147-46-19 0 0,-1 1 0 0 0,0 1 0 0 0,0 1 0 0 0,-2 1 0 0 0,1 0 0 0 0,-2 2 1 0 0,0 0-1 0 0,-1 1 0 0 0,0 1 0 0 0,-1 0 0 0 0,25 36 0 0 0,165 297-17 0 0,-182-300 49 0 0,-2 1 0 0 0,-3 0 0 0 0,-1 2-1 0 0,-4 0 1 0 0,12 74 0 0 0,-7-26 223 0 0,4-2 0 0 0,42 115 0 0 0,-63-207-186 0 0,5 8-251 0 0,-7-15 63 0 0,1 0 1 0 0,0 0-1 0 0,-1 0 0 0 0,1 0 0 0 0,0 0 0 0 0,-1 0 1 0 0,1 0-1 0 0,0 0 0 0 0,-1 0 0 0 0,1-1 1 0 0,-1 1-1 0 0,1 0 0 0 0,0 0 0 0 0,-1-1 0 0 0,1 1 1 0 0,-1 0-1 0 0,1-1 0 0 0,-1 1 0 0 0,1-1 0 0 0,-1 1 1 0 0,1 0-1 0 0,-1-1 0 0 0,1 1 0 0 0,-1-1 1 0 0,0 0-1 0 0,1 0 0 0 0,3-3-1669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42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124 386 4609 0 0,'-2'-4'1064'0'0,"0"1"-1"0"0,0-1 1 0 0,0 1-1 0 0,-1 0 1 0 0,0 0 0 0 0,1 0-1 0 0,-1 1 1 0 0,0-1-1 0 0,0 1 1 0 0,0-1 0 0 0,-1 1-1 0 0,1 0 1 0 0,-1 0-1 0 0,-5-2 1 0 0,7 3-683 0 0,-4-2-150 0 0,0 1-1 0 0,0-1 1 0 0,0-1 0 0 0,0 1 0 0 0,0-1-1 0 0,1 0 1 0 0,0-1 0 0 0,0 1 0 0 0,0-1-1 0 0,0 0 1 0 0,1 0 0 0 0,-5-7 0 0 0,9 12-229 0 0,0 0 0 0 0,0-1 1 0 0,0 1-1 0 0,0 0 1 0 0,0 0-1 0 0,0-1 0 0 0,1 1 1 0 0,-1 0-1 0 0,0 0 0 0 0,0-1 1 0 0,0 1-1 0 0,0 0 0 0 0,0 0 1 0 0,1-1-1 0 0,-1 1 0 0 0,0 0 1 0 0,0 0-1 0 0,0 0 1 0 0,1 0-1 0 0,-1-1 0 0 0,0 1 1 0 0,0 0-1 0 0,1 0 0 0 0,-1 0 1 0 0,0 0-1 0 0,0 0 0 0 0,1 0 1 0 0,-1 0-1 0 0,0 0 0 0 0,0 0 1 0 0,1-1-1 0 0,-1 1 1 0 0,0 0-1 0 0,0 0 0 0 0,1 0 1 0 0,-1 1-1 0 0,0-1 0 0 0,1 0 1 0 0,-1 0-1 0 0,0 0 0 0 0,0 0 1 0 0,1 0-1 0 0,-1 0 0 0 0,0 0 1 0 0,0 0-1 0 0,0 0 0 0 0,1 1 1 0 0,-1-1-1 0 0,17 3 104 0 0,-17-3-98 0 0,7 3-13 0 0,1 0 0 0 0,-1 1 0 0 0,-1 0-1 0 0,1 1 1 0 0,0-1 0 0 0,-1 1 0 0 0,0 0 0 0 0,0 1 0 0 0,8 9-1 0 0,9 8-6 0 0,28 20 6 0 0,58 53-29 0 0,-96-81 31 0 0,1-1 1 0 0,-2 2-1 0 0,0 0 0 0 0,-1 0 0 0 0,12 23 0 0 0,-22-36 4 0 0,1 0 0 0 0,-1 0 0 0 0,1 0 0 0 0,0 0 0 0 0,0-1 0 0 0,0 1 0 0 0,0-1 0 0 0,0 1 0 0 0,1-1 0 0 0,-1 0 0 0 0,1 1 0 0 0,3 1 0 0 0,-5-4 0 0 0,-1 0 0 0 0,1 1 0 0 0,0-1 0 0 0,-1 0 0 0 0,1 0 0 0 0,0 0 0 0 0,0 0 0 0 0,-1 1 0 0 0,1-1 0 0 0,0 0 0 0 0,0 0 0 0 0,-1-1 0 0 0,1 1 0 0 0,0 0 0 0 0,0 0 0 0 0,-1 0 0 0 0,1 0 0 0 0,0-1 0 0 0,-1 1 0 0 0,1 0 0 0 0,1-1 0 0 0,-1 0 0 0 0,1-1 0 0 0,-1 1 0 0 0,1-1 0 0 0,-1 1 0 0 0,0-1 0 0 0,1 1 0 0 0,-1-1 0 0 0,0 0 0 0 0,0 1 0 0 0,0-1 0 0 0,1-3 0 0 0,75-213 797 0 0,-26 65-532 0 0,-26 92-20 0 0,2 1 0 0 0,37-58 1 0 0,-60 102 312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49.4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60 8754 0 0,'-1'0'146'0'0,"0"0"0"0"0,0 0 0 0 0,0 0 0 0 0,0 0 0 0 0,0 0 0 0 0,0 0 0 0 0,1 0 1 0 0,-1-1-1 0 0,0 1 0 0 0,0 0 0 0 0,0-1 0 0 0,0 1 0 0 0,1-1 0 0 0,-1 1 0 0 0,0-1 0 0 0,0 1 0 0 0,1-1 0 0 0,-1 1 0 0 0,0-1 1 0 0,1 0-1 0 0,-1 1 0 0 0,0-2 0 0 0,0 1-80 0 0,1 1 1 0 0,0-1-1 0 0,0 1 0 0 0,0-1 1 0 0,0 0-1 0 0,0 1 1 0 0,0-1-1 0 0,0 1 0 0 0,1-1 1 0 0,-1 1-1 0 0,0-1 1 0 0,0 1-1 0 0,0-1 0 0 0,0 1 1 0 0,1-1-1 0 0,-1 1 1 0 0,0-1-1 0 0,1 1 0 0 0,-1-1 1 0 0,0 1-1 0 0,1-1 1 0 0,-1 1-1 0 0,0 0 0 0 0,1-1 1 0 0,-1 1-1 0 0,1 0 1 0 0,-1-1-1 0 0,1 1 0 0 0,-1 0 1 0 0,1 0-1 0 0,-1-1 1 0 0,1 1-1 0 0,-1 0 0 0 0,1 0 1 0 0,-1 0-1 0 0,1 0 1 0 0,-1 0-1 0 0,1-1 0 0 0,0 1 1 0 0,33-9 488 0 0,0 1 0 0 0,1 1-1 0 0,0 2 1 0 0,36 0 0 0 0,142 11 2009 0 0,-116-6-4448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49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115 281 6913 0 0,'-5'0'69'0'0,"1"0"1"0"0,0 0-1 0 0,-1-1 0 0 0,1 1 0 0 0,0-1 0 0 0,0 0 0 0 0,0 0 0 0 0,0 0 0 0 0,0-1 0 0 0,0 1 0 0 0,0-1 0 0 0,0 0 0 0 0,0 0 0 0 0,1-1 0 0 0,-1 1 0 0 0,1-1 0 0 0,0 0 0 0 0,0 1 0 0 0,0-1 0 0 0,0-1 0 0 0,0 1 0 0 0,0 0 0 0 0,1-1 0 0 0,0 1 0 0 0,0-1 0 0 0,0 0 0 0 0,0 0 0 0 0,0 0 0 0 0,1 0 0 0 0,0 0 0 0 0,-2-7 0 0 0,0-1 187 0 0,0-1 0 0 0,1 1 1 0 0,0-1-1 0 0,1 1 0 0 0,0-16 1 0 0,1 22-255 0 0,1 0 1 0 0,-1 0 0 0 0,1 0 0 0 0,0 0-1 0 0,0 0 1 0 0,1 0 0 0 0,0 0 0 0 0,0 1-1 0 0,0-1 1 0 0,1 1 0 0 0,-1-1 0 0 0,1 1 0 0 0,5-6-1 0 0,-6 9-22 0 0,1 0-1 0 0,-1 0 1 0 0,1 0 0 0 0,0 0-1 0 0,-1 0 1 0 0,1 1-1 0 0,0-1 1 0 0,0 1 0 0 0,6-2-1 0 0,1 0-39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49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36 289 6913 0 0,'-1'0'71'0'0,"-1"0"0"0"0,1-1-1 0 0,0 0 1 0 0,-1 1 0 0 0,1-1-1 0 0,0 1 1 0 0,0-1 0 0 0,-1 0-1 0 0,1 0 1 0 0,0 0 0 0 0,0 0-1 0 0,0 0 1 0 0,0 0 0 0 0,0 0-1 0 0,0 0 1 0 0,1 0 0 0 0,-1-1-1 0 0,0 1 1 0 0,0 0-1 0 0,1 0 1 0 0,-1-1 0 0 0,1 1-1 0 0,-1 0 1 0 0,1-1 0 0 0,-1 1-1 0 0,1-1 1 0 0,0 1 0 0 0,0-2-1 0 0,-7-50 360 0 0,6 42-340 0 0,-1-9-296 0 0,1 0 0 0 0,2-28 0 0 0,0 41 136 0 0,0-1-1 0 0,0 1 1 0 0,1 0 0 0 0,0 0 0 0 0,1-1 0 0 0,-1 1-1 0 0,1 1 1 0 0,0-1 0 0 0,8-11 0 0 0,-4 7 70 0 0,-1-1 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0.1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92 275 7370 0 0,'-1'-4'1412'0'0,"9"-6"-587"0"0,13-12 394 0 0,-19 20-891 0 0,31-21 1746 0 0,-28 21-1713 0 0,-1-1 0 0 0,1 0 0 0 0,-1 0 0 0 0,1-1 0 0 0,-1 1 0 0 0,0-1-1 0 0,5-5 1 0 0,-15 4 329 0 0,0 0-1 0 0,0 0 1 0 0,-1 0-1 0 0,-8-4 1 0 0,12 8-493 0 0,-22-15 245 0 0,-33-28-1 0 0,22 8-1649 0 0,31 29-12 0 0,0 0 0 0 0,0 1 1 0 0,1-2-1 0 0,-4-7 0 0 0,2 2-4530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0.5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33 3225 0 0,'-3'5'264'0'0,"1"0"1"0"0,0 0 0 0 0,0 1 0 0 0,1-1-1 0 0,-1 1 1 0 0,1-1 0 0 0,1 1-1 0 0,-1-1 1 0 0,1 1 0 0 0,0-1 0 0 0,0 1-1 0 0,0 0 1 0 0,1-1 0 0 0,0 1 0 0 0,0-1-1 0 0,0 1 1 0 0,1-1 0 0 0,-1 0-1 0 0,6 10 1 0 0,-5-11-106 0 0,0-1 0 0 0,0 0 0 0 0,1 0 0 0 0,-1 0 0 0 0,1-1 0 0 0,-1 1 0 0 0,1-1 0 0 0,0 1 0 0 0,0-1 0 0 0,0 0 0 0 0,0 0 0 0 0,0 0 0 0 0,1-1 0 0 0,-1 1 0 0 0,1-1 0 0 0,-1 0 0 0 0,1 0 0 0 0,-1 0 0 0 0,1 0 0 0 0,0 0 0 0 0,-1-1 0 0 0,1 0 0 0 0,0 1 0 0 0,-1-2 0 0 0,1 1 0 0 0,0 0 0 0 0,0-1 0 0 0,-1 1 0 0 0,1-1 0 0 0,6-3 0 0 0,-6 3-63 0 0,0 0-1 0 0,-1 0 1 0 0,1 0-1 0 0,-1-1 1 0 0,0 1-1 0 0,1-1 1 0 0,-1 0-1 0 0,0 0 1 0 0,0-1-1 0 0,0 1 1 0 0,0 0-1 0 0,-1-1 1 0 0,1 0-1 0 0,-1 0 1 0 0,1 1-1 0 0,-1-1 1 0 0,0-1-1 0 0,0 1 1 0 0,0 0-1 0 0,2-7 1 0 0,-3 6 25 0 0,0 0 0 0 0,-1-1 0 0 0,1 1 1 0 0,-1 0-1 0 0,0 0 0 0 0,0-1 0 0 0,0 1 1 0 0,-1 0-1 0 0,1 0 0 0 0,-1-1 0 0 0,0 1 0 0 0,0 0 1 0 0,-1 0-1 0 0,1 0 0 0 0,-1 0 0 0 0,0 0 1 0 0,-4-6-1 0 0,4 7-39 0 0,-1-1 1 0 0,0 0 0 0 0,1 0 0 0 0,-1 1-1 0 0,0 0 1 0 0,-1-1 0 0 0,1 1 0 0 0,-1 0-1 0 0,1 1 1 0 0,-1-1 0 0 0,0 1-1 0 0,0 0 1 0 0,0-1 0 0 0,0 2 0 0 0,0-1-1 0 0,-1 0 1 0 0,1 1 0 0 0,0 0 0 0 0,-1 0-1 0 0,1 0 1 0 0,-1 1 0 0 0,1-1-1 0 0,-1 1 1 0 0,1 0 0 0 0,-1 0 0 0 0,-7 2-1 0 0,7-1-220 0 0,1 1 0 0 0,-1-1 0 0 0,1 1 0 0 0,0 0 0 0 0,-1 0 0 0 0,1 0 0 0 0,0 1 0 0 0,0-1 0 0 0,1 1-1 0 0,-1 0 1 0 0,1 0 0 0 0,-1 0 0 0 0,1 1 0 0 0,0-1 0 0 0,0 1 0 0 0,0 0 0 0 0,-2 5 0 0 0,0 2-1833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1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0 484 8290 0 0,'11'-1'3268'0'0,"14"-2"-1205"0"0,37 0-1 0 0,-45 5-1523 0 0,3 1-109 0 0,-16-4-380 0 0,-9-3-156 0 0,-7-3-66 0 0,1-1 1 0 0,0 0 0 0 0,0-1 0 0 0,1 0 0 0 0,0-1 0 0 0,-14-18 0 0 0,4 6-408 0 0,18 20 560 0 0,0 0-1 0 0,0 0 0 0 0,0 0 1 0 0,1-1-1 0 0,-1 1 1 0 0,0-1-1 0 0,1 1 1 0 0,0-1-1 0 0,0 1 1 0 0,-1-1-1 0 0,1 0 0 0 0,1 0 1 0 0,-1 0-1 0 0,0 0 1 0 0,1 1-1 0 0,0-1 1 0 0,-1 0-1 0 0,1 0 1 0 0,0 0-1 0 0,0 0 0 0 0,1 0 1 0 0,-1 0-1 0 0,2-5 1 0 0,-1 6 34 0 0,1-1 0 0 0,-1 1 0 0 0,1-1 0 0 0,-1 1 0 0 0,1 0 0 0 0,0 0 0 0 0,0 0 0 0 0,0 0 0 0 0,0 0 0 0 0,0 0 0 0 0,1 0 0 0 0,-1 1 0 0 0,0-1 0 0 0,1 1 0 0 0,-1-1 0 0 0,1 1 0 0 0,0 0 1 0 0,-1 0-1 0 0,1 1 0 0 0,0-1 0 0 0,0 0 0 0 0,-1 1 0 0 0,1 0 0 0 0,4-1 0 0 0,14 3 587 0 0,-18-1-425 0 0,0-1-1 0 0,0 0 1 0 0,0 1-1 0 0,1-1 1 0 0,-1 0-1 0 0,0 0 1 0 0,0-1-1 0 0,0 1 1 0 0,4-1-1 0 0,-40-31 815 0 0,24 22-953 0 0,1 0 0 0 0,0-1 0 0 0,1-1 0 0 0,0 1 0 0 0,1-1 0 0 0,-9-24 0 0 0,13 30 10 0 0,0 1-1 0 0,0 0 1 0 0,1-1-1 0 0,-1 0 1 0 0,1 1-1 0 0,1-1 1 0 0,-1 0-1 0 0,1 1 1 0 0,0-1 0 0 0,0 0-1 0 0,1 1 1 0 0,0-1-1 0 0,0 0 1 0 0,0 1-1 0 0,0-1 1 0 0,1 1-1 0 0,0 0 1 0 0,5-10-1 0 0,-6 14 1 0 0,1-1 0 0 0,-1 0 0 0 0,1 1-1 0 0,-1-1 1 0 0,1 1 0 0 0,0 0-1 0 0,0-1 1 0 0,0 1 0 0 0,0 0 0 0 0,0 0-1 0 0,0 0 1 0 0,0 1 0 0 0,0-1-1 0 0,4 0 1 0 0,10-3-3063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1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19 7370 0 0,'-54'-2'1272'0'0,"16"0"3225"0"0,146-5 755 0 0,2-1-3853 0 0,90 22-480 0 0,-90-4-2269 0 0,-83-8-525 0 0,-2-3-4519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1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50 300 6913 0 0,'-1'1'44'0'0,"0"-1"0"0"0,0 1 0 0 0,0-1 0 0 0,0 1 0 0 0,0-1 0 0 0,0 1 0 0 0,0-1 0 0 0,0 0 0 0 0,0 1 0 0 0,-1-1 0 0 0,1 0 0 0 0,0 0 0 0 0,0 0 0 0 0,0 0 0 0 0,0 0 0 0 0,-1 0 0 0 0,1 0 0 0 0,0 0 0 0 0,0-1 0 0 0,0 1 0 0 0,0 0 0 0 0,0-1 0 0 0,-1 1 0 0 0,1 0 0 0 0,0-1 0 0 0,0 0 0 0 0,0 1 0 0 0,0-1 0 0 0,0 0 0 0 0,1 1 0 0 0,-1-1 0 0 0,0 0 0 0 0,-1-1 0 0 0,0-2 88 0 0,0 0 0 0 0,0 0 0 0 0,1-1-1 0 0,0 1 1 0 0,-1 0 0 0 0,2-1 0 0 0,-1 1 0 0 0,0-5-1 0 0,0-12-180 0 0,2 1-1 0 0,0 0 1 0 0,1 0-1 0 0,0 0 1 0 0,2 1-1 0 0,1-1 0 0 0,0 1 1 0 0,12-29-1 0 0,-11 31 87 0 0,3-10-37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2.0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109 251 2304 0 0,'18'-24'2034'0'0,"-11"18"-1451"0"0,2 1 0 0 0,-1-1 0 0 0,1 2-1 0 0,-1-1 1 0 0,1 1 0 0 0,0 0 0 0 0,1 1-1 0 0,18-4 1 0 0,-15 4 118 0 0,0-1 0 0 0,0-1 0 0 0,19-9 0 0 0,-32 14-677 0 0,0 0 1 0 0,0 0-1 0 0,1 0 1 0 0,-1 0-1 0 0,0 0 1 0 0,0 0 0 0 0,0 0-1 0 0,0 0 1 0 0,0 0-1 0 0,0 0 1 0 0,0 0-1 0 0,0 0 1 0 0,1 0 0 0 0,-1-1-1 0 0,0 1 1 0 0,0 0-1 0 0,0 0 1 0 0,0 0-1 0 0,0 0 1 0 0,0 0 0 0 0,0 0-1 0 0,0 0 1 0 0,0 0-1 0 0,1 0 1 0 0,-1 0-1 0 0,0 0 1 0 0,0 0 0 0 0,0 0-1 0 0,0-1 1 0 0,0 1-1 0 0,0 0 1 0 0,0 0-1 0 0,0 0 1 0 0,0 0 0 0 0,0 0-1 0 0,0 0 1 0 0,0 0-1 0 0,0 0 1 0 0,0-1-1 0 0,0 1 1 0 0,0 0 0 0 0,0 0-1 0 0,0 0 1 0 0,0 0-1 0 0,0 0 1 0 0,0 0-1 0 0,0 0 1 0 0,0 0 0 0 0,0-1-1 0 0,0 1 1 0 0,0 0-1 0 0,0 0 1 0 0,0 0-1 0 0,0 0 1 0 0,0 0-1 0 0,0 0 1 0 0,0 0 0 0 0,0 0-1 0 0,-1 0 1 0 0,1 0-1 0 0,0-1 1 0 0,0 1-1 0 0,0 0 1 0 0,0 0 0 0 0,0 0-1 0 0,0 0 1 0 0,0 0-1 0 0,0 0 1 0 0,-1 0-1 0 0,-11-2 1234 0 0,-14 3 180 0 0,9 1-1106 0 0,0-1 0 0 0,0-1 0 0 0,0-1 0 0 0,0 0 0 0 0,1-1 0 0 0,-24-6 0 0 0,33 6-365 0 0,0 0 0 0 0,0 0 0 0 0,0-1 0 0 0,0 0 0 0 0,1 0 0 0 0,-1 0 0 0 0,1-1 0 0 0,0 0 0 0 0,0 0 0 0 0,0-1 0 0 0,1 0 0 0 0,0 0 0 0 0,0 0 0 0 0,0 0 0 0 0,0-1 0 0 0,1 0 0 0 0,-6-9 0 0 0,9 12-280 0 0,0 0 0 0 0,0 0 1 0 0,0-1-1 0 0,1 1 0 0 0,-1 0 1 0 0,1-1-1 0 0,0 1 0 0 0,0 0 0 0 0,0-1 1 0 0,0 1-1 0 0,1-7 0 0 0,2-3-5152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2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27 2761 0 0,'-3'9'244'0'0,"0"-1"0"0"0,0 0 1 0 0,1 1-1 0 0,0 0 0 0 0,1-1 0 0 0,0 1 1 0 0,1 0-1 0 0,-1 0 0 0 0,2 0 1 0 0,-1 0-1 0 0,1-1 0 0 0,1 1 1 0 0,2 10-1 0 0,-2-11 231 0 0,0 0 0 0 0,0-1 0 0 0,1 1 0 0 0,0 0 0 0 0,0-1 0 0 0,1 1 0 0 0,0-1 0 0 0,1 0 0 0 0,-1 0 0 0 0,1-1 0 0 0,0 1 0 0 0,1-1 0 0 0,0 0 0 0 0,9 7 0 0 0,11-1 287 0 0,-25-12-762 0 0,0 1 1 0 0,0-1 0 0 0,0 0 0 0 0,0 1-1 0 0,0-1 1 0 0,-1 0 0 0 0,1 0 0 0 0,0 1-1 0 0,0-1 1 0 0,0 0 0 0 0,0 0 0 0 0,0 0-1 0 0,0 0 1 0 0,0-1 0 0 0,0 1 0 0 0,0 0-1 0 0,0 0 1 0 0,0-1 0 0 0,0 1-1 0 0,0 0 1 0 0,0-1 0 0 0,0 1 0 0 0,0-1-1 0 0,0 1 1 0 0,1-2 0 0 0,-2-1-145 0 0,0 0 0 0 0,0 0 0 0 0,0 0 0 0 0,0 0-1 0 0,0 0 1 0 0,-1-1 0 0 0,1 1 0 0 0,-1 0 0 0 0,0 0 0 0 0,0 0 0 0 0,0 0-1 0 0,0 0 1 0 0,-1 1 0 0 0,-2-6 0 0 0,-2-5-215 0 0,-20-33-453 0 0,21 40 774 0 0,1-1 0 0 0,0 0-1 0 0,0 0 1 0 0,1 0 0 0 0,-5-13 0 0 0,8 20 90 0 0,0-1 1 0 0,0 1-1 0 0,0-1 1 0 0,0 1-1 0 0,1-1 1 0 0,-1 1-1 0 0,0-1 1 0 0,0 1-1 0 0,0 0 0 0 0,1-1 1 0 0,-1 1-1 0 0,0-1 1 0 0,0 1-1 0 0,1 0 1 0 0,-1-1-1 0 0,0 1 1 0 0,1 0-1 0 0,-1-1 0 0 0,1 1 1 0 0,-1 0-1 0 0,0 0 1 0 0,1-1-1 0 0,-1 1 1 0 0,1 0-1 0 0,-1 0 1 0 0,1 0-1 0 0,-1 0 1 0 0,0-1-1 0 0,1 1 0 0 0,-1 0 1 0 0,1 0-1 0 0,-1 0 1 0 0,1 0-1 0 0,-1 0 1 0 0,1 0-1 0 0,-1 0 1 0 0,1 0-1 0 0,-1 1 1 0 0,1-1-1 0 0,24 1 1451 0 0,-22 0-1201 0 0,8 0 64 0 0,0-1 0 0 0,0 1 1 0 0,0-2-1 0 0,0 1 0 0 0,0-2 0 0 0,11-2 0 0 0,-18 3-471 0 0,-1 0 0 0 0,1 0 0 0 0,-1-1 0 0 0,0 1 0 0 0,0-1 1 0 0,0 0-1 0 0,0 0 0 0 0,0 0 0 0 0,0-1 0 0 0,-1 1 0 0 0,1-1 0 0 0,-1 1 1 0 0,1-1-1 0 0,-1 0 0 0 0,0 0 0 0 0,0 0 0 0 0,0 0 0 0 0,-1 0 1 0 0,1 0-1 0 0,-1 0 0 0 0,1-1 0 0 0,0-5 0 0 0,5-20-1682 0 0,-6 13 694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2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3225 0 0,'-2'15'7559'0'0,"30"1"-7264"0"0,37 16 0 0 0,-52-27-595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2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3 6913 0 0,'-18'1'305'0'0,"9"-1"63"0"0,-1 0-296 0 0,3 0-72 0 0,3 0 0 0 0,3-1 0 0 0,-2 1-296 0 0,-1 0-81 0 0,-1-2-7 0 0,-1 1-8 0 0,2 1 200 0 0,3 0 32 0 0,3 1 16 0 0,4 1 0 0 0,3 3 144 0 0,2-2 0 0 0,4 1 64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3.1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1 194 3225 0 0,'18'5'776'0'0,"2"2"921"0"0,0 0-1 0 0,0-1 1 0 0,0-1 0 0 0,1-1 0 0 0,34 3 0 0 0,-60-8-1522 0 0,1-1 0 0 0,-1 0 1 0 0,1-1-1 0 0,0 1 1 0 0,0-1-1 0 0,0 1 0 0 0,-7-7 1 0 0,3 3-42 0 0,3 2-137 0 0,-1-1 0 0 0,1 0 0 0 0,-1 0 0 0 0,2 0-1 0 0,-1-1 1 0 0,0 1 0 0 0,1-1 0 0 0,0 0 0 0 0,1-1-1 0 0,-1 1 1 0 0,1 0 0 0 0,0-1 0 0 0,-2-8 0 0 0,4 12 47 0 0,1 0 0 0 0,-1-1 0 0 0,1 1 0 0 0,-1 0 1 0 0,1 0-1 0 0,0-1 0 0 0,0 1 0 0 0,1 0 0 0 0,-1-1 0 0 0,1 1 0 0 0,-1 0 1 0 0,1 0-1 0 0,0 0 0 0 0,0 0 0 0 0,1 0 0 0 0,-1 0 0 0 0,0 0 1 0 0,1 0-1 0 0,0 0 0 0 0,0 0 0 0 0,0 1 0 0 0,0-1 0 0 0,0 1 1 0 0,0-1-1 0 0,1 1 0 0 0,-1 0 0 0 0,1 0 0 0 0,0 0 0 0 0,-1 0 0 0 0,6-2 1 0 0,2 0-99 0 0,1 0-1 0 0,0 0 1 0 0,0 1 0 0 0,0 0 0 0 0,1 1 0 0 0,-1 1 0 0 0,20-1 0 0 0,-7 0-2566 0 0,-10 0-2585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3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5985 0 0,'-17'5'987'0'0,"17"-5"-926"0"0,-1 0 1 0 0,1 1 0 0 0,0-1 0 0 0,0 0 0 0 0,0 0-1 0 0,0 0 1 0 0,0 1 0 0 0,0-1 0 0 0,0 0-1 0 0,0 0 1 0 0,0 0 0 0 0,0 1 0 0 0,0-1-1 0 0,0 0 1 0 0,0 0 0 0 0,0 0 0 0 0,0 1-1 0 0,0-1 1 0 0,0 0 0 0 0,0 0 0 0 0,0 0 0 0 0,0 1-1 0 0,0-1 1 0 0,0 0 0 0 0,0 0 0 0 0,0 0-1 0 0,0 1 1 0 0,0-1 0 0 0,0 0 0 0 0,0 0-1 0 0,1 0 1 0 0,-1 0 0 0 0,0 1 0 0 0,0-1-1 0 0,0 0 1 0 0,0 0 0 0 0,1 0 0 0 0,-1 0-1 0 0,0 0 1 0 0,0 1 0 0 0,31 14 2714 0 0,-10-7-2375 0 0,-1-2 0 0 0,1 0 0 0 0,-1-2 0 0 0,1 0 0 0 0,22 1 0 0 0,-33-5-756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35 6449 0 0,'-11'1'288'0'0,"5"-1"57"0"0,4 1-281 0 0,-1-1-64 0 0,2 0 0 0 0,1-1 136 0 0,1 1 16 0 0,0-1 0 0 0,3-2 0 0 0,2 0-152 0 0,-1 0-112 0 0,5 1 16 0 0,1-4 8 0 0,4 2 88 0 0,-3-3 72 0 0,-2 0-8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3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0 212 3681 0 0,'9'8'320'0'0,"1"-1"0"0"0,0 0 0 0 0,0-1 0 0 0,13 7 1 0 0,-6-4 350 0 0,-13-7-468 0 0,1 0 1 0 0,-1 0-1 0 0,0 0 0 0 0,1-1 0 0 0,0 0 0 0 0,-1 0 0 0 0,10 1 0 0 0,-13-2-45 0 0,0 0-1 0 0,0 0 0 0 0,1 0 0 0 0,-1 0 1 0 0,0 0-1 0 0,1 0 0 0 0,-1 0 0 0 0,0 0 0 0 0,0 0 1 0 0,1-1-1 0 0,-1 1 0 0 0,0 0 0 0 0,0-1 1 0 0,1 1-1 0 0,-1-1 0 0 0,0 0 0 0 0,0 1 1 0 0,0-1-1 0 0,0 0 0 0 0,0 0 0 0 0,0 1 0 0 0,0-1 1 0 0,0 0-1 0 0,0 0 0 0 0,-1 0 0 0 0,1 0 1 0 0,0 0-1 0 0,-1 0 0 0 0,1-1 0 0 0,0 1 0 0 0,-1 0 1 0 0,1 0-1 0 0,-1-2 0 0 0,-5-13 3409 0 0,-17-11-2429 0 0,14 17-763 0 0,-18-22-374 0 0,15 21-36 0 0,1-2 0 0 0,0 1-1 0 0,0-1 1 0 0,2-1 0 0 0,-1 0 0 0 0,-9-23 0 0 0,18 35 39 0 0,-1 1 0 0 0,0-1 0 0 0,1 1 0 0 0,0-1 1 0 0,-1 1-1 0 0,1-1 0 0 0,0 1 0 0 0,0-1 0 0 0,0 1 1 0 0,0-1-1 0 0,0 1 0 0 0,0-1 0 0 0,1 0 0 0 0,-1 1 0 0 0,0-1 1 0 0,1 1-1 0 0,-1-1 0 0 0,1 1 0 0 0,0 0 0 0 0,-1-1 0 0 0,1 1 1 0 0,0 0-1 0 0,2-3 0 0 0,-1 2 8 0 0,0 1 0 0 0,0-1 0 0 0,0 1 0 0 0,0 0-1 0 0,1-1 1 0 0,-1 1 0 0 0,1 0 0 0 0,-1 0 0 0 0,0 1 0 0 0,1-1 0 0 0,0 0 0 0 0,-1 1 0 0 0,4-1 0 0 0,3 1 0 0 0,1-1 1 0 0,-1 2-1 0 0,1-1 1 0 0,-1 1-1 0 0,1 0 1 0 0,17 6-1 0 0,13 4-2849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4.5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68 257 6449 0 0,'-4'3'52'0'0,"0"0"-1"0"0,0 0 1 0 0,1 0-1 0 0,-1 1 1 0 0,1-1-1 0 0,0 1 1 0 0,0 0-1 0 0,0 0 1 0 0,0 0-1 0 0,1 1 0 0 0,0-1 1 0 0,0 0-1 0 0,0 1 1 0 0,0-1-1 0 0,-1 7 1 0 0,-2 9 61 0 0,2-1 0 0 0,-3 30 1 0 0,5-31 185 0 0,0-16-263 0 0,-3 88 1494 0 0,3-83-1338 0 0,2 0 1 0 0,-1 0-1 0 0,1 0 1 0 0,0 0-1 0 0,1 0 1 0 0,0 0 0 0 0,0-1-1 0 0,0 1 1 0 0,1-1-1 0 0,5 11 1 0 0,-8-16-149 0 0,1-1 0 0 0,-1 1 0 0 0,0 0 0 0 0,1 0 1 0 0,0 0-1 0 0,-1 0 0 0 0,1 0 0 0 0,-1-1 0 0 0,1 1 0 0 0,0 0 1 0 0,0 0-1 0 0,-1-1 0 0 0,1 1 0 0 0,0-1 0 0 0,0 1 0 0 0,0-1 1 0 0,0 1-1 0 0,0-1 0 0 0,-1 1 0 0 0,1-1 0 0 0,0 0 0 0 0,0 1 0 0 0,0-1 1 0 0,0 0-1 0 0,0 0 0 0 0,0 0 0 0 0,0 0 0 0 0,0 0 0 0 0,0 0 1 0 0,0 0-1 0 0,0 0 0 0 0,0 0 0 0 0,0 0 0 0 0,0-1 0 0 0,0 1 1 0 0,0 0-1 0 0,0-1 0 0 0,0 1 0 0 0,0-1 0 0 0,0 1 0 0 0,0-1 1 0 0,0 1-1 0 0,-1-1 0 0 0,1 0 0 0 0,0 1 0 0 0,0-1 0 0 0,-1 0 0 0 0,1 0 1 0 0,0 1-1 0 0,0-2 0 0 0,1-2 88 0 0,1 0 0 0 0,-1 0 1 0 0,1 0-1 0 0,-1 0 0 0 0,-1 0 0 0 0,1 0 0 0 0,0-1 1 0 0,-1 1-1 0 0,1-9 0 0 0,-1-13 12 0 0,-1 0 0 0 0,-1 0 0 0 0,-6-26 0 0 0,4 33-72 0 0,1 1 0 0 0,0-1 0 0 0,1 0 1 0 0,1 0-1 0 0,1 1 0 0 0,1-1 0 0 0,5-27 0 0 0,-6 44-4 0 0,0 0-1 0 0,0-1 0 0 0,1 1 0 0 0,-1 0 0 0 0,0 0 0 0 0,1 0 0 0 0,-1 0 0 0 0,1 1 0 0 0,0-1 0 0 0,0 0 0 0 0,0 1 1 0 0,0-1-1 0 0,0 1 0 0 0,0-1 0 0 0,0 1 0 0 0,0 0 0 0 0,0 0 0 0 0,0 0 0 0 0,1 0 0 0 0,-1 1 0 0 0,0-1 0 0 0,1 1 0 0 0,-1-1 1 0 0,1 1-1 0 0,-1 0 0 0 0,1 0 0 0 0,3 0 0 0 0,10 0 261 0 0,-1 1 0 0 0,0 0 1 0 0,19 5-1 0 0,-23-4-312 0 0,49 8 245 0 0,-20-5-155 0 0,0 2-1 0 0,-1 2 1 0 0,56 20 0 0 0,-88-26-74 0 0,0 1 0 0 0,0-1 0 0 0,0 2 0 0 0,-1-1 0 0 0,0 1 0 0 0,0 0 0 0 0,0 0 0 0 0,0 0 0 0 0,-1 1 0 0 0,0 0 0 0 0,0 0 0 0 0,-1 1 0 0 0,0-1 0 0 0,7 14 0 0 0,-10-19-17 0 0,-1 1-1 0 0,1 0 0 0 0,-1-1 1 0 0,1 1-1 0 0,-1 0 1 0 0,0-1-1 0 0,1 1 1 0 0,-1 0-1 0 0,0 0 0 0 0,0-1 1 0 0,0 1-1 0 0,-1 0 1 0 0,1-1-1 0 0,0 1 1 0 0,-1 0-1 0 0,1-1 1 0 0,-1 1-1 0 0,1 0 0 0 0,-1-1 1 0 0,0 1-1 0 0,1-1 1 0 0,-1 1-1 0 0,0-1 1 0 0,0 1-1 0 0,0-1 0 0 0,0 0 1 0 0,-1 1-1 0 0,1-1 1 0 0,0 0-1 0 0,0 0 1 0 0,-1 0-1 0 0,1 0 1 0 0,-1 0-1 0 0,1 0 0 0 0,-1 0 1 0 0,1-1-1 0 0,-1 1 1 0 0,-2 0-1 0 0,-1 1 61 0 0,1-1-1 0 0,0 0 1 0 0,-1-1-1 0 0,1 1 0 0 0,-1-1 1 0 0,1 0-1 0 0,-1 0 1 0 0,0 0-1 0 0,1-1 1 0 0,-1 1-1 0 0,1-1 1 0 0,0 0-1 0 0,-8-3 1 0 0,-3-4 11 0 0,0 0 1 0 0,1-1 0 0 0,0 0-1 0 0,0-1 1 0 0,1 0 0 0 0,0-2-1 0 0,-18-20 1 0 0,12 11-29 0 0,2-2 0 0 0,0 0 0 0 0,-23-44 0 0 0,33 51-147 0 0,1 1 0 0 0,0-1 0 0 0,1 0 0 0 0,0 0-1 0 0,2 0 1 0 0,0-1 0 0 0,-1-26 0 0 0,2-3-411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8.2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55 10594 0 0,'-2'-6'1397'0'0,"0"-1"0"0"0,0 1-1 0 0,0 0 1 0 0,1-1 0 0 0,0 0-1 0 0,0-9 1 0 0,21 49 1077 0 0,-15-20-2411 0 0,0 1 1 0 0,-1 0-1 0 0,-1 0 1 0 0,0 0-1 0 0,1 17 1 0 0,-1 76 58 0 0,-2-75-129 0 0,-2 25-27 0 0,1-18 35 0 0,1 1 1 0 0,6 41-1 0 0,-5-70-104 0 0,-1-1 1 0 0,2 0-1 0 0,0 0 1 0 0,0 0-1 0 0,1 0 1 0 0,0-1-1 0 0,0 1 1 0 0,1-1-1 0 0,0 0 1 0 0,1-1-1 0 0,0 1 1 0 0,13 13-1 0 0,-2-8-718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8.4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58 123 8642 0 0,'-25'-14'153'0'0,"3"2"1065"0"0,11 4 3167 0 0,14 5-3725 0 0,0 0 0 0 0,0 1 0 0 0,1 0 0 0 0,-1-1 0 0 0,1 1-1 0 0,6-2 1 0 0,-1-1-432 0 0,27-12 826 0 0,49-16 0 0 0,-73 30-1621 0 0,0-1 1 0 0,0 2-1 0 0,0 0 0 0 0,1 0 0 0 0,-1 1 0 0 0,1 1 0 0 0,-1 0 0 0 0,18 2 0 0 0,-8 2-5482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8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17 122 8754 0 0,'-16'-3'3655'0'0,"29"-15"1362"0"0,-9 12-5495 0 0,3-1 581 0 0,-1 0 0 0 0,1 0 1 0 0,0 1-1 0 0,0-1 1 0 0,9-5-1 0 0,-6 6-847 0 0,-1 1 0 0 0,1 0 0 0 0,20-8 0 0 0,-12 8-920 0 0,0 1 0 0 0,1 0 1 0 0,-1 1-1 0 0,36-1 0 0 0,-31 4 1496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8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0 253 5985 0 0,'0'-1'114'0'0,"0"1"-1"0"0,1-1 0 0 0,-1 0 0 0 0,0 1 1 0 0,0-1-1 0 0,0 0 0 0 0,1 0 0 0 0,-1 1 1 0 0,0-1-1 0 0,1 0 0 0 0,-1 1 0 0 0,1-1 1 0 0,-1 1-1 0 0,1-1 0 0 0,-1 0 0 0 0,1 1 1 0 0,-1-1-1 0 0,1 1 0 0 0,0 0 0 0 0,-1-1 1 0 0,1 1-1 0 0,0-1 0 0 0,-1 1 0 0 0,1 0 1 0 0,0-1-1 0 0,-1 1 0 0 0,1 0 0 0 0,0 0 1 0 0,0 0-1 0 0,-1 0 0 0 0,1-1 0 0 0,1 1 1 0 0,28-7 3231 0 0,-24 6-2936 0 0,1 1 0 0 0,-1-1-1 0 0,0 1 1 0 0,1 0 0 0 0,-1 1 0 0 0,0 0-1 0 0,0 0 1 0 0,0 0 0 0 0,1 0 0 0 0,-1 1-1 0 0,0 0 1 0 0,-1 1 0 0 0,1-1 0 0 0,0 1-1 0 0,-1 0 1 0 0,8 6 0 0 0,1 3-100 0 0,0 0 0 0 0,-1 1-1 0 0,-1 1 1 0 0,14 18 0 0 0,-14-17-145 0 0,-16-22 13 0 0,0-1 1 0 0,0 0 0 0 0,1 0 0 0 0,0 0 0 0 0,0 0 0 0 0,1-1-1 0 0,0 1 1 0 0,1-1 0 0 0,-1-15 0 0 0,0 7-200 0 0,2-1 0 0 0,0 0 0 0 0,1 0 0 0 0,5-26 0 0 0,-4 29-211 0 0,2 1 0 0 0,0 0-1 0 0,1 0 1 0 0,0 0 0 0 0,1 1 0 0 0,14-25 0 0 0,-5 17-700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9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189 37 10594 0 0,'-3'-2'215'0'0,"1"0"-1"0"0,-1 0 1 0 0,-1 0 0 0 0,1 1-1 0 0,0-1 1 0 0,0 1-1 0 0,0 0 1 0 0,-1 0 0 0 0,1 0-1 0 0,-1 0 1 0 0,1 0-1 0 0,-1 1 1 0 0,1-1 0 0 0,-1 1-1 0 0,1 0 1 0 0,-1 0-1 0 0,1 1 1 0 0,-8 1-1 0 0,6-1 36 0 0,1 1-1 0 0,-1 0 1 0 0,0 0-1 0 0,1 1 1 0 0,-1 0-1 0 0,1 0 0 0 0,0 0 1 0 0,0 0-1 0 0,0 0 1 0 0,0 1-1 0 0,-6 7 0 0 0,3-2-45 0 0,0 1-1 0 0,0 1 0 0 0,1-1 0 0 0,0 1 0 0 0,1 0 0 0 0,0 0 0 0 0,1 1 1 0 0,0 0-1 0 0,0 0 0 0 0,-1 14 0 0 0,5-22-190 0 0,-1 0 1 0 0,1 0-1 0 0,0 1 0 0 0,0-1 1 0 0,1 0-1 0 0,-1 0 0 0 0,1 0 0 0 0,0 1 1 0 0,0-1-1 0 0,0 0 0 0 0,1 0 1 0 0,0 0-1 0 0,-1-1 0 0 0,1 1 1 0 0,1 0-1 0 0,-1-1 0 0 0,0 1 1 0 0,1-1-1 0 0,0 0 0 0 0,0 1 1 0 0,0-1-1 0 0,4 2 0 0 0,-3-1 17 0 0,0-1-1 0 0,1-1 0 0 0,0 1 1 0 0,0-1-1 0 0,0 0 0 0 0,0 0 1 0 0,0 0-1 0 0,0-1 0 0 0,1 1 1 0 0,-1-1-1 0 0,0-1 1 0 0,1 1-1 0 0,-1-1 0 0 0,0 0 1 0 0,1 0-1 0 0,-1 0 0 0 0,7-2 1 0 0,-5 0 7 0 0,-1 1 1 0 0,1-1 0 0 0,-1 0 0 0 0,1-1-1 0 0,-1 0 1 0 0,0 0 0 0 0,0 0 0 0 0,0-1-1 0 0,0 0 1 0 0,-1 0 0 0 0,0 0-1 0 0,0-1 1 0 0,0 1 0 0 0,0-1 0 0 0,0 0-1 0 0,-1-1 1 0 0,0 1 0 0 0,0-1-1 0 0,-1 0 1 0 0,0 0 0 0 0,0 0 0 0 0,0 0-1 0 0,0-1 1 0 0,-1 1 0 0 0,0-1-1 0 0,-1 0 1 0 0,0 1 0 0 0,0-1 0 0 0,0 0-1 0 0,0 0 1 0 0,-1 0 0 0 0,-1 1-1 0 0,1-1 1 0 0,-1 0 0 0 0,0 0 0 0 0,0 1-1 0 0,-1-1 1 0 0,0 0 0 0 0,0 1-1 0 0,-1-1 1 0 0,1 1 0 0 0,-2 0 0 0 0,1 0-1 0 0,0 0 1 0 0,-7-7 0 0 0,6 8-383 0 0,0 0-1 0 0,1 1 1 0 0,-2 0 0 0 0,1 0-1 0 0,0 0 1 0 0,-1 0 0 0 0,0 1 0 0 0,0 0-1 0 0,0 0 1 0 0,0 0 0 0 0,-1 0 0 0 0,1 1-1 0 0,-1 0 1 0 0,1 0 0 0 0,-1 0 0 0 0,0 1-1 0 0,1 0 1 0 0,-7 0 0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0:59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90 10594 0 0,'4'1'87'0'0,"0"0"0"0"0,0 0 0 0 0,-1 0 0 0 0,1 1 0 0 0,0-1 0 0 0,-1 1 0 0 0,1 0 0 0 0,-1 0 0 0 0,1 0 0 0 0,-1 1 0 0 0,0-1 0 0 0,0 1 0 0 0,0-1 0 0 0,-1 1 0 0 0,1 0 0 0 0,2 4 0 0 0,6 6 534 0 0,-1 1 0 0 0,12 21 0 0 0,1 19 395 0 0,-19-42-380 0 0,0-1 1 0 0,1 1-1 0 0,1-2 1 0 0,6 12 0 0 0,-12-21-623 0 0,0-1 1 0 0,0 0-1 0 0,1 0 1 0 0,-1 1-1 0 0,0-1 1 0 0,0 0-1 0 0,0 0 1 0 0,0 1 0 0 0,1-1-1 0 0,-1 0 1 0 0,0 0-1 0 0,0 0 1 0 0,0 1-1 0 0,1-1 1 0 0,-1 0 0 0 0,0 0-1 0 0,0 0 1 0 0,1 0-1 0 0,-1 0 1 0 0,0 0-1 0 0,0 1 1 0 0,1-1-1 0 0,-1 0 1 0 0,0 0 0 0 0,1 0-1 0 0,-1 0 1 0 0,0 0-1 0 0,0 0 1 0 0,1 0-1 0 0,-1 0 1 0 0,0 0-1 0 0,1 0 1 0 0,-1 0 0 0 0,0 0-1 0 0,0-1 1 0 0,1 1-1 0 0,-1 0 1 0 0,0 0-1 0 0,0 0 1 0 0,1 0-1 0 0,7-14 208 0 0,5-34-229 0 0,-9 31 102 0 0,6-19-85 0 0,-5 12 36 0 0,13-33 1 0 0,-15 51 39 0 0,-1 0-1 0 0,1 1 1 0 0,-1 0 0 0 0,2-1-1 0 0,-1 1 1 0 0,0 0 0 0 0,1 1-1 0 0,0-1 1 0 0,0 1 0 0 0,1-1 0 0 0,4-3-1 0 0,-8 7-73 0 0,0 1-1 0 0,0-1 0 0 0,0 0 0 0 0,0 1 0 0 0,0-1 1 0 0,0 1-1 0 0,1-1 0 0 0,-1 1 0 0 0,0 0 0 0 0,0 0 1 0 0,0-1-1 0 0,0 1 0 0 0,1 0 0 0 0,-1 0 0 0 0,0 0 1 0 0,0 0-1 0 0,0 0 0 0 0,0 0 0 0 0,1 1 0 0 0,-1-1 1 0 0,0 0-1 0 0,0 0 0 0 0,0 1 0 0 0,0-1 0 0 0,2 2 1 0 0,-1-1 4 0 0,1 1-1 0 0,0 0 1 0 0,-1 0 0 0 0,0 1 0 0 0,1-1 0 0 0,-1 0-1 0 0,0 1 1 0 0,0 0 0 0 0,2 3 0 0 0,2 6 10 0 0,1 0-1 0 0,-2 1 1 0 0,6 17-1 0 0,-7-17-37 0 0,14 37 8 0 0,-17-47-29 0 0,0 0 0 0 0,0-1 0 0 0,1 1 1 0 0,-1-1-1 0 0,1 1 0 0 0,-1-1 0 0 0,1 0 1 0 0,0 0-1 0 0,0 0 0 0 0,0 0 0 0 0,0 0 1 0 0,1 0-1 0 0,-1 0 0 0 0,4 2 0 0 0,-5-4 21 0 0,0 0 1 0 0,0-1-1 0 0,-1 1 0 0 0,1 0 0 0 0,0 0 0 0 0,0 0 0 0 0,-1-1 1 0 0,1 1-1 0 0,0 0 0 0 0,0-1 0 0 0,-1 1 0 0 0,1-1 0 0 0,0 1 0 0 0,-1-1 1 0 0,1 1-1 0 0,-1-1 0 0 0,1 0 0 0 0,-1 1 0 0 0,1-1 0 0 0,-1 1 1 0 0,1-1-1 0 0,-1 0 0 0 0,1 0 0 0 0,-1 1 0 0 0,0-1 0 0 0,1 0 0 0 0,-1 0 1 0 0,0 1-1 0 0,1-3 0 0 0,9-27-64 0 0,-9 26 70 0 0,8-27 252 0 0,19-39-1 0 0,-25 62-159 0 0,1-1-1 0 0,1 1 1 0 0,0 0-1 0 0,0 0 1 0 0,0 1 0 0 0,1 0-1 0 0,0 0 1 0 0,1 0-1 0 0,10-8 1 0 0,-16 14-57 0 0,0 0 1 0 0,0 0-1 0 0,1 0 0 0 0,-1 1 1 0 0,0-1-1 0 0,1 0 1 0 0,-1 1-1 0 0,1-1 0 0 0,-1 1 1 0 0,1 0-1 0 0,-1-1 1 0 0,1 1-1 0 0,-1 0 0 0 0,1 0 1 0 0,-1 0-1 0 0,1 0 1 0 0,-1 0-1 0 0,1 0 0 0 0,-1 1 1 0 0,1-1-1 0 0,-1 0 1 0 0,1 1-1 0 0,-1-1 0 0 0,0 1 1 0 0,1-1-1 0 0,-1 1 1 0 0,0 0-1 0 0,1 0 0 0 0,-1-1 1 0 0,0 1-1 0 0,0 0 1 0 0,0 0-1 0 0,1 0 0 0 0,-1 1 1 0 0,0-1-1 0 0,-1 0 1 0 0,1 0-1 0 0,1 2 0 0 0,5 8 45 0 0,-1-1 1 0 0,0 1-1 0 0,0 1 0 0 0,3 11 0 0 0,5 8-88 0 0,12 6-569 0 0,-9-19-90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0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16 118 3681 0 0,'-6'-18'3433'0'0,"2"1"-1"0"0,-2-27 2758 0 0,6 43-6116 0 0,1 1 1 0 0,-1 0-1 0 0,0 0 1 0 0,0 0-1 0 0,0 0 1 0 0,1 0-1 0 0,-1 0 1 0 0,0 0-1 0 0,11 4 1350 0 0,9 11-431 0 0,2 9-536 0 0,0 2 1 0 0,-1 0-1 0 0,-2 1 1 0 0,19 34-1 0 0,-20-30-429 0 0,2-1-1 0 0,0-1 1 0 0,34 35 0 0 0,-56-67-13 0 0,0-1 1 0 0,0 1-1 0 0,0-1 1 0 0,0 0 0 0 0,1 1-1 0 0,0-1 1 0 0,0 0-1 0 0,0 0 1 0 0,0 0-1 0 0,0 0 1 0 0,1-6 0 0 0,-3-48-371 0 0,4 32 66 0 0,0 0-1 0 0,7-33 1 0 0,-7 49 256 0 0,1 0-1 0 0,1 1 1 0 0,0-1 0 0 0,1 0-1 0 0,0 1 1 0 0,0 0-1 0 0,0 0 1 0 0,12-15-1 0 0,-14 21 45 0 0,0 0 0 0 0,0 0 0 0 0,1 0 0 0 0,0 0 0 0 0,-1 1-1 0 0,1 0 1 0 0,0-1 0 0 0,0 1 0 0 0,0 0 0 0 0,0 0 0 0 0,1 1-1 0 0,-1-1 1 0 0,0 1 0 0 0,1-1 0 0 0,-1 1 0 0 0,1 0 0 0 0,-1 0 0 0 0,1 1-1 0 0,0-1 1 0 0,-1 1 0 0 0,1 0 0 0 0,0 0 0 0 0,0 0 0 0 0,-1 0-1 0 0,1 0 1 0 0,4 2 0 0 0,-2 0 21 0 0,0 1 1 0 0,0-1-1 0 0,0 1 1 0 0,0 0-1 0 0,-1 1 1 0 0,1 0-1 0 0,-1 0 1 0 0,0 0-1 0 0,0 0 1 0 0,0 1-1 0 0,-1 0 0 0 0,1 0 1 0 0,5 8-1 0 0,6 11 54 0 0,-1 0 0 0 0,-2 1 0 0 0,0 1 0 0 0,11 32 0 0 0,-17-46 246 0 0,-7-29 81 0 0,0-1-326 0 0,2 3-46 0 0,-1 0 1 0 0,2 0 0 0 0,0 0-1 0 0,1 0 1 0 0,0 1-1 0 0,1 0 1 0 0,1 0-1 0 0,0 0 1 0 0,1 0 0 0 0,1 1-1 0 0,14-20 1 0 0,-20 31-35 0 0,-1 0 1 0 0,0 1 0 0 0,1-1 0 0 0,-1 1-1 0 0,1-1 1 0 0,-1 1 0 0 0,1 0 0 0 0,0-1-1 0 0,-1 1 1 0 0,1 0 0 0 0,0 0 0 0 0,0 0-1 0 0,0 0 1 0 0,0 0 0 0 0,0 1-1 0 0,0-1 1 0 0,0 1 0 0 0,0-1 0 0 0,0 1-1 0 0,0 0 1 0 0,0 0 0 0 0,1-1 0 0 0,-1 2-1 0 0,0-1 1 0 0,0 0 0 0 0,0 0 0 0 0,0 1-1 0 0,0-1 1 0 0,0 1 0 0 0,0-1 0 0 0,0 1-1 0 0,0 0 1 0 0,0 0 0 0 0,0 0-1 0 0,0 0 1 0 0,2 2 0 0 0,5 4-124 0 0,-1 1 0 0 0,1 0 0 0 0,-1 1 1 0 0,-1 0-1 0 0,10 14 0 0 0,-3-5-646 0 0,-2-4-190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1.2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63 387 1840 0 0,'-1'-1'239'0'0,"1"0"-1"0"0,0 0 1 0 0,-1 0-1 0 0,1 0 1 0 0,0-1-1 0 0,0 1 1 0 0,-1 0-1 0 0,1 0 1 0 0,0 0-1 0 0,0-1 1 0 0,1 1-1 0 0,-1 0 1 0 0,0 0-1 0 0,0 0 1 0 0,1-1-1 0 0,-1 1 1 0 0,0 0-1 0 0,1 0 1 0 0,-1 0-1 0 0,1 0 0 0 0,-1 0 1 0 0,1 0-1 0 0,0 0 1 0 0,1-2-1 0 0,23-34 3054 0 0,-15 25-2495 0 0,-7 7-499 0 0,19-29 2205 0 0,28-56 0 0 0,-45 80-2233 0 0,-1 0-1 0 0,0 0 1 0 0,0-1 0 0 0,-1 1 0 0 0,-1-1 0 0 0,0 0 0 0 0,0 0-1 0 0,-1 0 1 0 0,0 0 0 0 0,-2-21 0 0 0,1 30-237 0 0,-1 1 0 0 0,1-1 1 0 0,0 0-1 0 0,0 0 0 0 0,-1 0 0 0 0,1 0 0 0 0,-1 0 1 0 0,0 1-1 0 0,0-1 0 0 0,1 0 0 0 0,-1 1 1 0 0,0-1-1 0 0,0 0 0 0 0,-1 1 0 0 0,1-1 0 0 0,0 1 1 0 0,0 0-1 0 0,-1-1 0 0 0,1 1 0 0 0,-1 0 1 0 0,1 0-1 0 0,-4-2 0 0 0,3 2-4 0 0,-1 1-1 0 0,1-1 1 0 0,-1 1-1 0 0,1 0 1 0 0,-1 0-1 0 0,1 0 1 0 0,-1 0 0 0 0,1 0-1 0 0,-1 0 1 0 0,1 1-1 0 0,-1-1 1 0 0,1 1-1 0 0,-1-1 1 0 0,-4 3 0 0 0,-2 1-12 0 0,-1 1 0 0 0,1 1 0 0 0,-1-1 1 0 0,2 1-1 0 0,-1 1 0 0 0,-15 14 1 0 0,17-14-11 0 0,0 1 0 0 0,1-1 1 0 0,0 1-1 0 0,0 1 0 0 0,1-1 1 0 0,0 1-1 0 0,0 0 0 0 0,-3 10 1 0 0,7-16-36 0 0,0 0 1 0 0,0 0 0 0 0,1 0-1 0 0,-1 0 1 0 0,1 0 0 0 0,-1 1-1 0 0,1-1 1 0 0,0 0 0 0 0,0 0-1 0 0,1 0 1 0 0,-1 0 0 0 0,1 0-1 0 0,0 0 1 0 0,-1 0 0 0 0,1 0-1 0 0,0 0 1 0 0,1 0 0 0 0,-1 0 0 0 0,1 0-1 0 0,-1 0 1 0 0,1-1 0 0 0,0 1-1 0 0,0-1 1 0 0,0 1 0 0 0,0-1-1 0 0,0 0 1 0 0,0 0 0 0 0,1 0-1 0 0,4 3 1 0 0,2 1-522 0 0,0-2-1 0 0,0 1 1 0 0,0-1-1 0 0,1-1 1 0 0,0 1-1 0 0,0-2 1 0 0,0 1-1 0 0,0-1 1 0 0,16 1 0 0 0,3-2-5158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1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65 216 2304 0 0,'16'-11'489'0'0,"-1"0"0"0"0,-1-1 0 0 0,0 0 0 0 0,16-18 0 0 0,-24 24 101 0 0,-1-1-1 0 0,0 0 1 0 0,0 0 0 0 0,-1 0 0 0 0,0 0 0 0 0,0-1-1 0 0,0 1 1 0 0,-1-1 0 0 0,0 0 0 0 0,-1 0 0 0 0,3-16 0 0 0,-5 23-463 0 0,1 0 1 0 0,-1-1 0 0 0,0 1 0 0 0,0 0 0 0 0,0-1 0 0 0,0 1 0 0 0,0 0-1 0 0,0-1 1 0 0,0 1 0 0 0,0 0 0 0 0,0-1 0 0 0,-1 1 0 0 0,1 0 0 0 0,-1 0 0 0 0,1-1-1 0 0,-1 1 1 0 0,1 0 0 0 0,-1 0 0 0 0,0 0 0 0 0,1 0 0 0 0,-1 0 0 0 0,0-1 0 0 0,0 2-1 0 0,-2-3 1 0 0,2 2 27 0 0,-1 1-1 0 0,0-1 1 0 0,1 1-1 0 0,-1 0 1 0 0,0-1 0 0 0,1 1-1 0 0,-1 0 1 0 0,0 0-1 0 0,1 0 1 0 0,-1 0-1 0 0,0 0 1 0 0,1 1-1 0 0,-1-1 1 0 0,0 0-1 0 0,1 1 1 0 0,-3 0-1 0 0,-5 3 271 0 0,0 0 0 0 0,0 0-1 0 0,0 1 1 0 0,1 0-1 0 0,-11 9 1 0 0,8-5-306 0 0,0 1 1 0 0,1 0-1 0 0,0 1 0 0 0,1 0 1 0 0,0 0-1 0 0,1 1 1 0 0,-12 22-1 0 0,18-31-122 0 0,1 0 1 0 0,-1 0-1 0 0,1 1 1 0 0,-1-1-1 0 0,1 0 0 0 0,0 1 1 0 0,1-1-1 0 0,-1 1 0 0 0,0-1 1 0 0,1 1-1 0 0,0 0 0 0 0,0-1 1 0 0,0 1-1 0 0,0-1 0 0 0,1 1 1 0 0,-1-1-1 0 0,1 1 0 0 0,0-1 1 0 0,0 1-1 0 0,0-1 1 0 0,1 0-1 0 0,-1 1 0 0 0,1-1 1 0 0,0 0-1 0 0,0 0 0 0 0,0 0 1 0 0,0 0-1 0 0,0 0 0 0 0,0-1 1 0 0,1 1-1 0 0,0-1 0 0 0,-1 1 1 0 0,1-1-1 0 0,0 0 0 0 0,0 0 1 0 0,3 1-1 0 0,-4-2-31 0 0,0 0 0 0 0,0 0 0 0 0,0 0 0 0 0,0 0 0 0 0,1 0-1 0 0,-1-1 1 0 0,0 1 0 0 0,0-1 0 0 0,0 0 0 0 0,0 1 0 0 0,1-1 0 0 0,-1 0-1 0 0,0-1 1 0 0,0 1 0 0 0,0 0 0 0 0,0 0 0 0 0,1-1 0 0 0,-1 1 0 0 0,0-1 0 0 0,0 0-1 0 0,0 0 1 0 0,0 0 0 0 0,0 0 0 0 0,0 0 0 0 0,0 0 0 0 0,-1 0 0 0 0,1-1 0 0 0,2-1-1 0 0,4-5 54 0 0,0 0-1 0 0,0-1 0 0 0,-1 0 0 0 0,9-13 0 0 0,3-5 1116 0 0,-18 26-1107 0 0,-1 1 0 0 0,0 0 0 0 0,1-1 0 0 0,-1 1 0 0 0,1-1 0 0 0,-1 1 0 0 0,0 0 0 0 0,1-1-1 0 0,-1 1 1 0 0,1 0 0 0 0,-1-1 0 0 0,1 1 0 0 0,-1 0 0 0 0,1 0 0 0 0,0-1 0 0 0,-1 1 0 0 0,1 0 0 0 0,-1 0 0 0 0,1 0 0 0 0,-1 0 0 0 0,1 0 0 0 0,0 0 0 0 0,-1 0 0 0 0,1 0 0 0 0,-1 0 0 0 0,1 0 0 0 0,-1 0 0 0 0,1 0 0 0 0,-1 1-1 0 0,1-1 1 0 0,0 0 0 0 0,-1 0 0 0 0,1 1 0 0 0,-1-1 0 0 0,1 0 0 0 0,-1 0 0 0 0,1 1 0 0 0,-1-1 0 0 0,0 1 0 0 0,1-1 0 0 0,-1 0 0 0 0,1 1 0 0 0,-1-1 0 0 0,0 1 0 0 0,1-1 0 0 0,-1 1 0 0 0,0-1 0 0 0,1 2 0 0 0,16 33-39 0 0,-9-17-26 0 0,-4-12-503 0 0,1 0 1 0 0,-1 0-1 0 0,1-1 0 0 0,10 10 1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2.2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79 2761 0 0,'-6'-31'1411'0'0,"5"24"803"0"0,-1 0 0 0 0,1-1 0 0 0,-1 1 0 0 0,-5-12 0 0 0,8 32 2414 0 0,-3 18-3511 0 0,0-6-767 0 0,3-8-196 0 0,0 0 0 0 0,1 0 0 0 0,0-1 0 0 0,6 20 0 0 0,-6-29-117 0 0,0-1 1 0 0,0 1-1 0 0,0-1 1 0 0,1 0-1 0 0,0 0 1 0 0,0 0-1 0 0,1 0 1 0 0,-1-1-1 0 0,1 1 1 0 0,0-1-1 0 0,1 0 1 0 0,-1 0-1 0 0,9 6 1 0 0,-12-10-18 0 0,0-1 0 0 0,0 1 1 0 0,0-1-1 0 0,0 0 1 0 0,0 0-1 0 0,0 1 0 0 0,0-1 1 0 0,0 0-1 0 0,0 0 1 0 0,0 0-1 0 0,0 0 1 0 0,0 0-1 0 0,0 0 0 0 0,0 0 1 0 0,0 0-1 0 0,0 0 1 0 0,0-1-1 0 0,0 1 1 0 0,0 0-1 0 0,0-1 0 0 0,0 1 1 0 0,0 0-1 0 0,-1-1 1 0 0,1 1-1 0 0,0-1 1 0 0,0 0-1 0 0,0 1 0 0 0,-1-1 1 0 0,1 0-1 0 0,0 1 1 0 0,-1-1-1 0 0,1 0 0 0 0,0 0 1 0 0,0-1 513 0 0,0 3-698 0 0,0 1 159 0 0,0-1 0 0 0,0 0 0 0 0,0 0 0 0 0,0 0 0 0 0,0 0 0 0 0,1 0 0 0 0,-1 0 0 0 0,0 0 0 0 0,1 0 0 0 0,-1-1 0 0 0,3 2-1 0 0,-3-2 3 0 0,1 1 0 0 0,-1 0 0 0 0,1 0 0 0 0,-1-1 0 0 0,0 1 0 0 0,1 0 0 0 0,-1 0-1 0 0,0 0 1 0 0,0 0 0 0 0,1 1 0 0 0,-1-1 0 0 0,0 0 0 0 0,0 0 0 0 0,0 1 0 0 0,0-1-1 0 0,1 3 1 0 0,-4 4-2380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2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169 142 920 0 0,'-2'-4'514'0'0,"1"-1"0"0"0,0 1 0 0 0,0-1-1 0 0,1 0 1 0 0,-1 1 0 0 0,1-1 0 0 0,0 0 0 0 0,0 1-1 0 0,1-1 1 0 0,-1 1 0 0 0,1-1 0 0 0,0 0 0 0 0,2-4-1 0 0,-2 5 43 0 0,0-1-1 0 0,0 1 1 0 0,0-1 0 0 0,0 0-1 0 0,-1 1 1 0 0,0-1-1 0 0,0 0 1 0 0,0 1 0 0 0,0-1-1 0 0,-1 1 1 0 0,0-1-1 0 0,0 0 1 0 0,-1-4-1 0 0,1 9-438 0 0,1-1-1 0 0,-1 1 0 0 0,1 0 0 0 0,-1-1 0 0 0,1 1 0 0 0,-1 0 1 0 0,0 0-1 0 0,1-1 0 0 0,-1 1 0 0 0,1 0 0 0 0,-1 0 1 0 0,0 0-1 0 0,1 0 0 0 0,-1 0 0 0 0,1 0 0 0 0,-1 0 0 0 0,0 0 1 0 0,1 0-1 0 0,-1 0 0 0 0,1 0 0 0 0,-1 0 0 0 0,0 0 1 0 0,1 1-1 0 0,-1-1 0 0 0,1 0 0 0 0,-1 0 0 0 0,1 1 0 0 0,-1-1 1 0 0,0 0-1 0 0,1 1 0 0 0,0-1 0 0 0,-1 1 0 0 0,1-1 1 0 0,-1 0-1 0 0,1 1 0 0 0,-1 0 0 0 0,-23 20 196 0 0,20-18-42 0 0,-11 10-17 0 0,2-2-136 0 0,-1 1 0 0 0,2 1 0 0 0,0-1 0 0 0,0 2 0 0 0,1 0 1 0 0,-16 27-1 0 0,26-40-118 0 0,1 1 1 0 0,-1-1 0 0 0,1 1-1 0 0,-1-1 1 0 0,1 1 0 0 0,0-1 0 0 0,0 1-1 0 0,0-1 1 0 0,-1 1 0 0 0,2 0-1 0 0,-1-1 1 0 0,0 1 0 0 0,0-1 0 0 0,0 1-1 0 0,1-1 1 0 0,-1 1 0 0 0,1-1-1 0 0,-1 1 1 0 0,1-1 0 0 0,-1 0-1 0 0,1 1 1 0 0,0-1 0 0 0,0 0 0 0 0,0 1-1 0 0,0-1 1 0 0,0 0 0 0 0,0 0-1 0 0,0 0 1 0 0,0 0 0 0 0,0 0-1 0 0,0 0 1 0 0,1 0 0 0 0,-1 0 0 0 0,0 0-1 0 0,3 0 1 0 0,7 5-91 0 0,-1-1 1 0 0,1-1-1 0 0,21 6 0 0 0,-12-3-23 0 0,-9-3 97 0 0,0 0 0 0 0,-1 1 0 0 0,1 0 0 0 0,-1 0 1 0 0,0 1-1 0 0,10 9 0 0 0,-18-13 18 0 0,0 0 0 0 0,0 0 1 0 0,0 0-1 0 0,0 0 0 0 0,0 0 1 0 0,-1 0-1 0 0,1 1 0 0 0,-1-1 0 0 0,1 0 1 0 0,-1 1-1 0 0,0 0 0 0 0,0-1 0 0 0,0 1 1 0 0,0-1-1 0 0,-1 1 0 0 0,1 0 0 0 0,-1 0 1 0 0,0-1-1 0 0,1 1 0 0 0,-1 0 0 0 0,0 0 1 0 0,-1-1-1 0 0,1 1 0 0 0,0 0 0 0 0,-1 0 1 0 0,0-1-1 0 0,1 1 0 0 0,-1 0 0 0 0,0-1 1 0 0,-1 1-1 0 0,0 2 0 0 0,-3 3 65 0 0,0-1 0 0 0,0 0-1 0 0,0 0 1 0 0,-1-1 0 0 0,0 0 0 0 0,-1 1-1 0 0,1-2 1 0 0,-1 1 0 0 0,0-1 0 0 0,0 0-1 0 0,-1-1 1 0 0,-13 7 0 0 0,-30 7-2693 0 0,41-19-1386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3.1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3225 0 0,'12'6'15807'0'0,"-5"17"-10988"0"0,-2 35-7112 0 0,-4-45 3835 0 0,0 3-1497 0 0,1 1 0 0 0,0-1 0 0 0,2 0 1 0 0,6 19-1 0 0,-9-30-40 0 0,0-1 0 0 0,1 0 1 0 0,0 0-1 0 0,0 0 0 0 0,0 0 1 0 0,0 0-1 0 0,1-1 0 0 0,-1 1 0 0 0,1-1 1 0 0,0 1-1 0 0,0-1 0 0 0,0 0 1 0 0,1 0-1 0 0,-1-1 0 0 0,1 1 1 0 0,-1 0-1 0 0,1-1 0 0 0,0 0 0 0 0,0 0 1 0 0,8 2-1 0 0,-10-3-9 0 0,1-1 1 0 0,-1 0-1 0 0,1 0 1 0 0,-1-1-1 0 0,0 1 0 0 0,1 0 1 0 0,-1-1-1 0 0,1 1 1 0 0,-1-1-1 0 0,0 0 0 0 0,1 0 1 0 0,-1 0-1 0 0,0 0 0 0 0,0 0 1 0 0,0-1-1 0 0,0 1 1 0 0,0 0-1 0 0,0-1 0 0 0,0 0 1 0 0,0 1-1 0 0,-1-1 1 0 0,1 0-1 0 0,-1 0 0 0 0,1 0 1 0 0,-1 0-1 0 0,0 0 1 0 0,0 0-1 0 0,2-3 0 0 0,3-7-27 0 0,0-1 1 0 0,-1 1-1 0 0,6-22 0 0 0,-4 12 19 0 0,-3 6 5 0 0,0 0 0 0 0,1 0 1 0 0,1 1-1 0 0,0-1 0 0 0,1 1 0 0 0,13-19 0 0 0,-20 34 8 0 0,0 0 0 0 0,1-1 0 0 0,-1 1-1 0 0,0 0 1 0 0,0 0 0 0 0,0-1 0 0 0,1 1 0 0 0,-1 0 0 0 0,0 0 0 0 0,0 0-1 0 0,0 0 1 0 0,1 0 0 0 0,-1-1 0 0 0,0 1 0 0 0,1 0 0 0 0,-1 0 0 0 0,0 0-1 0 0,0 0 1 0 0,1 0 0 0 0,-1 0 0 0 0,0 0 0 0 0,0 0 0 0 0,1 0 0 0 0,-1 0-1 0 0,0 0 1 0 0,1 0 0 0 0,-1 0 0 0 0,0 0 0 0 0,0 0 0 0 0,1 0 0 0 0,-1 0 0 0 0,0 0-1 0 0,1 1 1 0 0,-1-1 0 0 0,10 11 72 0 0,8 24 92 0 0,-13-23-126 0 0,5 5 28 0 0,-1 0 0 0 0,2 0 0 0 0,19 22 0 0 0,-24-33-458 0 0,-1 0-1 0 0,1 0 1 0 0,1 0 0 0 0,-1-1-1 0 0,1 0 1 0 0,0-1-1 0 0,0 1 1 0 0,0-1-1 0 0,1 0 1 0 0,-1-1-1 0 0,9 3 1 0 0,-13-6-315 0 0,-1 1 1 0 0,1-1 0 0 0,-1 1 0 0 0,1-1-1 0 0,-1 0 1 0 0,1 0 0 0 0,-1 0 0 0 0,1 0-1 0 0,-1 0 1 0 0,0-1 0 0 0,1 1 0 0 0,-1-1-1 0 0,1 1 1 0 0,-1-1 0 0 0,0 0 0 0 0,1 0-1 0 0,3-2 1 0 0,-3-5 486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3.5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0 246 5529 0 0,'10'-3'1354'0'0,"0"1"-1"0"0,0 0 0 0 0,0 1 0 0 0,0 0 1 0 0,0 0-1 0 0,0 1 0 0 0,15 2 1 0 0,-21-2-1110 0 0,0 1 0 0 0,0-1-1 0 0,-1 1 1 0 0,1 0 0 0 0,0-1 0 0 0,0 2 0 0 0,0-1 0 0 0,-1 0 0 0 0,1 1-1 0 0,-1 0 1 0 0,1 0 0 0 0,-1 0 0 0 0,0 0 0 0 0,0 0 0 0 0,0 1 0 0 0,0-1 0 0 0,0 1-1 0 0,0 0 1 0 0,-1 0 0 0 0,1 0 0 0 0,-1 0 0 0 0,2 4 0 0 0,3 9 512 0 0,-5-9 256 0 0,-8-16-542 0 0,3 4-500 0 0,1 0 64 0 0,-1-1 0 0 0,1 1-1 0 0,0-1 1 0 0,0 1-1 0 0,1-1 1 0 0,0 0 0 0 0,0 0-1 0 0,0 1 1 0 0,0-1 0 0 0,1 0-1 0 0,0 0 1 0 0,1 0 0 0 0,-1 0-1 0 0,1 0 1 0 0,0 0 0 0 0,0 1-1 0 0,1-1 1 0 0,0 0 0 0 0,4-10-1 0 0,1 3-147 0 0,0-1-1 0 0,0 0 0 0 0,1 1 1 0 0,1 1-1 0 0,0 0 0 0 0,15-15 1 0 0,-16 18-495 0 0,1 1-1 0 0,0 0 1 0 0,1 0 0 0 0,0 1-1 0 0,0 0 1 0 0,19-9 0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4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85 3681 0 0,'-3'13'135'0'0,"-5"34"3275"0"0,8-45-3074 0 0,0 0 1 0 0,-1 0-1 0 0,1-1 1 0 0,0 1 0 0 0,0 0-1 0 0,1-1 1 0 0,-1 1-1 0 0,0 0 1 0 0,1 0 0 0 0,-1-1-1 0 0,1 1 1 0 0,-1-1-1 0 0,1 1 1 0 0,0 0-1 0 0,0-1 1 0 0,-1 1 0 0 0,1-1-1 0 0,0 1 1 0 0,0-1-1 0 0,1 0 1 0 0,-1 0 0 0 0,2 2-1 0 0,-2-2-201 0 0,0-1 1 0 0,0 0-1 0 0,0 0 0 0 0,0 0 0 0 0,1 0 1 0 0,-1 0-1 0 0,0 0 0 0 0,0 0 0 0 0,0 0 1 0 0,0 0-1 0 0,0 0 0 0 0,0-1 0 0 0,0 1 1 0 0,0 0-1 0 0,0-1 0 0 0,0 1 0 0 0,0-1 1 0 0,0 1-1 0 0,0-1 0 0 0,0 1 1 0 0,0-1-1 0 0,0 0 0 0 0,0 0 0 0 0,0 1 1 0 0,-1-1-1 0 0,1 0 0 0 0,0 0 0 0 0,-1 0 1 0 0,1 0-1 0 0,0-1 0 0 0,19-29 716 0 0,-14 17-736 0 0,-2-1 0 0 0,0 1 0 0 0,0-1-1 0 0,-2 1 1 0 0,1-1 0 0 0,-2 0 0 0 0,0-21 0 0 0,-1 42-119 0 0,0 1 1 0 0,1 0-1 0 0,0 0 1 0 0,0-1 0 0 0,0 1-1 0 0,1-1 1 0 0,0 1-1 0 0,0-1 1 0 0,1 1-1 0 0,0-1 1 0 0,6 10-1 0 0,-6-13-75 0 0,-1 0 0 0 0,1 1-1 0 0,0-1 1 0 0,0 0 0 0 0,0-1-1 0 0,0 1 1 0 0,0 0 0 0 0,1-1-1 0 0,0 0 1 0 0,-1 0 0 0 0,1 0 0 0 0,0 0-1 0 0,0-1 1 0 0,0 1 0 0 0,0-1-1 0 0,0 0 1 0 0,0 0 0 0 0,0-1-1 0 0,0 1 1 0 0,9-1 0 0 0,-10 0 8 0 0,0 0-1 0 0,0 0 1 0 0,1-1 0 0 0,-1 0 0 0 0,0 0 0 0 0,0 0 0 0 0,0 0-1 0 0,0 0 1 0 0,0 0 0 0 0,0-1 0 0 0,0 1 0 0 0,0-1 0 0 0,0 0 0 0 0,-1 0-1 0 0,1 0 1 0 0,-1 0 0 0 0,0-1 0 0 0,1 1 0 0 0,-1-1 0 0 0,2-3-1 0 0,28-24 1523 0 0,-31 30-1434 0 0,0-1 0 0 0,0 0 0 0 0,0 1 0 0 0,0 0 1 0 0,0-1-1 0 0,0 1 0 0 0,0 0 0 0 0,0-1 0 0 0,0 1 0 0 0,0 0 1 0 0,0 0-1 0 0,1 0 0 0 0,-1 0 0 0 0,0 0 0 0 0,0 0 1 0 0,0 0-1 0 0,0 1 0 0 0,0-1 0 0 0,0 0 0 0 0,0 0 0 0 0,0 1 1 0 0,0-1-1 0 0,0 1 0 0 0,0-1 0 0 0,0 1 0 0 0,0-1 0 0 0,0 1 1 0 0,0 0-1 0 0,0-1 0 0 0,-1 1 0 0 0,1 0 0 0 0,0 0 0 0 0,0 0 1 0 0,-1 0-1 0 0,1-1 0 0 0,-1 1 0 0 0,1 0 0 0 0,0 2 0 0 0,4 6 219 0 0,0 0-1 0 0,0 1 0 0 0,4 13 0 0 0,0-3-60 0 0,3-4-81 0 0,-11-15-85 0 0,-1-1 1 0 0,1 0-1 0 0,-1 0 0 0 0,1 0 1 0 0,-1 0-1 0 0,1 1 0 0 0,-1-1 1 0 0,1 0-1 0 0,-1 0 0 0 0,1 0 1 0 0,-1 0-1 0 0,1 0 1 0 0,-1 0-1 0 0,1 0 0 0 0,-1 0 1 0 0,0 0-1 0 0,1-1 0 0 0,-1 1 1 0 0,1 0-1 0 0,-1 0 0 0 0,1 0 1 0 0,-1 0-1 0 0,1-1 0 0 0,2-2 55 0 0,0 0 0 0 0,0 0-1 0 0,0 0 1 0 0,-1 0-1 0 0,1 0 1 0 0,-1 0-1 0 0,2-5 1 0 0,8-10 54 0 0,0 3-117 0 0,1 0 1 0 0,25-23-1 0 0,-33 33 14 0 0,1 1-1 0 0,-1-1 0 0 0,1 1 1 0 0,0 0-1 0 0,0 1 0 0 0,0-1 1 0 0,1 1-1 0 0,-1 1 1 0 0,1-1-1 0 0,13-2 0 0 0,-19 5 3 0 0,1 0 0 0 0,0 0 0 0 0,0 0 0 0 0,0 1 0 0 0,0-1 0 0 0,0 1 0 0 0,0-1 0 0 0,-1 1 0 0 0,1 0 0 0 0,0 0 0 0 0,0 0 0 0 0,-1 0 0 0 0,1 0 0 0 0,-1 0 0 0 0,1 0 0 0 0,-1 0 0 0 0,1 1 0 0 0,-1-1 0 0 0,0 1 0 0 0,0-1 0 0 0,1 1 0 0 0,-1-1 0 0 0,0 1 0 0 0,0 0 0 0 0,1 3 0 0 0,4 7 54 0 0,-1 1-1 0 0,6 22 1 0 0,-4-13-35 0 0,4 11-35 0 0,-7-21-748 0 0,0 0 0 0 0,0-1 1 0 0,12 21-1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4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5529 0 0,'0'-9'1012'0'0,"0"0"167"0"0,-1-1 0 0 0,2 0 0 0 0,0 1 0 0 0,0-1 0 0 0,0 1 0 0 0,5-14-1 0 0,-5 21-975 0 0,0 0-1 0 0,-1 1 0 0 0,1-1 0 0 0,0 0 1 0 0,0 1-1 0 0,1-1 0 0 0,-1 1 0 0 0,0-1 0 0 0,0 1 1 0 0,1 0-1 0 0,-1-1 0 0 0,1 1 0 0 0,-1 0 1 0 0,1 0-1 0 0,2-1 0 0 0,-1 1-20 0 0,0 0 0 0 0,0 0 0 0 0,-1 1 1 0 0,1-1-1 0 0,0 1 0 0 0,0 0 0 0 0,0 0 0 0 0,-1 0 0 0 0,1 0 0 0 0,0 0 1 0 0,0 1-1 0 0,0-1 0 0 0,4 2 0 0 0,-4-1-82 0 0,-1 1 0 0 0,1-1 0 0 0,-1 0 0 0 0,1 1 0 0 0,-1-1-1 0 0,0 1 1 0 0,0 0 0 0 0,0 0 0 0 0,0 0 0 0 0,0 0 0 0 0,0 0 0 0 0,0 0 0 0 0,-1 1 0 0 0,1-1-1 0 0,-1 0 1 0 0,1 1 0 0 0,-1-1 0 0 0,0 1 0 0 0,1 3 0 0 0,3 10-16 0 0,0-1 0 0 0,2 21 0 0 0,-1-8 1 0 0,17 45-43 0 0,-11-43-6466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5.4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0 247 5065 0 0,'3'-1'362'0'0,"1"0"0"0"0,-1 0 0 0 0,0 0 0 0 0,1 0 0 0 0,-1-1 0 0 0,0 1 0 0 0,0-1 0 0 0,0 1 0 0 0,0-1 0 0 0,0 0 0 0 0,0-1 0 0 0,-1 1 0 0 0,1 0 0 0 0,-1-1 0 0 0,3-3 0 0 0,32-43 3752 0 0,-29 36-3701 0 0,-1-1 0 0 0,-1 0 0 0 0,6-18 0 0 0,-9 25-180 0 0,-1 0 0 0 0,0 0-1 0 0,-1 0 1 0 0,0 0 0 0 0,0-1-1 0 0,-1 1 1 0 0,1 0 0 0 0,-3-14-1 0 0,2 20-173 0 0,1 1-1 0 0,-1-1 0 0 0,0 1 1 0 0,0-1-1 0 0,0 0 1 0 0,-1 1-1 0 0,1-1 0 0 0,0 1 1 0 0,0-1-1 0 0,0 0 0 0 0,0 1 1 0 0,0-1-1 0 0,-1 1 1 0 0,1-1-1 0 0,0 1 0 0 0,-1-1 1 0 0,1 1-1 0 0,0-1 0 0 0,-1 1 1 0 0,1-1-1 0 0,0 1 0 0 0,-1-1 1 0 0,1 1-1 0 0,-1 0 1 0 0,1-1-1 0 0,-1 1 0 0 0,1 0 1 0 0,-1-1-1 0 0,1 1 0 0 0,-1 0 1 0 0,0 0-1 0 0,1 0 1 0 0,-1-1-1 0 0,1 1 0 0 0,-1 0 1 0 0,0 0-1 0 0,-1 1-11 0 0,1-1 0 0 0,-1 1 0 0 0,1 0 0 0 0,0 0 0 0 0,-1 0 0 0 0,1 0 0 0 0,-1 0 0 0 0,1 0 1 0 0,0 0-1 0 0,0 0 0 0 0,0 0 0 0 0,-2 3 0 0 0,-25 42-361 0 0,26-40 295 0 0,1 0-1 0 0,0 0 1 0 0,0 0 0 0 0,1 0-1 0 0,0 0 1 0 0,0 0 0 0 0,0 1-1 0 0,0-1 1 0 0,1 0 0 0 0,0 0-1 0 0,1 0 1 0 0,-1 0 0 0 0,1 0-1 0 0,5 10 1 0 0,-6-13-32 0 0,0-1-1 0 0,0 0 1 0 0,0 0 0 0 0,0 1-1 0 0,0-1 1 0 0,1 0 0 0 0,-1 0-1 0 0,1 0 1 0 0,-1 0 0 0 0,1 0-1 0 0,0-1 1 0 0,0 1 0 0 0,0-1-1 0 0,0 1 1 0 0,0-1 0 0 0,0 1-1 0 0,0-1 1 0 0,0 0 0 0 0,1 0-1 0 0,-1 0 1 0 0,0 0 0 0 0,1 0-1 0 0,-1-1 1 0 0,1 1-1 0 0,-1-1 1 0 0,1 0 0 0 0,-1 0-1 0 0,0 1 1 0 0,1-1 0 0 0,-1-1-1 0 0,1 1 1 0 0,-1 0 0 0 0,1-1-1 0 0,-1 1 1 0 0,1-1 0 0 0,-1 0-1 0 0,0 0 1 0 0,4-1 0 0 0,2-3-24 0 0,-1 0 0 0 0,0-1 1 0 0,0 0-1 0 0,-1 0 0 0 0,0 0 0 0 0,0-1 1 0 0,0 0-1 0 0,-1 0 0 0 0,0 0 1 0 0,7-14-1 0 0,-7 12 453 0 0,1 0 0 0 0,-1 0 0 0 0,1 1 0 0 0,1 0 0 0 0,-1 0 0 0 0,1 1 0 0 0,14-11 0 0 0,-20 17-334 0 0,0 1 0 0 0,-1 0 0 0 0,1 0 0 0 0,0 0 0 0 0,-1 0 0 0 0,1 0 0 0 0,-1 0 0 0 0,1 0 0 0 0,0 0 0 0 0,-1 0 0 0 0,1 1 0 0 0,0-1 0 0 0,-1 0 0 0 0,1 0 0 0 0,0 0 0 0 0,-1 1 0 0 0,1-1 0 0 0,-1 0 0 0 0,1 1 0 0 0,-1-1 0 0 0,1 0 0 0 0,-1 1 0 0 0,1-1 0 0 0,-1 1 0 0 0,1-1 1 0 0,-1 1-1 0 0,1-1 0 0 0,-1 1 0 0 0,0-1 0 0 0,1 1 0 0 0,-1 0 0 0 0,0-1 0 0 0,0 1 0 0 0,1-1 0 0 0,-1 2 0 0 0,14 27 61 0 0,-11-22-3 0 0,2 4-94 0 0,1 0 0 0 0,0 0 0 0 0,0 0 0 0 0,1-1 0 0 0,1 0 0 0 0,0-1-1 0 0,15 15 1 0 0,-21-22-20 0 0,1 1 0 0 0,0-1-1 0 0,-1 0 1 0 0,1-1-1 0 0,0 1 1 0 0,0 0-1 0 0,0-1 1 0 0,0 0-1 0 0,0 0 1 0 0,1 0-1 0 0,-1 0 1 0 0,0 0-1 0 0,0-1 1 0 0,1 1 0 0 0,-1-1-1 0 0,0 0 1 0 0,1 0-1 0 0,-1 0 1 0 0,0 0-1 0 0,1-1 1 0 0,-1 1-1 0 0,0-1 1 0 0,0 0-1 0 0,1 0 1 0 0,-1 0 0 0 0,0 0-1 0 0,0-1 1 0 0,0 1-1 0 0,0-1 1 0 0,0 0-1 0 0,-1 0 1 0 0,1 0-1 0 0,3-3 1 0 0,4-5-178 0 0,0 0 0 0 0,-1-1 0 0 0,0 1 0 0 0,7-14 0 0 0,-8 13 4 0 0,-1 0 0 0 0,1 1 0 0 0,1 0 0 0 0,14-13-1 0 0,-22 23 177 0 0,-1 0 0 0 0,0 0 0 0 0,1 0 0 0 0,-1 0 0 0 0,1-1 0 0 0,-1 1 0 0 0,1 0-1 0 0,-1 0 1 0 0,1 0 0 0 0,-1 0 0 0 0,0 0 0 0 0,1 0 0 0 0,-1 1 0 0 0,1-1-1 0 0,-1 0 1 0 0,1 0 0 0 0,-1 0 0 0 0,1 0 0 0 0,-1 0 0 0 0,0 1 0 0 0,1-1 0 0 0,-1 0-1 0 0,1 0 1 0 0,-1 1 0 0 0,0-1 0 0 0,1 0 0 0 0,-1 0 0 0 0,0 1 0 0 0,1-1 0 0 0,-1 0-1 0 0,0 1 1 0 0,1 0 0 0 0,13 18-1504 0 0,-3-5-1485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5.6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32 6913 0 0,'-24'-32'9657'0'0,"24"33"-9476"0"0,-10 16 2943 0 0,6-3-2785 0 0,1-1 0 0 0,0 0 0 0 0,1 1 0 0 0,1 0 0 0 0,0-1 0 0 0,1 1 0 0 0,0 0 0 0 0,1-1 0 0 0,5 27 0 0 0,5 5-122 0 0,28 71-1 0 0,-23-72-85 0 0,13 57 0 0 0,-9 39-1888 0 0,-18-103-6195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5.8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16 173 9674 0 0,'-3'-4'225'0'0,"1"-1"-1"0"0,0 0 1 0 0,0 1-1 0 0,1-1 1 0 0,-1 0 0 0 0,1 0-1 0 0,0 0 1 0 0,0 0-1 0 0,1 0 1 0 0,-1 0 0 0 0,1-1-1 0 0,0 1 1 0 0,1 0-1 0 0,0-5 1 0 0,0 6-56 0 0,0 0 0 0 0,0 0-1 0 0,1 1 1 0 0,-1-1 0 0 0,1 1 0 0 0,0-1 0 0 0,0 1 0 0 0,0 0-1 0 0,0 0 1 0 0,1 0 0 0 0,-1 0 0 0 0,1 0 0 0 0,0 0 0 0 0,-1 0-1 0 0,1 1 1 0 0,1 0 0 0 0,-1-1 0 0 0,0 1 0 0 0,5-2 0 0 0,3-1-900 0 0,1 0 0 0 0,0 1 1 0 0,-1 0-1 0 0,2 1 1 0 0,-1 0-1 0 0,0 1 1 0 0,0 1-1 0 0,14-1 1 0 0,-5 1 679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6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182 0 3225 0 0,'-25'24'8210'0'0,"-45"48"-3555"0"0,55-57-3629 0 0,6-6-647 0 0,0 1 0 0 0,0 0 0 0 0,1 0 0 0 0,0 1 0 0 0,1 0-1 0 0,-7 14 1 0 0,13-22-308 0 0,-1 0 0 0 0,1 0-1 0 0,0 0 1 0 0,1 0-1 0 0,-1 0 1 0 0,0 0 0 0 0,1 1-1 0 0,0-1 1 0 0,0 0-1 0 0,0 0 1 0 0,0 1 0 0 0,0-1-1 0 0,0 0 1 0 0,1 0-1 0 0,0 0 1 0 0,0 0-1 0 0,0 0 1 0 0,0 1 0 0 0,0-1-1 0 0,0-1 1 0 0,1 1-1 0 0,-1 0 1 0 0,1 0 0 0 0,0-1-1 0 0,0 1 1 0 0,0-1-1 0 0,0 1 1 0 0,1-1 0 0 0,-1 0-1 0 0,5 4 1 0 0,23 15-132 0 0,-21-16 420 0 0,0 2 1 0 0,0 0-1 0 0,0 0 0 0 0,9 10 1 0 0,-16-15-552 0 0,0 1 0 0 0,0 0 0 0 0,0-1-1 0 0,0 1 1 0 0,-1 0 0 0 0,0 0 0 0 0,3 6 0 0 0,-4-7-293 0 0,1 1-1 0 0,-1 0 1 0 0,1 0 0 0 0,-1-1-1 0 0,0 1 1 0 0,0 0-1 0 0,0-1 1 0 0,-1 1 0 0 0,1 0-1 0 0,-2 4 1 0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06.2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 12443 0 0,'-9'-1'544'0'0,"3"1"128"0"0,2 0-544 0 0,1 0-128 0 0,2 0 0 0 0,0 0 120 0 0,-1 1-8 0 0,1-1 0 0 0,-2 2 0 0 0,2-1-112 0 0,-3-4 0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6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200 237 2761 0 0,'-6'-7'528'0'0,"1"0"1"0"0,0 0-1 0 0,1 0 1 0 0,-6-11-1 0 0,-3-6 481 0 0,6 12-177 0 0,-1 0-1 0 0,-1 1 1 0 0,0 0-1 0 0,0 0 1 0 0,-12-10-1 0 0,20 20-660 0 0,-1-1 0 0 0,1 1 0 0 0,-1-1 0 0 0,0 1-1 0 0,1 0 1 0 0,-1 0 0 0 0,0 0 0 0 0,0 0 0 0 0,0 0 0 0 0,0 0 0 0 0,0 1 0 0 0,0-1 0 0 0,0 0-1 0 0,0 1 1 0 0,0 0 0 0 0,0-1 0 0 0,0 1 0 0 0,0 0 0 0 0,0 0 0 0 0,0 0 0 0 0,0 0 0 0 0,0 1-1 0 0,-1-1 1 0 0,1 1 0 0 0,0-1 0 0 0,0 1 0 0 0,0-1 0 0 0,0 1 0 0 0,1 0 0 0 0,-1 0 0 0 0,0 0-1 0 0,0 0 1 0 0,0 1 0 0 0,1-1 0 0 0,-1 0 0 0 0,1 1 0 0 0,-1-1 0 0 0,1 1 0 0 0,-1-1-1 0 0,1 1 1 0 0,0 0 0 0 0,0 0 0 0 0,-2 3 0 0 0,1-1-100 0 0,0 0 0 0 0,0 1 0 0 0,0-1 0 0 0,1 1 0 0 0,0-1 0 0 0,0 1 0 0 0,0-1 0 0 0,0 1 0 0 0,1 8 0 0 0,2 45-19 0 0,-1-38-38 0 0,1 11-17 0 0,1-1-1 0 0,2 1 1 0 0,0-1-1 0 0,2 0 1 0 0,1 0-1 0 0,2-1 1 0 0,24 52-1 0 0,-29-74-22 0 0,0 1 0 0 0,0-1 0 0 0,0 0 0 0 0,1-1 0 0 0,0 1 0 0 0,0-1 0 0 0,1 0 0 0 0,-1 0 0 0 0,1-1 0 0 0,1 0 0 0 0,-1-1 0 0 0,1 1 0 0 0,0-1 0 0 0,0 0 0 0 0,12 3 0 0 0,-15-6 9 0 0,0 1-1 0 0,0-2 1 0 0,0 1 0 0 0,0 0-1 0 0,0-1 1 0 0,0 0-1 0 0,0 0 1 0 0,0-1 0 0 0,0 1-1 0 0,0-1 1 0 0,0 0 0 0 0,0-1-1 0 0,0 1 1 0 0,0-1-1 0 0,0 0 1 0 0,-1 0 0 0 0,1 0-1 0 0,-1-1 1 0 0,0 0-1 0 0,1 1 1 0 0,-1-1 0 0 0,-1-1-1 0 0,1 1 1 0 0,0-1 0 0 0,-1 1-1 0 0,0-1 1 0 0,1 0-1 0 0,2-6 1 0 0,-1 2-71 0 0,0-1-1 0 0,0 0 1 0 0,-1 0-1 0 0,0 0 1 0 0,-1-1-1 0 0,0 1 1 0 0,0-1-1 0 0,-1 0 1 0 0,0 1-1 0 0,-1-1 1 0 0,0 0-1 0 0,-1 0 1 0 0,0 0-1 0 0,0 0 1 0 0,-1 0-1 0 0,0 0 1 0 0,-1 0-1 0 0,0 0 1 0 0,-1 0-1 0 0,0 1 1 0 0,0-1-1 0 0,-6-9 1 0 0,5 15 329 0 0,9 19 247 0 0,12 22 210 0 0,-10-20-620 0 0,2 0 0 0 0,1 0 0 0 0,0-1 0 0 0,1-1 0 0 0,23 26 0 0 0,-31-37-59 0 0,0-1 0 0 0,0 0 0 0 0,1 0 0 0 0,-1 0 0 0 0,1 0 0 0 0,0-1 0 0 0,0 0 0 0 0,0 0 0 0 0,0 0-1 0 0,0 0 1 0 0,0 0 0 0 0,0-1 0 0 0,1 0 0 0 0,-1 0 0 0 0,1 0 0 0 0,-1 0 0 0 0,1-1 0 0 0,-1 1 0 0 0,1-1 0 0 0,-1 0 0 0 0,1-1-1 0 0,-1 1 1 0 0,1-1 0 0 0,-1 0 0 0 0,1 0 0 0 0,-1 0 0 0 0,0-1 0 0 0,0 0 0 0 0,0 0 0 0 0,6-3 0 0 0,-4 1 95 0 0,-1 0 0 0 0,0-1 0 0 0,0 0 0 0 0,0 0 1 0 0,0-1-1 0 0,-1 1 0 0 0,1-1 0 0 0,-2 0 0 0 0,1 0 0 0 0,-1 0 0 0 0,1-1 1 0 0,-2 1-1 0 0,1-1 0 0 0,-1 0 0 0 0,0 1 0 0 0,1-9 0 0 0,2-8 97 0 0,-2 1 0 0 0,0-1 0 0 0,-1-40 0 0 0,-3 35-96 0 0,-1 0-1 0 0,-2 0 1 0 0,-8-32-1 0 0,8 43-193 0 0,-1 1 0 0 0,-1 0 0 0 0,0 1 0 0 0,-1-1 0 0 0,-1 1 0 0 0,-15-22-1 0 0,9 25-541 0 0,7 8-765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6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 7370 0 0,'19'8'3442'0'0,"-10"-2"-3007"0"0,0 0 1 0 0,0 0-1 0 0,-1 1 0 0 0,0 0 1 0 0,0 1-1 0 0,-1 0 1 0 0,0 0-1 0 0,0 0 1 0 0,-1 1-1 0 0,0 0 1 0 0,7 15-1 0 0,1 8 103 0 0,-1 0 0 0 0,10 42 0 0 0,-12-40 308 0 0,0-10-215 0 0,-10-24-631 0 0,-1 1-1 0 0,0-1 1 0 0,0 0-1 0 0,0 0 1 0 0,0 0 0 0 0,0 0-1 0 0,0 0 1 0 0,0 0-1 0 0,0 0 1 0 0,0 0-1 0 0,0 1 1 0 0,0-1-1 0 0,1 0 1 0 0,-1 0-1 0 0,0 0 1 0 0,0 0-1 0 0,0 0 1 0 0,0 0-1 0 0,0 0 1 0 0,0 0 0 0 0,0 0-1 0 0,1 0 1 0 0,-1 0-1 0 0,0 0 1 0 0,0 0-1 0 0,0 0 1 0 0,0 0-1 0 0,0 0 1 0 0,0 0-1 0 0,1 0 1 0 0,-1 0-1 0 0,0 0 1 0 0,0 0-1 0 0,0 0 1 0 0,0 0 0 0 0,0 0-1 0 0,0 0 1 0 0,0 0-1 0 0,1 0 1 0 0,-1 0-1 0 0,0 0 1 0 0,0 0-1 0 0,0-1 1 0 0,0 1-1 0 0,0 0 1 0 0,0 0-1 0 0,0 0 1 0 0,0 0-1 0 0,0 0 1 0 0,1 0 0 0 0,1-16-454 0 0,-2-24 379 0 0,9-75 0 0 0,-6 101 140 0 0,0 1 0 0 0,0-1-1 0 0,1 1 1 0 0,0 0 0 0 0,2 1-1 0 0,-1-1 1 0 0,1 1 0 0 0,1 0-1 0 0,11-15 1 0 0,-16 25-10 0 0,-1 0 1 0 0,0 0-1 0 0,1 1 1 0 0,-1-1-1 0 0,1 1 0 0 0,0-1 1 0 0,-1 1-1 0 0,1 0 1 0 0,0-1-1 0 0,0 1 0 0 0,0 0 1 0 0,0 0-1 0 0,0 0 1 0 0,0 0-1 0 0,0 1 0 0 0,1-1 1 0 0,-1 1-1 0 0,0-1 1 0 0,0 1-1 0 0,0 0 0 0 0,4 0 1 0 0,-2 0 41 0 0,-1 1 1 0 0,1 0-1 0 0,-1 0 1 0 0,1 0-1 0 0,-1 1 1 0 0,1-1-1 0 0,-1 1 1 0 0,0-1-1 0 0,1 1 0 0 0,-1 1 1 0 0,5 3-1 0 0,4 6 62 0 0,0 0 0 0 0,-1 0 0 0 0,0 1-1 0 0,12 20 1 0 0,75 135-1172 0 0,-87-147 308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7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114 457 3225 0 0,'-13'-17'4750'0'0,"12"15"-4140"0"0,0 0 1 0 0,0 0 0 0 0,0 0 0 0 0,-1 1 0 0 0,1-1 0 0 0,-1 0 0 0 0,1 1 0 0 0,-1-1 0 0 0,1 1 0 0 0,-4-3 0 0 0,4 4-503 0 0,0 0-1 0 0,0 0 1 0 0,0 0 0 0 0,1 0-1 0 0,-1 0 1 0 0,0 1 0 0 0,0-1-1 0 0,0 0 1 0 0,0 0 0 0 0,0 1 0 0 0,0-1-1 0 0,0 0 1 0 0,0 1 0 0 0,0-1-1 0 0,1 1 1 0 0,-1-1 0 0 0,0 1-1 0 0,0 0 1 0 0,1-1 0 0 0,-1 1 0 0 0,0 0-1 0 0,1-1 1 0 0,-1 1 0 0 0,0 0-1 0 0,1 0 1 0 0,-1-1 0 0 0,1 1-1 0 0,0 0 1 0 0,-1 0 0 0 0,1 0-1 0 0,-1 1 1 0 0,-8 14 280 0 0,1 0-1 0 0,1 0 1 0 0,0 0-1 0 0,1 1 1 0 0,1 0-1 0 0,-7 35 1 0 0,10-40-333 0 0,1-1 0 0 0,0 1 0 0 0,0-1 0 0 0,2 1 0 0 0,-1-1 0 0 0,1 1 0 0 0,1-1 0 0 0,0 1 0 0 0,0-1 0 0 0,1 0 0 0 0,8 19 0 0 0,-10-28-56 0 0,-1-1-1 0 0,1 1 1 0 0,0 0 0 0 0,-1-1-1 0 0,1 1 1 0 0,0-1 0 0 0,0 1-1 0 0,0-1 1 0 0,0 0-1 0 0,1 1 1 0 0,-1-1 0 0 0,0 0-1 0 0,0 0 1 0 0,1 0 0 0 0,-1 0-1 0 0,1 0 1 0 0,-1 0 0 0 0,1 0-1 0 0,-1 0 1 0 0,1-1 0 0 0,0 1-1 0 0,-1-1 1 0 0,1 1 0 0 0,0-1-1 0 0,-1 1 1 0 0,4-1 0 0 0,-3 0-19 0 0,0-1 0 0 0,0 0 1 0 0,0 0-1 0 0,0 0 0 0 0,0 0 1 0 0,-1 0-1 0 0,1 0 0 0 0,0 0 0 0 0,-1-1 1 0 0,1 1-1 0 0,-1-1 0 0 0,1 1 1 0 0,-1-1-1 0 0,0 1 0 0 0,1-1 1 0 0,-1 0-1 0 0,0 0 0 0 0,0 1 1 0 0,0-1-1 0 0,-1 0 0 0 0,2-3 0 0 0,4-13-18 0 0,-1 0 0 0 0,-1 1 0 0 0,3-32 0 0 0,-4 28 42 0 0,0 1 1 0 0,8-25 0 0 0,-10 44 14 0 0,-1 1-1 0 0,0-1 1 0 0,0 1 0 0 0,0-1 0 0 0,0 1 0 0 0,0-1-1 0 0,0 1 1 0 0,1-1 0 0 0,-1 1 0 0 0,0 0 0 0 0,0-1-1 0 0,1 1 1 0 0,-1 0 0 0 0,0-1 0 0 0,1 1 0 0 0,-1-1-1 0 0,0 1 1 0 0,1 0 0 0 0,-1 0 0 0 0,1-1-1 0 0,-1 1 1 0 0,0 0 0 0 0,1 0 0 0 0,-1-1 0 0 0,1 1-1 0 0,-1 0 1 0 0,1 0 0 0 0,-1 0 0 0 0,1 0 0 0 0,-1 0-1 0 0,1 0 1 0 0,-1 0 0 0 0,1 0 0 0 0,15 10 440 0 0,11 26 28 0 0,-26-33-457 0 0,7 9 63 0 0,1-1 1 0 0,0 0-1 0 0,0 0 1 0 0,17 15-1 0 0,-24-24-125 0 0,1 1 0 0 0,-1-1 0 0 0,1 0-1 0 0,0 0 1 0 0,0 0 0 0 0,0 0 0 0 0,0 0 0 0 0,0-1-1 0 0,0 0 1 0 0,1 1 0 0 0,-1-1 0 0 0,0 0 0 0 0,1-1-1 0 0,-1 1 1 0 0,1 0 0 0 0,-1-1 0 0 0,1 0 0 0 0,-1 0 0 0 0,1 0-1 0 0,-1 0 1 0 0,1-1 0 0 0,-1 1 0 0 0,1-1 0 0 0,3-1-1 0 0,-4 0-180 0 0,0 0 0 0 0,0 0 0 0 0,0 0-1 0 0,-1-1 1 0 0,1 1 0 0 0,-1-1 0 0 0,1 1-1 0 0,-1-1 1 0 0,0 0 0 0 0,0 0 0 0 0,0 0-1 0 0,0 0 1 0 0,-1 0 0 0 0,1-1 0 0 0,-1 1-1 0 0,2-5 1 0 0,13-61-2506 0 0,-14 56 2138 0 0,3-23-1108 0 0,-1 0 1 0 0,-2-1 0 0 0,-1 0-1 0 0,-5-39 1 0 0,-9-33-39 0 0,-5-1 3517 0 0,5 31 2473 0 0,15 51 6412 0 0,9 44-9895 0 0,72 159 683 0 0,11 20-1019 0 0,-69-147-604 0 0,-17-32-387 0 0,0 0-1 0 0,1 0 1 0 0,22 27-1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7.8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11 173 6913 0 0,'-10'2'4674'0'0,"19"-16"207"0"0,2 3-4355 0 0,19-19 1184 0 0,36-28 0 0 0,-56 50-1969 0 0,1 1 0 0 0,-1 0 0 0 0,1 0 0 0 0,0 2 0 0 0,1-1 0 0 0,0 1 0 0 0,-1 1 0 0 0,20-5 0 0 0,-13 6-692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8.4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51 139 10138 0 0,'-8'-14'555'0'0,"6"9"73"0"0,-1 0 1 0 0,0 0-1 0 0,0 0 0 0 0,-1 1 0 0 0,1-1 1 0 0,-1 1-1 0 0,0 0 0 0 0,-8-7 0 0 0,11 12-538 0 0,1-1-1 0 0,0 1 0 0 0,-1-1 0 0 0,1 1 0 0 0,0-1 0 0 0,-1 1 1 0 0,1-1-1 0 0,0 1 0 0 0,-1-1 0 0 0,1 1 0 0 0,0-1 0 0 0,0 1 0 0 0,0-1 1 0 0,-1 1-1 0 0,1 0 0 0 0,0-1 0 0 0,0 1 0 0 0,0-1 0 0 0,0 1 1 0 0,0 0-1 0 0,0-1 0 0 0,0 1 0 0 0,0-1 0 0 0,0 1 0 0 0,1 0 0 0 0,-1-1 1 0 0,0 1-1 0 0,0-1 0 0 0,0 1 0 0 0,1 0 0 0 0,4 26 340 0 0,2 3-116 0 0,2 0 0 0 0,2-1 0 0 0,0 0 0 0 0,18 30 0 0 0,-20-42-163 0 0,1-1 1 0 0,0 0 0 0 0,1-1-1 0 0,1 0 1 0 0,0-1 0 0 0,1-1-1 0 0,1 0 1 0 0,17 13 0 0 0,-29-24-174 0 0,0 0 1 0 0,0-1-1 0 0,0 1 0 0 0,1-1 1 0 0,-1 1-1 0 0,0-1 0 0 0,1 0 1 0 0,-1 0-1 0 0,1 0 1 0 0,0 0-1 0 0,-1-1 0 0 0,1 1 1 0 0,0-1-1 0 0,-1 1 1 0 0,1-1-1 0 0,0 0 0 0 0,0 0 1 0 0,-1 0-1 0 0,1 0 1 0 0,0-1-1 0 0,-1 1 0 0 0,6-2 1 0 0,-6 0-6 0 0,1 0 0 0 0,-1 0 0 0 0,0 1 0 0 0,0-1 0 0 0,0-1 0 0 0,0 1 0 0 0,0 0 0 0 0,-1 0 0 0 0,1-1 0 0 0,-1 1 0 0 0,1-1 0 0 0,-1 1 0 0 0,0-1 0 0 0,0 0 0 0 0,0 1 0 0 0,0-1 0 0 0,-1 0 0 0 0,1 0 0 0 0,-1 1 0 0 0,1-1 0 0 0,-1-4 0 0 0,0-10-244 0 0,0 0 1 0 0,-5-31 0 0 0,3 35 219 0 0,1-1-1 0 0,0 1 1 0 0,0-1-1 0 0,1 0 1 0 0,3-17-1 0 0,-3 30 52 0 0,0 1-1 0 0,0 0 0 0 0,1 0 1 0 0,-1 0-1 0 0,0 0 1 0 0,0 0-1 0 0,0-1 0 0 0,0 1 1 0 0,0 0-1 0 0,0 0 0 0 0,0 0 1 0 0,0 0-1 0 0,1 0 1 0 0,-1 0-1 0 0,0 0 0 0 0,0-1 1 0 0,0 1-1 0 0,0 0 1 0 0,0 0-1 0 0,1 0 0 0 0,-1 0 1 0 0,0 0-1 0 0,0 0 0 0 0,0 0 1 0 0,0 0-1 0 0,1 0 1 0 0,-1 0-1 0 0,0 0 0 0 0,0 0 1 0 0,0 0-1 0 0,0 0 0 0 0,0 0 1 0 0,1 0-1 0 0,-1 0 1 0 0,0 0-1 0 0,0 0 0 0 0,0 0 1 0 0,0 0-1 0 0,1 0 0 0 0,-1 0 1 0 0,0 1-1 0 0,0-1 1 0 0,0 0-1 0 0,0 0 0 0 0,1 0 1 0 0,10 8-13 0 0,8 9 34 0 0,-10-7 105 0 0,0-1-1 0 0,0 0 1 0 0,1 0-1 0 0,1-1 0 0 0,-1 0 1 0 0,15 7-1 0 0,-23-14-72 0 0,1 1 0 0 0,0-1-1 0 0,-1 0 1 0 0,1 0 0 0 0,0 0-1 0 0,0-1 1 0 0,0 1 0 0 0,0-1-1 0 0,0 1 1 0 0,0-1 0 0 0,0 0 0 0 0,0 0-1 0 0,0 0 1 0 0,0-1 0 0 0,0 1-1 0 0,0-1 1 0 0,0 0 0 0 0,-1 1-1 0 0,1-1 1 0 0,0-1 0 0 0,0 1 0 0 0,-1 0-1 0 0,1-1 1 0 0,0 1 0 0 0,-1-1-1 0 0,0 0 1 0 0,1 1 0 0 0,-1-1-1 0 0,0-1 1 0 0,0 1 0 0 0,0 0-1 0 0,0 0 1 0 0,2-4 0 0 0,1-1-6 0 0,0 0 0 0 0,-1-1 0 0 0,0 0-1 0 0,0 0 1 0 0,0 0 0 0 0,-1-1 0 0 0,-1 1 0 0 0,1-1 0 0 0,1-16 0 0 0,-1-3-128 0 0,-2-50 1 0 0,-1 5-1483 0 0,2 63-442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8.7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28 218 3225 0 0,'5'5'666'0'0,"2"1"507"0"0,1 0-1 0 0,0-1 1 0 0,1 1 0 0 0,-1-1 0 0 0,1-1-1 0 0,14 6 1 0 0,-22-11-1086 0 0,-1 1 0 0 0,1-1 0 0 0,-1 1-1 0 0,0-1 1 0 0,1 1 0 0 0,-1-1 0 0 0,0 1 0 0 0,1-1 0 0 0,-1 1 0 0 0,0-1 0 0 0,0 0-1 0 0,0 1 1 0 0,1-1 0 0 0,-1 1 0 0 0,0-1 0 0 0,0 0 0 0 0,0 1 0 0 0,0-1 0 0 0,0 0 0 0 0,0 1-1 0 0,0-1 1 0 0,0 1 0 0 0,0-1 0 0 0,-1 0 0 0 0,1 1 0 0 0,0-1 0 0 0,0 1 0 0 0,0-1-1 0 0,-1 0 1 0 0,-4-24 1067 0 0,4 24-1033 0 0,-14-52 1177 0 0,-42-94 0 0 0,57 145-1297 0 0,-1 1 0 0 0,1 0-1 0 0,-1-1 1 0 0,1 1-1 0 0,-1-1 1 0 0,0 1 0 0 0,0 0-1 0 0,0 0 1 0 0,0 0 0 0 0,0-1-1 0 0,0 1 1 0 0,0 0-1 0 0,0 0 1 0 0,0 0 0 0 0,-1 0-1 0 0,1 1 0 0 0,1 0 0 0 0,-1 0 0 0 0,1 0 1 0 0,0 0-1 0 0,-1 0 0 0 0,1 0 0 0 0,-1 0 0 0 0,1 0 0 0 0,0 1 0 0 0,-1-1 0 0 0,1 0 0 0 0,-1 0 0 0 0,1 0 0 0 0,0 1 0 0 0,-1-1 0 0 0,1 0 0 0 0,0 0 0 0 0,0 1 0 0 0,-1-1 0 0 0,1 0 0 0 0,0 1 0 0 0,0-1 0 0 0,-1 0 1 0 0,1 1-1 0 0,0-1 0 0 0,0 1 0 0 0,0-1 0 0 0,0 0 0 0 0,-1 1 0 0 0,1-1 0 0 0,0 1 0 0 0,-1 6 0 0 0,-1-1 0 0 0,1 0-1 0 0,0 0 1 0 0,1 0 0 0 0,-1 10 0 0 0,2-7-24 0 0,-1 0 0 0 0,1 1 0 0 0,1-1 0 0 0,-1 0 0 0 0,2 0 0 0 0,-1 0 0 0 0,1 0 0 0 0,5 9 0 0 0,-5-13 51 0 0,0 0 0 0 0,0-1 0 0 0,0 0 0 0 0,0 1 0 0 0,1-1 0 0 0,0 0 0 0 0,0-1 0 0 0,0 1 0 0 0,0-1 0 0 0,1 0 0 0 0,-1 0 0 0 0,1 0 0 0 0,0 0 0 0 0,0-1 0 0 0,5 2 0 0 0,78 25 589 0 0,-79-27-1131 0 0,0 0 0 0 0,0-1 1 0 0,1 1-1 0 0,-1-2 0 0 0,1 1 0 0 0,-1-2 1 0 0,16-1-1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9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84 133 8290 0 0,'-19'-35'1218'0'0,"12"19"857"0"0,-1 1 0 0 0,-1 1 0 0 0,-1-1 0 0 0,-20-22 0 0 0,30 47 361 0 0,3 7-2103 0 0,35 111 620 0 0,34 98-102 0 0,-55-180-1110 0 0,2-2 0 0 0,46 78-1 0 0,-29-74-1936 0 0,-20-28-5547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19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18 1840 0 0,'0'-1'32'0'0,"-1"0"0"0"0,1 0 0 0 0,-1 0 0 0 0,0 0 0 0 0,0-1 0 0 0,0 1 0 0 0,1 1 0 0 0,-1-1 0 0 0,0 0 0 0 0,0 0 0 0 0,0 0 0 0 0,0 0 0 0 0,-1 1 0 0 0,1-1 0 0 0,0 0 0 0 0,0 1 0 0 0,0-1 0 0 0,0 1 0 0 0,-1 0-1 0 0,1-1 1 0 0,0 1 0 0 0,-1 0 0 0 0,1 0 0 0 0,-3-1 0 0 0,3 2 59 0 0,-1 0-1 0 0,0-1 1 0 0,0 1-1 0 0,1 0 1 0 0,-1 0 0 0 0,0 0-1 0 0,1 0 1 0 0,-1 0-1 0 0,1 0 1 0 0,-1 0-1 0 0,1 1 1 0 0,0-1-1 0 0,-1 0 1 0 0,1 1 0 0 0,-1 1-1 0 0,-4 6 640 0 0,1-1 0 0 0,0 1 0 0 0,1 0-1 0 0,0 0 1 0 0,-3 11 0 0 0,5-14 41 0 0,1-1 0 0 0,-1 0 1 0 0,1 0-1 0 0,0 0 0 0 0,1 1 0 0 0,-1-1 0 0 0,1 0 0 0 0,0 1 0 0 0,0-1 1 0 0,2 7-1 0 0,-1-10-578 0 0,0 0 0 0 0,-1 1 0 0 0,1-1 0 0 0,0 0 0 0 0,1 0 0 0 0,-1 0 1 0 0,0 0-1 0 0,1-1 0 0 0,-1 1 0 0 0,1 0 0 0 0,-1 0 0 0 0,1-1 0 0 0,0 1 1 0 0,0-1-1 0 0,0 0 0 0 0,0 1 0 0 0,0-1 0 0 0,0 0 0 0 0,0 0 0 0 0,0 0 1 0 0,0 0-1 0 0,0-1 0 0 0,1 1 0 0 0,-1-1 0 0 0,4 1 0 0 0,12 1-233 0 0,-1-1 0 0 0,1-1-1 0 0,-1-1 1 0 0,1 0-1 0 0,-1-1 1 0 0,0-1-1 0 0,22-6 1 0 0,-15 3-1056 0 0,-2 2-6285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0.0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11058 0 0,'7'13'9112'0'0,"32"70"-7484"0"0,-27-47-1406 0 0,-2-6-2 0 0,25 53 1 0 0,-35-83-230 0 0,0 1 0 0 0,1-1 0 0 0,-1 1 0 0 0,0-1 0 0 0,0 0 0 0 0,0 1 1 0 0,0-1-1 0 0,1 0 0 0 0,-1 1 0 0 0,0-1 0 0 0,0 0 0 0 0,0 1 0 0 0,1-1 0 0 0,-1 0 1 0 0,0 1-1 0 0,1-1 0 0 0,-1 0 0 0 0,0 0 0 0 0,1 1 0 0 0,-1-1 0 0 0,0 0 0 0 0,1 0 0 0 0,-1 0 1 0 0,0 1-1 0 0,1-1 0 0 0,-1 0 0 0 0,1 0 0 0 0,-1 0 0 0 0,0 0 0 0 0,1 0 0 0 0,-1 0 0 0 0,1 0 1 0 0,-1 0-1 0 0,1 0 0 0 0,-1 0 0 0 0,0 0 0 0 0,1 0 0 0 0,-1 0 0 0 0,1-1 0 0 0,10-15-554 0 0,0-27-485 0 0,-3-25-138 0 0,-7 41 1304 0 0,2 1-1 0 0,2 0 0 0 0,0 0 1 0 0,1 1-1 0 0,11-27 0 0 0,-17 50-74 0 0,1 1-1 0 0,-1-1 0 0 0,1 1 1 0 0,0-1-1 0 0,-1 1 0 0 0,1 0 1 0 0,0-1-1 0 0,0 1 0 0 0,0 0 1 0 0,0 0-1 0 0,0-1 0 0 0,0 1 1 0 0,0 0-1 0 0,0 0 0 0 0,1 0 1 0 0,-1 0-1 0 0,0 1 0 0 0,0-1 1 0 0,1 0-1 0 0,-1 0 0 0 0,1 1 1 0 0,-1-1-1 0 0,1 1 1 0 0,-1-1-1 0 0,1 1 0 0 0,-1 0 1 0 0,1-1-1 0 0,-1 1 0 0 0,1 0 1 0 0,1 0-1 0 0,0 1 16 0 0,-1 0 1 0 0,1 0-1 0 0,0 0 1 0 0,-1 1-1 0 0,1-1 0 0 0,-1 0 1 0 0,0 1-1 0 0,1 0 1 0 0,-1-1-1 0 0,0 1 0 0 0,0 0 1 0 0,0 0-1 0 0,0 1 1 0 0,0-1-1 0 0,2 5 0 0 0,29 44 339 0 0,-25-35-502 0 0,2 0 0 0 0,0-1 1 0 0,1 0-1 0 0,1-1 0 0 0,19 19 0 0 0,-15-18-1644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0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13 385 6449 0 0,'-7'-3'6023'0'0,"7"3"-5846"0"0,-4 9 2648 0 0,2 11-487 0 0,4-6-2064 0 0,1 0 0 0 0,1 0-1 0 0,0-1 1 0 0,0 1 0 0 0,1-1 0 0 0,1 0 0 0 0,0-1 0 0 0,1 1-1 0 0,11 15 1 0 0,-13-21-164 0 0,0-1-1 0 0,0 1 1 0 0,1-1-1 0 0,0 0 1 0 0,0 0-1 0 0,0-1 1 0 0,1 1-1 0 0,-1-1 1 0 0,1-1-1 0 0,1 1 1 0 0,-1-2-1 0 0,0 1 1 0 0,1-1-1 0 0,0 0 0 0 0,0 0 1 0 0,16 3-1 0 0,-22-6-102 0 0,0 1-1 0 0,1-1 0 0 0,-1 0 0 0 0,0 0 0 0 0,0 0 0 0 0,1-1 0 0 0,-1 1 0 0 0,0 0 0 0 0,0-1 0 0 0,0 1 1 0 0,0-1-1 0 0,1 0 0 0 0,-1 0 0 0 0,0 0 0 0 0,0 0 0 0 0,0 0 0 0 0,-1 0 0 0 0,1 0 0 0 0,0-1 0 0 0,0 1 1 0 0,-1-1-1 0 0,3-1 0 0 0,-2-1-37 0 0,0 1 0 0 0,0-1 1 0 0,0 0-1 0 0,0 0 0 0 0,0 1 0 0 0,-1-1 1 0 0,0-1-1 0 0,0 1 0 0 0,0 0 0 0 0,0 0 1 0 0,0-4-1 0 0,-1-11-380 0 0,0 1 0 0 0,-1 0 0 0 0,0 0 0 0 0,-6-24 0 0 0,5 32 71 0 0,0 0-1 0 0,-1-1 0 0 0,0 1 1 0 0,-1 0-1 0 0,0 0 0 0 0,0 1 1 0 0,-1-1-1 0 0,-1 1 0 0 0,-7-10 1 0 0,10 15 243 0 0,0 0-1 0 0,-1 1 1 0 0,1 0 0 0 0,-1-1 0 0 0,0 1 0 0 0,0 0 0 0 0,-1 1 0 0 0,1-1 0 0 0,0 1 0 0 0,-1 0 0 0 0,0 0 0 0 0,1 0 0 0 0,-1 1 0 0 0,0-1 0 0 0,0 1 0 0 0,0 0 0 0 0,0 1 0 0 0,0-1 0 0 0,0 1 0 0 0,0 0 0 0 0,-6 1 0 0 0,1 1 17 0 0,-3-2 323 0 0,13-1-251 0 0,1 0-1 0 0,-1 0 0 0 0,1 0 0 0 0,-1 0 0 0 0,1 0 1 0 0,-1 0-1 0 0,1 0 0 0 0,0 0 0 0 0,-1 1 1 0 0,1-1-1 0 0,0 0 0 0 0,0 0 0 0 0,0 0 1 0 0,-1 1-1 0 0,1-1 0 0 0,0 0 0 0 0,1 0 0 0 0,15-14-21 0 0,-3 1 521 0 0,1 1 0 0 0,0 0-1 0 0,1 1 1 0 0,1 1-1 0 0,25-14 1 0 0,-37 23-381 0 0,-1 0 0 0 0,0 1-1 0 0,1-1 1 0 0,0 1 0 0 0,-1 0 0 0 0,1 0 0 0 0,0 0 0 0 0,-1 1 0 0 0,1 0 0 0 0,0 0 0 0 0,0 0-1 0 0,-1 1 1 0 0,1-1 0 0 0,0 1 0 0 0,-1 0 0 0 0,1 0 0 0 0,0 1 0 0 0,-1-1 0 0 0,0 1-1 0 0,1 0 1 0 0,-1 0 0 0 0,0 1 0 0 0,0-1 0 0 0,0 1 0 0 0,0 0 0 0 0,-1 0 0 0 0,1 0 0 0 0,5 8-1 0 0,0-1-22 0 0,-2 0-1 0 0,1 1 0 0 0,-1 0 0 0 0,5 12 0 0 0,-7-13 40 0 0,0 0 0 0 0,0-1 0 0 0,1 0 0 0 0,0 0 0 0 0,1-1 0 0 0,9 11 0 0 0,-15-19-120 0 0,0 1 0 0 0,-1-1 1 0 0,1 1-1 0 0,0-1 0 0 0,-1 1 1 0 0,1-1-1 0 0,0 1 0 0 0,-1-1 1 0 0,1 0-1 0 0,0 1 0 0 0,0-1 1 0 0,0 0-1 0 0,-1 0 0 0 0,1 0 1 0 0,0 0-1 0 0,0 1 0 0 0,0-1 1 0 0,0 0-1 0 0,-1 0 0 0 0,1 0 1 0 0,0-1-1 0 0,0 1 1 0 0,0 0-1 0 0,0 0 0 0 0,-1 0 1 0 0,1-1-1 0 0,0 1 0 0 0,1-1 1 0 0,0 0-6 0 0,0-1 1 0 0,0 0 0 0 0,0 1 0 0 0,0-1 0 0 0,0 0 0 0 0,-1 0 0 0 0,1 0-1 0 0,-1 0 1 0 0,3-4 0 0 0,2-5 17 0 0,0-2 1 0 0,7-20-1 0 0,-12 31-3 0 0,3-9 49 0 0,-3 4-31 0 0,2 0 0 0 0,-1 1-1 0 0,1-1 1 0 0,0 1 0 0 0,0 0-1 0 0,1 0 1 0 0,6-9-1 0 0,-10 15-26 0 0,1 0 0 0 0,-1 0 0 0 0,0 0 0 0 0,1 0 0 0 0,-1 0 0 0 0,1 0 0 0 0,-1 0 0 0 0,1 0 0 0 0,-1 0 0 0 0,1 0 0 0 0,-1 1 0 0 0,0-1 0 0 0,1 0-1 0 0,-1 0 1 0 0,1 0 0 0 0,-1 1 0 0 0,0-1 0 0 0,1 0 0 0 0,-1 0 0 0 0,1 1 0 0 0,-1-1 0 0 0,0 0 0 0 0,0 1 0 0 0,1-1 0 0 0,-1 0 0 0 0,0 1-1 0 0,1-1 1 0 0,-1 0 0 0 0,0 1 0 0 0,0 0 0 0 0,14 17 198 0 0,-10-12-107 0 0,-1-1-77 0 0,1 0-1 0 0,1-1 1 0 0,-1 1 0 0 0,1-1-1 0 0,0 0 1 0 0,0 0-1 0 0,0-1 1 0 0,0 0 0 0 0,1 1-1 0 0,-1-2 1 0 0,1 1 0 0 0,0-1-1 0 0,8 3 1 0 0,-11-5-9 0 0,0 1 0 0 0,0-1-1 0 0,0 0 1 0 0,0 0 0 0 0,0 0-1 0 0,0 0 1 0 0,0-1 0 0 0,0 1 0 0 0,0-1-1 0 0,0 1 1 0 0,-1-1 0 0 0,1 0 0 0 0,0 0-1 0 0,0-1 1 0 0,0 1 0 0 0,-1 0 0 0 0,1-1-1 0 0,-1 0 1 0 0,1 0 0 0 0,-1 0 0 0 0,0 0-1 0 0,1 0 1 0 0,-1 0 0 0 0,0 0-1 0 0,0-1 1 0 0,-1 1 0 0 0,1-1 0 0 0,2-4-1 0 0,-1 1 58 0 0,0 0 0 0 0,-1 0 0 0 0,1 0-1 0 0,-1 0 1 0 0,-1 0 0 0 0,1-1-1 0 0,-1 1 1 0 0,0-1 0 0 0,-1 1-1 0 0,1-1 1 0 0,-1 1 0 0 0,-1-1-1 0 0,1 1 1 0 0,-1 0 0 0 0,0-1 0 0 0,0 1-1 0 0,-1-1 1 0 0,0 1 0 0 0,-5-10-1 0 0,1 2-101 0 0,-1 1 0 0 0,0 1 0 0 0,-1-1 0 0 0,-1 1 0 0 0,0 1 0 0 0,0-1 0 0 0,-19-15 0 0 0,20 19-434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3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98 6449 0 0,'6'-38'2557'0'0,"-5"33"-2021"0"0,0-1 0 0 0,0 1-1 0 0,0-1 1 0 0,0 0-1 0 0,-1 1 1 0 0,0-1 0 0 0,0 0-1 0 0,-5-9 1819 0 0,-1 22-1229 0 0,-2 9-82 0 0,2 4-778 0 0,1 0 0 0 0,1 0 0 0 0,1 0-1 0 0,1 1 1 0 0,1-1 0 0 0,1 27 0 0 0,-1 10-112 0 0,-2-13-124 0 0,0-13 15 0 0,2 0 0 0 0,1 0 1 0 0,4 33-1 0 0,-4-57-38 0 0,2 1 1 0 0,-1-1-1 0 0,1 1 0 0 0,0-1 1 0 0,0 0-1 0 0,1 0 0 0 0,0 0 1 0 0,1 0-1 0 0,-1 0 0 0 0,1-1 1 0 0,0 0-1 0 0,1 1 1 0 0,0-1-1 0 0,0-1 0 0 0,0 1 1 0 0,0-1-1 0 0,11 8 0 0 0,-13-11-20 0 0,1 0-1 0 0,-1-1 0 0 0,0 1 1 0 0,0-1-1 0 0,1 0 1 0 0,-1 0-1 0 0,1 0 0 0 0,-1 0 1 0 0,1-1-1 0 0,-1 1 1 0 0,1-1-1 0 0,-1 0 0 0 0,1 0 1 0 0,-1 0-1 0 0,1-1 1 0 0,-1 1-1 0 0,1-1 0 0 0,-1 0 1 0 0,1 0-1 0 0,-1 0 1 0 0,0 0-1 0 0,1-1 0 0 0,-1 1 1 0 0,0-1-1 0 0,0 0 1 0 0,0 0-1 0 0,0 0 0 0 0,0 0 1 0 0,-1 0-1 0 0,1-1 0 0 0,2-3 1 0 0,3-1-35 0 0,-2 0 0 0 0,1-1 1 0 0,-1 0-1 0 0,-1 0 0 0 0,1-1 0 0 0,-1 0 1 0 0,-1 0-1 0 0,0 0 0 0 0,6-19 0 0 0,-7 17 111 0 0,0 0 0 0 0,-1 0 0 0 0,0 0 0 0 0,-1 0 0 0 0,0 0 0 0 0,-1 0-1 0 0,0 0 1 0 0,-1 0 0 0 0,0-1 0 0 0,-1 1 0 0 0,0 1 0 0 0,-4-13 0 0 0,12 30 43 0 0,0 0 0 0 0,0-1 0 0 0,0 0 1 0 0,1 0-1 0 0,0-1 0 0 0,13 9 1 0 0,2 1-126 0 0,39 19 0 0 0,-50-29 97 0 0,0-1 0 0 0,0 0-1 0 0,0-1 1 0 0,0 0 0 0 0,0-1 0 0 0,1 0-1 0 0,-1 0 1 0 0,1-2 0 0 0,-1 1 0 0 0,23-3-1 0 0,-27 1-19 0 0,0-1-1 0 0,0 1 1 0 0,0-1-1 0 0,0-1 1 0 0,0 1-1 0 0,0-1 1 0 0,-1 0-1 0 0,1-1 1 0 0,-1 0-1 0 0,0 0 1 0 0,0 0-1 0 0,0-1 1 0 0,-1 1-1 0 0,0-1 1 0 0,0-1-1 0 0,0 1 1 0 0,0-1-1 0 0,4-8 1 0 0,-5 8-27 0 0,0-1-1 0 0,0 0 1 0 0,-1 0 0 0 0,0 0-1 0 0,0-1 1 0 0,-1 1 0 0 0,0-1-1 0 0,-1 1 1 0 0,1-1 0 0 0,-1 0 0 0 0,-1 0-1 0 0,0 1 1 0 0,0-1 0 0 0,0 0-1 0 0,-3-12 1 0 0,1 8-166 0 0,-2 1 1 0 0,1 0-1 0 0,-1-1 0 0 0,-1 2 1 0 0,0-1-1 0 0,-1 0 0 0 0,0 1 1 0 0,0 0-1 0 0,-14-15 0 0 0,13 18-1403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3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263 31 4145 0 0,'-2'-3'260'0'0,"-1"0"0"0"0,0 0-1 0 0,0 1 1 0 0,0 0 0 0 0,-1-1 0 0 0,1 1 0 0 0,-1 0-1 0 0,1 1 1 0 0,-1-1 0 0 0,1 1 0 0 0,-1-1 0 0 0,0 1-1 0 0,0 0 1 0 0,0 0 0 0 0,0 1 0 0 0,0-1 0 0 0,0 1 0 0 0,0 0-1 0 0,0 0 1 0 0,0 0 0 0 0,1 1 0 0 0,-1-1 0 0 0,0 1-1 0 0,0 0 1 0 0,0 0 0 0 0,0 0 0 0 0,1 1 0 0 0,-1-1-1 0 0,0 1 1 0 0,1 0 0 0 0,-1 0 0 0 0,-3 3 0 0 0,-6 5 938 0 0,0 0 1 0 0,1 1-1 0 0,0 0 1 0 0,1 1-1 0 0,0 0 1 0 0,-15 23 0 0 0,19-24-1210 0 0,0 0 0 0 0,0 0 1 0 0,-5 14-1 0 0,10-22 5 0 0,1 1 0 0 0,0-1 0 0 0,0 0 0 0 0,0 0 0 0 0,0 1 0 0 0,0-1 0 0 0,1 1 0 0 0,0-1 0 0 0,-1 1 0 0 0,1-1 0 0 0,0 0 0 0 0,1 1 0 0 0,-1-1 0 0 0,1 1 0 0 0,-1-1 0 0 0,1 1 0 0 0,2 3 0 0 0,-3-7-27 0 0,0 1 1 0 0,1 0-1 0 0,-1-1 1 0 0,0 1 0 0 0,1-1-1 0 0,-1 1 1 0 0,1-1-1 0 0,-1 1 1 0 0,0-1-1 0 0,1 1 1 0 0,0-1-1 0 0,-1 0 1 0 0,1 1 0 0 0,-1-1-1 0 0,1 0 1 0 0,-1 1-1 0 0,1-1 1 0 0,0 0-1 0 0,-1 0 1 0 0,1 1-1 0 0,0-1 1 0 0,-1 0 0 0 0,1 0-1 0 0,0 0 1 0 0,-1 0-1 0 0,1 0 1 0 0,0 0-1 0 0,-1 0 1 0 0,1 0-1 0 0,0 0 1 0 0,-1 0 0 0 0,1 0-1 0 0,0-1 1 0 0,-1 1-1 0 0,1 0 1 0 0,-1 0-1 0 0,1-1 1 0 0,0 1-1 0 0,-1 0 1 0 0,1-1 0 0 0,-1 1-1 0 0,1-1 1 0 0,-1 1-1 0 0,1 0 1 0 0,-1-1-1 0 0,1 1 1 0 0,-1-1-1 0 0,0 0 1 0 0,1 1 0 0 0,-1-1-1 0 0,1 0 1 0 0,27-37-1395 0 0,-22 28 1099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3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1 133 5529 0 0,'3'-67'2437'0'0,"-1"1"7003"0"0,0 145-5071 0 0,2 7-3426 0 0,3 100-1099 0 0,1 1-68 0 0,-7-202 211 0 0,0 0 0 0 0,2 0 0 0 0,0 0 0 0 0,0 1 0 0 0,1-1 0 0 0,10-21 0 0 0,43-83 142 0 0,-51 108-108 0 0,0 0 0 0 0,29-50 83 0 0,-33 58-88 0 0,0 0-1 0 0,0 0 0 0 0,1 0 0 0 0,-1 1 0 0 0,1-1 1 0 0,-1 1-1 0 0,1 0 0 0 0,0-1 0 0 0,-1 1 0 0 0,1 1 1 0 0,0-1-1 0 0,1 0 0 0 0,-1 1 0 0 0,0-1 0 0 0,0 1 1 0 0,6-1-1 0 0,-7 2 0 0 0,0 0-1 0 0,-1 0 1 0 0,1 1 0 0 0,0-1 0 0 0,0 1 0 0 0,0 0 0 0 0,-1-1-1 0 0,1 1 1 0 0,0 0 0 0 0,0 0 0 0 0,-1 0 0 0 0,1 0-1 0 0,-1 0 1 0 0,1 0 0 0 0,-1 1 0 0 0,0-1 0 0 0,1 0-1 0 0,-1 1 1 0 0,2 3 0 0 0,24 36 84 0 0,-20-28-66 0 0,7 11 39 0 0,3 5-1640 0 0,27 34 0 0 0,-38-55 456 0 0,0-1-1 0 0,1 0 1 0 0,0 0 0 0 0,1 0-1 0 0,-1-1 1 0 0,1 0 0 0 0,0-1-1 0 0,18 9 1 0 0,-9-7 388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4.2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39 5985 0 0,'0'-1'153'0'0,"0"-1"0"0"0,0 0-1 0 0,0 1 1 0 0,0-1 0 0 0,0 0-1 0 0,-1 1 1 0 0,1-1 0 0 0,-1 1-1 0 0,1-1 1 0 0,-1 1 0 0 0,0-1-1 0 0,0 1 1 0 0,1 0 0 0 0,-1-1-1 0 0,0 1 1 0 0,0 0-1 0 0,0-1 1 0 0,-1 1 0 0 0,1 0-1 0 0,0 0 1 0 0,0 0 0 0 0,-1 0-1 0 0,1 0 1 0 0,0 0 0 0 0,-1 1-1 0 0,1-1 1 0 0,-1 0 0 0 0,1 1-1 0 0,-1-1 1 0 0,1 1 0 0 0,-1-1-1 0 0,1 1 1 0 0,-1 0 0 0 0,0 0-1 0 0,1 0 1 0 0,-1-1 0 0 0,0 2-1 0 0,1-1 1 0 0,-1 0 0 0 0,1 0-1 0 0,-1 0 1 0 0,0 1 0 0 0,1-1-1 0 0,-1 1 1 0 0,1-1 0 0 0,-1 1-1 0 0,1 0 1 0 0,0 0 0 0 0,-1-1-1 0 0,-1 2 1 0 0,-5 4 207 0 0,-1 0 1 0 0,1 1-1 0 0,0-1 0 0 0,1 2 0 0 0,-1-1 1 0 0,1 1-1 0 0,1 0 0 0 0,-10 15 1 0 0,7-9-160 0 0,1 0 1 0 0,1 0 0 0 0,0 0 0 0 0,-9 31 0 0 0,15-39-196 0 0,0 0 1 0 0,0 0-1 0 0,0 1 1 0 0,1-1 0 0 0,0 0-1 0 0,0 1 1 0 0,1-1 0 0 0,0 0-1 0 0,1 8 1 0 0,-1-13-40 0 0,-1 0 0 0 0,0 1 0 0 0,1-1 0 0 0,-1 0 0 0 0,0 1 1 0 0,1-1-1 0 0,0 0 0 0 0,-1 0 0 0 0,1 0 0 0 0,0 1 0 0 0,-1-1 0 0 0,1 0 1 0 0,0 0-1 0 0,0 0 0 0 0,0 0 0 0 0,0 0 0 0 0,0 0 0 0 0,0-1 0 0 0,1 1 1 0 0,-1 0-1 0 0,0 0 0 0 0,0-1 0 0 0,0 1 0 0 0,1-1 0 0 0,-1 1 0 0 0,0-1 1 0 0,1 1-1 0 0,-1-1 0 0 0,0 0 0 0 0,1 0 0 0 0,-1 0 0 0 0,0 0 0 0 0,1 0 1 0 0,-1 0-1 0 0,1 0 0 0 0,-1 0 0 0 0,0 0 0 0 0,1-1 0 0 0,-1 1 0 0 0,0-1 1 0 0,1 1-1 0 0,-1-1 0 0 0,0 1 0 0 0,0-1 0 0 0,0 0 0 0 0,1 1 0 0 0,0-2 1 0 0,10-6-18 0 0,-1 0 1 0 0,0-1-1 0 0,-1-1 1 0 0,0 1-1 0 0,-1-1 1 0 0,1-1-1 0 0,-2 0 1 0 0,0 0 0 0 0,0-1-1 0 0,7-16 1 0 0,14-16 861 0 0,-28 42-719 0 0,-1 1 0 0 0,1-1 1 0 0,0 1-1 0 0,0 0 0 0 0,0-1 0 0 0,1 1 1 0 0,-1 0-1 0 0,0 0 0 0 0,0 0 1 0 0,0 0-1 0 0,1 0 0 0 0,-1 0 1 0 0,1 0-1 0 0,-1 1 0 0 0,3-2 1 0 0,-3 2-47 0 0,0 0 1 0 0,0 0 0 0 0,-1 0-1 0 0,1 0 1 0 0,0 0 0 0 0,-1 1-1 0 0,1-1 1 0 0,0 0 0 0 0,-1 0-1 0 0,1 1 1 0 0,0-1 0 0 0,-1 0-1 0 0,1 1 1 0 0,-1-1 0 0 0,1 0-1 0 0,0 1 1 0 0,-1-1 0 0 0,1 1-1 0 0,-1-1 1 0 0,1 1 0 0 0,-1-1 0 0 0,0 1-1 0 0,1 0 1 0 0,-1-1 0 0 0,1 2-1 0 0,3 6 259 0 0,-1 0-1 0 0,0 1 1 0 0,0-1 0 0 0,2 16-1 0 0,3 4-122 0 0,-7-25-318 0 0,0 0-1 0 0,1 0 1 0 0,0 0-1 0 0,0-1 1 0 0,0 1-1 0 0,0 0 1 0 0,0-1 0 0 0,0 1-1 0 0,1-1 1 0 0,-1 0-1 0 0,1 0 1 0 0,0 0-1 0 0,0 0 1 0 0,0 0-1 0 0,-1-1 1 0 0,1 1-1 0 0,1-1 1 0 0,-1 0 0 0 0,0 0-1 0 0,6 1 1 0 0,10 0-1432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4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11 255 3225 0 0,'0'-38'94'0'0,"0"-49"3639"0"0,-1 45 1691 0 0,-9-45 3956 0 0,11 102-8397 0 0,3 24-941 0 0,7-2 236 0 0,1 0 0 0 0,27 54 1 0 0,-5-23-2496 0 0,-12-23-2593 0 0,-8-17-2357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4.6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6 151 10594 0 0,'-1'0'51'0'0,"1"-1"1"0"0,0 1-1 0 0,-1 0 0 0 0,1-1 0 0 0,-1 1 0 0 0,1-1 0 0 0,0 1 1 0 0,-1 0-1 0 0,1-1 0 0 0,0 1 0 0 0,0-1 0 0 0,-1 1 0 0 0,1-1 1 0 0,0 1-1 0 0,0-1 0 0 0,0 1 0 0 0,-1-1 0 0 0,1 1 1 0 0,0-1-1 0 0,0 1 0 0 0,0-1 0 0 0,0 1 0 0 0,0-1 0 0 0,0 0 1 0 0,0 1-1 0 0,0-1 0 0 0,0 1 0 0 0,0-1 0 0 0,1 1 0 0 0,-1-1 1 0 0,0 1-1 0 0,0-1 0 0 0,0 1 0 0 0,1-1 0 0 0,17-19 843 0 0,33-10-614 0 0,-49 29-292 0 0,56-26-362 0 0,81-17-6736 0 0,-135 43 6962 0 0,33-9-566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5.2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54 105 4145 0 0,'4'-51'3212'0'0,"-4"47"-2388"0"0,0-1 0 0 0,-1 1 0 0 0,1 0 0 0 0,-1 0 1 0 0,0 0-1 0 0,0 0 0 0 0,0 1 0 0 0,-1-1 0 0 0,1 0 0 0 0,-7-9 1715 0 0,8 13-2425 0 0,-1 0 1 0 0,1 0-1 0 0,0 0 0 0 0,-1-1 1 0 0,1 1-1 0 0,0 0 0 0 0,0 0 1 0 0,-1 0-1 0 0,1 0 0 0 0,0 0 1 0 0,-1 0-1 0 0,1 0 0 0 0,0 0 1 0 0,-1 0-1 0 0,1 0 0 0 0,0 0 1 0 0,0 0-1 0 0,-1 0 0 0 0,1 0 1 0 0,0 0-1 0 0,-1 1 0 0 0,-8 9 1135 0 0,-2 18-795 0 0,7-14-397 0 0,1 1-1 0 0,0-1 1 0 0,1 1-1 0 0,1-1 1 0 0,0 1-1 0 0,1 0 1 0 0,1 0-1 0 0,0 0 1 0 0,1-1-1 0 0,6 27 1 0 0,-6-36-82 0 0,0 0 1 0 0,0 1-1 0 0,0-1 0 0 0,0 0 1 0 0,1 0-1 0 0,0-1 0 0 0,0 1 1 0 0,0 0-1 0 0,0-1 1 0 0,1 0-1 0 0,0 0 0 0 0,0 0 1 0 0,0 0-1 0 0,0 0 0 0 0,0-1 1 0 0,1 0-1 0 0,0 0 1 0 0,0 0-1 0 0,0-1 0 0 0,0 1 1 0 0,0-1-1 0 0,0 0 0 0 0,0-1 1 0 0,1 1-1 0 0,-1-1 1 0 0,1 0-1 0 0,-1-1 0 0 0,1 1 1 0 0,-1-1-1 0 0,1 0 0 0 0,7-1 1 0 0,-12 1 2 0 0,1 0 0 0 0,-1-1 0 0 0,0 1 1 0 0,1 0-1 0 0,-1-1 0 0 0,0 1 0 0 0,1-1 0 0 0,-1 1 1 0 0,0-1-1 0 0,0 0 0 0 0,0 1 0 0 0,0-1 0 0 0,1 0 0 0 0,-1 0 1 0 0,0 0-1 0 0,0 0 0 0 0,-1 0 0 0 0,1 0 0 0 0,0 0 1 0 0,0 0-1 0 0,0 0 0 0 0,-1 0 0 0 0,1 0 0 0 0,0-1 1 0 0,-1 1-1 0 0,1 0 0 0 0,-1 0 0 0 0,0-1 0 0 0,1 1 1 0 0,-1 0-1 0 0,0-1 0 0 0,0 1 0 0 0,0-3 0 0 0,0-6 28 0 0,0-1-1 0 0,0 1 0 0 0,-5-18 0 0 0,2-2 161 0 0,2 29-161 0 0,1 0 1 0 0,0 0-1 0 0,0 1 1 0 0,0-1-1 0 0,-1 0 0 0 0,1 1 1 0 0,0-1-1 0 0,0 0 0 0 0,0 0 1 0 0,0 1-1 0 0,1-1 1 0 0,-1 0-1 0 0,0 1 0 0 0,0-1 1 0 0,0 0-1 0 0,0 0 1 0 0,1 1-1 0 0,-1-1 0 0 0,0 0 1 0 0,1 1-1 0 0,-1-1 1 0 0,1 1-1 0 0,-1-1 0 0 0,0 0 1 0 0,1 1-1 0 0,-1-1 1 0 0,1 1-1 0 0,0-1 0 0 0,-1 1 1 0 0,1 0-1 0 0,-1-1 1 0 0,1 1-1 0 0,0-1 0 0 0,-1 1 1 0 0,2-1-1 0 0,23 12 99 0 0,-10-3-61 0 0,0 0 122 0 0,0-2-1 0 0,0 0 0 0 0,1-1 0 0 0,-1 0 0 0 0,18 2 1 0 0,-30-7-152 0 0,0 1 1 0 0,0-1-1 0 0,0 1 1 0 0,-1-1 0 0 0,1 0-1 0 0,0 0 1 0 0,0 0-1 0 0,0-1 1 0 0,0 1 0 0 0,0-1-1 0 0,0 1 1 0 0,0-1-1 0 0,0 0 1 0 0,-1 0 0 0 0,1 0-1 0 0,0-1 1 0 0,-1 1-1 0 0,1-1 1 0 0,-1 1 0 0 0,1-1-1 0 0,-1 0 1 0 0,0 0-1 0 0,0 0 1 0 0,0 0 0 0 0,0 0-1 0 0,0-1 1 0 0,0 1-1 0 0,-1 0 1 0 0,1-1 0 0 0,-1 0-1 0 0,1 1 1 0 0,-1-1 0 0 0,0 0-1 0 0,0 1 1 0 0,1-6-1 0 0,3-50-3143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5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56 239 5529 0 0,'1'-1'222'0'0,"1"0"0"0"0,0 0 0 0 0,0-1 0 0 0,-1 1 0 0 0,1 0 0 0 0,-1-1-1 0 0,1 1 1 0 0,-1-1 0 0 0,0 1 0 0 0,0-1 0 0 0,1 0 0 0 0,-1 1 0 0 0,0-1 0 0 0,0 0 0 0 0,-1 0 0 0 0,1 0-1 0 0,0 0 1 0 0,0-3 0 0 0,9-43 3151 0 0,-9 37-2436 0 0,1 2-566 0 0,-1 1-1 0 0,0-1 1 0 0,-1 0 0 0 0,0 1-1 0 0,0-1 1 0 0,-1 0 0 0 0,0 0-1 0 0,0 1 1 0 0,-1-1 0 0 0,0 1-1 0 0,-1 0 1 0 0,0-1-1 0 0,-7-14 1 0 0,10 22-310 0 0,-1 0 1 0 0,1 1-1 0 0,-1-1 1 0 0,0 0-1 0 0,1 0 0 0 0,-1 1 1 0 0,1-1-1 0 0,-1 0 1 0 0,0 1-1 0 0,0-1 0 0 0,1 1 1 0 0,-1-1-1 0 0,0 1 0 0 0,0-1 1 0 0,0 1-1 0 0,0-1 1 0 0,0 1-1 0 0,1 0 0 0 0,-1 0 1 0 0,0-1-1 0 0,0 1 0 0 0,0 0 1 0 0,0 0-1 0 0,0 0 1 0 0,0 0-1 0 0,0 0 0 0 0,-2 0 1 0 0,2 1-3 0 0,-1 0 1 0 0,0 0 0 0 0,1 0 0 0 0,-1 0-1 0 0,0 0 1 0 0,1 0 0 0 0,-1 0-1 0 0,1 1 1 0 0,0-1 0 0 0,-1 0 0 0 0,1 1-1 0 0,0-1 1 0 0,-1 3 0 0 0,-2 2-14 0 0,0 1-1 0 0,1-1 1 0 0,0 1 0 0 0,0 0 0 0 0,0 0 0 0 0,-1 9-1 0 0,3-10-29 0 0,0-1-1 0 0,1 1 0 0 0,0 0 1 0 0,0 0-1 0 0,0-1 0 0 0,1 1 1 0 0,0 0-1 0 0,0-1 0 0 0,0 1 1 0 0,1-1-1 0 0,0 1 0 0 0,0-1 1 0 0,0 1-1 0 0,1-1 0 0 0,0 0 1 0 0,0 0-1 0 0,0-1 0 0 0,0 1 0 0 0,8 7 1 0 0,-5-6-158 0 0,0 0 0 0 0,0-1 0 0 0,1 0 0 0 0,-1-1 0 0 0,1 0 0 0 0,0 0 0 0 0,0 0 1 0 0,1-1-1 0 0,-1 0 0 0 0,1 0 0 0 0,-1-1 0 0 0,1 0 0 0 0,13 2 0 0 0,4-2-7198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6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225 16 5985 0 0,'-1'-1'260'0'0,"0"0"0"0"0,0 0 0 0 0,0-1-1 0 0,0 1 1 0 0,0 0 0 0 0,-1 0 0 0 0,1 0-1 0 0,0 0 1 0 0,-1 0 0 0 0,1 1 0 0 0,-1-1-1 0 0,1 0 1 0 0,-1 1 0 0 0,1-1 0 0 0,-1 1-1 0 0,0-1 1 0 0,1 1 0 0 0,-1 0 0 0 0,0-1 0 0 0,1 1-1 0 0,-1 0 1 0 0,0 0 0 0 0,1 0 0 0 0,-1 1-1 0 0,-1-1 1 0 0,-41 10 2843 0 0,35-6-2736 0 0,1 0 0 0 0,0 1 1 0 0,0 0-1 0 0,0 0 0 0 0,1 0 0 0 0,0 1 1 0 0,0 0-1 0 0,0 1 0 0 0,1 0 0 0 0,0 0 1 0 0,0 0-1 0 0,-6 10 0 0 0,6-8-313 0 0,1 0 0 0 0,0 0 1 0 0,0 0-1 0 0,1 0 0 0 0,0 1 0 0 0,1 0 1 0 0,0 0-1 0 0,1 0 0 0 0,0 0 0 0 0,-2 19 1 0 0,4-24-73 0 0,1 0 0 0 0,-1 0 1 0 0,1 0-1 0 0,0 0 1 0 0,0 0-1 0 0,0 0 1 0 0,0 0-1 0 0,1 0 1 0 0,0-1-1 0 0,0 1 0 0 0,1 0 1 0 0,-1-1-1 0 0,1 0 1 0 0,0 0-1 0 0,0 0 1 0 0,6 7-1 0 0,-6-9-39 0 0,-1 0 1 0 0,1 0-1 0 0,-1-1 0 0 0,1 1 0 0 0,0 0 0 0 0,0-1 1 0 0,0 0-1 0 0,0 0 0 0 0,0 0 0 0 0,0 0 0 0 0,0 0 1 0 0,0 0-1 0 0,0-1 0 0 0,0 0 0 0 0,1 1 1 0 0,-1-1-1 0 0,0 0 0 0 0,0-1 0 0 0,0 1 0 0 0,0-1 1 0 0,0 1-1 0 0,1-1 0 0 0,-1 0 0 0 0,0 0 0 0 0,0 0 1 0 0,-1 0-1 0 0,6-3 0 0 0,-2 0-182 0 0,1 0-1 0 0,-1 0 0 0 0,0-1 1 0 0,0 0-1 0 0,0 0 1 0 0,-1 0-1 0 0,1 0 1 0 0,-2-1-1 0 0,1 0 0 0 0,0 0 1 0 0,-1-1-1 0 0,0 1 1 0 0,-1-1-1 0 0,4-8 1 0 0,2-8-427 0 0,-2 0 0 0 0,-1-1 0 0 0,4-25 0 0 0,1-7 1266 0 0,-10 53-358 0 0,-1 0 0 0 0,1 1-1 0 0,0-1 1 0 0,0 0 0 0 0,0 0 0 0 0,1 0 0 0 0,-1 1 0 0 0,1-1-1 0 0,-1 0 1 0 0,1 1 0 0 0,3-4 0 0 0,-4 6-134 0 0,-1-1 0 0 0,1 1 0 0 0,-1 0 0 0 0,1-1 0 0 0,-1 1 0 0 0,1 0 0 0 0,0-1 0 0 0,-1 1 0 0 0,1 0 0 0 0,-1 0 0 0 0,1 0 0 0 0,0 0 0 0 0,-1-1 0 0 0,1 1 0 0 0,-1 0 0 0 0,1 0 0 0 0,0 0 0 0 0,-1 0 0 0 0,1 1 0 0 0,-1-1 0 0 0,1 0 0 0 0,0 0 0 0 0,1 1-22 0 0,-1 0 0 0 0,1 0-1 0 0,-1-1 1 0 0,0 1 0 0 0,1 0 0 0 0,-1 0 0 0 0,0 1 0 0 0,0-1 0 0 0,0 0 0 0 0,0 0 0 0 0,0 1 0 0 0,1 1 0 0 0,38 54 875 0 0,47 54 0 0 0,-39-60-3070 0 0,4-2-3904 0 0,-37-37-11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6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2 134 6913 0 0,'-1'-3'392'0'0,"1"0"0"0"0,0 0 0 0 0,-1 0 0 0 0,2-1 0 0 0,-1 1 0 0 0,0 0 0 0 0,0 0 0 0 0,1 0 0 0 0,0 0 0 0 0,-1 0 0 0 0,1 0 0 0 0,1 0 0 0 0,-1 0 0 0 0,0 0 0 0 0,1 0 0 0 0,-1 1 0 0 0,1-1 0 0 0,0 0 0 0 0,0 1 0 0 0,0-1-1 0 0,0 1 1 0 0,0 0 0 0 0,0 0 0 0 0,1 0 0 0 0,-1 0 0 0 0,1 0 0 0 0,0 0 0 0 0,-1 1 0 0 0,1-1 0 0 0,0 1 0 0 0,5-2 0 0 0,-5 2-282 0 0,0 1 0 0 0,0-1 1 0 0,0 1-1 0 0,0 0 0 0 0,0 0 0 0 0,-1 0 0 0 0,1 0 1 0 0,0 1-1 0 0,0-1 0 0 0,0 1 0 0 0,0 0 0 0 0,0-1 1 0 0,-1 1-1 0 0,1 1 0 0 0,0-1 0 0 0,-1 0 0 0 0,1 1 1 0 0,-1-1-1 0 0,0 1 0 0 0,1 0 0 0 0,-1-1 0 0 0,0 1 1 0 0,3 4-1 0 0,1 1-81 0 0,-1 1 0 0 0,0-1 0 0 0,0 1 0 0 0,-1 0 0 0 0,0 0 0 0 0,3 12 0 0 0,-5-14-45 0 0,0 1 1 0 0,1-1-1 0 0,-1 0 0 0 0,1 0 1 0 0,1 0-1 0 0,-1 0 1 0 0,1 0-1 0 0,0-1 1 0 0,1 1-1 0 0,-1-1 0 0 0,9 7 1 0 0,-17-57 699 0 0,2 33-926 0 0,1 0 0 0 0,0 0 0 0 0,1 0-1 0 0,0 0 1 0 0,1 0 0 0 0,0 1 0 0 0,1-1 0 0 0,0 0 0 0 0,1 1 0 0 0,7-20 0 0 0,1 9-7053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6.8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55 167 6913 0 0,'0'0'31'0'0,"0"0"-1"0"0,0 0 0 0 0,0 0 0 0 0,1 0 1 0 0,-1 1-1 0 0,0-1 0 0 0,0 0 0 0 0,0 0 1 0 0,0 0-1 0 0,0 0 0 0 0,1 1 0 0 0,-1-1 1 0 0,0 0-1 0 0,0 0 0 0 0,0 0 0 0 0,1 0 0 0 0,-1 0 1 0 0,0 0-1 0 0,0 0 0 0 0,0 0 0 0 0,1 0 1 0 0,-1 0-1 0 0,0 0 0 0 0,0 0 0 0 0,1 0 1 0 0,-1 0-1 0 0,0 0 0 0 0,0 0 0 0 0,0 0 1 0 0,1 0-1 0 0,-1 0 0 0 0,0 0 0 0 0,0 0 0 0 0,0 0 1 0 0,1 0-1 0 0,-1 0 0 0 0,0 0 0 0 0,0 0 1 0 0,0 0-1 0 0,1-1 0 0 0,-1 1 0 0 0,0 0 1 0 0,0 0-1 0 0,0 0 0 0 0,12-13 568 0 0,6-16-236 0 0,-14 21-355 0 0,-1-1-1 0 0,0 0 1 0 0,0 0-1 0 0,2-16 1 0 0,-4 21-12 0 0,-1 1 1 0 0,1-1 0 0 0,-1 1 0 0 0,0-1-1 0 0,0 1 1 0 0,0-1 0 0 0,-1 1-1 0 0,1-1 1 0 0,-1 1 0 0 0,1 0-1 0 0,-1-1 1 0 0,0 1 0 0 0,-1 0 0 0 0,1-1-1 0 0,-4-4 1 0 0,5 7 23 0 0,-1 0 0 0 0,0 1-1 0 0,0-1 1 0 0,0 1 0 0 0,0 0 0 0 0,0-1 0 0 0,0 1-1 0 0,0 0 1 0 0,0-1 0 0 0,0 1 0 0 0,0 0-1 0 0,0 0 1 0 0,0 0 0 0 0,0 0 0 0 0,0 0 0 0 0,0 0-1 0 0,-1 0 1 0 0,1 0 0 0 0,0 1 0 0 0,0-1 0 0 0,0 0-1 0 0,0 1 1 0 0,0-1 0 0 0,0 0 0 0 0,1 1 0 0 0,-1-1-1 0 0,0 1 1 0 0,0 0 0 0 0,0-1 0 0 0,0 1 0 0 0,0 0-1 0 0,1-1 1 0 0,-1 1 0 0 0,-1 1 0 0 0,-30 32 711 0 0,29-30-632 0 0,-1 0 36 0 0,1 0 0 0 0,0 1 1 0 0,0-1-1 0 0,0 1 0 0 0,0 0 1 0 0,1-1-1 0 0,0 1 1 0 0,0 0-1 0 0,0 1 0 0 0,0-1 1 0 0,0 6-1 0 0,2-9-52 0 0,0 0 0 0 0,0 0 0 0 0,0 0 0 0 0,0 0 0 0 0,0-1 0 0 0,0 1-1 0 0,1 0 1 0 0,-1 0 0 0 0,1 0 0 0 0,0 0 0 0 0,-1 0 0 0 0,1-1 0 0 0,0 1 0 0 0,0 0 0 0 0,0-1 0 0 0,0 1 0 0 0,0 0 0 0 0,1-1 0 0 0,-1 0-1 0 0,0 1 1 0 0,1-1 0 0 0,-1 0 0 0 0,1 1 0 0 0,-1-1 0 0 0,1 0 0 0 0,0 0 0 0 0,-1 0 0 0 0,1-1 0 0 0,0 1 0 0 0,0 0 0 0 0,0-1-1 0 0,-1 1 1 0 0,1-1 0 0 0,2 1 0 0 0,23 3 425 0 0,0 0-1 0 0,0-2 1 0 0,0-1-1 0 0,0-1 1 0 0,0-2 0 0 0,31-5-1 0 0,-8 2-532 0 0,-10 1-678 0 0,-2-1-295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8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74 179 2304 0 0,'-24'-22'3689'0'0,"2"-18"-552"0"0,20 34-1797 0 0,-1 0 1 0 0,0 0-1 0 0,-1 0 0 0 0,1 0 0 0 0,-9-10 1 0 0,19 32 2024 0 0,8 45-2657 0 0,-15-59-612 0 0,10 51 91 0 0,-7-28-63 0 0,2 0 0 0 0,1-1 1 0 0,0 0-1 0 0,16 35 0 0 0,-4-133-368 0 0,-14 54 132 0 0,2-11 32 0 0,2 0-1 0 0,1 1 1 0 0,14-32-1 0 0,-21 56 102 0 0,1 0 0 0 0,0-1-1 0 0,0 2 1 0 0,1-1-1 0 0,-1 0 1 0 0,1 1-1 0 0,0-1 1 0 0,1 1 0 0 0,0 1-1 0 0,-1-1 1 0 0,1 0-1 0 0,1 1 1 0 0,-1 0-1 0 0,1 0 1 0 0,-1 1 0 0 0,1 0-1 0 0,0 0 1 0 0,0 0-1 0 0,1 0 1 0 0,11-2-1 0 0,-14 5 11 0 0,0 0 0 0 0,0 0-1 0 0,0 0 1 0 0,0 1-1 0 0,0-1 1 0 0,-1 1 0 0 0,1 0-1 0 0,0 0 1 0 0,0 0 0 0 0,0 1-1 0 0,-1-1 1 0 0,1 1-1 0 0,0 0 1 0 0,-1 0 0 0 0,0 0-1 0 0,0 1 1 0 0,1-1 0 0 0,-1 1-1 0 0,0 0 1 0 0,-1 0-1 0 0,1 0 1 0 0,2 4 0 0 0,8 9 45 0 0,-1 1 1 0 0,-1 1-1 0 0,9 19 1 0 0,-12-22-74 0 0,4 6-3 0 0,16 41 0 0 0,-12-112 64 0 0,-10 33-40 0 0,25-71 10 0 0,-27 79-27 0 0,0 0 1 0 0,0 1-1 0 0,1 0 1 0 0,0 0-1 0 0,1 0 0 0 0,0 0 1 0 0,9-9-1 0 0,-13 16 1 0 0,-1 0-1 0 0,0 0 1 0 0,0 0-1 0 0,0 1 0 0 0,1-1 1 0 0,-1 0-1 0 0,0 0 1 0 0,1 1-1 0 0,-1-1 1 0 0,0 1-1 0 0,1-1 0 0 0,-1 1 1 0 0,1 0-1 0 0,-1-1 1 0 0,1 1-1 0 0,-1 0 1 0 0,1 0-1 0 0,-1 0 0 0 0,0 0 1 0 0,1 0-1 0 0,-1 1 1 0 0,1-1-1 0 0,-1 0 1 0 0,1 1-1 0 0,-1-1 0 0 0,1 1 1 0 0,-1-1-1 0 0,0 1 1 0 0,1 0-1 0 0,-1-1 1 0 0,0 1-1 0 0,0 0 0 0 0,0 0 1 0 0,1 0-1 0 0,-1 0 1 0 0,0 0-1 0 0,0 0 1 0 0,0 0-1 0 0,-1 1 0 0 0,2 0 1 0 0,6 9-7 0 0,-1-1 0 0 0,0 1 0 0 0,10 22 0 0 0,-7-13 24 0 0,-2-5-550 0 0,2 0 0 0 0,-1-1 0 0 0,24 26 1 0 0,-19-26-589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8.3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1 342 4609 0 0,'65'-75'4538'0'0,"-47"50"-2707"0"0,-1 0 0 0 0,16-35 0 0 0,-26 47-1317 0 0,-2-1 1 0 0,1 1 0 0 0,-2-1 0 0 0,0-1 0 0 0,0 1 0 0 0,2-26 0 0 0,-6 38-452 0 0,0 1-1 0 0,0 0 1 0 0,1-1 0 0 0,-1 1 0 0 0,0 0-1 0 0,0-1 1 0 0,-1 1 0 0 0,1 0-1 0 0,0-1 1 0 0,0 1 0 0 0,-1 0 0 0 0,1-1-1 0 0,-1 1 1 0 0,1 0 0 0 0,-1 0-1 0 0,1-1 1 0 0,-1 1 0 0 0,0 0 0 0 0,0 0-1 0 0,1 0 1 0 0,-1 0 0 0 0,-1-1 0 0 0,0 1-10 0 0,1 1 0 0 0,0-1 1 0 0,0 1-1 0 0,-1 0 1 0 0,1-1-1 0 0,0 1 1 0 0,0 0-1 0 0,-1 0 1 0 0,1 0-1 0 0,0 0 0 0 0,-1 0 1 0 0,1 0-1 0 0,0 0 1 0 0,0 1-1 0 0,-1-1 1 0 0,1 0-1 0 0,0 1 1 0 0,-2 0-1 0 0,-3 1 57 0 0,0 1 0 0 0,0 0 0 0 0,1 0-1 0 0,-1 1 1 0 0,1 0 0 0 0,0-1 0 0 0,-8 10 0 0 0,6-5-32 0 0,0 1 1 0 0,1 0-1 0 0,1 0 1 0 0,-1 0-1 0 0,2 1 1 0 0,-1 0-1 0 0,1 0 1 0 0,1 0-1 0 0,0 1 1 0 0,0-1-1 0 0,-2 18 1 0 0,5-22-157 0 0,-1 1 1 0 0,1 0 0 0 0,0-1-1 0 0,1 1 1 0 0,0 0 0 0 0,0-1-1 0 0,0 1 1 0 0,4 11 0 0 0,-3-14-209 0 0,0 0 1 0 0,0 0-1 0 0,1 0 1 0 0,-1 0-1 0 0,1 0 0 0 0,-1 0 1 0 0,1-1-1 0 0,0 1 1 0 0,1-1-1 0 0,-1 0 1 0 0,1 0-1 0 0,-1 0 1 0 0,8 4-1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8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88 2304 0 0,'23'-15'0'0'0,"-8"4"97"0"0,-1 1-25 0 0,-7 6-8 0 0,-3 1-64 0 0,-2 1 0 0 0,2-1 0 0 0,3-1 0 0 0,4-3 176 0 0,1-1 16 0 0,1 0 8 0 0,-2 3 0 0 0,-3 3-112 0 0,-1 0-24 0 0,-2 1-64 0 0,-1-2 96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8.9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239 30 2304 0 0,'-2'-3'600'0'0,"1"1"-1"0"0,-1 0 0 0 0,1 0 1 0 0,-1 0-1 0 0,0 0 0 0 0,0 1 1 0 0,0-1-1 0 0,0 0 0 0 0,0 1 1 0 0,0-1-1 0 0,0 1 0 0 0,-1 0 0 0 0,1 0 1 0 0,0 0-1 0 0,-1 0 0 0 0,1 0 1 0 0,-1 0-1 0 0,1 1 0 0 0,-1-1 1 0 0,1 1-1 0 0,-1 0 0 0 0,-3 0 1 0 0,2 0-307 0 0,0 1 1 0 0,0 0 0 0 0,1 1-1 0 0,-1-1 1 0 0,0 1 0 0 0,1-1-1 0 0,-1 1 1 0 0,1 0 0 0 0,-1 1 0 0 0,1-1-1 0 0,0 0 1 0 0,0 1 0 0 0,-5 5-1 0 0,-19 19 352 0 0,-24 33 1 0 0,43-51-572 0 0,2 1 0 0 0,-1 0 0 0 0,1 0 1 0 0,1 0-1 0 0,0 1 0 0 0,0 0 0 0 0,-6 21 1 0 0,11-29-69 0 0,-1 0 1 0 0,1 0 0 0 0,0 0-1 0 0,0 0 1 0 0,0 0 0 0 0,1 0-1 0 0,-1 0 1 0 0,1 0 0 0 0,-1 0-1 0 0,1 0 1 0 0,0 0 0 0 0,0 0-1 0 0,3 5 1 0 0,-4-7-21 0 0,1 0-1 0 0,0-1 0 0 0,-1 1 1 0 0,1 0-1 0 0,-1 0 1 0 0,1-1-1 0 0,0 1 1 0 0,0 0-1 0 0,-1-1 0 0 0,1 1 1 0 0,0-1-1 0 0,0 1 1 0 0,0-1-1 0 0,0 0 1 0 0,0 1-1 0 0,-1-1 1 0 0,1 0-1 0 0,0 1 0 0 0,0-1 1 0 0,0 0-1 0 0,0 0 1 0 0,0 0-1 0 0,0 0 1 0 0,0 0-1 0 0,0 0 1 0 0,0 0-1 0 0,0 0 0 0 0,0-1 1 0 0,0 1-1 0 0,0 0 1 0 0,0 0-1 0 0,-1-1 1 0 0,1 1-1 0 0,0 0 0 0 0,0-1 1 0 0,0 1-1 0 0,0-1 1 0 0,-1 0-1 0 0,1 1 1 0 0,0-1-1 0 0,0 1 1 0 0,-1-1-1 0 0,1 0 0 0 0,-1 0 1 0 0,1 1-1 0 0,0-1 1 0 0,0-1-1 0 0,13-14-138 0 0,0-1 1 0 0,-1-1-1 0 0,19-35 0 0 0,0 2 738 0 0,-32 50-545 0 0,1 0 0 0 0,-1 0 0 0 0,1 0 0 0 0,-1 0 1 0 0,1 0-1 0 0,0 0 0 0 0,0 1 0 0 0,-1-1 0 0 0,1 0 1 0 0,0 0-1 0 0,0 1 0 0 0,0-1 0 0 0,0 1 0 0 0,0-1 1 0 0,0 1-1 0 0,0-1 0 0 0,0 1 0 0 0,0-1 0 0 0,0 1 1 0 0,2-1-1 0 0,-2 2-20 0 0,0-1 0 0 0,-1 0 0 0 0,1 0 1 0 0,0 1-1 0 0,0-1 0 0 0,0 0 0 0 0,0 1 1 0 0,-1-1-1 0 0,1 1 0 0 0,0-1 0 0 0,0 1 0 0 0,-1-1 1 0 0,1 1-1 0 0,0 0 0 0 0,-1-1 0 0 0,1 1 0 0 0,0 0 1 0 0,-1 0-1 0 0,1 1 0 0 0,4 6 20 0 0,-1 1-1 0 0,0 0 1 0 0,-1 0 0 0 0,3 9-1 0 0,-1-2 72 0 0,1-3-161 0 0,-1-2 0 0 0,2 1 0 0 0,-1-1 0 0 0,15 18 1 0 0,4-2-6682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9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229 3 8002 0 0,'-5'-1'259'0'0,"0"1"1"0"0,0-1 0 0 0,0 0-1 0 0,0 1 1 0 0,-1 0-1 0 0,1 1 1 0 0,0-1 0 0 0,0 1-1 0 0,0 0 1 0 0,-6 1 0 0 0,1 1 796 0 0,0 1 1 0 0,-1-1 0 0 0,-16 10 0 0 0,20-9-707 0 0,1 0 1 0 0,0 0 0 0 0,0 0 0 0 0,1 1 0 0 0,-1-1 0 0 0,1 1 0 0 0,0 1 0 0 0,0-1-1 0 0,0 1 1 0 0,-5 10 0 0 0,8-14-307 0 0,1 1 1 0 0,0-1-1 0 0,1 0 0 0 0,-1 1 0 0 0,0-1 1 0 0,1 1-1 0 0,-1-1 0 0 0,1 1 0 0 0,0-1 1 0 0,0 1-1 0 0,0-1 0 0 0,0 1 0 0 0,0-1 1 0 0,1 0-1 0 0,-1 1 0 0 0,1-1 0 0 0,-1 1 0 0 0,1-1 1 0 0,0 0-1 0 0,0 1 0 0 0,0-1 0 0 0,0 0 1 0 0,0 0-1 0 0,1 0 0 0 0,-1 1 0 0 0,1-2 1 0 0,-1 1-1 0 0,1 0 0 0 0,0 0 0 0 0,0 0 0 0 0,0-1 1 0 0,0 1-1 0 0,0-1 0 0 0,3 2 0 0 0,47 25 64 0 0,-44-25-103 0 0,0 0 0 0 0,-1 0-1 0 0,0 1 1 0 0,0 0 0 0 0,0 1 0 0 0,0-1-1 0 0,0 1 1 0 0,-1 1 0 0 0,0-1 0 0 0,6 8-1 0 0,-11-11-4 0 0,0 0 0 0 0,-1 0 0 0 0,1 0 0 0 0,-1-1 0 0 0,1 1-1 0 0,-1 0 1 0 0,0 0 0 0 0,0 0 0 0 0,0 0 0 0 0,0 0 0 0 0,0 0-1 0 0,0 0 1 0 0,0 0 0 0 0,-1 0 0 0 0,1 0 0 0 0,-1 0-1 0 0,1 0 1 0 0,-1 0 0 0 0,0-1 0 0 0,0 1 0 0 0,0 0 0 0 0,0 0-1 0 0,0-1 1 0 0,0 1 0 0 0,0-1 0 0 0,-3 3 0 0 0,-2 4 18 0 0,-1-1-1 0 0,0 1 1 0 0,-15 10 0 0 0,5-5-88 0 0,-1-1 0 0 0,-37 18-1 0 0,13-13-6009 0 0,26-11-130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29.8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0,'25'13'14106'0'0,"-24"-2"-13039"0"0,-1-9-1391 0 0,3 24 965 0 0,0-1 1 0 0,9 30-1 0 0,-10-48-644 0 0,0 0 0 0 0,0 0 0 0 0,1-1 0 0 0,0 1 0 0 0,0-1 0 0 0,0 0 1 0 0,1 0-1 0 0,0 0 0 0 0,0-1 0 0 0,1 1 0 0 0,-1-1 0 0 0,1 0 0 0 0,6 5 0 0 0,-9-9-17 0 0,-1-1 0 0 0,0 0 0 0 0,0 0 1 0 0,0 0-1 0 0,0 0 0 0 0,1 0 0 0 0,-1 0 0 0 0,0 0 0 0 0,0 0 0 0 0,0 0 0 0 0,0 0 1 0 0,1 0-1 0 0,-1-1 0 0 0,0 1 0 0 0,0-1 0 0 0,0 1 0 0 0,0-1 0 0 0,0 1 1 0 0,0-1-1 0 0,0 1 0 0 0,0-1 0 0 0,0 0 0 0 0,0 0 0 0 0,0 1 0 0 0,0-1 1 0 0,-1 0-1 0 0,1 0 0 0 0,0 0 0 0 0,0-2 0 0 0,28-35-105 0 0,-23 30 70 0 0,8-14 2 0 0,-1 0 0 0 0,15-36 0 0 0,-7 14 332 0 0,-21 43-266 0 0,0 0 1 0 0,0 1 0 0 0,0-1 0 0 0,1 1-1 0 0,-1-1 1 0 0,0 1 0 0 0,0-1-1 0 0,1 1 1 0 0,-1-1 0 0 0,1 1-1 0 0,-1 0 1 0 0,0-1 0 0 0,1 1-1 0 0,-1-1 1 0 0,1 1 0 0 0,-1 0-1 0 0,1-1 1 0 0,-1 1 0 0 0,1 0-1 0 0,-1 0 1 0 0,1-1 0 0 0,-1 1-1 0 0,1 0 1 0 0,-1 0 0 0 0,1 0-1 0 0,0 0 1 0 0,-1 0 0 0 0,1 0-1 0 0,-1 0 1 0 0,1 0 0 0 0,-1 0-1 0 0,1 0 1 0 0,0 0 0 0 0,-1 0-1 0 0,2 0 1 0 0,-1 1 8 0 0,1 0 1 0 0,0 0-1 0 0,0 1 1 0 0,0-1-1 0 0,-1 0 0 0 0,1 1 1 0 0,0-1-1 0 0,-1 1 0 0 0,0 0 1 0 0,2 1-1 0 0,24 44 51 0 0,5 26-3542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0.2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0 123 1376 0 0,'2'-2'514'0'0,"-1"0"0"0"0,0 0 0 0 0,0 1 0 0 0,1-1 0 0 0,-1 0 0 0 0,1 1 1 0 0,0-1-1 0 0,-1 1 0 0 0,1-1 0 0 0,0 1 0 0 0,0 0 0 0 0,0-1 0 0 0,0 1 0 0 0,0 0 0 0 0,0 1 0 0 0,0-1 0 0 0,0 0 0 0 0,1 0 0 0 0,-1 1 0 0 0,0 0 0 0 0,0-1 0 0 0,0 1 0 0 0,1 0 0 0 0,2 0 0 0 0,-2 0-137 0 0,-1 0 0 0 0,1 1 0 0 0,0-1 0 0 0,0 0 0 0 0,0 1 0 0 0,-1 0 1 0 0,1 0-1 0 0,0 0 0 0 0,0 0 0 0 0,-1 0 0 0 0,1 1 0 0 0,-1-1 0 0 0,0 1 0 0 0,1-1 0 0 0,-1 1 0 0 0,0 0 0 0 0,0 0 0 0 0,4 4 0 0 0,-1 3-243 0 0,0 1 0 0 0,-1-1-1 0 0,0 1 1 0 0,0 0-1 0 0,-1 0 1 0 0,-1 0 0 0 0,1 1-1 0 0,-2-1 1 0 0,1 1 0 0 0,-1-1-1 0 0,-1 1 1 0 0,0-1 0 0 0,-2 14-1 0 0,0-23 575 0 0,0-9-343 0 0,0-13-96 0 0,4 1-405 0 0,2 0-1 0 0,0 1 1 0 0,1-1 0 0 0,2 1-1 0 0,0 0 1 0 0,15-31 0 0 0,-14 38-1684 0 0,-1-1-1 0 0,1 2 1 0 0,12-14 0 0 0,-1 5-5227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0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1 164 3681 0 0,'0'0'280'0'0,"1"1"1"0"0,0 0-1 0 0,-1-1 1 0 0,1 1-1 0 0,0 0 1 0 0,0-1-1 0 0,0 1 1 0 0,0-1-1 0 0,-1 1 1 0 0,1-1-1 0 0,0 0 1 0 0,0 1-1 0 0,0-1 1 0 0,0 0-1 0 0,0 0 1 0 0,0 0-1 0 0,0 0 1 0 0,0 0-1 0 0,0 0 1 0 0,0 0-1 0 0,0 0 1 0 0,2 0-1 0 0,25-1 3408 0 0,-23 0-3247 0 0,1 0 1 0 0,-1 0-1 0 0,0 0 0 0 0,0-1 0 0 0,0 0 0 0 0,0 0 1 0 0,0 0-1 0 0,0-1 0 0 0,0 0 0 0 0,-1 0 0 0 0,1 0 1 0 0,-1 0-1 0 0,5-5 0 0 0,-4 3-364 0 0,-1 1 0 0 0,0-1 0 0 0,0 0 1 0 0,-1 0-1 0 0,1-1 0 0 0,-1 1 0 0 0,0-1 0 0 0,-1 1 0 0 0,1-1 1 0 0,-1 0-1 0 0,0 0 0 0 0,0 0 0 0 0,-1 0 0 0 0,0 0 0 0 0,0-1 1 0 0,-1 1-1 0 0,0-11 0 0 0,1 16-76 0 0,-1 0 0 0 0,0 0 0 0 0,-1 0 0 0 0,1 0 0 0 0,0 0 1 0 0,0-1-1 0 0,0 1 0 0 0,-1 0 0 0 0,1 0 0 0 0,0 0 0 0 0,-1 0 0 0 0,1 0 0 0 0,-1 0 0 0 0,0 0 0 0 0,1 0 1 0 0,-1 0-1 0 0,0 0 0 0 0,1 1 0 0 0,-3-3 0 0 0,3 3-32 0 0,-1 0 0 0 0,0 0 0 0 0,1-1-1 0 0,-1 1 1 0 0,0 0 0 0 0,0 0 0 0 0,1 0 0 0 0,-1 0 0 0 0,0 0 0 0 0,0 0 0 0 0,1 0 0 0 0,-1 0 0 0 0,0 0-1 0 0,0 1 1 0 0,1-1 0 0 0,-1 0 0 0 0,0 0 0 0 0,1 1 0 0 0,-1-1 0 0 0,0 0 0 0 0,-1 1 0 0 0,-1 2-133 0 0,0-1 1 0 0,0 0 0 0 0,0 1 0 0 0,0 0 0 0 0,1-1 0 0 0,-1 1 0 0 0,1 0-1 0 0,-1 0 1 0 0,-2 7 0 0 0,2-5-9 0 0,1 0 0 0 0,1 1 0 0 0,-1-1 0 0 0,1 0 0 0 0,0 1-1 0 0,0-1 1 0 0,1 0 0 0 0,-1 1 0 0 0,1-1 0 0 0,1 1 0 0 0,-1-1 0 0 0,1 1 0 0 0,-1-1 0 0 0,2 0-1 0 0,-1 1 1 0 0,2 4 0 0 0,-1-7 50 0 0,-1 0 0 0 0,0 0 0 0 0,1 0 1 0 0,-1 0-1 0 0,1-1 0 0 0,0 1 0 0 0,0-1 0 0 0,0 1 0 0 0,0-1 0 0 0,0 0 0 0 0,1 0 0 0 0,-1 0 1 0 0,1 0-1 0 0,-1 0 0 0 0,1 0 0 0 0,0-1 0 0 0,0 1 0 0 0,0-1 0 0 0,0 0 0 0 0,0 0 0 0 0,0 0 0 0 0,0 0 1 0 0,0 0-1 0 0,0-1 0 0 0,0 0 0 0 0,0 1 0 0 0,0-1 0 0 0,1 0 0 0 0,2-1 0 0 0,-3 1 107 0 0,0-1-1 0 0,0 0 1 0 0,0 0-1 0 0,0 0 1 0 0,-1 0-1 0 0,1 0 1 0 0,-1-1-1 0 0,1 1 1 0 0,-1-1-1 0 0,1 1 1 0 0,-1-1-1 0 0,3-3 0 0 0,29-31 972 0 0,-9 8-80 0 0,-19 23-693 0 0,1 0 0 0 0,-1 0 0 0 0,1 0 0 0 0,0 1 0 0 0,0 0 0 0 0,0 0 0 0 0,1 0 0 0 0,7-2 0 0 0,-13 6-109 0 0,1-1 0 0 0,-1 1 0 0 0,0-1 0 0 0,1 1 0 0 0,-1 0 0 0 0,0 0 0 0 0,1 0 0 0 0,-1 0 0 0 0,0 0 0 0 0,1 0 0 0 0,-1 1 1 0 0,0-1-1 0 0,0 1 0 0 0,1 0 0 0 0,-1-1 0 0 0,0 1 0 0 0,0 0 0 0 0,0 0 0 0 0,0 0 0 0 0,0 1 0 0 0,0-1 0 0 0,0 0 0 0 0,0 1 0 0 0,-1 0 0 0 0,1-1 0 0 0,0 1 0 0 0,-1 0 0 0 0,1 0 0 0 0,-1 0 0 0 0,0-1 0 0 0,0 2 0 0 0,2 1 0 0 0,5 12 90 0 0,22 35 672 0 0,-29-49-803 0 0,1 1-1 0 0,0-1 1 0 0,1 0-1 0 0,-1 1 1 0 0,0-1-1 0 0,1 0 0 0 0,-1-1 1 0 0,1 1-1 0 0,-1 0 1 0 0,1-1-1 0 0,0 1 1 0 0,0-1-1 0 0,0 0 0 0 0,-1 0 1 0 0,7 2-1 0 0,-7-3-35 0 0,-1-1 1 0 0,1 1-1 0 0,-1 0 0 0 0,1 0 0 0 0,0-1 0 0 0,-1 1 1 0 0,1-1-1 0 0,-1 1 0 0 0,1-1 0 0 0,-1 0 0 0 0,1 0 0 0 0,-1 0 1 0 0,1 0-1 0 0,-1 0 0 0 0,0 0 0 0 0,0 0 0 0 0,1 0 1 0 0,0-1-1 0 0,23-29-31 0 0,-15 18 88 0 0,2-1 267 0 0,34-37 491 0 0,-44 49-741 0 0,0 0 1 0 0,1 0-1 0 0,-1 0 0 0 0,1 0 1 0 0,-1 0-1 0 0,1 1 1 0 0,0-1-1 0 0,0 1 0 0 0,0-1 1 0 0,-1 1-1 0 0,1 0 0 0 0,1 0 1 0 0,-1 1-1 0 0,0-1 1 0 0,0 0-1 0 0,0 1 0 0 0,4 0 1 0 0,-5 0-22 0 0,1 1 1 0 0,-1 0 0 0 0,0-1-1 0 0,0 1 1 0 0,0 0 0 0 0,0 0-1 0 0,0 0 1 0 0,0 1 0 0 0,0-1-1 0 0,0 0 1 0 0,0 1 0 0 0,0-1-1 0 0,-1 1 1 0 0,1 0 0 0 0,-1 0-1 0 0,2 2 1 0 0,18 33-2477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1.9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9218 0 0,'2'0'563'0'0,"-1"0"1"0"0,1 0-1 0 0,-1 0 0 0 0,1 0 1 0 0,-1 1-1 0 0,1-1 0 0 0,-1 1 1 0 0,1-1-1 0 0,-1 1 0 0 0,1-1 1 0 0,5 5 2815 0 0,-4-2-2815 0 0,-1-1-219 0 0,0 0 1 0 0,-1 1-1 0 0,1-1 1 0 0,-1 0-1 0 0,0 1 1 0 0,0 0-1 0 0,1-1 1 0 0,-2 1-1 0 0,2 3 1 0 0,1 7-629 0 0,-2 1 1 0 0,1-1-1 0 0,-2 20 1 0 0,1-7 1161 0 0,-1-23-904 0 0,9 84-274 0 0,-6-76-450 0 0,-1 0 0 0 0,2-1 1 0 0,5 14-1 0 0,-2-10-338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2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 11058 0 0,'7'1'8600'0'0,"-7"19"-6509"0"0,0-18-2419 0 0,-13 55 1588 0 0,9-45-1784 0 0,1 0 0 0 0,1 0 0 0 0,0 0 1 0 0,0 15-1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2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 6449 0 0,'0'-12'577'0'0,"0"5"-465"0"0,1 1-112 0 0,3-3 3120 0 0,-1 7-2528 0 0,0 1-48 0 0,1 2 1 0 0,0 1-9 0 0,-1 3-1929 0 0,0 2-383 0 0,1 4-80 0 0,-2 1-9 0 0,0 1 1473 0 0,-1-2 296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2.7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 7370 0 0,'4'-2'338'0'0,"-1"1"0"0"0,1 0 0 0 0,0 0 0 0 0,-1 0 0 0 0,1 0 0 0 0,0 1 0 0 0,-1 0 1 0 0,1-1-1 0 0,0 1 0 0 0,0 0 0 0 0,-1 1 0 0 0,1-1 0 0 0,0 1 0 0 0,-1 0 0 0 0,1 0 1 0 0,0 0-1 0 0,-1 0 0 0 0,1 0 0 0 0,-1 1 0 0 0,0 0 0 0 0,1-1 0 0 0,-1 1 1 0 0,0 0-1 0 0,0 1 0 0 0,0-1 0 0 0,-1 1 0 0 0,1-1 0 0 0,0 1 0 0 0,-1 0 0 0 0,0 0 1 0 0,1 0-1 0 0,-1 0 0 0 0,-1 0 0 0 0,1 0 0 0 0,0 1 0 0 0,1 5 0 0 0,-2-5-221 0 0,0 0-1 0 0,0 0 1 0 0,-1 0 0 0 0,1 0-1 0 0,-1 0 1 0 0,0 0-1 0 0,-1 1 1 0 0,1-1-1 0 0,-1 0 1 0 0,1 0-1 0 0,-1 0 1 0 0,0 0 0 0 0,-1 0-1 0 0,-1 4 1 0 0,-9 14-21 0 0,12-21-95 0 0,0-1 1 0 0,0 1 0 0 0,0-1 0 0 0,0 1 0 0 0,-1-1 0 0 0,1 1 0 0 0,0-1-1 0 0,-1 1 1 0 0,1-1 0 0 0,0 1 0 0 0,-1-1 0 0 0,1 1 0 0 0,0-1 0 0 0,-1 0-1 0 0,1 1 1 0 0,-1-1 0 0 0,1 1 0 0 0,-1-1 0 0 0,1 0 0 0 0,-1 0-1 0 0,1 1 1 0 0,-1-1 0 0 0,1 0 0 0 0,-1 0 0 0 0,1 0 0 0 0,-1 1 0 0 0,1-1-1 0 0,-1 0 1 0 0,0 0 0 0 0,1 0 0 0 0,-1 0 0 0 0,1 0 0 0 0,-1 0-1 0 0,1 0 1 0 0,-1 0 0 0 0,0-1 0 0 0,1 1 0 0 0,-2 0 0 0 0,2-1-10 0 0,0 0 0 0 0,0 0 1 0 0,-1 0-1 0 0,1 0 0 0 0,0 0 1 0 0,0 0-1 0 0,0 0 0 0 0,0 0 1 0 0,0 0-1 0 0,0 0 0 0 0,0 0 1 0 0,0 0-1 0 0,1 0 1 0 0,-1 0-1 0 0,0 1 0 0 0,0-1 1 0 0,1 0-1 0 0,-1 0 0 0 0,1 0 1 0 0,-1 0-1 0 0,1 0 0 0 0,0 0 1 0 0,13-22-316 0 0,-14 22 303 0 0,8-9-203 0 0,0 0-1 0 0,1 0 1 0 0,0 1 0 0 0,1 0-1 0 0,-1 0 1 0 0,16-9 0 0 0,-21 15 218 0 0,0 0-1 0 0,1 0 1 0 0,-1 1-1 0 0,0-1 1 0 0,1 1-1 0 0,-1 0 1 0 0,1 1 0 0 0,0-1-1 0 0,0 1 1 0 0,0 0-1 0 0,-1 0 1 0 0,1 0 0 0 0,0 1-1 0 0,0 0 1 0 0,0 0-1 0 0,0 0 1 0 0,0 1 0 0 0,0-1-1 0 0,9 3 1 0 0,-11-1-30 0 0,0 0 0 0 0,-1 0 0 0 0,1 1 0 0 0,0-1 0 0 0,-1 1-1 0 0,1 0 1 0 0,-1-1 0 0 0,0 1 0 0 0,0 0 0 0 0,0 0 0 0 0,0 1 0 0 0,-1-1 0 0 0,1 0 0 0 0,-1 1 0 0 0,0-1 0 0 0,0 0 0 0 0,2 8 0 0 0,1 2-1059 0 0,0-2-352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3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68 5529 0 0,'8'-17'256'0'0,"-3"-14"4668"0"0,-5 30-4691 0 0,0 0-1 0 0,0 0 1 0 0,0 0 0 0 0,0 0 0 0 0,0 1 0 0 0,0-1 0 0 0,-1 0 0 0 0,1 0 0 0 0,0 0 0 0 0,-1 0 0 0 0,1 0-1 0 0,0 1 1 0 0,-1-1 0 0 0,1 0 0 0 0,-1 0 0 0 0,1 1 0 0 0,-1-1 0 0 0,0 0 0 0 0,1 1 0 0 0,-2-2 0 0 0,1 2-122 0 0,0 0 0 0 0,-1-1 0 0 0,1 1 1 0 0,0 0-1 0 0,0 0 0 0 0,0 0 0 0 0,-1 0 1 0 0,1 0-1 0 0,0 0 0 0 0,0 0 0 0 0,0 0 1 0 0,-1 0-1 0 0,1 0 0 0 0,0 1 0 0 0,0-1 1 0 0,0 1-1 0 0,0-1 0 0 0,0 1 0 0 0,0-1 1 0 0,-2 2-1 0 0,-6 3 85 0 0,0 1 0 0 0,0 0 1 0 0,1 1-1 0 0,0 0 0 0 0,0 0 1 0 0,0 1-1 0 0,1 0 0 0 0,0 0 1 0 0,1 1-1 0 0,-1 0 0 0 0,2 0 1 0 0,0 0-1 0 0,-6 14 0 0 0,11-23-204 0 0,-1 0 0 0 0,1 1 0 0 0,0-1 0 0 0,0 1 0 0 0,0-1 0 0 0,-1 1 0 0 0,1-1 0 0 0,0 1-1 0 0,0-1 1 0 0,0 1 0 0 0,0-1 0 0 0,0 1 0 0 0,0-1 0 0 0,0 1 0 0 0,0-1 0 0 0,0 1-1 0 0,0-1 1 0 0,0 1 0 0 0,0-1 0 0 0,0 1 0 0 0,0-1 0 0 0,0 1 0 0 0,1-1 0 0 0,-1 1 0 0 0,0-1-1 0 0,0 1 1 0 0,1-1 0 0 0,-1 1 0 0 0,12-8-151 0 0,15-23 155 0 0,-25 28 45 0 0,0-1 2 0 0,0 1 0 0 0,0-1 0 0 0,1 1-1 0 0,-1-1 1 0 0,1 1 0 0 0,-1 0 0 0 0,1-1 0 0 0,0 2 0 0 0,0-1-1 0 0,0 0 1 0 0,0 0 0 0 0,0 1 0 0 0,0 0 0 0 0,1 0 0 0 0,-1 0 0 0 0,0 0-1 0 0,1 0 1 0 0,-1 0 0 0 0,1 1 0 0 0,-1 0 0 0 0,7 0 0 0 0,-6 1 1 0 0,-1 0 0 0 0,1 0 0 0 0,0 0 0 0 0,0 1 0 0 0,-1 0 1 0 0,1 0-1 0 0,-1 0 0 0 0,1 0 0 0 0,-1 0 0 0 0,0 1 0 0 0,0-1 1 0 0,0 1-1 0 0,0 0 0 0 0,0 0 0 0 0,-1 0 0 0 0,1 0 0 0 0,-1 1 1 0 0,3 4-1 0 0,5 12 69 0 0,0-1 1 0 0,-2 1 0 0 0,0 0 0 0 0,8 34-1 0 0,12 87 26 0 0,-27-135-126 0 0,4 24 20 0 0,-1 0-1 0 0,-1 1 1 0 0,-2-1 0 0 0,-1 0-1 0 0,-6 41 1 0 0,3-52 20 0 0,-1-1 0 0 0,-1 1 0 0 0,-1 0 0 0 0,0-1 0 0 0,-1 0 0 0 0,-1-1 1 0 0,-1 0-1 0 0,0 0 0 0 0,-18 24 0 0 0,7-16 244 0 0,0-1 0 0 0,-39 37 0 0 0,50-54-255 0 0,0 1 0 0 0,0-1 0 0 0,0-1 0 0 0,-1 0 0 0 0,0 0 0 0 0,0-1 0 0 0,0 0 0 0 0,-1-1 0 0 0,1 0 0 0 0,-22 5 0 0 0,29-9-167 0 0,1 0 0 0 0,-1 1 0 0 0,1-1 0 0 0,-1 0 0 0 0,1-1-1 0 0,-1 1 1 0 0,1 0 0 0 0,-1-1 0 0 0,1 1 0 0 0,-1-1 0 0 0,1 0 0 0 0,0 0 0 0 0,-1 0-1 0 0,1 0 1 0 0,0 0 0 0 0,0 0 0 0 0,0-1 0 0 0,0 1 0 0 0,0-1 0 0 0,0 0-1 0 0,0 1 1 0 0,0-1 0 0 0,-1-2 0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33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0 10594 0 0,'9'2'265'0'0,"-6"-2"-197"0"0,0 1 1 0 0,0-1-1 0 0,0 0 0 0 0,0 1 0 0 0,0 0 1 0 0,0 0-1 0 0,0 0 0 0 0,-1 0 0 0 0,1 0 1 0 0,0 1-1 0 0,-1-1 0 0 0,5 4 1 0 0,-7-4 279 0 0,0 0 1 0 0,1 1 0 0 0,-1-1 0 0 0,0 0 0 0 0,0 1 0 0 0,0-1 0 0 0,0 0 0 0 0,0 1 0 0 0,-1-1 0 0 0,1 0 0 0 0,0 1 0 0 0,-1-1 0 0 0,1 0 0 0 0,-1 1 0 0 0,1-1 0 0 0,-1 0 0 0 0,0 2 0 0 0,-12 20 2130 0 0,-7 1 305 0 0,6-14-3391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0.4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13 1376 0 0,'-7'-4'128'0'0,"3"1"-128"0"0,0 0 0 0 0,1 1 0 0 0,2 2 0 0 0,-1 0-120 0 0,1 0 24 0 0,-2 1 8 0 0,-1-1 88 0 0,-1 1 96 0 0,-1 2-16 0 0,-1 0-8 0 0,2 1-72 0 0,-2-1 80 0 0,2-1-80 0 0,-1 0 80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0.9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345 107 5529 0 0,'2'-6'354'0'0,"0"1"-1"0"0,0-1 1 0 0,0 0 0 0 0,1 1-1 0 0,0 0 1 0 0,0 0 0 0 0,5-6-1 0 0,0-1 735 0 0,-6 8-1089 0 0,14-28 4894 0 0,-16 31-4792 0 0,0 1 0 0 0,0 0 0 0 0,0-1 1 0 0,0 1-1 0 0,0 0 0 0 0,0-1 0 0 0,0 1 1 0 0,0 0-1 0 0,0-1 0 0 0,0 1 0 0 0,0 0 0 0 0,0-1 1 0 0,0 1-1 0 0,0 0 0 0 0,-1-1 0 0 0,1 1 1 0 0,0 0-1 0 0,0-1 0 0 0,0 1 0 0 0,0 0 0 0 0,-1 0 1 0 0,1-1-1 0 0,0 1 0 0 0,0 0 0 0 0,0 0 1 0 0,-1-1-1 0 0,1 1 0 0 0,0 0 0 0 0,-1 0 1 0 0,1 0-1 0 0,-1-1 0 0 0,-19 3 1637 0 0,7 3-1683 0 0,0 0 1 0 0,0 1-1 0 0,0 1 1 0 0,1 0 0 0 0,0 0-1 0 0,1 1 1 0 0,0 1-1 0 0,0 0 1 0 0,1 0-1 0 0,0 1 1 0 0,0 0-1 0 0,1 1 1 0 0,1 0 0 0 0,0 0-1 0 0,0 1 1 0 0,-6 13-1 0 0,-8 23 255 0 0,1-1-1 0 0,-27 102 0 0 0,31-94-259 0 0,4-12-49 0 0,-6 16 16 0 0,-19 98 1 0 0,35-136-15 0 0,1-1 0 0 0,1 0 0 0 0,1 1 0 0 0,0-1 0 0 0,2 1 0 0 0,0-1 0 0 0,1 0 0 0 0,12 39 1 0 0,-10-42 1 0 0,2-1 1 0 0,0-1 0 0 0,0 1 0 0 0,2-1 0 0 0,0-1 0 0 0,1 1 0 0 0,0-2-1 0 0,1 1 1 0 0,0-1 0 0 0,1-1 0 0 0,1 0 0 0 0,0-1 0 0 0,14 10 0 0 0,-16-14 2 0 0,1 0 1 0 0,-1-1 0 0 0,1 0 0 0 0,0-1-1 0 0,1-1 1 0 0,-1 1 0 0 0,1-2 0 0 0,0 0 0 0 0,0 0-1 0 0,0-2 1 0 0,0 1 0 0 0,0-2 0 0 0,1 1-1 0 0,-1-2 1 0 0,0 0 0 0 0,0 0 0 0 0,18-5 0 0 0,-15 1 33 0 0,0 0 0 0 0,0 0 0 0 0,-1-1 0 0 0,0-1 1 0 0,0-1-1 0 0,-1 0 0 0 0,0-1 0 0 0,0-1 0 0 0,-1 0 1 0 0,0 0-1 0 0,15-17 0 0 0,-19 17-2 0 0,-1-1 1 0 0,1 0-1 0 0,-1 0 1 0 0,-1-1-1 0 0,0 1 0 0 0,-1-2 1 0 0,0 1-1 0 0,-1-1 1 0 0,-1 0-1 0 0,0 0 1 0 0,0 0-1 0 0,-1-1 0 0 0,2-26 1 0 0,-4 27 13 0 0,-1 0-1 0 0,-1-1 1 0 0,0 1 0 0 0,0 0 0 0 0,-1 0 0 0 0,-1 1 0 0 0,-4-14-1 0 0,5 21-41 0 0,1 1-1 0 0,-1 0 0 0 0,0-1 1 0 0,0 1-1 0 0,-1 0 0 0 0,1 0 1 0 0,-1 0-1 0 0,0 0 0 0 0,0 1 1 0 0,0-1-1 0 0,-1 1 0 0 0,1 0 0 0 0,-1 0 1 0 0,1 0-1 0 0,-1 0 0 0 0,0 1 1 0 0,-1-1-1 0 0,1 1 0 0 0,0 0 1 0 0,0 0-1 0 0,-1 1 0 0 0,-7-2 1 0 0,-1 1-25 0 0,-1 1 0 0 0,0 0 0 0 0,1 1 0 0 0,-1 1 0 0 0,1 0 0 0 0,-1 1 0 0 0,1 0-1 0 0,0 1 1 0 0,-1 1 0 0 0,1 0 0 0 0,1 0 0 0 0,-1 2 0 0 0,1-1 0 0 0,0 2 0 0 0,0 0 0 0 0,-13 10 0 0 0,9-6-430 0 0,1 0-1 0 0,1 2 1 0 0,0 0 0 0 0,1 0-1 0 0,0 1 1 0 0,1 1-1 0 0,0 0 1 0 0,1 1-1 0 0,1 0 1 0 0,1 1 0 0 0,-9 19-1 0 0,8-6-6099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1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242 138 3889 0 0,'5'-39'-130'0'0,"-4"31"899"0"0,-1 0-1 0 0,-1 0 1 0 0,1 0 0 0 0,-1 0-1 0 0,-4-15 1 0 0,5 21-465 0 0,-1 0 0 0 0,0 0 1 0 0,0 0-1 0 0,0 0 0 0 0,1 0 0 0 0,-2 0 1 0 0,1 0-1 0 0,0 1 0 0 0,0-1 0 0 0,-1 0 1 0 0,1 1-1 0 0,-1-1 0 0 0,1 1 0 0 0,-1-1 1 0 0,1 1-1 0 0,-1 0 0 0 0,-4-3 0 0 0,4 4-79 0 0,-1-1 0 0 0,1 1 0 0 0,-1-1 0 0 0,0 1 0 0 0,1 0 0 0 0,-1 0 0 0 0,0 0 0 0 0,1 0 0 0 0,-1 0 0 0 0,0 1 0 0 0,1-1 0 0 0,-1 1 0 0 0,0 0 0 0 0,1 0-1 0 0,-1 0 1 0 0,1 0 0 0 0,0 0 0 0 0,-4 3 0 0 0,-2 1-92 0 0,1 0 0 0 0,-1 0 0 0 0,1 1 0 0 0,0 1 0 0 0,1-1 0 0 0,0 1 0 0 0,0 0 0 0 0,0 0 0 0 0,1 1 0 0 0,0 0 0 0 0,0 0 0 0 0,1 0 0 0 0,0 0 0 0 0,1 1 0 0 0,-4 12 0 0 0,-4 17-41 0 0,2 0-1 0 0,-6 51 1 0 0,9-52 79 0 0,-19 164 151 0 0,23-170-309 0 0,2 0-1 0 0,0-1 0 0 0,2 1 1 0 0,10 47-1 0 0,-9-68-28 0 0,0 1 0 0 0,0-1 0 0 0,1-1 0 0 0,0 1 0 0 0,1 0 0 0 0,0-1 0 0 0,1 0 0 0 0,0 0 0 0 0,0-1 0 0 0,1 0-1 0 0,0 0 1 0 0,0 0 0 0 0,1-1 0 0 0,-1 0 0 0 0,2 0 0 0 0,-1-1 0 0 0,1 0 0 0 0,0-1 0 0 0,0 0 0 0 0,1 0 0 0 0,0-1 0 0 0,-1 0 0 0 0,1-1 0 0 0,1 0 0 0 0,-1 0 0 0 0,16 1-1 0 0,-8-2-24 0 0,-1 0-1 0 0,1-2 1 0 0,-1 0-1 0 0,0 0 1 0 0,1-2-1 0 0,-1 0 0 0 0,0-1 1 0 0,0-1-1 0 0,0 0 1 0 0,0-2-1 0 0,-1 0 1 0 0,0 0-1 0 0,0-2 0 0 0,0 0 1 0 0,20-14-1 0 0,-26 15 129 0 0,0-2 0 0 0,0 1 0 0 0,-1-1 0 0 0,0-1 0 0 0,0 0 0 0 0,-1 0 0 0 0,0-1 0 0 0,-1 0 0 0 0,0 0 0 0 0,-1 0 0 0 0,0-1 1 0 0,-1 0-1 0 0,0 0 0 0 0,-1-1 0 0 0,4-21 0 0 0,-5 17 30 0 0,-2 1 0 0 0,0-1 1 0 0,-1 0-1 0 0,0 0 0 0 0,-2 1 1 0 0,0-1-1 0 0,0 1 0 0 0,-2-1 1 0 0,0 1-1 0 0,-1 0 1 0 0,-13-28-1 0 0,6 18-15 0 0,-2 0 0 0 0,0 1 1 0 0,-2 1-1 0 0,0 1 0 0 0,-2 0 1 0 0,-1 1-1 0 0,-35-32 0 0 0,40 42-296 0 0,0 1 0 0 0,-1 0 1 0 0,-1 1-1 0 0,0 1 0 0 0,-26-11 0 0 0,30 15-574 0 0,-1 1 0 0 0,1 0 0 0 0,-1 1 0 0 0,0 1 0 0 0,0 0 0 0 0,0 0-1 0 0,0 1 1 0 0,-20 2 0 0 0,8 2-5921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1.7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16 12443 0 0,'-4'-3'1104'0'0,"-5"-2"1000"0"0,7 3-1440 0 0,-3 1-207 0 0,1-2-41 0 0,2 2 0 0 0,-2 1-8 0 0,1 2-1016 0 0,-1 5-192 0 0,0 3-49 0 0,0 4-7 0 0,1 1 664 0 0,1 0 128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1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5529 0 0,'3'3'488'0'0,"-2"-2"-392"0"0,1 1-96 0 0,-1-1 0 0 0,0-1-392 0 0,-1 2-104 0 0,3 0-16 0 0,1 2-8 0 0,2 5 408 0 0,-1-4 112 0 0,1-4 0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2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0 197 7370 0 0,'1'-6'144'0'0,"1"1"0"0"0,0 0 1 0 0,-1 0-1 0 0,2 0 0 0 0,-1 1 1 0 0,0-1-1 0 0,1 0 1 0 0,0 1-1 0 0,0 0 0 0 0,5-6 1 0 0,42-41 1636 0 0,-38 40-1066 0 0,-2 1-76 0 0,1 1 0 0 0,0 1 0 0 0,1-1-1 0 0,0 2 1 0 0,0 0 0 0 0,1 0-1 0 0,15-5 1 0 0,-24 10-458 0 0,1 1 0 0 0,-1 0-1 0 0,0 0 1 0 0,0 0 0 0 0,1 0 0 0 0,-1 1 0 0 0,1 0-1 0 0,-1 0 1 0 0,0 0 0 0 0,1 0 0 0 0,-1 1-1 0 0,5 1 1 0 0,-6-1-108 0 0,-1 0 1 0 0,1 0-1 0 0,0 0 0 0 0,-1 1 0 0 0,0-1 0 0 0,1 1 0 0 0,-1 0 1 0 0,0 0-1 0 0,0-1 0 0 0,0 2 0 0 0,0-1 0 0 0,0 0 1 0 0,0 0-1 0 0,0 1 0 0 0,-1-1 0 0 0,1 0 0 0 0,-1 1 1 0 0,0 0-1 0 0,0-1 0 0 0,1 5 0 0 0,1 2-41 0 0,-1 1 1 0 0,0 0-1 0 0,-1 0 1 0 0,0 0-1 0 0,-1 0 0 0 0,0 0 1 0 0,-1 0-1 0 0,1-1 1 0 0,-2 1-1 0 0,-4 18 1 0 0,-5 11-151 0 0,-20 47 0 0 0,27-74 70 0 0,-32 68-472 0 0,-68 114 0 0 0,84-159 461 0 0,16-29 99 0 0,-20 41 210 0 0,23-45-181 0 0,0 1 0 0 0,0 0 0 0 0,0 0 0 0 0,0-1 0 0 0,1 1 0 0 0,-1 0 0 0 0,1 0 0 0 0,0 0 0 0 0,0 0 0 0 0,0-1 0 0 0,0 1 0 0 0,0 0 0 0 0,0 0 0 0 0,2 5 0 0 0,-1-7-27 0 0,0 0 1 0 0,0 1 0 0 0,0-1-1 0 0,0 0 1 0 0,0 0 0 0 0,0 0-1 0 0,0 0 1 0 0,1 0 0 0 0,-1 0-1 0 0,0 0 1 0 0,1-1 0 0 0,-1 1-1 0 0,0 0 1 0 0,1-1 0 0 0,-1 1-1 0 0,1-1 1 0 0,-1 0-1 0 0,1 1 1 0 0,-1-1 0 0 0,1 0-1 0 0,0 0 1 0 0,-1 0 0 0 0,1 0-1 0 0,-1 0 1 0 0,1 0 0 0 0,-1 0-1 0 0,1-1 1 0 0,-1 1 0 0 0,3-1-1 0 0,45-15 248 0 0,13-11-444 0 0,38-15-64 0 0,-31 21-6086 0 0,-34 14-425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2.8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222 50 10594 0 0,'-1'-2'125'0'0,"0"0"-1"0"0,0 0 0 0 0,0 0 0 0 0,-1 0 1 0 0,1 0-1 0 0,-1 1 0 0 0,1-1 0 0 0,-1 1 1 0 0,1-1-1 0 0,-1 1 0 0 0,0-1 1 0 0,0 1-1 0 0,0 0 0 0 0,0 0 0 0 0,0 0 1 0 0,0 0-1 0 0,0 0 0 0 0,0 1 1 0 0,0-1-1 0 0,0 1 0 0 0,0-1 0 0 0,-1 1 1 0 0,1 0-1 0 0,0-1 0 0 0,0 1 0 0 0,0 0 1 0 0,-1 1-1 0 0,1-1 0 0 0,0 0 1 0 0,0 1-1 0 0,-3 0 0 0 0,-2 1 75 0 0,0-1-1 0 0,0 2 1 0 0,0-1-1 0 0,0 1 1 0 0,0 0-1 0 0,0 0 1 0 0,1 1 0 0 0,0 0-1 0 0,0 0 1 0 0,0 0-1 0 0,0 1 1 0 0,1 0-1 0 0,-6 6 1 0 0,4-3-97 0 0,1 0 0 0 0,0 1 0 0 0,0 0-1 0 0,1 0 1 0 0,0 1 0 0 0,0-1 0 0 0,1 1 0 0 0,-4 16 0 0 0,5-13-105 0 0,0 1 0 0 0,0-1-1 0 0,2 1 1 0 0,-1-1 0 0 0,2 1 0 0 0,0 0 0 0 0,1 0 0 0 0,0-1 0 0 0,1 1 0 0 0,0-1 0 0 0,1 1 0 0 0,1-1-1 0 0,0 0 1 0 0,8 18 0 0 0,-4-19 5 0 0,0 0-1 0 0,0 0 1 0 0,1-1 0 0 0,1 0-1 0 0,0-1 1 0 0,0 0 0 0 0,1-1-1 0 0,0 0 1 0 0,1 0 0 0 0,0-1-1 0 0,0-1 1 0 0,1 0-1 0 0,23 9 1 0 0,-25-11 28 0 0,0-1 0 0 0,0 0 1 0 0,0-1-1 0 0,1-1 0 0 0,-1 0 0 0 0,1 0 1 0 0,0-1-1 0 0,-1 0 0 0 0,1-1 0 0 0,0-1 0 0 0,-1 0 1 0 0,1 0-1 0 0,-1-1 0 0 0,1-1 0 0 0,-1 0 1 0 0,0 0-1 0 0,15-7 0 0 0,-22 8-17 0 0,1-1 0 0 0,-1 0 0 0 0,0 0 0 0 0,0 0 0 0 0,0 0 0 0 0,0-1 1 0 0,0 1-1 0 0,-1-1 0 0 0,0 0 0 0 0,0 0 0 0 0,0 0 0 0 0,0-1 0 0 0,0 1 0 0 0,2-7 0 0 0,-2 3 76 0 0,-1 0 0 0 0,0 1 0 0 0,0-1 1 0 0,-1 0-1 0 0,0 0 0 0 0,0-1 0 0 0,-1 1 0 0 0,0-11 0 0 0,-3-1 168 0 0,0 0-1 0 0,-1 0 0 0 0,-1 0 1 0 0,0 1-1 0 0,-2 0 0 0 0,-14-30 1 0 0,10 29-172 0 0,0 0 1 0 0,-2 1 0 0 0,0 0-1 0 0,-1 0 1 0 0,-18-18 0 0 0,22 27-310 0 0,0 1 1 0 0,-1-1 0 0 0,0 1 0 0 0,-1 1-1 0 0,1 0 1 0 0,-2 1 0 0 0,1 0-1 0 0,-1 1 1 0 0,-21-7 0 0 0,9 6-1347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3.0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14747 0 0,'18'6'1830'0'0,"-14"-5"-2067"0"0,1 1 0 0 0,-1-1 0 0 0,1 1 1 0 0,-1 0-1 0 0,1 0 0 0 0,-1 0 0 0 0,0 1 1 0 0,6 4-1 0 0,-3 1 226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3.2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15667 0 0,'0'5'1529'0'0,"1"-2"-1361"0"0,7 4 3288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3.9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14 115 7834 0 0,'-1'-2'198'0'0,"-1"1"1"0"0,1-1 0 0 0,0 1-1 0 0,0-1 1 0 0,0 0 0 0 0,0 0-1 0 0,0 1 1 0 0,0-1 0 0 0,0 0-1 0 0,1 0 1 0 0,-1 0 0 0 0,1 0-1 0 0,-1 0 1 0 0,1 0 0 0 0,0 0-1 0 0,0 0 1 0 0,0 0 0 0 0,0-3-1 0 0,1 3 83 0 0,0-1-1 0 0,0 1 0 0 0,0 0 1 0 0,0 0-1 0 0,0-1 1 0 0,1 1-1 0 0,-1 0 0 0 0,1 0 1 0 0,0 0-1 0 0,-1 1 0 0 0,1-1 1 0 0,0 0-1 0 0,0 1 1 0 0,4-3-1 0 0,1-2-29 0 0,1 1 0 0 0,0 0 0 0 0,0 1 0 0 0,0 0 0 0 0,0 0 0 0 0,1 1 0 0 0,-1 0-1 0 0,1 0 1 0 0,0 1 0 0 0,0 0 0 0 0,0 0 0 0 0,15 0 0 0 0,-23 3-217 0 0,0-1-1 0 0,0 0 0 0 0,1 0 1 0 0,-1 0-1 0 0,0 1 1 0 0,0-1-1 0 0,0 1 1 0 0,1-1-1 0 0,-1 1 1 0 0,0-1-1 0 0,0 1 0 0 0,0 0 1 0 0,0 0-1 0 0,0-1 1 0 0,0 1-1 0 0,0 0 1 0 0,0 0-1 0 0,-1 0 0 0 0,1 0 1 0 0,0 0-1 0 0,1 2 1 0 0,-1-1 2 0 0,0 1 1 0 0,0 0-1 0 0,0 1 1 0 0,0-1-1 0 0,0 0 1 0 0,0 0-1 0 0,-1 0 0 0 0,1 5 1 0 0,-1 7 15 0 0,-1-1 0 0 0,-5 29 0 0 0,5-35-16 0 0,-45 181-180 0 0,1 0-32 0 0,44-184 236 0 0,0-1-1 0 0,1 1 0 0 0,0-1 1 0 0,-1 1-1 0 0,2-1 0 0 0,-1 1 1 0 0,0 0-1 0 0,1-1 0 0 0,0 1 1 0 0,0-1-1 0 0,3 9 0 0 0,-3-11-31 0 0,0-1-1 0 0,0 1 1 0 0,1-1-1 0 0,-1 1 0 0 0,0-1 1 0 0,1 0-1 0 0,-1 1 0 0 0,1-1 1 0 0,-1 0-1 0 0,1 0 0 0 0,-1 0 1 0 0,1 0-1 0 0,0 0 0 0 0,0-1 1 0 0,-1 1-1 0 0,1 0 1 0 0,0-1-1 0 0,0 0 0 0 0,0 1 1 0 0,0-1-1 0 0,-1 0 0 0 0,1 0 1 0 0,0 0-1 0 0,0 0 0 0 0,0 0 1 0 0,0 0-1 0 0,0 0 1 0 0,0-1-1 0 0,0 1 0 0 0,2-2 1 0 0,15-3 218 0 0,-1-1 0 0 0,0-1 1 0 0,22-12-1 0 0,-18 9-343 0 0,32-12 0 0 0,-46 20-514 0 0,0 0 1 0 0,0 0-1 0 0,0 1 0 0 0,0 0 0 0 0,0 1 1 0 0,0-1-1 0 0,0 1 0 0 0,11 2 1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4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178 20 8290 0 0,'-2'-1'10'0'0,"-7"-3"1326"0"0,-1 1-1 0 0,0 0 1 0 0,0 1-1 0 0,0 0 1 0 0,0 0-1 0 0,-1 1 1 0 0,-17 0-1 0 0,26 2-1245 0 0,0 0 0 0 0,0-1-1 0 0,0 1 1 0 0,0 0 0 0 0,1 1 0 0 0,-1-1-1 0 0,0 0 1 0 0,1 1 0 0 0,-1-1 0 0 0,1 0 0 0 0,-1 1-1 0 0,1 0 1 0 0,0-1 0 0 0,-1 1 0 0 0,1 0-1 0 0,0 0 1 0 0,0 0 0 0 0,-1 2 0 0 0,-15 42 223 0 0,15-37-167 0 0,-5 12-31 0 0,1 1 0 0 0,1 1 0 0 0,1-1 0 0 0,1 1 1 0 0,1-1-1 0 0,1 1 0 0 0,1 0 0 0 0,5 37 0 0 0,-3-47-66 0 0,0 0 0 0 0,1 0-1 0 0,1 0 1 0 0,0 0 0 0 0,1-1-1 0 0,1 0 1 0 0,0 0 0 0 0,0 0-1 0 0,1 0 1 0 0,0-1 0 0 0,1 0 0 0 0,1-1-1 0 0,-1 0 1 0 0,2 0 0 0 0,-1-1-1 0 0,12 8 1 0 0,-7-6 10 0 0,1-2 0 0 0,0 1 0 0 0,0-2 0 0 0,0 0 0 0 0,1-1 0 0 0,0-1 0 0 0,1 0 1 0 0,0-1-1 0 0,25 4 0 0 0,-31-8-22 0 0,0 0 1 0 0,0 0 0 0 0,0-1-1 0 0,0-1 1 0 0,0 0 0 0 0,0 0-1 0 0,0-1 1 0 0,0-1 0 0 0,0 1-1 0 0,0-2 1 0 0,-1 0 0 0 0,0 0 0 0 0,0 0-1 0 0,0-2 1 0 0,17-11 0 0 0,-15 9 66 0 0,-1 0 1 0 0,-1-1 0 0 0,0 0-1 0 0,0-1 1 0 0,-1 0 0 0 0,0-1-1 0 0,10-16 1 0 0,-15 21-37 0 0,-2 1 1 0 0,1-1-1 0 0,-1 0 0 0 0,1 0 1 0 0,-2 0-1 0 0,1 0 0 0 0,-1 0 0 0 0,0 0 1 0 0,0 0-1 0 0,0-1 0 0 0,-1 1 1 0 0,0 0-1 0 0,0 0 0 0 0,-1-1 1 0 0,0 1-1 0 0,0 0 0 0 0,0 0 0 0 0,-4-10 1 0 0,-4-7 79 0 0,-1 0 1 0 0,-1 0 0 0 0,-1 1 0 0 0,-1 0 0 0 0,-1 1-1 0 0,-20-22 1 0 0,24 30-232 0 0,-1 1 0 0 0,0 1 0 0 0,-1 0 0 0 0,-1 0 0 0 0,0 1 0 0 0,0 1 0 0 0,-1 0 0 0 0,0 1 0 0 0,0 0 0 0 0,-25-8 0 0 0,10 9-2059 0 0,0 3-6647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5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0 260 9674 0 0,'1'-2'386'0'0,"1"0"0"0"0,-1 0 0 0 0,0 0 0 0 0,1 0 0 0 0,0 0 0 0 0,-1 1 0 0 0,1-1 0 0 0,0 1 1 0 0,0-1-1 0 0,3-1 0 0 0,-5 3-267 0 0,41-29 2185 0 0,1 2-1 0 0,88-42 1 0 0,-71 45-1882 0 0,0 1 1 0 0,2 3-1 0 0,117-21 1 0 0,-171 39-771 0 0,1 1 0 0 0,-1 0 0 0 0,0 0 0 0 0,1 1-1 0 0,-1 0 1 0 0,1 0 0 0 0,-1 1 0 0 0,0 0 0 0 0,9 2 0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6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15 3225 0 0,'-4'-15'13565'0'0,"-7"201"-10799"0"0,1-17-2094 0 0,1-88-458 0 0,-8 128 227 0 0,16-176-479 0 0,2 0-1 0 0,2-1 1 0 0,0 1 0 0 0,11 42-1 0 0,-11-64-639 0 0,1-1 0 0 0,-1 0 0 0 0,2 0 0 0 0,5 11 0 0 0,-7-18-749 0 0,1-3-12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6.7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1 282 3225 0 0,'3'-23'837'0'0,"1"1"0"0"0,11-33 0 0 0,-11 42 1633 0 0,1 1 1 0 0,15-26 1280 0 0,-20 37-3660 0 0,0 1 1 0 0,1 0-1 0 0,-1 0 1 0 0,0 0-1 0 0,0 0 1 0 0,1 0-1 0 0,-1 0 1 0 0,0 0-1 0 0,0 0 1 0 0,0 0-1 0 0,1 0 1 0 0,-1 0-1 0 0,0 0 1 0 0,0 0-1 0 0,1 0 1 0 0,1 1 731 0 0,-2-1-732 0 0,11 11 1251 0 0,4 13-765 0 0,38 98 345 0 0,-44-97-712 0 0,0 0 0 0 0,2 0 0 0 0,1-1 0 0 0,1 0 0 0 0,0-1 0 0 0,26 30 0 0 0,-36-48-195 0 0,1-1 1 0 0,0 0 0 0 0,0-1-1 0 0,1 1 1 0 0,-1-1 0 0 0,1 0-1 0 0,-1 0 1 0 0,1 0 0 0 0,0 0-1 0 0,0-1 1 0 0,0 0 0 0 0,10 3-1 0 0,-12-5-24 0 0,0 0-1 0 0,0 0 1 0 0,0 0-1 0 0,0 0 1 0 0,0 0-1 0 0,0-1 1 0 0,0 1-1 0 0,0-1 1 0 0,0 0 0 0 0,0 0-1 0 0,0 0 1 0 0,-1 0-1 0 0,1 0 1 0 0,0-1-1 0 0,-1 1 1 0 0,1-1-1 0 0,-1 0 1 0 0,1 0-1 0 0,-1 0 1 0 0,0 0-1 0 0,0 0 1 0 0,0 0-1 0 0,0-1 1 0 0,0 1-1 0 0,1-4 1 0 0,4-4 7 0 0,-1-1 0 0 0,0 1 1 0 0,0-2-1 0 0,-2 1 0 0 0,1-1 0 0 0,-1 1 0 0 0,3-20 1 0 0,9-92 352 0 0,-2 9 243 0 0,-12 101-528 0 0,0 0 1 0 0,1 1-1 0 0,1-1 1 0 0,0 1-1 0 0,1 0 1 0 0,0 0 0 0 0,0 1-1 0 0,2-1 1 0 0,7-11-1 0 0,-13 23-57 0 0,-1 0 1 0 0,0-1-1 0 0,0 1 0 0 0,1-1 0 0 0,-1 1 0 0 0,1 0 1 0 0,-1-1-1 0 0,0 1 0 0 0,1 0 0 0 0,-1-1 0 0 0,1 1 1 0 0,-1 0-1 0 0,1 0 0 0 0,-1-1 0 0 0,0 1 0 0 0,1 0 1 0 0,-1 0-1 0 0,1 0 0 0 0,-1 0 0 0 0,1 0 0 0 0,0-1 1 0 0,-1 1-1 0 0,1 0 0 0 0,-1 0 0 0 0,1 0 0 0 0,-1 0 1 0 0,1 1-1 0 0,-1-1 0 0 0,1 0 0 0 0,0 0 0 0 0,9 14 107 0 0,-1 28-26 0 0,-9-38-54 0 0,16 117 198 0 0,-12-75-229 0 0,2 0-1 0 0,2-1 1 0 0,1 0 0 0 0,26 70-1 0 0,-16-71-293 0 0,9 23-956 0 0,-11-22-4218 0 0,-1-3-1608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7.0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19 196 5985 0 0,'8'-2'9669'0'0,"0"15"-9358"0"0,-3-3-12 0 0,0 0-1 0 0,1 0 0 0 0,1-1 0 0 0,-1 0 0 0 0,13 12 1 0 0,-16-19-212 0 0,-1 0 1 0 0,0 0-1 0 0,1 0 1 0 0,-1-1-1 0 0,1 1 0 0 0,0-1 1 0 0,-1 0-1 0 0,1 1 1 0 0,0-1-1 0 0,0 0 1 0 0,0-1-1 0 0,0 1 1 0 0,0 0-1 0 0,0-1 1 0 0,0 0-1 0 0,0 0 1 0 0,0 0-1 0 0,0 0 1 0 0,0 0-1 0 0,0 0 1 0 0,0-1-1 0 0,0 0 0 0 0,0 1 1 0 0,0-1-1 0 0,-1 0 1 0 0,6-3-1 0 0,-5 3-19 0 0,1-1 0 0 0,-1 1 0 0 0,1-1 0 0 0,-1 0 0 0 0,0 0 0 0 0,0 0 0 0 0,0-1 1 0 0,0 1-1 0 0,0-1 0 0 0,-1 0 0 0 0,1 0 0 0 0,-1 0 0 0 0,1 0 0 0 0,-1 0 0 0 0,0 0 0 0 0,-1-1 0 0 0,1 1 0 0 0,2-8 0 0 0,-3 6-16 0 0,0 0 0 0 0,0 0 0 0 0,-1 0 0 0 0,0 0 0 0 0,0 0 0 0 0,-1-1 0 0 0,1 1 0 0 0,-1 0 0 0 0,0 0 0 0 0,0 0 0 0 0,-1 0 0 0 0,-2-7 0 0 0,-3-3 11 0 0,-1 1 1 0 0,0 0 0 0 0,0 1 0 0 0,-2-1-1 0 0,1 2 1 0 0,-2-1 0 0 0,0 1-1 0 0,-13-11 1 0 0,22 21-156 0 0,-1-1 1 0 0,0 1-1 0 0,0-1 0 0 0,0 1 1 0 0,0 0-1 0 0,0 0 0 0 0,-1 0 0 0 0,1 0 1 0 0,-1 1-1 0 0,1 0 0 0 0,-1-1 1 0 0,1 1-1 0 0,-1 0 0 0 0,0 1 0 0 0,0-1 1 0 0,1 1-1 0 0,-1-1 0 0 0,0 1 1 0 0,0 0-1 0 0,0 1 0 0 0,1-1 0 0 0,-1 1 1 0 0,0-1-1 0 0,1 1 0 0 0,-1 0 1 0 0,0 1-1 0 0,1-1 0 0 0,-1 1 0 0 0,1-1 1 0 0,-7 5-1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7.6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136 447 3225 0 0,'2'-28'262'0'0,"-2"23"1005"0"0,0 0 1 0 0,0 0 0 0 0,-1 0-1 0 0,1 0 1 0 0,-1 0 0 0 0,-3-7-1 0 0,4 10-845 0 0,-1 1-1 0 0,1-1 1 0 0,-1 1-1 0 0,1 0 1 0 0,-1 0-1 0 0,0-1 1 0 0,0 1-1 0 0,0 0 1 0 0,0 0-1 0 0,0 0 1 0 0,0 0-1 0 0,0 0 1 0 0,0 0-1 0 0,0 0 1 0 0,0 0-1 0 0,0 1 1 0 0,-1-1-1 0 0,-1-1 1 0 0,1 2-327 0 0,0 0 1 0 0,-1-1-1 0 0,1 1 1 0 0,0 0-1 0 0,0 0 1 0 0,0 0-1 0 0,0 1 0 0 0,-1-1 1 0 0,1 0-1 0 0,0 1 1 0 0,0 0-1 0 0,0-1 1 0 0,0 1-1 0 0,0 0 0 0 0,0 0 1 0 0,-3 2-1 0 0,0 0-42 0 0,-1 2 0 0 0,1-1 0 0 0,0 0 0 0 0,0 1-1 0 0,0 0 1 0 0,1 0 0 0 0,0 1 0 0 0,0-1-1 0 0,0 1 1 0 0,0 0 0 0 0,1 0 0 0 0,0 0 0 0 0,1 0-1 0 0,-3 9 1 0 0,3-11-68 0 0,0 0 0 0 0,1 0 0 0 0,0 1 0 0 0,0-1 0 0 0,0 1 0 0 0,0-1 0 0 0,1 1 0 0 0,0-1 0 0 0,0 1-1 0 0,0-1 1 0 0,0 1 0 0 0,1-1 0 0 0,0 1 0 0 0,0-1 0 0 0,0 1 0 0 0,0-1 0 0 0,1 0 0 0 0,0 0 0 0 0,-1 1 0 0 0,2-1 0 0 0,4 7-1 0 0,-6-9-41 0 0,1-1-1 0 0,-1 1 0 0 0,1-1 0 0 0,-1 0 0 0 0,1 1 0 0 0,0-1 0 0 0,0 0 1 0 0,-1 0-1 0 0,1 0 0 0 0,0 0 0 0 0,0-1 0 0 0,0 1 0 0 0,0 0 0 0 0,0-1 1 0 0,0 1-1 0 0,0-1 0 0 0,0 0 0 0 0,1 0 0 0 0,2 0 0 0 0,-1 0-65 0 0,-1-1-1 0 0,1 0 1 0 0,-1 0-1 0 0,1 0 1 0 0,-1 0 0 0 0,0-1-1 0 0,0 1 1 0 0,0-1-1 0 0,0 0 1 0 0,0 0-1 0 0,3-2 1 0 0,0-1-120 0 0,0-1-1 0 0,0 1 1 0 0,-1-1 0 0 0,0 0 0 0 0,0 0 0 0 0,-1-1 0 0 0,1 1-1 0 0,-1-1 1 0 0,6-14 0 0 0,-7 9 71 0 0,-1 1 1 0 0,1 0-1 0 0,-2 0 0 0 0,0-1 0 0 0,0 1 0 0 0,-1-1 1 0 0,0 1-1 0 0,-1-1 0 0 0,0 1 0 0 0,-5-20 1 0 0,-5-7 127 0 0,-28-66 0 0 0,24 68 865 0 0,-16-55 0 0 0,13 28 4064 0 0,22 96-4182 0 0,7 13-536 0 0,2 0-1 0 0,2 0 1 0 0,2-2 0 0 0,30 59-1 0 0,-20-48-1885 0 0,36 112-1 0 0,-53-126 600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7.9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0 312 6449 0 0,'16'-8'1116'0'0,"-1"0"-1"0"0,0-1 0 0 0,0-1 0 0 0,-1 0 0 0 0,-1-1 1 0 0,14-13-1 0 0,-19 15-692 0 0,0-1 1 0 0,-1 1 0 0 0,0-1-1 0 0,-1-1 1 0 0,0 1-1 0 0,-1-1 1 0 0,0 0 0 0 0,0 0-1 0 0,4-20 1 0 0,2-20 209 0 0,-11 48-543 0 0,1 0 1 0 0,-1 0-1 0 0,0 0 1 0 0,0 0-1 0 0,0 0 1 0 0,0 0-1 0 0,-1 0 1 0 0,1 0-1 0 0,-1 0 1 0 0,0 0-1 0 0,0 1 0 0 0,0-1 1 0 0,0 0-1 0 0,0 0 1 0 0,-3-3-1 0 0,4 5-45 0 0,-1 1-1 0 0,1-1 1 0 0,-1 0-1 0 0,1 1 0 0 0,-1 0 1 0 0,1-1-1 0 0,-1 1 0 0 0,1-1 1 0 0,-1 1-1 0 0,0 0 1 0 0,1-1-1 0 0,-1 1 0 0 0,0 0 1 0 0,1-1-1 0 0,-1 1 0 0 0,0 0 1 0 0,1 0-1 0 0,-1 0 1 0 0,0 0-1 0 0,1 0 0 0 0,-1 0 1 0 0,0 0-1 0 0,0 0 0 0 0,1 0 1 0 0,-1 0-1 0 0,0 0 1 0 0,1 0-1 0 0,-2 1 0 0 0,-18 15 498 0 0,-7 28-290 0 0,21-34-274 0 0,2 1-1 0 0,0-1 1 0 0,0 1 0 0 0,1 0 0 0 0,0 0-1 0 0,1 0 1 0 0,0 1 0 0 0,1-1 0 0 0,0 0 0 0 0,1 1-1 0 0,1 11 1 0 0,0-16-179 0 0,0 0 0 0 0,1 0 0 0 0,-1 0 0 0 0,1-1 0 0 0,1 1 0 0 0,-1-1 0 0 0,1 1 0 0 0,0-1 0 0 0,0 0 0 0 0,1 0 0 0 0,0-1 0 0 0,0 1 0 0 0,1-1 0 0 0,-1 1 0 0 0,1-2 0 0 0,0 1 1 0 0,0 0-1 0 0,1-1 0 0 0,7 5 0 0 0,5 0-946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8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33 10594 0 0,'-8'-7'545'0'0,"-13"-11"1300"0"0,7 11 3738 0 0,14 7-5447 0 0,0 0-1 0 0,-1 1 1 0 0,1-1 0 0 0,-1 0 0 0 0,1 1 0 0 0,0-1 0 0 0,-1 0 0 0 0,1 1 0 0 0,0-1 0 0 0,0 1 0 0 0,-1-1 0 0 0,1 1 0 0 0,0-1 0 0 0,0 1-1 0 0,0-1 1 0 0,-1 1 0 0 0,1-1 0 0 0,0 1 0 0 0,0-1 0 0 0,0 1 0 0 0,0-1 0 0 0,0 1 0 0 0,0-1 0 0 0,0 1 0 0 0,0-1 0 0 0,0 1 0 0 0,0-1-1 0 0,0 1 1 0 0,1 0 0 0 0,0 23 35 0 0,0-19 78 0 0,28 353 974 0 0,-12-203-8586 0 0,-13-113 81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 8754 0 0,'-2'-14'9903'0'0,"3"13"-9549"0"0,14-1 2119 0 0,-13 3-2734 0 0,1-1-1 0 0,-1 1 0 0 0,1 0 1 0 0,-1 0-1 0 0,0 0 0 0 0,0 0 1 0 0,1 0-1 0 0,-1 0 0 0 0,0 1 1 0 0,0-1-1 0 0,0 1 0 0 0,0-1 1 0 0,2 4-1 0 0,0 3-112 0 0,-1-1-1 0 0,0 0 1 0 0,0 1 0 0 0,-1 0-1 0 0,0-1 1 0 0,-1 1 0 0 0,0 0-1 0 0,0 0 1 0 0,0 16 0 0 0,-4 8 363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8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5529 0 0,'15'17'10138'0'0,"-12"-17"-9834"0"0,0 2-232 0 0,-2-1-72 0 0,-1 7-2824 0 0,-3 0-601 0 0,-2 1-112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9.1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76 14283 0 0,'-7'-4'110'0'0,"5"2"102"0"0,0 1 0 0 0,0 0 1 0 0,0 0-1 0 0,0 0 0 0 0,0 0 0 0 0,0 0 1 0 0,0 0-1 0 0,0 1 0 0 0,-1-1 0 0 0,1 0 1 0 0,-3 1-1 0 0,4 0-81 0 0,0 1-1 0 0,0 0 1 0 0,0-1-1 0 0,0 1 1 0 0,1 0-1 0 0,-1 0 1 0 0,0-1-1 0 0,0 1 1 0 0,1 0-1 0 0,-1 0 1 0 0,0 0-1 0 0,1 0 1 0 0,-1 0 0 0 0,1 0-1 0 0,-1 0 1 0 0,1 0-1 0 0,0 0 1 0 0,-1 0-1 0 0,1 0 1 0 0,0 1-1 0 0,0-1 1 0 0,0 0-1 0 0,0 0 1 0 0,0 0-1 0 0,0 0 1 0 0,0 0 0 0 0,0 2-1 0 0,-1 23 96 0 0,0-1 0 0 0,2 1 0 0 0,1-1 0 0 0,1 1 0 0 0,1-1 0 0 0,8 26 0 0 0,-9-39-207 0 0,1 1 0 0 0,0-1 0 0 0,1 0 1 0 0,1 0-1 0 0,0-1 0 0 0,0 1 0 0 0,1-1 0 0 0,0-1 0 0 0,1 1 0 0 0,1-1 0 0 0,-1-1 1 0 0,2 0-1 0 0,17 15 0 0 0,-25-23-2 0 0,-1 0 1 0 0,1 1-1 0 0,-1-1 1 0 0,1 0-1 0 0,0 0 1 0 0,0 0-1 0 0,0 0 1 0 0,0 0 0 0 0,0 0-1 0 0,0-1 1 0 0,0 1-1 0 0,0-1 1 0 0,0 1-1 0 0,0-1 1 0 0,0 0-1 0 0,0 0 1 0 0,0 0-1 0 0,0 0 1 0 0,0 0-1 0 0,0 0 1 0 0,0-1-1 0 0,0 1 1 0 0,0-1-1 0 0,0 1 1 0 0,3-2-1 0 0,-2 0 25 0 0,-1-1-1 0 0,1 1 0 0 0,-1-1 0 0 0,1 0 0 0 0,-1 0 0 0 0,0 0 0 0 0,0 0 0 0 0,0 0 0 0 0,-1 0 0 0 0,1 0 1 0 0,-1-1-1 0 0,0 1 0 0 0,0 0 0 0 0,1-5 0 0 0,16-52 205 0 0,76-226-1499 0 0,-68 233-1921 0 0,-12 32-3927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49.8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233 10 6913 0 0,'-4'-1'256'0'0,"1"-1"-1"0"0,-1 1 0 0 0,0 0 0 0 0,1-1 1 0 0,-1 2-1 0 0,0-1 0 0 0,0 0 0 0 0,0 1 1 0 0,0 0-1 0 0,1 0 0 0 0,-1 0 0 0 0,0 0 0 0 0,-4 1 1 0 0,-4 1 481 0 0,1 0 0 0 0,0 1 1 0 0,-13 4-1 0 0,15-3-471 0 0,0 0-1 0 0,1 1 1 0 0,-1 0-1 0 0,1 0 1 0 0,0 1-1 0 0,0 0 1 0 0,1 0 0 0 0,-13 14-1 0 0,17-17-254 0 0,0 0 1 0 0,0 1-1 0 0,0-1 0 0 0,1 1 1 0 0,-1 0-1 0 0,1 0 0 0 0,0 0 1 0 0,0 0-1 0 0,0 0 0 0 0,1 0 1 0 0,-1 1-1 0 0,1-1 0 0 0,0 1 1 0 0,0-1-1 0 0,1 1 0 0 0,-1-1 1 0 0,1 1-1 0 0,0-1 0 0 0,0 1 1 0 0,1-1-1 0 0,0 6 0 0 0,0-8-46 0 0,-1 0-1 0 0,1 0 0 0 0,0 0 0 0 0,0 0 0 0 0,0 0 1 0 0,0 0-1 0 0,0 0 0 0 0,0-1 0 0 0,0 1 1 0 0,1 0-1 0 0,-1-1 0 0 0,0 1 0 0 0,1 0 0 0 0,0-1 1 0 0,-1 0-1 0 0,1 1 0 0 0,0-1 0 0 0,0 0 0 0 0,-1 0 1 0 0,1 0-1 0 0,0 0 0 0 0,0 0 0 0 0,0-1 0 0 0,1 1 1 0 0,-1 0-1 0 0,0-1 0 0 0,0 0 0 0 0,0 1 0 0 0,0-1 1 0 0,0 0-1 0 0,0 0 0 0 0,1 0 0 0 0,-1 0 1 0 0,0-1-1 0 0,0 1 0 0 0,0-1 0 0 0,0 1 0 0 0,0-1 1 0 0,0 0-1 0 0,3-1 0 0 0,3-1-332 0 0,-1 0 1 0 0,1-1-1 0 0,0 0 0 0 0,-1 0 0 0 0,0-1 1 0 0,0 0-1 0 0,0 0 0 0 0,10-12 0 0 0,-8 6 115 0 0,-1 0-1 0 0,0-1 0 0 0,6-13 0 0 0,-8 14 952 0 0,0 0-1 0 0,1 1 1 0 0,0 0-1 0 0,10-11 1 0 0,-16 20-603 0 0,-1 1-1 0 0,1-1 1 0 0,-1 1 0 0 0,1-1 0 0 0,-1 1 0 0 0,1-1-1 0 0,-1 1 1 0 0,1-1 0 0 0,-1 1 0 0 0,1 0-1 0 0,0-1 1 0 0,-1 1 0 0 0,1 0 0 0 0,0 0 0 0 0,-1 0-1 0 0,1-1 1 0 0,0 1 0 0 0,-1 0 0 0 0,1 0-1 0 0,0 0 1 0 0,0 0 0 0 0,-1 0 0 0 0,1 0-1 0 0,0 0 1 0 0,-1 0 0 0 0,1 0 0 0 0,0 1 0 0 0,-1-1-1 0 0,1 0 1 0 0,0 0 0 0 0,-1 1 0 0 0,1-1-1 0 0,-1 0 1 0 0,1 1 0 0 0,0-1 0 0 0,-1 0 0 0 0,1 1-1 0 0,-1-1 1 0 0,1 1 0 0 0,-1-1 0 0 0,1 1-1 0 0,-1-1 1 0 0,1 1 0 0 0,-1 0 0 0 0,0-1-1 0 0,1 1 1 0 0,-1-1 0 0 0,0 1 0 0 0,0 0 0 0 0,1-1-1 0 0,-1 2 1 0 0,17 48 697 0 0,-9-23-2350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0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44 7370 0 0,'0'-1'20'0'0,"-6"-15"2384"0"0,5 14-1689 0 0,0 0 0 0 0,1 0 0 0 0,-1 0 0 0 0,1 0 0 0 0,0-1 0 0 0,-1 1 1 0 0,1 0-1 0 0,0 0 0 0 0,0 0 0 0 0,1-4 0 0 0,12 30 2884 0 0,-5 8-3224 0 0,-2 0 0 0 0,-1 0 0 0 0,-2 1 0 0 0,0 39 0 0 0,-2-29-275 0 0,12 74-1 0 0,-2-73-1361 0 0,28 74-1 0 0,-26-87-6254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0.4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36 3225 0 0,'-10'-30'16926'0'0,"9"25"-17941"0"0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0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10 10594 0 0,'-4'-10'8155'0'0,"13"18"-7924"0"0,18 20-5275 0 0,-18-17 3031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1.4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0 215 11979 0 0,'2'-2'199'0'0,"-1"0"0"0"0,1 0 0 0 0,0 0 0 0 0,-1 1 0 0 0,1-1 0 0 0,0 0 0 0 0,0 1 0 0 0,0 0 0 0 0,0-1 0 0 0,0 1 0 0 0,0 0 0 0 0,3-1 0 0 0,1-1 134 0 0,35-20 1054 0 0,1 2 0 0 0,64-22 0 0 0,95-20 193 0 0,-96 32-2844 0 0,-86 25-664 0 0,-1 2-4470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1.6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10138 0 0,'5'8'6263'0'0,"0"11"-3793"0"0,-4-16-1505 0 0,6 23-544 0 0,-2 2-1 0 0,0-1 0 0 0,-2 1 1 0 0,-1-1-1 0 0,-2 33 0 0 0,0-20-720 0 0,8 59 0 0 0,-2-70-628 0 0,-1-2-282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2.0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1 334 11058 0 0,'32'-18'1107'0'0,"0"-1"0"0"0,45-38 0 0 0,-61 44-841 0 0,-1-1 0 0 0,-1 0 0 0 0,0-1 0 0 0,-1 0 0 0 0,-1-2 0 0 0,14-21 0 0 0,-24 34-253 0 0,0 1 0 0 0,0-1 0 0 0,-1 0 0 0 0,1 0 0 0 0,-1 0-1 0 0,0 0 1 0 0,0 0 0 0 0,0 0 0 0 0,-1 0 0 0 0,1-1 0 0 0,-1 1 0 0 0,0 0 0 0 0,0 0 0 0 0,-1 0 0 0 0,1 0 0 0 0,-1-1 0 0 0,0 1 0 0 0,-2-4 0 0 0,2 6 58 0 0,0 0 1 0 0,0-1 0 0 0,0 1-1 0 0,-1 0 1 0 0,1 1 0 0 0,-1-1-1 0 0,1 0 1 0 0,-1 0 0 0 0,0 1-1 0 0,0-1 1 0 0,0 1 0 0 0,0-1 0 0 0,0 1-1 0 0,0 0 1 0 0,0 0 0 0 0,0 0-1 0 0,0 0 1 0 0,-1 0 0 0 0,1 0-1 0 0,0 1 1 0 0,-1-1 0 0 0,1 1-1 0 0,0-1 1 0 0,-1 1 0 0 0,1 0-1 0 0,-1 0 1 0 0,1 0 0 0 0,0 1-1 0 0,-1-1 1 0 0,1 0 0 0 0,0 1-1 0 0,-4 1 1 0 0,-6 1 45 0 0,1 2-1 0 0,0 0 1 0 0,0 0-1 0 0,0 1 1 0 0,1 0-1 0 0,0 0 1 0 0,0 1 0 0 0,1 1-1 0 0,0 0 1 0 0,0 0-1 0 0,0 1 1 0 0,1 0-1 0 0,1 0 1 0 0,0 1-1 0 0,0 0 1 0 0,1 0 0 0 0,0 1-1 0 0,0-1 1 0 0,-3 14-1 0 0,7-19-109 0 0,1 0-1 0 0,0 0 1 0 0,1 1 0 0 0,-1-1-1 0 0,1 0 1 0 0,0 1 0 0 0,1-1-1 0 0,-1 0 1 0 0,1 1-1 0 0,0-1 1 0 0,0 0 0 0 0,1 0-1 0 0,0 0 1 0 0,-1 0-1 0 0,2 0 1 0 0,-1 0 0 0 0,3 5-1 0 0,-1-4-207 0 0,1 0 0 0 0,-1-1 0 0 0,1 1 0 0 0,0-1 0 0 0,0 1 0 0 0,0-1 0 0 0,1-1-1 0 0,0 1 1 0 0,0-1 0 0 0,0 0 0 0 0,0-1 0 0 0,8 4 0 0 0,10 2-6564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2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11 10594 0 0,'0'0'69'0'0,"0"-1"-1"0"0,0 1 1 0 0,0-1 0 0 0,0 1-1 0 0,0 0 1 0 0,0-1 0 0 0,0 1-1 0 0,-1-1 1 0 0,1 1-1 0 0,0 0 1 0 0,0-1 0 0 0,0 1-1 0 0,0-1 1 0 0,0 1-1 0 0,-1 0 1 0 0,1-1 0 0 0,0 1-1 0 0,0 0 1 0 0,-1-1-1 0 0,1 1 1 0 0,0 0 0 0 0,0-1-1 0 0,-1 1 1 0 0,1 0 0 0 0,0 0-1 0 0,-1-1 1 0 0,1 1-1 0 0,-1 0 1 0 0,1 0 0 0 0,0 0-1 0 0,-1 0 1 0 0,1-1-1 0 0,0 1 1 0 0,-1 0 0 0 0,1 0-1 0 0,-1 0 1 0 0,-21 5 1892 0 0,-17 16 485 0 0,29-14-1951 0 0,0 0 1 0 0,0 0-1 0 0,1 1 1 0 0,0 0-1 0 0,0 0 1 0 0,-9 13-1 0 0,16-18-454 0 0,0-1 0 0 0,1 1 0 0 0,-1-1 1 0 0,1 1-1 0 0,-1 0 0 0 0,1-1 0 0 0,0 1 0 0 0,0 0 0 0 0,0 0 0 0 0,0 0 0 0 0,1 0 1 0 0,-1 0-1 0 0,1 0 0 0 0,0 0 0 0 0,0 0 0 0 0,0 0 0 0 0,0 0 0 0 0,0 0 1 0 0,1 0-1 0 0,-1 0 0 0 0,1 0 0 0 0,0 0 0 0 0,0 0 0 0 0,0 0 0 0 0,0 0 1 0 0,1 0-1 0 0,-1-1 0 0 0,1 1 0 0 0,3 4 0 0 0,3 2-23 0 0,1 0 1 0 0,0-1-1 0 0,1 1 0 0 0,-1-2 1 0 0,20 12-1 0 0,-19-13-5 0 0,0 0 1 0 0,0 1-1 0 0,-1 0 0 0 0,0 1 0 0 0,-1 0 1 0 0,10 12-1 0 0,-17-19-15 0 0,0 0 1 0 0,0 0-1 0 0,-1 1 0 0 0,1-1 1 0 0,0 1-1 0 0,-1-1 1 0 0,1 0-1 0 0,-1 1 0 0 0,0-1 1 0 0,1 1-1 0 0,-1-1 1 0 0,0 1-1 0 0,0 0 0 0 0,0-1 1 0 0,0 1-1 0 0,0-1 1 0 0,0 1-1 0 0,-1-1 1 0 0,0 3-1 0 0,0 0-8 0 0,-1 0 0 0 0,1 0 0 0 0,-1-1 0 0 0,0 1 0 0 0,0-1-1 0 0,-1 0 1 0 0,-3 5 0 0 0,-6 4-62 0 0,1-1-1 0 0,-25 18 1 0 0,31-25 48 0 0,-10 7-533 0 0,-1 0-1 0 0,0-1 1 0 0,-1-1 0 0 0,-19 8-1 0 0,19-11-862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2.5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 11979 0 0,'2'-8'372'0'0,"-2"6"-273"0"0,0 0 1 0 0,11-12 5586 0 0,-5 36-4031 0 0,-4-10-1211 0 0,29 164 2500 0 0,-25-153-2863 0 0,1-1 0 0 0,0 0 0 0 0,2-1 0 0 0,1 0 0 0 0,21 34 0 0 0,-7-19-56 0 0,7 9-181 0 0,-2 1-1 0 0,-2 1 0 0 0,30 74 1 0 0,-45-77-2189 0 0,-10-25-5183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2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17 222 7834 0 0,'-3'-4'189'0'0,"1"0"1"0"0,0 0-1 0 0,0 0 1 0 0,0 0 0 0 0,1 0-1 0 0,-2-8 1 0 0,2 8 256 0 0,1 1 0 0 0,0-1 0 0 0,0 1 0 0 0,0-1 0 0 0,0 1 0 0 0,1-1 0 0 0,-1 1 0 0 0,1 0 0 0 0,0-1 0 0 0,0 1 0 0 0,0 0 0 0 0,0-1 1 0 0,1 1-1 0 0,0 0 0 0 0,-1 0 0 0 0,1 0 0 0 0,0 0 0 0 0,0 1 0 0 0,1-1 0 0 0,-1 0 0 0 0,0 1 0 0 0,6-4 0 0 0,2-3 357 0 0,1 1 0 0 0,0 0 0 0 0,21-10 0 0 0,79-28-519 0 0,-81 35-388 0 0,-4 1-263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1:52.9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10594 0 0,'-2'7'944'0'0,"0"-2"-751"0"0,2 1-193 0 0,2-3 0 0 0,7-5-3129 0 0,-3-1 1977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0.93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962 171 24575,'-5'-4'0,"1"1"0,-1-1 0,0 1 0,1 1 0,-11-5 0,-5-3 0,-10-8 0,-1 1 0,-1 2 0,-51-18 0,67 28 0,-1 1 0,1 1 0,-1 0 0,0 2 0,0 0 0,0 0 0,0 2 0,1 0 0,-28 5 0,15 2 0,0 0 0,0 2 0,1 1 0,1 1 0,0 1 0,0 2 0,-39 28 0,38-22 0,1 1 0,2 1 0,0 1 0,1 2 0,2 0 0,-28 42 0,40-51 0,0 0 0,1 0 0,2 1 0,-1 1 0,2-1 0,1 1 0,0 0 0,1 0 0,1 1 0,1-1 0,1 1 0,0-1 0,2 1 0,2 20 0,4 2 0,2 0 0,2 0 0,1-1 0,2-1 0,27 54 0,-17-42 0,104 205 0,-106-218 0,3-1 0,0-1 0,3-1 0,40 42 0,-54-65 0,0 0 0,0 0 0,1-2 0,0 0 0,1-1 0,0 0 0,1-1 0,0-1 0,1-1 0,-1 0 0,1-1 0,0-1 0,1-1 0,0-1 0,-1 0 0,1-1 0,0-1 0,0-1 0,0-1 0,0 0 0,36-8 0,-20-1 0,-1-1 0,-1-1 0,0-2 0,0-1 0,50-33 0,-40 19 0,-1-3 0,-1-1 0,46-50 0,-8-7 0,-3-4 0,102-166 0,-145 207 0,-1-2 0,34-85 0,-57 119 0,-2-1 0,0 0 0,-1 0 0,-2 0 0,0-1 0,-1 0 0,-1 0 0,-2 0 0,0 0 0,-4-25 0,1 34 0,0 1 0,-2 0 0,0 0 0,0 0 0,-1 0 0,0 1 0,-1 0 0,-1 1 0,0-1 0,0 1 0,-1 1 0,-1 0 0,0 0 0,0 1 0,-1 0 0,-13-8 0,-13-8 0,-2 2 0,-1 1 0,-69-25 0,74 33 0,-1 1 0,-1 2 0,0 2 0,0 1 0,0 2 0,-1 2 0,0 1 0,0 2 0,0 2 0,0 1 0,0 2 0,0 2 0,1 1 0,0 2 0,-40 14 0,73-21-109,-25 12-1147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5.26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1225 418 24575,'0'0'0,"-2"-1"0,-23-16 0,1 2 0,-2 1 0,0 1 0,-1 2 0,0 0 0,-43-10 0,46 16 0,1 1 0,-2 1 0,1 2 0,0 0 0,0 1 0,0 2 0,0 0 0,-33 8 0,-6 5 0,1 3 0,0 3 0,-80 39 0,106-42 0,0 2 0,2 1 0,0 2 0,2 1 0,0 1 0,-46 49 0,63-56 0,1 0 0,0 1 0,1 1 0,1 0 0,1 1 0,1 0 0,0 1 0,2 0 0,1 0 0,1 1 0,0 0 0,2 0 0,-2 25 0,4-11 0,2 0 0,2 0 0,1 0 0,2 0 0,1 0 0,2-1 0,20 55 0,-3-22 0,3-2 0,60 105 0,-65-134 0,1-2 0,2-1 0,1-1 0,2-1 0,58 52 0,-69-71 0,1 0 0,0-1 0,0 0 0,1-2 0,1 0 0,0-2 0,0 0 0,1-1 0,0-2 0,1 0 0,-1-1 0,1-1 0,0-1 0,0-1 0,0-1 0,0-2 0,0 0 0,0-1 0,0-1 0,0-1 0,-1-2 0,33-11 0,-22 4 0,0-2 0,-1-2 0,-1-1 0,-1-1 0,0-1 0,43-40 0,-38 25 0,-1-1 0,-2-1 0,-1-1 0,30-53 0,-17 17 0,54-130 0,10-85 0,-103 277 0,91-292 0,-79 241 0,-4-1 0,11-120 0,-23 163 0,0 1 0,-2-1 0,-1 1 0,0 0 0,-2 0 0,0 0 0,-1 0 0,-1 0 0,-1 1 0,-10-22 0,12 32 0,-1 0 0,1 0 0,-1 1 0,-1-1 0,0 2 0,0-1 0,0 1 0,-1 0 0,0 0 0,0 1 0,-1 0 0,0 1 0,0 0 0,0 0 0,0 1 0,-1 0 0,0 0 0,0 1 0,0 1 0,0 0 0,-19-2 0,4 3 0,0 1 0,0 1 0,0 1 0,0 1 0,0 2 0,-27 8 0,-140 56 0,177-63-116,-2 1-197,1 0 1,-1 1 0,-27 19 0,36-20-6514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9.14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 24575,'0'0'0,"23"-2"0,-17 1 0,-1 1 0,0-1 0,0 1 0,0 0 0,1 1 0,-1-1 0,0 1 0,0 0 0,0 0 0,0 1 0,0 0 0,0-1 0,0 2 0,-1-1 0,1 0 0,-1 1 0,0 0 0,1 0 0,-1 0 0,0 1 0,-1-1 0,1 1 0,3 5 0,314 316 0,-85-97-1365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29.6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1 339 24575,'53'7'0,"-10"0"0,7-3 0,1-3 0,-1-2 0,1-3 0,68-12 0,-113 15 0,0-1 0,-1 1 0,1-1 0,0 0 0,-1-1 0,1 1 0,-1-1 0,0 0 0,9-6 0,-12 6 0,1 0 0,0 0 0,0-1 0,-1 1 0,0 0 0,0-1 0,0 0 0,0 1 0,0-1 0,-1 0 0,1 0 0,-1 0 0,0 0 0,0-8 0,5-60-471,-4-89 0,-2 148 48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30.42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890 1 24575,'0'0'0,"0"0"0,-24 11 0,-19 17 0,-65 55 0,-2 2 0,-45 15 0,68-46 0,-149 121 0,201-144-65,13-13-369,0 1 1,-26 32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30.88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129 1 24575,'0'0'0,"0"0"0,0 2 0,-19 93 0,-35 110 0,11-52 0,42-150 0,-2 8 0,1 0 0,0 0 0,0 0 0,0 19 0,2-27 0,0-1 0,0 0 0,0 0 0,1 1 0,-1-1 0,1 0 0,-1 0 0,1 1 0,0-1 0,0 0 0,0 0 0,0 0 0,0 0 0,0 0 0,1 0 0,-1-1 0,1 1 0,-1 0 0,1-1 0,0 1 0,0-1 0,-1 1 0,1-1 0,0 0 0,0 0 0,0 0 0,0 0 0,1 0 0,2 1 0,5 0 0,0 0 0,1-1 0,-1-1 0,0 1 0,0-1 0,14-3 0,64-12 0,-46 6 0,13-1-1365,-5 1-5461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6.4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47 9674 0 0,'-1'-2'61'0'0,"-8"-23"1225"0"0,9 25-1196 0 0,0-1-1 0 0,0 0 1 0 0,0 0 0 0 0,0 1 0 0 0,0-1-1 0 0,0 0 1 0 0,1 0 0 0 0,-1 0 0 0 0,0 1-1 0 0,0-1 1 0 0,1 0 0 0 0,-1 1-1 0 0,0-1 1 0 0,1 0 0 0 0,-1 1 0 0 0,1-1-1 0 0,-1 0 1 0 0,0 1 0 0 0,1-1 0 0 0,0 1-1 0 0,-1-1 1 0 0,1 1 0 0 0,-1-1-1 0 0,1 1 1 0 0,0-1 0 0 0,-1 1 0 0 0,1-1-1 0 0,0 1 1 0 0,0 0 0 0 0,-1 0 0 0 0,2-1-1 0 0,-1 1-16 0 0,-1 0-1 0 0,1 0 0 0 0,-1 0 0 0 0,1 0 0 0 0,-1 0 1 0 0,1 0-1 0 0,-1 0 0 0 0,1 0 0 0 0,-1 1 1 0 0,1-1-1 0 0,-1 0 0 0 0,1 0 0 0 0,-1 0 1 0 0,1 1-1 0 0,-1-1 0 0 0,1 0 0 0 0,-1 1 0 0 0,1-1 1 0 0,-1 0-1 0 0,0 1 0 0 0,1-1 0 0 0,-1 0 1 0 0,1 1-1 0 0,-1-1 0 0 0,0 1 0 0 0,0-1 0 0 0,1 1 1 0 0,-1-1-1 0 0,0 1 0 0 0,0-1 0 0 0,1 1 1 0 0,-1-1-1 0 0,0 1 0 0 0,0-1 0 0 0,0 1 1 0 0,0-1-1 0 0,0 2 0 0 0,5 24 1095 0 0,-5-23-951 0 0,29 361 2361 0 0,-24-263-2540 0 0,-4 21-680 0 0,-2-105-1990 0 0,-1 1 0 0 0,-8 27 0 0 0,6-28-2602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6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0 246 8290 0 0,'2'-6'111'0'0,"0"1"0"0"0,0 0 0 0 0,1 0 1 0 0,-1 0-1 0 0,1 0 0 0 0,0 1 0 0 0,0-1 0 0 0,1 1 0 0 0,-1-1 1 0 0,1 1-1 0 0,0 0 0 0 0,0 1 0 0 0,1-1 0 0 0,-1 1 1 0 0,1 0-1 0 0,-1 0 0 0 0,1 0 0 0 0,7-3 0 0 0,154-77 4237 0 0,-36 19-1816 0 0,-92 49-2340 0 0,-36 14-260 0 0,-1 1 0 0 0,0 0 0 0 0,0 0 0 0 0,0-1 0 0 0,0 1-1 0 0,1 0 1 0 0,-1 0 0 0 0,0 0 0 0 0,0 0 0 0 0,0 1 0 0 0,1-1 0 0 0,-1 0 0 0 0,0 0 0 0 0,0 1 0 0 0,0-1 0 0 0,0 1 0 0 0,0-1-1 0 0,0 1 1 0 0,0-1 0 0 0,0 1 0 0 0,0 0 0 0 0,0-1 0 0 0,0 1 0 0 0,0 0 0 0 0,0 0 0 0 0,0 0 0 0 0,0 0 0 0 0,-1 0-1 0 0,1-1 1 0 0,1 3 0 0 0,2 9-1308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6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1 153 6913 0 0,'2'-4'421'0'0,"-1"0"-1"0"0,1 0 1 0 0,1 1-1 0 0,-1-1 1 0 0,0 1-1 0 0,1-1 0 0 0,0 1 1 0 0,0 0-1 0 0,5-4 1 0 0,3-5 789 0 0,45-53 3998 0 0,-13 28-5490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7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23 10594 0 0,'-1'0'94'0'0,"0"1"-1"0"0,0-1 1 0 0,1 1 0 0 0,-1 0-1 0 0,0-1 1 0 0,0 1-1 0 0,1 0 1 0 0,-1 0-1 0 0,1-1 1 0 0,-1 1-1 0 0,1 0 1 0 0,-1 0 0 0 0,1 0-1 0 0,-1 0 1 0 0,1 0-1 0 0,0 0 1 0 0,-1 0-1 0 0,1 0 1 0 0,0 0 0 0 0,0 0-1 0 0,0 0 1 0 0,0 0-1 0 0,0 0 1 0 0,0 0-1 0 0,0 0 1 0 0,0 0 0 0 0,0-1-1 0 0,1 1 1 0 0,-1 0-1 0 0,0 0 1 0 0,0 0-1 0 0,1 1 1 0 0,0-1 12 0 0,1 0 0 0 0,-1 0 0 0 0,0 0 0 0 0,0 0 0 0 0,1-1 1 0 0,-1 1-1 0 0,0-1 0 0 0,0 1 0 0 0,1-1 0 0 0,-1 1 0 0 0,1-1 0 0 0,-1 0 0 0 0,0 1 0 0 0,1-1 0 0 0,-1 0 0 0 0,1 0 1 0 0,-1 0-1 0 0,1 0 0 0 0,-1 0 0 0 0,1-1 0 0 0,-1 1 0 0 0,2-1 0 0 0,8-2 27 0 0,-1-1 0 0 0,0 0 0 0 0,0 0 0 0 0,0-1-1 0 0,14-10 1 0 0,0 2-4393 0 0,-5 3-1181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7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 10594 0 0,'-2'-1'5130'0'0,"18"3"-2882"0"0,-5 2-1867 0 0,-1 0 1 0 0,1 0-1 0 0,-1 1 1 0 0,-1 1-1 0 0,1 0 1 0 0,-1 0-1 0 0,0 1 1 0 0,9 8-1 0 0,64 71 425 0 0,-19-16-1116 0 0,-46-54 30 0 0,5 6-1423 0 0,-6-8-2916 0 0,1 0-1958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7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349 12 6913 0 0,'0'-1'204'0'0,"0"0"0"0"0,-1 1 0 0 0,1-1-1 0 0,-1 0 1 0 0,1 1 0 0 0,-1-1-1 0 0,1 0 1 0 0,-1 1 0 0 0,0-1-1 0 0,1 1 1 0 0,-1-1 0 0 0,0 1 0 0 0,1-1-1 0 0,-1 1 1 0 0,0-1 0 0 0,0 1-1 0 0,1 0 1 0 0,-1-1 0 0 0,0 1 0 0 0,0 0-1 0 0,0 0 1 0 0,1-1 0 0 0,-1 1-1 0 0,0 0 1 0 0,0 0 0 0 0,0 0-1 0 0,-1 0 1 0 0,-1 1 122 0 0,0 0-1 0 0,0-1 1 0 0,0 1 0 0 0,1 0-1 0 0,-1 0 1 0 0,0 1 0 0 0,1-1-1 0 0,-5 3 1 0 0,-1 2 384 0 0,-1 1 0 0 0,1 0 0 0 0,-14 14 0 0 0,-28 44-234 0 0,2 2-1 0 0,-55 104 1 0 0,90-147-1604 0 0,-16 43-1 0 0,20-42-5227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7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10594 0 0,'1'0'166'0'0,"1"0"0"0"0,-1 0 0 0 0,1 1 0 0 0,-1-1 0 0 0,1 0 0 0 0,0 1 0 0 0,-1-1 0 0 0,1 1 0 0 0,-1-1 0 0 0,0 1 0 0 0,1 0 0 0 0,-1-1-1 0 0,1 1 1 0 0,-1 0 0 0 0,0 0 0 0 0,0 0 0 0 0,1 0 0 0 0,-1 0 0 0 0,0 1 0 0 0,0-1 0 0 0,0 0 0 0 0,0 0 0 0 0,-1 1 0 0 0,1-1 0 0 0,0 0 0 0 0,0 1 0 0 0,0 2 0 0 0,21 51 3045 0 0,-18-44-2422 0 0,2 7-366 0 0,-1 1 0 0 0,-1 0 0 0 0,0 0 0 0 0,-1 0 0 0 0,-2 0 0 0 0,0 31 0 0 0,-19 112-1697 0 0,14-136 513 0 0,3-18-259 0 0,1 0-11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8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0 217 5985 0 0,'3'-10'169'0'0,"-1"0"-1"0"0,2 0 1 0 0,-1 1 0 0 0,1-1-1 0 0,1 1 1 0 0,0 0-1 0 0,0 1 1 0 0,1-1-1 0 0,0 1 1 0 0,11-13 0 0 0,2 3 797 0 0,0 0 1 0 0,0 2 0 0 0,23-16 0 0 0,-38 30-706 0 0,0-1 1 0 0,0 1-1 0 0,0 0 1 0 0,0 0 0 0 0,1 0-1 0 0,-1 1 1 0 0,1-1 0 0 0,-1 1-1 0 0,1 0 1 0 0,-1 0 0 0 0,8 0-1 0 0,-10 1-173 0 0,-1 0 0 0 0,0 0 0 0 0,0 1-1 0 0,1-1 1 0 0,-1 0 0 0 0,0 0 0 0 0,0 1-1 0 0,0-1 1 0 0,1 1 0 0 0,-1-1-1 0 0,0 1 1 0 0,0-1 0 0 0,0 1 0 0 0,0 0-1 0 0,0 0 1 0 0,0 0 0 0 0,0-1 0 0 0,1 3-1 0 0,-1-2-11 0 0,0 1 0 0 0,0-1 0 0 0,0 1 0 0 0,-1 0 0 0 0,1 0 0 0 0,-1-1 0 0 0,1 1 0 0 0,-1 0 0 0 0,0 0-1 0 0,1 0 1 0 0,-1 0 0 0 0,0 0 0 0 0,0 0 0 0 0,0-1 0 0 0,0 1 0 0 0,-1 2 0 0 0,-3 11-73 0 0,-1-1-1 0 0,0 1 1 0 0,0-1 0 0 0,-2-1 0 0 0,0 1 0 0 0,0-1 0 0 0,-15 20-1 0 0,0 1-4481 0 0,5-6-1250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8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1 336 5529 0 0,'109'-60'3453'0'0,"-98"52"-2917"0"0,1 0 0 0 0,-1 0 0 0 0,0-1 1 0 0,-1-1-1 0 0,0 0 0 0 0,15-20 0 0 0,-20 23-427 0 0,-1-1 0 0 0,0 0 0 0 0,0 0 0 0 0,2-8 0 0 0,-5 14-186 0 0,0 0 1 0 0,-1 0-1 0 0,1 0 0 0 0,0 0 1 0 0,-1-1-1 0 0,0 1 0 0 0,1 0 1 0 0,-1 0-1 0 0,0 0 0 0 0,0-1 1 0 0,0 1-1 0 0,0 0 0 0 0,-1 0 1 0 0,1 0-1 0 0,0 0 0 0 0,-1-1 1 0 0,0 1-1 0 0,1 0 0 0 0,-1 0 1 0 0,0 0-1 0 0,-2-2 0 0 0,2 3-9 0 0,0 1 0 0 0,0-1 0 0 0,0 1 0 0 0,-1-1 0 0 0,1 1 0 0 0,0 0-1 0 0,0-1 1 0 0,-1 1 0 0 0,1 0 0 0 0,0 0 0 0 0,-1 0 0 0 0,1 0 0 0 0,0 0 0 0 0,-1 0 0 0 0,1 0 0 0 0,0 1-1 0 0,-1-1 1 0 0,1 0 0 0 0,0 1 0 0 0,0-1 0 0 0,0 1 0 0 0,-1-1 0 0 0,1 1 0 0 0,0 0 0 0 0,0 0 0 0 0,0-1-1 0 0,0 1 1 0 0,-1 1 0 0 0,-29 26 701 0 0,28-25-510 0 0,1 0 0 0 0,0-1 0 0 0,0 1 0 0 0,0 0 0 0 0,1 0 0 0 0,-1 1 0 0 0,1-1 0 0 0,0 0 0 0 0,0 0 0 0 0,0 1 1 0 0,0-1-1 0 0,0 0 0 0 0,1 1 0 0 0,-1-1 0 0 0,1 1 0 0 0,0-1 0 0 0,0 1 0 0 0,0-1 0 0 0,1 1 0 0 0,-1-1 0 0 0,1 0 0 0 0,0 1 0 0 0,0-1 0 0 0,0 0 0 0 0,0 1 0 0 0,1-1 0 0 0,-1 0 0 0 0,1 0 0 0 0,0 0 0 0 0,0 0 0 0 0,0 0 0 0 0,3 3 0 0 0,-1-2 79 0 0,1 0 1 0 0,-1 0-1 0 0,1 0 1 0 0,0-1-1 0 0,0 0 1 0 0,0 0-1 0 0,0 0 1 0 0,0 0-1 0 0,0-1 1 0 0,1 0-1 0 0,-1 0 1 0 0,1-1-1 0 0,0 1 1 0 0,0-1-1 0 0,-1-1 1 0 0,1 1-1 0 0,0-1 1 0 0,9 0-1 0 0,-7-1-123 0 0,0-1 0 0 0,-1 0 0 0 0,1 0 0 0 0,0 0-1 0 0,-1-1 1 0 0,0 0 0 0 0,0-1 0 0 0,0 1 0 0 0,0-1 0 0 0,9-8 0 0 0,-4 3-505 0 0,-1-1 0 0 0,0-1 1 0 0,0 0-1 0 0,18-22 5060 0 0,-16 32-3873 0 0,-12 1-733 0 0,-1 0 1 0 0,1 0 0 0 0,-1 0 0 0 0,1 0 0 0 0,0 0-1 0 0,-1 0 1 0 0,1 1 0 0 0,-1-1 0 0 0,1 0-1 0 0,0 0 1 0 0,-1 0 0 0 0,1 1 0 0 0,-1-1-1 0 0,1 0 1 0 0,-1 1 0 0 0,1-1 0 0 0,-1 1-1 0 0,0-1 1 0 0,1 0 0 0 0,-1 1 0 0 0,1-1 0 0 0,-1 1-1 0 0,0-1 1 0 0,1 1 0 0 0,-1-1 0 0 0,0 1-1 0 0,1-1 1 0 0,-1 1 0 0 0,0 0 0 0 0,0-1-1 0 0,0 1 1 0 0,0-1 0 0 0,0 1 0 0 0,1 0 0 0 0,18 11 118 0 0,-13-7-108 0 0,0 0 1 0 0,0 0-1 0 0,-1 0 0 0 0,1 1 1 0 0,-1 0-1 0 0,-1 0 0 0 0,1 0 1 0 0,-1 1-1 0 0,0-1 0 0 0,0 1 1 0 0,-1 0-1 0 0,0 0 0 0 0,2 9 1 0 0,-4-16-13 0 0,-1 0 1 0 0,0 0 0 0 0,0 0 0 0 0,0 1-1 0 0,0-1 1 0 0,0 0 0 0 0,0 0-1 0 0,0 0 1 0 0,0 1 0 0 0,0-1 0 0 0,0 0-1 0 0,0 0 1 0 0,0 1 0 0 0,0-1-1 0 0,0 0 1 0 0,0 0 0 0 0,0 0 0 0 0,0 1-1 0 0,0-1 1 0 0,0 0 0 0 0,0 0-1 0 0,0 0 1 0 0,0 1 0 0 0,-1-1 0 0 0,1 0-1 0 0,0 0 1 0 0,0 0 0 0 0,0 0 0 0 0,0 1-1 0 0,0-1 1 0 0,-1 0 0 0 0,1 0-1 0 0,0 0 1 0 0,0 0 0 0 0,0 0 0 0 0,0 1-1 0 0,-1-1 1 0 0,1 0 0 0 0,0 0-1 0 0,-1 0 1 0 0,-10-3 331 0 0,-9-12 48 0 0,16 8-279 0 0,-1 0 1 0 0,1-1-1 0 0,1 1 0 0 0,-1-1 0 0 0,2 0 1 0 0,-1 0-1 0 0,1 0 0 0 0,0-1 1 0 0,0 1-1 0 0,1 0 0 0 0,0-1 1 0 0,1 1-1 0 0,1-17 0 0 0,0 12-369 0 0,0 0 0 0 0,1 0 0 0 0,6-18-1 0 0,-5 21-1043 0 0,0 1-1 0 0,1 0 1 0 0,0 1-1 0 0,8-15 0 0 0,2 5-5952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9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11522 0 0,'1'0'1041'0'0,"0"2"-714"0"0,0 0 1 0 0,0-1 0 0 0,0 1-1 0 0,0 0 1 0 0,0 0-1 0 0,0 0 1 0 0,0 0 0 0 0,-1 0-1 0 0,1 0 1 0 0,-1 0 0 0 0,1 1-1 0 0,-1-1 1 0 0,0 4-1 0 0,-2 33 1341 0 0,1-26-801 0 0,1-6-608 0 0,-1 13 87 0 0,4 38-1 0 0,-2-52-941 0 0,0 1 1 0 0,0 0-1 0 0,1-1 0 0 0,0 1 0 0 0,5 8 1 0 0,-1-4-814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9.1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81 8290 0 0,'-3'-18'368'0'0,"2"6"80"0"0,1 1-360 0 0,1 3-88 0 0,0 4 0 0 0,2 3 0 0 0,0-2 208 0 0,1-3 24 0 0,4-1 8 0 0,2 1 0 0 0,-1 2-840 0 0,1 6-168 0 0,-2 6-32 0 0,-1 5 0 0 0,-3 0 607 0 0,1 4 193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39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2304 0 0,'3'4'656'0'0,"0"-1"0"0"0,-1 0 0 0 0,1 1 0 0 0,-1-1-1 0 0,0 1 1 0 0,0 0 0 0 0,2 4 0 0 0,11 50 2245 0 0,-10-31-1797 0 0,0-14-568 0 0,0 0 1 0 0,0 0-1 0 0,12 19 1 0 0,-11-22 35 0 0,0 1 0 0 0,-1 0 1 0 0,0 1-1 0 0,5 20 1 0 0,-10-43-22 0 0,0 0 1 0 0,0 0 0 0 0,1-1 0 0 0,1 1 0 0 0,-1 0-1 0 0,2 0 1 0 0,6-20 0 0 0,-4 16-554 0 0,1 0-1 0 0,0 1 1 0 0,0 0 0 0 0,2 0-1 0 0,-1 1 1 0 0,12-15 0 0 0,-16 24 43 0 0,1 0 1 0 0,0 0-1 0 0,0 0 1 0 0,0 0 0 0 0,0 1-1 0 0,0-1 1 0 0,1 1-1 0 0,-1 0 1 0 0,1 1-1 0 0,5-3 1 0 0,-8 4-18 0 0,0 1 0 0 0,-1 0 0 0 0,1-1 0 0 0,0 1 0 0 0,0 0 0 0 0,-1 0 0 0 0,1 0 0 0 0,0 0 0 0 0,0 1 0 0 0,-1-1 0 0 0,1 0 1 0 0,0 1-1 0 0,-1-1 0 0 0,1 1 0 0 0,0 0 0 0 0,-1-1 0 0 0,1 1 0 0 0,-1 0 0 0 0,1 0 0 0 0,-1 0 0 0 0,1 0 0 0 0,-1 0 0 0 0,0 0 0 0 0,0 0 0 0 0,1 1 0 0 0,-1-1 0 0 0,0 0 0 0 0,0 1 0 0 0,0-1 0 0 0,0 1 1 0 0,-1-1-1 0 0,1 1 0 0 0,0 0 0 0 0,0 2 0 0 0,8 13-54 0 0,-1 1-1 0 0,0 1 1 0 0,-2-1 0 0 0,0 1 0 0 0,-1 0-1 0 0,-1 1 1 0 0,-1-1 0 0 0,1 21 0 0 0,18-91-38 0 0,-18 40 120 0 0,1 0-1 0 0,0 0 1 0 0,1 1 0 0 0,0 0 0 0 0,0 0 0 0 0,1 1 0 0 0,13-15 0 0 0,-17 21-38 0 0,0 0 1 0 0,0 0 0 0 0,0 1 0 0 0,0-1-1 0 0,0 1 1 0 0,0 0 0 0 0,1 0-1 0 0,-1 0 1 0 0,1 0 0 0 0,-1 1 0 0 0,1-1-1 0 0,0 1 1 0 0,-1 0 0 0 0,1 0-1 0 0,0 0 1 0 0,0 1 0 0 0,0-1-1 0 0,0 1 1 0 0,0 0 0 0 0,0 0 0 0 0,0 0-1 0 0,0 1 1 0 0,0-1 0 0 0,-1 1-1 0 0,1 0 1 0 0,6 2 0 0 0,-6-1-529 0 0,0 1 0 0 0,0 0 0 0 0,0-1 0 0 0,-1 1 0 0 0,1 1 0 0 0,-1-1-1 0 0,1 0 1 0 0,-1 1 0 0 0,0 0 0 0 0,0 0 0 0 0,-1 0 0 0 0,4 7 0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0.4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68 246 3225 0 0,'7'-12'463'0'0,"0"0"1"0"0,-1 0-1 0 0,-1-1 1 0 0,0 0-1 0 0,-1 0 1 0 0,0 0-1 0 0,-1-1 1 0 0,0 1-1 0 0,-1-1 1 0 0,-1 1-1 0 0,0-1 1 0 0,-1 0 0 0 0,-3-25-1 0 0,3 37-293 0 0,-1 0 0 0 0,1 0 0 0 0,0 0-1 0 0,-1 0 1 0 0,1 1 0 0 0,-1-1 0 0 0,0 0 0 0 0,1 1 0 0 0,-1-1 0 0 0,0 0-1 0 0,0 1 1 0 0,0-1 0 0 0,-1 1 0 0 0,1-1 0 0 0,0 1 0 0 0,0-1 0 0 0,-1 1-1 0 0,1 0 1 0 0,-1 0 0 0 0,-1-1 0 0 0,1 1-21 0 0,1 1 0 0 0,-1-1 0 0 0,0 1 0 0 0,1 0 0 0 0,-1-1 0 0 0,0 1 0 0 0,1 0-1 0 0,-1 0 1 0 0,0 0 0 0 0,0 1 0 0 0,1-1 0 0 0,-1 0 0 0 0,0 1 0 0 0,1-1 0 0 0,-1 1 0 0 0,0-1 0 0 0,-2 2 0 0 0,0 0-3 0 0,0 1 1 0 0,0-1 0 0 0,0 1 0 0 0,0 0-1 0 0,0 0 1 0 0,1 0 0 0 0,-1 1 0 0 0,1-1-1 0 0,0 1 1 0 0,0 0 0 0 0,0 0-1 0 0,1 0 1 0 0,-1 0 0 0 0,-2 7 0 0 0,4-6-154 0 0,-1 0 1 0 0,1 0-1 0 0,1 0 1 0 0,-1 0 0 0 0,1 0-1 0 0,0 0 1 0 0,0 1 0 0 0,0-1-1 0 0,1 0 1 0 0,0 0 0 0 0,0 0-1 0 0,0 0 1 0 0,0 0 0 0 0,1 0-1 0 0,4 9 1 0 0,-2-6-28 0 0,1 0 0 0 0,0-1 0 0 0,0 0 0 0 0,1 0-1 0 0,-1 0 1 0 0,2-1 0 0 0,-1 1 0 0 0,1-1 0 0 0,8 6 0 0 0,-7-7-2 0 0,-1 0-1 0 0,1-1 1 0 0,0 1 0 0 0,0-2 0 0 0,1 1-1 0 0,-1-1 1 0 0,1 0 0 0 0,-1-1-1 0 0,11 2 1 0 0,-14-3 25 0 0,0-1 1 0 0,1 0-1 0 0,-1 0 1 0 0,0 0-1 0 0,0 0 0 0 0,1-1 1 0 0,-1 0-1 0 0,0 0 1 0 0,0 0-1 0 0,0-1 1 0 0,0 1-1 0 0,0-1 0 0 0,0 0 1 0 0,0-1-1 0 0,7-4 1 0 0,-5 0 292 0 0,0 0-1 0 0,-1 0 1 0 0,1-1 0 0 0,-1 0 0 0 0,-1 0 0 0 0,0 0 0 0 0,0-1 0 0 0,0 1 0 0 0,-1-1 0 0 0,0 0-1 0 0,3-15 1 0 0,-2 10 115 0 0,0 1-1 0 0,1 0 0 0 0,0 1 0 0 0,12-18 0 0 0,-13 67 285 0 0,-3-21-665 0 0,-1 0 0 0 0,2-1 1 0 0,0 0-1 0 0,1 1 1 0 0,0-1-1 0 0,1 0 0 0 0,1-1 1 0 0,0 0-1 0 0,1 0 0 0 0,1 0 1 0 0,0 0-1 0 0,1-1 1 0 0,20 23-1 0 0,-28-35-39 0 0,0 1 1 0 0,0 0-1 0 0,0-1 0 0 0,0 1 0 0 0,1-1 1 0 0,-1 0-1 0 0,0 1 0 0 0,1-1 1 0 0,-1 0-1 0 0,1 0 0 0 0,-1 0 1 0 0,1 0-1 0 0,0 0 0 0 0,0 0 0 0 0,-1 0 1 0 0,1-1-1 0 0,0 1 0 0 0,0-1 1 0 0,0 1-1 0 0,0-1 0 0 0,3 1 1 0 0,-3-2-10 0 0,1 0 0 0 0,-1-1 0 0 0,0 1 0 0 0,1 0 0 0 0,-1-1 1 0 0,0 1-1 0 0,0-1 0 0 0,0 1 0 0 0,0-1 0 0 0,0 0 1 0 0,-1 0-1 0 0,1 0 0 0 0,0 0 0 0 0,-1 0 0 0 0,0-1 1 0 0,2-1-1 0 0,36-63-280 0 0,-26 43 324 0 0,0 2-1 0 0,1-1 0 0 0,2 2 1 0 0,20-23-1 0 0,-35 42 16 0 0,0 1 0 0 0,1 0 1 0 0,-1 0-1 0 0,0-1 0 0 0,1 1 0 0 0,-1 0 0 0 0,1 0 0 0 0,0 0 0 0 0,-1 0 1 0 0,1 1-1 0 0,0-1 0 0 0,-1 0 0 0 0,1 1 0 0 0,0-1 0 0 0,0 1 0 0 0,0-1 1 0 0,0 1-1 0 0,-1 0 0 0 0,1 0 0 0 0,0 0 0 0 0,0 0 0 0 0,0 0 1 0 0,0 1-1 0 0,0-1 0 0 0,-1 0 0 0 0,1 1 0 0 0,0-1 0 0 0,0 1 0 0 0,-1 0 1 0 0,3 0-1 0 0,3 4 37 0 0,0 0 0 0 0,0 1 0 0 0,0-1 0 0 0,-1 1 0 0 0,9 10 0 0 0,13 12-947 0 0,-17-20-99 0 0,-2 0-261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0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11 14283 0 0,'-3'-10'1169'0'0,"-1"9"-290"0"0,-4 20 288 0 0,-2 35 732 0 0,8-34-1535 0 0,2-1-1 0 0,0 1 1 0 0,1-1-1 0 0,0 1 1 0 0,2-1-1 0 0,9 35 1 0 0,48 107 67 0 0,-57-153-442 0 0,27 83-2665 0 0,-25-69-4447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0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1 117 11979 0 0,'-1'-6'528'0'0,"1"2"112"0"0,3 0-512 0 0,-1 1-128 0 0,3 2 0 0 0,-1-2 0 0 0,1 2 280 0 0,5-3 24 0 0,6-4 8 0 0,7-1 0 0 0,5-2-312 0 0,0 2-104 0 0,2-2 0 0 0,3 0 0 0 0,1 1 104 0 0,-1-1 0 0 0,1 1 0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1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0 2272 0 0,'1'2'1126'0'0,"-4"3"196"0"0,-16 14 1547 0 0,-26 25 1272 0 0,41-41-3999 0 0,-14 13 818 0 0,9-8-113 0 0,0 0 0 0 0,0 0 0 0 0,0 1 0 0 0,-13 19 0 0 0,21-25-700 0 0,-1-1 0 0 0,1 1 0 0 0,0-1 1 0 0,0 1-1 0 0,0-1 0 0 0,0 1 0 0 0,0-1 1 0 0,0 1-1 0 0,1 0 0 0 0,-1 0 0 0 0,1-1 1 0 0,0 1-1 0 0,0 0 0 0 0,0 0 0 0 0,0-1 1 0 0,1 1-1 0 0,-1 0 0 0 0,1 0 0 0 0,-1-1 1 0 0,1 1-1 0 0,0-1 0 0 0,0 1 1 0 0,0 0-1 0 0,0-1 0 0 0,1 0 0 0 0,-1 1 1 0 0,3 2-1 0 0,36 40 714 0 0,-31-36-633 0 0,-1 0 1 0 0,1 0-1 0 0,-1 1 0 0 0,10 18 0 0 0,-16-25-270 0 0,0 1 0 0 0,-1 0 0 0 0,0 0-1 0 0,1 0 1 0 0,-1 0 0 0 0,0 0 0 0 0,-1 0-1 0 0,1 0 1 0 0,-1 0 0 0 0,0 0 0 0 0,0 1 0 0 0,0-1-1 0 0,0 0 1 0 0,-1 0 0 0 0,0 0 0 0 0,0 0 0 0 0,0 0-1 0 0,-2 5 1 0 0,-20 34-1852 0 0,7-20-5479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1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20 14283 0 0,'0'-1'375'0'0,"-1"0"0"0"0,1 0-1 0 0,-1 0 1 0 0,1-1 0 0 0,-1 1 0 0 0,0 0-1 0 0,1 0 1 0 0,-1 0 0 0 0,0 0 0 0 0,0 0-1 0 0,0 0 1 0 0,0 1 0 0 0,0-1 0 0 0,0 0-1 0 0,0 0 1 0 0,0 0 0 0 0,0 1 0 0 0,0-1-1 0 0,0 1 1 0 0,0-1 0 0 0,-2 0 0 0 0,2 2-328 0 0,0-1 1 0 0,0 0 0 0 0,0 1 0 0 0,0 0-1 0 0,1-1 1 0 0,-1 1 0 0 0,0-1 0 0 0,0 1 0 0 0,1 0-1 0 0,-1 0 1 0 0,0-1 0 0 0,1 1 0 0 0,-1 0-1 0 0,1 0 1 0 0,-1 0 0 0 0,1 0 0 0 0,0-1-1 0 0,-1 1 1 0 0,1 0 0 0 0,0 0 0 0 0,-1 0 0 0 0,1 0-1 0 0,0 0 1 0 0,0 0 0 0 0,0 0 0 0 0,0 0-1 0 0,0 2 1 0 0,-5 50 206 0 0,1 0-1 0 0,8 94 1 0 0,26 104-138 0 0,-5-50-109 0 0,-19-130-176 0 0,-4-1 0 0 0,-2 1 0 0 0,-3 0 0 0 0,-15 79 0 0 0,17-147 73 0 0,1 1-142 0 0,-1 0-1 0 0,0 0 1 0 0,0 0 0 0 0,0 0 0 0 0,-1 0-1 0 0,1 0 1 0 0,-4 5 0 0 0,1-5-884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2.0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43 2280 0 0,'-2'-6'8054'0'0,"6"16"-4440"0"0,24 53-912 0 0,-23-55-2408 0 0,1 1 0 0 0,1-2-1 0 0,-1 1 1 0 0,1-1 0 0 0,1 0-1 0 0,-1 0 1 0 0,1-1 0 0 0,0 0 0 0 0,0 0-1 0 0,1-1 1 0 0,0 0 0 0 0,0 0-1 0 0,0-1 1 0 0,1 0 0 0 0,-1-1-1 0 0,18 4 1 0 0,-20-6-210 0 0,0 0 0 0 0,0 0 0 0 0,0-1 0 0 0,0 0 0 0 0,0 0 0 0 0,0 0 0 0 0,0-1-1 0 0,-1 0 1 0 0,1-1 0 0 0,0 1 0 0 0,0-1 0 0 0,-1-1 0 0 0,1 1 0 0 0,-1-1 0 0 0,0 0 0 0 0,0-1 0 0 0,0 1 0 0 0,0-1 0 0 0,0 0-1 0 0,-1-1 1 0 0,0 1 0 0 0,0-1 0 0 0,0 0 0 0 0,7-11 0 0 0,-1-2-363 0 0,0 0 0 0 0,-2-1 0 0 0,-1-1-1 0 0,0 1 1 0 0,8-35 0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2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0 10594 0 0,'-1'27'5265'0'0,"0"-13"-4303"0"0,-12 146 3221 0 0,-1 10-2924 0 0,14-141-1209 0 0,1 0 0 0 0,1 0 0 0 0,10 52 0 0 0,-7-63-209 0 0,1 0-1 0 0,0-1 0 0 0,13 25 0 0 0,13 16-6606 0 0,-31-57 6493 0 0,10 12-2445 0 0,-9-14 2590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2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1 304 3681 0 0,'-1'-13'374'0'0,"2"-1"-1"0"0,-1 0 1 0 0,2 1 0 0 0,0-1 0 0 0,0 1-1 0 0,1-1 1 0 0,1 1 0 0 0,1 0 0 0 0,-1 0-1 0 0,2 1 1 0 0,0-1 0 0 0,0 1 0 0 0,15-19-1 0 0,-15 22-47 0 0,0 1-1 0 0,1 1 1 0 0,0-1-1 0 0,1 1 1 0 0,0 0-1 0 0,0 0 0 0 0,0 1 1 0 0,1 1-1 0 0,0-1 1 0 0,0 1-1 0 0,0 0 1 0 0,0 1-1 0 0,1 1 0 0 0,0-1 1 0 0,0 1-1 0 0,0 1 1 0 0,0 0-1 0 0,19-2 1 0 0,-24 4-396 0 0,0 0 1 0 0,0 1 0 0 0,0-1-1 0 0,-1 1 1 0 0,1 0-1 0 0,0 0 1 0 0,0 1 0 0 0,-1-1-1 0 0,1 1 1 0 0,0 0 0 0 0,-1 0-1 0 0,0 1 1 0 0,6 3 0 0 0,2 5-5039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2.8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1 143 10594 0 0,'52'-27'2422'0'0,"-23"11"-1477"0"0,0 1 0 0 0,2 2 0 0 0,-1 1 0 0 0,35-9 0 0 0,-14 10-1778 0 0,31-8-5019 0 0,-57 11 3558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3.0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10594 0 0,'-2'13'503'0'0,"0"0"0"0"0,1 0 0 0 0,1 0 0 0 0,0 1 0 0 0,1-1 0 0 0,1 0 0 0 0,4 24 0 0 0,-3-29-938 0 0,-1 1 0 0 0,1 0-1 0 0,1-1 1 0 0,0 1 0 0 0,0-1-1 0 0,0 0 1 0 0,7 8 0 0 0,-5-7 37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3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1376 0 0,'0'0'64'0'0,"1"0"8"0"0,1 0-72 0 0,-1 2 0 0 0,0 2 0 0 0,1 0 0 0 0,1 4 112 0 0,-2 4 8 0 0,2 6 0 0 0,-2 7 8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3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1 8290 0 0,'-2'1'274'0'0,"1"0"0"0"0,-1 1 0 0 0,1-1 0 0 0,-1 0-1 0 0,1 1 1 0 0,0 0 0 0 0,0-1 0 0 0,0 1 0 0 0,-1 0 0 0 0,2-1 0 0 0,-1 1 0 0 0,0 0 0 0 0,0 0 0 0 0,0 3 0 0 0,-8 34 1962 0 0,6-24-1338 0 0,-5 19 1123 0 0,-4 65 0 0 0,10-67-1676 0 0,1 1-1 0 0,2-1 1 0 0,2 1 0 0 0,8 39 0 0 0,1-29-214 0 0,-7-21-420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3.7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0 15203 0 0,'-2'2'292'0'0,"1"-1"-1"0"0,0 1 1 0 0,0-1-1 0 0,0 1 1 0 0,0 0-1 0 0,0 0 0 0 0,0 0 1 0 0,0-1-1 0 0,1 1 1 0 0,-1 0-1 0 0,1 0 1 0 0,-1 0-1 0 0,1 0 1 0 0,0 0-1 0 0,0 0 0 0 0,0 3 1 0 0,-1 1 181 0 0,-6 37-207 0 0,3 1 0 0 0,1 0-1 0 0,2 0 1 0 0,2 0 0 0 0,2 0 0 0 0,1 0 0 0 0,3-1-1 0 0,2 0 1 0 0,15 45 0 0 0,-5-22-2089 0 0,-12-34-5880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4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72 6913 0 0,'-1'-1'269'0'0,"1"1"0"0"0,-1-1 0 0 0,0 1 0 0 0,1-1 0 0 0,-1 1 0 0 0,0-1 0 0 0,1 1 0 0 0,-1-1 0 0 0,0 1 0 0 0,0-1 0 0 0,0 1 0 0 0,1 0 0 0 0,-1-1 0 0 0,0 1 0 0 0,0 0 0 0 0,0 0 0 0 0,0 0-1 0 0,1 0 1 0 0,-1 0 0 0 0,0 0 0 0 0,0 0 0 0 0,0 0 0 0 0,0 0 0 0 0,0 0 0 0 0,-1 1 0 0 0,2 0-70 0 0,-1 0-1 0 0,1-1 1 0 0,0 1-1 0 0,0 0 1 0 0,-1 0-1 0 0,1 0 1 0 0,0 0-1 0 0,0 0 1 0 0,0 0-1 0 0,0 0 1 0 0,0 0-1 0 0,0 0 1 0 0,0 0-1 0 0,1 0 1 0 0,-1 0-1 0 0,0-1 1 0 0,0 1-1 0 0,1 1 1 0 0,20 45 1679 0 0,-17-39-1775 0 0,1-1 0 0 0,0 0 0 0 0,0 0 0 0 0,1 0 1 0 0,0-1-1 0 0,0 0 0 0 0,1 0 0 0 0,0-1 0 0 0,-1 1 0 0 0,2-1 0 0 0,-1-1 0 0 0,1 1 0 0 0,-1-1 0 0 0,12 3 0 0 0,-15-5-93 0 0,1-1-1 0 0,-1 0 1 0 0,1 0-1 0 0,-1 0 1 0 0,1-1-1 0 0,-1 0 1 0 0,1 0-1 0 0,-1 0 1 0 0,1 0-1 0 0,0-1 1 0 0,-1 1-1 0 0,1-1 1 0 0,-1 0-1 0 0,0-1 1 0 0,1 1-1 0 0,-1-1 1 0 0,0 0-1 0 0,0 0 1 0 0,0 0-1 0 0,0 0 1 0 0,0-1-1 0 0,0 0 1 0 0,-1 0-1 0 0,1 0 1 0 0,-1 0-1 0 0,0 0 1 0 0,0-1-1 0 0,4-5 1 0 0,-2 2-66 0 0,0-1 1 0 0,-1 0-1 0 0,0 0 1 0 0,0 0 0 0 0,-1 0-1 0 0,0-1 1 0 0,-1 1-1 0 0,0-1 1 0 0,0 1-1 0 0,-1-1 1 0 0,0 0-1 0 0,0 0 1 0 0,-1 0-1 0 0,0 0 1 0 0,0 0-1 0 0,-1 0 1 0 0,-1 1-1 0 0,1-1 1 0 0,-4-10-1 0 0,6 22 93 0 0,1 1-1 0 0,0-1 0 0 0,0 0 1 0 0,0-1-1 0 0,0 1 0 0 0,1 0 0 0 0,-1 0 1 0 0,1-1-1 0 0,0 0 0 0 0,-1 1 1 0 0,1-1-1 0 0,0 0 0 0 0,1 0 1 0 0,-1-1-1 0 0,0 1 0 0 0,7 2 0 0 0,-3-1 27 0 0,0-1-1 0 0,1 1 1 0 0,-1-1-1 0 0,1 0 0 0 0,-1-1 1 0 0,1 0-1 0 0,13 1 1 0 0,-15-3-531 0 0,0 0 1 0 0,0-1-1 0 0,0 1 1 0 0,0-1 0 0 0,0 0-1 0 0,0 0 1 0 0,-1-1 0 0 0,8-4-1 0 0,0-1-859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5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12 6449 0 0,'-10'-9'5098'0'0,"9"8"-4461"0"0,-1 0 0 0 0,1 0 0 0 0,-11 6 4236 0 0,12-5-4736 0 0,0 0-1 0 0,0 1 1 0 0,0-1 0 0 0,0 1-1 0 0,3 42 3486 0 0,0-27-3808 0 0,7 91 971 0 0,-1-5-664 0 0,36 158 0 0 0,-26-176-3003 0 0,-16-71 1891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5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1 117 4145 0 0,'2'-5'537'0'0,"1"-1"0"0"0,0 0 0 0 0,1 1 0 0 0,-1-1 1 0 0,1 1-1 0 0,0 0 0 0 0,0 0 0 0 0,1 1 0 0 0,5-6 0 0 0,2 1 641 0 0,-1-1 1 0 0,25-13-1 0 0,-32 21-1014 0 0,0-1-1 0 0,0 1 1 0 0,0 0 0 0 0,1 0 0 0 0,-1 1 0 0 0,1-1 0 0 0,-1 1 0 0 0,1 0-1 0 0,-1 0 1 0 0,1 1 0 0 0,0-1 0 0 0,-1 1 0 0 0,1 0 0 0 0,0 0 0 0 0,-1 1-1 0 0,1-1 1 0 0,0 1 0 0 0,-1 0 0 0 0,1 0 0 0 0,-1 1 0 0 0,1-1 0 0 0,-1 1-1 0 0,0 0 1 0 0,0 0 0 0 0,0 1 0 0 0,0-1 0 0 0,0 1 0 0 0,0 0 0 0 0,0 0-1 0 0,-1 0 1 0 0,0 0 0 0 0,0 1 0 0 0,0-1 0 0 0,5 8 0 0 0,-3-3-83 0 0,0 0 0 0 0,-1 0 0 0 0,0 0 0 0 0,0 0 0 0 0,-1 1 0 0 0,0 0 0 0 0,0-1 0 0 0,-1 1 0 0 0,-1 0 0 0 0,1 0 0 0 0,-1 0 0 0 0,-1 1 0 0 0,0-1 0 0 0,0 0 0 0 0,-1 0 0 0 0,0 0 0 0 0,-3 12 0 0 0,-1-7-250 0 0,0 0 0 0 0,-2-1 0 0 0,1 0 0 0 0,-2 0 0 0 0,0 0 0 0 0,0-1 0 0 0,-1-1 0 0 0,-21 22 0 0 0,19-22-550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5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13827 0 0,'0'0'1062'0'0,"14"26"3398"0"0,4 22-3548 0 0,-2 0 0 0 0,-3 0 0 0 0,13 86 0 0 0,10 41-2262 0 0,-26-139-3908 0 0,0-2-1785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6.2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32 341 3225 0 0,'-4'-2'-272'0'0,"-21"-8"1813"0"0,25 9-1463 0 0,0 1 1 0 0,-1-1-1 0 0,1 1 0 0 0,0-1 1 0 0,-1 0-1 0 0,1 1 0 0 0,0-1 1 0 0,0 1-1 0 0,0-1 0 0 0,-1 0 1 0 0,1 1-1 0 0,0-1 0 0 0,0 0 1 0 0,0 1-1 0 0,0-1 0 0 0,0 0 1 0 0,0 1-1 0 0,0-1 0 0 0,1 0 1 0 0,-1 1-1 0 0,0-1 0 0 0,0 0 1 0 0,0 1-1 0 0,1-1 0 0 0,-1 1 1 0 0,0-1-1 0 0,1 1 1 0 0,-1-1-1 0 0,0 0 0 0 0,1 1 1 0 0,-1-1-1 0 0,1 1 0 0 0,-1-1 1 0 0,1 1-1 0 0,-1 0 0 0 0,1-1 1 0 0,0 0-1 0 0,13-10 247 0 0,0 0 1 0 0,0 0-1 0 0,1 2 1 0 0,1 0 0 0 0,-1 0-1 0 0,32-11 1 0 0,-24 10 17 0 0,86-38 925 0 0,126-59-2343 0 0,-196 89 208 0 0,-16 7 231 0 0,35-21 0 0 0,-60 34 1426 0 0,0 0 0 0 0,-1 0 0 0 0,1 0 0 0 0,0 0 0 0 0,0 1 0 0 0,0-1 1 0 0,1 0-1 0 0,-1 1 0 0 0,0-1 0 0 0,1 1 0 0 0,0 0 0 0 0,-2 3 0 0 0,1 1-211 0 0,0 0 0 0 0,0 1 0 0 0,1-1-1 0 0,-2 12 1 0 0,3 8-926 0 0,4 50 1 0 0,-3-65 984 0 0,1 8-615 0 0,1 0 0 0 0,0 0 0 0 0,9 26 0 0 0,-10-39-23 0 0,1-1 0 0 0,-1 0 0 0 0,1 0 0 0 0,0 0 0 0 0,1 0 0 0 0,-1 0 0 0 0,1 0 0 0 0,0-1 0 0 0,0 0 0 0 0,1 0 0 0 0,0 0 0 0 0,0-1 0 0 0,10 8 0 0 0,-13-11-33 0 0,-1 0 0 0 0,0-1 1 0 0,1 1-1 0 0,-1-1 1 0 0,0 1-1 0 0,1-1 0 0 0,-1 0 1 0 0,1 1-1 0 0,-1-1 1 0 0,1 0-1 0 0,-1 0 0 0 0,1 0 1 0 0,-1 0-1 0 0,0 0 1 0 0,1-1-1 0 0,-1 1 0 0 0,1 0 1 0 0,-1-1-1 0 0,1 1 1 0 0,-1-1-1 0 0,0 1 1 0 0,1-1-1 0 0,-1 0 0 0 0,0 1 1 0 0,0-1-1 0 0,1 0 1 0 0,-1 0-1 0 0,0 0 0 0 0,0 0 1 0 0,0 0-1 0 0,0 0 1 0 0,0 0-1 0 0,0 0 0 0 0,0-1 1 0 0,-1 1-1 0 0,2-2 1 0 0,5-8-26 0 0,-1-1 1 0 0,0 1-1 0 0,5-18 1 0 0,-2 8 98 0 0,2-1 12 0 0,1 0 1 0 0,19-27-1 0 0,-25 41-3 0 0,0 0 0 0 0,1 1 0 0 0,0-1 0 0 0,0 1 0 0 0,1 1 0 0 0,0-1 0 0 0,0 1 0 0 0,14-8 0 0 0,-19 13-21 0 0,-1 0 0 0 0,0 1 0 0 0,1-1 0 0 0,-1 0-1 0 0,0 1 1 0 0,1 0 0 0 0,-1-1 0 0 0,1 1 0 0 0,-1 0 0 0 0,1 0-1 0 0,-1 0 1 0 0,0 1 0 0 0,1-1 0 0 0,-1 1 0 0 0,1-1-1 0 0,-1 1 1 0 0,0 0 0 0 0,0-1 0 0 0,1 1 0 0 0,-1 1-1 0 0,0-1 1 0 0,0 0 0 0 0,0 0 0 0 0,0 1 0 0 0,0-1-1 0 0,0 1 1 0 0,0 0 0 0 0,1 1 0 0 0,7 9 269 0 0,0-1 1 0 0,-1 1 0 0 0,13 21-1 0 0,-4-5-95 0 0,6 5-942 0 0,-11-17-74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6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101 185 6913 0 0,'-9'5'-2'0'0,"0"0"0"0"0,1 0 0 0 0,-1 1 0 0 0,1 1-1 0 0,0 0 1 0 0,1 0 0 0 0,-10 11 0 0 0,1 2 7992 0 0,16-20-7868 0 0,10 0 2541 0 0,11-5-712 0 0,-12 0-1751 0 0,-1 1 0 0 0,-1-1 0 0 0,1-1 0 0 0,-1 0 0 0 0,0 0 0 0 0,0 0 0 0 0,0-1 0 0 0,-1 0 0 0 0,0 0 0 0 0,-1 0 1 0 0,0-1-1 0 0,0 0 0 0 0,0 0 0 0 0,4-11 0 0 0,-7 14-202 0 0,0 1-1 0 0,0-1 1 0 0,-1 0 0 0 0,0 1 0 0 0,0-1 0 0 0,0 0-1 0 0,0 0 1 0 0,-1 1 0 0 0,0-1 0 0 0,0 0 0 0 0,0 0-1 0 0,0 0 1 0 0,-1 0 0 0 0,0 1 0 0 0,0-1 0 0 0,0 0-1 0 0,-1 1 1 0 0,0-1 0 0 0,1 1 0 0 0,-1-1 0 0 0,-1 1-1 0 0,1 0 1 0 0,-1 0 0 0 0,0 0 0 0 0,0 0 0 0 0,0 0-1 0 0,0 1 1 0 0,-1-1 0 0 0,-3-3 0 0 0,5 6 0 0 0,0 0 0 0 0,1-1 0 0 0,-1 1 0 0 0,0 0 0 0 0,0 0 0 0 0,0 0-1 0 0,0 0 1 0 0,0 0 0 0 0,0 0 0 0 0,0 1 0 0 0,0-1 0 0 0,0 0 0 0 0,0 1 0 0 0,0 0 0 0 0,-1 0 0 0 0,1-1 0 0 0,0 1 0 0 0,0 1 0 0 0,0-1 0 0 0,-1 0 0 0 0,-2 1 0 0 0,2 0 14 0 0,1 1 1 0 0,-1-1-1 0 0,0 1 1 0 0,0-1-1 0 0,1 1 1 0 0,-1 0 0 0 0,1 0-1 0 0,0 0 1 0 0,-1 0-1 0 0,1 1 1 0 0,0-1-1 0 0,0 0 1 0 0,-2 5 0 0 0,0-1 16 0 0,1 0 1 0 0,0 1 0 0 0,0 0 0 0 0,0-1-1 0 0,0 1 1 0 0,1 0 0 0 0,1 0 0 0 0,-1 0-1 0 0,1 0 1 0 0,0 1 0 0 0,1-1 0 0 0,0 9-1 0 0,1-8 8 0 0,1-1-1 0 0,0 0 1 0 0,1 0-1 0 0,-1 0 1 0 0,1-1-1 0 0,1 1 1 0 0,-1-1-1 0 0,1 1 1 0 0,0-1-1 0 0,1-1 1 0 0,-1 1-1 0 0,1 0 1 0 0,0-1-1 0 0,1 0 1 0 0,-1 0-1 0 0,1-1 1 0 0,7 5-1 0 0,-1-1-310 0 0,1 0-1 0 0,-1-2 0 0 0,15 7 0 0 0,39 7-5809 0 0,-40-15-1030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7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255 6 10594 0 0,'-9'-2'131'0'0,"1"0"-1"0"0,-1 1 0 0 0,0 0 0 0 0,1 1 1 0 0,-1 0-1 0 0,0 0 0 0 0,1 1 1 0 0,-1 0-1 0 0,0 1 0 0 0,1 0 0 0 0,-1 0 1 0 0,1 1-1 0 0,0 0 0 0 0,0 0 1 0 0,-10 6-1 0 0,11-5 61 0 0,0 0-1 0 0,0 0 1 0 0,1 0 0 0 0,-1 1 0 0 0,1 0 0 0 0,0 0-1 0 0,1 1 1 0 0,-1 0 0 0 0,1 0 0 0 0,0 0-1 0 0,0 1 1 0 0,1-1 0 0 0,0 1 0 0 0,0 0 0 0 0,1 0-1 0 0,-6 15 1 0 0,5-3-21 0 0,1-1 1 0 0,0 1-1 0 0,2 0 0 0 0,0-1 0 0 0,1 1 1 0 0,1 0-1 0 0,0 0 0 0 0,2-1 0 0 0,8 36 1 0 0,-6-39-237 0 0,1 1 1 0 0,0-1 0 0 0,1-1-1 0 0,0 1 1 0 0,2-1 0 0 0,10 15-1 0 0,-10-17-938 0 0,1 0-1 0 0,0-1 1 0 0,24 19-1 0 0,-14-14-4638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7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2 8754 0 0,'-4'0'452'0'0,"0"1"1"0"0,0-1-1 0 0,-1 1 1 0 0,1-1-1 0 0,1 1 1 0 0,-1 0-1 0 0,0 1 1 0 0,0-1-1 0 0,0 1 0 0 0,1 0 1 0 0,-1 0-1 0 0,0 0 1 0 0,1 0-1 0 0,0 0 1 0 0,0 1-1 0 0,-4 3 1 0 0,3-2-132 0 0,1 0 1 0 0,-1 0 0 0 0,1 0-1 0 0,0 1 1 0 0,1-1-1 0 0,-1 1 1 0 0,1 0 0 0 0,0-1-1 0 0,0 1 1 0 0,0 0 0 0 0,-1 10-1 0 0,2-11-274 0 0,0 0 1 0 0,1 0-1 0 0,-1 0 0 0 0,1 0 0 0 0,0 0 0 0 0,0 0 0 0 0,1 0 0 0 0,-1 0 1 0 0,1 0-1 0 0,0 0 0 0 0,0 0 0 0 0,0 0 0 0 0,0 0 0 0 0,1 0 1 0 0,-1 0-1 0 0,1 0 0 0 0,0-1 0 0 0,0 1 0 0 0,1-1 0 0 0,-1 0 1 0 0,1 0-1 0 0,0 1 0 0 0,-1-2 0 0 0,1 1 0 0 0,1 0 0 0 0,-1-1 1 0 0,0 1-1 0 0,1-1 0 0 0,-1 0 0 0 0,1 0 0 0 0,0 0 0 0 0,-1 0 1 0 0,8 1-1 0 0,-6-2-45 0 0,0 0 0 0 0,0-1 1 0 0,0 1-1 0 0,0-1 0 0 0,1 0 0 0 0,-1-1 1 0 0,0 1-1 0 0,0-1 0 0 0,0 0 1 0 0,0 0-1 0 0,0-1 0 0 0,0 1 1 0 0,-1-1-1 0 0,1 0 0 0 0,0-1 0 0 0,-1 1 1 0 0,0-1-1 0 0,1 0 0 0 0,-1 0 1 0 0,0 0-1 0 0,0 0 0 0 0,-1-1 0 0 0,1 0 1 0 0,-1 0-1 0 0,0 0 0 0 0,1 0 1 0 0,-2 0-1 0 0,1 0 0 0 0,-1-1 1 0 0,1 0-1 0 0,1-5 0 0 0,-3 7-30 0 0,1-1-1 0 0,-1 1 1 0 0,1-1-1 0 0,-1 1 1 0 0,0-1-1 0 0,-1 0 1 0 0,1 0-1 0 0,-1 1 1 0 0,1-1 0 0 0,-1 0-1 0 0,0 0 1 0 0,-1 0-1 0 0,1 1 1 0 0,-1-1-1 0 0,1 0 1 0 0,-1 1-1 0 0,0-1 1 0 0,0 0-1 0 0,-1 1 1 0 0,1-1 0 0 0,-1 1-1 0 0,0-1 1 0 0,0 1-1 0 0,0 0 1 0 0,0 0-1 0 0,0 0 1 0 0,-1 0-1 0 0,0 0 1 0 0,1 1 0 0 0,-1-1-1 0 0,0 1 1 0 0,0-1-1 0 0,0 1 1 0 0,-1 0-1 0 0,1 1 1 0 0,0-1-1 0 0,-1 0 1 0 0,1 1-1 0 0,-1 0 1 0 0,0 0 0 0 0,-6-2-1 0 0,5 2-192 0 0,0 0 1 0 0,1 0-1 0 0,-1 0 0 0 0,0 1 0 0 0,0 0 1 0 0,0 0-1 0 0,0 0 0 0 0,1 0 0 0 0,-1 1 1 0 0,0-1-1 0 0,0 1 0 0 0,0 1 0 0 0,1-1 1 0 0,-1 1-1 0 0,1-1 0 0 0,-1 1 0 0 0,1 1 1 0 0,-5 2-1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8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96 10594 0 0,'4'0'350'0'0,"0"0"0"0"0,0 0 0 0 0,1 0 0 0 0,-1 0 0 0 0,0 1-1 0 0,0 0 1 0 0,0 0 0 0 0,0 0 0 0 0,0 0 0 0 0,0 1 0 0 0,0-1 0 0 0,0 1 0 0 0,4 3-1 0 0,-5-2-356 0 0,1 0 0 0 0,-1 0-1 0 0,0 1 1 0 0,0-1-1 0 0,0 1 1 0 0,-1-1 0 0 0,1 1-1 0 0,1 4 1 0 0,-4-6-51 0 0,1-1 1 0 0,-1 1 0 0 0,1-1-1 0 0,0 1 1 0 0,-1-1-1 0 0,1 0 1 0 0,0 0-1 0 0,0 1 1 0 0,0-1-1 0 0,0 0 1 0 0,0 0-1 0 0,0 0 1 0 0,0 0-1 0 0,0 0 1 0 0,1 0-1 0 0,-1 0 1 0 0,0 0-1 0 0,1-1 1 0 0,-1 1-1 0 0,0 0 1 0 0,1-1-1 0 0,-1 1 1 0 0,1-1-1 0 0,-1 0 1 0 0,1 1-1 0 0,-1-1 1 0 0,1 0-1 0 0,2 0 1 0 0,-2-1 101 0 0,0 0-1 0 0,0 0 1 0 0,0 0 0 0 0,0-1-1 0 0,0 1 1 0 0,0-1 0 0 0,-1 0-1 0 0,1 1 1 0 0,0-1 0 0 0,-1 0-1 0 0,1 0 1 0 0,-1 0 0 0 0,0 0-1 0 0,0 0 1 0 0,0 0-1 0 0,0 0 1 0 0,0 0 0 0 0,1-4-1 0 0,4-11 304 0 0,0 2 206 0 0,0-1 1 0 0,1 1-1 0 0,12-20 0 0 0,-18 32-422 0 0,1 1-1 0 0,-1-1 0 0 0,1 1 1 0 0,0-1-1 0 0,0 1 1 0 0,0 0-1 0 0,0 0 0 0 0,0 0 1 0 0,1 0-1 0 0,-1 0 1 0 0,1 0-1 0 0,-1 1 1 0 0,1-1-1 0 0,0 1 0 0 0,-1 0 1 0 0,1 0-1 0 0,0 0 1 0 0,0 0-1 0 0,0 0 1 0 0,0 0-1 0 0,0 1 0 0 0,0-1 1 0 0,0 1-1 0 0,0 0 1 0 0,4 0-1 0 0,-4 1-33 0 0,-1 0 0 0 0,1 0-1 0 0,-1 0 1 0 0,0 0 0 0 0,0 1 0 0 0,1-1-1 0 0,-1 0 1 0 0,0 1 0 0 0,0 0 0 0 0,0-1-1 0 0,-1 1 1 0 0,1 0 0 0 0,0 0 0 0 0,-1 0 0 0 0,3 4-1 0 0,22 42 362 0 0,-11-20-454 0 0,15 10-1998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8.4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34 5985 0 0,'0'-2'238'0'0,"0"1"1"0"0,0 0-1 0 0,0-1 0 0 0,-1 1 0 0 0,1 0 1 0 0,0-1-1 0 0,0 1 0 0 0,-1 0 0 0 0,1 0 0 0 0,-1-1 1 0 0,1 1-1 0 0,-1 0 0 0 0,1 0 0 0 0,-1 0 0 0 0,0 0 1 0 0,1 0-1 0 0,-1 0 0 0 0,0 0 0 0 0,0 0 1 0 0,0 0-1 0 0,0 0 0 0 0,0 0 0 0 0,0 0 0 0 0,0 1 1 0 0,0-1-1 0 0,0 0 0 0 0,-1 1 0 0 0,1-1 0 0 0,0 1 1 0 0,0-1-1 0 0,-1 1 0 0 0,1-1 0 0 0,0 1 0 0 0,-3 0 1 0 0,2 0 0 0 0,0 0 1 0 0,0 0-1 0 0,0 0 1 0 0,-1 0-1 0 0,1 1 1 0 0,0-1-1 0 0,0 1 1 0 0,0-1-1 0 0,0 1 1 0 0,0 0-1 0 0,0 0 1 0 0,0 0-1 0 0,0 0 1 0 0,0 0 0 0 0,0 0-1 0 0,1 0 1 0 0,-1 1-1 0 0,0-1 1 0 0,1 1-1 0 0,-1-1 1 0 0,-1 3-1 0 0,-1 4 6 0 0,-1 0-1 0 0,1 0 1 0 0,1 1-1 0 0,-1-1 1 0 0,1 1 0 0 0,1 0-1 0 0,0 0 1 0 0,0 0-1 0 0,1 0 1 0 0,-1 15-1 0 0,1 15-76 0 0,6 45 0 0 0,-3-52-90 0 0,0-7-39 0 0,0-1 0 0 0,2 0 0 0 0,7 28 0 0 0,-7-40-192 0 0,1 1-1 0 0,0-1 0 0 0,0 0 1 0 0,1-1-1 0 0,1 1 1 0 0,0-1-1 0 0,13 16 0 0 0,-10-15-1254 0 0,-1 0-3668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8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23 287 3225 0 0,'-4'-5'420'0'0,"1"-1"1"0"0,0 0 0 0 0,1-1-1 0 0,0 1 1 0 0,0 0 0 0 0,0-1-1 0 0,0 1 1 0 0,1-1 0 0 0,0 1-1 0 0,1-1 1 0 0,0 0 0 0 0,0 1-1 0 0,0-1 1 0 0,1 1 0 0 0,-1-1-1 0 0,2 0 1 0 0,-1 1 0 0 0,1-1-1 0 0,0 1 1 0 0,0 0 0 0 0,1 0-1 0 0,0 0 1 0 0,0 0 0 0 0,5-8-1 0 0,-1 4 102 0 0,0 1 0 0 0,1 0 0 0 0,0 0-1 0 0,0 1 1 0 0,14-11 0 0 0,-8 9-1271 0 0,0 0 1 0 0,1 1-1 0 0,19-9 1 0 0,-12 8-4360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8.9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5529 0 0,'2'2'320'0'0,"0"-1"0"0"0,-1 0-1 0 0,1 0 1 0 0,-1 0 0 0 0,0 1-1 0 0,1-1 1 0 0,-1 0 0 0 0,0 1-1 0 0,0 0 1 0 0,0-1 0 0 0,0 1 0 0 0,0-1-1 0 0,0 1 1 0 0,0 0 0 0 0,-1 0-1 0 0,1 0 1 0 0,-1-1 0 0 0,1 1-1 0 0,0 3 1 0 0,4 46 5085 0 0,-3-29-3921 0 0,1 5-360 0 0,-3-17-1049 0 0,1 0 1 0 0,0 1-1 0 0,0-1 0 0 0,1 0 0 0 0,1 0 1 0 0,0 0-1 0 0,0 0 0 0 0,1 0 0 0 0,9 17 0 0 0,-12-27-136 0 0,-1 0-1 0 0,1 1 1 0 0,-1-1-1 0 0,0 0 1 0 0,1 1-1 0 0,-1-1 0 0 0,1 0 1 0 0,-1 0-1 0 0,1 1 1 0 0,-1-1-1 0 0,1 0 1 0 0,-1 0-1 0 0,1 0 0 0 0,-1 0 1 0 0,1 0-1 0 0,-1 0 1 0 0,1 0-1 0 0,-1 0 1 0 0,1 0-1 0 0,-1 0 0 0 0,1 0 1 0 0,-1 0-1 0 0,1 0 1 0 0,-1 0-1 0 0,1 0 1 0 0,-1 0-1 0 0,1-1 1 0 0,-1 1-1 0 0,1 0 0 0 0,-1 0 1 0 0,1-1-1 0 0,-1 1 1 0 0,1 0-1 0 0,-1-1 1 0 0,0 1-1 0 0,1 0 0 0 0,-1-1 1 0 0,0 1-1 0 0,1 0 1 0 0,-1-1-1 0 0,0 1 1 0 0,1-1-1 0 0,-1 1 0 0 0,0-1 1 0 0,0 1-1 0 0,0-1 1 0 0,1 0-1 0 0,17-31-1328 0 0,-14 25 1253 0 0,29-60-394 0 0,-24 45 1206 0 0,2 1 0 0 0,18-27 0 0 0,-29 46-549 0 0,1 1 0 0 0,0 0 0 0 0,0-1 0 0 0,0 1 0 0 0,0 0 0 0 0,0 0 0 0 0,0 0 0 0 0,0-1 0 0 0,0 1 0 0 0,0 0 0 0 0,1 0 0 0 0,-1 1 1 0 0,0-1-1 0 0,1 0 0 0 0,-1 0 0 0 0,1 1 0 0 0,-1-1 0 0 0,1 1 0 0 0,-1-1 0 0 0,1 1 0 0 0,-1 0 0 0 0,1-1 0 0 0,-1 1 0 0 0,1 0 0 0 0,-1 0 0 0 0,1 0 0 0 0,0 0 0 0 0,-1 0 0 0 0,3 1 0 0 0,-1 1-2 0 0,1-1-1 0 0,-1 1 0 0 0,0 0 0 0 0,0 1 0 0 0,0-1 0 0 0,0 0 0 0 0,0 1 0 0 0,-1 0 0 0 0,1-1 0 0 0,-1 1 0 0 0,3 3 0 0 0,-1 0-386 0 0,1-1 0 0 0,-1-1 0 0 0,1 1-1 0 0,0-1 1 0 0,1 0 0 0 0,-1 0 0 0 0,1 0 0 0 0,0-1-1 0 0,-1 0 1 0 0,12 4 0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9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9 5385 0 0,'-1'0'310'0'0,"0"0"0"0"0,-1 0-1 0 0,1 0 1 0 0,0 0 0 0 0,-1 0 0 0 0,1 0 0 0 0,-1 0-1 0 0,1 0 1 0 0,0-1 0 0 0,-1 1 0 0 0,1 0-1 0 0,0-1 1 0 0,-2 0 0 0 0,-18-4 7908 0 0,5 9-5611 0 0,7 1-2142 0 0,1 1-1 0 0,0 0 1 0 0,1 1 0 0 0,0 0-1 0 0,0 0 1 0 0,0 0 0 0 0,1 1-1 0 0,-11 17 1 0 0,6-8-370 0 0,2 0 0 0 0,0 1 0 0 0,-10 29 0 0 0,18-45-115 0 0,0 0-1 0 0,0 1 0 0 0,0-1 1 0 0,1 0-1 0 0,-1 1 0 0 0,0-1 1 0 0,1 1-1 0 0,0-1 0 0 0,0 1 1 0 0,-1-1-1 0 0,1 1 0 0 0,1-1 1 0 0,-1 1-1 0 0,0-1 0 0 0,1 0 1 0 0,-1 1-1 0 0,1-1 0 0 0,0 1 0 0 0,0-1 1 0 0,0 0-1 0 0,0 0 0 0 0,0 1 1 0 0,0-1-1 0 0,0 0 0 0 0,1 0 1 0 0,-1 0-1 0 0,1 0 0 0 0,0-1 1 0 0,0 1-1 0 0,-1 0 0 0 0,1-1 1 0 0,0 1-1 0 0,0-1 0 0 0,0 1 1 0 0,1-1-1 0 0,-1 0 0 0 0,0 0 1 0 0,0 0-1 0 0,1 0 0 0 0,-1-1 1 0 0,4 2-1 0 0,11 1-169 0 0,0 0 0 0 0,1-1 0 0 0,-1-1 0 0 0,34-3 0 0 0,-24 2 0 0 0,-24-1 159 0 0,0 1-1 0 0,-1 0 1 0 0,1 0 0 0 0,0 0 0 0 0,0 1 0 0 0,0-1-1 0 0,-1 1 1 0 0,1 0 0 0 0,0-1 0 0 0,-1 1-1 0 0,1 0 1 0 0,0 0 0 0 0,-1 1 0 0 0,1-1 0 0 0,-1 1-1 0 0,0-1 1 0 0,0 1 0 0 0,1 0 0 0 0,-1 0-1 0 0,0-1 1 0 0,2 4 0 0 0,-3-2 14 0 0,0 0 1 0 0,0-1-1 0 0,0 1 1 0 0,0 0 0 0 0,-1 0-1 0 0,1-1 1 0 0,-1 1-1 0 0,0 0 1 0 0,0 0-1 0 0,0 0 1 0 0,0 0-1 0 0,0 0 1 0 0,-1-1-1 0 0,1 1 1 0 0,-1 0-1 0 0,0 0 1 0 0,1-1-1 0 0,-1 1 1 0 0,-1 0-1 0 0,1-1 1 0 0,-2 3-1 0 0,-5 10-344 0 0,-1-2 0 0 0,-1 1-1 0 0,0-1 1 0 0,-1-1 0 0 0,-18 17-1 0 0,23-22-310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49.8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14283 0 0,'2'-2'734'0'0,"-2"2"-612"0"0,0 0 0 0 0,1 0 0 0 0,-1-1 1 0 0,0 1-1 0 0,1 0 0 0 0,-1 0 0 0 0,0 0 1 0 0,1 0-1 0 0,-1-1 0 0 0,0 1 0 0 0,1 0 1 0 0,-1 0-1 0 0,0 0 0 0 0,1 0 0 0 0,-1 0 1 0 0,1 0-1 0 0,-1 0 0 0 0,0 0 0 0 0,1 0 1 0 0,-1 0-1 0 0,0 0 0 0 0,1 1 0 0 0,-1-1 1 0 0,0 0-1 0 0,1 0 0 0 0,-1 0 0 0 0,0 0 1 0 0,3 2 855 0 0,-3-2-856 0 0,0 1 0 0 0,0-1 0 0 0,0 0 1 0 0,1 1-1 0 0,-1-1 0 0 0,0 0 1 0 0,0 1-1 0 0,0-1 0 0 0,0 0 0 0 0,0 1 1 0 0,0-1-1 0 0,1 0 0 0 0,-1 1 0 0 0,0-1 1 0 0,0 1-1 0 0,0-1 0 0 0,0 1 0 0 0,5 33 476 0 0,-4-21-519 0 0,7 24-1246 0 0,-5-29 191 0 0,-1 0-1 0 0,1-1 1 0 0,0 0 0 0 0,0 1-1 0 0,5 7 1 0 0,-1-7 317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0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14 14283 0 0,'-4'-5'632'0'0,"3"0"136"0"0,-1 3-616 0 0,1 0-152 0 0,27 30-1528 0 0,-13-16 1528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0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24 10138 0 0,'-6'4'407'0'0,"1"0"-1"0"0,0 0 1 0 0,-1 0-1 0 0,2 1 1 0 0,-1-1-1 0 0,1 1 1 0 0,-1 0-1 0 0,1 0 0 0 0,-5 10 1 0 0,-27 53 753 0 0,31-56-976 0 0,0 0 0 0 0,1 0 0 0 0,1 0 0 0 0,0 1 0 0 0,0-1 0 0 0,2 1-1 0 0,-2 12 1 0 0,3-21-102 0 0,0-1-1 0 0,0 0 1 0 0,0 0-1 0 0,0 0 1 0 0,0 0 0 0 0,1 0-1 0 0,-1 0 1 0 0,1 0-1 0 0,0 0 1 0 0,0 0-1 0 0,0 0 1 0 0,0 0-1 0 0,0 0 1 0 0,1-1-1 0 0,-1 1 1 0 0,1-1-1 0 0,0 1 1 0 0,0-1 0 0 0,0 1-1 0 0,0-1 1 0 0,0 0-1 0 0,0 0 1 0 0,1 0-1 0 0,-1 0 1 0 0,1 0-1 0 0,-1-1 1 0 0,1 1-1 0 0,0-1 1 0 0,0 1 0 0 0,0-1-1 0 0,-1 0 1 0 0,1 0-1 0 0,0 0 1 0 0,4 0-1 0 0,-5-1-38 0 0,0 0 0 0 0,0 1 0 0 0,0-1 0 0 0,0 0 0 0 0,0 0 0 0 0,0-1 0 0 0,1 1 0 0 0,-1 0 0 0 0,0-1 0 0 0,0 1 0 0 0,0-1 0 0 0,0 0 0 0 0,0 1 0 0 0,0-1 0 0 0,-1 0 0 0 0,1 0 0 0 0,0 0 0 0 0,0-1 0 0 0,2-1 0 0 0,-1 0-6 0 0,0 0 0 0 0,-1-1-1 0 0,0 1 1 0 0,1 0 0 0 0,-1-1-1 0 0,-1 1 1 0 0,1-1 0 0 0,0 0-1 0 0,1-6 1 0 0,1-7-68 0 0,-1 0 0 0 0,0 0 1 0 0,0-30-1 0 0,-3 43 7 0 0,-1-11-198 0 0,0 0-1 0 0,-1 0 1 0 0,0 0-1 0 0,-5-14 0 0 0,-3-26-485 0 0,10 54 716 0 0,0 0 1 0 0,1 0-1 0 0,-1 0 1 0 0,0 0-1 0 0,1 0 1 0 0,-1 0-1 0 0,1 0 1 0 0,-1 0-1 0 0,1 0 1 0 0,0 0-1 0 0,-1 0 1 0 0,1 0-1 0 0,0 1 1 0 0,0-1 0 0 0,-1 0-1 0 0,1 0 1 0 0,0 1-1 0 0,0-1 1 0 0,0 1-1 0 0,0-1 1 0 0,0 1-1 0 0,0-1 1 0 0,0 1-1 0 0,0-1 1 0 0,0 1-1 0 0,0 0 1 0 0,0 0-1 0 0,0-1 1 0 0,0 1-1 0 0,0 0 1 0 0,1 0-1 0 0,0 0 1 0 0,38-3 439 0 0,-34 4-415 0 0,1 0-1 0 0,-1 0 1 0 0,1 0-1 0 0,-1 1 1 0 0,0 0-1 0 0,0 0 1 0 0,1 1-1 0 0,-1-1 1 0 0,-1 1-1 0 0,1 1 1 0 0,0-1-1 0 0,-1 1 1 0 0,0 0-1 0 0,0 0 1 0 0,6 6-1 0 0,-5-4 6 0 0,0 0-1 0 0,-1 0 0 0 0,0 1 1 0 0,0 0-1 0 0,0 0 0 0 0,-1 0 1 0 0,0 1-1 0 0,0-1 0 0 0,-1 1 1 0 0,1 0-1 0 0,1 11 0 0 0,-3-7 11 0 0,0-5 159 0 0,4-15 11 0 0,1-4-152 0 0,12-21-239 0 0,-8 15 86 0 0,0 0-1 0 0,15-19 1 0 0,-24 33 81 0 0,1 1 1 0 0,0 0-1 0 0,0-1 0 0 0,1 1 0 0 0,-1 1 1 0 0,0-1-1 0 0,1 0 0 0 0,0 1 0 0 0,-1 0 0 0 0,1 0 1 0 0,0 0-1 0 0,0 0 0 0 0,0 0 0 0 0,1 1 0 0 0,-1 0 1 0 0,4-1-1 0 0,-5 2 59 0 0,-1 0-1 0 0,1 0 1 0 0,-1 0 0 0 0,1 0 0 0 0,-1 0-1 0 0,0 0 1 0 0,1 1 0 0 0,-1 0 0 0 0,0-1 0 0 0,1 1-1 0 0,-1 0 1 0 0,0 0 0 0 0,0 0 0 0 0,0 0-1 0 0,1 0 1 0 0,-1 1 0 0 0,-1-1 0 0 0,1 1 0 0 0,0-1-1 0 0,2 3 1 0 0,1 2 57 0 0,0 1 0 0 0,-1-1 0 0 0,0 1 0 0 0,6 13 0 0 0,13 19 5 0 0,-22-37-123 0 0,1 0 0 0 0,-1 0 0 0 0,1 0-1 0 0,0-1 1 0 0,0 1 0 0 0,0-1 0 0 0,0 1 0 0 0,0-1 0 0 0,0 0 0 0 0,0 1-1 0 0,0-1 1 0 0,0 0 0 0 0,1 0 0 0 0,3 0 0 0 0,-4 0-30 0 0,1-1 0 0 0,-1 0 1 0 0,0-1-1 0 0,0 1 0 0 0,0 0 0 0 0,0-1 1 0 0,0 1-1 0 0,0-1 0 0 0,0 1 1 0 0,0-1-1 0 0,0 0 0 0 0,0 0 0 0 0,0 0 1 0 0,0 0-1 0 0,0-1 0 0 0,-1 1 1 0 0,1 0-1 0 0,0-1 0 0 0,-1 1 0 0 0,1-1 1 0 0,1-2-1 0 0,31-43 69 0 0,-25 31 120 0 0,-4 10 29 0 0,-1 0 1 0 0,1 1-1 0 0,0-1 1 0 0,0 1-1 0 0,7-6 1 0 0,-10 9-315 0 0,1 0 1 0 0,-1 1-1 0 0,0 0 0 0 0,1-1 1 0 0,-1 1-1 0 0,1 0 0 0 0,-1 0 1 0 0,1 0-1 0 0,3 0 0 0 0,15 3-4991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1.6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 4609 0 0,'2'-7'15416'0'0,"4"24"-12651"0"0,2 17-5003 0 0,-5-16 3713 0 0,-3-12-1453 0 0,4 24 136 0 0,7 37 1 0 0,-9-60-168 0 0,0 1 0 0 0,1 0 0 0 0,-1-1 0 0 0,2 0 0 0 0,-1 1 0 0 0,1-1 0 0 0,0 0 0 0 0,0-1 0 0 0,1 1 0 0 0,5 6 0 0 0,-9-13-17 0 0,-1 1-1 0 0,1-1 0 0 0,-1 1 0 0 0,1-1 1 0 0,-1 1-1 0 0,1-1 0 0 0,-1 1 0 0 0,1-1 0 0 0,0 0 1 0 0,-1 1-1 0 0,1-1 0 0 0,0 0 0 0 0,-1 1 1 0 0,1-1-1 0 0,0 0 0 0 0,0 0 0 0 0,-1 0 0 0 0,1 0 1 0 0,0 0-1 0 0,-1 0 0 0 0,1 0 0 0 0,0 0 1 0 0,0 0-1 0 0,-1 0 0 0 0,1 0 0 0 0,0 0 0 0 0,0 0 1 0 0,-1-1-1 0 0,1 1 0 0 0,0 0 0 0 0,-1-1 1 0 0,1 1-1 0 0,0 0 0 0 0,-1-1 0 0 0,1 1 0 0 0,-1-1 1 0 0,1 1-1 0 0,-1 0 0 0 0,1-1 0 0 0,-1 0 1 0 0,1 1-1 0 0,-1-1 0 0 0,1 1 0 0 0,-1-1 0 0 0,0 0 1 0 0,1 1-1 0 0,-1-1 0 0 0,0 0 0 0 0,1 1 1 0 0,-1-1-1 0 0,0 0 0 0 0,0 1 0 0 0,0-2 1 0 0,15-50-701 0 0,-12 38 499 0 0,0 5 61 0 0,6-23-377 0 0,19-44 0 0 0,-25 68 622 0 0,1 0 0 0 0,0 1 0 0 0,0-1 0 0 0,1 1 0 0 0,0 0 0 0 0,0 1 0 0 0,0-1 0 0 0,1 1 0 0 0,0 0 0 0 0,1 0 0 0 0,7-5 0 0 0,-12 10-24 0 0,0-1 0 0 0,0 1 0 0 0,0 1 1 0 0,0-1-1 0 0,0 0 0 0 0,0 0 0 0 0,0 1 0 0 0,0-1 0 0 0,0 1 0 0 0,0 0 0 0 0,0 0 0 0 0,1 0 1 0 0,-1 0-1 0 0,0 0 0 0 0,0 0 0 0 0,0 0 0 0 0,0 1 0 0 0,0-1 0 0 0,0 1 0 0 0,1-1 0 0 0,-1 1 0 0 0,0 0 1 0 0,-1 0-1 0 0,1 0 0 0 0,0 0 0 0 0,0 0 0 0 0,0 0 0 0 0,0 1 0 0 0,-1-1 0 0 0,1 0 0 0 0,2 4 0 0 0,5 5 134 0 0,-1 0 0 0 0,-1 1 0 0 0,1 0-1 0 0,6 15 1 0 0,-1-4-41 0 0,1 2-71 0 0,-10-16-120 0 0,1 0 0 0 0,-1 0 1 0 0,1-1-1 0 0,0 1 0 0 0,1-1 0 0 0,-1-1 1 0 0,2 1-1 0 0,-1-1 0 0 0,13 10 0 0 0,-18-15 21 0 0,0-1-1 0 0,0 0 0 0 0,0 0 0 0 0,-1 0 1 0 0,1 0-1 0 0,0 0 0 0 0,0 0 1 0 0,0 0-1 0 0,0 0 0 0 0,0 0 0 0 0,-1 0 1 0 0,1-1-1 0 0,0 1 0 0 0,0 0 0 0 0,0-1 1 0 0,-1 1-1 0 0,1 0 0 0 0,0-1 1 0 0,0 1-1 0 0,-1-1 0 0 0,1 1 0 0 0,0-1 1 0 0,-1 1-1 0 0,1-1 0 0 0,0 0 0 0 0,-1 1 1 0 0,1-1-1 0 0,-1 0 0 0 0,1 1 1 0 0,-1-1-1 0 0,1-1 0 0 0,16-30-744 0 0,-14 25 472 0 0,5-10-48 0 0,24-42-124 0 0,-30 56 534 0 0,0 0 0 0 0,0 0 0 0 0,1 0 0 0 0,-1 0 0 0 0,1 0 0 0 0,0 0 1 0 0,0 1-1 0 0,0-1 0 0 0,0 1 0 0 0,0 0 0 0 0,1 0 0 0 0,-1 0 1 0 0,7-3-1 0 0,-9 5-16 0 0,1 0 0 0 0,-1 0 0 0 0,0 0 0 0 0,1 0 1 0 0,-1 0-1 0 0,0 0 0 0 0,1 0 0 0 0,-1 1 0 0 0,0-1 1 0 0,0 0-1 0 0,1 1 0 0 0,-1-1 0 0 0,0 1 0 0 0,0-1 1 0 0,0 1-1 0 0,1-1 0 0 0,-1 1 0 0 0,0 0 0 0 0,0 0 1 0 0,0 0-1 0 0,0-1 0 0 0,0 1 0 0 0,-1 0 0 0 0,1 0 1 0 0,0 0-1 0 0,0 1 0 0 0,-1-1 0 0 0,2 1 0 0 0,19 43 499 0 0,-7-15-525 0 0,8-6-1832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2.0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102 12 4609 0 0,'0'-1'264'0'0,"-1"0"0"0"0,0 0 0 0 0,1 1 0 0 0,-1-1 0 0 0,0 0 0 0 0,0 0 0 0 0,1 1 0 0 0,-1-1 0 0 0,0 1 1 0 0,0-1-1 0 0,0 1 0 0 0,0-1 0 0 0,0 1 0 0 0,0-1 0 0 0,0 1 0 0 0,0 0 0 0 0,0-1 0 0 0,0 1 0 0 0,0 0 0 0 0,0 0 0 0 0,0 0 0 0 0,0 0 0 0 0,0 0 0 0 0,0 0 0 0 0,0 0 0 0 0,0 0 0 0 0,0 0 1 0 0,0 1-1 0 0,0-1 0 0 0,0 0 0 0 0,0 1 0 0 0,0-1 0 0 0,1 1 0 0 0,-1-1 0 0 0,-2 2 0 0 0,0-1 203 0 0,0 1 0 0 0,0 0 0 0 0,0 0 0 0 0,0 0-1 0 0,0 0 1 0 0,0 0 0 0 0,0 1 0 0 0,1-1 0 0 0,-3 4 0 0 0,-1 4-270 0 0,1 0 0 0 0,0 0 0 0 0,1 0 1 0 0,1 1-1 0 0,-1 0 0 0 0,2-1 0 0 0,-1 1 0 0 0,1 0 0 0 0,1 0 1 0 0,0 0-1 0 0,1 1 0 0 0,0-1 0 0 0,1 0 0 0 0,0 0 0 0 0,0 0 0 0 0,1 0 1 0 0,7 20-1 0 0,-9-29-256 0 0,1 0 1 0 0,0 0-1 0 0,0 0 1 0 0,0 0-1 0 0,0 0 1 0 0,0 0-1 0 0,0-1 1 0 0,1 1-1 0 0,-1 0 1 0 0,1-1-1 0 0,-1 1 1 0 0,1 0-1 0 0,0-1 0 0 0,-1 0 1 0 0,1 1-1 0 0,0-1 1 0 0,0 0-1 0 0,0 0 1 0 0,0 0-1 0 0,0 0 1 0 0,4 1-1 0 0,-4-2-111 0 0,0 0 0 0 0,1-1 0 0 0,-1 1 0 0 0,1 0 0 0 0,-1-1 0 0 0,1 1 0 0 0,-1-1 0 0 0,0 0 0 0 0,1 0 0 0 0,-1 0 0 0 0,0 0 0 0 0,0 0 0 0 0,1 0 0 0 0,-1-1 0 0 0,0 1 0 0 0,2-2 0 0 0,5-6-511 0 0,-1 1 1 0 0,0-1 0 0 0,0 0-1 0 0,-1 0 1 0 0,0-1 0 0 0,10-18-1 0 0,7-30-2467 0 0,-3 6 2304 0 0,-18 45 1413 0 0,1-1 1 0 0,1 1 0 0 0,-1 0-1 0 0,8-9 1 0 0,-12 16-455 0 0,0 0 0 0 0,1-1 0 0 0,-1 1 1 0 0,0 0-1 0 0,1 0 0 0 0,-1-1 0 0 0,0 1 0 0 0,0 0 0 0 0,1 0 0 0 0,-1 0 1 0 0,0 0-1 0 0,1-1 0 0 0,-1 1 0 0 0,1 0 0 0 0,-1 0 0 0 0,0 0 0 0 0,1 0 1 0 0,-1 0-1 0 0,0 0 0 0 0,1 0 0 0 0,-1 0 0 0 0,0 0 0 0 0,1 0 0 0 0,-1 0 1 0 0,1 0-1 0 0,-1 0 0 0 0,0 0 0 0 0,1 0 0 0 0,-1 1 0 0 0,0-1 1 0 0,1 0-1 0 0,-1 0 0 0 0,0 0 0 0 0,1 0 0 0 0,-1 1 0 0 0,0-1 0 0 0,0 0 1 0 0,1 0-1 0 0,-1 1 0 0 0,0-1 0 0 0,0 0 0 0 0,1 1 0 0 0,-1-1 0 0 0,0 0 1 0 0,0 0-1 0 0,0 1 0 0 0,1-1 0 0 0,-1 0 0 0 0,0 1 0 0 0,0-1 0 0 0,0 1 1 0 0,0-1-1 0 0,0 0 0 0 0,0 1 0 0 0,0-1 0 0 0,0 1 0 0 0,9 31 1394 0 0,-7-21-819 0 0,2 0-731 0 0,0-1 0 0 0,1 1 0 0 0,0-1 0 0 0,0-1 0 0 0,1 1 0 0 0,0-1 0 0 0,1 0 0 0 0,0 0 0 0 0,0-1 1 0 0,1 0-1 0 0,0 0 0 0 0,12 8 0 0 0,-5-6-1257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2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12 2304 0 0,'-32'-12'19477'0'0,"30"27"-20091"0"0,2 15 1100 0 0,1 0 1 0 0,2 0-1 0 0,7 35 0 0 0,25 88 120 0 0,-24-119-672 0 0,2 0-1 0 0,1-1 0 0 0,20 35 0 0 0,-5-11-6322 0 0,-19-37-943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2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1 129 7370 0 0,'0'-2'116'0'0,"0"-1"0"0"0,0 0 0 0 0,0 1 0 0 0,0-1 0 0 0,0 0 0 0 0,0 1 0 0 0,1-1 0 0 0,0 0 0 0 0,-1 1 0 0 0,1-1 0 0 0,0 1 0 0 0,0-1 0 0 0,0 1 0 0 0,1 0 0 0 0,-1-1 0 0 0,2-1 0 0 0,1-1 37 0 0,0 1 0 0 0,0 0 0 0 0,0 0-1 0 0,0 0 1 0 0,1 0 0 0 0,0 1 0 0 0,5-4 0 0 0,6-1-641 0 0,1 0 0 0 0,0 1 0 0 0,31-9 0 0 0,-31 11-549 0 0,2 1-10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2.7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0 106 4609 0 0,'11'0'1724'0'0,"0"1"0"0"0,0 0 0 0 0,-1 1 0 0 0,1 0 0 0 0,-1 1 0 0 0,1 0 0 0 0,18 8 0 0 0,-22-8-1337 0 0,0 1 1 0 0,0 0-1 0 0,0 0 1 0 0,-1 1-1 0 0,1 0 1 0 0,-1 0-1 0 0,0 0 0 0 0,-1 1 1 0 0,1 0-1 0 0,-1 0 1 0 0,6 11-1 0 0,-10-17-357 0 0,-1 1 0 0 0,1-1 0 0 0,-1 1 0 0 0,1-1 0 0 0,-1 1-1 0 0,0 0 1 0 0,1-1 0 0 0,-1 1 0 0 0,0-1 0 0 0,1 1 0 0 0,-1 0 0 0 0,0-1 0 0 0,0 1-1 0 0,0 0 1 0 0,0 0 0 0 0,0-1 0 0 0,1 1 0 0 0,-1 0 0 0 0,0-1 0 0 0,-1 1 0 0 0,1 0-1 0 0,0-1 1 0 0,0 2 0 0 0,-13-4 621 0 0,10 0-599 0 0,-1 1 0 0 0,1-1-1 0 0,0-1 1 0 0,0 1 0 0 0,0 0 0 0 0,0-1-1 0 0,-5-5 1 0 0,5 3-70 0 0,1 1 1 0 0,0-1-1 0 0,0-1 0 0 0,0 1 1 0 0,1 0-1 0 0,-1 0 0 0 0,1 0 0 0 0,1-1 1 0 0,-1 1-1 0 0,1-1 0 0 0,0 1 1 0 0,0 0-1 0 0,0-1 0 0 0,2-7 1 0 0,0 1-519 0 0,1 0 0 0 0,1 0 1 0 0,0 0-1 0 0,0 1 0 0 0,8-14 1 0 0,0 6-7199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2.9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0,'4'0'299'0'0,"-1"0"-1"0"0,0 0 1 0 0,1 1 0 0 0,-1-1-1 0 0,0 1 1 0 0,1 0-1 0 0,-1 0 1 0 0,0 0-1 0 0,0 0 1 0 0,0 1-1 0 0,0-1 1 0 0,0 1-1 0 0,0 0 1 0 0,0 0-1 0 0,0 0 1 0 0,-1 0-1 0 0,1 1 1 0 0,3 4-1 0 0,2 0 961 0 0,-1 2-1 0 0,-1-1 0 0 0,0 1 1 0 0,10 17-1 0 0,-13-18-914 0 0,0 0 0 0 0,0 0 0 0 0,-1 0 0 0 0,0 1 0 0 0,0-1 0 0 0,-1 0 0 0 0,0 1 0 0 0,0 10 0 0 0,-6 38-3252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3.1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11522 0 0,'0'4'1121'0'0,"1"-3"-993"0"0,-1 1-128 0 0,2-1 0 0 0,-1 0 320 0 0,0 1 48 0 0,2 2 8 0 0,1 1 0 0 0,2 3-536 0 0,2 3-112 0 0,0 2-16 0 0,3 0-8 0 0,4 1 200 0 0,0 0 96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3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13363 0 0,'16'28'2380'0'0,"1"0"0"0"0,33 39 0 0 0,-42-58-2263 0 0,0 0-1 0 0,1-1 1 0 0,0 0-1 0 0,12 8 1 0 0,-14-12-545 0 0,-1 0 0 0 0,1-1 0 0 0,-1 0 0 0 0,1 0-1 0 0,0 0 1 0 0,0-1 0 0 0,14 2 0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53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7 11522 0 0,'-2'-1'258'0'0,"0"0"0"0"0,0 0 0 0 0,0 1 0 0 0,0-1-1 0 0,0 0 1 0 0,1 1 0 0 0,-1-1 0 0 0,0 1 0 0 0,0 0-1 0 0,0 0 1 0 0,-1 0 0 0 0,1 0 0 0 0,0 0-1 0 0,0 0 1 0 0,0 0 0 0 0,0 1 0 0 0,0-1 0 0 0,1 1-1 0 0,-1-1 1 0 0,0 1 0 0 0,0 0 0 0 0,0 0 0 0 0,0-1-1 0 0,-1 3 1 0 0,-49 26 2363 0 0,50-27-2513 0 0,-19 13 409 0 0,1 1 0 0 0,0 1 0 0 0,2 1 0 0 0,0 0-1 0 0,1 1 1 0 0,-23 33 0 0 0,27-32-896 0 0,1-1 1 0 0,1 2-1 0 0,1-1 0 0 0,-9 29 1 0 0,8-12-7664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20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40 158 5137 0 0,'-39'29'13295'0'0,"44"-32"-11210"0"0,4-3-2444 0 0,0 0 458 0 0,0-1 0 0 0,-1 0 0 0 0,0-1 1 0 0,0 0-1 0 0,-1 0 0 0 0,0-1 0 0 0,-1 0 1 0 0,0 0-1 0 0,8-15 0 0 0,-6 11-72 0 0,0 0 1 0 0,0 0-1 0 0,17-16 0 0 0,-24 27-20 0 0,0 1 0 0 0,0 0 1 0 0,0 0-1 0 0,1 0 0 0 0,-1 0 0 0 0,0 0 0 0 0,1 0 0 0 0,-1 0 0 0 0,1 0 0 0 0,-1 1 0 0 0,1-1 1 0 0,-1 0-1 0 0,1 1 0 0 0,0-1 0 0 0,2 1 0 0 0,-3 0-1 0 0,0 0 0 0 0,0 0 1 0 0,1 0-1 0 0,-1 0 0 0 0,0 1 1 0 0,0-1-1 0 0,0 1 0 0 0,0-1 1 0 0,0 0-1 0 0,-1 1 0 0 0,1-1 0 0 0,0 1 1 0 0,0 0-1 0 0,0-1 0 0 0,0 1 1 0 0,0 0-1 0 0,-1 0 0 0 0,2 1 0 0 0,2 3 104 0 0,-1 1 0 0 0,0 0 0 0 0,0 0-1 0 0,-1 0 1 0 0,1 0 0 0 0,2 12 0 0 0,2 10 76 0 0,73 322 345 0 0,-67-272-570 0 0,15 130 553 0 0,-20-121-298 0 0,-8-87-204 0 0,0 0-1 0 0,0 0 1 0 0,0 1 0 0 0,0-1-1 0 0,0 0 1 0 0,0 0 0 0 0,0 0-1 0 0,0 1 1 0 0,0-1 0 0 0,0 0-1 0 0,0 0 1 0 0,0 0 0 0 0,0 0 0 0 0,0 1-1 0 0,0-1 1 0 0,0 0 0 0 0,0 0-1 0 0,0 0 1 0 0,0 0 0 0 0,-1 1-1 0 0,1-1 1 0 0,0 0 0 0 0,0 0-1 0 0,0 0 1 0 0,0 0 0 0 0,0 0-1 0 0,0 0 1 0 0,-1 1 0 0 0,1-1-1 0 0,0 0 1 0 0,0 0 0 0 0,0 0-1 0 0,0 0 1 0 0,-1 0 0 0 0,1 0-1 0 0,0 0 1 0 0,0 0 0 0 0,0 0-1 0 0,-1 0 1 0 0,1 0 0 0 0,0 0-1 0 0,0 0 1 0 0,0 0 0 0 0,0 0-1 0 0,-1 0 1 0 0,1 0 0 0 0,0 0-1 0 0,0 0 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2:20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161 0 2304 0 0,'-23'9'1013'0'0,"-70"31"2260"0"0,49-10 10812 0 0,97-31-13159 0 0,-51 1-582 0 0,27 2-148 0 0,43 6 1 0 0,-50-4-102 0 0,0-1 0 0 0,-1-1 0 0 0,1-1 0 0 0,30-3 0 0 0,11-11 422 0 0,-45 9-222 0 0,-1 0 0 0 0,1 1-1 0 0,21 0 1 0 0,-37 3-299 0 0,-1 0 14 0 0,-1 0 0 0 0,0 0 0 0 0,0 0-1 0 0,0-1 1 0 0,1 1 0 0 0,-1 0 0 0 0,0 0 0 0 0,0 0 0 0 0,0 0-1 0 0,1 1 1 0 0,-1-1 0 0 0,0 0 0 0 0,0 0 0 0 0,0 0 0 0 0,0 0-1 0 0,1 0 1 0 0,-1 0 0 0 0,0 0 0 0 0,0 0 0 0 0,0 0 0 0 0,0 0-1 0 0,1 0 1 0 0,-1 1 0 0 0,0-1 0 0 0,0 0 0 0 0,0 0 0 0 0,0 0-1 0 0,0 0 1 0 0,1 0 0 0 0,-1 1 0 0 0,0-1 0 0 0,0 0 0 0 0,0 0-1 0 0,0 0 1 0 0,0 0 0 0 0,0 1 0 0 0,0-1 0 0 0,0 0 0 0 0,0 0-1 0 0,0 0 1 0 0,0 1 0 0 0,0-1 0 0 0,0 0 0 0 0,0 0 0 0 0,0 0 0 0 0,0 1-1 0 0,0-1 1 0 0,0 0 0 0 0,0 0 0 0 0,0 0 0 0 0,0 1-1 0 0,1 4-70 0 0,3 14-313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3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3830 4609 0 0,'-25'11'875'0'0,"20"-8"-554"0"0,1-1 0 0 0,-1 0 0 0 0,0 0 0 0 0,0 0 0 0 0,0 0 0 0 0,0-1 0 0 0,0 0 0 0 0,0 0 0 0 0,0 0-1 0 0,0-1 1 0 0,-7 1 0 0 0,11-2-254 0 0,1 1-1 0 0,-1-1 1 0 0,1 1 0 0 0,0-1-1 0 0,-1 1 1 0 0,1-1-1 0 0,0 0 1 0 0,0 1-1 0 0,-1-1 1 0 0,1 1-1 0 0,0-1 1 0 0,0 1 0 0 0,0-1-1 0 0,0 0 1 0 0,0 1-1 0 0,0-1 1 0 0,0 0-1 0 0,0 1 1 0 0,0-1-1 0 0,0 1 1 0 0,0-1 0 0 0,0 0-1 0 0,0 1 1 0 0,0-1-1 0 0,1 1 1 0 0,-1-1-1 0 0,0 1 1 0 0,0-1-1 0 0,1 0 1 0 0,-1 1-1 0 0,0-1 1 0 0,1 1 0 0 0,-1-1-1 0 0,1 1 1 0 0,-1 0-1 0 0,1-1 1 0 0,15-24 690 0 0,-15 24-703 0 0,79-101 1026 0 0,132-129 0 0 0,-78 89-238 0 0,1065-1024 427 0 0,-234 402-1365 0 0,-123 208 165 0 0,-164 183 444 0 0,-456 254-187 0 0,80-39 319 0 0,-190 103-628 0 0,-30 13-297 0 0,161-56 0 0 0,-233 93-1146 0 0,-20 4-2369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3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176 1 2761 0 0,'-22'6'1078'0'0,"0"1"1"0"0,1 1-1 0 0,0 1 1 0 0,-30 18-1 0 0,13-4 3580 0 0,38-23-4575 0 0,0 0-42 0 0,0 0 0 0 0,0 0 0 0 0,0 0 1 0 0,0 0-1 0 0,0 0 0 0 0,0 0 0 0 0,-1 0 0 0 0,1 0 1 0 0,0 0-1 0 0,0 0 0 0 0,13 1 1035 0 0,19-3-162 0 0,52-21 734 0 0,-61 16-1107 0 0,1 0-1 0 0,-1 2 1 0 0,1 0 0 0 0,44-2 0 0 0,-61 8-473 0 0,1-1 0 0 0,-1 1-1 0 0,0 0 1 0 0,1 0 0 0 0,-1 1 0 0 0,0 0 0 0 0,0 1 0 0 0,0-1 0 0 0,0 1-1 0 0,0 0 1 0 0,-1 1 0 0 0,1 0 0 0 0,-1 0 0 0 0,0 0 0 0 0,0 1 0 0 0,-1 0-1 0 0,1 0 1 0 0,-1 0 0 0 0,0 1 0 0 0,5 7 0 0 0,-2 0-34 0 0,0 0 0 0 0,0 0 0 0 0,-1 1 1 0 0,-1 0-1 0 0,0 0 0 0 0,-1 1 0 0 0,-1 0 0 0 0,0 0 1 0 0,-1 0-1 0 0,-1 0 0 0 0,0 0 0 0 0,-1 1 0 0 0,0-1 1 0 0,-4 31-1 0 0,-5 10 113 0 0,-2 0-1 0 0,-30 95 1 0 0,14-61-57 0 0,16-54-726 0 0,2 0 1 0 0,2 0-1 0 0,-4 70 1 0 0,11-80-6465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4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281 127 5529 0 0,'-2'-14'760'0'0,"-1"-1"0"0"0,0 1 1 0 0,-1 0-1 0 0,-10-24 0 0 0,13 36-612 0 0,0 0 0 0 0,1 1 0 0 0,-1-1 0 0 0,0 0 0 0 0,0 0 0 0 0,0 1 1 0 0,0-1-1 0 0,-1 1 0 0 0,1-1 0 0 0,0 1 0 0 0,-1-1 0 0 0,1 1 0 0 0,-1 0 0 0 0,1 0 0 0 0,-1 0 0 0 0,0 0 0 0 0,1 0 1 0 0,-1 0-1 0 0,0 0 0 0 0,0 0 0 0 0,1 1 0 0 0,-1-1 0 0 0,0 1 0 0 0,0-1 0 0 0,0 1 0 0 0,0 0 0 0 0,0 0 0 0 0,0 0 1 0 0,0 0-1 0 0,0 0 0 0 0,0 0 0 0 0,0 0 0 0 0,1 1 0 0 0,-1-1 0 0 0,0 1 0 0 0,0-1 0 0 0,0 1 0 0 0,0 0 0 0 0,1 0 1 0 0,-1-1-1 0 0,0 1 0 0 0,1 1 0 0 0,-1-1 0 0 0,0 0 0 0 0,1 0 0 0 0,-3 3 0 0 0,-9 8 161 0 0,-1 0-1 0 0,1 1 1 0 0,1 1 0 0 0,1 0-1 0 0,0 0 1 0 0,-12 22 0 0 0,9-12-74 0 0,1 0 0 0 0,2 1 1 0 0,-13 40-1 0 0,19-50-153 0 0,1-1 0 0 0,1 1 0 0 0,0 1 0 0 0,1-1 0 0 0,1 0 0 0 0,1 0 0 0 0,0 1 0 0 0,0-1 0 0 0,2 0 0 0 0,0 1 0 0 0,1-1 0 0 0,0 0 0 0 0,1 0 0 0 0,1-1 0 0 0,0 1 0 0 0,1-1 0 0 0,1 0 0 0 0,0-1 0 0 0,0 0 0 0 0,2 0 0 0 0,0 0 0 0 0,0-1 0 0 0,1 0 0 0 0,0-1 0 0 0,1 0 0 0 0,1-1 0 0 0,-1 0 0 0 0,2-1 0 0 0,-1 0 0 0 0,1-1 0 0 0,1 0 0 0 0,-1-1-1 0 0,1-1 1 0 0,0 0 0 0 0,28 7 0 0 0,-31-11-251 0 0,1 0-1 0 0,0-1 0 0 0,-1 0 1 0 0,1-1-1 0 0,0 0 0 0 0,0-1 1 0 0,-1 0-1 0 0,17-4 0 0 0,1-2-1202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4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33 3225 0 0,'-5'-1'305'0'0,"1"0"1"0"0,-1 1 0 0 0,1 0 0 0 0,-1 0 0 0 0,0 0-1 0 0,1 0 1 0 0,-1 1 0 0 0,1 0 0 0 0,-1 0 0 0 0,1 0-1 0 0,0 0 1 0 0,-1 1 0 0 0,1-1 0 0 0,0 1 0 0 0,0 0-1 0 0,0 1 1 0 0,0-1 0 0 0,1 1 0 0 0,-1-1 0 0 0,0 1-1 0 0,1 0 1 0 0,0 1 0 0 0,0-1 0 0 0,0 0 0 0 0,0 1-1 0 0,0 0 1 0 0,1 0 0 0 0,0 0 0 0 0,-3 5 0 0 0,3-4-70 0 0,0 0 1 0 0,0 0-1 0 0,1 1 1 0 0,-1-1-1 0 0,1 1 1 0 0,1-1-1 0 0,-1 1 1 0 0,1-1-1 0 0,0 1 1 0 0,0-1-1 0 0,0 1 1 0 0,1 0-1 0 0,0-1 1 0 0,0 1-1 0 0,0-1 1 0 0,1 0-1 0 0,0 1 1 0 0,0-1-1 0 0,0 0 1 0 0,1 0-1 0 0,-1 0 1 0 0,1 0-1 0 0,7 7 1 0 0,-6-8-108 0 0,0 0 1 0 0,1 0-1 0 0,0-1 1 0 0,-1 0-1 0 0,1 0 1 0 0,0 0 0 0 0,1 0-1 0 0,-1-1 1 0 0,0 0-1 0 0,1 0 1 0 0,-1 0-1 0 0,1-1 1 0 0,0 0 0 0 0,0 0-1 0 0,-1-1 1 0 0,1 1-1 0 0,0-1 1 0 0,0 0-1 0 0,-1-1 1 0 0,1 1 0 0 0,0-1-1 0 0,6-2 1 0 0,0 1-13 0 0,-1-1 1 0 0,0 0 0 0 0,0-1-1 0 0,0 0 1 0 0,-1-1 0 0 0,1 0-1 0 0,-1-1 1 0 0,0 0-1 0 0,-1 0 1 0 0,13-11 0 0 0,-19 14-112 0 0,0 0 0 0 0,0 0 0 0 0,-1 0 0 0 0,1 0 1 0 0,-1 0-1 0 0,1 0 0 0 0,-1-1 0 0 0,0 0 0 0 0,-1 1 0 0 0,1-1 1 0 0,-1 0-1 0 0,1 0 0 0 0,-1 0 0 0 0,0 1 0 0 0,-1-1 1 0 0,1 0-1 0 0,-1-1 0 0 0,1 1 0 0 0,-1 0 0 0 0,0 0 0 0 0,-1 0 1 0 0,1 0-1 0 0,-1 0 0 0 0,0 0 0 0 0,0 0 0 0 0,0 0 0 0 0,0 1 1 0 0,-1-1-1 0 0,1 0 0 0 0,-1 0 0 0 0,0 1 0 0 0,-4-6 0 0 0,2 3-1 0 0,-1 0 0 0 0,0 1 0 0 0,0-1 0 0 0,0 1 0 0 0,-1 0 0 0 0,1 0 0 0 0,-1 1 0 0 0,0-1 0 0 0,-1 1 0 0 0,1 1-1 0 0,-1-1 1 0 0,1 1 0 0 0,-1 0 0 0 0,0 1 0 0 0,0 0 0 0 0,-1 0 0 0 0,-8-1 0 0 0,7 2-145 0 0,-1 1-1 0 0,0 0 1 0 0,0 0 0 0 0,1 1 0 0 0,-1 0 0 0 0,-10 3-1 0 0,-7 4-826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5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25 280 1840 0 0,'-11'-30'11653'0'0,"6"24"-10160"0"0,-3 1 1672 0 0,15 16 597 0 0,0-15-2051 0 0,-3-1-2175 0 0,-2 3 464 0 0,1 0 1 0 0,-1 0 0 0 0,0 1-1 0 0,1-1 1 0 0,-1 0 0 0 0,1 1-1 0 0,-1-1 1 0 0,1 1 0 0 0,-1 0-1 0 0,1 0 1 0 0,0 0 0 0 0,0 0-1 0 0,0 1 1 0 0,0-1 0 0 0,0 1-1 0 0,4-1 1 0 0,-1 2-21 0 0,-1-1 1 0 0,0 1-1 0 0,0 0 0 0 0,0 0 0 0 0,0 1 1 0 0,0-1-1 0 0,0 1 0 0 0,8 4 0 0 0,3 4 102 0 0,-1 0 0 0 0,1 2 0 0 0,25 23 0 0 0,-40-34-54 0 0,31 31-28 0 0,-24-22 0 0 0,2-1 0 0 0,-1 1 0 0 0,1-2 0 0 0,1 1 0 0 0,17 10 0 0 0,-36-58 312 0 0,-3-2 100 0 0,-8-76 0 0 0,17 96-507 0 0,1 0 0 0 0,1 0 0 0 0,1-1 0 0 0,0 1 0 0 0,8-33-1 0 0,-2 32-1142 0 0,3 2-4378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5.4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2 324 4489 0 0,'0'0'10'0'0,"0"0"0"0"0,-1-1 0 0 0,1 1 0 0 0,0 0 0 0 0,0 0 0 0 0,0-1 1 0 0,0 1-1 0 0,0 0 0 0 0,0-1 0 0 0,-1 1 0 0 0,1 0 0 0 0,0-1 0 0 0,0 1 0 0 0,0 0 0 0 0,0-1 0 0 0,0 1 0 0 0,0 0 0 0 0,0-1 0 0 0,0 1 1 0 0,0 0-1 0 0,0-1 0 0 0,1 1 0 0 0,-1 0 0 0 0,0-1 0 0 0,0 1 0 0 0,0 0 0 0 0,0-1 0 0 0,0 1 0 0 0,1 0 0 0 0,-1 0 0 0 0,0-1 0 0 0,0 1 1 0 0,0 0-1 0 0,1 0 0 0 0,-1-1 0 0 0,0 1 0 0 0,1 0 0 0 0,17-7 1317 0 0,19 2 2111 0 0,-26 5-2549 0 0,-1 0 1 0 0,1 1 0 0 0,-1 1-1 0 0,0-1 1 0 0,0 1 0 0 0,1 1-1 0 0,-1 0 1 0 0,-1 0 0 0 0,1 1-1 0 0,14 8 1 0 0,-17-8-694 0 0,-1 0 1 0 0,0 1 0 0 0,0-1-1 0 0,0 1 1 0 0,0 1-1 0 0,-1-1 1 0 0,0 1-1 0 0,0-1 1 0 0,6 11 0 0 0,-11-16-182 0 0,0 0 1 0 0,0 0-1 0 0,0 0 1 0 0,-1 0-1 0 0,1 0 1 0 0,0 0-1 0 0,0 0 1 0 0,0 0-1 0 0,0 0 1 0 0,0 0-1 0 0,0 0 1 0 0,0 0-1 0 0,0 0 1 0 0,0 0 0 0 0,0 0-1 0 0,0 0 1 0 0,0 1-1 0 0,0-1 1 0 0,0 0-1 0 0,-1 0 1 0 0,1 0-1 0 0,0 0 1 0 0,0 0-1 0 0,0 0 1 0 0,0 0-1 0 0,0 0 1 0 0,0 0-1 0 0,0 0 1 0 0,0 0 0 0 0,0 0-1 0 0,0 0 1 0 0,0 0-1 0 0,0 0 1 0 0,0 0-1 0 0,0 0 1 0 0,0 1-1 0 0,0-1 1 0 0,0 0-1 0 0,0 0 1 0 0,0 0-1 0 0,0 0 1 0 0,0 0-1 0 0,0 0 1 0 0,0 0 0 0 0,0 0-1 0 0,0 0 1 0 0,0 0-1 0 0,0 0 1 0 0,0 0-1 0 0,0 0 1 0 0,0 1-1 0 0,0-1 1 0 0,0 0-1 0 0,0 0 1 0 0,0 0-1 0 0,0 0 1 0 0,-10-6 419 0 0,-11-10-11 0 0,15 8-361 0 0,0-1 0 0 0,0 0 0 0 0,1 0 0 0 0,0-1 0 0 0,1 1 0 0 0,0-1 0 0 0,0 0 1 0 0,1-1-1 0 0,1 1 0 0 0,-1 0 0 0 0,2-1 0 0 0,0 1 0 0 0,0-1 0 0 0,0 1 0 0 0,2-1 0 0 0,1-15 0 0 0,-1 15-261 0 0,1 0 0 0 0,0 0 0 0 0,0 1 1 0 0,1-1-1 0 0,1 1 0 0 0,-1 0 0 0 0,2 0 0 0 0,-1 0 0 0 0,2 0 0 0 0,-1 1 0 0 0,1-1 0 0 0,1 2 0 0 0,-1-1 0 0 0,2 1 0 0 0,-1 0 0 0 0,9-8 0 0 0,0 7-2058 0 0,0 1-4597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5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1 333 2304 0 0,'19'-7'4787'0'0,"-11"3"-3731"0"0,-1-1 0 0 0,0-1 0 0 0,0 1 0 0 0,-1-1 0 0 0,0-1 0 0 0,11-12 0 0 0,-9 7-268 0 0,0 0 0 0 0,0-1 0 0 0,9-23-1 0 0,-10 20-470 0 0,-2 0-1 0 0,0 0 1 0 0,0 0 0 0 0,-2 0-1 0 0,0-1 1 0 0,-1 0-1 0 0,0-29 1 0 0,-2 44-297 0 0,0 0-1 0 0,0 0 1 0 0,-1-1-1 0 0,1 1 1 0 0,-1 0-1 0 0,1 0 1 0 0,-1-1 0 0 0,0 1-1 0 0,0 0 1 0 0,0 0-1 0 0,0 0 1 0 0,-2-3-1 0 0,2 4-25 0 0,0 0-1 0 0,1 0 0 0 0,-1 0 0 0 0,0 1 0 0 0,0-1 0 0 0,0 0 0 0 0,0 1 0 0 0,0-1 0 0 0,0 1 0 0 0,0-1 0 0 0,0 1 1 0 0,0 0-1 0 0,0-1 0 0 0,0 1 0 0 0,0 0 0 0 0,0 0 0 0 0,0 0 0 0 0,0-1 0 0 0,-2 1 0 0 0,0 1-24 0 0,1-1 0 0 0,-1 1-1 0 0,1 0 1 0 0,-1 0 0 0 0,1 0 0 0 0,0 0-1 0 0,-1 0 1 0 0,1 1 0 0 0,0-1-1 0 0,0 0 1 0 0,0 1 0 0 0,0 0-1 0 0,0-1 1 0 0,0 1 0 0 0,0 0 0 0 0,1 0-1 0 0,-1 0 1 0 0,1 0 0 0 0,-1 1-1 0 0,1-1 1 0 0,-1 3 0 0 0,-1 1 18 0 0,0-1 1 0 0,1 1-1 0 0,-1 0 1 0 0,1 0-1 0 0,1 1 1 0 0,-1-1 0 0 0,1 0-1 0 0,0 0 1 0 0,1 1-1 0 0,0-1 1 0 0,0 1-1 0 0,0-1 1 0 0,0 0-1 0 0,1 1 1 0 0,0-1-1 0 0,1 0 1 0 0,-1 0-1 0 0,1 1 1 0 0,1-1-1 0 0,-1-1 1 0 0,1 1-1 0 0,0 0 1 0 0,0-1-1 0 0,0 1 1 0 0,6 6-1 0 0,-2-5-1 0 0,0 0-1 0 0,0 0 0 0 0,0-1 1 0 0,1 0-1 0 0,0 0 0 0 0,0 0 0 0 0,0-1 1 0 0,1-1-1 0 0,-1 1 0 0 0,1-2 0 0 0,0 1 1 0 0,1-1-1 0 0,-1 0 0 0 0,0-1 1 0 0,1 0-1 0 0,11 0 0 0 0,31-2-5214 0 0,-26-2-688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6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212 499 7834 0 0,'-1'-3'339'0'0,"-1"-1"1"0"0,0 1-1 0 0,0 0 1 0 0,0 0 0 0 0,0 0-1 0 0,-1 0 1 0 0,1 0 0 0 0,-1 0-1 0 0,0 1 1 0 0,0-1-1 0 0,0 1 1 0 0,0 0 0 0 0,0 0-1 0 0,0 0 1 0 0,0 0-1 0 0,-1 1 1 0 0,1-1 0 0 0,-1 1-1 0 0,-3-1 1 0 0,4 1-234 0 0,-1 1 0 0 0,1 0 0 0 0,0 0 0 0 0,0 0 0 0 0,-1 0 0 0 0,1 1 1 0 0,0-1-1 0 0,0 1 0 0 0,-1 0 0 0 0,1 0 0 0 0,0 0 0 0 0,0 0 0 0 0,0 0 0 0 0,0 1 0 0 0,1-1 1 0 0,-1 1-1 0 0,0 0 0 0 0,0 0 0 0 0,1 0 0 0 0,0 0 0 0 0,-1 0 0 0 0,-1 3 0 0 0,-6 6 40 0 0,2 0 0 0 0,-1 0 0 0 0,1 1 0 0 0,1-1 0 0 0,0 2 0 0 0,1-1 0 0 0,0 1 0 0 0,1 0 0 0 0,0 0 0 0 0,-5 26 0 0 0,9-33-131 0 0,1-1 0 0 0,-1 0 1 0 0,1 0-1 0 0,0 0 0 0 0,0 0 0 0 0,0 0 0 0 0,1 0 0 0 0,0 0 0 0 0,0 0 0 0 0,0 0 0 0 0,0 0 0 0 0,1 0 0 0 0,0 0 0 0 0,0 0 0 0 0,0-1 0 0 0,1 1 0 0 0,-1-1 0 0 0,1 0 1 0 0,0 0-1 0 0,0 0 0 0 0,1 0 0 0 0,-1 0 0 0 0,1-1 0 0 0,0 1 0 0 0,0-1 0 0 0,0 0 0 0 0,0 0 0 0 0,1-1 0 0 0,-1 1 0 0 0,1-1 0 0 0,0 0 0 0 0,7 2 0 0 0,-1-1-189 0 0,0 0 0 0 0,0-1 0 0 0,1 0 0 0 0,-1-1 0 0 0,1-1 0 0 0,-1 1 0 0 0,1-2 0 0 0,-1 0 0 0 0,1 0 0 0 0,-1-1 0 0 0,1-1 0 0 0,-1 1 0 0 0,0-2 0 0 0,0 0 0 0 0,-1 0 0 0 0,1-1 0 0 0,15-9 0 0 0,-12 6-419 0 0,0-1 0 0 0,-1-1 1 0 0,1 0-1 0 0,-2 0 1 0 0,0-1-1 0 0,0-1 1 0 0,-1 0-1 0 0,0-1 1 0 0,-1 0-1 0 0,0 0 0 0 0,13-27 1 0 0,-16 23 514 0 0,-1-1 0 0 0,-1 0 0 0 0,0 0 0 0 0,-2 0 0 0 0,0-1 0 0 0,0 1 0 0 0,-2-27 0 0 0,-2-3 1485 0 0,-11-79 0 0 0,8 102-504 0 0,-1 1 0 0 0,0-1 0 0 0,-2 1 0 0 0,-1 0 0 0 0,-1 0 0 0 0,-1 1 0 0 0,-16-27 0 0 0,25 49-744 0 0,0-1 0 0 0,0 1 0 0 0,0 0 0 0 0,0-1 0 0 0,0 1 0 0 0,0 0 0 0 0,-1-1 0 0 0,1 1 0 0 0,0 0 0 0 0,-1 0 0 0 0,1 0 0 0 0,-1 0 0 0 0,1 1 0 0 0,-3-2 0 0 0,-3 6 1316 0 0,8 12-1071 0 0,12 23-275 0 0,2 0 0 0 0,1-2 0 0 0,29 50 1 0 0,-29-56-75 0 0,15 25-60 0 0,1 0 1 0 0,4-3-1 0 0,1-1 1 0 0,47 50-1 0 0,-54-70-1865 0 0,62 49 0 0 0,-78-71-597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26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1 338 6913 0 0,'1'-3'193'0'0,"0"-1"0"0"0,0 1-1 0 0,0 0 1 0 0,1 0 0 0 0,-1 0-1 0 0,1 0 1 0 0,0 0-1 0 0,0 0 1 0 0,0 0 0 0 0,1 0-1 0 0,-1 1 1 0 0,0-1-1 0 0,5-2 1 0 0,41-29 3063 0 0,-34 26-2895 0 0,209-122 5605 0 0,-50 32-7174 0 0,-136 75-5247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4.40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979 478 24575,'1'-3'0,"-1"0"0,0 1 0,1-1 0,-1 0 0,-1 0 0,1 0 0,0 0 0,-1 1 0,0-5 0,0 0 0,-4-22 0,0-1 0,-2 1 0,-19-52 0,19 64 0,0 0 0,-2 1 0,0 0 0,0 0 0,-2 1 0,1 0 0,-21-20 0,26 31 0,0 0 0,0-1 0,0 2 0,-1-1 0,1 0 0,-1 1 0,0 0 0,0 1 0,0-1 0,0 1 0,-1 0 0,1 1 0,-8-2 0,5 3 0,-1-1 0,1 2 0,0-1 0,-1 1 0,1 0 0,0 1 0,0 0 0,-12 5 0,-5 3 0,1 2 0,0 1 0,1 2 0,0 0 0,-25 21 0,3 1 0,2 2 0,2 2 0,1 2 0,3 1 0,1 2 0,2 2 0,-46 85 0,61-97 0,3 1 0,0 1 0,3 1 0,1 0 0,2 1 0,2 0 0,1 1 0,2 0 0,2 0 0,2 0 0,5 73 0,-1-95 0,1 0 0,1 0 0,0 0 0,2 0 0,0-1 0,1 0 0,0 0 0,2-1 0,0 0 0,1 0 0,0-1 0,2 0 0,0-1 0,1-1 0,0 0 0,1 0 0,0-1 0,1-1 0,1 0 0,25 14 0,-4-8 0,1-1 0,0-1 0,1-3 0,0-1 0,1-1 0,0-3 0,1-1 0,41 1 0,-22-6 0,-1-1 0,1-4 0,0-2 0,110-24 0,-124 16 0,-2-1 0,0-2 0,0-1 0,-2-3 0,0-2 0,-2-1 0,0-2 0,-2-2 0,45-40 0,-43 29 0,-2-1 0,-1-1 0,-2-2 0,-2-2 0,-2-1 0,-2-1 0,37-83 0,-54 102 0,-1-1 0,-2 1 0,0-2 0,-2 0 0,-1 0 0,-2 0 0,-1 0 0,-1-1 0,-1-30 0,-4 35 0,0-1 0,-1 1 0,-1 0 0,-2 0 0,0 0 0,-2 1 0,-1 0 0,0 1 0,-2 0 0,-24-35 0,16 29 0,-2 2 0,-1 0 0,-2 1 0,0 1 0,-1 2 0,-46-32 0,52 42 0,-1 0 0,0 1 0,-1 1 0,-1 2 0,0 0 0,0 1 0,0 1 0,-1 1 0,0 1 0,-33-2 0,29 7-682,-49 5-1,-18 10-6143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8.44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1653 428 24575,'-14'-16'0,"-8"-10"0,-2 1 0,-1 1 0,-1 1 0,-1 1 0,-1 2 0,-1 1 0,-1 1 0,0 1 0,-1 2 0,-1 1 0,0 1 0,-1 2 0,0 1 0,-1 2 0,0 1 0,-51-3 0,41 9 0,0 2 0,0 2 0,1 2 0,-1 1 0,1 3 0,1 2 0,0 1 0,0 2 0,-55 27 0,50-17 0,1 1 0,2 2 0,0 3 0,2 1 0,1 2 0,2 1 0,-54 63 0,69-69 0,2 2 0,1 0 0,2 2 0,1 0 0,1 1 0,2 1 0,2 0 0,0 1 0,3 0 0,1 1 0,1 0 0,2 1 0,2-1 0,1 1 0,2 0 0,2 0 0,1 0 0,1 0 0,3-1 0,1 1 0,1-1 0,2-1 0,2 0 0,19 40 0,-13-39 0,1-1 0,2-1 0,2-1 0,1-1 0,1-1 0,1-2 0,2 0 0,1-2 0,2-1 0,0-1 0,41 24 0,11 0 0,2-3 0,3-5 0,135 46 0,230 43 0,-338-107 0,1-5 0,120 3 0,-181-20 0,0-1 0,-1-4 0,1-1 0,-1-3 0,0-3 0,-1-1 0,91-36 0,-110 34 0,-1-1 0,-1-2 0,-1-1 0,-1-2 0,0-1 0,-1-1 0,-2-2 0,0 0 0,-2-2 0,0-1 0,-2-1 0,33-51 0,-40 49 0,-2 0 0,-1-1 0,-1 0 0,-1-1 0,-2 0 0,-1 0 0,-2-1 0,-1 0 0,-2-1 0,-1 1 0,-3-48 0,-5 8 0,-3-1 0,-3 1 0,-3 1 0,-27-77 0,11 55 0,-4 2 0,-4 2 0,-3 1 0,-5 3 0,-64-91 0,90 147 0,-2 1 0,-1 1 0,-2 1 0,0 1 0,-2 2 0,0 0 0,-2 2 0,-32-18 0,43 30 0,0 0 0,-1 1 0,0 1 0,0 2 0,-1-1 0,0 2 0,0 1 0,0 1 0,-1 0 0,1 2 0,-1 0 0,1 2 0,-1 0 0,1 2 0,-24 5 0,10 1-682,-58 23-1,-23 21-6143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49.5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0 160 24575,'9'-14'0,"-2"4"0,0 1 0,0 0 0,0 0 0,1 1 0,1 0 0,-1 0 0,1 0 0,18-10 0,-13 11 0,1 0 0,0 0 0,0 2 0,0 0 0,30-6 0,-15 5 0,1 2 0,0 0 0,0 2 0,0 2 0,0 1 0,61 9 0,-86-9-1365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0.0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89 32 24575,'-2'-1'0,"-1"-1"0,0 1 0,0 0 0,0 0 0,0 0 0,0 0 0,0 1 0,-5-1 0,-6-2 0,10 2 0,-2 0 0,1-1 0,0 0 0,0 0 0,0 0 0,-9-6 0,15 7 0,9 3 0,12 7 0,269 174 0,-284-178 0,4 2 0,-1 0 0,0 0 0,-1 2 0,13 12 0,-20-19 0,0 1 0,0-1 0,0 1 0,-1-1 0,1 1 0,-1-1 0,0 1 0,1 0 0,-1 0 0,-1 0 0,1 0 0,0 0 0,-1 0 0,1 0 0,-1 0 0,0 0 0,0 0 0,0 0 0,0 0 0,-1 0 0,1 0 0,-1 0 0,-2 5 0,-3 5-136,-2 0-1,0 0 1,0-1-1,-1 0 1,0-1 0,-22 21-1,26-26-273,-33 32-6416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0.73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90 24575,'0'0'0,"10"-4"0,10-3 0,12-3 0,12-1 0,10-2 0,9 1 0,7 1 0,6 1 0,4 3 0,3 3 0,0 4 0,-2 5 0,-15 2-8191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1:51.3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351 1 24575,'-14'0'0,"-1"0"0,1 1 0,0 1 0,0 0 0,1 1 0,-1 1 0,0 0 0,1 0 0,0 2 0,0 0 0,0 0 0,1 1 0,0 0 0,0 1 0,1 1 0,-11 9 0,11-7 0,0 0 0,0 1 0,1 0 0,0 0 0,1 1 0,1 0 0,0 1 0,1-1 0,0 2 0,1-1 0,1 1 0,0 0 0,-4 24 0,9-38 0,-1 0 0,1 1 0,0-1 0,0 0 0,0 0 0,0 0 0,0 1 0,0-1 0,1 0 0,-1 0 0,0 0 0,0 1 0,1-1 0,-1 0 0,1 0 0,-1 0 0,1 0 0,0 0 0,-1 0 0,1 0 0,0 0 0,0 0 0,0 0 0,-1 0 0,1 0 0,0-1 0,0 1 0,0 0 0,3 0 0,1 2 0,1-1 0,-1-1 0,1 1 0,0-1 0,8 0 0,12 4 0,175 62 0,-172-54 0,0 1 0,-1 1 0,0 2 0,39 30 0,-62-42-1365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6.6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3930 9674 0 0,'-8'10'249'0'0,"1"0"1"0"0,-2-1-1 0 0,1 0 0 0 0,-1-1 0 0 0,0 0 0 0 0,-1 0 1 0 0,-15 9-1 0 0,25-17-188 0 0,-1 1 1 0 0,1-1-1 0 0,0 0 1 0 0,-1 0-1 0 0,1 1 1 0 0,0-1-1 0 0,-1 0 1 0 0,1 0-1 0 0,0 0 1 0 0,-1 1-1 0 0,1-1 1 0 0,-1 0-1 0 0,1 0 1 0 0,0 0-1 0 0,-1 0 1 0 0,1 0-1 0 0,-1 0 1 0 0,1 0-1 0 0,-1 0 1 0 0,1 0-1 0 0,0 0 1 0 0,-1 0-1 0 0,1 0 1 0 0,-1 0-1 0 0,1-1 1 0 0,0 1-1 0 0,-1 0 1 0 0,1 0-1 0 0,0 0 1 0 0,-1 0-1 0 0,1-1 1 0 0,0 1-1 0 0,-1 0 1 0 0,1 0-1 0 0,0-1 1 0 0,-1 1-1 0 0,1 0 1 0 0,0-1-1 0 0,-1 0 1 0 0,-1-20 1425 0 0,11-25-76 0 0,-9 45-1365 0 0,16-44 198 0 0,1 0 0 0 0,3 1-1 0 0,1 2 1 0 0,32-48 0 0 0,-29 50-83 0 0,432-676 1365 0 0,-144 307-1126 0 0,26 17-463 0 0,216-145 11 0 0,-375 386 48 0 0,257-165 0 0 0,-351 261-4 0 0,339-206 5 0 0,-387 240 4 0 0,349-186-12 0 0,-139 70 26 0 0,30-15 164 0 0,-123 73-297 0 0,-50 23-1289 0 0,204-76 1 0 0,-273 120-4953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7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2 10594 0 0,'-4'0'424'0'0,"1"-1"-436"0"0,1 1 1 0 0,0 0-1 0 0,-1 0 1 0 0,1 0-1 0 0,0 0 1 0 0,-1 0-1 0 0,1 0 1 0 0,0 1-1 0 0,0-1 1 0 0,-1 1-1 0 0,1 0 0 0 0,0-1 1 0 0,0 1-1 0 0,0 0 1 0 0,0 0-1 0 0,0 0 1 0 0,0 1-1 0 0,0-1 1 0 0,0 0-1 0 0,-2 3 1 0 0,4-4 83 0 0,1 1 0 0 0,-1 0 0 0 0,0-1-1 0 0,0 1 1 0 0,1 0 0 0 0,-1-1 0 0 0,0 1 0 0 0,1-1 0 0 0,-1 1 0 0 0,1 0 0 0 0,-1-1 0 0 0,0 1 0 0 0,1-1 0 0 0,-1 1 0 0 0,1-1 0 0 0,0 1 0 0 0,-1-1 0 0 0,1 0 0 0 0,-1 1 0 0 0,1-1 0 0 0,0 0 0 0 0,-1 1 0 0 0,1-1 0 0 0,0 0 0 0 0,-1 0 0 0 0,1 0 0 0 0,0 1 0 0 0,-1-1 0 0 0,1 0-1 0 0,0 0 1 0 0,-1 0 0 0 0,1 0 0 0 0,1 0 0 0 0,26 4 785 0 0,88-2 1528 0 0,-82-3-1942 0 0,0 2 1 0 0,-1 1 0 0 0,36 6 0 0 0,-58-5-360 0 0,0 0-1 0 0,0 0 1 0 0,0 1 0 0 0,0 0 0 0 0,-1 1 0 0 0,0 0 0 0 0,0 1 0 0 0,0 0 0 0 0,-1 0 0 0 0,1 1 0 0 0,-2 1 0 0 0,1-1 0 0 0,7 10-1 0 0,-9-9-6 0 0,-1 0-1 0 0,0 0 1 0 0,0 0-1 0 0,-1 1 1 0 0,0-1-1 0 0,0 1 1 0 0,-1 1-1 0 0,0-1 1 0 0,-1 0-1 0 0,0 1 1 0 0,-1 0-1 0 0,0 0 1 0 0,0 0-1 0 0,-1-1 0 0 0,0 2 1 0 0,-1 11-1 0 0,-2-4-49 0 0,-1-1 0 0 0,0 1 0 0 0,-1-1 0 0 0,-1 0 0 0 0,-1 0 0 0 0,0-1 0 0 0,-1 0 0 0 0,-13 23 0 0 0,-35 59-2252 0 0,39-66 1370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7.5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2304 0 0,'-10'2'15371'0'0,"11"5"-14983"0"0,9 113 2160 0 0,-9-79-2638 0 0,2 1 0 0 0,3-1 0 0 0,12 51 0 0 0,-8-66-1517 0 0,2-12-3764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7.7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45 9674 0 0,'-6'-8'241'0'0,"-15"-20"1522"0"0,20 27-1629 0 0,1 1 1 0 0,-1-1 0 0 0,1 0 0 0 0,-1 1 0 0 0,0-1 0 0 0,1 0 0 0 0,-1 1-1 0 0,0-1 1 0 0,0 1 0 0 0,0-1 0 0 0,1 1 0 0 0,-1 0 0 0 0,0-1 0 0 0,0 1-1 0 0,0 0 1 0 0,0 0 0 0 0,0-1 0 0 0,0 1 0 0 0,0 0 0 0 0,1 0 0 0 0,-1 0-1 0 0,0 0 1 0 0,0 0 0 0 0,0 0 0 0 0,0 0 0 0 0,0 1 0 0 0,0-1 0 0 0,0 0-1 0 0,-1 1 1 0 0,1-1-148 0 0,1 1-1 0 0,-1 0 1 0 0,1-1-1 0 0,0 1 1 0 0,-1 0-1 0 0,1-1 1 0 0,0 1-1 0 0,-1 0 1 0 0,1 0-1 0 0,0-1 1 0 0,0 1-1 0 0,0 0 1 0 0,-1-1-1 0 0,1 1 1 0 0,0 0-1 0 0,0 0 1 0 0,0 0-1 0 0,0-1 1 0 0,0 1-1 0 0,1 0 1 0 0,-1 0-1 0 0,0-1 1 0 0,0 1-1 0 0,0 0 1 0 0,1-1-1 0 0,-1 1 0 0 0,0 0 1 0 0,1 1-1 0 0,12 22-968 0 0,-12-22 1035 0 0,6 10-76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8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20 7946 0 0,'-1'2'156'0'0,"1"0"0"0"0,0 0 0 0 0,-1 0 0 0 0,1 0 0 0 0,0 0 0 0 0,1 0 0 0 0,-1 0 0 0 0,0 0 0 0 0,0 0 0 0 0,1 0 1 0 0,-1-1-1 0 0,2 4 0 0 0,10 45 2285 0 0,-10-42-1557 0 0,4 12 121 0 0,2 1 0 0 0,17 36 0 0 0,-24-65-976 0 0,-1 0 0 0 0,1-1-1 0 0,1 1 1 0 0,-1 0-1 0 0,6-14 1 0 0,-6 18 1 0 0,2-8 91 0 0,19-54 1063 0 0,-20 61-984 0 0,0 0 1 0 0,1 0 0 0 0,-1 0-1 0 0,1 1 1 0 0,0-1-1 0 0,1 1 1 0 0,-1 0-1 0 0,1 0 1 0 0,-1 0 0 0 0,7-5-1 0 0,-9 9-144 0 0,0-1 1 0 0,0 1-1 0 0,-1-1 0 0 0,1 1 0 0 0,0-1 0 0 0,0 1 1 0 0,0-1-1 0 0,0 1 0 0 0,0 0 0 0 0,0 0 0 0 0,0 0 0 0 0,0-1 1 0 0,0 1-1 0 0,0 0 0 0 0,0 0 0 0 0,0 0 0 0 0,0 0 1 0 0,0 0-1 0 0,0 1 0 0 0,0-1 0 0 0,0 0 0 0 0,-1 0 1 0 0,3 1-1 0 0,-1 1 6 0 0,0-1-1 0 0,0 0 1 0 0,0 1 0 0 0,0-1 0 0 0,-1 1 0 0 0,1-1 0 0 0,-1 1 0 0 0,1 0 0 0 0,2 4 0 0 0,2 4-34 0 0,0 1 1 0 0,-1 0 0 0 0,4 13 0 0 0,-6-17-41 0 0,15 33-1783 0 0,-8-21-5498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8.7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 18 6449 0 0,'0'-1'227'0'0,"-1"-1"0"0"0,1 1 0 0 0,-1 0-1 0 0,0 0 1 0 0,1 0 0 0 0,-1 0-1 0 0,0 1 1 0 0,0-1 0 0 0,0 0-1 0 0,0 0 1 0 0,0 0 0 0 0,0 1 0 0 0,0-1-1 0 0,0 0 1 0 0,0 1 0 0 0,0-1-1 0 0,0 1 1 0 0,0-1 0 0 0,-1 1 0 0 0,1 0-1 0 0,0-1 1 0 0,0 1 0 0 0,0 0-1 0 0,-1 0 1 0 0,1 0 0 0 0,-2 0 0 0 0,1 1 65 0 0,-1-1 1 0 0,1 1-1 0 0,-1 0 1 0 0,1 0-1 0 0,-1 0 1 0 0,1 1 0 0 0,-1-1-1 0 0,1 0 1 0 0,0 1-1 0 0,0 0 1 0 0,-4 3 0 0 0,0 2 112 0 0,-1 0 0 0 0,1 1 0 0 0,0-1 0 0 0,0 1 0 0 0,1 1 0 0 0,-5 10 0 0 0,6-9-312 0 0,0 0 0 0 0,1 0-1 0 0,0 0 1 0 0,1 0 0 0 0,0 1-1 0 0,1-1 1 0 0,0 1 0 0 0,0 0 0 0 0,1-1-1 0 0,0 1 1 0 0,1 0 0 0 0,1-1-1 0 0,-1 1 1 0 0,6 16 0 0 0,-4-21-184 0 0,-1 0 1 0 0,1 0-1 0 0,0 0 1 0 0,0-1-1 0 0,0 1 1 0 0,1-1-1 0 0,0 0 1 0 0,0 0-1 0 0,0 0 1 0 0,1 0-1 0 0,-1-1 1 0 0,1 0-1 0 0,0 0 1 0 0,1 0-1 0 0,-1 0 1 0 0,1-1-1 0 0,-1 0 1 0 0,1 0-1 0 0,0-1 1 0 0,0 1-1 0 0,0-1 1 0 0,0-1-1 0 0,1 1 1 0 0,-1-1-1 0 0,8 1 1 0 0,-1-1-909 0 0,0-1 0 0 0,0 0 1 0 0,-1 0-1 0 0,25-6 0 0 0,-6-1-824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9.0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85 3225 0 0,'-2'1'264'0'0,"0"0"1"0"0,-1 0-1 0 0,1 0 1 0 0,0 1-1 0 0,0-1 1 0 0,0 1 0 0 0,0 0-1 0 0,0-1 1 0 0,0 1-1 0 0,0 0 1 0 0,1 0-1 0 0,-1 0 1 0 0,1 0-1 0 0,-1 1 1 0 0,1-1 0 0 0,0 0-1 0 0,0 1 1 0 0,0-1-1 0 0,0 0 1 0 0,0 1-1 0 0,1-1 1 0 0,-1 1-1 0 0,1-1 1 0 0,-1 1 0 0 0,1 0-1 0 0,0-1 1 0 0,0 1-1 0 0,0-1 1 0 0,1 1-1 0 0,-1 0 1 0 0,1 3-1 0 0,0-2 19 0 0,0-1 0 0 0,0 1-1 0 0,0 0 1 0 0,1-1-1 0 0,-1 1 1 0 0,1-1 0 0 0,0 1-1 0 0,0-1 1 0 0,0 0 0 0 0,0 0-1 0 0,0 0 1 0 0,1 0-1 0 0,0 0 1 0 0,-1 0 0 0 0,1-1-1 0 0,0 1 1 0 0,0-1-1 0 0,1 0 1 0 0,-1 0 0 0 0,0 0-1 0 0,4 1 1 0 0,4 0-37 0 0,-1 0 1 0 0,1-1-1 0 0,-1 0 1 0 0,1-1-1 0 0,0-1 1 0 0,0 1-1 0 0,-1-2 1 0 0,1 1-1 0 0,0-2 1 0 0,-1 1 0 0 0,1-1-1 0 0,-1-1 1 0 0,13-4-1 0 0,-5 0-124 0 0,-1-1 0 0 0,1 0-1 0 0,-2-1 1 0 0,1-1 0 0 0,-1 0 0 0 0,23-21-1 0 0,-36 29-106 0 0,-1 1 0 0 0,0-1 0 0 0,0 0 0 0 0,0 0 0 0 0,0 0-1 0 0,0 0 1 0 0,-1 0 0 0 0,1 0 0 0 0,-1-1 0 0 0,1 1-1 0 0,-1-1 1 0 0,0 1 0 0 0,0-1 0 0 0,0 1 0 0 0,0-1 0 0 0,0 0-1 0 0,-1 1 1 0 0,1-1 0 0 0,-1 0 0 0 0,0-4 0 0 0,0 4-3 0 0,-1 0 1 0 0,0 1-1 0 0,0-1 0 0 0,0 0 1 0 0,0 1-1 0 0,0-1 1 0 0,-1 1-1 0 0,1-1 0 0 0,-1 1 1 0 0,0 0-1 0 0,0-1 1 0 0,1 1-1 0 0,-1 0 1 0 0,-1 0-1 0 0,1 0 0 0 0,-4-2 1 0 0,-2-1 3 0 0,0 0 0 0 0,0 0 0 0 0,0 1 0 0 0,-1 0 1 0 0,0 1-1 0 0,0 0 0 0 0,0 0 0 0 0,0 1 0 0 0,-1 0 0 0 0,-17-1 1 0 0,17 3-334 0 0,0 1 1 0 0,0 0 0 0 0,0 0 0 0 0,0 1 0 0 0,0 0 0 0 0,1 1 0 0 0,-1 0 0 0 0,-9 4 0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9.3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1 215 3681 0 0,'5'-3'521'0'0,"1"1"0"0"0,-1 0 0 0 0,1 0 0 0 0,-1 0 0 0 0,1 1 0 0 0,0 0 1 0 0,0 0-1 0 0,0 1 0 0 0,-1-1 0 0 0,1 1 0 0 0,11 1 0 0 0,-7 0 307 0 0,0 1-1 0 0,0 0 1 0 0,0 0-1 0 0,-1 1 1 0 0,1 0 0 0 0,-1 0-1 0 0,1 1 1 0 0,9 6-1 0 0,-15-8-642 0 0,0 1-1 0 0,0-1 0 0 0,-1 1 0 0 0,1 0 0 0 0,-1 0 0 0 0,1 0 0 0 0,-1 0 0 0 0,0 1 0 0 0,0-1 0 0 0,0 1 1 0 0,-1-1-1 0 0,0 1 0 0 0,1 0 0 0 0,-1 0 0 0 0,0 1 0 0 0,-1-1 0 0 0,1 0 0 0 0,-1 0 0 0 0,0 1 0 0 0,1 4 1 0 0,-2-8-162 0 0,0-1 0 0 0,1 1 0 0 0,-1-1 1 0 0,0 1-1 0 0,0-1 0 0 0,0 1 0 0 0,0-1 1 0 0,1 1-1 0 0,-1 0 0 0 0,0-1 1 0 0,0 1-1 0 0,0-1 0 0 0,0 1 0 0 0,0 0 1 0 0,-1-1-1 0 0,1 1 0 0 0,0-1 0 0 0,0 1 1 0 0,0-1-1 0 0,0 1 0 0 0,-1 0 0 0 0,1-1 1 0 0,0 1-1 0 0,-1-1 0 0 0,1 1 1 0 0,0-1-1 0 0,-1 1 0 0 0,1-1 0 0 0,0 0 1 0 0,-1 1-1 0 0,1-1 0 0 0,-1 1 0 0 0,1-1 1 0 0,-1 0-1 0 0,1 1 0 0 0,-1-1 1 0 0,1 0-1 0 0,-1 0 0 0 0,1 0 0 0 0,-1 1 1 0 0,1-1-1 0 0,-1 0 0 0 0,0 0 0 0 0,1 0 1 0 0,-1 0-1 0 0,1 0 0 0 0,-1 0 1 0 0,0 0-1 0 0,1 0 0 0 0,-1 0 0 0 0,1 0 1 0 0,-1 0-1 0 0,0 0 0 0 0,1 0 0 0 0,-1-1 1 0 0,1 1-1 0 0,-1 0 0 0 0,1 0 1 0 0,-1-1-1 0 0,1 1 0 0 0,-1-1 0 0 0,-3 0 58 0 0,1-1 0 0 0,0 0 1 0 0,0 0-1 0 0,0 0 0 0 0,0-1 0 0 0,0 1 0 0 0,1-1 0 0 0,-4-4 0 0 0,2 0-52 0 0,0 0 0 0 0,0-1 0 0 0,1 0 0 0 0,0 0 0 0 0,1 0 0 0 0,0 0 0 0 0,0 0-1 0 0,1-1 1 0 0,0 1 0 0 0,0-1 0 0 0,1 1 0 0 0,0 0 0 0 0,1-1 0 0 0,-1 1 0 0 0,2-1 0 0 0,3-12 0 0 0,-2 9-389 0 0,0 0 0 0 0,1 0 0 0 0,0 0 1 0 0,1 1-1 0 0,1 0 0 0 0,0 0 0 0 0,0 0 0 0 0,1 1 1 0 0,0 0-1 0 0,15-16 0 0 0,-7 12-1399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39.7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1 148 7834 0 0,'34'-2'3713'0'0,"-26"0"-3077"0"0,1 1-1 0 0,-1 0 1 0 0,1 1 0 0 0,-1 0 0 0 0,0 1 0 0 0,1-1 0 0 0,-1 2 0 0 0,0-1-1 0 0,0 1 1 0 0,1 0 0 0 0,-1 1 0 0 0,-1 0 0 0 0,1 0 0 0 0,12 7 0 0 0,-11-4-546 0 0,0 1 1 0 0,-1 0 0 0 0,0 0 0 0 0,0 1-1 0 0,0 0 1 0 0,-1 0 0 0 0,0 0 0 0 0,-1 1 0 0 0,0 0-1 0 0,-1 1 1 0 0,7 12 0 0 0,-12-21-75 0 0,0-1 0 0 0,0 0 1 0 0,0 0-1 0 0,1 1 0 0 0,-1-1 0 0 0,0 0 0 0 0,0 0 0 0 0,0 1 1 0 0,0-1-1 0 0,0 0 0 0 0,0 1 0 0 0,0-1 0 0 0,0 0 0 0 0,0 0 1 0 0,0 1-1 0 0,0-1 0 0 0,0 0 0 0 0,0 1 0 0 0,0-1 0 0 0,0 0 1 0 0,0 0-1 0 0,0 1 0 0 0,0-1 0 0 0,0 0 0 0 0,0 0 0 0 0,-1 1 1 0 0,1-1-1 0 0,0 0 0 0 0,0 0 0 0 0,0 1 0 0 0,0-1 0 0 0,-1 0 1 0 0,1 0-1 0 0,0 0 0 0 0,0 1 0 0 0,0-1 0 0 0,-1 0 0 0 0,1 0 1 0 0,0 0-1 0 0,0 0 0 0 0,-1 1 0 0 0,-13-5 476 0 0,-14-16 112 0 0,25 14-576 0 0,0 1 0 0 0,1-1 0 0 0,-1 0 0 0 0,1 0 0 0 0,0 0 0 0 0,1 0 0 0 0,-1 0 0 0 0,1 0 0 0 0,0 0 0 0 0,1-1 0 0 0,-1 1 0 0 0,1 0 0 0 0,1-1 0 0 0,-1 1 0 0 0,1 0 0 0 0,0 0 0 0 0,0-1 0 0 0,1 1 0 0 0,3-7 0 0 0,1-4-473 0 0,0 1-1 0 0,1-1 0 0 0,1 1 0 0 0,1 1 0 0 0,17-25 0 0 0,-13 25-4906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40.1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36 256 7834 0 0,'9'-4'2245'0'0,"28"-18"1260"0"0,-28 12-2997 0 0,-1 0-1 0 0,0 0 1 0 0,0-1-1 0 0,-1 0 1 0 0,0-1 0 0 0,-1 0-1 0 0,6-14 1 0 0,-10 21-416 0 0,0 1 0 0 0,0 0-1 0 0,-1-1 1 0 0,0 1 0 0 0,0-1 0 0 0,0 0 0 0 0,0 1 0 0 0,-1-1 0 0 0,1 0 0 0 0,-1 1 0 0 0,-1-1 0 0 0,1 0 0 0 0,-1 1 0 0 0,1-1 0 0 0,-1 0 0 0 0,-1 1-1 0 0,1-1 1 0 0,0 1 0 0 0,-1 0 0 0 0,0-1 0 0 0,0 1 0 0 0,-1 0 0 0 0,-4-6 0 0 0,6 9-66 0 0,0-1 0 0 0,0 1 0 0 0,0 0 0 0 0,0 0 0 0 0,0 0 0 0 0,-1 1 0 0 0,1-1 1 0 0,0 0-1 0 0,-1 0 0 0 0,1 1 0 0 0,-1-1 0 0 0,1 1 0 0 0,-1-1 0 0 0,1 1 0 0 0,-1-1 0 0 0,1 1 0 0 0,-1 0 0 0 0,1 0 0 0 0,-1 0 0 0 0,1 0 1 0 0,-1 0-1 0 0,1 0 0 0 0,-1 0 0 0 0,-1 1 0 0 0,-1 0-10 0 0,0 1-1 0 0,1-1 1 0 0,-1 1 0 0 0,1 0-1 0 0,-1 0 1 0 0,1 0 0 0 0,0 0-1 0 0,0 1 1 0 0,-4 4 0 0 0,-1 0-65 0 0,1 1 0 0 0,0 0 0 0 0,1 1-1 0 0,-1 0 1 0 0,2 0 0 0 0,-7 14 0 0 0,10-20 19 0 0,1 0-1 0 0,0-1 1 0 0,0 1-1 0 0,0 0 1 0 0,0 0-1 0 0,0 0 0 0 0,1 0 1 0 0,-1 0-1 0 0,1 0 1 0 0,0 0-1 0 0,0 0 1 0 0,0 0-1 0 0,0 0 0 0 0,1 0 1 0 0,-1 0-1 0 0,1 0 1 0 0,0 0-1 0 0,0 0 1 0 0,0 0-1 0 0,0 0 0 0 0,0-1 1 0 0,0 1-1 0 0,1 0 1 0 0,0-1-1 0 0,-1 1 1 0 0,1-1-1 0 0,0 1 0 0 0,0-1 1 0 0,0 0-1 0 0,1 0 1 0 0,-1 0-1 0 0,0 0 1 0 0,1 0-1 0 0,3 1 0 0 0,3 2-254 0 0,1-1-1 0 0,-1 0 0 0 0,1-1 0 0 0,0 0 0 0 0,0-1 0 0 0,0 0 0 0 0,0 0 0 0 0,0-1 0 0 0,12 0 1 0 0,8-1-540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40.5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181 24 8290 0 0,'-2'-3'583'0'0,"-1"1"1"0"0,0 0-1 0 0,-1 0 1 0 0,1 0-1 0 0,0 1 1 0 0,-1-1-1 0 0,1 1 1 0 0,-1-1-1 0 0,1 1 1 0 0,-5-1-1 0 0,4 1-272 0 0,0 0-1 0 0,-1 1 1 0 0,1-1 0 0 0,0 1-1 0 0,-1 0 1 0 0,1 0 0 0 0,0 0-1 0 0,-1 0 1 0 0,1 1 0 0 0,0 0-1 0 0,-1-1 1 0 0,1 2 0 0 0,0-1-1 0 0,-5 3 1 0 0,3 0-232 0 0,1 1 0 0 0,0 0 1 0 0,-1 0-1 0 0,2 0 0 0 0,-1 1 0 0 0,1-1 0 0 0,-1 1 0 0 0,2 0 0 0 0,-1 1 1 0 0,1-1-1 0 0,0 1 0 0 0,0 0 0 0 0,0-1 0 0 0,-2 14 0 0 0,3-12-15 0 0,0-1 1 0 0,1 0-1 0 0,0 1 0 0 0,0-1 0 0 0,1 1 0 0 0,0-1 0 0 0,0 1 0 0 0,0-1 0 0 0,1 1 0 0 0,1-1 0 0 0,-1 1 0 0 0,1-1 0 0 0,0 0 1 0 0,4 9-1 0 0,-3-12-179 0 0,1 1 1 0 0,-1-1 0 0 0,1 0 0 0 0,0 0 0 0 0,0-1 0 0 0,1 1-1 0 0,-1-1 1 0 0,0 0 0 0 0,1 0 0 0 0,0 0 0 0 0,0-1 0 0 0,0 1-1 0 0,0-1 1 0 0,0 0 0 0 0,1-1 0 0 0,-1 1 0 0 0,0-1 0 0 0,1 0-1 0 0,-1-1 1 0 0,1 1 0 0 0,-1-1 0 0 0,10-1 0 0 0,9 0-1373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40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30 9674 0 0,'0'-2'123'0'0,"-1"0"-1"0"0,0 0 0 0 0,0 0 1 0 0,0 1-1 0 0,0-1 1 0 0,0 0-1 0 0,0 1 1 0 0,-1-1-1 0 0,1 1 1 0 0,0 0-1 0 0,-1-1 1 0 0,1 1-1 0 0,-1 0 0 0 0,1 0 1 0 0,-1 0-1 0 0,0 0 1 0 0,0 0-1 0 0,1 0 1 0 0,-1 0-1 0 0,-2 0 1 0 0,0 0 210 0 0,1 1 0 0 0,0 0 0 0 0,0 0 0 0 0,0 0 0 0 0,0 1 1 0 0,0-1-1 0 0,0 1 0 0 0,0-1 0 0 0,0 1 0 0 0,0 0 1 0 0,0 0-1 0 0,-4 2 0 0 0,4-1-125 0 0,1-1 0 0 0,0 0 1 0 0,0 0-1 0 0,-1 1 0 0 0,1-1 1 0 0,0 1-1 0 0,1 0 0 0 0,-1-1 1 0 0,0 1-1 0 0,0 0 0 0 0,1 0 0 0 0,-1 0 1 0 0,1 1-1 0 0,0-1 0 0 0,-1 0 1 0 0,1 0-1 0 0,-1 4 0 0 0,1-1-47 0 0,-1 0-1 0 0,1 1 0 0 0,1-1 1 0 0,-1 0-1 0 0,1 0 1 0 0,0 1-1 0 0,0-1 0 0 0,1 6 1 0 0,3 9 0 0 0,0-1 1 0 0,2 0-1 0 0,10 27 1 0 0,-15-43-100 0 0,30 72 152 0 0,42 73 0 0 0,10-4-2712 0 0,-69-121 2270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41.0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11979 0 0,'1'-1'164'0'0,"-1"1"1"0"0,1-1 0 0 0,-1 0 0 0 0,1 1 0 0 0,-1-1-1 0 0,1 1 1 0 0,0-1 0 0 0,-1 1 0 0 0,1-1 0 0 0,0 1-1 0 0,-1-1 1 0 0,1 1 0 0 0,0-1 0 0 0,-1 1 0 0 0,1 0 0 0 0,0 0-1 0 0,0-1 1 0 0,0 1 0 0 0,-1 0 0 0 0,1 0 0 0 0,0 0-1 0 0,0 0 1 0 0,1 0 0 0 0,34-9 1495 0 0,-29 8-1406 0 0,5-2 186 0 0,239-50-820 0 0,-222 48 380 0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3:41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18892 0 0,'2'4'832'0'0,"-2"-1"184"0"0,2 0-816 0 0,0-2-200 0 0,-2 0 0 0 0,1 1 0 0 0,-1-1 449 0 0,1 0 39 0 0,2 3 16 0 0,0 2 0 0 0,0 1-504 0 0,-2 0-160 0 0,0 2 0 0 0,-3-3 0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15.9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300 1066 3225 0 0,'-4'-3'-51'0'0,"-1"0"0"0"0,1 0 0 0 0,-1 0 0 0 0,0 1 0 0 0,0 0 0 0 0,0 0 0 0 0,-1 0 0 0 0,1 0 1 0 0,0 1-1 0 0,-1 0 0 0 0,1 0 0 0 0,0 0 0 0 0,-1 1 0 0 0,1 0 0 0 0,-1 0 0 0 0,1 0 0 0 0,-1 1 0 0 0,1-1 0 0 0,-1 1 1 0 0,1 1-1 0 0,0-1 0 0 0,-8 4 0 0 0,-12 6 251 0 0,0 1 0 0 0,-37 25 0 0 0,2-4 3186 0 0,59-33-3349 0 0,9-14 1258 0 0,13-14 448 0 0,132-149 2683 0 0,-81 101-3607 0 0,111-89 0 0 0,-90 84-684 0 0,133-153 0 0 0,-198 203-133 0 0,31-27-424 0 0,2 2-1 0 0,126-87 1 0 0,-170 130 105 0 0,43-32-2349 0 0,-33 23-1542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17.6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 2304 0 0,'-1'1'196'0'0,"-1"0"-1"0"0,0 0 0 0 0,1 1 1 0 0,-1-1-1 0 0,1 0 0 0 0,0 1 1 0 0,0-1-1 0 0,-1 1 0 0 0,1 0 1 0 0,0-1-1 0 0,0 1 0 0 0,0 0 1 0 0,1 0-1 0 0,-1 0 0 0 0,0-1 1 0 0,1 1-1 0 0,-1 0 0 0 0,1 0 1 0 0,-1 4-1 0 0,2-3-55 0 0,0 0 0 0 0,0 0 1 0 0,0 0-1 0 0,1 0 0 0 0,-1 0 0 0 0,1 0 1 0 0,-1 0-1 0 0,1 0 0 0 0,0 0 0 0 0,0-1 0 0 0,5 5 1 0 0,32 35 978 0 0,1-3 0 0 0,3-1 1 0 0,88 61-1 0 0,157 75 2316 0 0,-11-33-2886 0 0,69 42 126 0 0,-72-25 898 0 0,-123-73-980 0 0,-88-53-564 0 0,1-3 0 0 0,98 30 0 0 0,-93-36 10 0 0,-2 2 1 0 0,77 42-1 0 0,529 275 580 0 0,-587-311-716 0 0,2-4-1 0 0,130 23 0 0 0,-3-1-17 0 0,176 73 614 0 0,-208-57-464 0 0,196 83 23 0 0,-285-97-58 0 0,148 104 0 0 0,-124-65 0 0 0,53 33 0 0 0,128 44 0 0 0,-36-24 0 0 0,89 65-64 0 0,-246-145 64 0 0,206 90 0 0 0,254 94 5 0 0,-484-210 2 0 0,345 125 36 0 0,-84-37-26 0 0,-223-76-17 0 0,178 76 0 0 0,-83-33 55 0 0,181 85 82 0 0,-196-82-137 0 0,72 37 0 0 0,266 133 0 0 0,237 59 64 0 0,-565-217 296 0 0,-26-12-15 0 0,-95-55-65 0 0,133 64 445 0 0,-161-71-587 0 0,89 62 0 0 0,-83-50-1961 0 0,-47-33-5573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0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7 4145 0 0,'-19'-7'3835'0'0,"32"12"-2233"0"0,26 9-1257 0 0,9 3 466 0 0,74 16-1 0 0,-81-23-121 0 0,1 1 1 0 0,76 33-1 0 0,13 27-108 0 0,178 130 0 0 0,-69-42-596 0 0,-117-77 297 0 0,126 108 0 0 0,-173-130 313 0 0,96 56-1 0 0,93 37-394 0 0,-73-43-104 0 0,-116-65-96 0 0,448 286 1335 0 0,-197-103-942 0 0,-54-58-344 0 0,10 8 19 0 0,-184-109 47 0 0,2-5 0 0 0,3-4-1 0 0,179 74 1 0 0,-36-30-164 0 0,315 116 34 0 0,-365-156 31 0 0,390 116 32 0 0,-60-26-57 0 0,-363-97 370 0 0,181 90-1 0 0,105 43-71 0 0,13-33-358 0 0,-150-53 76 0 0,40 9 34 0 0,-113-45-34 0 0,-52-17-34 0 0,23 3-206 0 0,-30-9 2 0 0,-18-1-129 0 0,202 65 367 0 0,-127-19 701 0 0,106 39-607 0 0,-52-13-224 0 0,-22-9 86 0 0,104 45 37 0 0,-331-133-20 0 0,0-2 0 0 0,63 15-1 0 0,-52-17 364 0 0,53 23-1 0 0,-103-37-101 0 0,-3-1-150 0 0,0 0 0 0 0,0 1 1 0 0,0-1-1 0 0,0 0 1 0 0,0 0-1 0 0,0 1 1 0 0,0-1-1 0 0,0 1 0 0 0,0-1 1 0 0,0 1-1 0 0,0-1 1 0 0,0 1-1 0 0,0 0 0 0 0,0-1 1 0 0,-1 1-1 0 0,1 0 1 0 0,0-1-1 0 0,0 1 0 0 0,0 2 1 0 0,-17 9-75 0 0,0 0-1 0 0,1 2 1 0 0,1 0 0 0 0,0 0 0 0 0,0 2-1 0 0,-14 22 1 0 0,-13 12-125 0 0,-60 62-887 0 0,-42 51-540 0 0,87-97 1321 0 0,-2-2 0 0 0,-3-2-1 0 0,-105 81 1 0 0,110-98 491 0 0,2 2 0 0 0,2 2 0 0 0,3 3 0 0 0,1 1 0 0 0,4 3 0 0 0,1 1 0 0 0,-34 64 0 0 0,60-96-279 0 0,-1-1 0 0 0,-1-1 1 0 0,-1-1-1 0 0,-27 24 0 0 0,14-14 266 0 0,30-30-213 0 0,-2 2 139 0 0,7-3-232 0 0,4-3-150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281 119 1376 0 0,'1'-7'680'0'0,"0"1"1"0"0,-1-1-1 0 0,0 1 0 0 0,0-1 0 0 0,-1 0 0 0 0,1 1 1 0 0,-4-11-1 0 0,4 14-261 0 0,-1-1 0 0 0,0 1 1 0 0,-1-1-1 0 0,1 1 0 0 0,-1-1 0 0 0,1 1 1 0 0,-1 0-1 0 0,0 0 0 0 0,0-1 0 0 0,0 1 1 0 0,-1 1-1 0 0,1-1 0 0 0,-1 0 1 0 0,-4-3-1 0 0,4 5-234 0 0,1 0 0 0 0,0 0 0 0 0,0 1 0 0 0,-1-1 0 0 0,1 1 0 0 0,0 0 0 0 0,-1 0 0 0 0,1 0 0 0 0,0 0 0 0 0,-1 0 0 0 0,1 0 0 0 0,-1 1 0 0 0,1-1 0 0 0,0 1 0 0 0,0-1 0 0 0,-1 1 0 0 0,1 0 0 0 0,0 0 0 0 0,0 0-1 0 0,0 0 1 0 0,0 1 0 0 0,0-1 0 0 0,-3 3 0 0 0,-6 3 243 0 0,1 2-1 0 0,-16 15 0 0 0,10-7-261 0 0,2 1 0 0 0,0 0 0 0 0,1 1 0 0 0,1 1 0 0 0,0 0 0 0 0,2 1 0 0 0,0 0 0 0 0,2 0-1 0 0,0 1 1 0 0,1 0 0 0 0,2 1 0 0 0,0-1 0 0 0,1 1 0 0 0,2 0 0 0 0,0 0 0 0 0,2 39 0 0 0,1-45-119 0 0,1 1 1 0 0,1-1-1 0 0,0 0 1 0 0,2 0-1 0 0,-1 0 1 0 0,2-1-1 0 0,1 1 1 0 0,0-2-1 0 0,18 31 1 0 0,-17-34 13 0 0,0-1 0 0 0,1 0 0 0 0,1-1 1 0 0,0 0-1 0 0,0 0 0 0 0,1-1 0 0 0,0-1 1 0 0,1 0-1 0 0,-1 0 0 0 0,2-1 0 0 0,-1-1 0 0 0,1 0 1 0 0,19 6-1 0 0,-24-9-60 0 0,-1-2 0 0 0,0 1 0 0 0,1-1 1 0 0,0 0-1 0 0,-1 0 0 0 0,1-1 0 0 0,0 0 0 0 0,-1-1 1 0 0,1 0-1 0 0,0 0 0 0 0,-1 0 0 0 0,15-5 0 0 0,-7 0-383 0 0,0-1 0 0 0,-1 0 0 0 0,0 0-1 0 0,0-2 1 0 0,15-11 0 0 0,-10 5-749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1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30 13363 0 0,'-1'-1'201'0'0,"0"1"1"0"0,0-1 0 0 0,-1 1-1 0 0,1-1 1 0 0,0 1 0 0 0,0-1-1 0 0,-1 1 1 0 0,1 0-1 0 0,0 0 1 0 0,-1-1 0 0 0,1 1-1 0 0,0 0 1 0 0,-1 0 0 0 0,1 0-1 0 0,0 0 1 0 0,0 1-1 0 0,-1-1 1 0 0,1 0 0 0 0,0 1-1 0 0,-1-1 1 0 0,1 1 0 0 0,0-1-1 0 0,0 1 1 0 0,0-1-1 0 0,-1 1 1 0 0,1 0 0 0 0,-1 1-1 0 0,-1 0-9 0 0,1 1-1 0 0,0 0 0 0 0,0 0 0 0 0,0 0 0 0 0,0 0 0 0 0,0 0 1 0 0,1 0-1 0 0,0 1 0 0 0,-1-1 0 0 0,0 5 0 0 0,-1 6-60 0 0,0 1-1 0 0,1-1 0 0 0,0 1 0 0 0,1 20 0 0 0,2-24-97 0 0,0 0 0 0 0,1 0 0 0 0,0 0 0 0 0,1-1 0 0 0,1 1 0 0 0,-1-1 0 0 0,1 1-1 0 0,1-1 1 0 0,0-1 0 0 0,1 1 0 0 0,-1-1 0 0 0,10 11 0 0 0,-13-17-23 0 0,0 0-1 0 0,1 0 1 0 0,-1 0 0 0 0,1 0-1 0 0,0-1 1 0 0,0 1 0 0 0,0-1-1 0 0,1 1 1 0 0,-1-1 0 0 0,0 0-1 0 0,1-1 1 0 0,-1 1 0 0 0,1 0-1 0 0,0-1 1 0 0,-1 0 0 0 0,1 0-1 0 0,0 0 1 0 0,0 0 0 0 0,0-1-1 0 0,0 0 1 0 0,0 0 0 0 0,0 0-1 0 0,0 0 1 0 0,-1 0 0 0 0,1-1-1 0 0,0 1 1 0 0,0-1 0 0 0,0 0-1 0 0,0 0 1 0 0,-1-1 0 0 0,1 1-1 0 0,-1-1 1 0 0,1 0-1 0 0,-1 0 1 0 0,1 0 0 0 0,5-5-1 0 0,-4 3-7 0 0,1-1 0 0 0,-1 0 0 0 0,1 0 0 0 0,-2 0-1 0 0,1-1 1 0 0,0 0 0 0 0,-1 0 0 0 0,0 0-1 0 0,-1 0 1 0 0,1 0 0 0 0,-1-1 0 0 0,0 0-1 0 0,-1 1 1 0 0,0-1 0 0 0,0 0 0 0 0,0 0 0 0 0,-1-1-1 0 0,0 1 1 0 0,0 0 0 0 0,-1 0 0 0 0,0 0-1 0 0,0-1 1 0 0,-1 1 0 0 0,0 0 0 0 0,0 0-1 0 0,0 0 1 0 0,-1 0 0 0 0,0 0 0 0 0,-1 0 0 0 0,0 0-1 0 0,0 1 1 0 0,0-1 0 0 0,-1 1 0 0 0,1 0-1 0 0,-2 0 1 0 0,1 0 0 0 0,-1 0 0 0 0,1 1-1 0 0,-2 0 1 0 0,1 0 0 0 0,0 0 0 0 0,-10-5 0 0 0,-43-24-1705 0 0,17 17-2833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1.9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0 140 6449 0 0,'36'-10'7461'0'0,"-34"10"-7101"0"0,1 0 0 0 0,0 0 0 0 0,0 1 1 0 0,-1-1-1 0 0,1 1 0 0 0,0-1 0 0 0,0 1 1 0 0,-1 0-1 0 0,1 0 0 0 0,-1 0 0 0 0,1 0 1 0 0,-1 0-1 0 0,1 1 0 0 0,-1-1 0 0 0,0 1 1 0 0,4 3-1 0 0,-2-1-83 0 0,0 0 0 0 0,0 1 1 0 0,0-1-1 0 0,-1 1 1 0 0,0 0-1 0 0,0 1 0 0 0,4 7 1 0 0,-2-1-179 0 0,-1 0 1 0 0,0 1-1 0 0,-1-1 0 0 0,-1 1 1 0 0,0 0-1 0 0,1 21 1 0 0,-3-33-95 0 0,1-1 0 0 0,-1 0 0 0 0,0 1 0 0 0,0-1 0 0 0,0 0 0 0 0,0 1 0 0 0,0-1 0 0 0,0 1 0 0 0,0-1 0 0 0,0 0 0 0 0,0 1 0 0 0,0-1 0 0 0,0 1 0 0 0,0-1 0 0 0,0 0 0 0 0,0 1-1 0 0,0-1 1 0 0,0 1 0 0 0,0-1 0 0 0,0 0 0 0 0,-1 1 0 0 0,1-1 0 0 0,0 0 0 0 0,0 1 0 0 0,0-1 0 0 0,-1 0 0 0 0,1 1 0 0 0,0-1 0 0 0,0 0 0 0 0,-1 1 0 0 0,1-1 0 0 0,0 0 0 0 0,-1 0 0 0 0,1 0 0 0 0,0 1 0 0 0,-1-1 0 0 0,1 0 0 0 0,0 0 0 0 0,-1 0 0 0 0,1 0 0 0 0,-1 1 0 0 0,1-1 0 0 0,0 0 0 0 0,-1 0 0 0 0,1 0 0 0 0,-1 0 0 0 0,1 0 0 0 0,0 0 0 0 0,-1 0 0 0 0,1 0 0 0 0,-1 0 0 0 0,1 0 0 0 0,0 0 0 0 0,-1-1 0 0 0,1 1-1 0 0,0 0 1 0 0,-1 0 0 0 0,1 0 0 0 0,-1 0 0 0 0,1-1 0 0 0,0 1 0 0 0,-1 0 0 0 0,1 0 0 0 0,0-1 0 0 0,-1 1 0 0 0,-1-2 31 0 0,0 0-1 0 0,0 0 1 0 0,0 0-1 0 0,0 0 1 0 0,0 0-1 0 0,0 0 1 0 0,0-1 0 0 0,-1-2-1 0 0,-4-12-20 0 0,1 0 0 0 0,1 0-1 0 0,1-1 1 0 0,0 0 0 0 0,1 0 0 0 0,1 0 0 0 0,1 0-1 0 0,1-30 1 0 0,1 31-2340 0 0,1 1 0 0 0,7-30 1 0 0,-1 22-4886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2.3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86 3681 0 0,'10'-13'9711'0'0,"-6"14"-8429"0"0,1 1-790 0 0,1 0 0 0 0,-1 0 0 0 0,0 0 0 0 0,0 1 0 0 0,0 0 0 0 0,0 0 0 0 0,-1 0 0 0 0,1 1 0 0 0,-1 0 0 0 0,7 6 0 0 0,-3-1-77 0 0,-1 0 1 0 0,0 1-1 0 0,-1 0 0 0 0,10 19 0 0 0,-5-3-171 0 0,-1 1 0 0 0,-1 1-1 0 0,8 43 1 0 0,-14-56-57 0 0,-6-23 241 0 0,-5-27 17 0 0,7 14-601 0 0,0 1 0 0 0,2-1 0 0 0,0 0 0 0 0,1 1 0 0 0,1-1 0 0 0,1 1 0 0 0,1-1 0 0 0,0 2 0 0 0,2-1 0 0 0,0 0 0 0 0,1 1 0 0 0,12-18 0 0 0,-5 14-1089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2.7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3 231 6361 0 0,'0'1'32'0'0,"-1"-1"0"0"0,1 0-1 0 0,0 0 1 0 0,0 0-1 0 0,0 1 1 0 0,0-1-1 0 0,0 0 1 0 0,-1 0 0 0 0,1 0-1 0 0,0 1 1 0 0,0-1-1 0 0,0 0 1 0 0,0 0-1 0 0,0 1 1 0 0,0-1 0 0 0,0 0-1 0 0,0 0 1 0 0,0 1-1 0 0,0-1 1 0 0,0 0-1 0 0,0 0 1 0 0,0 1 0 0 0,0-1-1 0 0,0 0 1 0 0,0 0-1 0 0,0 1 1 0 0,0-1-1 0 0,0 0 1 0 0,0 0 0 0 0,0 1-1 0 0,1-1 1 0 0,-1 0-1 0 0,0 0 1 0 0,0 0-1 0 0,0 1 1 0 0,0-1 0 0 0,1 0-1 0 0,-1 0 1 0 0,0 0-1 0 0,0 0 1 0 0,0 1-1 0 0,0-1 1 0 0,1 0 0 0 0,-1 0-1 0 0,0 0 1 0 0,1 0-1 0 0,10-10 3798 0 0,10-21 1130 0 0,-11 9-4027 0 0,0 0 0 0 0,6-25 0 0 0,-13 39-714 0 0,-1 0 1 0 0,0 0-1 0 0,-1 0 0 0 0,0 0 1 0 0,0 0-1 0 0,0 0 0 0 0,-1 0 1 0 0,-1 0-1 0 0,-2-16 1 0 0,3 23-226 0 0,0 1 1 0 0,0-1-1 0 0,0 1 1 0 0,0-1-1 0 0,0 1 1 0 0,0-1 0 0 0,0 1-1 0 0,0-1 1 0 0,-1 1-1 0 0,1-1 1 0 0,0 1 0 0 0,-1-1-1 0 0,1 1 1 0 0,0-1-1 0 0,0 1 1 0 0,-1-1-1 0 0,1 1 1 0 0,-1 0 0 0 0,1-1-1 0 0,0 1 1 0 0,-1 0-1 0 0,1-1 1 0 0,-1 1-1 0 0,1 0 1 0 0,-1-1 0 0 0,1 1-1 0 0,-1 0 1 0 0,1 0-1 0 0,-1 0 1 0 0,0-1-1 0 0,-13 11-441 0 0,-6 24-299 0 0,16-24 705 0 0,1 0 1 0 0,1 1 0 0 0,0-1 0 0 0,0 0-1 0 0,1 1 1 0 0,1-1 0 0 0,0 16-1 0 0,0-21-62 0 0,1-1-1 0 0,-1 1 1 0 0,1 0-1 0 0,0-1 1 0 0,1 1-1 0 0,-1-1 0 0 0,1 0 1 0 0,0 1-1 0 0,0-1 1 0 0,0 0-1 0 0,0 0 0 0 0,1 0 1 0 0,0 0-1 0 0,0-1 1 0 0,0 1-1 0 0,0-1 1 0 0,0 1-1 0 0,1-1 0 0 0,3 2 1 0 0,11 6-6306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3.0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1 10138 0 0,'-13'5'705'0'0,"-1"0"0"0"0,1 1 0 0 0,1 0 0 0 0,-1 1 0 0 0,1 1 0 0 0,1 0 0 0 0,-1 1 0 0 0,2 0 0 0 0,-1 0 0 0 0,1 1 0 0 0,0 1 0 0 0,1-1 0 0 0,0 2 0 0 0,-10 17 0 0 0,15-22-520 0 0,0 1 0 0 0,0 0 0 0 0,0 0 0 0 0,1 0 0 0 0,1 1 0 0 0,-1-1 0 0 0,1 1-1 0 0,1-1 1 0 0,0 1 0 0 0,-1 16 0 0 0,3-19-183 0 0,0 1-1 0 0,0 0 1 0 0,0-1 0 0 0,1 1-1 0 0,-1-1 1 0 0,2 0-1 0 0,-1 0 1 0 0,1 0-1 0 0,0 0 1 0 0,0 0-1 0 0,0 0 1 0 0,1-1-1 0 0,0 1 1 0 0,0-1-1 0 0,8 8 1 0 0,-9-10-129 0 0,0-1 1 0 0,0 1 0 0 0,0 0 0 0 0,0-1 0 0 0,1 0-1 0 0,-1 0 1 0 0,1 0 0 0 0,0 0 0 0 0,-1 0 0 0 0,1-1-1 0 0,0 1 1 0 0,7 0 0 0 0,-8-1-296 0 0,1-1 0 0 0,-1 0-1 0 0,1 0 1 0 0,0 0 0 0 0,-1-1 0 0 0,1 1 0 0 0,-1-1-1 0 0,1 0 1 0 0,4-1 0 0 0,9-5-5901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3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39 236 4145 0 0,'3'-51'-33'0'0,"0"-40"1851"0"0,-3 80-1009 0 0,0 1 1 0 0,-1 0 0 0 0,-1-1-1 0 0,0 1 1 0 0,0 0-1 0 0,-5-12 1 0 0,7 22-710 0 0,0-1 1 0 0,0 1-1 0 0,0 0 0 0 0,0-1 0 0 0,0 1 0 0 0,0-1 1 0 0,0 1-1 0 0,-1 0 0 0 0,1-1 0 0 0,0 1 0 0 0,0 0 1 0 0,0-1-1 0 0,0 1 0 0 0,0 0 0 0 0,-1-1 1 0 0,1 1-1 0 0,0 0 0 0 0,0-1 0 0 0,-1 1 0 0 0,1 0 1 0 0,0 0-1 0 0,0-1 0 0 0,-1 1 0 0 0,1 0 0 0 0,0 0 1 0 0,-1 0-1 0 0,1-1 0 0 0,0 1 0 0 0,-1 0 0 0 0,1 0 1 0 0,0 0-1 0 0,-1 0 0 0 0,1 0 0 0 0,0 0 0 0 0,-1 0 1 0 0,1 0-1 0 0,0 0 0 0 0,-1 0 0 0 0,1 0 1 0 0,-1 0-1 0 0,1 0 0 0 0,0 0 0 0 0,-1 0 0 0 0,1 0 1 0 0,-9 18 2285 0 0,0 27-492 0 0,7-3-1638 0 0,3 0 0 0 0,2 1 1 0 0,1-1-1 0 0,2-1 0 0 0,2 1 0 0 0,2-1 0 0 0,1-1 0 0 0,3 0 1 0 0,1 0-1 0 0,1-1 0 0 0,24 37 0 0 0,-9-28-2254 0 0,-15-26-5726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3.4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5 163 4609 0 0,'-1'0'64'0'0,"1"-1"0"0"0,0 1 0 0 0,0 0-1 0 0,-1 0 1 0 0,1 0 0 0 0,0 0 0 0 0,0-1 0 0 0,-1 1 0 0 0,1 0-1 0 0,0 0 1 0 0,0-1 0 0 0,0 1 0 0 0,-1 0 0 0 0,1 0 0 0 0,0-1 0 0 0,0 1-1 0 0,0 0 1 0 0,0 0 0 0 0,-1-1 0 0 0,1 1 0 0 0,0 0 0 0 0,0-1-1 0 0,0 1 1 0 0,0 0 0 0 0,0-1 0 0 0,0 1 0 0 0,0 0 0 0 0,0 0 0 0 0,0-1-1 0 0,0 1 1 0 0,0 0 0 0 0,0-1 0 0 0,0 1 0 0 0,0 0 0 0 0,1-1-1 0 0,-1 1 1 0 0,0 0 0 0 0,0 0 0 0 0,0-1 0 0 0,0 1 0 0 0,14-16 1422 0 0,27-13-365 0 0,-35 26-954 0 0,16-11-100 0 0,1 1 0 0 0,0 1 0 0 0,47-16 0 0 0,-39 19-1608 0 0,1 0-1 0 0,55-6 1 0 0,-52 11 1065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28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1165 4609 0 0,'0'-1'164'0'0,"0"0"1"0"0,-1 0-1 0 0,1 0 0 0 0,0 0 1 0 0,0-1-1 0 0,0 1 1 0 0,0 0-1 0 0,0 0 0 0 0,0 0 1 0 0,0 0-1 0 0,0 0 1 0 0,1 0-1 0 0,-1 0 0 0 0,0 0 1 0 0,1 0-1 0 0,-1 0 0 0 0,1 0 1 0 0,-1 0-1 0 0,1 0 1 0 0,-1 0-1 0 0,1 0 0 0 0,0 0 1 0 0,-1 0-1 0 0,1 0 0 0 0,0 0 1 0 0,0 1-1 0 0,0-1 1 0 0,-1 0-1 0 0,2 0 0 0 0,34-32 1126 0 0,-29 27-967 0 0,230-220 2713 0 0,-38 34-1686 0 0,58-77-1091 0 0,-54 51-451 0 0,-88 115-57 0 0,-58 54-462 0 0,-16 11-108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0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2997 6913 0 0,'0'0'1'0'0,"-44"-7"969"0"0,43 6-855 0 0,0 1 0 0 0,-1 0 0 0 0,1-1 1 0 0,0 1-1 0 0,-1-1 0 0 0,1 0 0 0 0,0 1 1 0 0,-1-1-1 0 0,1 0 0 0 0,0 0 0 0 0,0 0 0 0 0,0 1 1 0 0,0-1-1 0 0,0 0 0 0 0,0-1 0 0 0,0 1 0 0 0,0 0 1 0 0,0 0-1 0 0,1 0 0 0 0,-1-1 0 0 0,0 1 1 0 0,1 0-1 0 0,-1 0 0 0 0,1-1 0 0 0,-1 1 0 0 0,1-1 1 0 0,0 1-1 0 0,-1-2 0 0 0,1 3-71 0 0,1-1 0 0 0,-1 1 1 0 0,0 0-1 0 0,0 0 0 0 0,1-1 0 0 0,-1 1 0 0 0,0 0 1 0 0,1 0-1 0 0,-1 0 0 0 0,0-1 0 0 0,1 1 0 0 0,-1 0 1 0 0,1 0-1 0 0,-1 0 0 0 0,0 0 0 0 0,1 0 0 0 0,-1 0 0 0 0,0 0 1 0 0,1 0-1 0 0,-1 0 0 0 0,1 0 0 0 0,-1 0 0 0 0,0 0 1 0 0,1 0-1 0 0,-1 0 0 0 0,1 0 0 0 0,-1 0 0 0 0,0 0 1 0 0,1 0-1 0 0,-1 0 0 0 0,0 1 0 0 0,1-1 0 0 0,-1 0 1 0 0,0 0-1 0 0,1 0 0 0 0,-1 1 0 0 0,0-1 0 0 0,1 0 0 0 0,-1 1 1 0 0,0-1-1 0 0,0 0 0 0 0,1 0 0 0 0,-1 1 0 0 0,17 10-26 0 0,66 53 402 0 0,7 6 467 0 0,87 118 399 0 0,-32-31-1335 0 0,-113-127 76 0 0,0-1 0 0 0,72 47-1 0 0,422 222 430 0 0,-411-239-294 0 0,-22-12-99 0 0,93 63 1 0 0,89 87-64 0 0,-153-109 0 0 0,-10-14-4 0 0,125 60 1 0 0,-90-53 2 0 0,-116-64 1 0 0,287 147 0 0 0,32-19 0 0 0,-40-11 0 0 0,58 21 0 0 0,-28-21-29 0 0,-76-28-9 0 0,-160-66 105 0 0,449 148 965 0 0,-339-136-1147 0 0,242 71-250 0 0,-335-80 384 0 0,480 178 206 0 0,-87 3-1005 0 0,-220-86 780 0 0,-217-103-184 0 0,0-4 0 0 0,86 21 1 0 0,169 30-762 0 0,-123-33 1039 0 0,-176-43 447 0 0,-1-2 0 0 0,50 2 0 0 0,-56-6-109 0 0,0 2 1 0 0,0 1-1 0 0,0 0 1 0 0,-1 2 0 0 0,29 9-1 0 0,42 34 280 0 0,-92-41-49 0 0,39-79-337 0 0,93-117 0 0 0,-125 174-320 0 0,33-48-49 0 0,60-118 0 0 0,-24 37 109 0 0,167-218 47 0 0,25 16-64 0 0,-133 171 118 0 0,65-59 21 0 0,-115 137 89 0 0,103-145-1 0 0,-167 207-202 0 0,-14 21-9 0 0,0-1-1 0 0,-1-1 1 0 0,-1 1-1 0 0,0-2 1 0 0,-1 1-1 0 0,9-28 1 0 0,-17 43-65 0 0,0-1 0 0 0,0 0 0 0 0,0 1 0 0 0,-1-1 1 0 0,1 0-1 0 0,0 1 0 0 0,-1-1 0 0 0,1 1 0 0 0,-1-1 0 0 0,1 0 0 0 0,-1 1 1 0 0,0-1-1 0 0,1 1 0 0 0,-1-1 0 0 0,0 1 0 0 0,0 0 0 0 0,0-1 0 0 0,0 1 1 0 0,0 0-1 0 0,-1 0 0 0 0,1 0 0 0 0,-3-2 0 0 0,-37-26-5 0 0,24 19-8 0 0,-19-21-2 0 0,1 0 0 0 0,1-2 0 0 0,-40-53-1 0 0,47 52-71 0 0,-2 2 0 0 0,0 1-1 0 0,-2 1 1 0 0,-52-37 0 0 0,-135-75-696 0 0,-302-217 1487 0 0,71 39-367 0 0,200 149-327 0 0,38 28 33 0 0,-203-157 38 0 0,-241-203 316 0 0,70 82-322 0 0,306 199-4 0 0,19 15-78 0 0,-130-77-73 0 0,217 160-42 0 0,-72-56 104 0 0,174 122 8 0 0,-85-88 0 0 0,93 79-13 0 0,-3-6-15 0 0,-4 4 0 0 0,-95-75 1 0 0,-103-52-182 0 0,261 190 290 0 0,3 3-66 0 0,0 0 0 0 0,0-1 0 0 0,0 1 0 0 0,-1 1 0 0 0,1-1 0 0 0,-1 1 0 0 0,0 0 0 0 0,0 0 0 0 0,-9-3 1 0 0,14 5-17 0 0,0 1 1 0 0,0-1-1 0 0,0 0 1 0 0,0 0-1 0 0,-1 0 1 0 0,1 0-1 0 0,0 0 1 0 0,0 1-1 0 0,0-1 1 0 0,0 0-1 0 0,0 0 0 0 0,0 0 1 0 0,0 0-1 0 0,0 1 1 0 0,0-1-1 0 0,0 0 1 0 0,0 0-1 0 0,0 0 1 0 0,0 0-1 0 0,0 1 1 0 0,0-1-1 0 0,0 0 1 0 0,0 0-1 0 0,0 0 1 0 0,0 1-1 0 0,0-1 1 0 0,0 0-1 0 0,0 0 1 0 0,0 0-1 0 0,0 0 1 0 0,0 1-1 0 0,0-1 1 0 0,0 0-1 0 0,0 0 1 0 0,0 0-1 0 0,1 0 1 0 0,-1 1-1 0 0,0-1 1 0 0,0 0-1 0 0,0 0 1 0 0,0 0-1 0 0,0 0 1 0 0,1 0-1 0 0,-1 0 1 0 0,0 1-1 0 0,0-1 1 0 0,0 0-1 0 0,0 0 1 0 0,1 0-1 0 0,-1 0 1 0 0,0 0-1 0 0,0 0 1 0 0,0 0-1 0 0,0 0 1 0 0,1 0-1 0 0,-1 0 1 0 0,7 8 205 0 0,-5 6-5982 0 0,-3-12 5238 0 0,0-1 0 0 0,1 1 0 0 0,-1 0 1 0 0,0-1-1 0 0,0 1 0 0 0,0 0 1 0 0,0-1-1 0 0,-1 0 0 0 0,1 1 0 0 0,0-1 1 0 0,-1 0-1 0 0,1 1 0 0 0,-1-1 0 0 0,1 0 1 0 0,-1 0-1 0 0,-1 0 0 0 0,-11 5-316 0 0,-2-2 655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1.4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1784 9674 0 0,'395'-348'3293'0'0,"-167"156"-1468"0"0,-6-35-501 0 0,-23 21-198 0 0,-103 115-837 0 0,98-121 0 0 0,-142 147-271 0 0,4 3 0 0 0,2 2 1 0 0,74-59-1 0 0,-76 74-262 0 0,3-1-1238 0 0,79-49-1 0 0,-108 80-3879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1276 76 4145 0 0,'5'-7'278'0'0,"1"0"1"0"0,0 1-1 0 0,0-1 0 0 0,0 1 0 0 0,1 0 1 0 0,-1 1-1 0 0,2-1 0 0 0,-1 1 1 0 0,0 1-1 0 0,1-1 0 0 0,0 1 1 0 0,9-3-1 0 0,-17 7-207 0 0,0 0 0 0 0,1 0 0 0 0,-1 0 0 0 0,1 0 0 0 0,-1 0 1 0 0,0-1-1 0 0,1 1 0 0 0,-1 0 0 0 0,1 0 0 0 0,-1 0 0 0 0,1 0 0 0 0,-1 0 0 0 0,0 0 0 0 0,1 0 1 0 0,-1 0-1 0 0,1 1 0 0 0,-1-1 0 0 0,0 0 0 0 0,1 0 0 0 0,-1 0 0 0 0,1 0 0 0 0,-1 0 0 0 0,0 1 0 0 0,1-1 1 0 0,-1 0-1 0 0,0 0 0 0 0,1 1 0 0 0,-1-1 0 0 0,0 0 0 0 0,1 1 0 0 0,-1-1 0 0 0,0 0 0 0 0,0 1 0 0 0,1 0 1 0 0,0 17 1172 0 0,-12 23-271 0 0,10-40-886 0 0,-11 32 128 0 0,-2 0 0 0 0,-2-1 0 0 0,-1-1 1 0 0,-37 51-1 0 0,-99 104 127 0 0,-9 12 735 0 0,-194 288-770 0 0,294-403-679 0 0,-318 493-851 0 0,333-499 1221 0 0,26-46-51 0 0,2 0 0 0 0,1 2 0 0 0,-17 45 1 0 0,33-73-420 0 0,0 1 0 0 0,1 0 0 0 0,0 0 0 0 0,0-1 0 0 0,-1 11 0 0 0,3-5-3517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3.7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11 3225 0 0,'-1'-1'-460'0'0,"-26"-7"2613"0"0,27 8-2081 0 0,-1 0-1 0 0,1 0 0 0 0,0-1 0 0 0,-1 1 1 0 0,1 0-1 0 0,-1 0 0 0 0,1 0 0 0 0,0 0 1 0 0,-1 0-1 0 0,1 0 0 0 0,-1 0 0 0 0,1-1 1 0 0,0 1-1 0 0,-1 0 0 0 0,1 1 0 0 0,-1-1 0 0 0,1 0 1 0 0,0 0-1 0 0,-1 0 0 0 0,1 0 0 0 0,0 0 1 0 0,-1 0-1 0 0,1 0 0 0 0,-1 1 0 0 0,1-1 1 0 0,0 0-1 0 0,-1 0 0 0 0,1 0 0 0 0,0 1 1 0 0,-1-1-1 0 0,1 0 0 0 0,0 0 0 0 0,0 1 1 0 0,-1-1-1 0 0,1 0 0 0 0,0 1 0 0 0,0-1 1 0 0,0 0-1 0 0,-1 1 0 0 0,1-1 0 0 0,0 1 1 0 0,0-1-1 0 0,0 0 0 0 0,0 1 0 0 0,0-1 1 0 0,0 0-1 0 0,0 1 0 0 0,-1-1 0 0 0,1 1 1 0 0,0-1-1 0 0,1 0 0 0 0,-1 1 0 0 0,0-1 1 0 0,0 1-1 0 0,0-1 0 0 0,0 0 0 0 0,0 1 1 0 0,0 0-1 0 0,3 3-90 0 0,-1 0 1 0 0,0 0-1 0 0,1 1 1 0 0,0-1-1 0 0,0-1 1 0 0,0 1-1 0 0,1 0 1 0 0,-1-1-1 0 0,1 0 1 0 0,0 0-1 0 0,0 0 1 0 0,6 3-1 0 0,53 28-291 0 0,232 76 2531 0 0,-157-64-769 0 0,160 46 675 0 0,-18-6-1783 0 0,234 92 767 0 0,474 220 931 0 0,-818-323-1968 0 0,3-7-1 0 0,234 57 1 0 0,205 95-26 0 0,-228-72 868 0 0,-141-57-389 0 0,-200-74-501 0 0,422 170-6 0 0,-86 19 195 0 0,-203-103-140 0 0,39 12-85 0 0,48 28-4 0 0,-41 5 477 0 0,-83-51-142 0 0,147 63 1001 0 0,-39-25-1227 0 0,-164-86-126 0 0,-38-25-610 0 0,-1 3 1 0 0,53 43-1 0 0,-73-45-2641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4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9347 1685 9218 0 0,'-1'0'198'0'0,"0"0"1"0"0,0 0-1 0 0,0 0 1 0 0,0 0-1 0 0,0 0 1 0 0,0 0-1 0 0,0 1 1 0 0,0-1-1 0 0,0 0 1 0 0,1 0-1 0 0,-1 1 1 0 0,0-1-1 0 0,0 1 1 0 0,0-1-1 0 0,0 1 1 0 0,0-1-1 0 0,1 1 1 0 0,-1-1-1 0 0,0 1 1 0 0,1 0-1 0 0,-1-1 1 0 0,0 1-1 0 0,1 0 1 0 0,-1 0-1 0 0,1-1 1 0 0,-1 1-1 0 0,1 0 1 0 0,-1 0-1 0 0,1 0 1 0 0,0 0-1 0 0,-1 0 1 0 0,1 0-1 0 0,0 0 1 0 0,0 0-1 0 0,-1 0 1 0 0,1 1-1 0 0,-4 12-670 0 0,-7 11 602 0 0,-1 1 0 0 0,-2-2-1 0 0,0 0 1 0 0,-24 29 0 0 0,2-8-550 0 0,-46 43 0 0 0,-114 77 178 0 0,134-117 1127 0 0,-94 92 1 0 0,93-73-636 0 0,-189 184-454 0 0,-144 148-1501 0 0,377-378 1747 0 0,-123 122 875 0 0,-26 30 81 0 0,-22 61 2389 0 0,185-228-3253 0 0,0-1 0 0 0,0 0 1 0 0,0 0-1 0 0,-1 0 1 0 0,1-1-1 0 0,-13 8 1 0 0,16-11-87 0 0,-1 0 1 0 0,0 1-1 0 0,0-1 0 0 0,0-1 1 0 0,0 1-1 0 0,0 0 1 0 0,0-1-1 0 0,0 1 0 0 0,0-1 1 0 0,0 0-1 0 0,0 0 0 0 0,0 0 1 0 0,0 0-1 0 0,-1-1 1 0 0,1 1-1 0 0,0-1 0 0 0,-5-2 1 0 0,-14-3-105 0 0,1 1 1 0 0,-1 1-1 0 0,0 1 0 0 0,0 1 0 0 0,0 1 1 0 0,-25 2-1 0 0,-46-4-90 0 0,-2-7 172 0 0,-1-5 1 0 0,-152-45 0 0 0,-285-129 154 0 0,134 11-124 0 0,103 42-31 0 0,216 102-25 0 0,-661-310-70 0 0,260 77-1393 0 0,-310-131 1800 0 0,341 177-1079 0 0,174 82-423 0 0,78 45 449 0 0,-275-145 489 0 0,85-7 1139 0 0,202 125-635 0 0,-200-158-61 0 0,184 125-148 0 0,-18-15 318 0 0,78 59-126 0 0,-169-99 1522 0 0,276 190-1689 0 0,26 15-71 0 0,0 0 0 0 0,1-1 1 0 0,0 0-1 0 0,-1-1 1 0 0,-8-8-1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7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109 1125 4145 0 0,'-12'5'1232'0'0,"1"0"0"0"0,-1-1 0 0 0,0-1 0 0 0,0 1 0 0 0,0-2 0 0 0,-17 2 0 0 0,29-4-1161 0 0,-1 0 0 0 0,1 0-1 0 0,0 0 1 0 0,-1 0-1 0 0,1 0 1 0 0,0 0-1 0 0,-1 0 1 0 0,1 0 0 0 0,0 0-1 0 0,0 0 1 0 0,-1 0-1 0 0,1 0 1 0 0,0-1-1 0 0,-1 1 1 0 0,1 0 0 0 0,0 0-1 0 0,-1 0 1 0 0,1 0-1 0 0,0-1 1 0 0,0 1-1 0 0,-1 0 1 0 0,1 0 0 0 0,0-1-1 0 0,0 1 1 0 0,0 0-1 0 0,-1 0 1 0 0,1-1-1 0 0,0 1 1 0 0,0 0 0 0 0,0 0-1 0 0,0-1 1 0 0,-1 1-1 0 0,1 0 1 0 0,0-1-1 0 0,0 0 1 0 0,4-14 1136 0 0,14-15-291 0 0,-17 28-796 0 0,64-84 930 0 0,127-133 1 0 0,96-59 287 0 0,-252 245-1099 0 0,28-23-36 0 0,3 3 1 0 0,90-56-1 0 0,156-69-350 0 0,-165 110-2959 0 0,-102 50-3679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7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17 4145 0 0,'-22'-17'18319'0'0,"25"31"-19117"0"0,22 136 1912 0 0,-21-113-1263 0 0,1 0 0 0 0,2 0 0 0 0,2-1 0 0 0,13 38 0 0 0,-20-70-240 0 0,-1-1-1 0 0,1 1 0 0 0,0 0 1 0 0,0-1-1 0 0,0 1 0 0 0,0-1 0 0 0,1 0 1 0 0,-1 0-1 0 0,1 0 0 0 0,0 0 1 0 0,0 0-1 0 0,0 0 0 0 0,7 4 1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7.7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18 144 3225 0 0,'-4'-9'-112'0'0,"2"6"424"0"0,0-1 0 0 0,0 0-1 0 0,1 0 1 0 0,-1 0 0 0 0,1 0 0 0 0,0 0 0 0 0,0 0 0 0 0,1-1 0 0 0,-1 1 0 0 0,1 0-1 0 0,0 0 1 0 0,0-1 0 0 0,0 1 0 0 0,2-7 0 0 0,0-3 846 0 0,-2 9-829 0 0,1 1 0 0 0,0-1 0 0 0,0 0-1 0 0,0 1 1 0 0,0-1 0 0 0,1 1 0 0 0,0 0 0 0 0,0-1-1 0 0,4-6 1 0 0,-5 10-401 0 0,0 1 0 0 0,1 0 0 0 0,-1 0 0 0 0,0 0 0 0 0,0 0-1 0 0,0 0 1 0 0,1 1 0 0 0,-1-1 0 0 0,0 0 0 0 0,0 0 0 0 0,0 1 0 0 0,0-1-1 0 0,0 1 1 0 0,1-1 0 0 0,-1 1 0 0 0,0 0 0 0 0,0-1 0 0 0,0 1 0 0 0,0 0-1 0 0,1 1 1 0 0,4 6 72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8.1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2761 0 0,'-1'4'110'0'0,"1"0"1"0"0,0-1 0 0 0,0 1 0 0 0,0 0 0 0 0,1-1-1 0 0,0 1 1 0 0,-1 0 0 0 0,1-1 0 0 0,0 1 0 0 0,1-1-1 0 0,-1 1 1 0 0,4 5 0 0 0,27 45 892 0 0,-21-37-395 0 0,2 8 620 0 0,-9-18-863 0 0,0 1-1 0 0,0-1 1 0 0,1 0 0 0 0,8 10-1 0 0,-13-17-363 0 0,1 0-1 0 0,0 0 1 0 0,-1-1-1 0 0,1 1 0 0 0,-1 0 1 0 0,1-1-1 0 0,0 1 1 0 0,-1-1-1 0 0,1 1 1 0 0,-1 0-1 0 0,1-1 1 0 0,-1 1-1 0 0,0-1 1 0 0,1 0-1 0 0,-1 1 0 0 0,0-1 1 0 0,1 1-1 0 0,-1-1 1 0 0,0 0-1 0 0,1 1 1 0 0,-1-1-1 0 0,0 0 1 0 0,0 1-1 0 0,0-1 0 0 0,0 0 1 0 0,10-24-3 0 0,-10 24 3 0 0,26-90 958 0 0,-21 67-473 0 0,0 1 0 0 0,2 0 0 0 0,1 1-1 0 0,1-1 1 0 0,17-30 0 0 0,-23 49-261 0 0,0-1-1 0 0,0 1 0 0 0,0 1 1 0 0,1-1-1 0 0,-1 0 1 0 0,1 1-1 0 0,0 0 1 0 0,0-1-1 0 0,0 2 1 0 0,0-1-1 0 0,7-3 0 0 0,-10 6-165 0 0,1-1-1 0 0,-1 1 0 0 0,1-1 0 0 0,-1 1 1 0 0,1 0-1 0 0,-1 0 0 0 0,1 0 0 0 0,0 0 1 0 0,-1 0-1 0 0,1 0 0 0 0,-1 0 0 0 0,1 0 1 0 0,-1 1-1 0 0,1-1 0 0 0,-1 1 0 0 0,1-1 1 0 0,-1 1-1 0 0,1 0 0 0 0,-1-1 0 0 0,1 1 1 0 0,-1 0-1 0 0,0 0 0 0 0,0 0 0 0 0,1 0 1 0 0,-1 0-1 0 0,0 0 0 0 0,0 0 0 0 0,0 0 1 0 0,0 1-1 0 0,0-1 0 0 0,0 0 0 0 0,0 1 1 0 0,-1-1-1 0 0,1 1 0 0 0,0-1 0 0 0,-1 1 1 0 0,1-1-1 0 0,0 4 0 0 0,9 23-93 0 0,-4-12-638 0 0,1 1 0 0 0,0-2-1 0 0,1 1 1 0 0,11 17-1 0 0,-4-14-4603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8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1 5169 0 0,'-11'0'778'0'0,"0"1"1"0"0,1 0-1 0 0,-1 1 0 0 0,1 0 0 0 0,-1 1 1 0 0,1 0-1 0 0,0 1 0 0 0,0 0 1 0 0,0 0-1 0 0,1 1 0 0 0,-11 7 0 0 0,16-10-627 0 0,1 1-1 0 0,0-1 0 0 0,0 1 0 0 0,0-1 0 0 0,0 1 1 0 0,0 0-1 0 0,0 0 0 0 0,1 0 0 0 0,0 0 1 0 0,-1 1-1 0 0,1-1 0 0 0,0 0 0 0 0,1 1 1 0 0,-1 0-1 0 0,1-1 0 0 0,-1 1 0 0 0,1 0 1 0 0,0 0-1 0 0,1 0 0 0 0,-1 0 0 0 0,1 0 0 0 0,-1 0 1 0 0,1 0-1 0 0,0 0 0 0 0,1 0 0 0 0,-1 0 1 0 0,1 0-1 0 0,-1 0 0 0 0,1-1 0 0 0,1 1 1 0 0,-1 0-1 0 0,0 0 0 0 0,3 3 0 0 0,-2-4-87 0 0,-1 0 0 0 0,1 0 0 0 0,0 0 0 0 0,0 0 0 0 0,0 0 0 0 0,0-1 0 0 0,1 1 0 0 0,-1-1-1 0 0,1 0 1 0 0,-1 0 0 0 0,1 0 0 0 0,0 0 0 0 0,0 0 0 0 0,0-1 0 0 0,0 1 0 0 0,0-1 0 0 0,0 0 0 0 0,1 1 0 0 0,-1-2 0 0 0,6 2-1 0 0,-4-1-135 0 0,1 0-1 0 0,0-1 0 0 0,0 0 0 0 0,0 0 0 0 0,0-1 0 0 0,0 0 0 0 0,-1 0 0 0 0,1 0 1 0 0,0 0-1 0 0,-1-1 0 0 0,7-3 0 0 0,12-6-957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8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92 6449 0 0,'0'-1'186'0'0,"-1"-1"-1"0"0,0 1 1 0 0,1 0-1 0 0,-1 0 1 0 0,0 0-1 0 0,0 0 1 0 0,0 0-1 0 0,0 0 1 0 0,0 0-1 0 0,0 0 1 0 0,0 0-1 0 0,0 0 1 0 0,0 1-1 0 0,-1-1 1 0 0,1 0-1 0 0,0 1 1 0 0,0-1-1 0 0,-1 1 1 0 0,1 0-1 0 0,0-1 1 0 0,-1 1-1 0 0,1 0 1 0 0,0 0-1 0 0,-1-1 1 0 0,1 1-1 0 0,0 0 1 0 0,-1 0-1 0 0,1 1 1 0 0,-3-1-1 0 0,2 2 27 0 0,0-1-1 0 0,0 1 1 0 0,0-1 0 0 0,-1 1-1 0 0,2 0 1 0 0,-1 0-1 0 0,0 0 1 0 0,0 0-1 0 0,1 0 1 0 0,-1 0-1 0 0,1 1 1 0 0,-1-1-1 0 0,1 1 1 0 0,-2 3-1 0 0,0 3-22 0 0,0-1 1 0 0,0 1-1 0 0,0 0 0 0 0,1 0 0 0 0,1-1 0 0 0,-1 1 0 0 0,2 1 0 0 0,-1-1 0 0 0,1 0 1 0 0,1 10-1 0 0,-1-16-160 0 0,1 1 0 0 0,-1-1 0 0 0,1 0 0 0 0,0 0 0 0 0,0 0 0 0 0,0 1 0 0 0,0-1 0 0 0,1 0 0 0 0,-1-1 0 0 0,1 1 0 0 0,0 0 0 0 0,-1 0 0 0 0,1-1 0 0 0,0 1 0 0 0,1-1 0 0 0,-1 1 0 0 0,0-1 0 0 0,1 0 0 0 0,0 0 0 0 0,-1 0 0 0 0,1 0 0 0 0,0-1 0 0 0,0 1 0 0 0,0-1 0 0 0,0 1 0 0 0,0-1 0 0 0,0 0 0 0 0,0 0 0 0 0,0-1 0 0 0,1 1 0 0 0,4 0 0 0 0,-3-1 57 0 0,1 0 1 0 0,-1 0-1 0 0,1 0 1 0 0,-1-1-1 0 0,1 0 1 0 0,-1 0-1 0 0,0 0 1 0 0,0-1-1 0 0,1 1 0 0 0,-1-1 1 0 0,0-1-1 0 0,0 1 1 0 0,-1-1-1 0 0,1 0 1 0 0,8-6-1 0 0,-7 4-11 0 0,0-1 1 0 0,-1 0-1 0 0,1 0 0 0 0,-1 0 0 0 0,0 0 0 0 0,-1-1 0 0 0,0 0 0 0 0,0 0 0 0 0,0 0 1 0 0,3-11-1 0 0,-4 11-57 0 0,-1 0 0 0 0,-1 1 0 0 0,1-1 0 0 0,-1 0 0 0 0,0 0 0 0 0,-1 0 1 0 0,0 0-1 0 0,0 0 0 0 0,0 0 0 0 0,-1 0 0 0 0,0 0 0 0 0,-2-6 0 0 0,2 8-39 0 0,-1 0-1 0 0,0 1 1 0 0,0-1-1 0 0,0 1 0 0 0,0-1 1 0 0,-1 1-1 0 0,0 0 0 0 0,0 0 1 0 0,0 0-1 0 0,0 1 1 0 0,-1-1-1 0 0,1 1 0 0 0,-1-1 1 0 0,0 1-1 0 0,0 0 1 0 0,0 1-1 0 0,-9-5 0 0 0,10 6-110 0 0,0-1-1 0 0,0 1 0 0 0,0 0 0 0 0,-1 1 0 0 0,1-1 1 0 0,0 0-1 0 0,0 1 0 0 0,-5 0 0 0 0,-10 1-992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9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1 138 4145 0 0,'4'-1'383'0'0,"0"-1"-1"0"0,0 1 1 0 0,0 0 0 0 0,1 0 0 0 0,-1 0-1 0 0,7 0 1 0 0,-3 1 247 0 0,0 0 0 0 0,0 0 0 0 0,-1 1 1 0 0,1 0-1 0 0,0 1 0 0 0,0 0 0 0 0,0 0 0 0 0,-1 0 0 0 0,1 1 0 0 0,12 6 0 0 0,-14-6-404 0 0,-1 0 0 0 0,1 1-1 0 0,-1-1 1 0 0,0 1 0 0 0,0 0 0 0 0,0 1-1 0 0,0-1 1 0 0,-1 1 0 0 0,1 0 0 0 0,-1 0-1 0 0,0 0 1 0 0,-1 0 0 0 0,6 11 0 0 0,-13-20 327 0 0,-1 0 1 0 0,2 0-1 0 0,-1 0 0 0 0,0 0 1 0 0,-4-8-1 0 0,5 5-464 0 0,0 0 0 0 0,1 0 0 0 0,-1 0-1 0 0,1 0 1 0 0,1 0 0 0 0,-1-1 0 0 0,1 1 0 0 0,1-1-1 0 0,-1 1 1 0 0,1-1 0 0 0,2-9 0 0 0,-1 4-672 0 0,2 1 1 0 0,-1 0-1 0 0,8-18 1 0 0,0 3-6275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39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0 169 920 0 0,'3'5'621'0'0,"-1"-1"-1"0"0,1 0 0 0 0,0 1 1 0 0,0-1-1 0 0,1 0 1 0 0,-1-1-1 0 0,1 1 1 0 0,0 0-1 0 0,0-1 0 0 0,6 4 1 0 0,-8-5-320 0 0,108 76 4941 0 0,-54-41-3847 0 0,-36-27-630 0 0,-16-13 292 0 0,-7-10-102 0 0,-9-21 454 0 0,1 0 0 0 0,-10-47 1 0 0,18 64-1681 0 0,1 1 1 0 0,1-1-1 0 0,0 1 1 0 0,1-1 0 0 0,1 0-1 0 0,0 1 1 0 0,5-23-1 0 0,1 17-1105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0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4 238 1840 0 0,'-3'3'1592'0'0,"3"-3"-1447"0"0,0 0-1 0 0,0 1 1 0 0,0-1 0 0 0,0 0-1 0 0,0 1 1 0 0,0-1 0 0 0,0 0 0 0 0,0 1-1 0 0,0-1 1 0 0,0 1 0 0 0,0-1-1 0 0,0 0 1 0 0,0 1 0 0 0,0-1-1 0 0,0 0 1 0 0,1 4 1302 0 0,0-4-1302 0 0,13-3 3791 0 0,-11 2-4861 0 0,2-1 1234 0 0,0 0 1 0 0,0-1-1 0 0,0 0 0 0 0,-1 1 0 0 0,1-2 1 0 0,-1 1-1 0 0,0-1 0 0 0,0 1 0 0 0,0-1 1 0 0,0 0-1 0 0,-1 0 0 0 0,0-1 0 0 0,6-8 1 0 0,-4 3-23 0 0,1 0 0 0 0,-2-1 1 0 0,1 1-1 0 0,-1-1 0 0 0,3-14 1 0 0,-6 16-107 0 0,1 0 1 0 0,-1 0 0 0 0,-1 0-1 0 0,0-17 1 0 0,0 24-135 0 0,0 0-1 0 0,0-1 1 0 0,0 1-1 0 0,-1 0 1 0 0,1-1 0 0 0,-1 1-1 0 0,1 0 1 0 0,-1 0-1 0 0,0 0 1 0 0,0 0 0 0 0,0-1-1 0 0,0 1 1 0 0,0 0 0 0 0,0 1-1 0 0,-1-1 1 0 0,1 0-1 0 0,-1 0 1 0 0,1 0 0 0 0,-1 1-1 0 0,0-1 1 0 0,1 1-1 0 0,-1-1 1 0 0,0 1 0 0 0,-3-2-1 0 0,4 3-11 0 0,0 0 0 0 0,0 0 0 0 0,0-1 1 0 0,1 1-1 0 0,-1 0 0 0 0,0 0 0 0 0,0 0 0 0 0,0 0 0 0 0,0 0 0 0 0,0 1 0 0 0,0-1 0 0 0,0 0 0 0 0,0 0 0 0 0,0 0 0 0 0,1 1 0 0 0,-1-1 0 0 0,0 0 0 0 0,0 1 0 0 0,0-1 1 0 0,1 1-1 0 0,-1-1 0 0 0,0 1 0 0 0,0 0 0 0 0,0 0 0 0 0,-15 24 598 0 0,12-14-507 0 0,1-1-1 0 0,0 1 1 0 0,-2 12 0 0 0,5-18-143 0 0,-1 0 1 0 0,0-1-1 0 0,1 1 1 0 0,0 0 0 0 0,0 0-1 0 0,1-1 1 0 0,-1 1-1 0 0,1 0 1 0 0,0 0-1 0 0,0-1 1 0 0,0 1 0 0 0,1-1-1 0 0,0 1 1 0 0,0-1-1 0 0,0 0 1 0 0,0 1-1 0 0,1-1 1 0 0,5 7 0 0 0,-4-8-536 0 0,-1 0 0 0 0,1 0 0 0 0,0 0 0 0 0,0 0 0 0 0,0 0-1 0 0,0-1 1 0 0,0 0 0 0 0,0 0 0 0 0,1 0 0 0 0,-1 0 0 0 0,1-1 0 0 0,6 2 0 0 0,14 1-5063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0.4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175 374 5529 0 0,'0'0'70'0'0,"0"-1"-1"0"0,0 0 0 0 0,0 1 1 0 0,1-1-1 0 0,-1 1 0 0 0,0-1 1 0 0,0 0-1 0 0,0 1 0 0 0,0-1 1 0 0,0 0-1 0 0,0 1 0 0 0,0-1 1 0 0,-1 0-1 0 0,1 1 1 0 0,0-1-1 0 0,0 0 0 0 0,0 1 1 0 0,-1-1-1 0 0,1 1 0 0 0,0-1 1 0 0,-1 1-1 0 0,1-1 0 0 0,0 0 1 0 0,-1 1-1 0 0,1-1 0 0 0,-1 1 1 0 0,1 0-1 0 0,-1-1 0 0 0,1 1 1 0 0,-1-1-1 0 0,0 0 1 0 0,-1 1 143 0 0,1-1 0 0 0,-1 1 0 0 0,0 0 0 0 0,0 0 1 0 0,1 0-1 0 0,-1-1 0 0 0,0 1 0 0 0,0 1 0 0 0,1-1 1 0 0,-1 0-1 0 0,-3 1 0 0 0,-1 1 252 0 0,1-1 0 0 0,-1 1-1 0 0,1 0 1 0 0,0 1 0 0 0,-1-1 0 0 0,1 1 0 0 0,-6 4 0 0 0,3 2 59 0 0,-1 0 1 0 0,1 1 0 0 0,0 0 0 0 0,1 0 0 0 0,0 0-1 0 0,1 1 1 0 0,-7 15 0 0 0,8-14-351 0 0,0 0-1 0 0,1 0 1 0 0,0 0-1 0 0,1 0 1 0 0,1 1-1 0 0,-1 0 1 0 0,2-1 0 0 0,0 1-1 0 0,1 0 1 0 0,0 0-1 0 0,3 22 1 0 0,-3-32-233 0 0,1 0 1 0 0,-1 0-1 0 0,1 0 1 0 0,-1 0-1 0 0,1 0 1 0 0,0-1-1 0 0,0 1 1 0 0,0 0-1 0 0,1-1 1 0 0,-1 1-1 0 0,1 0 1 0 0,-1-1-1 0 0,1 0 1 0 0,0 1-1 0 0,0-1 0 0 0,0 0 1 0 0,0 0-1 0 0,0 0 1 0 0,1 0-1 0 0,-1-1 1 0 0,0 1-1 0 0,1 0 1 0 0,0-1-1 0 0,-1 0 1 0 0,1 0-1 0 0,0 0 1 0 0,-1 0-1 0 0,1 0 1 0 0,0 0-1 0 0,0-1 0 0 0,0 1 1 0 0,0-1-1 0 0,0 0 1 0 0,0 0-1 0 0,0 0 1 0 0,0 0-1 0 0,-1 0 1 0 0,1-1-1 0 0,0 1 1 0 0,4-2-1 0 0,1-1-398 0 0,1 0 1 0 0,0 0-1 0 0,-1-1 0 0 0,0 0 1 0 0,1-1-1 0 0,-2 0 0 0 0,1 0 0 0 0,-1 0 1 0 0,1-1-1 0 0,-1-1 0 0 0,10-10 1 0 0,-9 5 104 0 0,1-1 0 0 0,-2 0 0 0 0,1 0 0 0 0,-2 0 0 0 0,0-1 0 0 0,-1 0 0 0 0,0 0 0 0 0,-1 0 0 0 0,3-19 0 0 0,1-20 334 0 0,2-66 0 0 0,-5 52 470 0 0,0 19-5 0 0,3-40 1074 0 0,-8 78-975 0 0,0 1 0 0 0,0-1 0 0 0,-1 1 0 0 0,-1-1 1 0 0,0 1-1 0 0,-4-16 0 0 0,5 23-297 0 0,1 0 0 0 0,-1 1-1 0 0,0-1 1 0 0,0 0 0 0 0,1 1 0 0 0,-1-1 0 0 0,0 1 0 0 0,0-1-1 0 0,0 1 1 0 0,-1-1 0 0 0,1 1 0 0 0,0 0 0 0 0,-1 0 0 0 0,1-1-1 0 0,0 1 1 0 0,-1 0 0 0 0,1 0 0 0 0,-3-1 0 0 0,3 2-170 0 0,1 0 0 0 0,0 0 0 0 0,-1 0 0 0 0,1 0 0 0 0,0 0 0 0 0,-1 0 0 0 0,1 0 0 0 0,-1 0 0 0 0,1 0 0 0 0,0 1 0 0 0,-1-1 0 0 0,1 0 0 0 0,0 0 0 0 0,0 0 0 0 0,-1 0 0 0 0,1 0 0 0 0,0 1 0 0 0,-1-1 0 0 0,1 0 0 0 0,0 0 0 0 0,0 1 0 0 0,-1-1 0 0 0,1 0 0 0 0,0 0 0 0 0,0 1 0 0 0,-1-1 0 0 0,1 0 0 0 0,0 0 0 0 0,0 1 0 0 0,0-1 0 0 0,0 1 0 0 0,-2 21 493 0 0,5 0-472 0 0,2 1 0 0 0,0-1 0 0 0,2 0-1 0 0,0 0 1 0 0,2-1 0 0 0,12 23 0 0 0,76 121-1064 0 0,-68-119-359 0 0,-10-16-6356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0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40 213 5065 0 0,'-4'-2'153'0'0,"1"-1"1"0"0,0 0-1 0 0,-1 0 0 0 0,1 0 0 0 0,1-1 1 0 0,-1 1-1 0 0,0-1 0 0 0,1 1 0 0 0,0-1 1 0 0,0 0-1 0 0,0 0 0 0 0,0 0 0 0 0,-1-4 1 0 0,2 4 27 0 0,1 1 1 0 0,0 0-1 0 0,0 0 1 0 0,0-1-1 0 0,0 1 0 0 0,0 0 1 0 0,1 0-1 0 0,0 0 1 0 0,-1-1-1 0 0,1 1 1 0 0,0 0-1 0 0,1 0 1 0 0,-1 0-1 0 0,0 0 0 0 0,1 1 1 0 0,0-1-1 0 0,-1 0 1 0 0,5-3-1 0 0,2-4-297 0 0,1 0 0 0 0,1 1-1 0 0,0 1 1 0 0,0-1 0 0 0,1 2 0 0 0,0-1-1 0 0,0 2 1 0 0,0-1 0 0 0,25-8-1 0 0,-11 5 184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0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14283 0 0,'0'10'632'0'0,"-2"-6"136"0"0,1 1-616 0 0,0 0-152 0 0,-1-4 0 0 0,1 2 0 0 0,1-1 512 0 0,-1 2 81 0 0,-1 3 15 0 0,2 1 0 0 0,3-1-496 0 0,1-4-112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8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0 9674 0 0,'-7'43'2098'0'0,"-18"141"-767"0"0,-3 278 1 0 0,53 357 342 0 0,38-2-670 0 0,-23-326-252 0 0,-38-468-674 0 0,8 173 1249 0 0,-10-158-1040 0 0,-1 0-1 0 0,-3-1 1 0 0,-8 43-1 0 0,12-78-338 0 0,-1 0-1 0 0,1 0 1 0 0,-1 0-1 0 0,1 0 1 0 0,-1 0-1 0 0,0 0 1 0 0,0 0-1 0 0,0 0 1 0 0,0-1-1 0 0,-2 4 1 0 0,3-5-15 0 0,0 0 0 0 0,-1 1 0 0 0,1-1 1 0 0,0 0-1 0 0,0 0 0 0 0,-1 0 0 0 0,1 0 1 0 0,0 0-1 0 0,-1 0 0 0 0,1 0 0 0 0,0 0 0 0 0,0 0 1 0 0,-1 0-1 0 0,1 0 0 0 0,0 0 0 0 0,-1 0 1 0 0,1 0-1 0 0,0 0 0 0 0,-1 0 0 0 0,1 0 1 0 0,0 0-1 0 0,0 0 0 0 0,-1-1 0 0 0,1 1 1 0 0,0 0-1 0 0,0 0 0 0 0,-1 0 0 0 0,1 0 0 0 0,0-1 1 0 0,0 1-1 0 0,0 0 0 0 0,-1 0 0 0 0,1 0 1 0 0,0-1-1 0 0,0 1 0 0 0,0 0 0 0 0,0 0 1 0 0,-1-1-1 0 0,1 1 0 0 0,0-1 0 0 0,-3-5-1177 0 0,0 0 0 0 0,1 0 0 0 0,-1-1 0 0 0,-2-11 0 0 0,-3-19-2692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8.8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31 164 12899 0 0,'-25'2'1200'0'0,"19"-2"-1737"0"0,19 0-306 0 0,42-6 1062 0 0,83-19 1 0 0,-19 1 272 0 0,129-10 58 0 0,253-2 1 0 0,10 44 397 0 0,-179 21-358 0 0,150 10-379 0 0,0-42-281 0 0,68-59-1039 0 0,-456 49 821 0 0,395-25-3460 0 0,-422 39-423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49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3546 1 4609 0 0,'-3'5'5489'0'0,"2"12"-3436"0"0,6 28-2583 0 0,-3-22 1346 0 0,13 155 839 0 0,3 59-1016 0 0,-14 121-488 0 0,21 293 74 0 0,-1-447-50 0 0,28 376 826 0 0,-51-543-879 0 0,7 485 1765 0 0,-8-519-1844 0 0,-3 48 425 0 0,3-49-426 0 0,0 0 1 0 0,-1-1-1 0 0,1 1 0 0 0,0 0 1 0 0,-1 0-1 0 0,1 0 1 0 0,-1-1-1 0 0,0 1 0 0 0,0 0 1 0 0,0-1-1 0 0,1 1 1 0 0,-1 0-1 0 0,-1-1 0 0 0,1 1 1 0 0,0-1-1 0 0,0 0 1 0 0,-1 1-1 0 0,1-1 0 0 0,0 0 1 0 0,-1 0-1 0 0,1 0 0 0 0,-1 0 1 0 0,-2 2-1 0 0,-3-3 103 0 0,-1 0 0 0 0,1 0 0 0 0,-1 0-1 0 0,1-1 1 0 0,0 0 0 0 0,-1 0 0 0 0,1-1-1 0 0,-10-3 1 0 0,-15-3 87 0 0,-27 2-159 0 0,0 2 1 0 0,-1 3-1 0 0,-115 13 0 0 0,-6 0 12 0 0,-231-7-154 0 0,-575 28-212 0 0,445 9 607 0 0,-300 26 330 0 0,780-61-646 0 0,21-2-52 0 0,-83-1 0 0 0,115-5-331 0 0,2 0-100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0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1 6913 0 0,'-7'1'1028'0'0,"-1"1"-1"0"0,0 0 0 0 0,0 0 1 0 0,1 0-1 0 0,0 1 0 0 0,-14 8 0 0 0,21-11-917 0 0,0 1 0 0 0,0-1 0 0 0,0 1 0 0 0,0-1 0 0 0,0 1 0 0 0,0-1 0 0 0,0 1 0 0 0,0-1-1 0 0,0 1 1 0 0,0-1 0 0 0,0 1 0 0 0,0-1 0 0 0,1 1 0 0 0,-1-1 0 0 0,0 0 0 0 0,0 1 0 0 0,0-1-1 0 0,1 1 1 0 0,-1-1 0 0 0,0 1 0 0 0,1-1 0 0 0,-1 0 0 0 0,0 1 0 0 0,1-1 0 0 0,-1 0 0 0 0,1 1 0 0 0,-1-1-1 0 0,0 0 1 0 0,1 0 0 0 0,-1 1 0 0 0,1-1 0 0 0,-1 0 0 0 0,1 0 0 0 0,-1 0 0 0 0,1 1 0 0 0,20 12 547 0 0,-20-12-524 0 0,33 18 360 0 0,-1 3 0 0 0,-2 0 0 0 0,0 2 0 0 0,35 36 1 0 0,302 299 665 0 0,-256-262-1003 0 0,184 121 1 0 0,-234-178-139 0 0,264 186 236 0 0,-235-151-171 0 0,-23-18 81 0 0,84 53 1 0 0,-78-64-120 0 0,162 107 34 0 0,31 27 22 0 0,-202-142-53 0 0,1-3 0 0 0,91 34 0 0 0,159 82 53 0 0,-270-127-63 0 0,26 15 56 0 0,-1 4 0 0 0,-3 2 0 0 0,-1 3-1 0 0,-3 4 1 0 0,86 87 0 0 0,-136-124-46 0 0,22 24-7 0 0,1-2 0 0 0,2-2 0 0 0,67 48 0 0 0,-73-56 436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1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513 320 5449 0 0,'0'-9'1105'0'0,"-1"0"1"0"0,0 0-1 0 0,0 0 0 0 0,-1 0 1 0 0,0 1-1 0 0,-1-1 0 0 0,0 0 0 0 0,0 1 1 0 0,-1 0-1 0 0,0 0 0 0 0,0 0 0 0 0,-1 0 1 0 0,-10-13-1 0 0,7 11-429 0 0,-1 1-1 0 0,-19-16 1 0 0,5 9-602 0 0,20 14-46 0 0,-1 0 0 0 0,1 0-1 0 0,-1 0 1 0 0,1 0-1 0 0,0-1 1 0 0,0 1-1 0 0,0-1 1 0 0,1 0-1 0 0,-1 0 1 0 0,0 0 0 0 0,1 0-1 0 0,0 0 1 0 0,0-1-1 0 0,0 1 1 0 0,0-1-1 0 0,-2-6 1 0 0,4 8-26 0 0,0 1-1 0 0,0-1 1 0 0,0 0-1 0 0,0 0 1 0 0,0 0-1 0 0,1 0 1 0 0,-1 0-1 0 0,1 0 1 0 0,-1 0 0 0 0,1 0-1 0 0,-1 1 1 0 0,1-1-1 0 0,0 0 1 0 0,0 0-1 0 0,0 1 1 0 0,0-1-1 0 0,0 1 1 0 0,1-1-1 0 0,-1 1 1 0 0,0-1 0 0 0,1 1-1 0 0,-1 0 1 0 0,4-3-1 0 0,-4 3 1 0 0,1 0-1 0 0,0 0 1 0 0,-1-1 0 0 0,1 1-1 0 0,-1-1 1 0 0,0 1-1 0 0,0-1 1 0 0,1 0-1 0 0,-1 0 1 0 0,0 1 0 0 0,0-1-1 0 0,-1 0 1 0 0,1 0-1 0 0,0 0 1 0 0,-1 0-1 0 0,2-2 1 0 0,-1 16 81 0 0,2 1-1 0 0,-1 0 1 0 0,2-1 0 0 0,0 1 0 0 0,0-1-1 0 0,1 0 1 0 0,13 21 0 0 0,-8-14 40 0 0,-1 1 1 0 0,7 24-1 0 0,1 19-123 0 0,3-1 0 0 0,35 74 0 0 0,-49-125-4 0 0,1 0 0 0 0,0-1 0 0 0,1 1 0 0 0,0-2 0 0 0,1 1 0 0 0,10 8 0 0 0,-8-6-48 0 0,-19-10 40 0 0,0 1 0 0 0,0-1 0 0 0,0 0 0 0 0,0-1 0 0 0,-10 1 0 0 0,-104 9 188 0 0,-244 12 698 0 0,300-25-3128 0 0,46 1-6096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2.8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146 113 8290 0 0,'-12'-8'2112'0'0,"2"1"-584"0"0,-1 0 0 0 0,1 0 0 0 0,-1 1 0 0 0,-24-9 1 0 0,35 15-1416 0 0,-1 1 0 0 0,1-1 0 0 0,-1 0 0 0 0,1 1 0 0 0,0-1 0 0 0,-1 0 0 0 0,1 1 0 0 0,0-1 0 0 0,-1 1 0 0 0,1-1 0 0 0,0 1 0 0 0,-1-1 0 0 0,1 1-1 0 0,0-1 1 0 0,0 1 0 0 0,0-1 0 0 0,-1 1 0 0 0,1-1 0 0 0,0 1 0 0 0,0-1 0 0 0,0 1 0 0 0,0-1 0 0 0,0 1 0 0 0,0-1 0 0 0,0 1 0 0 0,0-1 0 0 0,0 1 0 0 0,0 0 0 0 0,1-1 0 0 0,-1 1 0 0 0,0-1 0 0 0,0 1 0 0 0,1 0 0 0 0,2 22-512 0 0,-2-22 583 0 0,8 44-184 0 0,26 70 0 0 0,-6-23 0 0 0,5 20 0 0 0,-28-98 0 0 0,0-1 0 0 0,0 0 0 0 0,1 0 0 0 0,1 0 0 0 0,17 21 0 0 0,-14-26 0 0 0,-9-9 0 0 0,-10-12 0 0 0,-11-12 123 0 0,2-1 0 0 0,1 0 0 0 0,1-2 0 0 0,1 0 0 0 0,2 0 0 0 0,0-1 0 0 0,-12-53 0 0 0,17 48-35 0 0,1 3 35 0 0,-14-45 0 0 0,17 66-66 0 0,-1 0-1 0 0,-1 0 1 0 0,0 1-1 0 0,0-1 1 0 0,-1 1-1 0 0,0 1 1 0 0,0-1-1 0 0,-11-10 1 0 0,17 19-54 0 0,-1-1 0 0 0,1 1 1 0 0,-1 0-1 0 0,1 0 1 0 0,0 0-1 0 0,-1-1 0 0 0,1 1 1 0 0,-1 0-1 0 0,1-1 1 0 0,0 1-1 0 0,-1 0 0 0 0,1-1 1 0 0,0 1-1 0 0,-1 0 1 0 0,1-1-1 0 0,0 1 0 0 0,0-1 1 0 0,-1 1-1 0 0,1-1 1 0 0,0 1-1 0 0,0 0 0 0 0,0-1 1 0 0,0 1-1 0 0,0-1 1 0 0,0 1-1 0 0,-1-1 0 0 0,1 1 1 0 0,0-1-1 0 0,0 1 1 0 0,1-1-1 0 0,-1 1 0 0 0,0-1 1 0 0,0 1-1 0 0,0-1 1 0 0,0 1-1 0 0,0-1 0 0 0,0 1 1 0 0,1 0-1 0 0,-1-1 0 0 0,0 1 1 0 0,0-1-1 0 0,0 1 1 0 0,1-1-1 0 0,-1 1 0 0 0,0 0 1 0 0,1-1-1 0 0,-1 1 1 0 0,0 0-1 0 0,1-1 0 0 0,-1 1 1 0 0,1 0-1 0 0,-1 0 1 0 0,0-1-1 0 0,1 1 0 0 0,-1 0 1 0 0,1 0-1 0 0,-1 0 1 0 0,1 0-1 0 0,0-1 0 0 0,4-2 7 0 0,3-1-10 0 0,1-1 0 0 0,0 1 0 0 0,-1 1 0 0 0,1 0 0 0 0,0 0 0 0 0,0 1 0 0 0,1 0 0 0 0,-1 0 0 0 0,0 1 0 0 0,11 0 0 0 0,6 1 0 0 0,-1 1 0 0 0,35 6 0 0 0,87 24 28 0 0,33 4 49 0 0,-159-32-67 0 0,0-1 0 0 0,1-2 0 0 0,-1 0 0 0 0,0-1 0 0 0,1-1 0 0 0,28-7 0 0 0,-28-1 517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3.5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2271 7370 0 0,'-1'1'266'0'0,"0"1"0"0"0,0-1 0 0 0,0 0 0 0 0,0 0 1 0 0,0 0-1 0 0,-1 0 0 0 0,1 0 0 0 0,0 0 1 0 0,-1 0-1 0 0,1 0 0 0 0,-1 0 0 0 0,1-1 1 0 0,-1 1-1 0 0,1 0 0 0 0,-1-1 0 0 0,1 0 0 0 0,-1 1 1 0 0,0-1-1 0 0,1 0 0 0 0,-1 0 0 0 0,0 0 1 0 0,1 0-1 0 0,-1 0 0 0 0,1 0 0 0 0,-1 0 1 0 0,0 0-1 0 0,1-1 0 0 0,-1 1 0 0 0,0-1 0 0 0,1 1 1 0 0,-1-1-1 0 0,-1-1 0 0 0,1 0-68 0 0,0 0 1 0 0,0 0-1 0 0,0 0 0 0 0,1 0 1 0 0,-1 0-1 0 0,1 0 0 0 0,-1-1 1 0 0,1 1-1 0 0,0 0 0 0 0,0-1 1 0 0,0 1-1 0 0,0-1 0 0 0,0 0 1 0 0,1 1-1 0 0,-1-1 0 0 0,1 0 1 0 0,-1 1-1 0 0,1-1 0 0 0,0-3 1 0 0,4-30 93 0 0,1 1 1 0 0,1 0 0 0 0,2 0-1 0 0,2 1 1 0 0,13-34 0 0 0,-12 35-176 0 0,119-333 359 0 0,-59 172-398 0 0,-39 107-43 0 0,3 1 1 0 0,5 2-1 0 0,2 2 1 0 0,5 2-1 0 0,2 2 0 0 0,89-106 1 0 0,-101 141-36 0 0,310-329 0 0 0,-278 314 0 0 0,132-84 0 0 0,-125 92 0 0 0,-66 42-17 0 0,34-20-200 0 0,-40 26 196 0 0,-1 1 0 0 0,1-1 0 0 0,-1 0 0 0 0,1 1 0 0 0,-1 0 0 0 0,1 0 0 0 0,0 0 0 0 0,0 0 1 0 0,-1 1-1 0 0,7-1 0 0 0,-9 1-91 0 0,-1 1 1 0 0,1-1-1 0 0,0 0 1 0 0,-1 0 0 0 0,1 1-1 0 0,0-1 1 0 0,-1 0-1 0 0,1 1 1 0 0,0-1-1 0 0,-1 1 1 0 0,1-1-1 0 0,-1 1 1 0 0,1-1 0 0 0,0 1-1 0 0,-1-1 1 0 0,0 1-1 0 0,1-1 1 0 0,-1 1-1 0 0,1 0 1 0 0,-1-1-1 0 0,0 1 1 0 0,1 0-1 0 0,-1-1 1 0 0,0 1 0 0 0,0 0-1 0 0,1 0 1 0 0,-1-1-1 0 0,0 1 1 0 0,0 0-1 0 0,0 0 1 0 0,0-1-1 0 0,0 1 1 0 0,0 0 0 0 0,0 0-1 0 0,0-1 1 0 0,-1 2-1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3.9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242 3 1376 0 0,'-42'15'741'0'0,"-64"32"0"0"0,13 4 4681 0 0,125-59-313 0 0,5-2-4008 0 0,58-23 1153 0 0,-50 15-1498 0 0,0 3 0 0 0,74-15 0 0 0,-115 29-723 0 0,0 1 0 0 0,-1-1-1 0 0,1 1 1 0 0,0 0 0 0 0,-1 0 0 0 0,1 0-1 0 0,0 1 1 0 0,-1-1 0 0 0,1 1 0 0 0,-1 0 0 0 0,1 0-1 0 0,-1 0 1 0 0,1 1 0 0 0,-1-1 0 0 0,1 1-1 0 0,-1 0 1 0 0,0-1 0 0 0,0 1 0 0 0,0 1-1 0 0,0-1 1 0 0,0 0 0 0 0,-1 1 0 0 0,1 0 0 0 0,-1-1-1 0 0,1 1 1 0 0,1 4 0 0 0,1 1 60 0 0,-1 0-1 0 0,-1 0 1 0 0,1 1 0 0 0,-2-1 0 0 0,1 1-1 0 0,-1 0 1 0 0,0 0 0 0 0,-1 0 0 0 0,1 15-1 0 0,-2 60 666 0 0,-2-63-1056 0 0,2 1-1 0 0,0 0 0 0 0,2-1 0 0 0,0 1 0 0 0,10 41 1 0 0,-4-42-6825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4.9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35 1840 0 0,'-11'-11'-383'0'0,"8"8"1099"0"0,0 1 1 0 0,0-1-1 0 0,0 0 1 0 0,0 1-1 0 0,-1-1 1 0 0,1 1-1 0 0,-7-3 1 0 0,9 5-536 0 0,0 0-1 0 0,0 0 1 0 0,0 0 0 0 0,0 0 0 0 0,0 0 0 0 0,0 0 0 0 0,0 0 0 0 0,0 0 0 0 0,0 1 0 0 0,0-1 0 0 0,0 0 0 0 0,0 1 0 0 0,0-1 0 0 0,0 0 0 0 0,0 1-1 0 0,0-1 1 0 0,0 1 0 0 0,0 0 0 0 0,1-1 0 0 0,-1 1 0 0 0,0 0 0 0 0,0 0 0 0 0,1-1 0 0 0,-1 1 0 0 0,0 0 0 0 0,1 0 0 0 0,-1 0 0 0 0,1 0 0 0 0,-1 0-1 0 0,1 0 1 0 0,0-1 0 0 0,-1 1 0 0 0,1 0 0 0 0,0 0 0 0 0,0 1 0 0 0,-1 0 0 0 0,-2 9 307 0 0,0 1 0 0 0,0-1 0 0 0,1 0 1 0 0,1 1-1 0 0,0 0 0 0 0,0-1 0 0 0,1 1 0 0 0,0 0 0 0 0,1-1 1 0 0,5 20-1 0 0,3 10-265 0 0,27 65 0 0 0,-4-11-83 0 0,-29-82-129 0 0,-2-7-7 0 0,0-1-1 0 0,0 1 1 0 0,1-1-1 0 0,0 0 1 0 0,0 0-1 0 0,0 0 1 0 0,0 0-1 0 0,1 0 1 0 0,0 0-1 0 0,0 0 1 0 0,5 5-1 0 0,-7-12-2 0 0,0 0-1 0 0,0 0 0 0 0,0 0 1 0 0,0 0-1 0 0,-1 0 1 0 0,1 0-1 0 0,0 0 0 0 0,-1 0 1 0 0,0 0-1 0 0,1 0 1 0 0,-1 0-1 0 0,0-5 1 0 0,0 5 5 0 0,6-37 61 0 0,17-62 1 0 0,-17 84-70 0 0,0 0 1 0 0,0 1-1 0 0,2 0 1 0 0,0 0-1 0 0,0 0 1 0 0,12-14-1 0 0,-18 28 5 0 0,-1 0 0 0 0,1 0-1 0 0,0 0 1 0 0,-1 0 0 0 0,1 0-1 0 0,0 0 1 0 0,0 0 0 0 0,0 1 0 0 0,0-1-1 0 0,1 1 1 0 0,-1-1 0 0 0,0 1-1 0 0,1 0 1 0 0,-1 0 0 0 0,1 0-1 0 0,-1 0 1 0 0,1 0 0 0 0,-1 1-1 0 0,1-1 1 0 0,0 1 0 0 0,-1 0 0 0 0,5 0-1 0 0,-4 0 53 0 0,1 1 0 0 0,-1 0-1 0 0,0 0 1 0 0,0 1 0 0 0,0-1 0 0 0,0 1-1 0 0,-1-1 1 0 0,1 1 0 0 0,0 0-1 0 0,0 0 1 0 0,-1 0 0 0 0,0 0 0 0 0,1 1-1 0 0,-1-1 1 0 0,0 1 0 0 0,0-1-1 0 0,3 6 1 0 0,35 58 266 0 0,34 76 0 0 0,-49-91-3890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5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9674 0 0,'3'1'240'0'0,"-1"-1"1"0"0,-1 1-1 0 0,1-1 0 0 0,0 1 1 0 0,0 0-1 0 0,0 0 0 0 0,0 0 1 0 0,0 0-1 0 0,-1 0 0 0 0,1 1 1 0 0,0-1-1 0 0,-1 0 0 0 0,1 1 0 0 0,-1-1 1 0 0,0 1-1 0 0,1-1 0 0 0,-1 1 1 0 0,0 0-1 0 0,0-1 0 0 0,0 1 1 0 0,0 0-1 0 0,0 0 0 0 0,0 0 1 0 0,-1 0-1 0 0,1 2 0 0 0,14 52 3162 0 0,-9 7-1859 0 0,1 0-3175 0 0,-4-47-5280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5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59 14283 0 0,'-12'-9'632'0'0,"2"0"136"0"0,2 3-616 0 0,2 1-152 0 0,4 3 0 0 0,0-1 0 0 0,0 0-512 0 0,-4-1-128 0 0,-1-3-24 0 0,1 1-8 0 0,-1 1-104 0 0,3 5-24 0 0,4 6-9 0 0,1 5 1 0 0,2 2 648 0 0,2 4 160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5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194 0 5529 0 0,'-9'1'580'0'0,"-1"0"-1"0"0,1 1 1 0 0,0 0 0 0 0,-1 0-1 0 0,1 1 1 0 0,0 0 0 0 0,1 1-1 0 0,-1 0 1 0 0,-11 7 0 0 0,-3 3 984 0 0,1 1 1 0 0,-22 19-1 0 0,44-34-1564 0 0,0 0-1 0 0,0 0 1 0 0,0 0-1 0 0,0 0 0 0 0,-1 0 1 0 0,1 0-1 0 0,0 0 1 0 0,0 0-1 0 0,0 0 1 0 0,0 0-1 0 0,0 0 0 0 0,0 0 1 0 0,-1 0-1 0 0,1 0 1 0 0,0 1-1 0 0,0-1 0 0 0,0 0 1 0 0,0 0-1 0 0,0 0 1 0 0,0 0-1 0 0,0 0 0 0 0,0 0 1 0 0,0 1-1 0 0,-1-1 1 0 0,1 0-1 0 0,0 0 1 0 0,0 0-1 0 0,0 0 0 0 0,0 0 1 0 0,0 1-1 0 0,0-1 1 0 0,0 0-1 0 0,0 0 0 0 0,0 0 1 0 0,0 0-1 0 0,0 0 1 0 0,0 1-1 0 0,0-1 0 0 0,0 0 1 0 0,0 0-1 0 0,0 0 1 0 0,0 0-1 0 0,0 0 1 0 0,1 1-1 0 0,-1-1 0 0 0,0 0 1 0 0,0 0-1 0 0,0 0 1 0 0,0 0-1 0 0,0 0 0 0 0,0 0 1 0 0,0 1-1 0 0,1-1 1 0 0,10 1-388 0 0,13-5-405 0 0,-8-2 234 0 0,-10 4 472 0 0,0 0 0 0 0,0 0-1 0 0,0 0 1 0 0,0 1-1 0 0,0 0 1 0 0,0 0-1 0 0,8 0 1 0 0,-11 1 96 0 0,-1 1 0 0 0,0-1-1 0 0,1 1 1 0 0,-1 0 0 0 0,1 0 0 0 0,-1 0 0 0 0,0 0 0 0 0,0 0 0 0 0,0 1 0 0 0,1-1 0 0 0,-1 0 0 0 0,0 1 0 0 0,-1 0 0 0 0,1-1 0 0 0,0 1 0 0 0,0 0 0 0 0,-1 0 0 0 0,1 0 0 0 0,-1 0 0 0 0,0 0 0 0 0,0 1 0 0 0,2 1 0 0 0,5 13 72 0 0,0 0 0 0 0,0 1 0 0 0,-2-1 0 0 0,9 36 0 0 0,-13-44-13 0 0,-1-1-1 0 0,1 1 0 0 0,-2 0 0 0 0,1 0 0 0 0,-1-1 0 0 0,0 1 0 0 0,-1 0 0 0 0,0-1 0 0 0,-1 1 0 0 0,0 0 0 0 0,0-1 0 0 0,-6 15 1 0 0,7-20-81 0 0,-1-1 1 0 0,1 0-1 0 0,-1 1 1 0 0,0-1 0 0 0,0 0-1 0 0,0 0 1 0 0,0 0-1 0 0,0 0 1 0 0,0 0 0 0 0,0-1-1 0 0,-1 1 1 0 0,1-1-1 0 0,0 1 1 0 0,-1-1 0 0 0,0 0-1 0 0,1 0 1 0 0,-1 0 0 0 0,0 0-1 0 0,1 0 1 0 0,-1-1-1 0 0,0 1 1 0 0,0-1 0 0 0,-4 0-1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6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6 4609 0 0,'-12'-6'6528'0'0,"11"7"-6335"0"0,0 15 2734 0 0,11 22-2362 0 0,143 278 2817 0 0,-153-315-3381 0 0,1 0 0 0 0,-1 0 0 0 0,1 0 1 0 0,0 0-1 0 0,-1 1 0 0 0,1-1 0 0 0,0 0 0 0 0,0-1 0 0 0,-1 1 1 0 0,1 0-1 0 0,0 0 0 0 0,0 0 0 0 0,0 0 0 0 0,0-1 0 0 0,0 1 0 0 0,0 0 1 0 0,3 0-1 0 0,-4-1 1 0 0,1 0-1 0 0,-1 0 1 0 0,1 0 0 0 0,-1-1 0 0 0,1 1 0 0 0,-1 0-1 0 0,1-1 1 0 0,-1 1 0 0 0,1 0 0 0 0,-1-1 0 0 0,1 1-1 0 0,-1 0 1 0 0,0-1 0 0 0,1 1 0 0 0,-1-1 0 0 0,0 1-1 0 0,1-1 1 0 0,-1 1 0 0 0,0-1 0 0 0,1 1 0 0 0,-1-1 0 0 0,0 1-1 0 0,0-1 1 0 0,0 1 0 0 0,0-1 0 0 0,1 0 0 0 0,6-54 95 0 0,-6 43-88 0 0,-1 12-9 0 0,4-29 9 0 0,8-39 1 0 0,-10 61-7 0 0,0 1-1 0 0,0-1 1 0 0,1 0 0 0 0,-1 1 0 0 0,1-1 0 0 0,1 1 0 0 0,-1 0 0 0 0,1 0 0 0 0,0 0 0 0 0,1 0-1 0 0,7-7 1 0 0,-11 12 6 0 0,0 0 0 0 0,1 0 0 0 0,-1 0 0 0 0,1 0 1 0 0,-1 0-1 0 0,1 0 0 0 0,0 0 0 0 0,-1 1 0 0 0,1-1 0 0 0,0 1 0 0 0,0-1 0 0 0,-1 1 0 0 0,1 0 0 0 0,0-1 0 0 0,0 1 0 0 0,-1 0 0 0 0,1 0 0 0 0,0 0 0 0 0,0 1 0 0 0,0-1 0 0 0,-1 0 0 0 0,1 1 0 0 0,0-1 0 0 0,-1 1 0 0 0,1-1 1 0 0,0 1-1 0 0,-1 0 0 0 0,1 0 0 0 0,-1-1 0 0 0,1 1 0 0 0,-1 1 0 0 0,1-1 0 0 0,-1 0 0 0 0,0 0 0 0 0,1 0 0 0 0,-1 1 0 0 0,0-1 0 0 0,0 0 0 0 0,1 3 0 0 0,6 7 80 0 0,0 0-1 0 0,-1 1 0 0 0,-1 0 1 0 0,6 14-1 0 0,-6-15-172 0 0,1 4-882 0 0,2 1-3470 0 0,-1-1-1473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6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1 265 3225 0 0,'19'-9'155'0'0,"-7"3"400"0"0,0 0 0 0 0,0-1 0 0 0,0 0 1 0 0,16-13-1 0 0,-25 17-383 0 0,0 0-1 0 0,-1 1 1 0 0,1-1 0 0 0,-1 0-1 0 0,0-1 1 0 0,1 1 0 0 0,-1 0 0 0 0,-1-1-1 0 0,1 1 1 0 0,0-1 0 0 0,-1 1 0 0 0,0-1-1 0 0,0 0 1 0 0,0 1 0 0 0,0-1-1 0 0,-1 0 1 0 0,1 0 0 0 0,-1 0 0 0 0,0 0-1 0 0,-1-6 1 0 0,-10-59 1547 0 0,10 65-1494 0 0,0 0 0 0 0,0 0 0 0 0,0 1 1 0 0,-1-1-1 0 0,0 0 0 0 0,1 1 0 0 0,-1 0 0 0 0,0-1 0 0 0,0 1 0 0 0,-1 0 1 0 0,1 0-1 0 0,-1 0 0 0 0,0 0 0 0 0,1 0 0 0 0,-6-3 0 0 0,7 6-121 0 0,1-1 0 0 0,-1 1 0 0 0,0-1-1 0 0,0 1 1 0 0,0-1 0 0 0,0 1 0 0 0,0-1 0 0 0,0 1-1 0 0,0 0 1 0 0,0 0 0 0 0,0-1 0 0 0,0 1-1 0 0,0 0 1 0 0,0 0 0 0 0,0 0 0 0 0,0 0 0 0 0,0 0-1 0 0,0 0 1 0 0,0 1 0 0 0,1-1 0 0 0,-1 0 0 0 0,0 0-1 0 0,0 1 1 0 0,0-1 0 0 0,0 0 0 0 0,0 1-1 0 0,-1 0 1 0 0,0 1-45 0 0,1-1 0 0 0,0 1-1 0 0,0-1 1 0 0,0 1 0 0 0,0-1-1 0 0,0 1 1 0 0,1 0 0 0 0,-1-1 0 0 0,1 1-1 0 0,-1 0 1 0 0,1 0 0 0 0,-1 0-1 0 0,1 3 1 0 0,-1 2-71 0 0,1 0 0 0 0,0 0 0 0 0,0 0 1 0 0,1 0-1 0 0,0-1 0 0 0,0 1 0 0 0,2 7 0 0 0,0-7 4 0 0,1 0 0 0 0,0-1 0 0 0,0 1 0 0 0,0-1 0 0 0,1 0 0 0 0,0 0 0 0 0,0 0 0 0 0,0-1 0 0 0,1 0 0 0 0,0 0 0 0 0,0 0 0 0 0,0 0 1 0 0,0-1-1 0 0,12 5 0 0 0,-9-4-228 0 0,0-1 1 0 0,1-1 0 0 0,-1 0 0 0 0,1 0-1 0 0,-1-1 1 0 0,1 0 0 0 0,0 0 0 0 0,0-1-1 0 0,0-1 1 0 0,17 0 0 0 0,1-4-5580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7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5065 0 0,'0'-7'1089'0'0,"9"11"207"0"0,10 10 1402 0 0,-8-1-2332 0 0,0 1 1 0 0,-1-1-1 0 0,-1 2 1 0 0,0-1-1 0 0,-1 1 1 0 0,0 1 0 0 0,-2 8 5371 0 0,-9-28-5320 0 0,0 0 1 0 0,1 1-1 0 0,-1-1 1 0 0,1 0 0 0 0,-4-8-1 0 0,4 2-281 0 0,0 1 1 0 0,0-1-1 0 0,1 0 0 0 0,1 1 0 0 0,0-1 0 0 0,0 0 1 0 0,0 0-1 0 0,2 1 0 0 0,-1-1 0 0 0,1 1 0 0 0,0-1 1 0 0,1 1-1 0 0,0 0 0 0 0,1 0 0 0 0,6-12 0 0 0,-5 11-451 0 0,1 1-1 0 0,0-1 1 0 0,1 1 0 0 0,0 0-1 0 0,0 1 1 0 0,1 0-1 0 0,0 0 1 0 0,10-7-1 0 0,2 1-7026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7.7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21 5529 0 0,'-9'-21'12051'0'0,"10"27"-11781"0"0,0-1 0 0 0,1 0 1 0 0,-1 0-1 0 0,1 0 0 0 0,0 0 1 0 0,4 7-1 0 0,4 10 456 0 0,12 42 397 0 0,56 138-1789 0 0,-66-182-2304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8.3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10 308 5529 0 0,'-10'4'4350'0'0,"33"-17"-2282"0"0,152-94 664 0 0,-143 84-4052 0 0,-1-2 0 0 0,-2 0-1 0 0,33-36 1 0 0,-50 46 537 0 0,-7 9 464 0 0,-1 1 0 0 0,1-1 0 0 0,0 1 0 0 0,0 0 0 0 0,0 1 1 0 0,9-7-1 0 0,-13 12 570 0 0,-1-1 0 0 0,1 0 0 0 0,0 1 1 0 0,0-1-1 0 0,0 1 0 0 0,0-1 0 0 0,-1 1 0 0 0,1-1 1 0 0,0 1-1 0 0,-1-1 0 0 0,1 1 0 0 0,0 0 1 0 0,-1-1-1 0 0,1 1 0 0 0,0 0 0 0 0,-1 0 0 0 0,0 0 1 0 0,1-1-1 0 0,-1 1 0 0 0,1 2 0 0 0,11 19 2142 0 0,15 53 1453 0 0,5 13-1796 0 0,-28-80-1929 0 0,0 1 0 0 0,1-1 1 0 0,0 0-1 0 0,0 0 0 0 0,1 0 0 0 0,0-1 0 0 0,9 9 0 0 0,-14-15-126 0 0,-1 0 0 0 0,1-1 1 0 0,-1 1-1 0 0,1 0 0 0 0,0-1 0 0 0,0 1 0 0 0,-1-1 0 0 0,1 1 0 0 0,0-1 0 0 0,0 1 0 0 0,0-1 0 0 0,0 0 0 0 0,0 1 0 0 0,-1-1 0 0 0,1 0 0 0 0,0 0 0 0 0,0 1 0 0 0,0-1 0 0 0,0 0 0 0 0,0 0 0 0 0,0 0 0 0 0,0 0 0 0 0,0 0 0 0 0,0-1 0 0 0,0 1 0 0 0,0 0 0 0 0,1-1 0 0 0,-1 0-6 0 0,1 0 1 0 0,-1 0-1 0 0,1-1 1 0 0,-1 1-1 0 0,0 0 1 0 0,0-1-1 0 0,0 1 1 0 0,0-1-1 0 0,0 1 1 0 0,0-1-1 0 0,0 1 1 0 0,0-1 0 0 0,0-2-1 0 0,3-9-42 0 0,-1-1-1 0 0,0 1 1 0 0,1-15-1 0 0,-3 21 40 0 0,2-23-3 0 0,-1 9-8 0 0,10-41 0 0 0,-11 57 23 0 0,0 0 1 0 0,1 1-1 0 0,0-1 0 0 0,0 1 0 0 0,0-1 1 0 0,0 1-1 0 0,1 0 0 0 0,-1 0 0 0 0,1 0 0 0 0,0 0 1 0 0,0 0-1 0 0,1 1 0 0 0,-1 0 0 0 0,5-4 0 0 0,-7 6 6 0 0,0 1-1 0 0,0-1 1 0 0,0 1 0 0 0,-1-1-1 0 0,1 1 1 0 0,0 0-1 0 0,0-1 1 0 0,0 1-1 0 0,0 0 1 0 0,0 0-1 0 0,0 0 1 0 0,0 0-1 0 0,-1-1 1 0 0,1 1 0 0 0,0 0-1 0 0,0 1 1 0 0,0-1-1 0 0,0 0 1 0 0,0 0-1 0 0,0 0 1 0 0,0 0-1 0 0,0 1 1 0 0,-1-1 0 0 0,1 0-1 0 0,1 2 1 0 0,0-1 19 0 0,1 1 0 0 0,-1-1 0 0 0,0 1 0 0 0,-1 0 0 0 0,1 0 0 0 0,0 0 0 0 0,0 0 0 0 0,2 5 0 0 0,1 4 92 0 0,1 0 0 0 0,6 22 0 0 0,-11-32-112 0 0,3 13 125 0 0,29 73-2393 0 0,-23-65 1442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8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66 234 8002 0 0,'4'-6'233'0'0,"0"1"0"0"0,0 0-1 0 0,-1-1 1 0 0,0 1 0 0 0,0-1 0 0 0,0 0 0 0 0,-1 0 0 0 0,0 0 0 0 0,0 0 0 0 0,0-1 0 0 0,0-9 0 0 0,0 2 59 0 0,0-1 1 0 0,-2 1-1 0 0,1 0 0 0 0,-3-17 1 0 0,1 26-176 0 0,0 1 0 0 0,1-1 0 0 0,-2 0 0 0 0,1 1 0 0 0,-1-1 0 0 0,1 1 0 0 0,-1 0 0 0 0,0-1 0 0 0,-1 1 0 0 0,-4-7 0 0 0,6 10-20 0 0,0 0 1 0 0,0 0-1 0 0,1 1 1 0 0,-1-1 0 0 0,0 0-1 0 0,0 1 1 0 0,0-1 0 0 0,0 1-1 0 0,0-1 1 0 0,0 1-1 0 0,0-1 1 0 0,0 1 0 0 0,0-1-1 0 0,0 1 1 0 0,0 0 0 0 0,0 0-1 0 0,0 0 1 0 0,0-1-1 0 0,0 1 1 0 0,-1 0 0 0 0,0 1 55 0 0,0-1 0 0 0,0 1 0 0 0,0 0 0 0 0,1 0-1 0 0,-1-1 1 0 0,1 1 0 0 0,-1 0 0 0 0,0 0 0 0 0,1 1 0 0 0,0-1 0 0 0,-1 0 0 0 0,1 0 0 0 0,0 1 0 0 0,-1-1 0 0 0,1 1 0 0 0,-1 1 0 0 0,-2 2-7 0 0,0 1 1 0 0,1-1-1 0 0,0 1 1 0 0,0 0-1 0 0,0 0 1 0 0,0 0-1 0 0,1 1 1 0 0,0-1-1 0 0,1 1 1 0 0,-1-1-1 0 0,1 1 1 0 0,0-1-1 0 0,1 1 1 0 0,0 0-1 0 0,0-1 1 0 0,0 1-1 0 0,1 0 1 0 0,0-1-1 0 0,0 1 1 0 0,0 0-1 0 0,4 6 1 0 0,-3-8-191 0 0,0 0 1 0 0,0-1 0 0 0,1 1 0 0 0,-1-1-1 0 0,1 1 1 0 0,1-1 0 0 0,-1 0 0 0 0,0 0 0 0 0,1-1-1 0 0,0 1 1 0 0,0-1 0 0 0,0 1 0 0 0,0-1-1 0 0,1-1 1 0 0,-1 1 0 0 0,1 0 0 0 0,-1-1 0 0 0,1 0-1 0 0,0 0 1 0 0,0-1 0 0 0,0 1 0 0 0,0-1-1 0 0,0 0 1 0 0,1-1 0 0 0,-1 1 0 0 0,0-1 0 0 0,9 0-1 0 0,8-2-1776 0 0,2-1-4869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9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8 14283 0 0,'-7'-7'877'0'0,"15"20"-787"0"0,1 2 483 0 0,5 9 319 0 0,1-1 0 0 0,27 31-1 0 0,-35-47-789 0 0,0 1-1 0 0,1-1 0 0 0,0 0 0 0 0,1-1 1 0 0,-1 0-1 0 0,1 0 0 0 0,0-1 0 0 0,1 0 1 0 0,-1-1-1 0 0,13 4 0 0 0,-14-5 20 0 0,-1-1 0 0 0,1 0 0 0 0,0-1 0 0 0,0 0 0 0 0,0 0 0 0 0,-1-1 0 0 0,1 1 0 0 0,15-3 0 0 0,-21 2-76 0 0,1-1-1 0 0,-1 0 1 0 0,0 1 0 0 0,1-1 0 0 0,-1 0-1 0 0,0 0 1 0 0,0 0 0 0 0,1 0 0 0 0,-1 0-1 0 0,0-1 1 0 0,0 1 0 0 0,0-1 0 0 0,0 1-1 0 0,-1-1 1 0 0,1 0 0 0 0,0 1 0 0 0,-1-1-1 0 0,1 0 1 0 0,-1 0 0 0 0,0 0-1 0 0,0 0 1 0 0,1-1 0 0 0,-1 1 0 0 0,-1 0-1 0 0,1 0 1 0 0,0-1 0 0 0,-1 1 0 0 0,1-1-1 0 0,-1 1 1 0 0,1 0 0 0 0,-1-5 0 0 0,0-18-536 0 0,-2 0 1 0 0,-8-46 0 0 0,8 60-1016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9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0 354 3225 0 0,'3'0'136'0'0,"0"-1"1"0"0,0 0 0 0 0,-1 0-1 0 0,1 0 1 0 0,-1-1 0 0 0,1 1 0 0 0,-1-1-1 0 0,1 1 1 0 0,-1-1 0 0 0,0 0-1 0 0,0 0 1 0 0,0 0 0 0 0,0 0-1 0 0,3-4 1 0 0,25-34 3849 0 0,-22 26-3046 0 0,-1-1 1 0 0,0 0 0 0 0,-1 0-1 0 0,6-26 1 0 0,-9 28-725 0 0,0-2 1 0 0,0 1-1 0 0,-2 0 0 0 0,0 0 0 0 0,0-1 0 0 0,-1 1 1 0 0,-1 0-1 0 0,-1-1 0 0 0,-4-19 0 0 0,6 32-206 0 0,0 1 0 0 0,0 0 0 0 0,0-1-1 0 0,-1 1 1 0 0,1 0 0 0 0,-1 0 0 0 0,1 0 0 0 0,-1-1-1 0 0,1 1 1 0 0,-1 0 0 0 0,1 0 0 0 0,-1 0 0 0 0,0 0-1 0 0,0 0 1 0 0,0 0 0 0 0,1 0 0 0 0,-1 0 0 0 0,0 0 0 0 0,0 0-1 0 0,0 1 1 0 0,-1-1 0 0 0,-1-1 0 0 0,2 2 2 0 0,0 0 0 0 0,0 1 0 0 0,0-1 0 0 0,0 0 0 0 0,0 1 0 0 0,0-1 0 0 0,1 0 0 0 0,-1 1 0 0 0,0-1 0 0 0,0 1 1 0 0,0-1-1 0 0,0 1 0 0 0,0 0 0 0 0,1-1 0 0 0,-1 1 0 0 0,0 0 0 0 0,0 0 0 0 0,1-1 0 0 0,-1 1 0 0 0,1 0 0 0 0,-2 1 0 0 0,-2 6-1 0 0,-1-1 0 0 0,1 1 0 0 0,0 1 0 0 0,1-1-1 0 0,-3 9 1 0 0,4-11-86 0 0,1-1 0 0 0,0 1 1 0 0,0 0-1 0 0,1-1 0 0 0,0 1 0 0 0,0 0 0 0 0,0 0 0 0 0,0-1 0 0 0,1 1 0 0 0,0 0 1 0 0,0-1-1 0 0,1 1 0 0 0,0-1 0 0 0,-1 0 0 0 0,2 1 0 0 0,-1-1 0 0 0,1 0 0 0 0,0 0 0 0 0,0 0 1 0 0,0-1-1 0 0,0 1 0 0 0,1-1 0 0 0,0 1 0 0 0,0-1 0 0 0,0 0 0 0 0,1-1 0 0 0,-1 1 0 0 0,1-1 1 0 0,0 0-1 0 0,0 0 0 0 0,0 0 0 0 0,10 3 0 0 0,4 0-469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9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8 6913 0 0,'-1'-1'163'0'0,"0"0"0"0"0,0 0-1 0 0,-1 1 1 0 0,1-1-1 0 0,0 0 1 0 0,-1 1-1 0 0,1-1 1 0 0,0 1-1 0 0,-1-1 1 0 0,1 1-1 0 0,-1 0 1 0 0,1 0-1 0 0,0 0 1 0 0,-1-1-1 0 0,1 1 1 0 0,-1 1-1 0 0,1-1 1 0 0,-1 0-1 0 0,1 0 1 0 0,-1 0-1 0 0,1 1 1 0 0,-2 0-1 0 0,2 0 78 0 0,0 1-1 0 0,0 0 1 0 0,0-1-1 0 0,0 1 0 0 0,0 0 1 0 0,0 0-1 0 0,1 0 1 0 0,-1-1-1 0 0,1 1 0 0 0,-1 0 1 0 0,1 0-1 0 0,0 0 1 0 0,-1 0-1 0 0,1 0 0 0 0,0 0 1 0 0,0 0-1 0 0,1 3 1 0 0,-1 7 357 0 0,1 1 0 0 0,1-1 1 0 0,0 0-1 0 0,1 1 1 0 0,0-1-1 0 0,0 0 0 0 0,1 0 1 0 0,1-1-1 0 0,10 19 0 0 0,5 3-296 0 0,43 53 0 0 0,-5-9-5659 0 0,-43-54-1586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9.7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1 198 7834 0 0,'0'-1'31'0'0,"0"-1"0"0"0,0 1 0 0 0,0 0 0 0 0,0 0 0 0 0,0 0 0 0 0,0 0 0 0 0,0 0 0 0 0,0 0 0 0 0,0 0 1 0 0,0 0-1 0 0,1 0 0 0 0,-1 0 0 0 0,0 0 0 0 0,1 0 0 0 0,-1 0 0 0 0,1 0 0 0 0,-1 0 0 0 0,1 0 0 0 0,0 0 0 0 0,-1 0 0 0 0,1 0 1 0 0,0 1-1 0 0,0-1 0 0 0,-1 0 0 0 0,1 0 0 0 0,0 1 0 0 0,0-1 0 0 0,0 1 0 0 0,2-2 0 0 0,35-20-198 0 0,-30 18 226 0 0,-1 0-97 0 0,204-121-364 0 0,-193 112 402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4:59.9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4609 0 0,'5'2'11159'0'0,"3"22"-8237"0"0,7 33-1417 0 0,-7-16-275 0 0,26 78 1 0 0,-21-85-2932 0 0,19 33 1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5:00.1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22 137 2304 0 0,'-1'0'55'0'0,"0"0"0"0"0,-1 0 0 0 0,1 0 0 0 0,0 0 0 0 0,0 0 0 0 0,0 0 0 0 0,0 0 0 0 0,-1-1 0 0 0,1 1 0 0 0,0 0 0 0 0,0-1 0 0 0,0 1 0 0 0,0-1 0 0 0,0 1 0 0 0,0-1 0 0 0,-1 0 0 0 0,1 0 86 0 0,1 1-1 0 0,0-1 1 0 0,0 1-1 0 0,0-1 1 0 0,0 1-1 0 0,-1 0 1 0 0,1-1-1 0 0,0 1 1 0 0,0-1-1 0 0,0 1 1 0 0,0-1-1 0 0,0 1 1 0 0,0-1-1 0 0,0 1 1 0 0,0-1-1 0 0,1 1 1 0 0,-1-1-1 0 0,0 1 1 0 0,0 0-1 0 0,0-1 1 0 0,0 1-1 0 0,1-1 1 0 0,-1 1-1 0 0,0-1 1 0 0,0 1-1 0 0,1 0 0 0 0,-1-1 1 0 0,18-18 3893 0 0,-4 8-4400 0 0,9-7-42 0 0,1 2 0 0 0,0 1 1 0 0,41-18-1 0 0,-49 26 136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5:00.6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0 284 1008 0 0,'10'-14'424'0'0,"-1"0"0"0"0,-1-1 0 0 0,0-1 1 0 0,-1 1-1 0 0,0-1 0 0 0,-2 0 0 0 0,0-1 0 0 0,0 0 0 0 0,3-32 0 0 0,-7 1 186 0 0,0 45-532 0 0,-2 0-1 0 0,1 0 0 0 0,0 1 0 0 0,0-1 0 0 0,-1 0 0 0 0,0 1 0 0 0,1-1 0 0 0,-1 0 0 0 0,0 1 1 0 0,0-1-1 0 0,0 1 0 0 0,-1-1 0 0 0,1 1 0 0 0,-4-5 0 0 0,5 7-46 0 0,-1 0 0 0 0,1-1 0 0 0,0 1 0 0 0,0 0-1 0 0,-1 0 1 0 0,1 0 0 0 0,0-1 0 0 0,-1 1 0 0 0,1 0 0 0 0,0 0 0 0 0,-1 0 0 0 0,1 0-1 0 0,-1 0 1 0 0,1 0 0 0 0,0 0 0 0 0,-1-1 0 0 0,1 1 0 0 0,0 0 0 0 0,-1 0-1 0 0,1 0 1 0 0,-1 1 0 0 0,1-1 0 0 0,0 0 0 0 0,-1 0 0 0 0,1 0 0 0 0,0 0-1 0 0,-1 0 1 0 0,1 0 0 0 0,0 0 0 0 0,-1 1 0 0 0,1-1 0 0 0,0 0 0 0 0,-1 1 0 0 0,-8 13 910 0 0,1 19 285 0 0,9-28-1167 0 0,0-1-1 0 0,0 1 1 0 0,0 0-1 0 0,1 0 1 0 0,-1-1 0 0 0,1 1-1 0 0,0 0 1 0 0,1-1 0 0 0,-1 0-1 0 0,1 0 1 0 0,-1 0 0 0 0,1 0-1 0 0,1 0 1 0 0,-1 0 0 0 0,1-1-1 0 0,-1 1 1 0 0,1-1 0 0 0,4 3-1 0 0,7 5 472 0 0,1 0 0 0 0,0-2 0 0 0,26 13 0 0 0,-39-20-269 0 0,1-1-1 0 0,0 1 1 0 0,1-1-1 0 0,-1 0 1 0 0,0 0 0 0 0,0 0-1 0 0,0-1 1 0 0,1 1 0 0 0,-1-1-1 0 0,0 0 1 0 0,1-1 0 0 0,-1 1-1 0 0,0-1 1 0 0,0 1 0 0 0,1-1-1 0 0,4-2 1 0 0,-6 2-147 0 0,0-1-1 0 0,-1 1 1 0 0,1-1 0 0 0,0 1 0 0 0,0-1-1 0 0,-1 0 1 0 0,1 0 0 0 0,-1 0 0 0 0,0-1-1 0 0,0 1 1 0 0,1 0 0 0 0,-1-1-1 0 0,-1 0 1 0 0,1 1 0 0 0,0-1 0 0 0,-1 0-1 0 0,1 0 1 0 0,-1 0 0 0 0,0 0 0 0 0,0 0-1 0 0,0 0 1 0 0,0-4 0 0 0,1-13 394 0 0,4-18 185 0 0,-6 37-655 0 0,1-1 0 0 0,-1 1-1 0 0,1-1 1 0 0,-1 0 0 0 0,1 1 0 0 0,-1-1 0 0 0,1 1 0 0 0,0-1 0 0 0,0 1 0 0 0,0 0 0 0 0,0-1-1 0 0,0 1 1 0 0,0 0 0 0 0,0-1 0 0 0,1 1 0 0 0,-1 0 0 0 0,2-1 0 0 0,-2 2-22 0 0,0-1 1 0 0,0 1-1 0 0,0 0 0 0 0,0 0 1 0 0,0 0-1 0 0,0 0 0 0 0,1 0 1 0 0,-1 0-1 0 0,0 0 0 0 0,0 0 1 0 0,0 0-1 0 0,0 0 1 0 0,0 0-1 0 0,0 1 0 0 0,0-1 1 0 0,0 0-1 0 0,0 1 0 0 0,0-1 1 0 0,0 1-1 0 0,0-1 0 0 0,0 1 1 0 0,0 0-1 0 0,0-1 1 0 0,0 1-1 0 0,0 0 0 0 0,0 0 1 0 0,0 0-1 0 0,0 0-8 0 0,-1 0-1 0 0,1-1 1 0 0,-1 1-1 0 0,1 0 1 0 0,-1-1-1 0 0,1 1 1 0 0,0-1-1 0 0,-1 1 1 0 0,1-1-1 0 0,0 1 1 0 0,-1-1-1 0 0,1 1 1 0 0,0-1-1 0 0,0 0 1 0 0,-1 1-1 0 0,1-1 1 0 0,0 0-1 0 0,0 0 1 0 0,0 0-1 0 0,0 0 1 0 0,-1 0-1 0 0,1 0 1 0 0,0 0-1 0 0,0 0 1 0 0,0 0-1 0 0,0 0 1 0 0,-1 0-1 0 0,1 0 1 0 0,0 0-1 0 0,0-1 1 0 0,0 1-1 0 0,-1 0 1 0 0,1-1-1 0 0,0 1 1 0 0,0 0-1 0 0,-1-1 1 0 0,1 1-1 0 0,0-1 1 0 0,-1 1-1 0 0,1-1 1 0 0,0 0-1 0 0,-1 1 1 0 0,1-2-1 0 0,21-28-2328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5:01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3 212 6913 0 0,'0'0'108'0'0,"-1"-1"-1"0"0,1 1 1 0 0,0-1-1 0 0,0 0 1 0 0,-1 1-1 0 0,1-1 1 0 0,0 1-1 0 0,0-1 1 0 0,0 1-1 0 0,0-1 1 0 0,0 0-1 0 0,0 1 1 0 0,0-1-1 0 0,0 1 1 0 0,0-1-1 0 0,0 0 1 0 0,0 1-1 0 0,0-1 1 0 0,0 1-1 0 0,0-1 1 0 0,1 0-1 0 0,-1 1 1 0 0,0-1-1 0 0,0 1 1 0 0,1-1-1 0 0,-1 1 1 0 0,0-1-1 0 0,1 1 1 0 0,-1-1-1 0 0,0 1 1 0 0,1-1-1 0 0,-1 1 1 0 0,1 0-1 0 0,-1-1 1 0 0,1 1-1 0 0,-1 0 1 0 0,1-1-1 0 0,-1 1 1 0 0,1 0-1 0 0,-1 0 1 0 0,1-1-1 0 0,0 1 1 0 0,-1 0-1 0 0,1 0 1 0 0,-1 0-1 0 0,1 0 1 0 0,0 0-1 0 0,-1 0 1 0 0,1 0-1 0 0,0 0 1 0 0,2-1 300 0 0,0 1 1 0 0,0 0 0 0 0,0 0-1 0 0,0 0 1 0 0,0 0 0 0 0,-1 1-1 0 0,1-1 1 0 0,0 1 0 0 0,5 1-1 0 0,5 6 195 0 0,0 0-1 0 0,-1 1 0 0 0,0 1 1 0 0,0 0-1 0 0,-1 0 1 0 0,0 1-1 0 0,-1 0 0 0 0,0 1 1 0 0,14 22-1 0 0,-23-29 397 0 0,-12-14-800 0 0,-12-21 616 0 0,20 23-750 0 0,1 0 1 0 0,-1 0-1 0 0,1 0 1 0 0,1-1-1 0 0,-1 1 1 0 0,1-1-1 0 0,0 1 1 0 0,1-1 0 0 0,0 1-1 0 0,0-1 1 0 0,1 1-1 0 0,0-1 1 0 0,0 1-1 0 0,1 0 1 0 0,2-8-1 0 0,2-4-483 0 0,0 0 0 0 0,2 1-1 0 0,0 0 1 0 0,17-26 0 0 0,1 4-7991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08.64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1385 5354 24575,'-3'-2'0,"0"0"0,0-1 0,1 1 0,-1-1 0,1 0 0,0 1 0,-1-1 0,-1-4 0,-8-9 0,-63-58 0,-4 2 0,-123-84 0,100 81 0,-113-110 0,146 113-46,3-2-1,3-3 1,4-3-1,4-3 1,3-1 0,3-3-1,5-2 1,4-2-1,3-1 1,5-2-1,3-2 1,5 0-1,5-2 1,3 0-1,5-1 1,1-141-1,17 85-143,6 1-1,7 0 0,7 1 0,65-207 0,-29 168-127,8 3-1,184-343 1,-161 370-133,164-214-1,-185 284 361,4 4 0,4 2-1,132-106 1,-43 70 302,-143 106-62,0 2 0,1 0-1,0 2 1,49-13 0,-67 22 13,0 1 1,1 0-1,-1 0 1,1 1 0,-1 1-1,1 0 1,0 0-1,-1 1 1,1 0 0,16 5-1,-20-3-91,0-1 0,0 1 0,0 0 0,-1 1 0,1 0 0,-1 0 1,0 0-1,0 1 0,-1 0 0,1 0 0,-1 0 0,0 1 0,0 0 0,-1 0 0,6 10 0,0 3-58,-1 1 1,-1 0-1,0 0 1,-2 1-1,0-1 0,4 33 1,-5-12-16,-2 0-1,-3 60 1,0-90 2,-1-1 0,0 1 0,-1-1 0,0 1 0,-6 16 0,8-25 0,-1 0 0,0 0 0,1-1 0,-1 1 0,0 0 0,0-1 0,-1 1 0,1-1 0,0 1 0,0-1 0,-1 1 0,1-1 0,-1 0 0,1 0 0,-1 0 0,0 0 0,1 0 0,-1 0 0,0 0 0,0 0 0,1-1 0,-1 1 0,0-1 0,0 1 0,0-1 0,0 0 0,0 0 0,0 0 0,0 0 0,1 0 0,-1 0 0,0 0 0,0-1 0,0 1 0,0-1 0,0 1 0,0-1 0,-2-1 0,-5-2-136,1-1-1,-1 0 1,1 0-1,0-1 1,0 0-1,1 0 1,0-1-1,0 0 0,-8-9 1,-10-16-6690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09.12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90 1 24575,'0'0'0,"-11"4"0,6-2 0,0 0 0,0 1 0,0-1 0,0 1 0,1 0 0,0 1 0,-1-1 0,1 1 0,1-1 0,-1 1 0,0 1 0,1-1 0,0 0 0,0 1 0,0-1 0,0 1 0,-2 7 0,4-8 0,0 0 0,0 1 0,0-1 0,0 0 0,1 1 0,0-1 0,0 1 0,0-1 0,1 0 0,-1 1 0,1-1 0,0 0 0,0 0 0,0 1 0,1-1 0,-1 0 0,1 0 0,0 0 0,1-1 0,-1 1 0,0 0 0,5 4 0,2 2 0,1-1 0,0 0 0,0 0 0,1-1 0,0 0 0,1-1 0,18 9 0,91 33 0,-112-46 0,416 114 0,-224-69 0,-189-45 0,-8-2 0,-1-1 0,1 1 0,0 0 0,-1 1 0,1-1 0,-1 0 0,0 1 0,1 0 0,3 2 0,-7-4 0,0 1 0,0-1 0,0 0 0,0 0 0,0 0 0,0 1 0,1-1 0,-1 0 0,0 0 0,0 0 0,0 1 0,0-1 0,0 0 0,0 0 0,0 1 0,0-1 0,0 0 0,0 0 0,0 1 0,0-1 0,0 0 0,0 0 0,0 1 0,0-1 0,0 0 0,0 0 0,0 0 0,-1 1 0,1-1 0,0 0 0,0 0 0,0 0 0,0 1 0,0-1 0,-1 0 0,1 0 0,0 0 0,0 0 0,0 1 0,0-1 0,-1 0 0,1 0 0,0 0 0,0 0 0,-1 0 0,-12 7 0,11-7 0,-31 14 0,0 2 0,1 1 0,1 1 0,0 1 0,2 2 0,0 1 0,2 2 0,0 0 0,2 2 0,1 1 0,0 1 0,-28 46 0,-7 30-1365,9-4-5461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18.78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537 180 24575,'0'0'0,"0"0"0,-1 3 0,-28 76 0,4 2 0,-19 112 0,24-103 0,6-27 0,2 0 0,3 2 0,3-1 0,3 80 0,4-117 0,2 0 0,0 1 0,2-1 0,1 0 0,1-1 0,2 0 0,0 0 0,2-1 0,0 0 0,2 0 0,1-2 0,26 36 0,-31-50 0,1 0 0,0-1 0,0 0 0,1-1 0,0 0 0,0 0 0,1-1 0,0-1 0,0 0 0,22 6 0,13 7 0,66 22 0,2-5 0,156 27 0,-48-12 0,55 10 0,-201-48 0,129 3 0,198-37 0,-2-31 0,-296 38 0,11-3 0,-32 4 0,0 3 0,114 0 0,-193 11 0,0 0 0,0 1 0,0-1 0,0 1 0,0 1 0,0-1 0,0 1 0,0 0 0,7 4 0,-12-5 0,1 0 0,0 1 0,0-1 0,-1 1 0,1-1 0,-1 1 0,1 0 0,-1 0 0,1 0 0,-1-1 0,0 1 0,0 0 0,0 1 0,-1-1 0,1 0 0,0 0 0,-1 0 0,1 0 0,-1 1 0,0-1 0,1 0 0,-1 0 0,0 1 0,-1-1 0,1 0 0,0 0 0,-2 4 0,-5 31 0,-26 67 0,-3 17 0,28-81 0,3 0 0,1 1 0,3 76 0,7-40 0,18 84 0,-20-132 0,-1 1 0,-1 0 0,-2 0 0,-1 0 0,-1 0 0,-2 0 0,-1-1 0,-11 41 0,14-67 0,1 1 0,0 0 0,1-1 0,-1 1 0,0 0 0,1 0 0,0 0 0,0-1 0,0 1 0,2 7 0,-1-9 0,0-1 0,0 1 0,0-1 0,0 0 0,0 1 0,0-1 0,0 0 0,1 0 0,-1 0 0,0 0 0,1 0 0,-1 0 0,1 0 0,-1-1 0,1 1 0,0-1 0,-1 1 0,1-1 0,-1 1 0,1-1 0,0 0 0,0 0 0,-1 0 0,1 0 0,0 0 0,1 0 0,303-3 0,-159-1 0,171-11 0,161 2 0,-426 14 0,1-2 0,-1-2 0,0-3 0,0-2 0,99-28 0,-132 30 0,279-72 0,-257 70 0,0 3 0,1 1 0,-1 2 0,1 2 0,52 6 0,207 40 0,10 1 0,-285-45 0,39-3 0,-36 0 0,45 4 0,-68-2 0,1 0 0,-1 0 0,1 1 0,-1 0 0,0 1 0,0-1 0,0 1 0,0 1 0,-1-1 0,13 10 0,-18-13 0,0 1 0,0 0 0,0 0 0,0 0 0,0-1 0,-1 1 0,1 0 0,0 0 0,-1 0 0,1 0 0,0 1 0,-1-1 0,1 0 0,-1 0 0,0 0 0,1 0 0,-1 1 0,0-1 0,0 0 0,0 0 0,0 0 0,0 1 0,0-1 0,0 0 0,0 0 0,0 1 0,0-1 0,-1 0 0,1 0 0,-1 0 0,1 0 0,-1 1 0,1-1 0,-1 0 0,1 0 0,-1 0 0,0 0 0,0 0 0,1 0 0,-2 0 0,-5 7 0,-1-1 0,0 0 0,0-1 0,-10 6 0,-3 4 0,12-7 0,1 0 0,0 0 0,0 1 0,1 0 0,0 0 0,1 0 0,1 1 0,-1 0 0,2 0 0,-1 1 0,-4 21 0,0 10 0,-5 86 0,11-85 0,-4 27 0,-15 219 0,24-1 0,-1-271 0,1 0 0,0 0 0,2 0 0,0-1 0,1 1 0,8 16 0,-11-29 0,0 0 0,1 0 0,0 0 0,0-1 0,0 1 0,0-1 0,1 0 0,-1 0 0,1 0 0,0 0 0,1-1 0,-1 1 0,1-1 0,-1 0 0,1 0 0,0-1 0,0 0 0,0 0 0,0 0 0,0 0 0,1-1 0,-1 0 0,11 1 0,11-2 0,0-2 0,0 0 0,-1-2 0,0-1 0,28-9 0,8-1 0,434-68 0,4 28 0,124-17 0,-172-16 0,-6-24 0,-429 108 0,0-1 0,54-11 0,-65 15 0,0 0 0,0 1 0,0 0 0,0 0 0,-1 0 0,1 1 0,0 0 0,0 0 0,9 3 0,-6 3 0,-25-14 0,7 0 0,1-1 0,-1 0 0,1 0 0,1-1 0,-1 0 0,1 0 0,1-1 0,-9-17 0,1-2 0,-20-59 0,14 15 0,2-1 0,4-1 0,-8-116 0,12-232 0,10 419 0,85-1398 0,-12 918 0,-7 60 0,-57 372 0,3 1 0,20-56 0,-28 94 0,-3 11 0,-1 1 0,1 0 0,-1-1 0,1 1 0,-1-1 0,0 1 0,0 0 0,0-1 0,0 1 0,0-1 0,0 1 0,0 0 0,0-1 0,-1 1 0,0-2 0,1 2 0,-1 0 0,1 1 0,0-1 0,-1 1 0,1-1 0,-1 0 0,0 1 0,1 0 0,-1-1 0,1 1 0,-1-1 0,0 1 0,1 0 0,-1-1 0,0 1 0,0 0 0,1 0 0,-1 0 0,0-1 0,1 1 0,-2 0 0,-5 0 0,1 1 0,-1-1 0,1 1 0,-1 1 0,-9 2 0,-2 1 0,-134 20 0,-263 9 0,-158-35 0,338-3 0,-948-15 0,-622-4 0,-1 64 0,671-31 0,887-26 0,-657-20 0,719 37 0,-612 22 0,793-22-120,-14 1 373,18-2-302,1 0 1,-1 0 0,1 0 0,-1 0-1,1 0 1,-1 0 0,1 0-1,0 0 1,-1 1 0,1-1-1,-1 0 1,1 0 0,-1 1-1,1-1 1,0 0 0,-1 1-1,1-1 1,0 0 0,-1 1-1,1-1 1,0 0 0,0 1 0,-1-1-1,1 1 1,0-1 0,0 0-1,0 1 1,-1-1 0,1 1-1,0 0 1,2 6-6778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1.47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126 600 24575,'-5'15'0,"-27"72"0,5-20 0,-32 135 0,58-199 0,0 1 0,1 0 0,-1 0 0,1 0 0,0 0 0,0-1 0,1 1 0,0 6 0,-1-10 0,1 1 0,-1-1 0,0 1 0,0 0 0,1-1 0,-1 1 0,0-1 0,1 1 0,-1-1 0,0 1 0,1-1 0,-1 1 0,1-1 0,-1 0 0,1 1 0,-1-1 0,1 0 0,-1 1 0,1-1 0,-1 0 0,1 0 0,0 1 0,1-1 0,-1 0 0,1 0 0,-1 0 0,0 0 0,1 0 0,-1 0 0,1-1 0,-1 1 0,1 0 0,-1-1 0,0 1 0,1-1 0,1-1 0,15-9 0,-1-1 0,0-1 0,-1 0 0,0-2 0,-1 0 0,25-32 0,-24 28 0,457-579 0,-342 426 0,-55 71-1365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3.113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0 24575,'1'3'0,"0"0"0,0 0 0,1 0 0,-1 0 0,1-1 0,0 1 0,0 0 0,0-1 0,0 1 0,4 3 0,-1 0 0,32 32 0,1-2 0,1-1 0,49 32 0,-15-11 0,374 250 0,27-40 0,-468-262 0,566 264 0,209 88 0,-552-239 0,360 210 0,-54 44 0,-420-294 0,439 263 0,-318-226 0,110 58 0,-115-50 0,311 115 0,-63-21 0,-9-4 0,-293-147 0,192 81 0,-125-25 0,261 110 0,101-44 0,-515-162 0,304 92 0,383 102 0,-509-152 0,430 171 0,-106-7 0,-501-199 0,140 51 0,-172-59 0,98 57 0,-121-56 0,52 45 0,24 18 0,-100-80 0,1 0 0,-1 0 0,1-2 0,1 0 0,-1 0 0,1-1 0,15 2 0,-28-6-73,1-1-19,-1 1 0,1 0-1,-1-1 1,0 0 0,1 0 0,-1 0-1,1 0 1,-1 0 0,1 0-1,-1 0 1,1-1 0,-1 1-1,5-2 1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4.66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46 335 24575,'0'14'0,"4"40"0,2 0 0,3 0 0,27 95 0,-3-51 0,47 101 0,16-5 0,-26-56 0,-60-113 0,-10-25 0,0 0 0,0 0 0,0 0 0,0 0 0,0 0 0,0 0 0,-1 0 0,1 0 0,0 0 0,0 0 0,0 0 0,0 0 0,0 0 0,-1 0 0,1 0 0,0 0 0,0 0 0,0 0 0,0 0 0,0 0 0,-1 0 0,1 0 0,0 0 0,0 0 0,0 0 0,0 0 0,0 1 0,0-1 0,0 0 0,0 0 0,-1 0 0,1 0 0,0 0 0,0 0 0,0 0 0,0 1 0,0-1 0,0 0 0,0 0 0,0 0 0,0 0 0,0 0 0,0 0 0,0 1 0,0-1 0,0 0 0,0 0 0,0 0 0,0 0 0,0 0 0,0 1 0,0-1 0,0 0 0,0 0 0,0 0 0,-12-11 0,-8-13 0,1-1 0,1-1 0,-16-32 0,-40-92 0,-46-143 0,95 218 0,4-1 0,-13-78 0,31 132 0,0 0 0,1 1 0,1-1 0,1 0 0,5-33 0,-4 46 0,1 1 0,0 0 0,1-1 0,0 1 0,0 0 0,0 1 0,1-1 0,0 0 0,1 1 0,0 0 0,0 0 0,0 1 0,1-1 0,0 1 0,0 0 0,14-9 0,-4 5 0,1 0 0,0 2 0,0 0 0,1 1 0,0 0 0,28-5 0,119-13 0,-148 23 0,833-36 0,-819 38-1365,-18 1-5461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2:35.6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1107 24575,'12'5'0,"-1"-1"0,0 0 0,15 3 0,7 2 0,350 107 0,6-31 0,-347-79 0,1-1 0,-1-2 0,1-1 0,72-8 0,-99 3 0,-1 0 0,1-1 0,0 0 0,-1-1 0,0-1 0,24-13 0,-30 13 0,0 0 0,0 0 0,0-1 0,-1 0 0,0-1 0,-1 1 0,0-2 0,0 1 0,0-1 0,9-19 0,-6 8 0,-2-1 0,0 0 0,-2-1 0,0 0 0,-2 0 0,0 0 0,-1-1 0,-2 1 0,-1-41 0,-6-18 0,-23-108 0,25 166 0,-105-503-1365,81 401-5461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3:22.94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301 122 24575,'0'0'0,"0"0"0,0 3 0,-1 0 0,0-1 0,0 1 0,0 0 0,0 0 0,0-1 0,-1 1 0,-2 3 0,-5 12 0,-8 32 0,2 0 0,-10 59 0,-7 111 0,18-116 0,-138 1211 0,128-904 0,34 502 0,2-723 0,35 456 0,-44-611 0,9 68 0,-10-91 0,0-1 0,1 0 0,1 0 0,0 0 0,0-1 0,11 18 0,-11-23 0,0 0 0,0-1 0,1 1 0,-1-1 0,1 0 0,0 0 0,1-1 0,7 5 0,48 20 0,-56-27 0,0 0 0,0-1 0,1 0 0,-1 1 0,0-2 0,0 1 0,1-1 0,-1 1 0,0-1 0,0-1 0,0 1 0,9-5 0,17-2 0,87-12 0,0 5 0,124 2 0,239 21 0,362 66 0,-619-47 0,441-3 0,-324-38 0,362-9 0,-252 23 0,682-20 0,338-116 0,-961 82 0,-265 37 0,-189 17 0,-1 3 0,78 13 0,-55-2 0,112 5 0,-162-18 0,-1-1 0,0-2 0,0-1 0,0 0 0,-1-3 0,1 0 0,49-19 0,-72 23 0,0 0 0,0-1 0,0 1 0,0-1 0,0 0 0,0 0 0,-1 0 0,0 0 0,0-1 0,0 1 0,0-1 0,0 0 0,-1 0 0,1 0 0,-1 0 0,0-1 0,0 1 0,-1 0 0,3-9 0,-1-7 0,0 0 0,-1 1 0,0-31 0,-2 13 0,54-514 0,3-97 0,-56 637 0,0-14 0,-1 1 0,0-1 0,-2 1 0,-1 0 0,-9-36 0,1 40 0,11 20 0,0 0 0,-1 0 0,1 0 0,0 0 0,-1-1 0,1 1 0,0 0 0,-1 0 0,1 0 0,0 0 0,-1 0 0,1 0 0,0 0 0,-1 0 0,1 0 0,0 0 0,-1 0 0,1 0 0,0 0 0,-1 0 0,1 0 0,0 0 0,-1 1 0,1-1 0,0 0 0,-1 0 0,1 0 0,0 0 0,-1 1 0,1-1 0,0 0 0,-1 1 0,-2 3 0,0 1 0,-1 0 0,2 0 0,-1 0 0,-3 8 0,-12 19 0,15-30 0,0 0 0,-1 0 0,1 0 0,-1-1 0,1 1 0,-1-1 0,0 0 0,0 0 0,1 0 0,-1 0 0,0-1 0,-7 0 0,-53-3 0,41 1 0,-475-46 0,31 2 0,-3 36 0,276 24 0,1 9 0,-285 70 0,-6 7 0,471-97 0,0-1 0,0-1 0,0 0 0,-1-1 0,1 0 0,0-1 0,0 0 0,0-1 0,-15-5 0,21 5 0,0-1 0,0 0 0,1 0 0,-1-1 0,1 0 0,0 0 0,0 0 0,0-1 0,1 0 0,-1 0 0,1 0 0,1-1 0,-1 0 0,1 0 0,0 0 0,0 0 0,-5-14 0,-2-7 0,2-1 0,1 0 0,1 0 0,1-1 0,2 1 0,-1-59 0,19-175 0,-14 258 0,103-627 0,-37 278 0,-62 328 0,2-4 0,-1 0 0,-2 0 0,-1-1 0,-4-55 0,2 84 0,0 0 0,0 0 0,0 0 0,0 0 0,0 0 0,-1 0 0,1 0 0,0 0 0,0 0 0,-1 0 0,1 0 0,-1 0 0,1 1 0,-1-1 0,0 0 0,1 0 0,-1 0 0,0 1 0,1-1 0,-2-1 0,1 2 0,0 0 0,0 0 0,1 0 0,-1 0 0,0 0 0,0 0 0,1 0 0,-1 0 0,0 0 0,1 0 0,-1 1 0,0-1 0,0 0 0,1 1 0,-1-1 0,0 0 0,1 1 0,-1-1 0,1 0 0,-1 1 0,0 0 0,-6 6 0,0 0 0,0 1 0,-7 12 0,4-7 0,-17 16 0,-1-1 0,-1-1 0,-1-1 0,-1-2 0,-2-1 0,0-2 0,-1-1 0,-1-2 0,-1-1 0,-1-2 0,0-1 0,0-2 0,-68 12 0,32-13 0,1-3 0,-2-3 0,1-4 0,0-3 0,0-3 0,-111-21 0,-22-15 0,-181-30 0,307 63 0,0 3 0,-153 12 0,-160 42 0,196-20 0,35-6 0,-96 12 0,252-34 0,-4 0 0,-1 0 0,0-1 0,0 0 0,0 0 0,-15-3 0,24 2 0,0 1 0,-1-1 0,1 0 0,0 0 0,0 0 0,-1 0 0,1 0 0,0 0 0,0-1 0,0 1 0,0-1 0,1 1 0,-1-1 0,0 0 0,1 1 0,-1-1 0,1 0 0,-1 0 0,1 0 0,0 0 0,0-1 0,0 1 0,0 0 0,0 0 0,1-1 0,-1 1 0,1 0 0,-1-1 0,1 1 0,0-3 0,-1-24 0,1 0 0,2 0 0,6-33 0,23-89 0,-16 84 0,24-107 0,69-361 0,-105 522 0,10-97 0,-12 101 0,-1 0 0,0-1 0,-1 1 0,0 0 0,0-1 0,-1 1 0,0 0 0,-1 0 0,-5-12 0,7 20 0,1 0 0,0 0 0,-1-1 0,0 1 0,1 0 0,-1 0 0,0 0 0,1 0 0,-1 0 0,0 1 0,0-1 0,0 0 0,0 0 0,0 0 0,0 1 0,0-1 0,0 0 0,0 1 0,0-1 0,0 1 0,0 0 0,0-1 0,-1 1 0,1 0 0,0 0 0,0-1 0,0 1 0,-1 0 0,1 0 0,0 0 0,0 0 0,0 1 0,-1-1 0,1 0 0,0 1 0,0-1 0,0 0 0,0 1 0,-1-1 0,-1 2 0,-4 3 0,0 0 0,0 1 0,1-1 0,-12 14 0,1-2 0,-6 0 0,-1 0 0,-1-2 0,0 0 0,-1-2 0,0-1 0,-1-1 0,-1-1 0,1-1 0,-1-2 0,-1-1 0,-29 3 0,-43 1 0,-181-7 0,238-4 0,-198-1 0,-247-11 0,376-2 0,-8-1 0,88 19 120,33-3-148,-1 0 1,1 0-1,-1 1 1,1-1-1,-1 0 1,1 0-1,-1 1 1,1-1-1,0 0 1,-1 1-1,1-1 1,-1 0-1,1 1 1,0-1-1,-1 1 1,1-1-1,0 0 1,0 1-1,-1-1 1,1 1-1,0-1 1,0 1-1,0-1 1,-1 1-1,1-1 1,0 1-1,0-1 1,0 1-1,0 0 1,0-1-1,0 1 1,0-1-1,0 1 1,0-1-1,0 1 1,1-1-1,-1 1 1,0-1-1,0 1 1,0-1-1,1 1 1,-1-1-1,0 1 1,0-1-1,1 0 1,-1 1-1,0-1 1,1 1-1,-1-1 1,1 0-1,-1 1 1,1-1-1,0 1 1,6 7-6799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4.9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6913 0 0,'45'1'3783'0'0,"306"-62"3766"0"0,-107 13-5896 0 0,-174 37-1564 0 0,9-3-573 0 0,104-3 0 0 0,-152 17-491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5.1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4 9674 0 0,'0'-4'6473'0'0,"3"42"-5400"0"0,-1-1-1 0 0,-1 0 0 0 0,-6 42 1 0 0,-21 116 328 0 0,14-123-1295 0 0,3 1 0 0 0,0 104-1 0 0,9-164-582 0 0,1 1 0 0 0,1-1 0 0 0,0 1 0 0 0,9 25 0 0 0,-2-15-6666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5.4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28 9674 0 0,'-2'1'185'0'0,"0"1"1"0"0,0 0-1 0 0,0-1 0 0 0,1 1 0 0 0,-1 0 0 0 0,0 0 1 0 0,1 0-1 0 0,-1 0 0 0 0,1 0 0 0 0,0 0 1 0 0,-1 1-1 0 0,1-1 0 0 0,0 0 0 0 0,1 1 0 0 0,-2 3 1 0 0,0 0 155 0 0,-3 4-125 0 0,1 0 0 0 0,1 1 0 0 0,0-1 0 0 0,0 1 1 0 0,1 0-1 0 0,1 0 0 0 0,-1 0 0 0 0,2 0 0 0 0,0 0 0 0 0,0 0 1 0 0,1 0-1 0 0,2 11 0 0 0,-2-16-150 0 0,1 0 0 0 0,0 0 0 0 0,0 0 0 0 0,0-1 0 0 0,0 1 0 0 0,1-1 0 0 0,0 1 0 0 0,1-1 0 0 0,-1 0 1 0 0,1 0-1 0 0,0-1 0 0 0,0 1 0 0 0,0-1 0 0 0,0 0 0 0 0,1 0 0 0 0,0 0 0 0 0,0 0 0 0 0,0-1 0 0 0,0 0 0 0 0,1 0 0 0 0,-1 0 0 0 0,1-1 0 0 0,7 3 0 0 0,-3-3 135 0 0,0 1 0 0 0,0-1 0 0 0,0 0 0 0 0,0-1 0 0 0,0 0-1 0 0,0-1 1 0 0,0 0 0 0 0,1-1 0 0 0,-1 0 0 0 0,0 0 0 0 0,0-1-1 0 0,0-1 1 0 0,11-3 0 0 0,-16 4-156 0 0,0-1 1 0 0,0 1-1 0 0,0-1 0 0 0,0 0 1 0 0,0 0-1 0 0,-1 0 0 0 0,1 0 1 0 0,-1-1-1 0 0,0 0 0 0 0,0 0 1 0 0,-1 0-1 0 0,1 0 0 0 0,-1-1 1 0 0,0 0-1 0 0,0 1 0 0 0,0-1 1 0 0,0 0-1 0 0,-1 0 0 0 0,0-1 1 0 0,0 1-1 0 0,-1 0 0 0 0,1-1 1 0 0,-1 1-1 0 0,0-1 0 0 0,0-8 1 0 0,-1 5-121 0 0,0-1 0 0 0,-1 0 0 0 0,0 1 1 0 0,0-1-1 0 0,-1 0 0 0 0,0 1 0 0 0,-1 0 1 0 0,0-1-1 0 0,0 1 0 0 0,-1 0 0 0 0,-1 1 1 0 0,1-1-1 0 0,-1 1 0 0 0,-1-1 0 0 0,1 2 1 0 0,-1-1-1 0 0,-1 1 0 0 0,1-1 0 0 0,-1 2 1 0 0,-1-1-1 0 0,-12-8 0 0 0,-1 3-1385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5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8754 0 0,'12'-29'9399'0'0,"-11"29"-9295"0"0,3 17 2565 0 0,1 72-986 0 0,-5-57-1663 0 0,2-1 0 0 0,9 45 0 0 0,8 0-49 0 0,42 109 0 0 0,-15-78-6639 0 0,-32-76-185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5.8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12 150 10594 0 0,'-1'-1'147'0'0,"0"0"0"0"0,0 0-1 0 0,0 0 1 0 0,1 0-1 0 0,-1 0 1 0 0,0 0 0 0 0,0 0-1 0 0,1 0 1 0 0,-1 0 0 0 0,0 0-1 0 0,1 0 1 0 0,0 0 0 0 0,-1-1-1 0 0,1 1 1 0 0,-1 0 0 0 0,1 0-1 0 0,0 0 1 0 0,0-1-1 0 0,0 1 1 0 0,0 0 0 0 0,0 0-1 0 0,0-1 1 0 0,0 1 0 0 0,0 0-1 0 0,0 0 1 0 0,1-1 0 0 0,-1 1-1 0 0,0 0 1 0 0,1 0 0 0 0,-1 0-1 0 0,1 0 1 0 0,0-1-1 0 0,-1 1 1 0 0,1 0 0 0 0,0 0-1 0 0,-1 0 1 0 0,1 0 0 0 0,0 0-1 0 0,2-1 1 0 0,1-2 124 0 0,0-1 0 0 0,1 1 0 0 0,-1-1 0 0 0,1 2 0 0 0,1-1 0 0 0,9-6 0 0 0,19-3-644 0 0,0 1-1 0 0,1 2 1 0 0,0 1-1 0 0,67-8 0 0 0,-90 15-117 0 0,28-3-5345 0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6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4 4145 0 0,'11'-4'6216'0'0,"-31"7"-484"0"0,6 1-5387 0 0,2 0 9 0 0,1 1 0 0 0,0 1 0 0 0,0 0 0 0 0,1 1 0 0 0,-1 0 0 0 0,2 1 0 0 0,-1 0 0 0 0,-14 15 0 0 0,19-18-178 0 0,0 1 1 0 0,0-1 0 0 0,1 1 0 0 0,0 0 0 0 0,0 1-1 0 0,0-1 1 0 0,1 1 0 0 0,0-1 0 0 0,0 1 0 0 0,1 0 0 0 0,-1 0-1 0 0,2 0 1 0 0,-1 0 0 0 0,1 1 0 0 0,-1 13 0 0 0,2-19-184 0 0,0-1 0 0 0,0 1 0 0 0,1 0 0 0 0,-1 0 1 0 0,0-1-1 0 0,1 1 0 0 0,-1 0 0 0 0,1 0 0 0 0,-1-1 0 0 0,1 1 1 0 0,0 0-1 0 0,0-1 0 0 0,0 1 0 0 0,0-1 0 0 0,0 1 0 0 0,0-1 0 0 0,0 0 1 0 0,1 1-1 0 0,-1-1 0 0 0,0 0 0 0 0,1 0 0 0 0,2 2 0 0 0,-1-2-22 0 0,0 0 0 0 0,0 0 0 0 0,0 0-1 0 0,0 0 1 0 0,0-1 0 0 0,1 1-1 0 0,-1-1 1 0 0,0 0 0 0 0,0 1 0 0 0,1-2-1 0 0,4 1 1 0 0,3-2-51 0 0,-1 0 0 0 0,1-1 0 0 0,-1 0 0 0 0,0 0-1 0 0,0-1 1 0 0,15-8 0 0 0,-14 4 44 0 0,0 0-1 0 0,0 0 1 0 0,-1-2 0 0 0,0 1-1 0 0,-1-1 1 0 0,13-17-1 0 0,18-18 660 0 0,-39 44-584 0 0,0-1 0 0 0,0 1 0 0 0,0 0 0 0 0,0 0 1 0 0,0 0-1 0 0,1 0 0 0 0,-1 0 0 0 0,0 1 0 0 0,1-1 0 0 0,-1 0 0 0 0,1 0 0 0 0,-1 1 0 0 0,1-1 0 0 0,-1 1 0 0 0,1 0 0 0 0,2-1 0 0 0,-3 1-26 0 0,0 0-1 0 0,0 0 1 0 0,-1 1-1 0 0,1-1 1 0 0,0 0-1 0 0,0 1 1 0 0,0-1-1 0 0,-1 1 1 0 0,1-1-1 0 0,0 0 1 0 0,-1 1-1 0 0,1 0 1 0 0,0-1-1 0 0,-1 1 1 0 0,1-1 0 0 0,0 1-1 0 0,-1 0 1 0 0,1 0-1 0 0,-1-1 1 0 0,0 1-1 0 0,1 0 1 0 0,0 1-1 0 0,2 6-15 0 0,-1 0-1 0 0,0 1 0 0 0,0-1 1 0 0,2 18-1 0 0,-1-3-36 0 0,-2-18-97 0 0,0-1 0 0 0,0 0 1 0 0,0 0-1 0 0,1 0 0 0 0,-1 0 0 0 0,1 0 1 0 0,0-1-1 0 0,0 1 0 0 0,0 0 0 0 0,1-1 1 0 0,-1 0-1 0 0,1 1 0 0 0,0-1 0 0 0,0 0 1 0 0,0 0-1 0 0,0-1 0 0 0,1 1 1 0 0,-1 0-1 0 0,1-1 0 0 0,-1 0 0 0 0,1 0 1 0 0,0 0-1 0 0,0-1 0 0 0,0 1 0 0 0,0-1 1 0 0,0 0-1 0 0,0 0 0 0 0,0 0 0 0 0,7 0 1 0 0,8-2 69 0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6.4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52 134 10138 0 0,'-24'-60'2048'0'0,"-4"-13"5450"0"0,42 126-5934 0 0,9 66 0 0 0,-20-93-1560 0 0,7 58-419 0 0,3-1 0 0 0,41 139 0 0 0,-40-181-7305 0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7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26 449 5529 0 0,'-26'20'8073'0'0,"42"-32"-3849"0"0,7-5-3952 0 0,-1-2 0 0 0,0 0 0 0 0,-1-2-1 0 0,-1 0 1 0 0,-2-1 0 0 0,18-27 0 0 0,-29 40-201 0 0,-2 0 0 0 0,1-1 1 0 0,-1 1-1 0 0,-1-1 1 0 0,0-1-1 0 0,0 1 0 0 0,-1 0 1 0 0,0-1-1 0 0,-1 0 1 0 0,0 0-1 0 0,0 0 0 0 0,-2 0 1 0 0,1 1-1 0 0,-1-1 1 0 0,-1 0-1 0 0,0 0 0 0 0,-1 0 1 0 0,0 0-1 0 0,-5-17 1 0 0,6 24-91 0 0,0 1 0 0 0,-1-1 0 0 0,1 1 0 0 0,-1 0 0 0 0,0-1 0 0 0,0 1 0 0 0,0 0 0 0 0,0 0 0 0 0,-1 0 0 0 0,1 0 0 0 0,-1 1 0 0 0,1-1 0 0 0,-1 1 0 0 0,0-1 0 0 0,0 1 0 0 0,0 0 0 0 0,-1 0 0 0 0,1 0 0 0 0,0 1 0 0 0,-1-1 0 0 0,1 1 0 0 0,-1 0 0 0 0,1 0 0 0 0,-8-1 0 0 0,6 1-5 0 0,1 2 1 0 0,0-1 0 0 0,-1 0-1 0 0,1 1 1 0 0,0 0 0 0 0,-1 0-1 0 0,1 0 1 0 0,0 1-1 0 0,0 0 1 0 0,0-1 0 0 0,0 1-1 0 0,0 1 1 0 0,0-1 0 0 0,1 0-1 0 0,-1 1 1 0 0,1 0-1 0 0,-1 0 1 0 0,1 0 0 0 0,0 0-1 0 0,-4 7 1 0 0,3-5 31 0 0,0 0-1 0 0,0 0 1 0 0,1 0-1 0 0,0 1 1 0 0,0 0 0 0 0,1 0-1 0 0,-1 0 1 0 0,1 0 0 0 0,1 0-1 0 0,-1 0 1 0 0,1 0-1 0 0,0 0 1 0 0,0 1 0 0 0,1-1-1 0 0,0 11 1 0 0,1-8 18 0 0,1 0 0 0 0,0 0 1 0 0,1 0-1 0 0,-1-1 0 0 0,1 1 0 0 0,1-1 1 0 0,0 0-1 0 0,0 0 0 0 0,1 0 0 0 0,5 8 1 0 0,4 0 20 0 0,0 0 1 0 0,0 0-1 0 0,2-1 0 0 0,-1-1 1 0 0,2-1-1 0 0,0 0 1 0 0,1-1-1 0 0,33 17 0 0 0,-39-23-939 0 0,1 0-1 0 0,0-1 1 0 0,0 0-1 0 0,0-1 1 0 0,1-1-1 0 0,0 0 1 0 0,22 2-1 0 0,-12-5-5097 0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7.8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 3225 0 0,'2'-1'4133'0'0,"12"8"-1448"0"0,19 13 272 0 0,36 40 1180 0 0,12 8-1778 0 0,-60-52-2883 0 0,1-1 0 0 0,24 13 0 0 0,-24-17-5918 0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8.0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372 26 5985 0 0,'-2'-2'295'0'0,"1"0"0"0"0,-1 0 0 0 0,1 0 0 0 0,-1 0 0 0 0,0 1 0 0 0,0-1 0 0 0,0 1 0 0 0,1-1 0 0 0,-1 1 0 0 0,-1 0-1 0 0,1-1 1 0 0,0 1 0 0 0,0 0 0 0 0,0 1 0 0 0,-1-1 0 0 0,1 0 0 0 0,0 1 0 0 0,-1-1 0 0 0,1 1 0 0 0,0-1 0 0 0,-1 1 0 0 0,1 0 0 0 0,-1 0 0 0 0,1 0-1 0 0,-1 1 1 0 0,1-1 0 0 0,0 1 0 0 0,-1-1 0 0 0,1 1 0 0 0,0 0 0 0 0,-1-1 0 0 0,1 1 0 0 0,0 1 0 0 0,0-1 0 0 0,0 0 0 0 0,-2 2 0 0 0,-7 4 172 0 0,1 0 0 0 0,0 0 0 0 0,0 1 0 0 0,1 1 0 0 0,-14 15 0 0 0,-33 37 176 0 0,-34 41-198 0 0,78-87-569 0 0,1 0 0 0 0,1 2 0 0 0,0-1 0 0 0,-14 35 0 0 0,19-35-1568 0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8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0,'1'0'142'0'0,"0"0"0"0"0,0 0 0 0 0,1 0 0 0 0,-1 0 1 0 0,0 0-1 0 0,0 0 0 0 0,0 0 0 0 0,0 0 0 0 0,0 0 0 0 0,0 0 0 0 0,1 1 0 0 0,-1-1 0 0 0,0 0 0 0 0,0 1 0 0 0,0-1 0 0 0,0 1 0 0 0,0-1 0 0 0,0 1 0 0 0,0 0 0 0 0,0-1 0 0 0,-1 1 0 0 0,1 0 0 0 0,1 1 0 0 0,1 1 155 0 0,-1 0 0 0 0,0 0 0 0 0,0 0 0 0 0,0 1 0 0 0,0-1 0 0 0,0 1-1 0 0,1 4 1 0 0,1 6 829 0 0,0 0 0 0 0,4 26 0 0 0,0 88 1093 0 0,-7-89-2159 0 0,1-1-1 0 0,10 55 1 0 0,1-35-3543 0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8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79 8290 0 0,'0'-6'164'0'0,"1"0"0"0"0,0 1 0 0 0,0-1 1 0 0,0 0-1 0 0,1 1 0 0 0,3-10 0 0 0,-3 13 13 0 0,-1 0-1 0 0,1 0 0 0 0,-1 0 1 0 0,1 0-1 0 0,0 1 1 0 0,0-1-1 0 0,-1 0 0 0 0,1 1 1 0 0,0-1-1 0 0,1 1 1 0 0,-1 0-1 0 0,0-1 0 0 0,0 1 1 0 0,1 0-1 0 0,-1 0 1 0 0,0 1-1 0 0,1-1 0 0 0,2 0 1 0 0,4 0 200 0 0,0 0 0 0 0,-1 0 0 0 0,1 1 0 0 0,0 1 0 0 0,0-1 0 0 0,0 1 0 0 0,-1 1 0 0 0,1 0 0 0 0,-1 0 0 0 0,1 0 0 0 0,-1 1 0 0 0,0 1 0 0 0,0-1 0 0 0,0 1 0 0 0,13 9 0 0 0,-17-10-275 0 0,0 0-1 0 0,0 0 1 0 0,0 1-1 0 0,0-1 1 0 0,-1 1 0 0 0,1 0-1 0 0,-1 0 1 0 0,0 0 0 0 0,0 1-1 0 0,-1-1 1 0 0,1 1-1 0 0,2 6 1 0 0,-4-8-64 0 0,0 1 0 0 0,0 0 0 0 0,-1-1-1 0 0,1 1 1 0 0,-1 0 0 0 0,0 0 0 0 0,0-1 0 0 0,0 1 0 0 0,-1 0-1 0 0,1 0 1 0 0,-1 0 0 0 0,0-1 0 0 0,0 1 0 0 0,0-1 0 0 0,0 1 0 0 0,-1 0-1 0 0,1-1 1 0 0,-4 5 0 0 0,-2 4-178 0 0,-2 0 1 0 0,1-1-1 0 0,-1 0 0 0 0,-1 0 0 0 0,0-1 1 0 0,0 0-1 0 0,-1-1 0 0 0,-20 14 1 0 0,13-13-6912 0 0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8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0 175 9218 0 0,'13'-10'6396'0'0,"13"-2"-4974"0"0,26-4-115 0 0,1 3 0 0 0,0 2 0 0 0,66-5 0 0 0,34-7-797 0 0,236-44-655 0 0,-372 64-1021 0 0,-1-1-3964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9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16 6913 0 0,'-9'-1'677'0'0,"-34"-4"-325"0"0,21-5 5282 0 0,42 11-570 0 0,0-1-4032 0 0,-7 2-806 0 0,0 0 0 0 0,0 1-1 0 0,0 1 1 0 0,0 0 0 0 0,-1 0-1 0 0,1 2 1 0 0,16 8 0 0 0,-26-12-184 0 0,0 0 0 0 0,-1 0 0 0 0,1 0 1 0 0,-1 0-1 0 0,1 0 0 0 0,-1 1 0 0 0,0-1 1 0 0,1 1-1 0 0,-1 0 0 0 0,-1-1 1 0 0,1 1-1 0 0,0 0 0 0 0,-1 0 0 0 0,1 0 1 0 0,-1 0-1 0 0,0 1 0 0 0,0-1 0 0 0,0 0 1 0 0,0 0-1 0 0,-1 1 0 0 0,0-1 0 0 0,1 0 1 0 0,-1 1-1 0 0,0-1 0 0 0,0 0 1 0 0,-1 1-1 0 0,1-1 0 0 0,-1 0 0 0 0,0 1 1 0 0,0-1-1 0 0,0 0 0 0 0,0 0 0 0 0,0 0 1 0 0,-2 4-1 0 0,-5 7-197 0 0,0-1 1 0 0,-1 0-1 0 0,0 0 0 0 0,-1 0 1 0 0,0-1-1 0 0,-1-1 0 0 0,-14 12 1 0 0,2 0-1206 0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19.6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0 456 0 0,'-29'9'20125'0'0,"28"8"-20627"0"0,-14 159 3489 0 0,-2 74-4027 0 0,17-229 26 0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0.2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39 3225 0 0,'-15'-8'326'0'0,"-14"11"12154"0"0,28-1-12131 0 0,-8 14-483 0 0,7-8 196 0 0,-1-1-1 0 0,1 1 1 0 0,0-1-1 0 0,0 1 1 0 0,1 0 0 0 0,0 0-1 0 0,0 0 1 0 0,1 0-1 0 0,0 0 1 0 0,1 0 0 0 0,0-1-1 0 0,0 1 1 0 0,0 0-1 0 0,1 0 1 0 0,0-1 0 0 0,1 1-1 0 0,0-1 1 0 0,0 1-1 0 0,0-1 1 0 0,1 0 0 0 0,9 12-1 0 0,-2-4 51 0 0,1 0-1 0 0,0-1 0 0 0,1-1 1 0 0,1 0-1 0 0,0 0 1 0 0,0-1-1 0 0,1-1 1 0 0,21 11-1 0 0,-33-20-115 0 0,0 0 1 0 0,0 0-1 0 0,1-1 1 0 0,-1 1-1 0 0,0-1 1 0 0,0 0-1 0 0,1 0 0 0 0,-1 0 1 0 0,1 0-1 0 0,-1-1 1 0 0,1 1-1 0 0,-1-1 1 0 0,1 0-1 0 0,-1 0 0 0 0,1 0 1 0 0,-1-1-1 0 0,0 1 1 0 0,1-1-1 0 0,-1 0 1 0 0,1 0-1 0 0,-1 0 0 0 0,0 0 1 0 0,1 0-1 0 0,-1-1 1 0 0,0 0-1 0 0,0 1 1 0 0,0-1-1 0 0,0 0 0 0 0,-1-1 1 0 0,1 1-1 0 0,-1 0 1 0 0,1-1-1 0 0,-1 0 1 0 0,0 1-1 0 0,1-1 0 0 0,-2 0 1 0 0,1 0-1 0 0,0 0 1 0 0,0 0-1 0 0,-1 0 1 0 0,0-1-1 0 0,0 1 0 0 0,0 0 1 0 0,0-1-1 0 0,0 1 1 0 0,0-1-1 0 0,-1 1 1 0 0,0-1-1 0 0,0 1 0 0 0,0-1 1 0 0,0 1-1 0 0,0-1 1 0 0,-1 1-1 0 0,0-1 1 0 0,-1-3-1 0 0,0-2-125 0 0,0 0 0 0 0,-2 1 0 0 0,1-1-1 0 0,-1 1 1 0 0,0-1 0 0 0,0 1 0 0 0,-1 1 0 0 0,0-1 0 0 0,-1 1 0 0 0,-7-8 0 0 0,-6-5-545 0 0,-1 2 1 0 0,-24-17-1 0 0,5 4 385 0 0,37 30 302 0 0,0 0 0 0 0,1 0 0 0 0,-1 0 0 0 0,1-1 0 0 0,-1 1 1 0 0,1-1-1 0 0,-1 1 0 0 0,1-1 0 0 0,0 0 0 0 0,0 1 0 0 0,0-1 0 0 0,0 0 0 0 0,0 0 0 0 0,0 0 1 0 0,0 0-1 0 0,1 0 0 0 0,-1 0 0 0 0,0-2 0 0 0,2 2 35 0 0,-1 1 0 0 0,1 0 0 0 0,0 0 0 0 0,-1-1 0 0 0,1 1 0 0 0,0 0 0 0 0,0 0 0 0 0,0 0 0 0 0,-1 0 0 0 0,1 0 0 0 0,0 0 0 0 0,1 0 0 0 0,-1 0 0 0 0,0 0 0 0 0,0 0 0 0 0,0 1 0 0 0,0-1-1 0 0,1 0 1 0 0,-1 1 0 0 0,0-1 0 0 0,1 1 0 0 0,-1 0 0 0 0,0-1 0 0 0,1 1 0 0 0,-1 0 0 0 0,0 0 0 0 0,3 0 0 0 0,21-5 210 0 0,0 1-1 0 0,1 1 0 0 0,-1 2 1 0 0,1 0-1 0 0,-1 2 0 0 0,1 0 1 0 0,-1 2-1 0 0,0 1 1 0 0,25 7-1 0 0,-48-10-253 0 0,0-1 1 0 0,0 1-1 0 0,0-1 0 0 0,0 1 0 0 0,0 0 1 0 0,-1 0-1 0 0,1 0 0 0 0,0 0 0 0 0,-1 0 1 0 0,1 0-1 0 0,0 0 0 0 0,-1 1 0 0 0,1-1 1 0 0,-1 1-1 0 0,0-1 0 0 0,1 1 0 0 0,-1-1 1 0 0,0 1-1 0 0,0 0 0 0 0,0-1 0 0 0,0 1 1 0 0,0 0-1 0 0,-1 0 0 0 0,1 0 1 0 0,-1 0-1 0 0,1 0 0 0 0,-1 0 0 0 0,1 0 1 0 0,-1 0-1 0 0,0 0 0 0 0,0 0 0 0 0,0 0 1 0 0,0 0-1 0 0,-1 2 0 0 0,-2 6 53 0 0,0 1 0 0 0,0-2 0 0 0,-2 1 0 0 0,1 0 0 0 0,-10 14 0 0 0,-10 27 146 0 0,23-48-204 0 0,0 0 0 0 0,0 0 1 0 0,1-1-1 0 0,-1 1 1 0 0,1 0-1 0 0,0 0 0 0 0,-1 1 1 0 0,2-1-1 0 0,-1 0 1 0 0,0 0-1 0 0,0 0 1 0 0,1 0-1 0 0,0-1 0 0 0,0 1 1 0 0,0 0-1 0 0,0 0 1 0 0,0 0-1 0 0,0 0 0 0 0,1-1 1 0 0,-1 1-1 0 0,1-1 1 0 0,0 1-1 0 0,-1-1 1 0 0,1 0-1 0 0,0 1 0 0 0,1-1 1 0 0,-1 0-1 0 0,0 0 1 0 0,1-1-1 0 0,-1 1 0 0 0,1 0 1 0 0,-1-1-1 0 0,1 0 1 0 0,0 1-1 0 0,0-1 1 0 0,0 0-1 0 0,5 1 0 0 0,1 0 79 0 0,0 0 0 0 0,0 0-1 0 0,1-1 1 0 0,-1 0-1 0 0,1-1 1 0 0,-1 0-1 0 0,1 0 1 0 0,-1-1-1 0 0,0-1 1 0 0,19-4-1 0 0,-19 3 17 0 0,0-1 0 0 0,0 0-1 0 0,0 0 1 0 0,-1-1 0 0 0,0 0-1 0 0,0-1 1 0 0,0 0 0 0 0,0 0-1 0 0,-1 0 1 0 0,0-1-1 0 0,-1 0 1 0 0,1-1 0 0 0,-1 1-1 0 0,-1-1 1 0 0,6-9 0 0 0,-9 12-51 0 0,0 1 0 0 0,0 0 0 0 0,0-1-1 0 0,-1 0 1 0 0,1 1 0 0 0,-1-1 0 0 0,0 0 0 0 0,0 1 0 0 0,-1-1 0 0 0,1 0 0 0 0,-1 0 0 0 0,0 0 0 0 0,-1 0 0 0 0,1 0 0 0 0,-1 1 0 0 0,0-1 0 0 0,0 0 0 0 0,0 0 0 0 0,-1 1 0 0 0,1-1 0 0 0,-1 1-1 0 0,0-1 1 0 0,-1 1 0 0 0,1 0 0 0 0,-1 0 0 0 0,0 0 0 0 0,0 0 0 0 0,0 0 0 0 0,0 1 0 0 0,-1 0 0 0 0,-5-5 0 0 0,3 3-259 0 0,0 0-1 0 0,0 1 1 0 0,-1 0 0 0 0,1 0-1 0 0,-1 1 1 0 0,0-1 0 0 0,0 2-1 0 0,0-1 1 0 0,-15-3 0 0 0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0.6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43 5985 0 0,'-16'-4'10973'0'0,"14"5"-10595"0"0,-15 16 3086 0 0,-5 28-3058 0 0,20-40-398 0 0,1 1 0 0 0,0-1 1 0 0,0 1-1 0 0,1 0 0 0 0,-1 0 0 0 0,1-1 1 0 0,0 1-1 0 0,1 0 0 0 0,0-1 0 0 0,-1 1 1 0 0,2 0-1 0 0,-1-1 0 0 0,1 1 0 0 0,0-1 1 0 0,0 0-1 0 0,0 0 0 0 0,1 1 0 0 0,-1-1 1 0 0,1-1-1 0 0,1 1 0 0 0,-1 0 0 0 0,1-1 1 0 0,0 0-1 0 0,0 1 0 0 0,0-2 0 0 0,0 1 0 0 0,7 4 1 0 0,-5-4 41 0 0,0 1 1 0 0,0-2-1 0 0,1 1 1 0 0,-1-1-1 0 0,1 0 1 0 0,0 0 0 0 0,0-1-1 0 0,0 0 1 0 0,0 0-1 0 0,0 0 1 0 0,0-1-1 0 0,1-1 1 0 0,-1 1-1 0 0,0-1 1 0 0,1 0 0 0 0,-1 0-1 0 0,1-1 1 0 0,-1 0-1 0 0,0-1 1 0 0,0 0-1 0 0,8-2 1 0 0,-12 3-20 0 0,0-1-1 0 0,-1 1 1 0 0,1-1 0 0 0,0 1 0 0 0,-1-1-1 0 0,0 0 1 0 0,1 0 0 0 0,-1 0 0 0 0,0 0 0 0 0,0 0-1 0 0,0-1 1 0 0,0 1 0 0 0,0-1 0 0 0,-1 1-1 0 0,1-1 1 0 0,-1 0 0 0 0,2-2 0 0 0,-1-1 10 0 0,-1 1 0 0 0,0 0 1 0 0,0 0-1 0 0,0-1 0 0 0,0 1 1 0 0,-1-1-1 0 0,0 1 0 0 0,0-1 1 0 0,-1-5-1 0 0,-1 0-15 0 0,0 1-1 0 0,-1-1 1 0 0,1 1 0 0 0,-2 0-1 0 0,0 0 1 0 0,0 0 0 0 0,-1 0 0 0 0,0 1-1 0 0,-9-13 1 0 0,7 14-484 0 0,0 0 1 0 0,0 0-1 0 0,-14-10 0 0 0,-5 0-7409 0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1.2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218 130 5065 0 0,'-3'-10'801'0'0,"0"0"1"0"0,-1 0-1 0 0,-1 1 0 0 0,1-1 0 0 0,-1 1 1 0 0,-1 0-1 0 0,0 0 0 0 0,0 1 1 0 0,-1 0-1 0 0,0 0 0 0 0,-11-10 0 0 0,16 17-576 0 0,1 0-1 0 0,-1-1 0 0 0,0 1 1 0 0,0 0-1 0 0,0 0 0 0 0,0 0 1 0 0,-1 0-1 0 0,1 1 0 0 0,0-1 1 0 0,0 0-1 0 0,0 1 0 0 0,-1 0 1 0 0,1-1-1 0 0,0 1 1 0 0,0 0-1 0 0,-1 0 0 0 0,1 0 1 0 0,0 1-1 0 0,-1-1 0 0 0,1 0 1 0 0,0 1-1 0 0,-3 1 0 0 0,1 0-45 0 0,0 0 0 0 0,1 0 0 0 0,-1 0 0 0 0,1 1 0 0 0,-1 0 0 0 0,1 0 0 0 0,0 0 0 0 0,0 0 0 0 0,0 0 0 0 0,1 0 1 0 0,-4 6-1 0 0,-1 3-71 0 0,0 0 1 0 0,1 1-1 0 0,0 0 1 0 0,1 1 0 0 0,1-1-1 0 0,-4 18 1 0 0,5-16-78 0 0,1-1 1 0 0,1 0-1 0 0,0 0 0 0 0,1 1 1 0 0,1-1-1 0 0,0 0 1 0 0,1 0-1 0 0,0 0 0 0 0,1 0 1 0 0,6 15-1 0 0,-6-19-221 0 0,1 0 0 0 0,1-1-1 0 0,-1 0 1 0 0,2 0-1 0 0,-1 0 1 0 0,1-1 0 0 0,1 0-1 0 0,-1 0 1 0 0,1 0 0 0 0,1-1-1 0 0,-1 0 1 0 0,1 0 0 0 0,1-1-1 0 0,13 9 1 0 0,5-1-7126 0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1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211 26 4145 0 0,'-1'-2'302'0'0,"0"0"1"0"0,1 0-1 0 0,-1 0 0 0 0,0 0 0 0 0,0 0 1 0 0,0 0-1 0 0,0 0 0 0 0,-1 0 1 0 0,1 1-1 0 0,-3-4 0 0 0,3 5-106 0 0,0-1 0 0 0,-1 1 0 0 0,1 0 0 0 0,0 0 0 0 0,0-1 0 0 0,-1 1 0 0 0,1 0-1 0 0,0 0 1 0 0,0 0 0 0 0,0 0 0 0 0,-1 1 0 0 0,1-1 0 0 0,0 0 0 0 0,0 0 0 0 0,0 1 0 0 0,-1-1-1 0 0,1 1 1 0 0,0-1 0 0 0,0 1 0 0 0,0-1 0 0 0,-1 2 0 0 0,-7 3 247 0 0,1 0 1 0 0,0 0-1 0 0,1 1 1 0 0,-1 0-1 0 0,1 1 0 0 0,0 0 1 0 0,1 0-1 0 0,0 0 1 0 0,-7 11-1 0 0,-1 3 355 0 0,1-1-1 0 0,-14 35 1 0 0,22-43-511 0 0,-3 4 347 0 0,-10 35 0 0 0,16-48-562 0 0,1 1 1 0 0,0-1 0 0 0,1 1 0 0 0,-1 0 0 0 0,1-1 0 0 0,0 1 0 0 0,0 0 0 0 0,0-1 0 0 0,0 1-1 0 0,0 0 1 0 0,1-1 0 0 0,0 1 0 0 0,0 0 0 0 0,0-1 0 0 0,0 1 0 0 0,2 3 0 0 0,-2-5-49 0 0,0-1 1 0 0,0 0 0 0 0,-1 1 0 0 0,2-1 0 0 0,-1 0 0 0 0,0 0 0 0 0,0 0 0 0 0,0 0-1 0 0,0 0 1 0 0,1 0 0 0 0,-1 0 0 0 0,0 0 0 0 0,1-1 0 0 0,-1 1 0 0 0,1 0-1 0 0,-1-1 1 0 0,1 1 0 0 0,-1-1 0 0 0,1 1 0 0 0,3-1 0 0 0,-2 0 10 0 0,0 0 0 0 0,0 0 0 0 0,1-1 0 0 0,-1 1 0 0 0,0-1 0 0 0,0 0 0 0 0,0 0 0 0 0,0 0 0 0 0,6-3 0 0 0,2-2 34 0 0,0-1 1 0 0,-1 0 0 0 0,0-1-1 0 0,12-11 1 0 0,-12 9-36 0 0,-1 0 0 0 0,1 0 0 0 0,-2-1 0 0 0,1-1 0 0 0,-2 1 0 0 0,1-1 1 0 0,-2 0-1 0 0,7-15 0 0 0,-10 20-104 0 0,-1 1 0 0 0,0 0 1 0 0,0-1-1 0 0,-1 0 1 0 0,0 1-1 0 0,0-1 0 0 0,0 0 1 0 0,-1 1-1 0 0,0-1 0 0 0,0 0 1 0 0,-1 0-1 0 0,0 1 0 0 0,0-1 1 0 0,0 1-1 0 0,-1-1 1 0 0,0 1-1 0 0,0-1 0 0 0,-6-11 1 0 0,-1 7-1849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1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1 143 9674 0 0,'10'-4'1278'0'0,"1"1"0"0"0,-1 0-1 0 0,1 0 1 0 0,0 2 0 0 0,0-1 0 0 0,23 1-1 0 0,-29 1-1125 0 0,0 1-1 0 0,-1 0 0 0 0,1 0 0 0 0,0 0 0 0 0,0 1 1 0 0,-1-1-1 0 0,1 1 0 0 0,-1 1 0 0 0,1-1 0 0 0,-1 0 1 0 0,0 1-1 0 0,0 0 0 0 0,0 0 0 0 0,0 0 0 0 0,-1 1 1 0 0,1-1-1 0 0,-1 1 0 0 0,3 4 0 0 0,18 31 303 0 0,-23-36-398 0 0,0 0-1 0 0,0-1 1 0 0,0 1 0 0 0,0 0-1 0 0,0 0 1 0 0,0 0 0 0 0,-1 0 0 0 0,1 0-1 0 0,-1 0 1 0 0,0 0 0 0 0,0-1-1 0 0,0 1 1 0 0,-1 4 0 0 0,1-7-49 0 0,0 0 1 0 0,0 0 0 0 0,-1 0-1 0 0,1 0 1 0 0,0 1 0 0 0,0-1-1 0 0,-1 0 1 0 0,1 0-1 0 0,0 0 1 0 0,-1-1 0 0 0,1 1-1 0 0,0 0 1 0 0,0 0-1 0 0,-1 0 1 0 0,1 0 0 0 0,0 0-1 0 0,-1 0 1 0 0,1 0 0 0 0,0 0-1 0 0,0 0 1 0 0,-1-1-1 0 0,1 1 1 0 0,0 0 0 0 0,0 0-1 0 0,0 0 1 0 0,-1-1-1 0 0,1 1 1 0 0,0 0 0 0 0,0 0-1 0 0,0 0 1 0 0,0-1 0 0 0,-1 1-1 0 0,1 0 1 0 0,0 0-1 0 0,0-1 1 0 0,0 1 0 0 0,0 0-1 0 0,0-1 1 0 0,0 1-1 0 0,0 0 1 0 0,0 0 0 0 0,0-1-1 0 0,0 1 1 0 0,0-1 0 0 0,-8-14 41 0 0,6 6-28 0 0,0 0 0 0 0,0-1 0 0 0,1 1 1 0 0,0 0-1 0 0,1-1 0 0 0,0 1 0 0 0,0-1 0 0 0,1 1 1 0 0,3-13-1 0 0,0 4-284 0 0,1-1 1 0 0,1 0 0 0 0,13-26-1 0 0,-6 19-547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2.2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5985 0 0,'4'-4'819'0'0,"0"1"-1"0"0,0-1 0 0 0,0 1 1 0 0,0 0-1 0 0,0 1 0 0 0,0-1 1 0 0,1 1-1 0 0,-1 0 0 0 0,1 0 1 0 0,0 0-1 0 0,0 0 0 0 0,0 1 1 0 0,0 0-1 0 0,-1 0 0 0 0,11 0 1 0 0,-11 1-678 0 0,1 0 0 0 0,-1 1-1 0 0,0-1 1 0 0,1 1 0 0 0,-1 0 0 0 0,0 0 0 0 0,0 1 0 0 0,0-1 0 0 0,0 1 0 0 0,0 0 0 0 0,0 0 0 0 0,0 0 0 0 0,0 1 0 0 0,-1-1 0 0 0,0 1 0 0 0,1 0 0 0 0,-1 0 0 0 0,0 0-1 0 0,0 0 1 0 0,0 1 0 0 0,-1-1 0 0 0,1 1 0 0 0,-1 0 0 0 0,0-1 0 0 0,0 1 0 0 0,0 0 0 0 0,2 8 0 0 0,16 65-25 0 0,-18-69-107 0 0,-1 0 0 0 0,0 1 0 0 0,0-1 0 0 0,-1 1 0 0 0,0-1 0 0 0,0 1 0 0 0,-3 10 0 0 0,-8-57 439 0 0,11 12-393 0 0,1 0 0 0 0,1 0 0 0 0,1 1 0 0 0,2-1 0 0 0,0 1 0 0 0,14-37 0 0 0,-13 43-637 0 0,2 1-1 0 0,0 1 1 0 0,1-1-1 0 0,1 1 1 0 0,17-22-1 0 0,-8 18-6885 0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2.5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4 114 1840 0 0,'-1'2'90'0'0,"1"-1"0"0"0,-1 0-1 0 0,1 0 1 0 0,-1 0-1 0 0,1 0 1 0 0,0 0 0 0 0,0 1-1 0 0,0-1 1 0 0,0 0 0 0 0,0 0-1 0 0,0 0 1 0 0,0 1-1 0 0,0-1 1 0 0,0 0 0 0 0,0 0-1 0 0,1 0 1 0 0,0 2 0 0 0,-1-2 43 0 0,0-1 0 0 0,1 0 1 0 0,-1 1-1 0 0,1-1 0 0 0,-1 0 1 0 0,0 1-1 0 0,1-1 0 0 0,-1 0 1 0 0,1 1-1 0 0,-1-1 0 0 0,1 0 1 0 0,-1 0-1 0 0,1 0 1 0 0,-1 0-1 0 0,1 1 0 0 0,-1-1 1 0 0,1 0-1 0 0,0 0 0 0 0,-1 0 1 0 0,1 0-1 0 0,-1 0 0 0 0,1 0 1 0 0,-1 0-1 0 0,1 0 0 0 0,-1 0 1 0 0,1-1-1 0 0,2 1 225 0 0,-1-1 0 0 0,1 0 1 0 0,-1 0-1 0 0,0 0 0 0 0,0 0 0 0 0,1-1 0 0 0,-1 1 0 0 0,0-1 0 0 0,0 1 0 0 0,0-1 0 0 0,0 0 1 0 0,-1 1-1 0 0,1-1 0 0 0,0 0 0 0 0,1-4 0 0 0,2-3 567 0 0,0-1-1 0 0,-1 1 1 0 0,5-16 0 0 0,-8 22-828 0 0,0 0 0 0 0,0 0 0 0 0,-1 0 0 0 0,1-1 0 0 0,-1 1 0 0 0,0 0 0 0 0,1 0 0 0 0,-1-1 0 0 0,-1 1 0 0 0,1 0 1 0 0,0-1-1 0 0,-1 1 0 0 0,0 0 0 0 0,0 0 0 0 0,-1-4 0 0 0,2 6-75 0 0,-1 1 1 0 0,1 0 0 0 0,0-1-1 0 0,0 1 1 0 0,0 0-1 0 0,-1-1 1 0 0,1 1-1 0 0,0 0 1 0 0,-1-1 0 0 0,1 1-1 0 0,0 0 1 0 0,-1 0-1 0 0,1-1 1 0 0,0 1-1 0 0,-1 0 1 0 0,1 0 0 0 0,0 0-1 0 0,-1-1 1 0 0,1 1-1 0 0,-1 0 1 0 0,1 0-1 0 0,0 0 1 0 0,-1 0 0 0 0,1 0-1 0 0,-1 0 1 0 0,1 0-1 0 0,-1 0 1 0 0,1 0-1 0 0,0 0 1 0 0,-1 0 0 0 0,0 0-1 0 0,-13 10 473 0 0,-6 17-16 0 0,18-23-469 0 0,0-1 0 0 0,0 1-1 0 0,0 0 1 0 0,1 0 0 0 0,0-1 0 0 0,0 1-1 0 0,0 0 1 0 0,0 0 0 0 0,1 0 0 0 0,-1 0-1 0 0,1 0 1 0 0,0 1 0 0 0,0-1 0 0 0,0 0-1 0 0,1 0 1 0 0,0 0 0 0 0,0 0 0 0 0,0 0-1 0 0,0 0 1 0 0,0-1 0 0 0,1 1-1 0 0,-1 0 1 0 0,1-1 0 0 0,0 1 0 0 0,0-1-1 0 0,1 1 1 0 0,-1-1 0 0 0,4 4 0 0 0,1-1-131 0 0,0 1-1 0 0,0-2 1 0 0,1 1 0 0 0,0-1 0 0 0,0 0 0 0 0,0 0 0 0 0,1-1 0 0 0,-1 0 0 0 0,1 0 0 0 0,0-1-1 0 0,11 2 1 0 0,3 0-908 0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2.8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 9 3681 0 0,'-4'-1'712'0'0,"0"-1"0"0"0,0 1-1 0 0,1 0 1 0 0,-1 0 0 0 0,0 0 0 0 0,-1 0 0 0 0,1 1 0 0 0,0-1 0 0 0,0 1-1 0 0,0 0 1 0 0,0 0 0 0 0,0 1 0 0 0,0-1 0 0 0,0 1 0 0 0,-8 2 0 0 0,9-2-340 0 0,0 0 0 0 0,-1 0 0 0 0,1 0 0 0 0,0 0 0 0 0,0 1 0 0 0,0-1 0 0 0,0 1 0 0 0,0-1 1 0 0,0 1-1 0 0,0 0 0 0 0,1 1 0 0 0,-1-1 0 0 0,1 0 0 0 0,-1 1 0 0 0,1-1 0 0 0,0 1 0 0 0,0 0 1 0 0,0 0-1 0 0,-2 4 0 0 0,2 1-311 0 0,0 1 0 0 0,1-1-1 0 0,0 1 1 0 0,0-1 0 0 0,1 1 0 0 0,1-1 0 0 0,-1 1 0 0 0,1-1 0 0 0,0 1 0 0 0,5 13-1 0 0,-5-16-282 0 0,1-1-1 0 0,0 1 0 0 0,0-1 1 0 0,0 0-1 0 0,1 0 0 0 0,-1 0 0 0 0,1 0 1 0 0,1 0-1 0 0,-1-1 0 0 0,1 1 0 0 0,-1-1 1 0 0,1 0-1 0 0,0 0 0 0 0,1 0 1 0 0,-1-1-1 0 0,10 7 0 0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3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27 8754 0 0,'-6'-7'233'0'0,"-24"-12"11762"0"0,33 40-11210 0 0,-1-8-373 0 0,14 134 903 0 0,-12-90-1343 0 0,3-1 1 0 0,2 1-1 0 0,2-1 0 0 0,24 66 1 0 0,-29-103-576 0 0,0-1-177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3.2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13 171 5065 0 0,'-2'-4'489'0'0,"1"1"0"0"0,-1 0 0 0 0,0-1 0 0 0,1 0 0 0 0,0 1 0 0 0,0-1 0 0 0,0 0 0 0 0,0 1 0 0 0,1-1 0 0 0,-1 0 0 0 0,1 0 0 0 0,0 0 0 0 0,0 1 0 0 0,1-1 0 0 0,-1 0 0 0 0,1 0 0 0 0,1-5 0 0 0,-1 3-18 0 0,1 1 1 0 0,0-1 0 0 0,0 1-1 0 0,0-1 1 0 0,0 1 0 0 0,1 0-1 0 0,0 0 1 0 0,0 0-1 0 0,0 0 1 0 0,8-9 0 0 0,-6 11-386 0 0,-1-1 0 0 0,1 1 1 0 0,0 0-1 0 0,0 0 1 0 0,0 1-1 0 0,1-1 0 0 0,-1 1 1 0 0,1 0-1 0 0,-1 1 0 0 0,1-1 1 0 0,-1 1-1 0 0,1 0 0 0 0,7 0 1 0 0,0 1-507 0 0,0 0 0 0 0,0 1 0 0 0,0 0 0 0 0,24 6 0 0 0,-10-1 196 0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3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9 3225 0 0,'-23'4'-437'0'0,"12"-2"2109"0"0,1-1 0 0 0,0 2 0 0 0,0-1 0 0 0,0 1 0 0 0,0 1 0 0 0,0 0-1 0 0,-8 8 1833 0 0,28-10-2603 0 0,10-2-102 0 0,210-12 832 0 0,23-1-32 0 0,-153-3-2797 0 0,-79 12 67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3.9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6449 0 0,'-1'1'166'0'0,"0"-1"-1"0"0,1 1 1 0 0,-1-1-1 0 0,0 1 1 0 0,1 0-1 0 0,-1-1 1 0 0,1 1 0 0 0,-1 0-1 0 0,1 0 1 0 0,-1-1-1 0 0,1 1 1 0 0,0 0-1 0 0,-1 0 1 0 0,1 0-1 0 0,0-1 1 0 0,-1 1-1 0 0,1 0 1 0 0,0 0-1 0 0,0 0 1 0 0,0 0-1 0 0,0 0 1 0 0,0 0-1 0 0,0-1 1 0 0,0 2-1 0 0,1 1 182 0 0,-1-1-1 0 0,1 0 1 0 0,0 0-1 0 0,0 1 0 0 0,0-1 1 0 0,0 0-1 0 0,0 0 0 0 0,0 0 1 0 0,3 2-1 0 0,5 7 1233 0 0,0-1 0 0 0,19 14 0 0 0,-17-15-748 0 0,-2 0-400 0 0,0-1 0 0 0,0 1 1 0 0,-1 0-1 0 0,0 1 0 0 0,0 0 0 0 0,11 21 0 0 0,-17-27-433 0 0,0 1 0 0 0,0 0 0 0 0,-1 0 0 0 0,0-1 0 0 0,0 1-1 0 0,0 0 1 0 0,0 0 0 0 0,-1 0 0 0 0,0 0 0 0 0,0 1 0 0 0,0-1-1 0 0,-1 0 1 0 0,1 0 0 0 0,-1 0 0 0 0,0-1 0 0 0,-1 1 0 0 0,1 0 0 0 0,-1 0-1 0 0,-5 8 1 0 0,-14 24-3661 0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4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170 231 5529 0 0,'0'0'423'0'0,"-27"7"5680"0"0,18-9-5509 0 0,0 1 0 0 0,0-1 0 0 0,0 0 0 0 0,1-1 0 0 0,0 0 0 0 0,-1-1 0 0 0,1 1 0 0 0,0-2 0 0 0,0 1 0 0 0,1-1 0 0 0,0 0 0 0 0,-8-7 0 0 0,12 10-545 0 0,1 0 0 0 0,0-1 1 0 0,0 1-1 0 0,0-1 1 0 0,0 1-1 0 0,0-1 0 0 0,0 0 1 0 0,1 0-1 0 0,-1 0 1 0 0,1 0-1 0 0,0 0 0 0 0,0 0 1 0 0,0 0-1 0 0,0 0 1 0 0,1 0-1 0 0,-1 0 0 0 0,1 0 1 0 0,0-1-1 0 0,0 1 1 0 0,0 0-1 0 0,0 0 1 0 0,1 0-1 0 0,-1-1 0 0 0,1 1 1 0 0,0 0-1 0 0,0 0 1 0 0,0 0-1 0 0,0 0 0 0 0,0 0 1 0 0,1 0-1 0 0,-1 0 1 0 0,1 1-1 0 0,0-1 0 0 0,0 1 1 0 0,0-1-1 0 0,2-2 1 0 0,3-2-38 0 0,0 0 0 0 0,0 0 0 0 0,0 1 0 0 0,1 0 0 0 0,0 0 0 0 0,0 1 0 0 0,0 0 0 0 0,1 0 0 0 0,16-5 0 0 0,-18 7-7 0 0,0 0 0 0 0,0 1 0 0 0,0 1 0 0 0,1-1 0 0 0,-1 1 1 0 0,1 0-1 0 0,-1 1 0 0 0,1 0 0 0 0,-1 0 0 0 0,1 0 0 0 0,-1 1 0 0 0,1 0 1 0 0,8 3-1 0 0,-13-3-6 0 0,-1 0 1 0 0,0 0 0 0 0,1 0 0 0 0,-1 0-1 0 0,0 0 1 0 0,0 0 0 0 0,0 1-1 0 0,0-1 1 0 0,0 1 0 0 0,0 0 0 0 0,0 0-1 0 0,-1-1 1 0 0,1 1 0 0 0,-1 0-1 0 0,1 0 1 0 0,-1 0 0 0 0,0 1 0 0 0,2 3-1 0 0,-1-1 0 0 0,-1 0 0 0 0,0 0-1 0 0,0-1 1 0 0,0 1 0 0 0,-1 0-1 0 0,0 0 1 0 0,0 0 0 0 0,0 0-1 0 0,-1 5 1 0 0,-2 8-6 0 0,-1 0 0 0 0,-1 0 0 0 0,-1-1 0 0 0,-8 19 0 0 0,-15 26-2 0 0,14-33 8 0 0,2 0 0 0 0,-18 58-1 0 0,29-79 2 0 0,0 1 1 0 0,1-1-1 0 0,0 1 0 0 0,0-1 0 0 0,1 1 0 0 0,-1 0 0 0 0,2-1 0 0 0,0 1 1 0 0,0-1-1 0 0,0 1 0 0 0,1-1 0 0 0,0 1 0 0 0,1-1 0 0 0,0 0 0 0 0,6 12 1 0 0,-7-17 20 0 0,0 1 0 0 0,0-1 0 0 0,1 1 0 0 0,0-1 0 0 0,-1 0 0 0 0,1 0 0 0 0,0 0 0 0 0,1 0 0 0 0,-1-1 0 0 0,0 1 0 0 0,1-1 0 0 0,-1 0 0 0 0,1 0 0 0 0,0 0 0 0 0,0 0 0 0 0,0-1 0 0 0,0 0 0 0 0,0 0 0 0 0,0 0 0 0 0,0 0 0 0 0,0 0 0 0 0,0-1 0 0 0,1 0 0 0 0,-1 0 0 0 0,0 0 0 0 0,0 0 0 0 0,0-1 0 0 0,1 1 0 0 0,5-3 0 0 0,-7 2-2 0 0,0 0 0 0 0,0 0-1 0 0,0-1 1 0 0,0 1 0 0 0,0-1 0 0 0,0 0 0 0 0,0 1 0 0 0,0-1 0 0 0,-1-1-1 0 0,1 1 1 0 0,-1 0 0 0 0,1-1 0 0 0,-1 1 0 0 0,0-1 0 0 0,0 0 0 0 0,0 1 0 0 0,0-1-1 0 0,-1 0 1 0 0,1 0 0 0 0,-1 0 0 0 0,0-1 0 0 0,0 1 0 0 0,0 0 0 0 0,0 0-1 0 0,0-1 1 0 0,-1 1 0 0 0,1 0 0 0 0,-1-1 0 0 0,0 1 0 0 0,0-1 0 0 0,-1 1 0 0 0,1 0-1 0 0,0-1 1 0 0,-1 1 0 0 0,0 0 0 0 0,-2-5 0 0 0,0-1 19 0 0,0 0-1 0 0,-1 0 1 0 0,0 1-1 0 0,0-1 1 0 0,-1 1 0 0 0,0 1-1 0 0,-1-1 1 0 0,0 1 0 0 0,0-1-1 0 0,0 2 1 0 0,-1-1-1 0 0,0 1 1 0 0,-11-8 0 0 0,-9-3-45 0 0,0 1 1 0 0,-50-20 0 0 0,47 23-2670 0 0,1-1 0 0 0,-29-20 0 0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5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 7834 0 0,'2'0'299'0'0,"-1"1"0"0"0,0-1 0 0 0,1 1 0 0 0,-1 0 0 0 0,0 0-1 0 0,0-1 1 0 0,0 1 0 0 0,1 0 0 0 0,-1 0 0 0 0,0 0 0 0 0,0 0 0 0 0,0 0 0 0 0,-1 1 0 0 0,1-1 0 0 0,0 0 0 0 0,0 0 0 0 0,0 1 0 0 0,-1-1 0 0 0,1 0 0 0 0,0 3 0 0 0,10 30 4766 0 0,-9-20-4569 0 0,0 0 0 0 0,-1 0 0 0 0,-1 0 0 0 0,0 0 0 0 0,-1 0-1 0 0,-3 17 1 0 0,-24 80 996 0 0,6-31-3341 0 0,18-61-2 0 0,1-1 0 0 0,-1 25 0 0 0,4-26-5341 0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6.1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82 7370 0 0,'1'-2'363'0'0,"-1"0"0"0"0,1 0 0 0 0,0-1 0 0 0,0 1 0 0 0,0 0-1 0 0,0 0 1 0 0,0 0 0 0 0,0 0 0 0 0,0 0 0 0 0,1 0 0 0 0,-1 0 0 0 0,0 1 0 0 0,1-1 0 0 0,0 0 0 0 0,0 1 0 0 0,3-3 0 0 0,32-21 2698 0 0,-31 22-2770 0 0,1-1 0 0 0,0 1 0 0 0,0 1 1 0 0,1 0-1 0 0,-1 0 0 0 0,0 0 0 0 0,1 1 0 0 0,-1 0 0 0 0,1 0 1 0 0,0 1-1 0 0,14 0 0 0 0,-20 0-209 0 0,1 1 1 0 0,-1-1-1 0 0,1 0 1 0 0,-1 1-1 0 0,1 0 1 0 0,-1-1-1 0 0,1 1 1 0 0,-1 0-1 0 0,0 0 1 0 0,1 0-1 0 0,-1 1 1 0 0,0-1-1 0 0,0 0 1 0 0,0 1-1 0 0,0 0 1 0 0,0-1-1 0 0,0 1 0 0 0,0 0 1 0 0,-1 0-1 0 0,1 0 1 0 0,0 0-1 0 0,-1 0 1 0 0,0 1-1 0 0,0-1 1 0 0,1 0-1 0 0,-1 1 1 0 0,-1-1-1 0 0,1 0 1 0 0,0 1-1 0 0,-1-1 1 0 0,1 1-1 0 0,-1-1 1 0 0,1 1-1 0 0,-1 0 1 0 0,0-1-1 0 0,0 1 0 0 0,-1 3 1 0 0,-2 8-75 0 0,1 0 1 0 0,-2-1-1 0 0,0 1 0 0 0,-12 24 1 0 0,12-29-5 0 0,-1 0 0 0 0,1 0 0 0 0,1 1 0 0 0,0-1 0 0 0,0 1 0 0 0,1 0 0 0 0,0 0 0 0 0,1 0 0 0 0,0 0 0 0 0,1 0 1 0 0,0 11-1 0 0,1-19-5 0 0,0-1 1 0 0,-1 1-1 0 0,1 0 1 0 0,0 0 0 0 0,0-1-1 0 0,0 1 1 0 0,0 0 0 0 0,0-1-1 0 0,0 1 1 0 0,0-1-1 0 0,0 0 1 0 0,1 1 0 0 0,-1-1-1 0 0,1 0 1 0 0,-1 0-1 0 0,1 0 1 0 0,-1 0 0 0 0,1 0-1 0 0,0 0 1 0 0,0 0-1 0 0,-1 0 1 0 0,1-1 0 0 0,0 1-1 0 0,2 0 1 0 0,7 1-2 0 0,1 1 0 0 0,-1-2 0 0 0,13 1 0 0 0,3 0-58 0 0,-26-1 59 0 0,6 0-7 0 0,-1 0-1 0 0,1 0 0 0 0,0 1 0 0 0,-1 0 1 0 0,13 6-1 0 0,-18-7 8 0 0,0-1 0 0 0,0 1-1 0 0,0 0 1 0 0,-1-1 0 0 0,1 1 0 0 0,0 0 0 0 0,0-1-1 0 0,-1 1 1 0 0,1 0 0 0 0,0 0 0 0 0,-1 0 0 0 0,1 0-1 0 0,-1 0 1 0 0,1 0 0 0 0,-1 0 0 0 0,0 0 0 0 0,1 0 0 0 0,-1 1-1 0 0,0 0 2 0 0,0 0-1 0 0,0-1 1 0 0,0 1-1 0 0,0 0 0 0 0,-1-1 1 0 0,1 1-1 0 0,-1 0 1 0 0,1-1-1 0 0,-1 1 0 0 0,0-1 1 0 0,0 1-1 0 0,1-1 1 0 0,-1 1-1 0 0,0-1 1 0 0,-2 2-1 0 0,-4 5 28 0 0,-1-1 1 0 0,1 0-1 0 0,-1 0 1 0 0,-1-1-1 0 0,1 0 1 0 0,-1 0-1 0 0,0-1 1 0 0,0 0 0 0 0,-16 5-1 0 0,-10 3 102 0 0,-45 10-1 0 0,37-15-413 0 0,25-5 6 0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8.3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174 361 4609 0 0,'-30'1'3748'0'0,"24"0"-3246"0"0,0 0 0 0 0,0-1 1 0 0,1 0-1 0 0,-1 0 0 0 0,0 0 0 0 0,0-1 0 0 0,1 0 0 0 0,-1 0 0 0 0,0 0 1 0 0,1-1-1 0 0,-1 0 0 0 0,1 0 0 0 0,-8-4 0 0 0,9 4-272 0 0,1 0-1 0 0,0 0 0 0 0,-1-1 0 0 0,1 1 0 0 0,0-1 1 0 0,0 1-1 0 0,1-1 0 0 0,-1 0 0 0 0,0 0 1 0 0,1-1-1 0 0,0 1 0 0 0,0 0 0 0 0,0-1 1 0 0,0 1-1 0 0,0-1 0 0 0,1 0 0 0 0,0 1 1 0 0,-1-1-1 0 0,1-5 0 0 0,0 3-92 0 0,1 1 1 0 0,0-1-1 0 0,0 0 0 0 0,1 0 1 0 0,0 0-1 0 0,0 1 0 0 0,0-1 1 0 0,1 1-1 0 0,0-1 0 0 0,0 1 1 0 0,5-11-1 0 0,2 1-47 0 0,1 1 0 0 0,0 0-1 0 0,0 0 1 0 0,2 1 0 0 0,-1 0 0 0 0,2 1-1 0 0,24-20 1 0 0,-20 20-70 0 0,0 1 0 0 0,1 1 0 0 0,0 1 0 0 0,34-13-1 0 0,-46 19-15 0 0,1 1 0 0 0,0 0 0 0 0,0 0-1 0 0,0 1 1 0 0,0 0 0 0 0,0 0 0 0 0,0 0-1 0 0,1 1 1 0 0,-1 0 0 0 0,0 1-1 0 0,0 0 1 0 0,0 0 0 0 0,0 0 0 0 0,0 1-1 0 0,0 0 1 0 0,12 5 0 0 0,-17-6-9 0 0,1 1 1 0 0,-1 0-1 0 0,0-1 1 0 0,0 1-1 0 0,0 0 1 0 0,0 0-1 0 0,0 0 1 0 0,0 0-1 0 0,0 1 1 0 0,-1-1-1 0 0,1 0 1 0 0,-1 1-1 0 0,0-1 1 0 0,0 1-1 0 0,2 4 1 0 0,-1-1-20 0 0,-1 0 0 0 0,0 1 0 0 0,0-1 0 0 0,-1 0 0 0 0,1 0 1 0 0,-2 11-1 0 0,-1 4-58 0 0,-2-1 1 0 0,0 0 0 0 0,-9 25 0 0 0,-15 30-470 0 0,-54 102 0 0 0,45-104-90 0 0,-35 103-1 0 0,66-158 592 0 0,0-1 0 0 0,2 2 1 0 0,0-1-1 0 0,1 0 0 0 0,-1 27 0 0 0,4-42 20 0 0,0 0 1 0 0,0 1-1 0 0,0-1 0 0 0,0 0 1 0 0,0 0-1 0 0,1 0 1 0 0,0 1-1 0 0,0-1 0 0 0,0 0 1 0 0,0 0-1 0 0,0 0 0 0 0,0 0 1 0 0,1 0-1 0 0,0-1 1 0 0,-1 1-1 0 0,1 0 0 0 0,0-1 1 0 0,0 1-1 0 0,0-1 0 0 0,1 1 1 0 0,-1-1-1 0 0,1 0 1 0 0,-1 0-1 0 0,1 0 0 0 0,0-1 1 0 0,0 1-1 0 0,-1-1 0 0 0,1 1 1 0 0,0-1-1 0 0,0 0 1 0 0,1 0-1 0 0,-1 0 0 0 0,0 0 1 0 0,0-1-1 0 0,0 0 0 0 0,0 1 1 0 0,1-1-1 0 0,-1 0 1 0 0,4-1-1 0 0,5 0 4 0 0,-1 0 1 0 0,1-1 0 0 0,0-1-1 0 0,-1 0 1 0 0,1 0-1 0 0,-1-1 1 0 0,0-1 0 0 0,0 1-1 0 0,0-2 1 0 0,-1 0-1 0 0,0 0 1 0 0,15-12-1 0 0,-14 9 160 0 0,1-1 0 0 0,-1 0 0 0 0,-1-1 0 0 0,0 0 0 0 0,0-1 0 0 0,-1 1-1 0 0,-1-2 1 0 0,0 1 0 0 0,11-24 0 0 0,-16 25 27 0 0,0 0-1 0 0,0-1 0 0 0,-1 0 1 0 0,0 1-1 0 0,-1-1 1 0 0,-1 0-1 0 0,0 0 1 0 0,0 0-1 0 0,-1 1 1 0 0,0-1-1 0 0,-1 0 1 0 0,-1 1-1 0 0,0-1 1 0 0,-6-15-1 0 0,1 7-10 0 0,0 1 0 0 0,-2 0 0 0 0,0 0 0 0 0,-1 1 0 0 0,0 0 0 0 0,-2 1 0 0 0,-18-20 1 0 0,21 27-137 0 0,-1 0 1 0 0,0 1 0 0 0,0 1-1 0 0,-1 0 1 0 0,0 0 0 0 0,0 1-1 0 0,-1 1 1 0 0,0 0 0 0 0,0 1-1 0 0,-26-7 1 0 0,17 7-304 0 0,0 1 0 0 0,-1 1 0 0 0,0 1 0 0 0,0 1 0 0 0,1 1 0 0 0,-25 3 0 0 0,3 5-3028 0 0,29-3-3170 0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8.9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8290 0 0,'2'-3'834'0'0,"0"1"0"0"0,1-1 1 0 0,0 1-1 0 0,-1 0 0 0 0,1 0 1 0 0,0 0-1 0 0,6-3 0 0 0,-6 3 93 0 0,-2 1-640 0 0,1 0-1 0 0,-1 0 0 0 0,1 0 1 0 0,0 0-1 0 0,0 0 1 0 0,-1 0-1 0 0,1 1 0 0 0,0-1 1 0 0,0 1-1 0 0,0-1 0 0 0,0 1 1 0 0,0 0-1 0 0,0-1 0 0 0,0 1 1 0 0,0 0-1 0 0,0 1 0 0 0,0-1 1 0 0,0 0-1 0 0,2 1 1 0 0,-2 0-127 0 0,1 0 0 0 0,-1 0 1 0 0,1 1-1 0 0,-1-1 1 0 0,1 1-1 0 0,-1 0 1 0 0,0 0-1 0 0,1-1 1 0 0,-1 1-1 0 0,0 1 0 0 0,3 3 1 0 0,3 7-226 0 0,0 0 0 0 0,-1 0 1 0 0,0 1-1 0 0,5 16 0 0 0,-5-12 455 0 0,21 58-309 0 0,-4 1-1 0 0,20 104 0 0 0,29 95-119 0 0,-62-248-497 0 0,1-2 0 0 0,2 1-1 0 0,31 46 1 0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29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9674 0 0,'-13'5'10556'0'0,"12"-3"-10150"0"0,0 14 1428 0 0,1-14-1916 0 0,0 0 0 0 0,1-1 0 0 0,-1 1 0 0 0,0 0 0 0 0,0-1-1 0 0,-1 1 1 0 0,1 0 0 0 0,0 0 0 0 0,-1-1 0 0 0,1 1 0 0 0,-1 0 0 0 0,1-1 0 0 0,-1 1 0 0 0,0-1-1 0 0,1 1 1 0 0,-1 0 0 0 0,0-1 0 0 0,0 0 0 0 0,0 1 0 0 0,-2 1 0 0 0,-5 4-3088 0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0.0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1 113 5985 0 0,'7'-11'932'0'0,"0"0"-1"0"0,1 1 1 0 0,1 0-1 0 0,-1 0 1 0 0,2 1-1 0 0,-1 0 1 0 0,16-10-1 0 0,-21 16-703 0 0,-1 1 1 0 0,1-1-1 0 0,-1 1 0 0 0,1 0 0 0 0,0 0 0 0 0,0 0 0 0 0,0 0 0 0 0,0 1 0 0 0,0 0 0 0 0,0 0 0 0 0,1 0 0 0 0,-1 0 0 0 0,0 1 0 0 0,1-1 0 0 0,-1 1 0 0 0,0 0 0 0 0,1 1 0 0 0,-1-1 0 0 0,0 1 0 0 0,0 0 1 0 0,1 0-1 0 0,-1 0 0 0 0,0 0 0 0 0,0 1 0 0 0,0-1 0 0 0,5 4 0 0 0,-7-3-149 0 0,1 0-1 0 0,-1 0 1 0 0,1 0-1 0 0,-1 0 1 0 0,0 0 0 0 0,1 1-1 0 0,-1-1 1 0 0,-1 1 0 0 0,1-1-1 0 0,0 1 1 0 0,-1 0 0 0 0,1 0-1 0 0,-1 0 1 0 0,0 0 0 0 0,0 0-1 0 0,0 0 1 0 0,1 3 0 0 0,-2 0-31 0 0,1 0 1 0 0,-1 0-1 0 0,0 0 1 0 0,0 0 0 0 0,-1 0-1 0 0,0 0 1 0 0,0 0-1 0 0,-3 9 1 0 0,-3 6 49 0 0,-2 0 0 0 0,0-1 0 0 0,-22 33 0 0 0,30-51-69 0 0,-3 4 7 0 0,0 1 1 0 0,0-1 0 0 0,1 1 0 0 0,0 0-1 0 0,0 0 1 0 0,1 0 0 0 0,-3 14 0 0 0,5-18-30 0 0,0-1 0 0 0,0 0-1 0 0,0 0 1 0 0,0 0 0 0 0,0 0 0 0 0,1 0 0 0 0,-1 0 0 0 0,1-1 0 0 0,-1 1 0 0 0,1 0 0 0 0,0 0 0 0 0,0 0 0 0 0,0 0 0 0 0,0-1-1 0 0,0 1 1 0 0,0 0 0 0 0,0-1 0 0 0,1 1 0 0 0,-1-1 0 0 0,1 1 0 0 0,-1-1 0 0 0,1 0 0 0 0,-1 1 0 0 0,1-1 0 0 0,0 0 0 0 0,-1 0-1 0 0,1 0 1 0 0,0-1 0 0 0,0 1 0 0 0,0 0 0 0 0,0-1 0 0 0,0 1 0 0 0,0-1 0 0 0,2 1 0 0 0,55 9-147 0 0,-38-7 11 0 0,0 1-1 0 0,-1 0 0 0 0,28 10 0 0 0,-45-13 116 0 0,1 1 0 0 0,0-1 0 0 0,0 1 1 0 0,0 0-1 0 0,-1 0 0 0 0,1 0 0 0 0,-1 1 1 0 0,0-1-1 0 0,0 1 0 0 0,0 0 0 0 0,0 0 0 0 0,0 0 1 0 0,0 0-1 0 0,-1 0 0 0 0,0 1 0 0 0,1-1 0 0 0,-1 1 1 0 0,-1 0-1 0 0,1-1 0 0 0,0 1 0 0 0,-1 0 0 0 0,1 5 1 0 0,-1-3 28 0 0,-1-1 0 0 0,0 1 1 0 0,-1 0-1 0 0,1-1 0 0 0,-1 1 0 0 0,0-1 1 0 0,0 1-1 0 0,-1-1 0 0 0,0 0 1 0 0,0 1-1 0 0,0-1 0 0 0,-1 0 1 0 0,1 0-1 0 0,-1 0 0 0 0,0-1 0 0 0,-5 6 1 0 0,-4 5 164 0 0,0-1 0 0 0,-1 0 0 0 0,-21 17 0 0 0,5-10-489 0 0,-1-1 0 0 0,-1-2 1 0 0,0-1-1 0 0,-1-1 0 0 0,-46 15 0 0 0,69-28-21 0 0,-15 7-1148 0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0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256 111 5065 0 0,'9'-8'724'0'0,"-1"0"0"0"0,0-1 0 0 0,11-15 0 0 0,-14 16 621 0 0,0 1 0 0 0,-1-1 0 0 0,0 0 0 0 0,0 0 0 0 0,2-14 4523 0 0,-13 30-4509 0 0,-8 16-1009 0 0,-93 227 311 0 0,28-62-103 0 0,76-181-622 0 0,-24 53-99 0 0,3 0 0 0 0,-31 114 0 0 0,54-166-253 0 0,0-3-116 0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0.5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50 6913 0 0,'-8'-11'593'0'0,"8"9"-127"0"0,0 1 1 0 0,0 0-1 0 0,0-1 1 0 0,0 1 0 0 0,0-1-1 0 0,0 1 1 0 0,0 0-1 0 0,0-1 1 0 0,1 1-1 0 0,-1 0 1 0 0,0-1 0 0 0,1 1-1 0 0,-1 0 1 0 0,9-11 4665 0 0,-5 10-4665 0 0,12-3 716 0 0,-11 5-2575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0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15203 0 0,'0'1'1353'0'0,"0"0"-1081"0"0,1 1-272 0 0,0-2 0 0 0,2 1-312 0 0,0-1-113 0 0,1 2-23 0 0,1-1-8 0 0,2 0 344 0 0,1-1 112 0 0,1 2 0 0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1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269 137 9218 0 0,'-76'3'1704'0'0,"-117"17"-1"0"0,323-33 874 0 0,-27 4-1910 0 0,498-37 825 0 0,2 25-1565 0 0,-372 15 133 0 0,1635-2 668 0 0,-1116-35 1614 0 0,-642 33-2197 0 0,-94 8-119 0 0,1 1 0 0 0,0 1 0 0 0,0 0 0 0 0,0 1 0 0 0,23 4 0 0 0,-34-4-10 0 0,-1-1 1 0 0,0 1-1 0 0,1 1 0 0 0,-1-1 1 0 0,0 0-1 0 0,0 1 0 0 0,0 0 1 0 0,0-1-1 0 0,0 1 0 0 0,0 1 1 0 0,0-1-1 0 0,-1 0 0 0 0,1 0 1 0 0,-1 1-1 0 0,0 0 0 0 0,1-1 0 0 0,-1 1 1 0 0,0 0-1 0 0,-1 0 0 0 0,1 0 1 0 0,-1 0-1 0 0,1 1 0 0 0,-1-1 1 0 0,0 0-1 0 0,0 1 0 0 0,0-1 1 0 0,0 0-1 0 0,-1 1 0 0 0,1 5 1 0 0,-1 52 421 0 0,-3 0 1 0 0,-2 1-1 0 0,-20 90 1 0 0,12-77-325 0 0,-53 270 77 0 0,-5 35-150 0 0,61-316-41 0 0,3 1 0 0 0,3 0 0 0 0,2 0 0 0 0,4 0 0 0 0,2 0 0 0 0,3 0 0 0 0,3-1 0 0 0,3 0 0 0 0,33 100 0 0 0,-14-74 0 0 0,3 2 0 0 0,-4 2 0 0 0,29 149 0 0 0,-60-240 4 0 0,1 1 0 0 0,-1-1 0 0 0,1 1 0 0 0,-1-1 0 0 0,0 1 0 0 0,0-1 0 0 0,-1 1 0 0 0,1-1 0 0 0,-1 1 0 0 0,1-1 0 0 0,-1 1 0 0 0,0-1 0 0 0,-1 1 0 0 0,1-1 0 0 0,0 0 0 0 0,-1 0 0 0 0,0 0 0 0 0,0 0 1 0 0,0 0-1 0 0,0 0 0 0 0,0 0 0 0 0,-5 4 0 0 0,2-4 0 0 0,0 1 1 0 0,-1-1-1 0 0,1 0 1 0 0,-1-1-1 0 0,0 0 1 0 0,1 0 0 0 0,-1 0-1 0 0,0 0 1 0 0,0-1-1 0 0,0 0 1 0 0,0 0-1 0 0,-10-1 1 0 0,-26 0-77 0 0,0-3 0 0 0,0-1 0 0 0,-54-13 0 0 0,5 1-56 0 0,-501-43-225 0 0,-4 32 134 0 0,237 14 245 0 0,-1106-15 481 0 0,1040 40-1004 0 0,-32 0-1420 0 0,403-13-3058 0 0,3-3-1736 0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1.9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46 14283 0 0,'-26'-46'2249'0'0,"28"53"-1998"0"0,-1 0 1 0 0,1 0 0 0 0,-1 0 0 0 0,-1 0 0 0 0,0 15-1 0 0,1-1-250 0 0,-3 417 95 0 0,-4-269-111 0 0,32 572 585 0 0,72-7 3301 0 0,-98-731-3878 0 0,41 277 824 0 0,-35-221-1274 0 0,-4 0 0 0 0,-7 102 1 0 0,1-124-7426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2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383 12 12899 0 0,'0'0'212'0'0,"0"-1"-1"0"0,0 0 1 0 0,-1 1 0 0 0,1-1 0 0 0,0 0 0 0 0,-1 1-1 0 0,1-1 1 0 0,-1 1 0 0 0,1-1 0 0 0,0 1 0 0 0,-1-1-1 0 0,1 1 1 0 0,-1-1 0 0 0,1 1 0 0 0,-1-1 0 0 0,0 1-1 0 0,1 0 1 0 0,-1-1 0 0 0,1 1 0 0 0,-1 0 0 0 0,0 0-1 0 0,1-1 1 0 0,-1 1 0 0 0,0 0 0 0 0,1 0 0 0 0,-1 0-1 0 0,-1 0 1 0 0,1 0-48 0 0,0 0 1 0 0,-1 1-1 0 0,1-1 0 0 0,0 1 0 0 0,0 0 1 0 0,0-1-1 0 0,-1 1 0 0 0,1 0 0 0 0,0 0 1 0 0,0-1-1 0 0,0 1 0 0 0,0 0 0 0 0,-1 2 1 0 0,-26 42 104 0 0,24-38 128 0 0,-64 121-158 0 0,5 2-1 0 0,6 3 0 0 0,-51 178 1 0 0,101-286-715 0 0,-5 36 0 0 0,9-29-573 0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3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 10138 0 0,'1'-2'147'0'0,"-1"0"0"0"0,1 0 1 0 0,-1 1-1 0 0,1-1 0 0 0,0 0 0 0 0,0 1 0 0 0,-1-1 0 0 0,1 1 0 0 0,0-1 1 0 0,1 1-1 0 0,-1-1 0 0 0,0 1 0 0 0,0-1 0 0 0,1 1 0 0 0,-1 0 0 0 0,0 0 0 0 0,1 0 1 0 0,-1 0-1 0 0,1 0 0 0 0,3-2 0 0 0,-2 2 140 0 0,0 1 1 0 0,0-1-1 0 0,0 0 0 0 0,1 1 0 0 0,-1 0 1 0 0,0 0-1 0 0,0 0 0 0 0,1 0 1 0 0,-1 0-1 0 0,0 1 0 0 0,5 1 1 0 0,1 1 90 0 0,1 0 1 0 0,0 1 0 0 0,-1 0 0 0 0,0 1-1 0 0,0 0 1 0 0,0 1 0 0 0,0 0-1 0 0,-1 0 1 0 0,0 1 0 0 0,-1 0 0 0 0,1 0-1 0 0,-1 1 1 0 0,8 11 0 0 0,6 11-167 0 0,0 0-1 0 0,22 46 1 0 0,11 39-1202 0 0,71 219-1 0 0,-116-306-1302 0 0,-3-4-4492 0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3.2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76 12899 0 0,'-5'0'-147'0'0,"-14"-2"6823"0"0,26-3-5918 0 0,25-7-650 0 0,-1 1 0 0 0,2 1 1 0 0,-1 2-1 0 0,36-4 0 0 0,135-3-4233 0 0,-165 15 4007 0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3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224 74 7834 0 0,'-8'-8'1036'0'0,"-1"0"0"0"0,0 0 0 0 0,0 1 0 0 0,0 0 0 0 0,-1 1 0 0 0,0 0 0 0 0,0 1 0 0 0,-1 0 0 0 0,-12-4 0 0 0,20 8-915 0 0,0 0-1 0 0,-1 0 0 0 0,1 1 1 0 0,0-1-1 0 0,-1 1 1 0 0,1 0-1 0 0,0 0 0 0 0,-1 0 1 0 0,1 0-1 0 0,-1 1 1 0 0,1-1-1 0 0,0 1 1 0 0,-1 0-1 0 0,1 0 0 0 0,0 0 1 0 0,0 0-1 0 0,0 1 1 0 0,0-1-1 0 0,0 1 0 0 0,0 0 1 0 0,0 0-1 0 0,1 0 1 0 0,-1 0-1 0 0,0 0 0 0 0,1 1 1 0 0,0-1-1 0 0,0 1 1 0 0,-1-1-1 0 0,2 1 0 0 0,-1 0 1 0 0,0 0-1 0 0,0 0 1 0 0,1 0-1 0 0,0 0 0 0 0,-2 4 1 0 0,0 2-77 0 0,0 0 1 0 0,0 0-1 0 0,1 1 1 0 0,0-1-1 0 0,1 1 1 0 0,0 0-1 0 0,0 0 1 0 0,1-1-1 0 0,1 1 1 0 0,-1 0-1 0 0,2-1 1 0 0,-1 1-1 0 0,5 15 1 0 0,-3-18-190 0 0,-1 1 1 0 0,1-1-1 0 0,0 1 1 0 0,0-1-1 0 0,1 0 1 0 0,0-1-1 0 0,1 1 1 0 0,-1-1-1 0 0,1 1 1 0 0,0-1-1 0 0,1-1 1 0 0,-1 1-1 0 0,1-1 1 0 0,1 0 0 0 0,-1 0-1 0 0,0-1 1 0 0,10 5-1 0 0,8 1-7267 0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3.7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193 51 3681 0 0,'-15'-18'5631'0'0,"14"15"-5326"0"0,-1 1 0 0 0,1 0 0 0 0,-1 0 0 0 0,0 0-1 0 0,1 0 1 0 0,-1 0 0 0 0,0 0 0 0 0,0 0 0 0 0,0 1 0 0 0,0-1 0 0 0,-1 1 0 0 0,1-1 0 0 0,0 1 0 0 0,-1 0 0 0 0,1 0-1 0 0,-1 0 1 0 0,1 0 0 0 0,-1 0 0 0 0,1 1 0 0 0,-1-1 0 0 0,0 1 0 0 0,-3-1 0 0 0,2 1-10 0 0,-1 1-1 0 0,1-1 1 0 0,0 1 0 0 0,0 0 0 0 0,0 0 0 0 0,0 0-1 0 0,0 0 1 0 0,0 1 0 0 0,0 0 0 0 0,0 0 0 0 0,1 0 0 0 0,-1 0-1 0 0,1 0 1 0 0,-1 1 0 0 0,-3 3 0 0 0,2-1-102 0 0,0 1 0 0 0,0 0 0 0 0,0 0 1 0 0,1 0-1 0 0,0 0 0 0 0,0 1 0 0 0,1-1 0 0 0,-4 10 1 0 0,3-7-175 0 0,1-1 1 0 0,1 1 0 0 0,0 0 0 0 0,0-1-1 0 0,0 1 1 0 0,1 0 0 0 0,0 0 0 0 0,1 0-1 0 0,0 0 1 0 0,1 0 0 0 0,0 0 0 0 0,0 0-1 0 0,1 0 1 0 0,5 17 0 0 0,-5-23-44 0 0,0 1 0 0 0,0-1 1 0 0,0 0-1 0 0,1 0 0 0 0,-1 0 1 0 0,1 0-1 0 0,0 0 0 0 0,0-1 0 0 0,0 1 1 0 0,0-1-1 0 0,0 0 0 0 0,0 0 0 0 0,1 0 1 0 0,-1 0-1 0 0,1 0 0 0 0,-1-1 1 0 0,1 0-1 0 0,0 0 0 0 0,0 0 0 0 0,0 0 1 0 0,-1 0-1 0 0,1-1 0 0 0,5 1 0 0 0,10-1-582 0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4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11 4545 0 0,'-22'-10'16538'0'0,"21"20"-15334"0"0,3 0-1026 0 0,0 20 97 0 0,2 0 0 0 0,2-1 0 0 0,17 57-1 0 0,-21-79-275 0 0,0-1 0 0 0,1 1 0 0 0,0-1-1 0 0,0 0 1 0 0,1 0 0 0 0,0 0-1 0 0,0 0 1 0 0,0-1 0 0 0,1 0-1 0 0,-1 0 1 0 0,1 0 0 0 0,1 0-1 0 0,-1-1 1 0 0,1 1 0 0 0,-1-1 0 0 0,1-1-1 0 0,0 1 1 0 0,1-1 0 0 0,-1 0-1 0 0,0-1 1 0 0,1 1 0 0 0,0-1-1 0 0,7 1 1 0 0,-11-3-20 0 0,0 1 0 0 0,0-1 0 0 0,0 0 0 0 0,0 0 0 0 0,0-1 0 0 0,0 1 0 0 0,0-1 0 0 0,-1 1 0 0 0,1-1 1 0 0,0 0-1 0 0,0 0 0 0 0,-1 0 0 0 0,1-1 0 0 0,0 1 0 0 0,-1 0 0 0 0,1-1 0 0 0,-1 0 0 0 0,0 0 0 0 0,1 1 0 0 0,-1-1 0 0 0,0-1 0 0 0,0 1 0 0 0,0 0 0 0 0,-1 0 0 0 0,1-1 0 0 0,2-4 0 0 0,4-7-223 0 0,-2-1-1 0 0,0 1 0 0 0,8-31 0 0 0,-4 15-162 0 0,-4 10 135 0 0,-6 17 373 0 0,1-1 0 0 0,0 1 0 0 0,0-1 0 0 0,0 1 0 0 0,1-1 0 0 0,-1 1 0 0 0,1 0 0 0 0,-1-1 1 0 0,1 1-1 0 0,0 0 0 0 0,1 0 0 0 0,-1 0 0 0 0,0 1 0 0 0,1-1 0 0 0,-1 0 0 0 0,1 1 0 0 0,0 0 0 0 0,4-3 0 0 0,-3 54 630 0 0,-2-37-708 0 0,0 0 0 0 0,1-1 0 0 0,1 0 0 0 0,0 0 0 0 0,0 0 0 0 0,1 0 0 0 0,0 0 0 0 0,7 9 0 0 0,-7-13-127 0 0,-1 0 0 0 0,1-1 0 0 0,0 0-1 0 0,0 1 1 0 0,1-2 0 0 0,0 1 0 0 0,0-1 0 0 0,0 0 0 0 0,0 0-1 0 0,1-1 1 0 0,0 1 0 0 0,12 4 0 0 0,-8-6-824 0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4.6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82 3681 0 0,'15'-4'7551'0'0,"9"8"-4207"0"0,-17-2-2883 0 0,-1 1 1 0 0,1-1-1 0 0,-1 1 0 0 0,12 7 0 0 0,-8-3-172 0 0,-1 1-1 0 0,0 0 1 0 0,0 1-1 0 0,-1 0 0 0 0,-1 0 1 0 0,11 15-1 0 0,31 66 1625 0 0,-48-88-1828 0 0,-5-11 163 0 0,1-1 0 0 0,0 0-1 0 0,0 1 1 0 0,1-1 0 0 0,0 0-1 0 0,1 0 1 0 0,0 0 0 0 0,1 0-1 0 0,0 0 1 0 0,1-13 0 0 0,1 7-659 0 0,1-1 0 0 0,0 1 0 0 0,1 0 0 0 0,0 1 0 0 0,12-27 0 0 0,-4 17-7208 0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5.0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262 21 4489 0 0,'-5'-3'260'0'0,"0"0"-1"0"0,0 1 1 0 0,0 0 0 0 0,0 0-1 0 0,0 0 1 0 0,-1 0-1 0 0,1 1 1 0 0,0 0 0 0 0,-1 0-1 0 0,1 1 1 0 0,-1-1 0 0 0,1 1-1 0 0,-1 0 1 0 0,1 0 0 0 0,-1 1-1 0 0,1 0 1 0 0,-1 0 0 0 0,1 0-1 0 0,0 1 1 0 0,-1-1-1 0 0,1 1 1 0 0,0 1 0 0 0,0-1-1 0 0,0 1 1 0 0,-4 3 0 0 0,-2 1 431 0 0,0 0 0 0 0,1 0 0 0 0,0 2 1 0 0,0-1-1 0 0,1 1 0 0 0,0 0 0 0 0,0 1 0 0 0,1 0 1 0 0,-12 20-1 0 0,18-26-536 0 0,0-1 1 0 0,1 1-1 0 0,-1-1 1 0 0,1 1-1 0 0,-1 0 1 0 0,1 0-1 0 0,0 0 1 0 0,1 0-1 0 0,-1 0 1 0 0,1 0-1 0 0,-1 0 1 0 0,2 7-1 0 0,-1-10-147 0 0,0 1 1 0 0,1-1-1 0 0,0 1 0 0 0,-1-1 1 0 0,1 0-1 0 0,0 1 0 0 0,-1-1 1 0 0,1 0-1 0 0,0 0 0 0 0,0 0 0 0 0,0 1 1 0 0,0-1-1 0 0,0 0 0 0 0,0 0 1 0 0,1-1-1 0 0,-1 1 0 0 0,0 0 1 0 0,0 0-1 0 0,1 0 0 0 0,-1-1 1 0 0,1 1-1 0 0,-1-1 0 0 0,0 1 0 0 0,1-1 1 0 0,-1 0-1 0 0,1 1 0 0 0,-1-1 1 0 0,1 0-1 0 0,-1 0 0 0 0,1 0 1 0 0,-1 0-1 0 0,1 0 0 0 0,-1 0 0 0 0,1-1 1 0 0,-1 1-1 0 0,3-1 0 0 0,4-1-341 0 0,0 0-1 0 0,-1 0 0 0 0,1-1 0 0 0,-1 0 0 0 0,1-1 1 0 0,-1 1-1 0 0,0-1 0 0 0,0-1 0 0 0,0 1 0 0 0,-1-1 0 0 0,0-1 1 0 0,0 1-1 0 0,0-1 0 0 0,6-8 0 0 0,-4 6 444 0 0,-1 0 1 0 0,2 1-1 0 0,-1 0 0 0 0,1 0 0 0 0,0 1 1 0 0,15-9-1 0 0,-22 15-10 0 0,-1-1 0 0 0,1 0 0 0 0,-1 0 0 0 0,1 1 0 0 0,-1-1 0 0 0,1 1 0 0 0,-1-1 0 0 0,1 1 0 0 0,0 0 0 0 0,-1 0 0 0 0,1 0 0 0 0,0 0 0 0 0,-1 0 0 0 0,1 0 0 0 0,0 0 0 0 0,-1 0 0 0 0,1 0 0 0 0,-1 1 0 0 0,1-1 0 0 0,0 1 0 0 0,-1-1 0 0 0,1 1 0 0 0,-1 0 0 0 0,1 0 0 0 0,-1-1 0 0 0,0 1 0 0 0,1 0 0 0 0,-1 0 0 0 0,2 2 0 0 0,1 2-26 0 0,-1 0 0 0 0,0 0 1 0 0,0 1-1 0 0,-1-1 0 0 0,1 1 1 0 0,2 10-1 0 0,-3-11-289 0 0,4 13-379 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6:35.8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71 3681 0 0,'-1'-1'369'0'0,"0"1"0"0"0,0-1-1 0 0,0 0 1 0 0,0 0 0 0 0,0 1 0 0 0,0-1 0 0 0,0 0 0 0 0,0 1 0 0 0,-1-1 0 0 0,1 1-1 0 0,0-1 1 0 0,0 1 0 0 0,0 0 0 0 0,-1 0 0 0 0,1-1 0 0 0,0 1 0 0 0,0 0 0 0 0,-1 0-1 0 0,1 0 1 0 0,0 0 0 0 0,0 1 0 0 0,-3-1 0 0 0,1 1 99 0 0,0 1 0 0 0,0-1 0 0 0,-1 0 0 0 0,1 1 0 0 0,0 0 0 0 0,1 0 0 0 0,-1 0 0 0 0,-4 3 0 0 0,-2 3 150 0 0,1 1 0 0 0,0 0 0 0 0,-14 20 0 0 0,16-21-438 0 0,1 1-1 0 0,0 1 1 0 0,0-1-1 0 0,1 1 1 0 0,0 0-1 0 0,1 0 0 0 0,0 0 1 0 0,1 0-1 0 0,-3 21 1 0 0,5-27-163 0 0,0 0 0 0 0,0-1 1 0 0,0 1-1 0 0,0 0 0 0 0,1 0 1 0 0,-1-1-1 0 0,1 1 0 0 0,0 0 1 0 0,1-1-1 0 0,-1 1 0 0 0,0-1 0 0 0,1 1 1 0 0,0-1-1 0 0,0 0 0 0 0,0 0 1 0 0,0 1-1 0 0,0-1 0 0 0,1-1 1 0 0,-1 1-1 0 0,1 0 0 0 0,0-1 1 0 0,0 1-1 0 0,0-1 0 0 0,0 0 1 0 0,0 0-1 0 0,0 0 0 0 0,1 0 1 0 0,-1-1-1 0 0,1 1 0 0 0,5 1 1 0 0,-3-1-69 0 0,0-1 0 0 0,0 0 0 0 0,0 0 1 0 0,1 0-1 0 0,-1 0 0 0 0,0-1 0 0 0,0 0 1 0 0,0-1-1 0 0,0 1 0 0 0,1-1 0 0 0,-1 0 1 0 0,0-1-1 0 0,9-2 0 0 0,-6 0-104 0 0,0-1 0 0 0,0 1 1 0 0,-1-1-1 0 0,0-1 0 0 0,0 1 0 0 0,0-1 0 0 0,13-14 1 0 0,-5 2 493 0 0,0-2 1 0 0,-2 0-1 0 0,0 0 1 0 0,-1-2-1 0 0,20-42 1 0 0,-32 61-42 0 0,-1 2-248 0 0,0 1 0 0 0,0-1 0 0 0,0 0 0 0 0,1 0 1 0 0,-1 1-1 0 0,0-1 0 0 0,1 1 0 0 0,-1-1 0 0 0,0 0 0 0 0,1 1 0 0 0,-1-1 0 0 0,1 1 0 0 0,-1-1 0 0 0,0 0 0 0 0,1 1 0 0 0,0 0 0 0 0,-1-1 0 0 0,1 1 0 0 0,-1-1 0 0 0,1 1 0 0 0,-1 0 0 0 0,4-2 1551 0 0,7 30-1536 0 0,-4-12-12 0 0,-6-12-53 0 0,0-1 0 0 0,1 1 1 0 0,-1-1-1 0 0,1 1 1 0 0,0-1-1 0 0,0 0 0 0 0,0 0 1 0 0,1 1-1 0 0,-1-1 1 0 0,1-1-1 0 0,-1 1 0 0 0,1 0 1 0 0,0-1-1 0 0,0 1 1 0 0,0-1-1 0 0,0 0 0 0 0,1 0 1 0 0,-1 0-1 0 0,1-1 0 0 0,-1 1 1 0 0,1-1-1 0 0,3 1 1 0 0,-2-1-21 0 0,-1-1 0 0 0,1 1 1 0 0,0-1-1 0 0,-1 0 0 0 0,1-1 0 0 0,-1 1 1 0 0,1-1-1 0 0,-1 0 0 0 0,0 0 1 0 0,1 0-1 0 0,-1-1 0 0 0,0 0 0 0 0,0 1 1 0 0,1-1-1 0 0,-1-1 0 0 0,-1 1 1 0 0,1-1-1 0 0,4-3 0 0 0,10-10 19 0 0,-2 0 0 0 0,0-2 0 0 0,-1 0 1 0 0,0 0-1 0 0,-2-1 0 0 0,0-1 0 0 0,-1 0 0 0 0,9-24 0 0 0,-21 49 176 0 0,0-1 0 0 0,1 0 0 0 0,-1 1 0 0 0,1-1 0 0 0,0 0 0 0 0,2 8 1 0 0,2 10-50 0 0,1 24 5 0 0,-3 0-1 0 0,-2 0 1 0 0,-1 1-1 0 0,-11 68 1 0 0,6-83-109 0 0,-2-1 1 0 0,-1 0-1 0 0,-2 0 1 0 0,-1-1-1 0 0,-1 0 1 0 0,-1-1-1 0 0,-25 39 1 0 0,2-14-68 0 0,-4-1 1 0 0,-73 77-1 0 0,55-71-366 0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3.7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996 399 3681 0 0,'0'-7'345'0'0,"0"0"0"0"0,-1 0 0 0 0,0 0 0 0 0,0 0 0 0 0,-1 0 1 0 0,0 0-1 0 0,0 0 0 0 0,0 0 0 0 0,-1 1 0 0 0,0-1 0 0 0,-1 1 0 0 0,1 0 0 0 0,-1 0 1 0 0,-6-7-1 0 0,3 5 35 0 0,0 1 0 0 0,0 1 1 0 0,-1-1-1 0 0,0 1 0 0 0,0 1 0 0 0,0-1 1 0 0,-1 1-1 0 0,0 1 0 0 0,-15-6 1 0 0,11 5-66 0 0,1 1 0 0 0,-1 1 1 0 0,0 0-1 0 0,1 1 1 0 0,-1 0-1 0 0,0 1 0 0 0,-1 1 1 0 0,1 0-1 0 0,0 0 1 0 0,0 2-1 0 0,0-1 0 0 0,0 2 1 0 0,1 0-1 0 0,-1 0 1 0 0,1 1-1 0 0,-14 6 1 0 0,-18 17 249 0 0,2 1 1 0 0,1 1 0 0 0,-52 50-1 0 0,31-27-263 0 0,33-25-295 0 0,1 0 1 0 0,2 1-1 0 0,0 2 0 0 0,2 1 1 0 0,2 1-1 0 0,0 1 0 0 0,2 0 0 0 0,-18 45 1 0 0,14-22-4 0 0,3 0 1 0 0,2 2 0 0 0,3 0 0 0 0,-14 98-1 0 0,27-132-10 0 0,2 0 0 0 0,0 0 0 0 0,2 0 0 0 0,0 0 0 0 0,2 0 0 0 0,0 0 0 0 0,2 0 0 0 0,1-1 0 0 0,9 24 0 0 0,-9-28-1 0 0,2-1 0 0 0,0 0 1 0 0,2-1-1 0 0,0 0 0 0 0,0-1 0 0 0,1 0 1 0 0,2 0-1 0 0,-1-1 0 0 0,2-1 1 0 0,0 0-1 0 0,23 18 0 0 0,12 1-38 0 0,1-2-1 0 0,1-3 1 0 0,57 24-1 0 0,-17-16-196 0 0,98 25-1 0 0,-138-48 176 0 0,0-3 0 0 0,1-2-1 0 0,0-2 1 0 0,0-2 0 0 0,1-3 0 0 0,-1-2-1 0 0,0-2 1 0 0,53-10 0 0 0,-78 8 182 0 0,1-2 0 0 0,-1-1 1 0 0,-1-1-1 0 0,1-1 0 0 0,-2-1 1 0 0,1-1-1 0 0,-2-2 0 0 0,1 0 1 0 0,-2-2-1 0 0,0 0 0 0 0,-1-2 1 0 0,-1 0-1 0 0,-1-1 0 0 0,0-2 1 0 0,-1 0-1 0 0,-2-1 0 0 0,0 0 1 0 0,-1-2-1 0 0,-1 1 0 0 0,18-43 1 0 0,2-15 72 0 0,-3-2 0 0 0,-4-1 0 0 0,-4-1 0 0 0,-3-1 0 0 0,11-102 0 0 0,-30 135-146 0 0,-1 1 0 0 0,-3 0 0 0 0,-3 0 0 0 0,-1 0 0 0 0,-3 0 0 0 0,-2 1 0 0 0,-2 0 0 0 0,-3 1 0 0 0,-1 1 0 0 0,-3 0 0 0 0,-45-79 0 0 0,56 112-40 0 0,-1 1 1 0 0,-1 0-1 0 0,0 0 1 0 0,-1 1-1 0 0,0 1 1 0 0,-1 0-1 0 0,-1 0 0 0 0,0 2 1 0 0,-1-1-1 0 0,0 2 1 0 0,0 0-1 0 0,-1 1 1 0 0,-1 1-1 0 0,1 0 0 0 0,-1 1 1 0 0,-1 1-1 0 0,1 0 1 0 0,-1 1-1 0 0,0 2 0 0 0,0-1 1 0 0,-30 0-1 0 0,28 4-36 0 0,0 0 0 0 0,0 2-1 0 0,0 1 1 0 0,0 0 0 0 0,1 1-1 0 0,-1 1 1 0 0,1 1-1 0 0,0 1 1 0 0,1 0 0 0 0,-24 14-1 0 0,17-7-229 0 0,1 1-1 0 0,0 1 1 0 0,1 1-1 0 0,2 1 1 0 0,-1 1-1 0 0,-32 38 1 0 0,45-45-135 0 0,-1 1 0 0 0,2 0 0 0 0,0 1 0 0 0,0 0 0 0 0,1 0 0 0 0,1 0 0 0 0,-6 23 0 0 0,1 4-1013 0 0,-6 60-1 0 0,11-62 1508 0 0,-2 4-111 0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4.4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4541 10594 0 0,'-2'1'72'0'0,"0"0"-1"0"0,1 0 0 0 0,-1 0 0 0 0,0-1 1 0 0,0 1-1 0 0,1 0 0 0 0,-1-1 1 0 0,0 0-1 0 0,0 1 0 0 0,0-1 0 0 0,0 0 1 0 0,0 0-1 0 0,1 0 0 0 0,-1 0 1 0 0,0 0-1 0 0,0 0 0 0 0,0 0 1 0 0,0-1-1 0 0,0 1 0 0 0,0-1 0 0 0,1 0 1 0 0,-3 0-1 0 0,3 0 10 0 0,0 0-1 0 0,0-1 1 0 0,0 1-1 0 0,0 0 1 0 0,0 0 0 0 0,0-1-1 0 0,1 1 1 0 0,-1 0-1 0 0,0-1 1 0 0,1 1 0 0 0,-1-1-1 0 0,1 1 1 0 0,0 0 0 0 0,0-1-1 0 0,-1 1 1 0 0,1-1-1 0 0,0 1 1 0 0,0-1 0 0 0,0 1-1 0 0,0-1 1 0 0,1 1-1 0 0,-1-1 1 0 0,0 1 0 0 0,1-1-1 0 0,-1 1 1 0 0,1-1-1 0 0,0-2 1 0 0,11-22 139 0 0,0 0 1 0 0,2 0-1 0 0,1 1 0 0 0,1 1 1 0 0,22-26-1 0 0,-3 2 293 0 0,65-90 842 0 0,206-219 0 0 0,-151 207-963 0 0,207-156 0 0 0,-5 43-296 0 0,-23 34-23 0 0,-280 194-44 0 0,183-145 295 0 0,-43 30-503 0 0,44-20-86 0 0,189-129 234 0 0,17 26 0 0 0,6 8 20 0 0,-214 122 6 0 0,466-276 5 0 0,-287 198 32 0 0,-256 140-52 0 0,376-183-122 0 0,-130 109-438 0 0,-316 124 189 0 0,45-5-672 0 0,-99 29 182 0 0,-1-2 0 0 0,0-1 0 0 0,64-30 0 0 0,-49 6-2290 0 0,-36 22-925 0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4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10 1376 0 0,'-13'0'-156'0'0,"-40"-2"1997"0"0,22-5 3409 0 0,169 70 970 0 0,208 62-1851 0 0,-334-122-4050 0 0,0 1-1 0 0,0 1 1 0 0,-1 0-1 0 0,1 0 1 0 0,-1 1 0 0 0,21 15-1 0 0,-29-19-266 0 0,0 1 0 0 0,-1 0 0 0 0,1-1 0 0 0,-1 1 0 0 0,1 0 0 0 0,-1 1 0 0 0,0-1 0 0 0,0 0-1 0 0,0 0 1 0 0,0 1 0 0 0,-1 0 0 0 0,1-1 0 0 0,-1 1 0 0 0,0 0 0 0 0,0-1 0 0 0,-1 1 0 0 0,1 0-1 0 0,-1 0 1 0 0,1 0 0 0 0,-1-1 0 0 0,0 1 0 0 0,-1 0 0 0 0,1 0 0 0 0,-1 0 0 0 0,0 0 0 0 0,-2 6-1 0 0,-6 16 49 0 0,-2-1 0 0 0,-1-1 0 0 0,-25 40 0 0 0,-13 25-39 0 0,39-65-52 0 0,1 0 0 0 0,1 1 0 0 0,-8 34 0 0 0,11 0-3111 0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254 20 5529 0 0,'-2'-2'196'0'0,"0"0"0"0"0,0 0 0 0 0,-1 0 0 0 0,1 1 0 0 0,-1-1 0 0 0,1 1 0 0 0,-1-1 0 0 0,0 1 0 0 0,1 0 0 0 0,-1 0 0 0 0,0 0 0 0 0,0 1 0 0 0,0-1 0 0 0,1 1 0 0 0,-1-1-1 0 0,0 1 1 0 0,0 0 0 0 0,0 0 0 0 0,0 0 0 0 0,0 1 0 0 0,0-1 0 0 0,0 1 0 0 0,0-1 0 0 0,1 1 0 0 0,-1 0 0 0 0,0 0 0 0 0,0 0 0 0 0,1 1 0 0 0,-1-1 0 0 0,-2 3 0 0 0,-7 2 186 0 0,1 1 0 0 0,0 1 0 0 0,0 0-1 0 0,1 0 1 0 0,0 1 0 0 0,1 0 0 0 0,0 1 0 0 0,0 0 0 0 0,1 1 0 0 0,0 0 0 0 0,1 0 0 0 0,0 0 0 0 0,1 1 0 0 0,0 0 0 0 0,1 0 0 0 0,0 1-1 0 0,1-1 1 0 0,-4 23 0 0 0,4-13-264 0 0,1 1 0 0 0,0-1 0 0 0,2 1 1 0 0,1 0-1 0 0,1 0 0 0 0,0-1 0 0 0,2 1 0 0 0,1-1 0 0 0,0 0 0 0 0,10 26 0 0 0,-10-35-35 0 0,1 1-1 0 0,1-1 1 0 0,0-1 0 0 0,1 1-1 0 0,0-1 1 0 0,1 0 0 0 0,0-1-1 0 0,11 12 1 0 0,-15-19-39 0 0,1 0 0 0 0,-1 0 0 0 0,0 0 0 0 0,1-1 0 0 0,0 0 0 0 0,0 0 0 0 0,0 0 1 0 0,0 0-1 0 0,1-1 0 0 0,-1 0 0 0 0,1 0 0 0 0,-1 0 0 0 0,1-1 0 0 0,-1 0 0 0 0,1 0 0 0 0,0 0 0 0 0,0-1 0 0 0,0 1 0 0 0,-1-2 0 0 0,1 1 1 0 0,0-1-1 0 0,7-1 0 0 0,0-1 13 0 0,0-1 1 0 0,-1 0-1 0 0,1-1 0 0 0,-1 0 1 0 0,0-1-1 0 0,0 0 1 0 0,-1-1-1 0 0,0 0 1 0 0,0-1-1 0 0,0 0 0 0 0,-1-1 1 0 0,-1 0-1 0 0,17-20 1 0 0,-20 21-47 0 0,0 0 1 0 0,-1-1 0 0 0,0 0 0 0 0,0 0 0 0 0,-1 0 0 0 0,0 0-1 0 0,-1-1 1 0 0,0 1 0 0 0,-1-1 0 0 0,1 0 0 0 0,-2 0-1 0 0,1 0 1 0 0,-2 0 0 0 0,1 0 0 0 0,-1 0 0 0 0,-1 0-1 0 0,0 0 1 0 0,-4-18 0 0 0,-1 6-6 0 0,-1 0 0 0 0,-1 0 0 0 0,-1 1 0 0 0,-1 0 1 0 0,-22-35-1 0 0,24 44-71 0 0,-1-1 0 0 0,-1 1 0 0 0,0 1 0 0 0,0 0 0 0 0,-1 0 0 0 0,-1 1 0 0 0,0 0 0 0 0,0 1-1 0 0,-23-13 1 0 0,30 20-139 0 0,1 0-1 0 0,-1 0 0 0 0,1 0 0 0 0,-1 0 0 0 0,0 1 0 0 0,1 0 0 0 0,-1 0 0 0 0,0 0 0 0 0,0 0 1 0 0,0 1-1 0 0,0 0 0 0 0,0 0 0 0 0,0 0 0 0 0,0 1 0 0 0,1-1 0 0 0,-1 1 0 0 0,0 0 0 0 0,0 1 0 0 0,0-1 1 0 0,1 1-1 0 0,-8 4 0 0 0,-5 7-6369 0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6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12899 0 0,'1'0'80'0'0,"-1"1"0"0"0,0-1 0 0 0,0 0 0 0 0,1 0 0 0 0,-1 0 0 0 0,0 0 0 0 0,0 1 0 0 0,1-1 0 0 0,-1 0 0 0 0,0 0 0 0 0,1 0 0 0 0,-1 0 0 0 0,0 0 0 0 0,0 0 0 0 0,1 0 0 0 0,-1 0 0 0 0,0 0 0 0 0,1 0 0 0 0,-1 0 0 0 0,0 0 0 0 0,0 0 0 0 0,1 0 0 0 0,-1 0 0 0 0,0 0 0 0 0,1 0 0 0 0,-1-1 0 0 0,0 1 0 0 0,0 0 0 0 0,1 0 0 0 0,-1 0 0 0 0,0 0 0 0 0,0-1 0 0 0,0 1 0 0 0,1 0 0 0 0,-1 0 0 0 0,0 0 0 0 0,0-1 0 0 0,0 1 0 0 0,1 0 0 0 0,-1 0 0 0 0,0-1 0 0 0,0 1 0 0 0,0 0 0 0 0,0 0 0 0 0,0-1 0 0 0,0 1 0 0 0,0-5 2088 0 0,3 9-1447 0 0,2 6-505 0 0,-1 0-1 0 0,0 1 0 0 0,0-1 1 0 0,-1 1-1 0 0,0 0 0 0 0,1 16 1 0 0,-3-17-248 0 0,1 0-1 0 0,-1-1 1 0 0,2 1 0 0 0,-1-1 0 0 0,1 0 0 0 0,1 0 0 0 0,-1 0-1 0 0,2 0 1 0 0,-1-1 0 0 0,1 1 0 0 0,9 10 0 0 0,-14-18 19 0 0,1-1 0 0 0,-1 0 0 0 0,1 0 0 0 0,0 1 0 0 0,-1-1 0 0 0,1 0 0 0 0,-1 0 0 0 0,1 0 0 0 0,0 0 0 0 0,-1 0 0 0 0,1 0 0 0 0,0 0 0 0 0,-1 0 0 0 0,1 0 0 0 0,0 0 0 0 0,-1 0 0 0 0,1 0 0 0 0,-1 0 0 0 0,1-1 0 0 0,0 1 0 0 0,-1 0 1 0 0,1 0-1 0 0,-1-1 0 0 0,1 1 0 0 0,-1 0 0 0 0,1-1 0 0 0,-1 1 0 0 0,1-1 0 0 0,-1 1 0 0 0,1-1 0 0 0,-1 1 0 0 0,1-1 0 0 0,-1 1 0 0 0,0-1 0 0 0,1 0 0 0 0,18-24-537 0 0,-14 19 485 0 0,26-39 445 0 0,-24 33-184 0 0,0 1 1 0 0,1 0 0 0 0,0 0-1 0 0,1 1 1 0 0,0 0-1 0 0,1 0 1 0 0,20-15 0 0 0,-30 24-174 0 0,1 1 1 0 0,-1 0 0 0 0,1-1 0 0 0,0 1 0 0 0,-1 0 0 0 0,1-1 0 0 0,0 1 0 0 0,0 0-1 0 0,-1 0 1 0 0,1-1 0 0 0,0 1 0 0 0,0 0 0 0 0,-1 0 0 0 0,1 0 0 0 0,0 0 0 0 0,0 0-1 0 0,-1 0 1 0 0,1 0 0 0 0,0 0 0 0 0,0 1 0 0 0,-1-1 0 0 0,1 0 0 0 0,0 0 0 0 0,-1 1-1 0 0,1-1 1 0 0,1 1 0 0 0,-1 0 4 0 0,0 0 1 0 0,0 1-1 0 0,1-1 0 0 0,-1 0 0 0 0,0 1 1 0 0,0-1-1 0 0,-1 1 0 0 0,1-1 0 0 0,0 1 0 0 0,-1-1 1 0 0,2 4-1 0 0,1 6 14 0 0,-1 1 1 0 0,2 22-1 0 0,-3-22-61 0 0,0-2-129 0 0,1 1 1 0 0,0-1 0 0 0,0 0 0 0 0,1-1 0 0 0,0 1 0 0 0,7 14 0 0 0,13 6-6422 0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6.7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32 7834 0 0,'-1'-31'7138'0'0,"9"44"-4091"0"0,5 20-1792 0 0,-1 0 0 0 0,10 48 0 0 0,12 35-1175 0 0,-28-101-74 0 0,0-1 0 0 0,1 0 0 0 0,0-1 0 0 0,1 0 1 0 0,19 24-1 0 0,-21-30-350 0 0,1 0 1 0 0,-1 0 0 0 0,1 0 0 0 0,0-1-1 0 0,1-1 1 0 0,-1 1 0 0 0,1-1-1 0 0,0 0 1 0 0,0-1 0 0 0,15 6 0 0 0,-18-9-106 0 0,-1 0 1 0 0,0 0-1 0 0,1 0 1 0 0,-1-1-1 0 0,1 1 1 0 0,-1-1-1 0 0,0 0 1 0 0,1-1-1 0 0,-1 1 1 0 0,1-1-1 0 0,-1 0 1 0 0,0 0-1 0 0,1 0 1 0 0,-1-1-1 0 0,0 1 1 0 0,0-1-1 0 0,0 0 1 0 0,0 0-1 0 0,0-1 1 0 0,-1 1-1 0 0,1-1 1 0 0,-1 0-1 0 0,1 0 1 0 0,3-4-1 0 0,1-1-283 0 0,-2 0 0 0 0,1-1 0 0 0,-1 1 0 0 0,7-14 1 0 0,17-39 476 0 0,-24 46 1632 0 0,1-1-1 0 0,1 1 1 0 0,0 1 0 0 0,1-1 0 0 0,14-16-1 0 0,-22 30-1231 0 0,-1 1-1 0 0,0-1 0 0 0,1 0 0 0 0,-1 1 1 0 0,1-1-1 0 0,-1 1 0 0 0,1 0 1 0 0,0-1-1 0 0,-1 1 0 0 0,1-1 0 0 0,-1 1 1 0 0,1 0-1 0 0,0-1 0 0 0,-1 1 0 0 0,1 0 1 0 0,0 0-1 0 0,-1-1 0 0 0,1 1 0 0 0,0 0 1 0 0,-1 0-1 0 0,1 0 0 0 0,0 0 0 0 0,0 0 1 0 0,-1 0-1 0 0,1 0 0 0 0,0 0 0 0 0,-1 0 1 0 0,1 1-1 0 0,0-1 0 0 0,-1 0 1 0 0,1 0-1 0 0,0 0 0 0 0,-1 1 0 0 0,1-1 1 0 0,0 0-1 0 0,-1 1 0 0 0,1-1 0 0 0,-1 1 1 0 0,1-1-1 0 0,-1 1 0 0 0,1-1 0 0 0,-1 1 1 0 0,1-1-1 0 0,-1 1 0 0 0,1-1 0 0 0,-1 1 1 0 0,0 0-1 0 0,1-1 0 0 0,-1 1 1 0 0,0 0-1 0 0,0-1 0 0 0,1 1 0 0 0,-1 0 1 0 0,0 0-1 0 0,16 49 886 0 0,-12-35-529 0 0,0-1-282 0 0,3 8-63 0 0,0 0 0 0 0,2-1-1 0 0,0-1 1 0 0,23 38 0 0 0,-29-54-126 0 0,0 1 0 0 0,1-1 1 0 0,-1 0-1 0 0,1 0 0 0 0,1 0 0 0 0,-1 0 1 0 0,0 0-1 0 0,1-1 0 0 0,0 0 1 0 0,-1 0-1 0 0,1 0 0 0 0,0-1 0 0 0,1 0 1 0 0,-1 0-1 0 0,0 0 0 0 0,1 0 0 0 0,-1-1 1 0 0,1 0-1 0 0,-1 0 0 0 0,1-1 0 0 0,0 1 1 0 0,-1-1-1 0 0,1 0 0 0 0,0-1 1 0 0,6 0-1 0 0,0-2 129 0 0,5 2 179 0 0,-17 2-330 0 0,0 0 1 0 0,0-1-1 0 0,0 1 0 0 0,0 0 1 0 0,0-1-1 0 0,0 1 1 0 0,0 0-1 0 0,0-1 0 0 0,0 1 1 0 0,0 0-1 0 0,0-1 1 0 0,0 1-1 0 0,-1 0 1 0 0,1 0-1 0 0,0-1 0 0 0,0 1 1 0 0,-1-1-1 0 0,1 1 1 0 0,0 0-1 0 0,-1-1 0 0 0,1 1 1 0 0,-1-1-1 0 0,1 1 1 0 0,-1-1-1 0 0,1 1 1 0 0,-1 0-1 0 0,-17 22-109 0 0,-1 0 0 0 0,-28 27 0 0 0,-11 12-2313 0 0,35-33-4995 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7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56 12899 0 0,'-3'0'396'0'0,"1"0"0"0"0,0 0 0 0 0,0 1 0 0 0,0-1 0 0 0,0 1 0 0 0,0-1 0 0 0,0 1 0 0 0,0 0 0 0 0,0-1 0 0 0,1 1 0 0 0,-1 0 0 0 0,0 0 0 0 0,0 1 0 0 0,1-1 0 0 0,-1 0 0 0 0,0 0 0 0 0,-2 4 0 0 0,1-2-146 0 0,1 1 0 0 0,-1 0 0 0 0,1 0 0 0 0,-1 0-1 0 0,1 0 1 0 0,0 0 0 0 0,-2 8 0 0 0,1 0-226 0 0,1 1 0 0 0,-1-1 0 0 0,2 0 0 0 0,0 1 0 0 0,0 12 0 0 0,2-20-20 0 0,-1 0-1 0 0,0-1 1 0 0,1 1-1 0 0,0-1 1 0 0,0 1 0 0 0,0-1-1 0 0,1 1 1 0 0,0-1-1 0 0,-1 0 1 0 0,2 0 0 0 0,-1 0-1 0 0,0 0 1 0 0,1 0-1 0 0,-1 0 1 0 0,1 0 0 0 0,0-1-1 0 0,1 1 1 0 0,-1-1-1 0 0,1 0 1 0 0,-1 0 0 0 0,6 3-1 0 0,-5-4-7 0 0,-1-1-1 0 0,1 1 1 0 0,0-1-1 0 0,0 1 1 0 0,-1-1-1 0 0,1-1 1 0 0,0 1-1 0 0,0 0 1 0 0,0-1-1 0 0,0 0 1 0 0,0 0-1 0 0,0 0 1 0 0,0 0-1 0 0,-1-1 1 0 0,1 0 0 0 0,0 1-1 0 0,0-1 1 0 0,0-1-1 0 0,-1 1 1 0 0,1 0-1 0 0,0-1 1 0 0,-1 0-1 0 0,0 0 1 0 0,1 0-1 0 0,4-4 1 0 0,-4 2 22 0 0,0 0 0 0 0,0 0 0 0 0,0 0 0 0 0,-1 0 0 0 0,1-1 0 0 0,-1 1 0 0 0,0-1 0 0 0,0 0 0 0 0,-1 0 0 0 0,0 0 0 0 0,0-1 0 0 0,0 1 1 0 0,0 0-1 0 0,-1-1 0 0 0,0 1 0 0 0,0-1 0 0 0,0 1 0 0 0,-1-1 0 0 0,0 0 0 0 0,0 1 0 0 0,0-1 0 0 0,-1 1 0 0 0,1-1 0 0 0,-2 0 0 0 0,-1-7 0 0 0,0 4-22 0 0,1 0-1 0 0,-1 1 1 0 0,-1-1-1 0 0,1 1 0 0 0,-2 0 1 0 0,1 0-1 0 0,-1 0 1 0 0,0 0-1 0 0,-1 1 0 0 0,1 0 1 0 0,-1 0-1 0 0,-1 1 1 0 0,1-1-1 0 0,-1 1 0 0 0,-10-6 1 0 0,14 10-250 0 0,-1 0 1 0 0,0 1-1 0 0,1-1 1 0 0,-1 1-1 0 0,0 0 0 0 0,0 0 1 0 0,0 0-1 0 0,0 0 1 0 0,0 1-1 0 0,0-1 0 0 0,0 1 1 0 0,0 0-1 0 0,-4 1 1 0 0,-11 4-6699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7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58 4609 0 0,'3'0'589'0'0,"-1"0"1"0"0,1 0-1 0 0,0 1 1 0 0,-1-1-1 0 0,1 1 0 0 0,-1 0 1 0 0,1-1-1 0 0,0 1 1 0 0,-1 0-1 0 0,0 0 0 0 0,1 1 1 0 0,-1-1-1 0 0,0 0 1 0 0,0 1-1 0 0,1 0 0 0 0,-1-1 1 0 0,3 4-1 0 0,-2-1-60 0 0,0 1 0 0 0,0-1 0 0 0,0 0 0 0 0,-1 1 0 0 0,1 0 0 0 0,-1-1 0 0 0,0 1 0 0 0,2 8 0 0 0,0 5-136 0 0,-1 0 0 0 0,-1 0 0 0 0,0 0-1 0 0,-2 20 1 0 0,0-16-381 0 0,-1-14-3 0 0,1 0 0 0 0,0 1 0 0 0,0-1 1 0 0,1 0-1 0 0,4 16 0 0 0,-5-24-24 0 0,1 0 1 0 0,-1 0-1 0 0,1 0 0 0 0,-1 0 1 0 0,1 0-1 0 0,-1-1 0 0 0,1 1 0 0 0,-1 0 1 0 0,1 0-1 0 0,-1-1 0 0 0,0 1 1 0 0,1 0-1 0 0,-1 0 0 0 0,1-1 1 0 0,-1 1-1 0 0,0 0 0 0 0,1-1 1 0 0,-1 1-1 0 0,0-1 0 0 0,1 1 0 0 0,-1-1 1 0 0,0 1-1 0 0,1 0 0 0 0,-1-1 1 0 0,0 1-1 0 0,0-1 0 0 0,0 1 1 0 0,0-1-1 0 0,1 0 0 0 0,11-19-141 0 0,2-5 53 0 0,72-114-556 0 0,-75 123 589 0 0,0 2-1 0 0,2-1 1 0 0,-1 2 0 0 0,2-1 0 0 0,0 2-1 0 0,24-17 1 0 0,-36 27 90 0 0,0 0 1 0 0,1 0-1 0 0,0 1 0 0 0,-1-1 1 0 0,1 1-1 0 0,0 0 0 0 0,-1 0 0 0 0,1 0 1 0 0,0 0-1 0 0,0 0 0 0 0,0 1 1 0 0,0-1-1 0 0,0 1 0 0 0,0 0 1 0 0,0 0-1 0 0,0 0 0 0 0,0 0 1 0 0,0 1-1 0 0,0-1 0 0 0,0 1 1 0 0,0-1-1 0 0,0 1 0 0 0,-1 0 0 0 0,1 0 1 0 0,0 1-1 0 0,3 1 0 0 0,-1 1 58 0 0,-1 0-1 0 0,0 0 1 0 0,0 0 0 0 0,0 0-1 0 0,0 1 1 0 0,-1 0-1 0 0,0 0 1 0 0,0 0-1 0 0,0 0 1 0 0,0 0-1 0 0,-1 1 1 0 0,3 8-1 0 0,14 44-1842 0 0,-12-41-5390 0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8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0 181 6913 0 0,'18'-6'1044'0'0,"0"-1"0"0"0,-1 0 0 0 0,1-1 0 0 0,22-15 0 0 0,-32 18-572 0 0,0-1 1 0 0,-1 1 0 0 0,0-1 0 0 0,0-1 0 0 0,0 0 0 0 0,0 0 0 0 0,-1 0 0 0 0,0 0 0 0 0,-1-1-1 0 0,8-14 1 0 0,-12 21-378 0 0,0 0-1 0 0,-1 0 1 0 0,1 0-1 0 0,-1 0 1 0 0,1 0-1 0 0,-1 0 1 0 0,1 0-1 0 0,-1-1 0 0 0,0 1 1 0 0,1 0-1 0 0,-1 0 1 0 0,0 0-1 0 0,0 0 1 0 0,0 0-1 0 0,0-1 1 0 0,0 1-1 0 0,0 0 1 0 0,0 0-1 0 0,0 0 0 0 0,-1 0 1 0 0,1-1-1 0 0,0 1 1 0 0,-1 0-1 0 0,1 0 1 0 0,-1 0-1 0 0,1 0 1 0 0,-1 0-1 0 0,1 0 0 0 0,-1 0 1 0 0,0 0-1 0 0,1 0 1 0 0,-1 0-1 0 0,0 0 1 0 0,0 1-1 0 0,0-1 1 0 0,0 0-1 0 0,-1-1 1 0 0,0 2-18 0 0,0-1 1 0 0,0 1 0 0 0,0 0-1 0 0,0 0 1 0 0,0 0 0 0 0,1 0-1 0 0,-1 0 1 0 0,0 0 0 0 0,0 0-1 0 0,0 1 1 0 0,0-1 0 0 0,0 0-1 0 0,1 1 1 0 0,-1 0 0 0 0,0-1-1 0 0,0 1 1 0 0,1 0 0 0 0,-1 0-1 0 0,0 0 1 0 0,1 0 0 0 0,-1 0-1 0 0,1 0 1 0 0,-2 2 0 0 0,1-2-66 0 0,1 1 0 0 0,-1-1 1 0 0,1 0-1 0 0,-1 1 0 0 0,1-1 1 0 0,0 1-1 0 0,-1-1 1 0 0,1 1-1 0 0,0 0 0 0 0,0-1 1 0 0,0 1-1 0 0,0 0 0 0 0,0 0 1 0 0,1 0-1 0 0,-1 0 1 0 0,1 0-1 0 0,-1 0 0 0 0,1 0 1 0 0,-1 0-1 0 0,1 0 1 0 0,0 0-1 0 0,0 0 0 0 0,0 0 1 0 0,0 0-1 0 0,1 0 0 0 0,-1 0 1 0 0,0 0-1 0 0,1 0 1 0 0,-1 0-1 0 0,1-1 0 0 0,0 1 1 0 0,0 0-1 0 0,0 0 0 0 0,0 0 1 0 0,0-1-1 0 0,0 1 1 0 0,0 0-1 0 0,0-1 0 0 0,1 1 1 0 0,-1-1-1 0 0,1 1 1 0 0,-1-1-1 0 0,4 2 0 0 0,3 3-295 0 0,0 0-1 0 0,1-1 1 0 0,0 0-1 0 0,0 0 1 0 0,0-1-1 0 0,1-1 1 0 0,15 5-1 0 0,4-1-7289 0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8.5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 4 12443 0 0,'-10'-3'7059'0'0,"9"3"-6807"0"0,-8 10 2506 0 0,-3 19-2234 0 0,8-10-416 0 0,1-1-1 0 0,1 1 1 0 0,1 0 0 0 0,0 0 0 0 0,2 0 0 0 0,0 0 0 0 0,1 0 0 0 0,1 0 0 0 0,10 34 0 0 0,2-4-1642 0 0,3-1 1 0 0,35 65 0 0 0,-36-79-5611 0 0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19.5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180 36 5985 0 0,'-2'-2'321'0'0,"0"-1"0"0"0,-1 0 0 0 0,1 1 0 0 0,0-1 0 0 0,-1 1 0 0 0,0-1 0 0 0,1 1 0 0 0,-1 0 0 0 0,0 0 0 0 0,0 0 0 0 0,0 1 0 0 0,-1-1 0 0 0,1 1 0 0 0,0 0 0 0 0,0 0 0 0 0,-1 0 0 0 0,1 0 0 0 0,-1 0 0 0 0,1 1 0 0 0,-1-1 0 0 0,1 1 0 0 0,-1 0 1 0 0,1 0-1 0 0,-1 1 0 0 0,1-1 0 0 0,0 1 0 0 0,-7 1 0 0 0,6-1-53 0 0,-1 0 0 0 0,0 0 1 0 0,0 0-1 0 0,1 1 0 0 0,-1-1 1 0 0,1 1-1 0 0,-1 0 0 0 0,1 1 1 0 0,0-1-1 0 0,0 1 0 0 0,0 0 1 0 0,0 0-1 0 0,0 0 0 0 0,1 0 1 0 0,-1 1-1 0 0,1-1 0 0 0,0 1 1 0 0,0 0-1 0 0,-4 7 0 0 0,6-7-224 0 0,0 1-1 0 0,0-1 0 0 0,1 1 0 0 0,-1-1 0 0 0,1 1 1 0 0,0-1-1 0 0,1 1 0 0 0,-1-1 0 0 0,1 1 1 0 0,0-1-1 0 0,0 1 0 0 0,0-1 0 0 0,0 0 0 0 0,1 1 1 0 0,0-1-1 0 0,0 0 0 0 0,0 0 0 0 0,0 0 1 0 0,0-1-1 0 0,1 1 0 0 0,0 0 0 0 0,0-1 0 0 0,4 4 1 0 0,1 2-181 0 0,1 0 1 0 0,0-1 0 0 0,1 1-1 0 0,0-2 1 0 0,0 0 0 0 0,1 0-1 0 0,14 6 1 0 0,26 4-2583 0 0,-21-10-3719 0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0.0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9 920 0 0,'-1'-1'579'0'0,"-1"0"-1"0"0,0 0 0 0 0,0 0 1 0 0,0 0-1 0 0,0 0 1 0 0,0 1-1 0 0,0-1 0 0 0,0 1 1 0 0,0-1-1 0 0,-1 1 0 0 0,1 0 1 0 0,0 0-1 0 0,0 0 1 0 0,0 0-1 0 0,0 0 0 0 0,0 1 1 0 0,0-1-1 0 0,-4 1 1 0 0,1 1 12 0 0,0 0 0 0 0,0 1 1 0 0,0-1-1 0 0,0 1 1 0 0,0 0-1 0 0,0 0 0 0 0,-4 4 1 0 0,-4 5 162 0 0,1 0 1 0 0,0 1-1 0 0,-17 24 1 0 0,20-24-486 0 0,0 0 1 0 0,1 1 0 0 0,1 0-1 0 0,-9 23 1 0 0,15-33-285 0 0,-1 1 0 0 0,1 0 0 0 0,-1-1-1 0 0,1 1 1 0 0,1 0 0 0 0,-1 0 0 0 0,1-1 0 0 0,-1 1 0 0 0,2 0 0 0 0,-1 0 0 0 0,0 0 0 0 0,1 0 0 0 0,0-1 0 0 0,0 1 0 0 0,0 0 0 0 0,1-1 0 0 0,0 1 0 0 0,-1-1 0 0 0,4 5 0 0 0,-4-8-16 0 0,-1 1 1 0 0,1-1-1 0 0,0 0 0 0 0,0 0 1 0 0,0 0-1 0 0,0-1 0 0 0,0 1 1 0 0,0 0-1 0 0,0 0 1 0 0,0 0-1 0 0,0-1 0 0 0,0 1 1 0 0,0 0-1 0 0,0-1 0 0 0,0 1 1 0 0,1-1-1 0 0,-1 0 1 0 0,0 1-1 0 0,0-1 0 0 0,1 0 1 0 0,-1 0-1 0 0,0 1 0 0 0,1-1 1 0 0,-1 0-1 0 0,2-1 1 0 0,0 1-117 0 0,0-1 1 0 0,0 0 0 0 0,0 0-1 0 0,0 0 1 0 0,0-1 0 0 0,0 1-1 0 0,0-1 1 0 0,0 0-1 0 0,-1 1 1 0 0,3-4 0 0 0,7-5-484 0 0,0-1 1 0 0,-1-1-1 0 0,11-15 0 0 0,-20 24 612 0 0,21-28 475 0 0,-16 20-81 0 0,1 0 1 0 0,0 1-1 0 0,1 0 1 0 0,0 0-1 0 0,14-12 1 0 0,-22 22-322 0 0,0-1 0 0 0,-1 1 1 0 0,1-1-1 0 0,0 1 1 0 0,-1-1-1 0 0,1 1 1 0 0,0 0-1 0 0,-1-1 0 0 0,1 1 1 0 0,0 0-1 0 0,0 0 1 0 0,-1 0-1 0 0,1-1 0 0 0,0 1 1 0 0,0 0-1 0 0,0 0 1 0 0,-1 0-1 0 0,1 0 1 0 0,0 0-1 0 0,0 1 0 0 0,-1-1 1 0 0,1 0-1 0 0,0 0 1 0 0,0 0-1 0 0,-1 1 0 0 0,1-1 1 0 0,0 0-1 0 0,0 1 1 0 0,-1-1-1 0 0,1 0 1 0 0,-1 1-1 0 0,1-1 0 0 0,0 1 1 0 0,-1-1-1 0 0,1 1 1 0 0,-1 0-1 0 0,1-1 1 0 0,-1 1-1 0 0,1-1 0 0 0,-1 1 1 0 0,1 0-1 0 0,-1-1 1 0 0,0 1-1 0 0,1 0 0 0 0,-1 0 1 0 0,0-1-1 0 0,0 1 1 0 0,0 0-1 0 0,0 0 1 0 0,1 1-1 0 0,1 7 4 0 0,0 1 1 0 0,0 0-1 0 0,0 13 1 0 0,-1-8 74 0 0,1-6-221 0 0,0 0 0 0 0,0 0 0 0 0,1 0 0 0 0,0-1 0 0 0,5 9 0 0 0,-7-13-262 0 0,1-1-1 0 0,1 0 0 0 0,-1 1 0 0 0,0-1 1 0 0,1 0-1 0 0,0-1 0 0 0,0 1 1 0 0,5 4-1 0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0.3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1 1840 0 0,'-2'3'9527'0'0,"-11"15"-4616"0"0,-14 17-3039 0 0,-26 48 0 0 0,51-80-1810 0 0,0 1 0 0 0,1-1 0 0 0,-1 0 0 0 0,1 1 0 0 0,0-1 0 0 0,0 1 0 0 0,0 0 0 0 0,1-1 0 0 0,-1 1 0 0 0,1 0 0 0 0,0-1 0 0 0,0 1 0 0 0,0 0 0 0 0,1-1 0 0 0,0 6 0 0 0,0-7-51 0 0,0 0-1 0 0,0 1 1 0 0,1-1 0 0 0,-1 0 0 0 0,1 0 0 0 0,-1 0 0 0 0,1 0 0 0 0,0 0-1 0 0,0-1 1 0 0,0 1 0 0 0,0 0 0 0 0,0-1 0 0 0,0 1 0 0 0,0-1-1 0 0,0 0 1 0 0,1 0 0 0 0,-1 0 0 0 0,0 0 0 0 0,1 0 0 0 0,-1 0 0 0 0,1-1-1 0 0,4 1 1 0 0,59 6 204 0 0,-54-7-185 0 0,-1 1-1 0 0,1 0 0 0 0,0 0 0 0 0,-1 1 0 0 0,1 1 0 0 0,-1 0 0 0 0,0 0 1 0 0,16 8-1 0 0,-26-10-22 0 0,0-1 0 0 0,0 1 0 0 0,-1-1-1 0 0,1 1 1 0 0,0-1 0 0 0,0 1 0 0 0,0 0 0 0 0,-1 0 0 0 0,1-1 0 0 0,0 1 0 0 0,-1 0 0 0 0,1 0 0 0 0,0 0 0 0 0,-1 0 0 0 0,1 0 0 0 0,-1 0 0 0 0,0 0 0 0 0,1 0 0 0 0,-1 0 0 0 0,0 0 0 0 0,1 0 0 0 0,-1 0 0 0 0,0 0-1 0 0,0 0 1 0 0,0 0 0 0 0,0 1 0 0 0,-1 1 14 0 0,1-1-1 0 0,-1 1 1 0 0,0-1-1 0 0,0 0 1 0 0,0 0-1 0 0,0 1 1 0 0,0-1 0 0 0,-1 0-1 0 0,1 0 1 0 0,-4 4-1 0 0,-2 2 37 0 0,-1-1 1 0 0,0 1-1 0 0,-19 11 0 0 0,-12 4-578 0 0,11-10-5070 0 0,4-3-1390 0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0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29 5529 0 0,'18'-28'6227'0'0,"-30"30"-2581"0"0,5 1-3275 0 0,0 1-1 0 0,0-1 1 0 0,1 1 0 0 0,0 1-1 0 0,0-1 1 0 0,0 1 0 0 0,0 0 0 0 0,1 1-1 0 0,-1-1 1 0 0,2 1 0 0 0,-1 0-1 0 0,0 0 1 0 0,-5 12 0 0 0,8-15-339 0 0,1 0 0 0 0,-1 0 1 0 0,1 0-1 0 0,0 0 1 0 0,0 0-1 0 0,1 1 0 0 0,-1-1 1 0 0,0 0-1 0 0,1 0 0 0 0,0 0 1 0 0,0 1-1 0 0,0-1 1 0 0,0 0-1 0 0,1 0 0 0 0,-1 1 1 0 0,1-1-1 0 0,0 0 1 0 0,-1 0-1 0 0,2 0 0 0 0,-1 0 1 0 0,0 0-1 0 0,1 0 0 0 0,-1 0 1 0 0,1 0-1 0 0,0 0 1 0 0,0-1-1 0 0,0 1 0 0 0,0-1 1 0 0,0 1-1 0 0,0-1 1 0 0,1 0-1 0 0,-1 0 0 0 0,5 2 1 0 0,27 15 135 0 0,14 6-37 0 0,-46-23-125 0 0,0-1 0 0 0,0 1 0 0 0,0-1 0 0 0,0 1 0 0 0,-1-1 0 0 0,1 1 0 0 0,0 0 0 0 0,-1 0 0 0 0,0 0-1 0 0,1 0 1 0 0,-1 0 0 0 0,0 0 0 0 0,0 0 0 0 0,0 1 0 0 0,0-1 0 0 0,1 5 0 0 0,-2-4-5 0 0,0 1 1 0 0,-1-1-1 0 0,1 0 1 0 0,-1 0-1 0 0,0 1 1 0 0,0-1 0 0 0,0 0-1 0 0,-1 0 1 0 0,1 0-1 0 0,0 0 1 0 0,-1 0-1 0 0,0 0 1 0 0,0-1-1 0 0,0 1 1 0 0,0 0-1 0 0,0-1 1 0 0,-5 4-1 0 0,-5 5 12 0 0,0-1-1 0 0,-17 12 0 0 0,7-9-283 0 0,-1 0-122 0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1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 5065 0 0,'3'-15'7875'0'0,"0"14"-6730"0"0,-3 2-975 0 0,1-1 1 0 0,-1 0-1 0 0,0 1 1 0 0,0-1-1 0 0,1 1 1 0 0,-1-1-1 0 0,0 1 0 0 0,0-1 1 0 0,0 1-1 0 0,0-1 1 0 0,1 1-1 0 0,-1-1 1 0 0,0 1-1 0 0,0-1 0 0 0,0 1 1 0 0,0-1-1 0 0,0 1 1 0 0,0-1-1 0 0,-1 1 0 0 0,1-1 1 0 0,0 1-1 0 0,0-1 1 0 0,0 1-1 0 0,0-1 1 0 0,-1 1-1 0 0,-4 82 2089 0 0,10-29-3849 0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0,'0'1'864'0'0,"0"1"-696"0"0,0-1-168 0 0,0 0 0 0 0,0 1 152 0 0,0 0-8 0 0,2 2 0 0 0,0 2 0 0 0,4 1-608 0 0,1 0-120 0 0,2-1-24 0 0,4-1-8 0 0,2-1 464 0 0,-2-3 152 0 0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2.1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31 10594 0 0,'1'-1'94'0'0,"0"0"0"0"0,-1-1 0 0 0,1 1 0 0 0,0 0-1 0 0,-1-1 1 0 0,0 1 0 0 0,1-1 0 0 0,-1 1 0 0 0,0 0 0 0 0,0-1-1 0 0,0 1 1 0 0,0-3 0 0 0,0 3-26 0 0,0 1-1 0 0,0-1 1 0 0,0 1 0 0 0,-1-1-1 0 0,1 1 1 0 0,0-1 0 0 0,0 1-1 0 0,-1-1 1 0 0,1 1 0 0 0,0-1-1 0 0,-1 1 1 0 0,1 0 0 0 0,0-1-1 0 0,-1 1 1 0 0,1-1 0 0 0,-1 1-1 0 0,1 0 1 0 0,-1 0 0 0 0,1-1-1 0 0,0 1 1 0 0,-1 0 0 0 0,1 0-1 0 0,-2-1 1 0 0,0 1 145 0 0,-1-1-1 0 0,0 1 1 0 0,0 0 0 0 0,0 0-1 0 0,1 0 1 0 0,-1 1 0 0 0,0-1-1 0 0,0 1 1 0 0,0-1 0 0 0,1 1-1 0 0,-5 1 1 0 0,-3 3-19 0 0,0-1 0 0 0,1 2 0 0 0,-1-1 0 0 0,1 1 0 0 0,0 1 0 0 0,1-1 0 0 0,-1 1 0 0 0,1 1 0 0 0,1 0 0 0 0,-1 0 0 0 0,2 0 0 0 0,-1 1 0 0 0,1 0 0 0 0,-6 11 0 0 0,12-18-188 0 0,-1 0 1 0 0,0 0-1 0 0,1 0 0 0 0,0 0 1 0 0,-1 1-1 0 0,1-1 0 0 0,0 0 0 0 0,0 0 1 0 0,0 0-1 0 0,1 1 0 0 0,-1-1 1 0 0,0 0-1 0 0,1 0 0 0 0,0 0 0 0 0,-1 0 1 0 0,1 0-1 0 0,0 0 0 0 0,0 0 1 0 0,0 0-1 0 0,0 0 0 0 0,0 0 1 0 0,1 0-1 0 0,-1-1 0 0 0,0 1 0 0 0,1-1 1 0 0,0 1-1 0 0,2 2 0 0 0,7 5 78 0 0,0-1 1 0 0,0 0-1 0 0,17 8 0 0 0,-10-6 83 0 0,-11-6-113 0 0,-1 1-1 0 0,1-1 1 0 0,-1 1 0 0 0,0 0-1 0 0,0 0 1 0 0,0 1 0 0 0,-1 0-1 0 0,6 7 1 0 0,-10-11-48 0 0,0 0 1 0 0,0 1-1 0 0,0-1 0 0 0,0 0 1 0 0,0 1-1 0 0,-1-1 0 0 0,1 1 1 0 0,-1-1-1 0 0,1 1 0 0 0,-1 0 1 0 0,0-1-1 0 0,0 1 0 0 0,0-1 1 0 0,-1 1-1 0 0,1-1 0 0 0,0 1 1 0 0,-1-1-1 0 0,0 1 1 0 0,1-1-1 0 0,-1 1 0 0 0,0-1 1 0 0,-1 0-1 0 0,1 1 0 0 0,0-1 1 0 0,0 0-1 0 0,-1 0 0 0 0,0 0 1 0 0,-2 3-1 0 0,-8 8 54 0 0,0-1 0 0 0,-1 0 1 0 0,-1-1-1 0 0,0-1 0 0 0,0 0 0 0 0,0-1 0 0 0,-29 14 0 0 0,17-11-512 0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2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200 415 7834 0 0,'0'-1'93'0'0,"1"1"1"0"0,-1-1 0 0 0,0 1 0 0 0,0-1-1 0 0,0 1 1 0 0,0-1 0 0 0,0 0 0 0 0,0 1-1 0 0,0-1 1 0 0,0 1 0 0 0,0-1-1 0 0,0 1 1 0 0,0-1 0 0 0,0 0 0 0 0,0 1-1 0 0,-1-1 1 0 0,1 1 0 0 0,0-1 0 0 0,0 1-1 0 0,-1-1 1 0 0,1 1 0 0 0,0-1 0 0 0,-1 1-1 0 0,1-1 1 0 0,0 1 0 0 0,-1-1-1 0 0,1 1 1 0 0,-1 0 0 0 0,1-1 0 0 0,0 1-1 0 0,-1 0 1 0 0,1-1 0 0 0,-1 1 0 0 0,0 0-1 0 0,0-1 1 0 0,-19-11 2382 0 0,17 11-2209 0 0,0 0 0 0 0,0 0 0 0 0,-1 1 0 0 0,1-1 0 0 0,0 1 0 0 0,-1 0 0 0 0,1 0 0 0 0,-1 0 0 0 0,1 0 0 0 0,0 0 0 0 0,-1 1 0 0 0,1 0 0 0 0,0-1 0 0 0,-1 1 0 0 0,-5 3 0 0 0,4-1-18 0 0,-1 0-1 0 0,0 1 1 0 0,1-1 0 0 0,0 1 0 0 0,-1 0 0 0 0,2 1 0 0 0,-9 9-1 0 0,5-5-121 0 0,1 1 0 0 0,0 0 0 0 0,0 0 0 0 0,1 0 0 0 0,1 1 0 0 0,0 0 0 0 0,0 0 0 0 0,-4 19 0 0 0,8-26-126 0 0,0-1 0 0 0,0 0 1 0 0,1 0-1 0 0,0 0 1 0 0,0 1-1 0 0,-1-1 0 0 0,2 0 1 0 0,-1 0-1 0 0,0 1 1 0 0,1-1-1 0 0,0 0 0 0 0,-1 0 1 0 0,1 0-1 0 0,0 0 1 0 0,1 0-1 0 0,-1 0 0 0 0,0 0 1 0 0,1 0-1 0 0,0 0 1 0 0,0-1-1 0 0,0 1 0 0 0,0-1 1 0 0,0 1-1 0 0,0-1 1 0 0,0 0-1 0 0,1 0 0 0 0,-1 0 1 0 0,1 0-1 0 0,0 0 1 0 0,0 0-1 0 0,0-1 0 0 0,-1 0 1 0 0,5 2-1 0 0,-1-1-51 0 0,0 0 0 0 0,0-1 0 0 0,-1 0 0 0 0,1 0 0 0 0,0 0 0 0 0,0 0 0 0 0,0-1 0 0 0,1 0 0 0 0,-1-1 0 0 0,0 1-1 0 0,0-1 1 0 0,-1 0 0 0 0,1-1 0 0 0,0 1 0 0 0,0-1 0 0 0,0-1 0 0 0,5-2 0 0 0,1-2-380 0 0,-1 0 0 0 0,0-1 0 0 0,0 0 0 0 0,-1-1 0 0 0,0 0 0 0 0,-1 0 0 0 0,0-1 0 0 0,-1 0 0 0 0,0-1 1 0 0,0 0-1 0 0,-1 0 0 0 0,0-1 0 0 0,8-22 0 0 0,-9 19 2 0 0,-1 0 0 0 0,-1 0 1 0 0,0-1-1 0 0,-2 0 0 0 0,1 0 0 0 0,-2 1 1 0 0,0-1-1 0 0,-1 0 0 0 0,-1 0 1 0 0,0 0-1 0 0,-4-19 0 0 0,-26-87 2334 0 0,21 90 1127 0 0,-26-53 1 0 0,36 83-2740 0 0,-1 0 0 0 0,0 0 0 0 0,0 1 0 0 0,-1-1 0 0 0,1 0 0 0 0,0 0 0 0 0,0 1 0 0 0,-1-1 0 0 0,1 0 0 0 0,-1 1 0 0 0,-2-3 0 0 0,-1 8 1624 0 0,7 14-1544 0 0,25 142-124 0 0,-18-96-82 0 0,2 0-1 0 0,35 106 1 0 0,-41-156-295 0 0,1 1 0 0 0,1-2 0 0 0,0 1-1 0 0,1-1 1 0 0,1 0 0 0 0,0 0 0 0 0,1-1 0 0 0,0 0 0 0 0,0-1 0 0 0,1 0 0 0 0,17 12-1 0 0,-9-10-842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3.2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27 2304 0 0,'0'-2'209'0'0,"0"1"0"0"0,0-1 0 0 0,-1 0 0 0 0,1 1 0 0 0,-1-1 0 0 0,1 0 0 0 0,-1 1 0 0 0,0-1 0 0 0,0 1 0 0 0,0-1-1 0 0,0 1 1 0 0,0-1 0 0 0,0 1 0 0 0,0 0 0 0 0,-2-2 0 0 0,2 3 59 0 0,0 0 0 0 0,0 0 0 0 0,0 0 0 0 0,-1 0-1 0 0,1 0 1 0 0,0 0 0 0 0,0 0 0 0 0,0 1 0 0 0,0-1 0 0 0,0 0 0 0 0,0 1 0 0 0,-1-1 0 0 0,1 1-1 0 0,0-1 1 0 0,0 1 0 0 0,0-1 0 0 0,0 1 0 0 0,1 0 0 0 0,-1 0 0 0 0,0-1 0 0 0,0 1-1 0 0,0 0 1 0 0,1 0 0 0 0,-1 0 0 0 0,0 1 0 0 0,-5 4-16 0 0,1 0 1 0 0,1 0-1 0 0,-1 1 0 0 0,1 0 0 0 0,0 0 1 0 0,1 0-1 0 0,0 0 0 0 0,0 0 0 0 0,0 1 1 0 0,1-1-1 0 0,0 1 0 0 0,0 0 0 0 0,1-1 1 0 0,0 1-1 0 0,1 0 0 0 0,-1 0 0 0 0,2 0 1 0 0,-1 0-1 0 0,1 0 0 0 0,3 14 0 0 0,-3-16-119 0 0,1-1-1 0 0,-1-1 1 0 0,1 1-1 0 0,0 0 0 0 0,0 0 1 0 0,1-1-1 0 0,-1 1 0 0 0,1-1 1 0 0,0 0-1 0 0,0 0 0 0 0,0 0 1 0 0,1 0-1 0 0,-1 0 0 0 0,1-1 1 0 0,0 1-1 0 0,0-1 0 0 0,0 0 1 0 0,1 0-1 0 0,-1-1 0 0 0,1 1 1 0 0,-1-1-1 0 0,1 0 0 0 0,0-1 1 0 0,0 1-1 0 0,0-1 0 0 0,0 1 1 0 0,0-2-1 0 0,0 1 0 0 0,0 0 1 0 0,0-1-1 0 0,0 0 0 0 0,9-1 1 0 0,-7 0-125 0 0,0 0-1 0 0,0-1 1 0 0,0 1 0 0 0,0-1 0 0 0,-1-1-1 0 0,1 1 1 0 0,-1-1 0 0 0,1 0 0 0 0,-1-1-1 0 0,0 1 1 0 0,0-1 0 0 0,0-1 0 0 0,-1 1-1 0 0,0-1 1 0 0,1 0 0 0 0,5-8 0 0 0,-8 9-3 0 0,0 0 0 0 0,-1 0 0 0 0,1 0 0 0 0,-1 0 0 0 0,0 0 0 0 0,0 0 0 0 0,-1-1 0 0 0,1 1 0 0 0,-1-1 1 0 0,0 1-1 0 0,0-1 0 0 0,0 0 0 0 0,-1 1 0 0 0,0-1 0 0 0,0 0 0 0 0,0 0 0 0 0,0 1 0 0 0,-1-1 0 0 0,0 0 0 0 0,0 1 0 0 0,0-1 1 0 0,0 1-1 0 0,-1-1 0 0 0,0 1 0 0 0,-3-7 0 0 0,1 4-100 0 0,0 1 0 0 0,-1-1 0 0 0,1 1 0 0 0,-1 0 0 0 0,0 1 0 0 0,-1-1 0 0 0,0 1 1 0 0,1 0-1 0 0,-2 1 0 0 0,1-1 0 0 0,-8-3 0 0 0,9 5-988 0 0,-1 1 0 0 0,1 0 0 0 0,-1 0-1 0 0,1 0 1 0 0,-8-1 0 0 0,-7 1-5338 0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3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 10138 0 0,'3'0'118'0'0,"-1"0"-1"0"0,1 0 1 0 0,-1 1-1 0 0,1-1 1 0 0,-1 1-1 0 0,1 0 0 0 0,-1 0 1 0 0,0 0-1 0 0,1 0 1 0 0,-1 0-1 0 0,0 0 1 0 0,0 0-1 0 0,0 1 1 0 0,0-1-1 0 0,0 1 1 0 0,3 2-1 0 0,-1 1 165 0 0,-1 0 0 0 0,1 0-1 0 0,-1 0 1 0 0,1 0 0 0 0,-1 0 0 0 0,4 10-1 0 0,-3-3 55 0 0,0 0-1 0 0,-1 0 0 0 0,0 1 0 0 0,0-1 1 0 0,-2 1-1 0 0,2 15 0 0 0,-3-25-277 0 0,0 5 180 0 0,0 1 0 0 0,0-1-1 0 0,-1 0 1 0 0,0 1 0 0 0,-1-1-1 0 0,-2 11 1 0 0,3-18-163 0 0,7-31-629 0 0,-5 24 414 0 0,6-21 13 0 0,2 1-1 0 0,18-40 0 0 0,-25 60 230 0 0,1 0-1 0 0,0 0 1 0 0,1 0 0 0 0,-1 1 0 0 0,1 0-1 0 0,0 0 1 0 0,0 0 0 0 0,1 0 0 0 0,0 0-1 0 0,-1 1 1 0 0,2 0 0 0 0,-1 0 0 0 0,0 0-1 0 0,1 1 1 0 0,-1 0 0 0 0,1 0 0 0 0,10-3-1 0 0,-14 5-70 0 0,0 1 0 0 0,1 0-1 0 0,-1-1 1 0 0,1 1 0 0 0,-1 0-1 0 0,0 1 1 0 0,1-1-1 0 0,-1 0 1 0 0,0 1 0 0 0,1-1-1 0 0,-1 1 1 0 0,0 0 0 0 0,0 0-1 0 0,0 0 1 0 0,1 0 0 0 0,-1 0-1 0 0,0 0 1 0 0,0 1-1 0 0,0-1 1 0 0,-1 0 0 0 0,1 1-1 0 0,0 0 1 0 0,-1-1 0 0 0,1 1-1 0 0,0 0 1 0 0,-1 0-1 0 0,0 0 1 0 0,0 0 0 0 0,1 0-1 0 0,-1 0 1 0 0,-1 1 0 0 0,1-1-1 0 0,1 3 1 0 0,3 10 207 0 0,0 1 0 0 0,0 0 0 0 0,3 27 1 0 0,-5-25-124 0 0,-2-14-93 0 0,5 25 108 0 0,-6-28-150 0 0,0 0 1 0 0,0 0 0 0 0,0 0 0 0 0,1 0 0 0 0,-1 0-1 0 0,0 0 1 0 0,1 0 0 0 0,-1 0 0 0 0,1 0 0 0 0,-1 0 0 0 0,1-1-1 0 0,-1 1 1 0 0,1 0 0 0 0,-1 0 0 0 0,1-1 0 0 0,0 1-1 0 0,0 0 1 0 0,-1 0 0 0 0,1-1 0 0 0,0 1 0 0 0,1 0-1 0 0,-1-1-13 0 0,0-1-1 0 0,0 1 1 0 0,0-1-1 0 0,0 0 0 0 0,-1 1 1 0 0,1-1-1 0 0,0 0 1 0 0,0 1-1 0 0,0-1 0 0 0,-1 0 1 0 0,1 0-1 0 0,0 0 1 0 0,-1 0-1 0 0,1 1 0 0 0,-1-1 1 0 0,1 0-1 0 0,-1 0 1 0 0,0 0-1 0 0,1-2 0 0 0,8-24-69 0 0,-7 23 77 0 0,4-18-97 0 0,17-43-146 0 0,-21 60 265 0 0,1 0 0 0 0,-1 0-1 0 0,1 1 1 0 0,0-1 0 0 0,1 1 0 0 0,-1-1-1 0 0,1 1 1 0 0,0 0 0 0 0,0 0-1 0 0,4-3 1 0 0,-7 6 14 0 0,1 1 0 0 0,-1-1-1 0 0,0 1 1 0 0,0-1 0 0 0,0 1-1 0 0,0 0 1 0 0,1-1 0 0 0,-1 1-1 0 0,0 0 1 0 0,0 0 0 0 0,1 0-1 0 0,-1 0 1 0 0,0 0 0 0 0,0 0-1 0 0,1 0 1 0 0,-1 0 0 0 0,0 1-1 0 0,0-1 1 0 0,0 0 0 0 0,1 1-1 0 0,-1-1 1 0 0,0 1 0 0 0,0-1-1 0 0,0 1 1 0 0,0 0 0 0 0,0 0-1 0 0,2 1 1 0 0,30 29 447 0 0,-15-12-313 0 0,-3-8-2289 0 0,0 0 0 0 0,27 13-1 0 0,-28-18-3900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4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5065 0 0,'3'1'323'0'0,"0"-1"1"0"0,-1 1-1 0 0,1 0 0 0 0,0-1 0 0 0,-1 1 1 0 0,1 0-1 0 0,-1 1 0 0 0,0-1 0 0 0,1 0 1 0 0,-1 1-1 0 0,0-1 0 0 0,0 1 0 0 0,0 0 1 0 0,0 0-1 0 0,0-1 0 0 0,0 1 0 0 0,0 1 1 0 0,-1-1-1 0 0,1 0 0 0 0,-1 0 0 0 0,2 4 1 0 0,6 9 628 0 0,-1 1 0 0 0,7 21 1 0 0,-3-7 40 0 0,20 31-2410 0 0,-23-48 682 0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4.2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2 5985 0 0,'-1'0'459'0'0,"0"-1"1"0"0,-1 1-1 0 0,1 0 0 0 0,0-1 0 0 0,0 1 0 0 0,0 0 1 0 0,-1 0-1 0 0,1 0 0 0 0,0 0 0 0 0,0 0 0 0 0,-1 1 0 0 0,1-1 1 0 0,0 0-1 0 0,0 0 0 0 0,-3 2 0 0 0,4-2-305 0 0,0 1-1 0 0,0-1 1 0 0,0 1-1 0 0,0-1 1 0 0,0 0-1 0 0,0 1 1 0 0,0-1-1 0 0,0 1 1 0 0,1-1-1 0 0,-1 1 1 0 0,0-1 0 0 0,0 1-1 0 0,0-1 1 0 0,0 0-1 0 0,3 4 1229 0 0,-3-4-1228 0 0,1 0-1 0 0,-1 0 1 0 0,1 1-1 0 0,19 14 901 0 0,1-1-3443 0 0,-17-11 704 0 0,13 8-701 0 0,1 1-21 0 0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4.5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3769 0 0,'2'0'322'0'0,"1"1"-1"0"0,0 0 1 0 0,-1 0 0 0 0,1 0 0 0 0,-1 0 0 0 0,1 0 0 0 0,-1 1-1 0 0,1-1 1 0 0,-1 0 0 0 0,0 1 0 0 0,0 0 0 0 0,0 0-1 0 0,0 0 1 0 0,0 0 0 0 0,0 0 0 0 0,0 0 0 0 0,-1 0 0 0 0,3 4-1 0 0,26 46 4908 0 0,-29-50-5202 0 0,42 91 1878 0 0,-42-93-1908 0 0,-1 0 0 0 0,0 1 0 0 0,0-1 0 0 0,0 0 0 0 0,1 0 0 0 0,-1 0 0 0 0,0 1 0 0 0,0-1 0 0 0,0 0-1 0 0,1 0 1 0 0,-1 0 0 0 0,0 0 0 0 0,1 1 0 0 0,-1-1 0 0 0,0 0 0 0 0,0 0 0 0 0,1 0 0 0 0,-1 0 0 0 0,0 0 0 0 0,1 0 0 0 0,-1 0 0 0 0,0 0 0 0 0,0 0 0 0 0,1 0 0 0 0,-1 0 0 0 0,0 0 0 0 0,1 0 0 0 0,-1 0 0 0 0,0 0 0 0 0,1 0 0 0 0,-1 0 0 0 0,0 0 0 0 0,0 0 0 0 0,1-1 0 0 0,13-9-244 0 0,10-20-257 0 0,-20 25 448 0 0,17-23-18 0 0,-18 22 157 0 0,1-1 0 0 0,1 1 0 0 0,-1 0 1 0 0,1 0-1 0 0,0 0 0 0 0,0 1 1 0 0,1-1-1 0 0,0 1 0 0 0,0 1 1 0 0,0-1-1 0 0,0 1 0 0 0,8-4 1 0 0,-14 8-35 0 0,1 0 0 0 0,-1 0 1 0 0,1 0-1 0 0,-1 0 0 0 0,1 0 1 0 0,-1-1-1 0 0,1 1 0 0 0,-1 0 1 0 0,1 0-1 0 0,-1 0 0 0 0,1 1 1 0 0,-1-1-1 0 0,1 0 0 0 0,-1 0 1 0 0,1 0-1 0 0,-1 0 0 0 0,1 0 1 0 0,-1 1-1 0 0,1-1 0 0 0,-1 0 1 0 0,1 0-1 0 0,-1 1 0 0 0,0-1 1 0 0,1 0-1 0 0,-1 0 0 0 0,1 1 1 0 0,-1-1-1 0 0,0 1 0 0 0,1-1 1 0 0,-1 0-1 0 0,0 1 0 0 0,0-1 1 0 0,1 1-1 0 0,-1-1 0 0 0,0 1 1 0 0,0-1-1 0 0,0 1 0 0 0,1-1 1 0 0,-1 1-1 0 0,3 27 670 0 0,1-2-1791 0 0,2-18-678 0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5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 2304 0 0,'-13'22'9185'0'0,"-20"64"-6523"0"0,19-31-2884 0 0,13-51 73 0 0,1 0 0 0 0,-1-1 0 0 0,1 1-1 0 0,0 0 1 0 0,1 0 0 0 0,-1 0 0 0 0,0 0-1 0 0,1 0 1 0 0,0-1 0 0 0,0 1 0 0 0,0 0-1 0 0,3 5 1 0 0,-4-9 108 0 0,1 1 0 0 0,-1-1-1 0 0,1 1 1 0 0,0-1 0 0 0,-1 0-1 0 0,1 1 1 0 0,-1-1 0 0 0,1 0-1 0 0,0 1 1 0 0,0-1 0 0 0,-1 0-1 0 0,1 0 1 0 0,0 0 0 0 0,-1 0-1 0 0,1 0 1 0 0,0 0 0 0 0,0 0 0 0 0,-1 0-1 0 0,1 0 1 0 0,0 0 0 0 0,0 0-1 0 0,-1 0 1 0 0,1 0 0 0 0,0 0-1 0 0,-1-1 1 0 0,1 1 0 0 0,0 0-1 0 0,-1-1 1 0 0,1 1 0 0 0,0 0-1 0 0,-1-1 1 0 0,1 1 0 0 0,-1-1-1 0 0,1 1 1 0 0,-1-1 0 0 0,1 1 0 0 0,-1-1-1 0 0,2 0 1 0 0,22-23 470 0 0,-24 24-408 0 0,14-18 421 0 0,-1 0 1 0 0,12-22-1 0 0,-18 27-41 0 0,1 1 0 0 0,0-1 0 0 0,0 1 0 0 0,1 1 0 0 0,1 0 0 0 0,0 0 0 0 0,17-14 0 0 0,-26 25-323 0 0,0-1-1 0 0,0 1 1 0 0,-1-1-1 0 0,1 1 1 0 0,0-1-1 0 0,0 1 1 0 0,0 0-1 0 0,-1 0 1 0 0,1-1-1 0 0,0 1 1 0 0,0 0-1 0 0,0 0 1 0 0,0 0-1 0 0,0 0 1 0 0,0 0-1 0 0,-1 0 1 0 0,1 0-1 0 0,0 0 1 0 0,0 0-1 0 0,0 0 1 0 0,0 0-1 0 0,0 1 1 0 0,0-1-1 0 0,-1 0 1 0 0,1 1-1 0 0,0-1 1 0 0,0 0-1 0 0,-1 1 1 0 0,1-1-1 0 0,0 1 1 0 0,0 0-1 0 0,-1-1 1 0 0,1 1-1 0 0,0-1 1 0 0,-1 1-1 0 0,1 0 1 0 0,-1 0-1 0 0,1-1 1 0 0,-1 1-1 0 0,1 0 1 0 0,-1 1-1 0 0,4 5 397 0 0,0 1-1 0 0,-1 0 0 0 0,5 15 0 0 0,0 1 2 0 0,-7-22-564 0 0,0 0 0 0 0,0 0 0 0 0,0 0 1 0 0,0 0-1 0 0,0 0 0 0 0,1 0 0 0 0,-1 0 0 0 0,1 0 1 0 0,-1 0-1 0 0,1-1 0 0 0,-1 1 0 0 0,1-1 0 0 0,0 1 1 0 0,0-1-1 0 0,0 1 0 0 0,0-1 0 0 0,0 0 1 0 0,0 0-1 0 0,0 0 0 0 0,0 0 0 0 0,1-1 0 0 0,-1 1 1 0 0,0 0-1 0 0,0-1 0 0 0,1 0 0 0 0,-1 1 0 0 0,0-1 1 0 0,1 0-1 0 0,-1 0 0 0 0,0 0 0 0 0,3-1 0 0 0,4-2-351 0 0,0-1-1 0 0,-1 0 1 0 0,0 0 0 0 0,0 0-1 0 0,0-1 1 0 0,13-10-1 0 0,-16 10 719 0 0,0 1-1 0 0,1 0 1 0 0,-1 0-1 0 0,1 0 1 0 0,0 1 0 0 0,1 0-1 0 0,-1 0 1 0 0,0 0-1 0 0,1 1 1 0 0,11-3 0 0 0,-14 6-148 0 0,-1 0 0 0 0,0 0 0 0 0,0 0 0 0 0,0 1 0 0 0,0-1 0 0 0,0 1 0 0 0,0-1 0 0 0,0 1 0 0 0,-1 0 0 0 0,1 0 0 0 0,-1 0 0 0 0,1 1 0 0 0,-1-1 0 0 0,0 1 0 0 0,0-1 0 0 0,0 1 0 0 0,0 0 0 0 0,2 3 0 0 0,-2-2-128 0 0,1-1-1 0 0,0 1 1 0 0,-1-1 0 0 0,1 0-1 0 0,0 0 1 0 0,1 0 0 0 0,-1 0-1 0 0,0-1 1 0 0,1 1-1 0 0,6 3 1 0 0,-8-7 9 0 0,1 1 0 0 0,-1-1 0 0 0,0 0 0 0 0,0 0 0 0 0,1 0 0 0 0,-1 0 0 0 0,0 0 0 0 0,0 0 0 0 0,0-1 0 0 0,0 1 0 0 0,0-1 0 0 0,0 0 0 0 0,0 1 0 0 0,2-4 0 0 0,10-7 179 0 0,-12 11-194 0 0,0 0 0 0 0,-1 0 0 0 0,1 0-1 0 0,0 0 1 0 0,0 0 0 0 0,0 0 0 0 0,0 1 0 0 0,0-1 0 0 0,0 1 0 0 0,0-1 0 0 0,0 1 0 0 0,0 0 0 0 0,0 0 0 0 0,0 0-1 0 0,0 0 1 0 0,0 0 0 0 0,0 0 0 0 0,0 0 0 0 0,0 1 0 0 0,0-1 0 0 0,3 2 0 0 0,-1 0-57 0 0,0 1 0 0 0,0 0 0 0 0,0 0 0 0 0,-1 0 0 0 0,0 0 0 0 0,1 0 1 0 0,3 6-1 0 0,18 17-724 0 0,1-15-624 0 0,-10-7 682 0 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5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0,'15'10'11265'0'0,"13"22"-7732"0"0,-21-24-1967 0 0,28 36-438 0 0,-2 2 0 0 0,29 50 1 0 0,13 37-3072 0 0,-59-104 785 0 0,-2-3-6864 0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5.5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97 9674 0 0,'-1'0'247'0'0,"0"-1"1"0"0,0 1-1 0 0,0-1 0 0 0,0 0 0 0 0,1 1 0 0 0,-1-1 1 0 0,0 0-1 0 0,0 1 0 0 0,0-1 0 0 0,1 0 1 0 0,-1 0-1 0 0,0 0 0 0 0,1 0 0 0 0,-1 0 0 0 0,1 0 1 0 0,-1 1-1 0 0,1-1 0 0 0,-1-1 0 0 0,1 1 1 0 0,-1 0-1 0 0,1 0 0 0 0,0 0 0 0 0,0 0 1 0 0,0 0-1 0 0,0 0 0 0 0,0 0 0 0 0,0 0 0 0 0,0-2 1 0 0,1 1-63 0 0,0 1 0 0 0,0-1 0 0 0,0 0 0 0 0,0 1 0 0 0,0-1 0 0 0,0 0 0 0 0,1 1 0 0 0,-1-1 0 0 0,0 1 0 0 0,1 0 0 0 0,0-1 0 0 0,-1 1 0 0 0,1 0 0 0 0,1-1 0 0 0,8-3-146 0 0,-1-1 1 0 0,1 2-1 0 0,0 0 0 0 0,12-3 0 0 0,1 0-796 0 0,0 2 0 0 0,1 1-1 0 0,31-1 1 0 0,-27 5 727 0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48:25.6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15667 0 0,'2'4'1393'0'0,"0"0"-1113"0"0,-1 1-280 0 0,-2 1 2320 0 0,1-1-1048 0 0,0 2 9 0 0,0 3-961 0 0,0-4-184 0 0,0 0-40 0 0,0-10 0 0 0,-2-9-96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47.35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0 411 24575,'0'17'0,"1"5"0,1 0 0,1 0 0,0 0 0,2 0 0,0-1 0,2 1 0,0-2 0,2 1 0,0-1 0,15 24 0,-18-35 0,0 0 0,1 0 0,0 0 0,1-1 0,0 0 0,0-1 0,1 0 0,0 0 0,17 10 0,-18-14 0,-1 1 0,2-1 0,-1 0 0,0-1 0,1 0 0,-1 0 0,1-1 0,-1 0 0,1-1 0,0 1 0,-1-2 0,1 1 0,16-4 0,-15 1 0,1 0 0,-1 0 0,0-1 0,0-1 0,0 0 0,0 0 0,-1-1 0,0 0 0,0 0 0,-1-1 0,0 0 0,0-1 0,0 0 0,-1 0 0,0-1 0,9-14 0,5-14 0,-2 0 0,-1-1 0,13-42 0,-5 16 0,128-254-1365,-98 216-5461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49.43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1191 203 24575,'-9'-6'0,"1"0"0,-1 0 0,0 1 0,0 0 0,0 1 0,-1 0 0,1 0 0,-1 1 0,0 0 0,0 1 0,-17-2 0,-6 1 0,1 2 0,-45 3 0,24 3 0,0 2 0,0 2 0,1 2 0,0 3 0,1 2 0,0 2 0,2 3 0,-56 31 0,74-35 0,1 2 0,0 0 0,2 3 0,1 0 0,0 1 0,2 2 0,1 1 0,1 0 0,1 2 0,1 1 0,2 0 0,1 2 0,-19 43 0,29-57 0,2 1 0,0 0 0,1 0 0,0 0 0,2 1 0,0 0 0,1-1 0,1 1 0,1 0 0,1 0 0,0 0 0,2 0 0,0-1 0,1 1 0,0-1 0,2 0 0,0 0 0,1-1 0,1 0 0,0 0 0,2 0 0,0-1 0,0-1 0,16 17 0,2 0 0,2-2 0,1-1 0,2-2 0,0-1 0,2-1 0,1-2 0,1-1 0,0-3 0,2 0 0,0-3 0,1-1 0,0-2 0,1-2 0,1-1 0,57 5 0,-61-14 0,-1-2 0,0-1 0,0-2 0,0-1 0,-1-2 0,1-2 0,-1-1 0,-1-1 0,0-3 0,-1 0 0,48-30 0,-9-1 0,-2-4 0,-3-2 0,117-115 0,-159 141 0,0-1 0,-2-2 0,-1 0 0,-2-2 0,20-33 0,-33 49 0,-2 0 0,0-1 0,0 1 0,-1-1 0,-1 0 0,-1 0 0,0-1 0,-1 1 0,0-1 0,-1 1 0,-1-1 0,-1 0 0,0 1 0,-5-22 0,0 14 0,-1 1 0,-1 0 0,-1 1 0,-1 0 0,-1 0 0,0 1 0,-2 1 0,0 0 0,-2 1 0,0 0 0,-28-26 0,-11-3 0,-2 1 0,-87-54 0,93 67 0,-1 3 0,-2 1 0,-57-21 0,101 47-1365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1.27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1 259 24575,'60'36'0,"3"-2"0,95 36 0,-139-62 0,0 0 0,0-2 0,0 0 0,32 5 0,-46-10 0,0-1 0,0 0 0,0 0 0,0 0 0,0 0 0,0-1 0,0 0 0,0 0 0,0 0 0,0 0 0,0-1 0,0 0 0,-1 0 0,1 0 0,-1-1 0,0 0 0,1 1 0,-1-1 0,0-1 0,-1 1 0,1-1 0,-1 1 0,6-9 0,5-12 0,-1 0 0,-1-1 0,-1 0 0,14-53 0,3-5 0,2 14-1365,-2 9-5461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2.7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1097 173 24575,'0'-2'0,"-1"0"0,0-1 0,0 1 0,0 0 0,0 0 0,0 0 0,-1 0 0,1-1 0,-4-2 0,0-2 0,-2-4 0,-1 0 0,0 1 0,-1 0 0,0 0 0,-1 1 0,0 0 0,0 1 0,0 0 0,-1 1 0,-1 0 0,1 1 0,-1 0 0,0 1 0,0 0 0,-14-3 0,10 4 0,0 1 0,1 1 0,-1 1 0,0 0 0,0 1 0,0 1 0,0 1 0,0 0 0,0 0 0,1 2 0,-1 0 0,-18 8 0,1 2 0,1 2 0,0 1 0,1 1 0,2 2 0,-54 45 0,30-15 0,-91 107 0,115-119 0,0 1 0,3 1 0,1 1 0,3 1 0,1 1 0,1 1 0,-18 66 0,30-79 0,1-1 0,2 1 0,0 0 0,2 0 0,2 0 0,1 1 0,1-1 0,1 0 0,2 0 0,2 0 0,0 0 0,16 42 0,-13-54 0,0 1 0,1-1 0,1-1 0,1 0 0,1-1 0,0 0 0,1-1 0,1 0 0,1-1 0,0-1 0,1 0 0,0-2 0,1 1 0,0-2 0,36 16 0,-18-11 0,2-2 0,0-1 0,0-2 0,1-2 0,0-1 0,1-3 0,66 3 0,-66-10 0,0-1 0,0-1 0,0-3 0,0-1 0,-1-2 0,-1-2 0,0-1 0,0-2 0,-2-1 0,39-24 0,36-29 0,177-145 0,-279 207 0,40-33 0,-2-1 0,-2-3 0,77-96 0,-99 109 0,-1-2 0,-2-1 0,-1 0 0,-2-1 0,-2-1 0,0-1 0,13-57 0,-25 82 0,-1-1 0,0 0 0,-1 1 0,0-1 0,-1 0 0,-1 1 0,0-1 0,-1 0 0,0 1 0,-6-20 0,3 17 0,-1 1 0,-1 0 0,0 0 0,-1 0 0,-1 1 0,0 0 0,-1 1 0,-12-14 0,-2 2 0,-1 1 0,-1 1 0,-1 1 0,-1 2 0,-1 1 0,0 1 0,-1 1 0,-1 2 0,-49-17 0,58 24 0,0 1 0,0 1 0,0 1 0,-1 1 0,0 0 0,0 2 0,0 1 0,1 1 0,-1 0 0,0 2 0,0 1 0,1 1 0,0 0 0,-42 18 0,45-11-1365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4.72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48 384 24575,'-4'3'0,"0"1"0,0-1 0,0 1 0,0-1 0,0 0 0,-1-1 0,0 1 0,-4 1 0,4-5 0,8-6 0,7-6 0,-4 8 0,0 1 0,0 0 0,1 1 0,-1 0 0,1 0 0,0 0 0,0 1 0,0 0 0,0 0 0,0 1 0,1-1 0,-1 2 0,0-1 0,1 1 0,9 1 0,8 1 0,-1 1 0,1 2 0,30 9 0,-10 1 0,68 33 0,-73-29 0,1-2 0,50 14 0,-81-28 0,0-1 0,0-1 0,0 0 0,0 0 0,0-1 0,0 0 0,1-1 0,-1 0 0,0 0 0,0-1 0,14-5 0,-10 1 0,-1 0 0,0 0 0,-1-1 0,1 0 0,-1-1 0,-1-1 0,14-12 0,8-13 0,-2-1 0,-2-1 0,46-75 0,-64 95 0,14-22-113,0 0-304,-1-1-1,23-51 1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7.09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1 456 24575,'28'2'0,"326"42"0,-345-42 0,0-1 0,-1 0 0,1 0 0,0-1 0,0 0 0,0-1 0,12-2 0,-17 2 0,0 0 0,1-1 0,-1 0 0,0 0 0,-1 0 0,1 0 0,0-1 0,-1 0 0,1 1 0,-1-1 0,0 0 0,0-1 0,0 1 0,0 0 0,-1-1 0,1 0 0,1-4 0,16-29 0,24-67 0,-12 24 0,19-35-1365,3 1-5461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6.135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1053 343 24575,'-4'1'0,"0"1"0,0-1 0,0 0 0,0 0 0,0-1 0,0 1 0,-8-1 0,-14 3 0,-47 12 0,0 4 0,2 2 0,0 4 0,-105 53 0,130-54 0,1 2 0,0 3 0,3 1 0,0 2 0,2 1 0,2 3 0,-49 57 0,70-72 0,2 0 0,0 1 0,1 1 0,2 0 0,0 1 0,2 0 0,0 0 0,2 1 0,-10 47 0,15-49 0,1 1 0,1 0 0,0-1 0,2 1 0,1-1 0,1 1 0,1-1 0,1 0 0,1 0 0,0-1 0,13 27 0,1-7 0,1 0 0,2-2 0,2-1 0,2-1 0,1-1 0,2-1 0,47 43 0,-47-51 0,2-1 0,1-2 0,1-1 0,1-2 0,1-1 0,1-2 0,0-1 0,60 18 0,-72-29 0,0 0 0,0-2 0,1-1 0,0-1 0,0-2 0,-1 0 0,1-1 0,0-2 0,0-1 0,-1-1 0,1-1 0,-1-1 0,0-1 0,-1-1 0,1-2 0,-2 0 0,0-1 0,0-2 0,-1 0 0,35-28 0,-14 4 0,-1-2 0,-2-3 0,-2 0 0,-1-3 0,-3-1 0,50-89 0,-39 50 0,-4-2 0,-3-2 0,31-115 0,-48 130 0,-4 0 0,15-148 0,-29 186 0,-2-1 0,-2 1 0,-1-1 0,-2 1 0,-1 0 0,-2 0 0,-2 1 0,-15-44 0,15 59 0,-1 1 0,-1-1 0,-1 2 0,0-1 0,-1 2 0,-1 0 0,-1 0 0,0 2 0,-1 0 0,-1 0 0,0 2 0,-1 0 0,0 1 0,-1 0 0,-32-13 0,47 24-151,1-1-1,0 1 0,-1-1 0,0 1 1,1 0-1,-1 1 0,0-1 1,-6 0-1,3 3-6674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5:58.38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825 65 24575,'-22'1'0,"0"1"0,0 1 0,0 2 0,0 0 0,1 1 0,0 1 0,0 1 0,1 0 0,0 2 0,-30 19 0,-14 14 0,-96 85 0,158-126 0,-54 47 0,-78 86 0,116-114 0,0 1 0,2 1 0,1 0 0,0 1 0,2 1 0,0 0 0,-11 37 0,20-50 0,1 1 0,1 0 0,0-1 0,1 1 0,0 0 0,1 0 0,0 0 0,1 0 0,1 0 0,2 12 0,1-7 0,0-1 0,2 0 0,-1 0 0,2-1 0,0 0 0,16 23 0,-2-10 0,1-1 0,1-1 0,1 0 0,2-3 0,0 0 0,49 32 0,-42-35 0,0-2 0,2-1 0,0-1 0,1-3 0,1-1 0,0-1 0,1-2 0,-1-2 0,71 5 0,-43-10 0,0-3 0,0-2 0,-1-4 0,1-2 0,71-19 0,-97 17 0,-1-1 0,0-2 0,0-2 0,-2-1 0,0-2 0,0-2 0,61-45 0,-81 52 0,-1 0 0,-1-1 0,-1-1 0,0 0 0,-1-2 0,0 1 0,-1-1 0,-1-1 0,-1 0 0,-1 0 0,0-1 0,-1-1 0,-1 1 0,-1-1 0,-1 0 0,-1-1 0,3-28 0,-5 21 0,-2 1 0,-1-1 0,-1 0 0,-1 0 0,-1 1 0,-2 0 0,-1 0 0,-1 0 0,-17-38 0,11 35 0,-3 0 0,0 1 0,-1 1 0,-2 1 0,-1 0 0,-1 2 0,-32-29 0,19 24 0,-1 1 0,-1 2 0,-1 2 0,-2 1 0,0 2 0,-2 2 0,0 2 0,-1 1 0,0 3 0,-2 1 0,-81-12 0,74 20 0,0 2 0,0 3 0,0 2 0,0 2 0,0 2 0,1 3 0,0 2 0,1 2 0,-76 30 0,120-40-100,0-1-80,1 0-1,-1 1 0,0-1 0,1 1 1,0 1-1,-8 5 0,8-2-6645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6:57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1475 279 24575,'-37'-19'0,"4"1"0,-47-16 0,1 8 0,0 3 0,-2 3 0,0 5 0,-160-11 0,209 25 0,1 2 0,-1 1 0,1 2 0,-1 0 0,1 3 0,0 0 0,1 2 0,0 1 0,0 2 0,1 1 0,1 1 0,0 1 0,1 2 0,0 0 0,2 2 0,0 1 0,1 1 0,1 1 0,2 1 0,0 1 0,1 1 0,1 0 0,2 2 0,0 0 0,2 1 0,1 0 0,-13 38 0,16-29 0,0 1 0,3 0 0,1 1 0,2-1 0,2 2 0,2 60 0,2-65 0,3 0 0,1-1 0,1 1 0,2-1 0,1-1 0,2 0 0,24 52 0,-27-70 0,0-1 0,2 1 0,-1-1 0,2-1 0,0 0 0,0-1 0,1 0 0,1 0 0,0-1 0,22 14 0,-16-14 0,-1-1 0,2-1 0,-1-1 0,1-1 0,0-1 0,1 0 0,35 4 0,-16-6 0,0-3 0,0-1 0,0-1 0,1-3 0,-2-1 0,1-2 0,-1-2 0,58-21 0,-43 11 0,-1-3 0,-2-3 0,0-1 0,47-34 0,-65 36 0,-1 0 0,-1-3 0,-1 0 0,-1-2 0,-2-1 0,35-49 0,-15 6 0,-2-2 0,-4-1 0,-4-3 0,37-110 0,-66 165 0,-1 0 0,-1-1 0,-1 1 0,-1-1 0,-1-1 0,-2 1 0,-1-31 0,-1 44 0,-1 0 0,0 0 0,-1 0 0,0 0 0,0 1 0,-2-1 0,1 1 0,-1 0 0,-1 1 0,0-1 0,0 1 0,-1 0 0,-1 0 0,0 1 0,0 0 0,0 1 0,-12-9 0,4 5 11,0 1 0,-1 1 0,-1 0 0,1 1 0,-2 1 0,1 1-1,-1 1 1,0 0 0,0 1 0,-26-2 0,13 3-259,0 3 1,0 0-1,0 2 1,0 1-1,-49 10 1,-7 8-6579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6:59.79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156 877 24575,'-14'1'0,"-1"-1"0,1 2 0,-1 0 0,1 1 0,-1 0 0,1 1 0,0 1 0,-20 9 0,34-14 0,-1 1 0,1-1 0,0 0 0,-1 0 0,1 0 0,-1 1 0,1-1 0,0 0 0,-1 1 0,1-1 0,0 0 0,0 0 0,-1 1 0,1-1 0,0 1 0,0-1 0,-1 0 0,1 1 0,0-1 0,0 1 0,0-1 0,0 0 0,0 1 0,0-1 0,0 1 0,-1-1 0,1 1 0,0-1 0,0 0 0,1 1 0,-1-1 0,0 1 0,11 12 0,29 9 0,-31-18 0,86 53 0,96 75 0,-39-25 0,-147-102 0,1-2 0,0 1 0,0-1 0,0 0 0,0 0 0,10 2 0,-13-4 0,-1-1 0,0 0 0,1 0 0,-1 0 0,0 0 0,1 0 0,-1 0 0,0 0 0,1-1 0,-1 0 0,0 1 0,1-1 0,-1 0 0,0 0 0,0 0 0,0 0 0,0 0 0,0-1 0,0 1 0,0-1 0,-1 1 0,4-4 0,134-150 0,295-295 0,-138 139 0,-104 128 0,-149 147 0,3 1 0,82-47 0,-120 78-100,-7 3 3,1 0 0,0 0-1,-1 0 1,1 0 0,-1 0-1,1 0 1,0 1 0,0-1-1,-1 1 1,1-1 0,0 1-1,3 0 1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5.92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2 24575,'0'0'0,"0"0"0,0 0 0,20-2 0,-18 2 0,1 0 0,0 1 0,0-1 0,-1 1 0,1-1 0,0 1 0,0 0 0,-1 0 0,1 0 0,-1 0 0,1 1 0,-1-1 0,1 1 0,-1-1 0,0 1 0,0 0 0,0 0 0,0 0 0,0 0 0,0 0 0,-1 1 0,1-1 0,-1 0 0,1 1 0,-1-1 0,0 1 0,0-1 0,1 5 0,4 9 0,-1 0 0,-1 0 0,3 24 0,-7-40 0,12 100 0,-3 118 0,-6-110 0,-1 292 0,9 149 0,9-383 0,62 248 0,-5-43 0,-70-331 0,-2-1 0,1 69 0,-8-99-1365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6.82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59 24575,'3'1'0,"0"0"0,0-1 0,0 1 0,0-1 0,0 0 0,0 1 0,0-1 0,0-1 0,4 1 0,10-1 0,1140 109 0,-1020-92 0,384 49-125,315 35-460,-1-36 580,-675-58-1,242-24 1,-324 9 27,1-4-1,-1-4 1,-1-3 0,-1-3-1,74-34 1,-47 6 177,-2-4-1,98-71 1,-192 121-199,1 1 0,0 0 0,0 0 0,0 1 0,13-3 0,-17 5 0,0 0 0,1 0 0,-1 0 0,0 1 0,0-1 0,1 1 0,-1 0 0,0 1 0,1-1 0,-1 1 0,0 0 0,8 2 0,-10-2 0,-1 0 0,0 0 0,0 0 0,0 0 0,0 0 0,0 0 0,0 1 0,0-1 0,0 0 0,0 1 0,0-1 0,-1 1 0,1-1 0,0 1 0,-1-1 0,0 1 0,1-1 0,-1 1 0,0 0 0,0-1 0,0 1 0,0-1 0,0 1 0,0-1 0,0 1 0,0 0 0,-1-1 0,1 1 0,-1 1 0,-17 48 0,17-48 0,-11 25 0,3-10 0,1 1 0,-5 20 0,14-36-1365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8.16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5236 0 24575,'0'0'0,"0"2"0,-16 71 0,-11 122 0,11 81 0,13-198 0,-11 1688 0,13-1739 0,0-20 0,1 0 0,-1-1 0,2 1 0,-1 0 0,1 0 0,0 0 0,0-1 0,0 1 0,1 0 0,3 7 0,-3-13 0,0 1 0,-1 0 0,1 0 0,0-1 0,0 1 0,1-1 0,-1 0 0,0 1 0,3 0 0,14 9 0,-17-9 0,-1-1 0,1 1 0,0 0 0,-1 0 0,1 0 0,-1 0 0,1 0 0,-1 0 0,0 0 0,0 1 0,0-1 0,0 0 0,0 1 0,-1-1 0,1 3 0,-1-4 0,0 0 0,0 0 0,-1 0 0,1 0 0,-1 0 0,1 0 0,-1 0 0,1 0 0,-1 0 0,1 0 0,-1 0 0,0 0 0,1-1 0,-1 1 0,0 0 0,0 0 0,0-1 0,1 1 0,-1-1 0,0 1 0,0-1 0,0 1 0,0-1 0,0 1 0,0-1 0,0 0 0,0 1 0,0-1 0,-1 0 0,1 0 0,0 0 0,0 0 0,0 0 0,0 0 0,0 0 0,-2-1 0,-26 1 0,0-3 0,0 0 0,1-1 0,-36-11 0,4 1 0,-128-18 0,-291-14 0,-192 37 0,633 9 0,-2020 126-884,1871-101 885,-205 22-29,0-30 19,329-20 196,0-2-1,-89-19 0,112 14-114,0-1 1,0-2-1,1-2 0,-60-32 0,80 33 37,19 13-145,0 1 1,0-1 0,0 1 0,0-1 0,0 1 0,0-1 0,0 1 0,0-1 0,0 1 0,0-1 0,0 1 0,0-1-1,0 1 1,1 0 0,-1-1 0,0 1 0,0-1 0,0 1 0,1-1 0,-1 1 0,0 0 0,1-1 0,-1 1-1,0 0 1,1-1 0,-1 1 0,0 0 0,1 0 0,-1-1 0,0 1 0,1 0 0,-1 0 0,1-1 0,-1 1 0,1 0-1,-1 0 1,1 0 0,-1 0 0,1 0 0,-1 0 0,1 0 0,19-7-6791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08.83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99 1 24575,'-4'17'0,"-60"606"0,51-430 0,-4 141 0,17-236 0,17 137 0,-10-201-1365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0.19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24575,'18'13'0,"-7"-4"0,16 8 0,1-1 0,0-2 0,1 0 0,1-2 0,0-2 0,55 13 0,-2-7 0,114 6 0,471-14 0,3-51 0,-270 13 0,557-11 0,-1 69 0,-575-4 0,-376-24 0,0 1 0,0-1 0,0 2 0,0-1 0,0 0 0,-1 1 0,1 0 0,0 1 0,-1-1 0,0 1 0,1 0 0,4 4 0,-5-4 0,0-1 0,0 0 0,0 0 0,0 0 0,0-1 0,1 0 0,-1 0 0,0 0 0,1 0 0,-1-1 0,1 0 0,-1 0 0,0-1 0,1 1 0,-1-1 0,1 0 0,-1-1 0,0 1 0,0-1 0,10-5 0,-15 7 0,-1 0 0,1 0 0,0 0 0,0 0 0,0 0 0,0 0 0,-1 0 0,1 0 0,0 0 0,0 0 0,0 0 0,0 0 0,0 0 0,-1 0 0,1 0 0,0-1 0,0 1 0,0 0 0,0 0 0,0 0 0,0 0 0,0 0 0,0 0 0,-1-1 0,1 1 0,0 0 0,0 0 0,0 0 0,0 0 0,0-1 0,0 1 0,0 0 0,0 0 0,0 0 0,0 0 0,0-1 0,0 1 0,0 0 0,0 0 0,0 0 0,0 0 0,0 0 0,0-1 0,0 1 0,0 0 0,0 0 0,1 0 0,-1 0 0,0-1 0,0 1 0,0 0 0,0 0 0,0 0 0,0 0 0,0 0 0,0 0 0,1 0 0,-1-1 0,0 1 0,0 0 0,0 0 0,0 0 0,1 0 0,-2 0 0,0 0 0,1 0 0,-1 0 0,0 0 0,1 0 0,-1 1 0,0-1 0,1 0 0,-1 0 0,1 0 0,-1 1 0,0-1 0,1 0 0,-1 1 0,1-1 0,-1 1 0,1-1 0,-1 0 0,1 1 0,-1-1 0,1 1 0,0-1 0,-1 1 0,1 0 0,0-1 0,-1 1 0,-1 7 0,1 0 0,0 0 0,0-1 0,1 1 0,-1 0 0,2 0 0,-1 0 0,1 0 0,3 11 0,0 8 0,31 420 0,-10-93 0,24-4 0,-36-305 0,-9-35 0,-9-30 0,3 14 0,-1-1 0,1 1 0,-1-1 0,-1 1 0,1 0 0,-1 0 0,0 0 0,-1 1 0,1-1 0,-1 1 0,0 0 0,0 0 0,-1 1 0,1 0 0,-1 0 0,0 0 0,0 0 0,-1 1 0,1 0 0,-12-3 0,-10-2 0,0 1 0,0 1 0,-52-2 0,71 7 0,-650-25 0,465 23 0,-731 7 0,-1 26 0,291-7 0,475-18 0,-205-20 0,310 8 0,0-1 0,0-4 0,1-1 0,0-3 0,2-2 0,0-2 0,-66-37 0,92 42 0,-80-41 0,95 52 0,-1-1 0,1 2 0,-1-1 0,0 2 0,0 0 0,0 0 0,-20 0 0,18 4-1365,3 1-5461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1.00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261 41 24575,'0'0'0,"0"0"0,-2-2 0,-1-2 0,-1 0 0,0-1 0,0 1 0,0 0 0,0 1 0,-1-1 0,-7-4 0,10 8 0,1-1 0,-1 1 0,1-1 0,-1 1 0,1 0 0,-1-1 0,1 1 0,0 0 0,-1 0 0,1 0 0,-1 0 0,1 0 0,-1 1 0,1-1 0,-1 0 0,1 1 0,-1-1 0,1 1 0,0-1 0,-1 1 0,1 0 0,0 0 0,-1-1 0,1 1 0,0 0 0,0 0 0,0 0 0,0 0 0,0 0 0,0 1 0,0-1 0,0 0 0,0 0 0,1 1 0,-1-1 0,0 2 0,-11 22 0,1 0 0,1 0 0,2 1 0,-11 51 0,10-38 0,-74 372 0,73-339 0,4 0 0,3 0 0,11 130 0,-7-186-195,1 1 0,1-1 0,1-1 0,0 1 0,1 0 0,11 25 0,-4-22-6631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2.13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520 257 24575,'16'1'0,"571"-2"0,-400-2 0,499-25 0,-540 13 0,0-6 0,237-67 0,-268 50 0,85-23 0,-199 61 0,1-1 0,0 1 0,-1-1 0,1 1 0,0 0 0,0-1 0,0 1 0,-1 0 0,1 0 0,0 0 0,0 1 0,0-1 0,-1 0 0,1 1 0,0-1 0,-1 1 0,1-1 0,0 1 0,-1 0 0,1 0 0,2 1 0,-2 1 0,-1-1 0,0 1 0,0-1 0,0 1 0,0-1 0,0 1 0,-1-1 0,1 1 0,-1 0 0,1-1 0,-1 1 0,0 0 0,-1 4 0,2 22 0,2-1 0,0 0 0,2 0 0,12 40 0,46 107 0,-40-120 0,-4 0 0,24 100 0,-41-141 0,0 0 0,-1 0 0,0 0 0,-1 1 0,0-1 0,-2 0 0,-2 15 0,2-20 0,-1 0 0,0-1 0,0 0 0,-1 1 0,0-2 0,-1 1 0,1 0 0,-1-1 0,-1 0 0,0 0 0,0 0 0,-9 7 0,-132 109 0,147-123 0,1 0 0,-1 0 0,1-1 0,-1 1 0,1 0 0,-1 0 0,1-1 0,-1 1 0,0 0 0,1-1 0,-1 1 0,0-1 0,1 1 0,-1 0 0,0-1 0,1 1 0,-1-1 0,0 1 0,0-1 0,1 1 0,-1-1 0,0 1 0,0-1 0,0 1 0,0-1 0,0 1 0,0-1 0,0 1 0,0-1 0,0 0 0,0 1 0,0-1 0,0 1 0,0-1 0,0 1 0,0-1 0,-1 0 0,0 0 0,0 0 0,-1 0 0,1 1 0,-1-1 0,1 0 0,-1 0 0,1 1 0,-1-1 0,1 1 0,-1-1 0,0 1 0,-1-1 0,-55-3 0,56 4 0,-656 33 0,121 0 0,-50-50 0,244 2 0,224 16 0,0 5 0,0 5 0,1 5 0,-139 38 0,250-52-227,-1 0-1,1 0 1,0 1-1,0 0 1,-11 6-1,4 2-6598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2.986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0 417 24575,'1'-14'0,"0"-147"0,5-80 0,4 393 0,67 627 0,-8-139 0,-63-408 0,-8-189 0,-2-1 0,-2 1 0,-16 56 0,21-96 0,0 0 0,0 0 0,0 0 0,1 0 0,-1 0 0,1 1 0,0-1 0,0 0 0,0 0 0,0 0 0,1 5 0,0-7 0,0 0 0,0 0 0,-1 0 0,1 0 0,0 0 0,0-1 0,0 1 0,0 0 0,0 0 0,0-1 0,0 1 0,1-1 0,-1 1 0,0-1 0,0 1 0,0-1 0,1 0 0,-1 1 0,0-1 0,0 0 0,1 0 0,-1 0 0,0 0 0,0 0 0,1 0 0,-1-1 0,0 1 0,0 0 0,0-1 0,3 0 0,5-1-151,-1 0-1,1-1 0,0 0 0,-1-1 1,0 0-1,0 0 0,0-1 1,8-5-1,13-11-6674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47:14.152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28 166 24575,'17'-7'0,"0"0"0,1 2 0,0 0 0,30-4 0,-12 2 0,270-47 0,390-18 0,314 74 0,-976 0 0,186 16 0,-183-12 0,1 0 0,-1 3 0,60 21 0,-93-28 0,0-1 0,0 1 0,0 0 0,0 1 0,0-1 0,-1 1 0,1 0 0,3 4 0,-6-7 0,-1 0 0,1 1 0,-1-1 0,0 1 0,1-1 0,-1 1 0,0-1 0,0 1 0,0-1 0,1 1 0,-1-1 0,0 1 0,0-1 0,0 1 0,0 0 0,0-1 0,0 1 0,0-1 0,0 1 0,0-1 0,0 1 0,0 0 0,0-1 0,0 1 0,-1 0 0,0 0 0,0 0 0,0 0 0,0 1 0,0-1 0,0-1 0,0 1 0,0 0 0,-1 0 0,1 0 0,0-1 0,-1 1 0,1 0 0,0-1 0,-3 1 0,-14 4 0,0-1 0,0-1 0,-31 1 0,36-4 0,0 0 0,-1 2 0,1-1 0,0 2 0,0 0 0,0 0 0,1 1 0,-24 12 0,31-13 0,0 1 0,1 0 0,0 0 0,0 0 0,0 1 0,0-1 0,1 1 0,0 0 0,0 0 0,0 0 0,0 0 0,1 1 0,0-1 0,-3 10 0,0 8 0,0 1 0,-2 28 0,6-45 0,-7 92 0,9 191 0,36 102 0,-19-234 0,-12-95 0,80 853 0,-84-889 0,0-14 0,-1-1 0,0 1 0,-1 0 0,-1-1 0,-2 18 0,0-31 0,-1-7 0,-7-19 0,5 13 0,-2-2 0,-1 0 0,0 1 0,-1 0 0,-1 1 0,0 0 0,-1 1 0,-1 0 0,0 1 0,0 0 0,-25-16 0,12 12 0,0 1 0,-1 1 0,0 1 0,-1 1 0,-44-11 0,0 6 0,0 4 0,-1 2 0,0 4 0,-83 2 0,-298 31 0,399-22 0,-209 16 0,-386 41 0,617-57 0,6-2 0,0 2 0,0 1 0,1 1 0,0 1 0,-47 19 0,71-25 11,0 0 0,1 0 0,-1 0 0,1 0 0,-1 0 0,0 0-1,1 0 1,0 1 0,-1-1 0,-1 3 0,3-4-46,0 1 1,0-1-1,0 1 1,0-1-1,0 1 1,0-1-1,0 1 1,-1-1-1,2 1 1,-1-1-1,0 1 1,0-1-1,0 0 0,0 1 1,0-1-1,0 1 1,0-1-1,1 1 1,-1-1-1,0 0 1,0 1-1,0-1 1,1 1-1,-1-1 1,0 0-1,1 1 1,-1-1-1,0 0 0,1 1 1,-1-1-1,0 0 1,1 0-1,-1 1 1,1-1-1,-1 0 1,1 0-1,-1 0 1,0 0-1,1 1 1,-1-1-1,1 0 0,0 0 1,11 4-6792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3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0 10594 0 0,'-2'1'162'0'0,"-1"1"-1"0"0,1-1 0 0 0,0 1 1 0 0,0 0-1 0 0,0-1 0 0 0,0 1 1 0 0,0 0-1 0 0,0 0 0 0 0,0 0 0 0 0,0 0 1 0 0,1 1-1 0 0,-1-1 0 0 0,1 0 1 0 0,0 1-1 0 0,-2 2 0 0 0,-1 3 23 0 0,-8 10 97 0 0,1 1 0 0 0,1 0 0 0 0,1 1 0 0 0,1 0 0 0 0,0 1 0 0 0,-8 41 0 0 0,14-53-245 0 0,1-1-1 0 0,0 1 1 0 0,1 0 0 0 0,0 0-1 0 0,0 0 1 0 0,1-1 0 0 0,0 1 0 0 0,1 0-1 0 0,-1-1 1 0 0,2 1 0 0 0,-1-1-1 0 0,1 1 1 0 0,1-1 0 0 0,-1 0-1 0 0,2 0 1 0 0,-1-1 0 0 0,1 1-1 0 0,0-1 1 0 0,0 0 0 0 0,7 7-1 0 0,5 1 75 0 0,1 0-1 0 0,1-1 0 0 0,40 24 0 0 0,-32-22 182 0 0,35 28 0 0 0,-54-38-257 0 0,-1 1 1 0 0,0 0-1 0 0,0 0 0 0 0,-1 0 0 0 0,0 1 0 0 0,0 0 0 0 0,-1 0 0 0 0,8 16 0 0 0,-11-18-28 0 0,0 0 0 0 0,-1 0 0 0 0,0 0 0 0 0,0 0-1 0 0,0 0 1 0 0,0 0 0 0 0,-1 0 0 0 0,0 1 0 0 0,-1-1 0 0 0,1 0 0 0 0,-1 0-1 0 0,0 0 1 0 0,-1 0 0 0 0,0 0 0 0 0,0 0 0 0 0,0 0 0 0 0,0 0 0 0 0,-1-1 0 0 0,-6 10-1 0 0,-6 8 26 0 0,0 0 0 0 0,-2-1-1 0 0,-21 21 1 0 0,26-30-28 0 0,-32 40-1255 0 0,24-27-4626 0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3.8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0 664 9674 0 0,'44'-62'2783'0'0,"-25"36"-1964"0"0,-1 0 0 0 0,-1 0 0 0 0,-1-2 1 0 0,21-50-1 0 0,-28 50-368 0 0,-1 1 1 0 0,6-39 0 0 0,-12 55-386 0 0,0-1 1 0 0,-2 0 0 0 0,1 1-1 0 0,-1-1 1 0 0,-1 0 0 0 0,0 1 0 0 0,-1-1-1 0 0,-5-18 1 0 0,7 28-60 0 0,-1-1 0 0 0,0 1 0 0 0,0-1 0 0 0,0 1-1 0 0,0 0 1 0 0,0 0 0 0 0,0-1 0 0 0,-1 1 0 0 0,1 0 0 0 0,-1 0 0 0 0,1 0 0 0 0,-1 1 0 0 0,0-1 0 0 0,0 0-1 0 0,0 0 1 0 0,0 1 0 0 0,0 0 0 0 0,0-1 0 0 0,0 1 0 0 0,0 0 0 0 0,-1 0 0 0 0,1 0 0 0 0,0 0 0 0 0,-1 0-1 0 0,1 1 1 0 0,-1-1 0 0 0,1 1 0 0 0,-1 0 0 0 0,1-1 0 0 0,-1 1 0 0 0,1 0 0 0 0,-1 0 0 0 0,1 1-1 0 0,-1-1 1 0 0,1 1 0 0 0,-1-1 0 0 0,1 1 0 0 0,-1 0 0 0 0,1 0 0 0 0,0 0 0 0 0,-1 0 0 0 0,1 0 0 0 0,0 0-1 0 0,0 1 1 0 0,0-1 0 0 0,0 1 0 0 0,0-1 0 0 0,0 1 0 0 0,0 0 0 0 0,1 0 0 0 0,-1 0 0 0 0,1 0 0 0 0,-1 0-1 0 0,1 0 1 0 0,0 0 0 0 0,-1 0 0 0 0,0 4 0 0 0,-3 6-28 0 0,1-1 0 0 0,0 1 1 0 0,1 0-1 0 0,0 0 0 0 0,1 0 0 0 0,1 0 0 0 0,0 1 1 0 0,0-1-1 0 0,1 0 0 0 0,1 1 0 0 0,0-1 0 0 0,0 0 1 0 0,1 0-1 0 0,6 18 0 0 0,-6-24 8 0 0,1 1 0 0 0,-1 0 0 0 0,1-1 0 0 0,1 0 0 0 0,-1 0 0 0 0,1 0 0 0 0,0 0 0 0 0,1-1 0 0 0,-1 1 0 0 0,1-1 0 0 0,0 0-1 0 0,0 0 1 0 0,1-1 0 0 0,-1 0 0 0 0,1 0 0 0 0,0 0 0 0 0,0-1 0 0 0,1 1 0 0 0,-1-1 0 0 0,1-1 0 0 0,-1 1 0 0 0,1-1 0 0 0,0-1 0 0 0,0 1 0 0 0,0-1 0 0 0,10 1 0 0 0,-12-2-34 0 0,0 0 0 0 0,0-1 0 0 0,0 1 0 0 0,0-1 0 0 0,0 0 0 0 0,0-1 0 0 0,0 1 0 0 0,0-1-1 0 0,0 0 1 0 0,0 0 0 0 0,-1 0 0 0 0,1-1 0 0 0,-1 1 0 0 0,1-1 0 0 0,-1 0 0 0 0,0 0 0 0 0,0-1 0 0 0,-1 1 0 0 0,1-1 0 0 0,-1 0 0 0 0,1 0 0 0 0,-1 0 0 0 0,-1-1 0 0 0,1 1 0 0 0,3-7 0 0 0,5-12-342 0 0,-1 0 0 0 0,-1-1 0 0 0,10-46 0 0 0,-13 50 321 0 0,3-18-77 0 0,14-46 248 0 0,-21 78 11 0 0,1-1-1 0 0,0 1 1 0 0,0 0-1 0 0,0 0 1 0 0,1 0-1 0 0,0 0 1 0 0,0 0-1 0 0,1 1 1 0 0,7-8-1 0 0,-11 12-45 0 0,0 0 0 0 0,1 0 0 0 0,-1 0 0 0 0,0 0-1 0 0,1 0 1 0 0,-1 1 0 0 0,0-1 0 0 0,1 1 0 0 0,-1-1 0 0 0,1 1-1 0 0,-1-1 1 0 0,1 1 0 0 0,-1 0 0 0 0,1-1 0 0 0,-1 1 0 0 0,1 0-1 0 0,-1 0 1 0 0,1 0 0 0 0,-1 0 0 0 0,1 1 0 0 0,1-1 0 0 0,0 1 27 0 0,0 1 0 0 0,0-1 0 0 0,0 0 0 0 0,0 1 0 0 0,-1 0 0 0 0,1-1 0 0 0,-1 1 0 0 0,1 0 0 0 0,3 5 1 0 0,4 4 174 0 0,-1 0 0 0 0,-1 1 1 0 0,11 20-1 0 0,-17-29-201 0 0,85 160 667 0 0,-86-162-736 0 0,-1 1 0 0 0,1-1 0 0 0,-1 0 0 0 0,0-1 0 0 0,1 1-1 0 0,0 0 1 0 0,-1 0 0 0 0,1 0 0 0 0,0 0 0 0 0,-1 0-1 0 0,1 0 1 0 0,0-1 0 0 0,0 1 0 0 0,-1 0 0 0 0,1-1-1 0 0,0 1 1 0 0,0-1 0 0 0,0 1 0 0 0,0-1 0 0 0,0 1 0 0 0,0-1-1 0 0,0 1 1 0 0,2-1 0 0 0,-2 0-2 0 0,0 0 0 0 0,0-1 0 0 0,0 1 1 0 0,0-1-1 0 0,0 1 0 0 0,0-1 0 0 0,-1 1 0 0 0,1-1 0 0 0,0 0 1 0 0,0 1-1 0 0,0-1 0 0 0,-1 0 0 0 0,1 0 0 0 0,0 0 0 0 0,-1 0 1 0 0,1 1-1 0 0,-1-1 0 0 0,1 0 0 0 0,0-2 0 0 0,4-8-20 0 0,-1-1 0 0 0,0 0 0 0 0,3-14 0 0 0,-5 17 13 0 0,9-38-35 0 0,-5 19 38 0 0,17-47 0 0 0,-21 69 7 0 0,1-1-1 0 0,0 1 0 0 0,0 0 0 0 0,0 0 0 0 0,1 1 0 0 0,0-1 0 0 0,0 1 1 0 0,1-1-1 0 0,-1 1 0 0 0,1 0 0 0 0,0 1 0 0 0,10-7 0 0 0,-14 10 3 0 0,1-1 0 0 0,0 1 0 0 0,0 0 0 0 0,0 1 0 0 0,0-1 0 0 0,0 0 0 0 0,0 0 0 0 0,0 1 0 0 0,0-1 0 0 0,0 1 0 0 0,0 0-1 0 0,0-1 1 0 0,0 1 0 0 0,0 0 0 0 0,0 0 0 0 0,0 1 0 0 0,0-1 0 0 0,0 0 0 0 0,0 1 0 0 0,1-1 0 0 0,-1 1 0 0 0,-1-1 0 0 0,1 1-1 0 0,0 0 1 0 0,0 0 0 0 0,0 0 0 0 0,0 0 0 0 0,0 0 0 0 0,-1 1 0 0 0,1-1 0 0 0,-1 0 0 0 0,1 1 0 0 0,-1-1 0 0 0,1 1 0 0 0,-1 0-1 0 0,0-1 1 0 0,2 3 0 0 0,4 9 3 0 0,0-1 0 0 0,0 2-1 0 0,-1-1 1 0 0,6 22 0 0 0,2 2-252 0 0,-4-18-1271 0 0,2-1-5309 0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4.1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24 4609 0 0,'-11'-24'6709'0'0,"10"24"-6564"0"0,-13 13 5468 0 0,4 2-5815 0 0,-8 15 1384 0 0,-25 53 0 0 0,37-70-936 0 0,1 1-1 0 0,1-1 1 0 0,0 1-1 0 0,0 0 1 0 0,2 0-1 0 0,-3 28 0 0 0,5-40-259 0 0,0 0 0 0 0,0 0 0 0 0,1 0 0 0 0,-1 0 0 0 0,0 0 0 0 0,1-1 0 0 0,-1 1 0 0 0,1 0-1 0 0,0 0 1 0 0,0 0 0 0 0,0-1 0 0 0,-1 1 0 0 0,1 0 0 0 0,1-1 0 0 0,-1 1 0 0 0,0-1-1 0 0,0 1 1 0 0,1-1 0 0 0,-1 0 0 0 0,0 1 0 0 0,1-1 0 0 0,0 0 0 0 0,-1 0 0 0 0,1 0 0 0 0,0 0-1 0 0,-1 0 1 0 0,1-1 0 0 0,0 1 0 0 0,0 0 0 0 0,0-1 0 0 0,-1 1 0 0 0,1-1 0 0 0,0 0-1 0 0,0 0 1 0 0,0 0 0 0 0,0 0 0 0 0,0 0 0 0 0,2 0 0 0 0,10-1-162 0 0,0 0-1 0 0,0-1 1 0 0,0 0 0 0 0,15-5 0 0 0,-19 5 78 0 0,35-11-748 0 0,-33 9 673 0 0,1 0 0 0 0,0 0 0 0 0,0 2 0 0 0,0-1-1 0 0,1 2 1 0 0,-1-1 0 0 0,26 2 0 0 0,-37 1 169 0 0,0-1 0 0 0,0 1-1 0 0,0-1 1 0 0,-1 1 0 0 0,1 0 0 0 0,0 0 0 0 0,-1 0 0 0 0,1 0 0 0 0,-1 0 0 0 0,1 0 0 0 0,-1 0 0 0 0,1 0 0 0 0,-1 0 0 0 0,0 1-1 0 0,1-1 1 0 0,-1 1 0 0 0,0-1 0 0 0,0 1 0 0 0,0-1 0 0 0,0 1 0 0 0,0 0 0 0 0,-1-1 0 0 0,1 1 0 0 0,0 0 0 0 0,-1 0 0 0 0,0-1-1 0 0,1 1 1 0 0,-1 0 0 0 0,0 0 0 0 0,0 0 0 0 0,0 0 0 0 0,0-1 0 0 0,0 1 0 0 0,0 0 0 0 0,0 0 0 0 0,-1 0 0 0 0,0 2 0 0 0,-1 9 79 0 0,-1 0 0 0 0,-1 0 0 0 0,-10 24 1 0 0,10-28-16 0 0,-31 74-272 0 0,23-57-374 0 0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4.3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14283 0 0,'1'1'129'0'0,"0"0"-1"0"0,1 1 0 0 0,-1-1 1 0 0,0 0-1 0 0,1 0 1 0 0,-1 1-1 0 0,0-1 1 0 0,0 0-1 0 0,0 1 1 0 0,0-1-1 0 0,0 1 1 0 0,-1 0-1 0 0,1-1 1 0 0,0 1-1 0 0,-1 0 1 0 0,1-1-1 0 0,-1 1 0 0 0,1 0 1 0 0,-1 2-1 0 0,5 40 752 0 0,-4-38-627 0 0,0 4-80 0 0,4 86 1351 0 0,-10-34-6116 0 0,3-54 2502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4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92 10594 0 0,'-5'-35'599'0'0,"-1"-21"3253"0"0,9 83-3645 0 0,1 0 1 0 0,11 36-1 0 0,-10-39-207 0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4.7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50 14283 0 0,'-7'-16'1070'0'0,"6"12"-841"0"0,-1-1-1 0 0,0 1 1 0 0,0 0-1 0 0,-1-1 1 0 0,1 1-1 0 0,-4-4 1 0 0,8 39 3689 0 0,117 452-2811 0 0,-99-407-2237 0 0,-9-31-6347 0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5.2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59 9218 0 0,'3'-6'6505'0'0,"-3"6"-6393"0"0,83-47-368 0 0,-68 41-5337 0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5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14283 0 0,'2'30'3166'0'0,"6"39"0"0"0,-2-37-3982 0 0,14 47 0 0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5.6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22 10594 0 0,'-8'-8'472'0'0,"2"3"96"0"0,2 1-455 0 0,2 1-113 0 0,0 2 312 0 0,1 1 40 0 0,-1 0 0 0 0,1 4 8 0 0,1 3-224 0 0,0 3-40 0 0,0 6-16 0 0,3 1 0 0 0,1 5-1040 0 0,3 0-201 0 0,1 3-47 0 0,4-1-8 0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5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0 227 6913 0 0,'4'0'145'0'0,"-1"-1"0"0"0,1 1-1 0 0,0 0 1 0 0,-1 0 0 0 0,1 0-1 0 0,-1 0 1 0 0,1 1 0 0 0,0-1-1 0 0,-1 1 1 0 0,1 0-1 0 0,-1 0 1 0 0,5 2 0 0 0,39 19 1947 0 0,2 12 521 0 0,2 2-599 0 0,-47-34-1809 0 0,0 1-1 0 0,0-1 0 0 0,0 0 0 0 0,0-1 0 0 0,1 1 0 0 0,-1-1 0 0 0,1 0 0 0 0,-1 0 0 0 0,10 1 0 0 0,-13-2-126 0 0,1-1-1 0 0,-1 1 0 0 0,1 0 1 0 0,0 0-1 0 0,-1-1 0 0 0,1 1 0 0 0,-1-1 1 0 0,1 0-1 0 0,-1 1 0 0 0,0-1 1 0 0,1 0-1 0 0,-1 0 0 0 0,0 0 0 0 0,1 0 1 0 0,-1 0-1 0 0,0 0 0 0 0,0 0 1 0 0,0 0-1 0 0,0 0 0 0 0,0-1 1 0 0,0 1-1 0 0,0 0 0 0 0,0-1 0 0 0,-1 1 1 0 0,1-1-1 0 0,0 1 0 0 0,-1-1 1 0 0,1 1-1 0 0,-1-1 0 0 0,0 1 0 0 0,1-1 1 0 0,-1-2-1 0 0,1-7 320 0 0,0 0 0 0 0,0 0 1 0 0,-3-18-1 0 0,1 15-53 0 0,-9-84 655 0 0,2 32-2320 0 0,6 23-4057 0 0,2 21-1654 0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6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0,'3'3'117'0'0,"1"-1"-1"0"0,-1 1 1 0 0,0 0-1 0 0,1 0 1 0 0,-2 0-1 0 0,1 0 1 0 0,0 1-1 0 0,-1-1 1 0 0,1 1-1 0 0,3 7 1 0 0,17 42 213 0 0,-21-48-129 0 0,7 20-123 0 0,-1 0 1 0 0,-1 1-1 0 0,-2 0 0 0 0,0 0 1 0 0,1 34-1 0 0,-6-48-96 0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6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17 17972 0 0,'-2'-1'221'0'0,"-1"-1"-23"0"0,-1-1 0 0 0,0 1 0 0 0,0 0 0 0 0,0 0 0 0 0,0 1 0 0 0,-5-2 0 0 0,8 3-204 0 0,1 0-1 0 0,-1-1 1 0 0,1 1-1 0 0,-1 0 1 0 0,0 0-1 0 0,1 0 1 0 0,-1 0-1 0 0,1 1 1 0 0,-1-1-1 0 0,1 0 1 0 0,-1 0 0 0 0,1 0-1 0 0,-1 0 1 0 0,1 0-1 0 0,-1 1 1 0 0,1-1-1 0 0,-1 0 1 0 0,1 0-1 0 0,-1 1 1 0 0,1-1-1 0 0,-1 0 1 0 0,0 1-1 0 0,1 1 36 0 0,-1-1-1 0 0,1 0 0 0 0,-1 0 0 0 0,1 0 0 0 0,-1 0 1 0 0,1 0-1 0 0,0 1 0 0 0,-1-1 0 0 0,1 0 1 0 0,0 0-1 0 0,0 0 0 0 0,0 1 0 0 0,0-1 0 0 0,0 2 1 0 0,2 7-42 0 0,-1-1 1 0 0,1 1 0 0 0,1-1-1 0 0,-1 1 1 0 0,2-1 0 0 0,5 13-1 0 0,33 52-3349 0 0,-31-55 1950 0 0,5 6-370 0 0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7.3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 13363 0 0,'-1'0'137'0'0,"0"1"1"0"0,0 0-1 0 0,0 0 1 0 0,0 0-1 0 0,0-1 1 0 0,0 1 0 0 0,1 0-1 0 0,-1 0 1 0 0,0 0-1 0 0,0 1 1 0 0,1-1-1 0 0,-1 0 1 0 0,1 0-1 0 0,-1 0 1 0 0,1 0-1 0 0,-1 1 1 0 0,1-1-1 0 0,0 0 1 0 0,0 2-1 0 0,-7 27 495 0 0,3-4-256 0 0,2 0 1 0 0,1-1-1 0 0,2 1 1 0 0,0 0-1 0 0,9 49 1 0 0,40 126-1440 0 0,-42-175 538 0 0,6 23-5737 0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37.7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0 197 5985 0 0,'68'5'1613'0'0,"-48"-8"-1330"0"0,1-1 1 0 0,-1-1-1 0 0,0 0 1 0 0,-1-2-1 0 0,1 0 1 0 0,-1-1-1 0 0,0-1 1 0 0,-1-1-1 0 0,0 0 1 0 0,-1-1-1 0 0,0-1 1 0 0,-1-1-1 0 0,0-1 1 0 0,26-28 0 0 0,-36 33-244 0 0,-3 6 154 0 0,-1-1 0 0 0,0 1 1 0 0,1 0-1 0 0,0-1 0 0 0,0 1 1 0 0,0 1-1 0 0,0-1 0 0 0,0 0 0 0 0,5-2 1 0 0,-8 5-123 0 0,1 1 0 0 0,-1-1 0 0 0,1 1 0 0 0,0 0 0 0 0,-1-1 0 0 0,0 1 0 0 0,1-1 0 0 0,-1 1 0 0 0,1 0 0 0 0,-1-1 0 0 0,0 1 0 0 0,1 0 0 0 0,-1-1 0 0 0,0 1 0 0 0,0 0 0 0 0,1 0 0 0 0,-1-1 0 0 0,0 1 0 0 0,0 0 0 0 0,0 0 0 0 0,0-1 0 0 0,0 1 0 0 0,0 0 0 0 0,0 1 0 0 0,0 22 580 0 0,0-24-615 0 0,0 16 96 0 0,0 4 309 0 0,0 0 0 0 0,6 32 0 0 0,-6-49-398 0 0,1 1 0 0 0,-1 0-1 0 0,1 0 1 0 0,0-1 0 0 0,1 1-1 0 0,-1 0 1 0 0,0-1 0 0 0,1 1 0 0 0,0-1-1 0 0,0 0 1 0 0,0 1 0 0 0,0-1-1 0 0,1 0 1 0 0,-1 0 0 0 0,1-1-1 0 0,0 1 1 0 0,0 0 0 0 0,0-1 0 0 0,0 0-1 0 0,4 3 1 0 0,-5-5-28 0 0,-1 1 0 0 0,1-1 0 0 0,0 0-1 0 0,0 0 1 0 0,0 1 0 0 0,-1-1 0 0 0,1-1 0 0 0,0 1 0 0 0,0 0-1 0 0,0 0 1 0 0,0-1 0 0 0,-1 1 0 0 0,1-1 0 0 0,0 1 0 0 0,-1-1-1 0 0,1 0 1 0 0,0 0 0 0 0,-1 1 0 0 0,1-1 0 0 0,-1 0 0 0 0,1-1-1 0 0,-1 1 1 0 0,0 0 0 0 0,2-2 0 0 0,33-37 603 0 0,-29 30-520 0 0,11-13 280 0 0,26-31 353 0 0,-41 50-659 0 0,1 1 1 0 0,-1 0 0 0 0,0 0 0 0 0,1 1 0 0 0,0-1 0 0 0,-1 1 0 0 0,1-1 0 0 0,0 1 0 0 0,0 0 0 0 0,1 1 0 0 0,-1-1 0 0 0,5-1 0 0 0,-7 3-43 0 0,0 0-1 0 0,0 0 1 0 0,0 1 0 0 0,0-1-1 0 0,0 0 1 0 0,0 1 0 0 0,0-1-1 0 0,0 1 1 0 0,0-1 0 0 0,0 1-1 0 0,-1 0 1 0 0,1 0 0 0 0,0 0-1 0 0,0 0 1 0 0,-1 0-1 0 0,1 0 1 0 0,-1 1 0 0 0,1-1-1 0 0,-1 0 1 0 0,1 1 0 0 0,-1-1-1 0 0,0 1 1 0 0,0 0 0 0 0,0-1-1 0 0,0 1 1 0 0,2 3 0 0 0,1 4 59 0 0,1 0 1 0 0,-1 1 0 0 0,4 18 0 0 0,1 10 100 0 0,-2 1-1 0 0,-2 0 1 0 0,1 73 0 0 0,-20 121 290 0 0,-34 102-451 0 0,33-250-192 0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2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72 9674 0 0,'0'-50'3648'0'0,"-2"28"-96"0"0,1 28-1662 0 0,-4 144-688 0 0,17 196 0 0 0,1-44-965 0 0,-16 35-38 0 0,10 283 55 0 0,57 368 628 0 0,-22-548 115 0 0,-10-128-362 0 0,-31-297-616 0 0,5 106 109 0 0,-6-108-121 0 0,-1 0-1 0 0,0-1 1 0 0,-1 1 0 0 0,-1 0 0 0 0,0 0 0 0 0,0-1-1 0 0,-6 14 1 0 0,8-25 6 0 0,1-1 0 0 0,-1 1 0 0 0,1 0 0 0 0,-1-1 0 0 0,1 1 0 0 0,-1 0 0 0 0,1-1 0 0 0,-1 1 0 0 0,1 0 0 0 0,-1-1 0 0 0,0 1 0 0 0,1-1 0 0 0,-1 0 0 0 0,0 1 0 0 0,0-1 0 0 0,1 1 0 0 0,-3-1 0 0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2.9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229 361 5529 0 0,'-60'47'923'0'0,"26"-19"1264"0"0,-1-2 0 0 0,-65 37 0 0 0,181-111 2733 0 0,10-5-4305 0 0,-23 26-168 0 0,0 3 1 0 0,2 3-1 0 0,93-15 0 0 0,-43 9-110 0 0,507-84-151 0 0,-316 62-146 0 0,223-34 32 0 0,2 37 25 0 0,570 81 1279 0 0,-1041-30-1369 0 0,409 10 181 0 0,-447-22-258 0 0,-22 2-1301 0 0,-17-1-2068 0 0,5 5 1180 0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3.3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1376 0 0,'-33'1'16551'0'0,"33"0"-16424"0"0,16 10 1291 0 0,88 42 264 0 0,-72-39-1413 0 0,1 2 0 0 0,-2 1 0 0 0,0 2 0 0 0,48 38 0 0 0,-72-50-217 0 0,1 0 1 0 0,-1 1 0 0 0,-1 0 0 0 0,1 0 0 0 0,-1 0 0 0 0,-1 1 0 0 0,0 0 0 0 0,0 0 0 0 0,0 0 0 0 0,-1 1-1 0 0,-1-1 1 0 0,0 1 0 0 0,0 0 0 0 0,-1 0 0 0 0,0 0 0 0 0,0 0 0 0 0,-1 1 0 0 0,-1-1 0 0 0,0 0 0 0 0,0 1-1 0 0,-2 10 1 0 0,0-9 48 0 0,-1 1 0 0 0,0-1-1 0 0,0 0 1 0 0,-1 0 0 0 0,-1 0-1 0 0,0 0 1 0 0,0-1 0 0 0,-1 0-1 0 0,-1 0 1 0 0,1 0 0 0 0,-16 17-1 0 0,-5-1-591 0 0,0 0-1 0 0,-48 35 1 0 0,9-9-5359 0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4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136 116 1376 0 0,'47'-23'1409'0'0,"-40"21"-1099"0"0,0 0 0 0 0,-1-1-1 0 0,1 0 1 0 0,-1 0 0 0 0,0-1 0 0 0,0 0 0 0 0,0 0-1 0 0,0 0 1 0 0,0-1 0 0 0,-1 0 0 0 0,8-9 0 0 0,-13 14-252 0 0,1-1 0 0 0,-1 1 0 0 0,0 0 0 0 0,0 0 0 0 0,0 0 0 0 0,0-1 0 0 0,1 1 0 0 0,-1 0 0 0 0,0 0 0 0 0,0 0 0 0 0,0-1 0 0 0,0 1 0 0 0,0 0 0 0 0,0 0 0 0 0,0-1 0 0 0,0 1 0 0 0,0 0 0 0 0,0 0 1 0 0,0-1-1 0 0,0 1 0 0 0,0 0 0 0 0,0-1 0 0 0,0 1 0 0 0,0 0 0 0 0,0 0 0 0 0,0-1 0 0 0,0 1 0 0 0,0 0 0 0 0,0 0 0 0 0,0 0 0 0 0,-1-1 0 0 0,1 1 0 0 0,0 0 0 0 0,0 0 0 0 0,0-1 0 0 0,0 1 0 0 0,-1 0 0 0 0,1 0 0 0 0,0 0 0 0 0,0 0 0 0 0,0-1 0 0 0,-1 1 1 0 0,1 0-1 0 0,-16-1 1550 0 0,-14 6 370 0 0,21-1-1746 0 0,2 1 0 0 0,-1 0 1 0 0,0 0-1 0 0,1 0 0 0 0,0 1 0 0 0,0 0 1 0 0,0 0-1 0 0,1 1 0 0 0,0 0 1 0 0,0 0-1 0 0,-7 13 0 0 0,-6 11-62 0 0,-22 50 0 0 0,40-79-146 0 0,-5 12-15 0 0,-10 18 36 0 0,2 1 1 0 0,-14 47-1 0 0,34-98 145 0 0,2-1-1 0 0,0 1 0 0 0,11-17 0 0 0,-7 11-31 0 0,11-23-5 0 0,40-71-39 0 0,-56 107-67 0 0,0 0 0 0 0,1 1-1 0 0,0 0 1 0 0,1 1-1 0 0,0 0 1 0 0,0 0 0 0 0,1 1-1 0 0,11-8 1 0 0,-18 14 67 0 0,1 0 1 0 0,-1 0-1 0 0,1 0 0 0 0,0 0 1 0 0,0 1-1 0 0,0-1 0 0 0,0 1 1 0 0,0 0-1 0 0,0 0 0 0 0,0 1 1 0 0,0-1-1 0 0,0 1 0 0 0,1 0 1 0 0,-1 0-1 0 0,0 0 0 0 0,0 1 1 0 0,0-1-1 0 0,0 1 0 0 0,0 0 1 0 0,0 0-1 0 0,0 0 0 0 0,0 1 1 0 0,0 0-1 0 0,0 0 0 0 0,0 0 1 0 0,-1 0-1 0 0,1 0 0 0 0,-1 0 1 0 0,0 1-1 0 0,0 0 0 0 0,5 4 1 0 0,6 9 247 0 0,0 1 0 0 0,-1 0 1 0 0,-1 1-1 0 0,19 36 1 0 0,-18-31-459 0 0,18 29 351 0 0,40 53-1 0 0,-53-83-576 0 0,0 0 0 0 0,2-1 0 0 0,0-2-1 0 0,37 29 1 0 0,-27-27-7473 0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7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24 1376 0 0,'-10'-5'362'0'0,"3"-13"6408"0"0,10 21-5795 0 0,2 5-494 0 0,-1 0 0 0 0,0-1-1 0 0,0 1 1 0 0,-1 1-1 0 0,0-1 1 0 0,0 0 0 0 0,-1 1-1 0 0,3 15 1 0 0,3 82 1994 0 0,-5-62-2087 0 0,2 42 116 0 0,2 29-314 0 0,1-38-5191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7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12899 0 0,'-4'4'1264'0'0,"2"-3"-1128"0"0,2 0-136 0 0,0 1 0 0 0,0-1 0 0 0,2 1-88 0 0,-1 2 16 0 0,2 0 0 0 0,1 0-304 0 0,-1 1-56 0 0,2-1-16 0 0,-1 2 0 0 0,0 1 352 0 0,-1-2 96 0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7.9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 7370 0 0,'7'12'569'0'0,"0"1"1"0"0,0-1-1 0 0,-2 1 1 0 0,1 0-1 0 0,-2 0 1 0 0,0 0-1 0 0,0 1 1 0 0,1 19 0 0 0,0-12-127 0 0,0 0 1 0 0,8 24 0 0 0,-13-45-447 0 0,1 1 0 0 0,-1-1 0 0 0,0 0 0 0 0,0 1 0 0 0,0-1 0 0 0,0 1 0 0 0,0-1 0 0 0,0 0 0 0 0,0 1 0 0 0,1-1 0 0 0,-1 1 0 0 0,0-1 0 0 0,0 0 0 0 0,0 1 0 0 0,1-1 0 0 0,-1 0 0 0 0,0 1 0 0 0,1-1 0 0 0,-1 0 0 0 0,0 0 0 0 0,0 1 0 0 0,1-1 0 0 0,-1 0 0 0 0,1 0 0 0 0,-1 1 0 0 0,0-1 0 0 0,1 0 0 0 0,-1 0 0 0 0,1 0 0 0 0,-1 0 0 0 0,0 0 1 0 0,1 0-1 0 0,-1 1 0 0 0,1-1 0 0 0,-1 0 0 0 0,0 0 0 0 0,1 0 0 0 0,-1 0 0 0 0,1-1 0 0 0,-1 1 0 0 0,1 0 0 0 0,-1 0 0 0 0,0 0 0 0 0,1 0 0 0 0,-1 0 0 0 0,1 0 0 0 0,-1-1 0 0 0,0 1 0 0 0,1 0 0 0 0,-1 0 0 0 0,0-1 0 0 0,1 1 0 0 0,-1 0 0 0 0,0 0 0 0 0,1-1 0 0 0,-1 1 0 0 0,0 0 0 0 0,0-1 0 0 0,1 1 0 0 0,-1-1 0 0 0,0 1 0 0 0,0 0 0 0 0,0-1 0 0 0,0 1 0 0 0,1 0 0 0 0,-1-1 0 0 0,0 1 0 0 0,0-2 0 0 0,15-34-86 0 0,-12 30 133 0 0,10-30 187 0 0,-3 8 200 0 0,27-53 1 0 0,-33 74-291 0 0,0 0 0 0 0,0 1 1 0 0,1-1-1 0 0,0 1 1 0 0,0 0-1 0 0,1 0 0 0 0,-1 1 1 0 0,1-1-1 0 0,1 1 0 0 0,-1 1 1 0 0,1-1-1 0 0,9-4 1 0 0,-15 9-100 0 0,-1-1 0 0 0,1 1 1 0 0,-1 0-1 0 0,1 0 1 0 0,0-1-1 0 0,-1 1 0 0 0,1 0 1 0 0,0 0-1 0 0,-1 0 1 0 0,1 0-1 0 0,0 0 0 0 0,0 0 1 0 0,-1 0-1 0 0,1 0 1 0 0,0 0-1 0 0,-1 0 1 0 0,1 0-1 0 0,0 1 0 0 0,-1-1 1 0 0,1 0-1 0 0,0 0 1 0 0,-1 1-1 0 0,1-1 0 0 0,-1 0 1 0 0,1 1-1 0 0,1 0 1 0 0,9 19 844 0 0,-4 34 167 0 0,-6-45-929 0 0,2 24 118 0 0,0-4-1217 0 0,8 41 1 0 0,-6-48-5536 0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8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0,'2'1'233'0'0,"0"-1"-1"0"0,-1 1 1 0 0,1-1 0 0 0,-1 1 0 0 0,1 0 0 0 0,-1 0-1 0 0,1-1 1 0 0,-1 1 0 0 0,1 0 0 0 0,-1 0 0 0 0,0 0 0 0 0,1 1-1 0 0,-1-1 1 0 0,0 0 0 0 0,0 0 0 0 0,0 1 0 0 0,0-1-1 0 0,0 0 1 0 0,0 1 0 0 0,0-1 0 0 0,0 4 0 0 0,16 37 2289 0 0,-15-35-2063 0 0,10 34 680 0 0,-1 0 0 0 0,6 54 0 0 0,-11-41-1109 0 0,-2 0 1 0 0,-3 0 0 0 0,-6 60-1 0 0,5-104-690 0 0,-2 0-1 0 0,0 1 1 0 0,0-1-1 0 0,-1 0 0 0 0,-4 10 1 0 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8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1 403 1728 0 0,'1'-31'958'0'0,"2"0"0"0"0,1 1-1 0 0,2-1 1 0 0,1 1 0 0 0,13-38-1 0 0,-16 57-593 0 0,1-1 0 0 0,0 1 1 0 0,0 0-1 0 0,1 0 0 0 0,1 1 0 0 0,0 0 0 0 0,0 0 0 0 0,1 0 0 0 0,0 1 0 0 0,0 0 1 0 0,1 1-1 0 0,1-1 0 0 0,-1 2 0 0 0,1 0 0 0 0,1 0 0 0 0,11-6 0 0 0,-13 10 19 0 0,0-1 0 0 0,1 2-1 0 0,-1-1 1 0 0,1 2 0 0 0,0-1 0 0 0,-1 1-1 0 0,1 1 1 0 0,0-1 0 0 0,16 3 0 0 0,-23-2-282 0 0,0 1 0 0 0,0 0 0 0 0,1-1 0 0 0,-1 1 0 0 0,0 0 0 0 0,0 1 0 0 0,0-1 1 0 0,0 0-1 0 0,0 1 0 0 0,0 0 0 0 0,-1 0 0 0 0,1 0 0 0 0,4 4 0 0 0,-6-4-49 0 0,1 0 0 0 0,-1 0 0 0 0,0 0 0 0 0,0 0 0 0 0,0 0-1 0 0,0 1 1 0 0,0-1 0 0 0,0 0 0 0 0,0 1 0 0 0,-1-1 0 0 0,1 1 0 0 0,-1-1-1 0 0,0 1 1 0 0,0-1 0 0 0,0 1 0 0 0,0-1 0 0 0,0 1 0 0 0,-1-1 0 0 0,1 1-1 0 0,-2 3 1 0 0,-1 3 18 0 0,0 1 0 0 0,-1-1-1 0 0,0 0 1 0 0,0 0 0 0 0,-1 0-1 0 0,0-1 1 0 0,-1 1 0 0 0,-10 11 0 0 0,-62 58-1484 0 0,56-57 208 0 0,9-9-298 0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8.7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4145 0 0,'1'4'701'0'0,"0"1"1"0"0,0 0-1 0 0,-1 0 1 0 0,0-1-1 0 0,0 1 1 0 0,-1 8-1 0 0,-2 29 2485 0 0,-2 30-141 0 0,6-66-2938 0 0,-1 0 0 0 0,1 0 0 0 0,0 0 0 0 0,0 0 0 0 0,1 0 0 0 0,-1-1 0 0 0,1 1 0 0 0,1-1 0 0 0,-1 1 0 0 0,4 4 1 0 0,-6-9-108 0 0,1 1 0 0 0,0-1 0 0 0,-1 0 0 0 0,1 0 1 0 0,0 0-1 0 0,-1 0 0 0 0,1-1 0 0 0,0 1 0 0 0,0 0 1 0 0,0 0-1 0 0,0 0 0 0 0,0-1 0 0 0,0 1 0 0 0,0 0 1 0 0,0-1-1 0 0,0 1 0 0 0,0-1 0 0 0,0 1 0 0 0,1-1 1 0 0,-1 0-1 0 0,0 1 0 0 0,0-1 0 0 0,0 0 0 0 0,0 0 1 0 0,1 0-1 0 0,0 0 0 0 0,0 0-22 0 0,0-1 1 0 0,0 0-1 0 0,0 0 1 0 0,0 0-1 0 0,0 0 0 0 0,0 0 1 0 0,0 0-1 0 0,0 0 1 0 0,-1-1-1 0 0,1 1 0 0 0,-1-1 1 0 0,1 1-1 0 0,1-3 1 0 0,4-5-186 0 0,0-1 0 0 0,0 0 0 0 0,-2 0 0 0 0,6-12 1 0 0,5-19-54 0 0,11-24 406 0 0,-25 60 8 0 0,0 1 1 0 0,1 0 0 0 0,0 0 0 0 0,-1 0-1 0 0,2 0 1 0 0,-1 0 0 0 0,0 1 0 0 0,1-1-1 0 0,-1 1 1 0 0,1 0 0 0 0,5-3 0 0 0,-8 5-96 0 0,1 1 1 0 0,-1-1 0 0 0,0 1 0 0 0,1-1-1 0 0,-1 1 1 0 0,0-1 0 0 0,1 1 0 0 0,-1 0 0 0 0,1 0-1 0 0,-1 0 1 0 0,1 0 0 0 0,-1 0 0 0 0,0 0-1 0 0,1 0 1 0 0,-1 0 0 0 0,1 1 0 0 0,-1-1-1 0 0,0 1 1 0 0,1-1 0 0 0,-1 1 0 0 0,0-1-1 0 0,1 1 1 0 0,-1 0 0 0 0,0-1 0 0 0,0 1 0 0 0,0 0-1 0 0,0 0 1 0 0,0 0 0 0 0,0 0 0 0 0,0 0-1 0 0,0 0 1 0 0,0 0 0 0 0,0 0 0 0 0,0 1-1 0 0,-1-1 1 0 0,2 1 0 0 0,4 9 202 0 0,-1-1 1 0 0,0 1 0 0 0,6 18-1 0 0,0-2-139 0 0,-9-21-361 0 0,1-1 0 0 0,0 1 0 0 0,0-1-1 0 0,1 0 1 0 0,0 0 0 0 0,0 0 0 0 0,0-1-1 0 0,0 0 1 0 0,1 1 0 0 0,8 5 0 0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8.9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10138 0 0,'-2'5'4805'0'0,"1"20"-2285"0"0,3 32 193 0 0,7-3-2214 0 0,2 0 0 0 0,2-1 1 0 0,29 73-1 0 0,7 25-1067 0 0,-41-119-49 0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29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1 208 10594 0 0,'4'-7'472'0'0,"-2"2"96"0"0,3-1-455 0 0,-1 1-113 0 0,0 1 0 0 0,0 0 0 0 0,4 0 736 0 0,4-6 128 0 0,10-4 32 0 0,7-3 0 0 0,5-3-304 0 0,0 1-56 0 0,2 3-15 0 0,-1-1-1 0 0,-2 1-832 0 0,0 2-168 0 0,0-1-33 0 0,-6 0 1 0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0.1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173 57 5529 0 0,'-1'-2'243'0'0,"0"-1"0"0"0,0 1 0 0 0,0 0-1 0 0,0 0 1 0 0,-1 0 0 0 0,1 1 0 0 0,0-1 0 0 0,-1 0 0 0 0,0 0-1 0 0,1 1 1 0 0,-1-1 0 0 0,0 1 0 0 0,0 0 0 0 0,0-1-1 0 0,0 1 1 0 0,0 0 0 0 0,0 0 0 0 0,0 0 0 0 0,0 0 0 0 0,0 1-1 0 0,0-1 1 0 0,-1 0 0 0 0,-1 1 0 0 0,1 0-120 0 0,0 0 1 0 0,0 1 0 0 0,0-1-1 0 0,0 1 1 0 0,0 0 0 0 0,0 0-1 0 0,0 0 1 0 0,0 0-1 0 0,1 0 1 0 0,-1 1 0 0 0,0-1-1 0 0,1 1 1 0 0,-1 0 0 0 0,1 0-1 0 0,0 0 1 0 0,0 0-1 0 0,0 0 1 0 0,-2 3 0 0 0,-5 5 49 0 0,1 1 0 0 0,0 1 0 0 0,1-1 0 0 0,0 1 1 0 0,1 1-1 0 0,0-1 0 0 0,1 1 0 0 0,0 0 0 0 0,1 0 0 0 0,1 1 1 0 0,0-1-1 0 0,1 1 0 0 0,-1 16 0 0 0,2-21-162 0 0,1 0-1 0 0,0 0 1 0 0,0 0 0 0 0,1 0-1 0 0,0-1 1 0 0,1 1-1 0 0,0 0 1 0 0,0 0 0 0 0,1-1-1 0 0,0 0 1 0 0,1 1-1 0 0,0-1 1 0 0,0 0 0 0 0,0-1-1 0 0,1 1 1 0 0,0-1-1 0 0,1 0 1 0 0,-1 0 0 0 0,2 0-1 0 0,-1-1 1 0 0,11 8 0 0 0,-14-12 15 0 0,0 1 1 0 0,0-1 0 0 0,0-1 0 0 0,0 1 0 0 0,0 0 0 0 0,1-1 0 0 0,-1 0 0 0 0,1 0 0 0 0,-1 0 0 0 0,1 0 0 0 0,-1 0 0 0 0,1-1 0 0 0,-1 1 0 0 0,1-1 0 0 0,0 0 0 0 0,-1 0 0 0 0,1-1 0 0 0,-1 1-1 0 0,1-1 1 0 0,0 1 0 0 0,-1-1 0 0 0,1 0 0 0 0,-1-1 0 0 0,0 1 0 0 0,1 0 0 0 0,-1-1 0 0 0,0 0 0 0 0,0 0 0 0 0,0 0 0 0 0,0 0 0 0 0,0 0 0 0 0,-1-1 0 0 0,1 1 0 0 0,0-1 0 0 0,-1 0 0 0 0,0 0 0 0 0,3-5-1 0 0,1 0 74 0 0,-1 0 0 0 0,0-1 0 0 0,-1 1 0 0 0,1-1 0 0 0,-2 0 0 0 0,0 0 0 0 0,0-1 0 0 0,0 1 0 0 0,-1-1 0 0 0,0 1 0 0 0,-1-1 0 0 0,0 0 0 0 0,-1-11 0 0 0,-2 4 56 0 0,-1 1 1 0 0,-1-1-1 0 0,0 1 1 0 0,-1 0-1 0 0,-1 0 1 0 0,0 0-1 0 0,-16-26 1 0 0,18 34-150 0 0,-1 0 1 0 0,0 0 0 0 0,0 1 0 0 0,-1-1 0 0 0,0 1 0 0 0,0 1 0 0 0,-1-1-1 0 0,0 1 1 0 0,0 0 0 0 0,0 1 0 0 0,-1 0 0 0 0,0 0 0 0 0,0 0 0 0 0,0 1-1 0 0,-16-5 1 0 0,22 8-115 0 0,-1 0-1 0 0,0 1 1 0 0,0-1-1 0 0,1 1 1 0 0,-1 0-1 0 0,0 0 0 0 0,0 0 1 0 0,0 0-1 0 0,0 1 1 0 0,1-1-1 0 0,-1 1 1 0 0,0 0-1 0 0,-3 1 1 0 0,-5 3-1044 0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0.5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6913 0 0,'-1'0'197'0'0,"1"0"-1"0"0,-1 0 0 0 0,0 0 0 0 0,0 1 0 0 0,1-1 0 0 0,-1 0 0 0 0,0 0 0 0 0,0 1 0 0 0,1-1 0 0 0,-1 0 0 0 0,0 1 0 0 0,1-1 0 0 0,-1 1 0 0 0,1-1 0 0 0,-1 1 0 0 0,0-1 0 0 0,1 1 0 0 0,-1-1 0 0 0,1 1 0 0 0,-1-1 0 0 0,1 1 0 0 0,-1 0 0 0 0,1-1 0 0 0,0 1 0 0 0,-1 1 0 0 0,-5 25 1648 0 0,11 28-823 0 0,-3-47-950 0 0,1 0 0 0 0,0 0 0 0 0,0 0 0 0 0,1-1 0 0 0,0 1 0 0 0,0-1 0 0 0,1 0 0 0 0,0 0 0 0 0,9 10 0 0 0,-12-15-70 0 0,0 0 0 0 0,1 0 0 0 0,-1 0 0 0 0,0 0 0 0 0,1 0 0 0 0,-1-1 0 0 0,1 1 1 0 0,0-1-1 0 0,-1 0 0 0 0,1 1 0 0 0,0-1 0 0 0,0-1 0 0 0,4 2 0 0 0,-5-2 6 0 0,0 0 0 0 0,0 0-1 0 0,0 0 1 0 0,0-1 0 0 0,0 1 0 0 0,0 0-1 0 0,0-1 1 0 0,-1 0 0 0 0,1 1 0 0 0,0-1-1 0 0,0 0 1 0 0,0 0 0 0 0,-1 0 0 0 0,1 0-1 0 0,0 0 1 0 0,-1 0 0 0 0,1-1 0 0 0,-1 1-1 0 0,1-1 1 0 0,-1 1 0 0 0,0-1 0 0 0,2-1-1 0 0,0-2 142 0 0,1-1-1 0 0,-1 0 1 0 0,-1 0-1 0 0,1 0 1 0 0,-1 0 0 0 0,0 0-1 0 0,0-1 1 0 0,-1 1-1 0 0,2-12 1 0 0,-3 12 40 0 0,1 0 0 0 0,0-1 0 0 0,0 1 0 0 0,1 0 0 0 0,0 0 0 0 0,0 0 1 0 0,0 1-1 0 0,1-1 0 0 0,0 0 0 0 0,7-9 0 0 0,-10 15-163 0 0,0-1 1 0 0,1 1-1 0 0,-1 0 0 0 0,1-1 1 0 0,-1 1-1 0 0,1 0 0 0 0,-1-1 0 0 0,1 1 1 0 0,0 0-1 0 0,-1-1 0 0 0,1 1 1 0 0,-1 0-1 0 0,1 0 0 0 0,-1 0 0 0 0,1 0 1 0 0,0 0-1 0 0,-1 0 0 0 0,1 0 0 0 0,0 0 1 0 0,-1 0-1 0 0,1 0 0 0 0,-1 0 1 0 0,1 0-1 0 0,0 0 0 0 0,-1 0 0 0 0,1 0 1 0 0,-1 1-1 0 0,1-1 0 0 0,0 0 1 0 0,-1 0-1 0 0,1 1 0 0 0,-1-1 0 0 0,1 0 1 0 0,-1 1-1 0 0,1-1 0 0 0,-1 1 1 0 0,1-1-1 0 0,-1 0 0 0 0,0 1 0 0 0,1-1 1 0 0,-1 1-1 0 0,1-1 0 0 0,-1 1 1 0 0,0 0-1 0 0,21 33 350 0 0,-14-22-209 0 0,-5-9-283 0 0,0 0 0 0 0,0 0 0 0 0,1-1 0 0 0,0 1 0 0 0,-1-1 1 0 0,1 1-1 0 0,0-1 0 0 0,0 0 0 0 0,0 0 0 0 0,1-1 0 0 0,-1 1 0 0 0,0-1 0 0 0,1 1 0 0 0,-1-1 0 0 0,1 0 0 0 0,-1 0 0 0 0,1 0 0 0 0,0-1 0 0 0,-1 0 0 0 0,1 1 1 0 0,4-1-1 0 0,11-1-6567 0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0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 5065 0 0,'-16'-1'8399'0'0,"23"18"-3937"0"0,-3-9-5310 0 0,16 47 2657 0 0,25 114 0 0 0,-3-10-1302 0 0,4-34-2450 0 0,-30-87-4986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1.0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3225 0 0,'0'-1'288'0'0,"2"-1"-288"0"0,-1 0 0 0 0,2-1 0 0 0,-1 1 520 0 0,4-2 56 0 0,3-4 0 0 0,7-4 8 0 0,4-5 216 0 0,5-2 33 0 0,1 0 15 0 0,-2 1 0 0 0,-1 3-704 0 0,1 0-144 0 0,-1 2 0 0 0,0-2 0 0 0,-1 2-72 0 0,-3 1 72 0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1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5873 0 0,'4'0'878'0'0,"-1"1"0"0"0,1-1 0 0 0,-1 1 0 0 0,0-1 0 0 0,1 1 0 0 0,-1 0-1 0 0,0 0 1 0 0,1 1 0 0 0,-1-1 0 0 0,0 1 0 0 0,0-1 0 0 0,0 1 0 0 0,0 0 0 0 0,2 3 0 0 0,1 0-430 0 0,-1 0 0 0 0,0 0 1 0 0,0 1-1 0 0,0 0 1 0 0,-1 0-1 0 0,4 8 1 0 0,4 9-473 0 0,-1 1 0 0 0,13 45 0 0 0,-23-67 200 0 0,16 62 74 0 0,11 87 1 0 0,-6-30-2286 0 0,-20-111 370 0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1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0 117 920 0 0,'3'-6'367'0'0,"1"0"0"0"0,0 0 0 0 0,0 0 1 0 0,0 0-1 0 0,0 1 0 0 0,1 0 0 0 0,0 0 0 0 0,0 0 0 0 0,1 1 0 0 0,-1-1 0 0 0,9-4 0 0 0,0 1 515 0 0,0 0 0 0 0,0 0 0 0 0,29-9 0 0 0,-38 15-566 0 0,1 1 0 0 0,0-1 0 0 0,0 1 0 0 0,0 0 0 0 0,0 1 1 0 0,0-1-1 0 0,0 1 0 0 0,-1 1 0 0 0,1-1 0 0 0,0 1 0 0 0,0 0 1 0 0,10 3-1 0 0,-14-3-207 0 0,0 0 0 0 0,0 0 0 0 0,0 0 0 0 0,0 0 0 0 0,0 0 0 0 0,0 0 0 0 0,0 1-1 0 0,-1-1 1 0 0,1 1 0 0 0,-1-1 0 0 0,1 1 0 0 0,-1 0 0 0 0,1-1 0 0 0,-1 1 0 0 0,0 0 0 0 0,0 0 0 0 0,0 0 0 0 0,0 0 0 0 0,0 0 0 0 0,0 0 0 0 0,-1 0 0 0 0,1 1 0 0 0,-1-1 0 0 0,0 0 0 0 0,1 0 0 0 0,-1 0 0 0 0,0 1 0 0 0,0-1 0 0 0,0 0 0 0 0,0 0 0 0 0,-1 0 0 0 0,1 1-1 0 0,-1-1 1 0 0,1 0 0 0 0,-1 0 0 0 0,-2 4 0 0 0,-3 12 293 0 0,-1-1 0 0 0,-1 1-1 0 0,-12 19 1 0 0,-16 19-5776 0 0,21-33-299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1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87 4145 0 0,'1'0'142'0'0,"0"-1"0"0"0,0 1 0 0 0,0 0 0 0 0,0-1 0 0 0,1 1 0 0 0,-1 0 1 0 0,0 0-1 0 0,0 0 0 0 0,0 0 0 0 0,0 0 0 0 0,0 0 0 0 0,0 0 0 0 0,0 0 0 0 0,1 0 0 0 0,-1 1 1 0 0,0-1-1 0 0,0 0 0 0 0,0 1 0 0 0,0-1 0 0 0,0 1 0 0 0,0-1 0 0 0,0 1 0 0 0,0-1 0 0 0,0 1 0 0 0,-1 0 1 0 0,1-1-1 0 0,0 1 0 0 0,0 0 0 0 0,0 0 0 0 0,-1 0 0 0 0,1-1 0 0 0,0 1 0 0 0,-1 0 0 0 0,1 0 0 0 0,-1 0 1 0 0,1 2-1 0 0,25 49 3626 0 0,-14-25-2796 0 0,-5-14-798 0 0,1 0 1 0 0,19 22-1 0 0,-24-32-151 0 0,0 0 0 0 0,0 1 0 0 0,0-1 0 0 0,1-1 0 0 0,-1 1 0 0 0,1 0 0 0 0,-1-1 0 0 0,1 0 0 0 0,0 0 0 0 0,0 0 0 0 0,0 0 0 0 0,0-1 0 0 0,0 1 0 0 0,7 0 0 0 0,-9-2-25 0 0,0 0 0 0 0,0-1 1 0 0,0 1-1 0 0,0-1 0 0 0,0 1 0 0 0,0-1 0 0 0,0 0 0 0 0,0 0 0 0 0,0 0 0 0 0,-1 0 1 0 0,1 0-1 0 0,0 0 0 0 0,-1-1 0 0 0,1 1 0 0 0,-1 0 0 0 0,1-1 0 0 0,-1 1 1 0 0,0-1-1 0 0,1 0 0 0 0,-1 1 0 0 0,0-1 0 0 0,0 0 0 0 0,0 0 0 0 0,0 0 0 0 0,1-4 1 0 0,3-6-22 0 0,-1 0 1 0 0,5-22 0 0 0,-9 32 20 0 0,7-32 11 0 0,-3 11 51 0 0,11-33 1 0 0,-14 51 115 0 0,1 0 1 0 0,0 1-1 0 0,0-1 1 0 0,0 1-1 0 0,1-1 1 0 0,-1 1-1 0 0,1 0 1 0 0,0 0-1 0 0,0 0 1 0 0,1 1-1 0 0,-1-1 1 0 0,9-5-1 0 0,-11 8-96 0 0,0 0-1 0 0,1 0 0 0 0,-1 0 1 0 0,0 0-1 0 0,1 0 0 0 0,0 0 1 0 0,-1 1-1 0 0,1-1 0 0 0,-1 1 1 0 0,1-1-1 0 0,0 1 0 0 0,-1 0 1 0 0,1 0-1 0 0,0 0 0 0 0,-1 0 1 0 0,1 0-1 0 0,0 0 0 0 0,-1 0 1 0 0,1 0-1 0 0,0 0 0 0 0,-1 1 1 0 0,1-1-1 0 0,-1 1 0 0 0,1-1 1 0 0,0 1-1 0 0,-1 0 0 0 0,1 0 1 0 0,-1 0-1 0 0,0-1 0 0 0,1 1 1 0 0,-1 0-1 0 0,0 1 0 0 0,1-1 1 0 0,-1 0-1 0 0,2 2 0 0 0,3 6 95 0 0,-1 0-1 0 0,0 0 0 0 0,0 0 0 0 0,0 1 0 0 0,2 10 0 0 0,13 22 211 0 0,-18-40-572 0 0,-1 1 1 0 0,1-1-1 0 0,0 0 1 0 0,0 1-1 0 0,0-1 1 0 0,1 0-1 0 0,-1 0 1 0 0,0-1-1 0 0,1 1 1 0 0,-1 0-1 0 0,1-1 1 0 0,0 1-1 0 0,0-1 1 0 0,-1 0-1 0 0,1 0 1 0 0,5 1-1 0 0,8 0-6539 0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2.0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48 187 10594 0 0,'-6'-29'750'0'0,"-16"-67"1930"0"0,2 35 3587 0 0,84 237-3529 0 0,10 25-3289 0 0,-63-175 110 0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2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28 226 10594 0 0,'-2'-2'232'0'0,"0"1"0"0"0,0-1 0 0 0,0 1-1 0 0,0-1 1 0 0,0 0 0 0 0,0 0 0 0 0,1 0-1 0 0,-1 0 1 0 0,1 0 0 0 0,0 0 0 0 0,-1 0-1 0 0,1 0 1 0 0,0 0 0 0 0,0-1 0 0 0,0 1-1 0 0,1-1 1 0 0,-1 1 0 0 0,0 0 0 0 0,1-1 0 0 0,0-4-1 0 0,0 3 51 0 0,0 0 0 0 0,1 0-1 0 0,0 0 1 0 0,0 0 0 0 0,0 0-1 0 0,0 1 1 0 0,1-1 0 0 0,0 0-1 0 0,0 1 1 0 0,0-1-1 0 0,0 1 1 0 0,5-6 0 0 0,33-32 450 0 0,7 6-3542 0 0,-12 9-2296 0 0,-7 4 793 0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3.5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43 2304 0 0,'0'-3'111'0'0,"0"0"348"0"0,0 0 1 0 0,0 0 0 0 0,0-1 0 0 0,0 1 0 0 0,-1 0 0 0 0,1-1-1 0 0,-3-5 1 0 0,2 9-354 0 0,1-1-1 0 0,-1 0 1 0 0,1 1-1 0 0,-1-1 1 0 0,1 1-1 0 0,-1-1 1 0 0,0 1-1 0 0,1-1 1 0 0,-1 1 0 0 0,0-1-1 0 0,0 1 1 0 0,1 0-1 0 0,-1-1 1 0 0,0 1-1 0 0,0 0 1 0 0,0 0-1 0 0,1 0 1 0 0,-1 0-1 0 0,0-1 1 0 0,0 1-1 0 0,0 0 1 0 0,0 0-1 0 0,1 0 1 0 0,-1 1-1 0 0,0-1 1 0 0,0 0 0 0 0,0 0-1 0 0,1 0 1 0 0,-1 1-1 0 0,0-1 1 0 0,0 0-1 0 0,1 1 1 0 0,-1-1-1 0 0,0 0 1 0 0,0 1-1 0 0,1-1 1 0 0,-1 1-1 0 0,0 0 1 0 0,-7 4 231 0 0,1 0 0 0 0,0 0 1 0 0,0 1-1 0 0,0 0 0 0 0,1 0 1 0 0,0 1-1 0 0,0 0 0 0 0,1 0 1 0 0,-1 0-1 0 0,1 1 0 0 0,1-1 1 0 0,-6 14-1 0 0,-4 11 375 0 0,-17 60 0 0 0,27-79-672 0 0,0 0-1 0 0,1 0 1 0 0,1 0-1 0 0,0 0 0 0 0,1 0 1 0 0,1 0-1 0 0,1 18 1 0 0,-1-27-43 0 0,1 0 0 0 0,-1 0 0 0 0,1-1 0 0 0,0 1 0 0 0,1 0 0 0 0,-1-1-1 0 0,1 1 1 0 0,-1-1 0 0 0,1 1 0 0 0,0-1 0 0 0,0 0 0 0 0,1 0 0 0 0,-1 0 0 0 0,1 0 0 0 0,-1 0 0 0 0,1 0 0 0 0,0-1 0 0 0,0 0 0 0 0,0 1 0 0 0,0-1 0 0 0,1 0 0 0 0,-1 0 0 0 0,1-1-1 0 0,-1 1 1 0 0,1-1 0 0 0,-1 1 0 0 0,1-1 0 0 0,0 0 0 0 0,5 0 0 0 0,11 1-75 0 0,0 0-1 0 0,0-2 1 0 0,39-3-1 0 0,-32 0-169 0 0,39 3-1 0 0,-58 0 170 0 0,0 1 0 0 0,1 1 0 0 0,-1-1-1 0 0,0 1 1 0 0,0 0 0 0 0,0 1-1 0 0,-1 0 1 0 0,15 8 0 0 0,-20-10 72 0 0,0 0 1 0 0,-1 0-1 0 0,1 0 1 0 0,0 0-1 0 0,-1 0 1 0 0,1 1-1 0 0,-1-1 0 0 0,1 0 1 0 0,-1 1-1 0 0,1-1 1 0 0,-1 1-1 0 0,0 0 1 0 0,0-1-1 0 0,0 1 1 0 0,0 0-1 0 0,0 0 0 0 0,0 0 1 0 0,-1 0-1 0 0,1 0 1 0 0,-1 0-1 0 0,1 0 1 0 0,0 3-1 0 0,-2-2 57 0 0,1 0 0 0 0,-1 0 0 0 0,0 0 0 0 0,1 0 0 0 0,-1 0 0 0 0,-1 0 0 0 0,1 0 0 0 0,0 0 0 0 0,-1 0 0 0 0,1-1-1 0 0,-1 1 1 0 0,0-1 0 0 0,-3 4 0 0 0,-6 5 389 0 0,0 0 0 0 0,-1 0-1 0 0,0-1 1 0 0,-23 13 0 0 0,19-13-7 0 0,-60 35 947 0 0,68-41-1345 0 0,-1 0 0 0 0,1-1 0 0 0,-1 0 0 0 0,1 0 1 0 0,-1-1-1 0 0,0 0 0 0 0,-11 1 0 0 0,-6-7-1826 0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3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3225 0 0,'24'-11'3084'0'0,"-10"2"-2364"0"0,-1-1-1 0 0,0 0 0 0 0,-1-1 0 0 0,0 0 0 0 0,-1-1 1 0 0,0-1-1 0 0,-1 1 0 0 0,12-19 0 0 0,-15 19-514 0 0,0 1-1 0 0,-1-1 0 0 0,0 0 1 0 0,-1-1-1 0 0,0 1 1 0 0,-1-1-1 0 0,-1 0 1 0 0,0 0-1 0 0,0 0 1 0 0,0-22-1 0 0,-3 32-192 0 0,0 0 0 0 0,0 1 0 0 0,0-1-1 0 0,-1 0 1 0 0,1 0 0 0 0,-1 1 0 0 0,0-1 0 0 0,0 0-1 0 0,0 1 1 0 0,0-1 0 0 0,0 1 0 0 0,0-1 0 0 0,-1 1-1 0 0,1 0 1 0 0,-1-1 0 0 0,0 1 0 0 0,1 0 0 0 0,-1 0-1 0 0,-3-2 1 0 0,5 4 11 0 0,-1-1 0 0 0,0 1 0 0 0,0-1 0 0 0,0 1 0 0 0,0-1-1 0 0,0 1 1 0 0,0 0 0 0 0,0-1 0 0 0,0 1 0 0 0,0 0 0 0 0,0 0-1 0 0,0 0 1 0 0,0 0 0 0 0,0 0 0 0 0,0 0 0 0 0,0 0 0 0 0,0 0 0 0 0,0 0-1 0 0,0 0 1 0 0,-2 1 0 0 0,2 0 48 0 0,-1 0 0 0 0,0 0 0 0 0,0 0 0 0 0,0 0 0 0 0,1 1 0 0 0,-1-1 0 0 0,1 0 0 0 0,-1 1 0 0 0,1-1 0 0 0,-1 1 0 0 0,1 0 0 0 0,0 0 0 0 0,-2 2 0 0 0,-2 6-10 0 0,0 1 1 0 0,0-1-1 0 0,1 1 1 0 0,1 0-1 0 0,-1 0 1 0 0,2 0-1 0 0,0 0 1 0 0,0 0-1 0 0,1 1 1 0 0,0-1-1 0 0,1 1 1 0 0,1-1-1 0 0,-1 0 1 0 0,2 1-1 0 0,0-1 1 0 0,0 0-1 0 0,1 0 1 0 0,0 0-1 0 0,9 18 1 0 0,-9-21-96 0 0,0-1 1 0 0,1 0 0 0 0,0 0-1 0 0,0 0 1 0 0,1-1 0 0 0,0 0-1 0 0,0 1 1 0 0,0-2 0 0 0,1 1-1 0 0,0-1 1 0 0,0 1 0 0 0,1-2-1 0 0,-1 1 1 0 0,1-1-1 0 0,0 0 1 0 0,0 0 0 0 0,0-1-1 0 0,1 0 1 0 0,-1 0 0 0 0,1-1-1 0 0,0 0 1 0 0,0 0 0 0 0,0-1-1 0 0,0 0 1 0 0,0 0 0 0 0,0-1-1 0 0,0 0 1 0 0,14-2 0 0 0,-15 1-420 0 0,0-1 0 0 0,0 1 0 0 0,-1-1-1 0 0,1-1 1 0 0,0 0 0 0 0,-1 0 0 0 0,1 0 0 0 0,-1 0 0 0 0,0-1 0 0 0,0 0 0 0 0,-1-1 0 0 0,1 1 0 0 0,-1-1 0 0 0,0 0 0 0 0,5-6 0 0 0,5-8-603 0 0,-2-1 1 0 0,0 0-1 0 0,11-25 1 0 0,-18 34 1201 0 0,0 1-80 0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4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72 5529 0 0,'0'-1'-3'0'0,"5"-26"1001"0"0,-5 26-729 0 0,0 0 1 0 0,0 0-1 0 0,0 0 1 0 0,1-1-1 0 0,-1 1 1 0 0,1 0-1 0 0,-1 0 1 0 0,1 0-1 0 0,-1 0 1 0 0,1 0-1 0 0,-1 0 0 0 0,1 0 1 0 0,0 0-1 0 0,0 0 1 0 0,-1 0-1 0 0,1 0 1 0 0,0 1-1 0 0,1-2 1 0 0,-1 2-147 0 0,0 0 1 0 0,-1 1-1 0 0,1-1 1 0 0,0 0-1 0 0,-1 1 1 0 0,1-1-1 0 0,0 0 1 0 0,-1 1-1 0 0,1-1 1 0 0,-1 1-1 0 0,1-1 1 0 0,-1 1-1 0 0,1-1 1 0 0,-1 1-1 0 0,1 0 1 0 0,-1-1-1 0 0,1 1 1 0 0,-1 0-1 0 0,0-1 1 0 0,1 1-1 0 0,-1 0 1 0 0,0-1-1 0 0,1 2 1 0 0,7 21 439 0 0,-7-19-300 0 0,16 58 984 0 0,8 22-495 0 0,-23-77-744 0 0,1 0 0 0 0,0 0 1 0 0,1 0-1 0 0,0 0 0 0 0,0-1 1 0 0,0 0-1 0 0,1 0 0 0 0,9 10 1 0 0,-14-16-9 0 0,1 1 0 0 0,0-1 0 0 0,-1 1-1 0 0,1 0 1 0 0,-1-1 0 0 0,1 1 0 0 0,0-1 0 0 0,0 0 0 0 0,-1 1 0 0 0,1-1 0 0 0,0 1 0 0 0,0-1 0 0 0,-1 0 0 0 0,1 0 0 0 0,0 0 0 0 0,0 1-1 0 0,0-1 1 0 0,-1 0 0 0 0,1 0 0 0 0,0 0 0 0 0,0 0 0 0 0,0 0 0 0 0,-1 0 0 0 0,1 0 0 0 0,0-1 0 0 0,0 1 0 0 0,0 0 0 0 0,1-1 0 0 0,-1 0-6 0 0,1 0 0 0 0,-1 0 0 0 0,0-1 0 0 0,1 1-1 0 0,-1 0 1 0 0,0-1 0 0 0,0 1 0 0 0,0-1 0 0 0,0 0 0 0 0,0 1 0 0 0,0-1 0 0 0,0-2 0 0 0,3-8-72 0 0,0 0 1 0 0,3-25-1 0 0,-7 33 56 0 0,6-36-87 0 0,-5 25 171 0 0,1 0-1 0 0,0 0 1 0 0,1 0-1 0 0,1 0 1 0 0,0 0 0 0 0,1 1-1 0 0,10-20 1 0 0,-15 33-24 0 0,1-1 1 0 0,0 1-1 0 0,0 0 0 0 0,-1 0 1 0 0,1-1-1 0 0,0 1 1 0 0,0 0-1 0 0,0 0 0 0 0,1 0 1 0 0,-1 0-1 0 0,0 0 1 0 0,0 0-1 0 0,0 1 1 0 0,1-1-1 0 0,-1 0 0 0 0,0 1 1 0 0,1-1-1 0 0,1 0 1 0 0,-2 1-10 0 0,0 0 1 0 0,1 0 0 0 0,-1 0 0 0 0,0 1-1 0 0,0-1 1 0 0,0 0 0 0 0,0 0 0 0 0,0 1-1 0 0,0-1 1 0 0,0 1 0 0 0,0-1 0 0 0,0 1-1 0 0,-1-1 1 0 0,1 1 0 0 0,0 0 0 0 0,0-1-1 0 0,0 1 1 0 0,0 0 0 0 0,0 1 0 0 0,5 7-66 0 0,0-1 0 0 0,-1 1 0 0 0,-1 0 0 0 0,7 15 1 0 0,-2-3-1009 0 0,3-1-5284 0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4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49 2761 0 0,'7'-26'2600'0'0,"-1"4"3801"0"0,-15 39-2784 0 0,3-4-3235 0 0,0 0-1 0 0,2 1 1 0 0,-1 0 0 0 0,2 0-1 0 0,0 0 1 0 0,-2 16-1 0 0,5-27-388 0 0,0 1 0 0 0,0-1-1 0 0,0 0 1 0 0,1 1-1 0 0,-1-1 1 0 0,1 0-1 0 0,0 1 1 0 0,0-1 0 0 0,0 0-1 0 0,0 0 1 0 0,0 0-1 0 0,1 0 1 0 0,-1 0-1 0 0,1 0 1 0 0,0 0-1 0 0,0 0 1 0 0,0-1 0 0 0,0 1-1 0 0,1-1 1 0 0,-1 0-1 0 0,0 1 1 0 0,1-1-1 0 0,0 0 1 0 0,0 0 0 0 0,-1-1-1 0 0,1 1 1 0 0,0 0-1 0 0,0-1 1 0 0,1 0-1 0 0,-1 0 1 0 0,0 0 0 0 0,4 1-1 0 0,34 6-400 0 0,-32-7 126 0 0,0 0 0 0 0,0 1-1 0 0,0 0 1 0 0,0 1 0 0 0,0 0 0 0 0,-1 0-1 0 0,11 7 1 0 0,-18-10 251 0 0,0 1 0 0 0,1 0 1 0 0,-1 0-1 0 0,-1 0 0 0 0,1 0 0 0 0,0 0 0 0 0,0 0 0 0 0,0 0 0 0 0,0 0 0 0 0,-1 0 0 0 0,1 1 1 0 0,0-1-1 0 0,-1 0 0 0 0,0 0 0 0 0,1 1 0 0 0,-1-1 0 0 0,1 0 0 0 0,-1 1 0 0 0,0-1 0 0 0,0 0 1 0 0,0 1-1 0 0,0-1 0 0 0,0 1 0 0 0,0-1 0 0 0,0 0 0 0 0,0 1 0 0 0,-1-1 0 0 0,1 0 1 0 0,-1 1-1 0 0,1-1 0 0 0,-1 0 0 0 0,1 0 0 0 0,-1 1 0 0 0,1-1 0 0 0,-2 2 0 0 0,-4 5 138 0 0,1 0 0 0 0,-1 0 0 0 0,-13 14 0 0 0,11-14-196 0 0,-2 3-178 0 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4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 1840 0 0,'0'-1'200'0'0,"0"0"0"0"0,1 0-1 0 0,-1 1 1 0 0,1-1-1 0 0,-1 0 1 0 0,1 1-1 0 0,-1-1 1 0 0,1 0-1 0 0,-1 1 1 0 0,1-1 0 0 0,0 1-1 0 0,-1-1 1 0 0,1 1-1 0 0,0-1 1 0 0,0 1-1 0 0,-1-1 1 0 0,1 1 0 0 0,0 0-1 0 0,0 0 1 0 0,-1-1-1 0 0,1 1 1 0 0,0 0-1 0 0,0 0 1 0 0,0 0 0 0 0,0 0-1 0 0,-1 0 1 0 0,1 0-1 0 0,0 0 1 0 0,0 0-1 0 0,0 0 1 0 0,0 0-1 0 0,1 1 119 0 0,-1 0 0 0 0,0 1-1 0 0,0-1 1 0 0,0 0-1 0 0,0 0 1 0 0,0 1 0 0 0,0-1-1 0 0,-1 0 1 0 0,1 1-1 0 0,0-1 1 0 0,-1 1 0 0 0,1-1-1 0 0,-1 1 1 0 0,1 2 0 0 0,1 9 1076 0 0,0 0 1 0 0,1 25-1 0 0,-4 4 113 0 0,0-12-1303 0 0,2 0 1 0 0,7 52 0 0 0,0-33-2550 0 0,-5-25-3843 0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5.1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56 6913 0 0,'-3'-17'475'0'0,"-1"-7"-94"0"0,1 9 3455 0 0,5 27 189 0 0,4 16-3428 0 0,7 16-6802 0 0,-4-23 2584 0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6.5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11522 0 0,'0'0'1294'0'0,"1"13"1387"0"0,3 141 765 0 0,0 7-2767 0 0,-1-128-2052 0 0,1-1-1 0 0,17 63 0 0 0,-14-71-4365 0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6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7834 0 0,'0'0'602'0'0,"20"-4"1270"0"0,26-10-723 0 0,16-5-1735 0 0,0 3-1 0 0,123-16 1 0 0,-184 32 587 0 0,58 0-27 0 0,-56 0 13 0 0,0 0-1 0 0,0 0 1 0 0,0 1 0 0 0,0-1-1 0 0,0 1 1 0 0,0 0-1 0 0,0 0 1 0 0,-1 0-1 0 0,1 0 1 0 0,0 0-1 0 0,0 0 1 0 0,-1 1-1 0 0,1-1 1 0 0,-1 1 0 0 0,1 0-1 0 0,3 4 1 0 0,-4-1 325 0 0,0 1-1 0 0,-1-1 1 0 0,0 1 0 0 0,0-1 0 0 0,0 1 0 0 0,0 0 0 0 0,-1-1 0 0 0,0 1 0 0 0,-1 0 0 0 0,0 8 0 0 0,0 8 2063 0 0,5 62 1545 0 0,-1-68-3875 0 0,-1-1-1 0 0,2 1 1 0 0,7 19-1 0 0,-7-21-733 0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7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23 9218 0 0,'-18'-17'1161'0'0,"12"12"-170"0"0,13 11-437 0 0,26 28-6686 0 0,-23-20 5525 0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7.2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0 125 6913 0 0,'28'15'1597'0'0,"-1"2"-1"0"0,0 1 1 0 0,-2 1-1 0 0,37 36 0 0 0,-61-55-1575 0 0,-1 1 1 0 0,1 0-1 0 0,0-1 0 0 0,-1 1 0 0 0,1-1 0 0 0,-1 1 0 0 0,1-1 1 0 0,0 1-1 0 0,-1-1 0 0 0,1 1 0 0 0,0-1 0 0 0,0 1 1 0 0,-1-1-1 0 0,1 0 0 0 0,0 0 0 0 0,0 1 0 0 0,0-1 0 0 0,-1 0 1 0 0,1 0-1 0 0,0 0 0 0 0,0 0 0 0 0,0 0 0 0 0,0 0 1 0 0,-1 0-1 0 0,1 0 0 0 0,1 0 0 0 0,-1-1 32 0 0,0 0 1 0 0,-1 0-1 0 0,1 0 0 0 0,0 1 0 0 0,-1-1 1 0 0,1 0-1 0 0,-1 0 0 0 0,1 0 0 0 0,-1 0 1 0 0,1 0-1 0 0,-1 0 0 0 0,0 0 1 0 0,1 0-1 0 0,-1 0 0 0 0,0 0 0 0 0,0 0 1 0 0,0-2-1 0 0,1-10 509 0 0,-1-1 0 0 0,-2-21 0 0 0,1 23-442 0 0,-2-21 65 0 0,1-2-1259 0 0,1-39 0 0 0,3 52-4833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7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7370 0 0,'10'17'836'0'0,"0"1"1"0"0,-2 1 0 0 0,0 0-1 0 0,0 0 1 0 0,-2 0 0 0 0,6 33-1 0 0,0 20-4181 0 0,-11-68 2994 0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7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73 8290 0 0,'-8'-18'736'0'0,"2"9"-584"0"0,2 1-152 0 0,2 1 0 0 0,-5-4 4569 0 0,4 5-3913 0 0,0 0-112 0 0,1 2-16 0 0,0 1-8 0 0,6 16-3936 0 0,-1 0 2135 0 0,2 0 993 0 0,0 1 208 0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7.7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7834 0 0,'1'-1'107'0'0,"1"0"1"0"0,0 0 0 0 0,-1 0-1 0 0,1 0 1 0 0,0 0 0 0 0,0 0 0 0 0,0 1-1 0 0,0-1 1 0 0,0 1 0 0 0,0-1-1 0 0,0 1 1 0 0,0 0 0 0 0,0 0 0 0 0,0 0-1 0 0,0 0 1 0 0,0 0 0 0 0,0 0-1 0 0,0 1 1 0 0,0-1 0 0 0,-1 1-1 0 0,1-1 1 0 0,0 1 0 0 0,0 0 0 0 0,0-1-1 0 0,0 1 1 0 0,-1 0 0 0 0,1 0-1 0 0,0 1 1 0 0,-1-1 0 0 0,1 0-1 0 0,-1 0 1 0 0,2 3 0 0 0,2 0 208 0 0,-1 1 0 0 0,0-1 0 0 0,0 1 1 0 0,0 0-1 0 0,-1 0 0 0 0,0 1 0 0 0,0-1 0 0 0,0 1 1 0 0,2 7-1 0 0,0 6 163 0 0,0 1 1 0 0,-2 1 0 0 0,0-1-1 0 0,-2 0 1 0 0,0 1-1 0 0,-3 30 1 0 0,-23 123-1071 0 0,19-148-3632 0 0,1-1-1412 0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8.1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0 112 920 0 0,'13'-12'664'0'0,"-1"0"0"0"0,2 1 0 0 0,-1 1 0 0 0,1 0 0 0 0,1 1 0 0 0,0 1 0 0 0,0 0 0 0 0,1 1-1 0 0,0 0 1 0 0,0 2 0 0 0,18-5 0 0 0,-32 10-617 0 0,0-1-1 0 0,0 1 0 0 0,0-1 1 0 0,0 1-1 0 0,1 0 0 0 0,-1 0 1 0 0,0 0-1 0 0,0 0 0 0 0,0 0 1 0 0,0 0-1 0 0,0 1 0 0 0,0-1 1 0 0,1 1-1 0 0,-1 0 0 0 0,0-1 1 0 0,0 1-1 0 0,0 0 1 0 0,-1 0-1 0 0,1 0 0 0 0,0 0 1 0 0,0 1-1 0 0,0-1 0 0 0,-1 0 1 0 0,1 1-1 0 0,-1-1 0 0 0,1 1 1 0 0,1 2-1 0 0,1 3 137 0 0,0 1 1 0 0,0 0-1 0 0,-1 0 0 0 0,0 0 0 0 0,3 15 1 0 0,-4-14-132 0 0,0-1 0 0 0,1 1 1 0 0,0-1-1 0 0,8 14 0 0 0,-9-19-31 0 0,-1-1-1 0 0,1 1 0 0 0,0-1 1 0 0,-1 0-1 0 0,1 0 0 0 0,0 0 0 0 0,0 0 1 0 0,1 0-1 0 0,-1 0 0 0 0,0 0 0 0 0,1-1 1 0 0,-1 1-1 0 0,1-1 0 0 0,-1 1 1 0 0,1-1-1 0 0,0 0 0 0 0,0 0 0 0 0,-1-1 1 0 0,1 1-1 0 0,0 0 0 0 0,0-1 0 0 0,0 0 1 0 0,0 1-1 0 0,0-1 0 0 0,0 0 1 0 0,5-1-1 0 0,0-2 181 0 0,0 1 1 0 0,0-1 0 0 0,0-1-1 0 0,-1 1 1 0 0,1-1-1 0 0,-1 0 1 0 0,0-1 0 0 0,8-6-1 0 0,29-26 912 0 0,12-10 258 0 0,-50 43-1076 0 0,0 0 0 0 0,0 1 0 0 0,0-1 0 0 0,0 1 0 0 0,0 1 0 0 0,0-1 0 0 0,14-2 0 0 0,-18 4-185 0 0,0 1 0 0 0,0 0 0 0 0,1-1 0 0 0,-1 1 0 0 0,0 0 0 0 0,0 1 0 0 0,1-1 0 0 0,-1 0-1 0 0,0 1 1 0 0,0-1 0 0 0,1 1 0 0 0,-1 0 0 0 0,0-1 0 0 0,0 1 0 0 0,0 0 0 0 0,0 0 0 0 0,0 1 0 0 0,0-1 0 0 0,2 2 0 0 0,-1 0-1 0 0,0 0 0 0 0,-1 0 0 0 0,1 1-1 0 0,-1-1 1 0 0,1 1 0 0 0,-1-1 0 0 0,0 1 0 0 0,-1 0 0 0 0,3 7 0 0 0,0 2 0 0 0,-1 0 0 0 0,-1 1 0 0 0,0-1 0 0 0,-1 0 0 0 0,0 23 0 0 0,-4 17-386 0 0,-2-1 1 0 0,-3 0-1 0 0,-2 0 0 0 0,-2-1 0 0 0,-2-1 0 0 0,-40 93 0 0 0,37-110-7188 0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8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290 0 6585 0 0,'-115'64'649'0'0,"5"-2"99"0"0,46-18 8091 0 0,98-47-6976 0 0,128-31 692 0 0,-1-5-3467 0 0,-127 30-91 0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8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 9674 0 0,'2'0'99'0'0,"1"0"0"0"0,-1 0 0 0 0,0 0 0 0 0,0 0 0 0 0,0-1 0 0 0,0 1-1 0 0,0-1 1 0 0,0 1 0 0 0,0-1 0 0 0,0 0 0 0 0,0 0 0 0 0,-1 0 0 0 0,1 0 0 0 0,3-2 0 0 0,1-1 89 0 0,43-21 507 0 0,-35 16-1222 0 0,0 1 0 0 0,1 1 0 0 0,0 0 0 0 0,0 2-1 0 0,0-1 1 0 0,32-5 0 0 0,-30 9 146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9.1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 11058 0 0,'8'11'2482'0'0,"-7"-2"-1981"0"0,0 0 0 0 0,-1 0 0 0 0,0 0 0 0 0,0 0 0 0 0,-1 0 0 0 0,-4 17 0 0 0,-19 55 1124 0 0,10-35-1241 0 0,-38 151 794 0 0,35-96-2254 0 0,10 0-4459 0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39.4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51 169 3225 0 0,'-2'-18'-190'0'0,"-3"-53"3561"0"0,5 66-2785 0 0,0 0 1 0 0,1 0-1 0 0,-1 0 1 0 0,1 0-1 0 0,1-1 1 0 0,-1 1-1 0 0,1 0 1 0 0,0 1 0 0 0,0-1-1 0 0,0 0 1 0 0,3-4-1 0 0,-4 8-478 0 0,0-1-1 0 0,1 1 0 0 0,-1 0 1 0 0,0 0-1 0 0,1 0 1 0 0,-1 0-1 0 0,1 0 0 0 0,-1 0 1 0 0,1 0-1 0 0,-1 0 0 0 0,1 1 1 0 0,0-1-1 0 0,-1 0 1 0 0,1 1-1 0 0,0 0 0 0 0,0-1 1 0 0,-1 1-1 0 0,1 0 0 0 0,0 0 1 0 0,0 0-1 0 0,-1 0 1 0 0,1 0-1 0 0,0 0 0 0 0,0 1 1 0 0,-1-1-1 0 0,1 1 1 0 0,0-1-1 0 0,-1 1 0 0 0,1-1 1 0 0,-1 1-1 0 0,1 0 0 0 0,0 0 1 0 0,-1 0-1 0 0,2 1 1 0 0,8 5 248 0 0,0 0 1 0 0,-1 1-1 0 0,14 12 0 0 0,-21-17-216 0 0,122 125 1947 0 0,-11-10-1641 0 0,-114-118-446 0 0,20 18 27 0 0,0 1-1 0 0,28 38 1 0 0,-47-56-27 0 0,-1 0 0 0 0,0 0 0 0 0,1-1 1 0 0,-1 1-1 0 0,0 0 0 0 0,0 0 0 0 0,1 0 1 0 0,-1 0-1 0 0,0 0 0 0 0,0 0 0 0 0,0 0 1 0 0,0 0-1 0 0,-1 0 0 0 0,1 0 0 0 0,0 0 1 0 0,0 0-1 0 0,0 0 0 0 0,-1 0 1 0 0,1 0-1 0 0,-1 0 0 0 0,1 0 0 0 0,-1-1 1 0 0,1 1-1 0 0,-1 0 0 0 0,1 0 0 0 0,-1 0 1 0 0,1-1-1 0 0,-1 1 0 0 0,0 0 0 0 0,0-1 1 0 0,1 1-1 0 0,-1-1 0 0 0,0 1 0 0 0,0 0 1 0 0,0-1-1 0 0,0 0 0 0 0,0 1 1 0 0,-1 0-1 0 0,-44 20 85 0 0,37-18-55 0 0,-200 74 821 0 0,166-64-1079 0 0,0-3-1 0 0,-89 10 0 0 0,127-19-377 0 0,2-1-778 0 0,7-5 51 0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0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 4145 0 0,'-10'6'6183'0'0,"10"-5"-6016"0"0,-7 23 1753 0 0,1 28-884 0 0,5-33-799 0 0,0 0 0 0 0,2 0-1 0 0,0 0 1 0 0,2 0 0 0 0,0 0 0 0 0,0 0 0 0 0,13 34 0 0 0,-13-47-141 0 0,0 1 1 0 0,0-1-1 0 0,0 0 1 0 0,1 0-1 0 0,0 0 1 0 0,0 0 0 0 0,0-1-1 0 0,1 1 1 0 0,0-1-1 0 0,10 8 1 0 0,-11-10 2 0 0,0-1 0 0 0,0 1-1 0 0,1-1 1 0 0,-1 0 0 0 0,1-1 0 0 0,-1 1 0 0 0,1-1-1 0 0,0 0 1 0 0,0 0 0 0 0,-1 0 0 0 0,1-1 0 0 0,0 1-1 0 0,0-1 1 0 0,0 0 0 0 0,0-1 0 0 0,-1 1 0 0 0,8-3 0 0 0,-8 3-71 0 0,1-1 1 0 0,-1-1 0 0 0,0 1-1 0 0,0 0 1 0 0,0-1 0 0 0,0 0-1 0 0,0 0 1 0 0,0 0 0 0 0,0-1-1 0 0,-1 1 1 0 0,1-1 0 0 0,-1 0 0 0 0,1 0-1 0 0,-1 0 1 0 0,0-1 0 0 0,0 1-1 0 0,-1-1 1 0 0,1 1 0 0 0,-1-1-1 0 0,0 0 1 0 0,3-7 0 0 0,-2 4 65 0 0,-1 0 0 0 0,-1 0-1 0 0,1 0 1 0 0,-1-1 0 0 0,0 1 0 0 0,-1 0 0 0 0,0-1 0 0 0,0 1 0 0 0,0 0 0 0 0,-1-1 0 0 0,0 1 0 0 0,-4-11-1 0 0,3 10-133 0 0,0 0-1 0 0,-1 0 1 0 0,-1 0-1 0 0,1 0 1 0 0,-1 1-1 0 0,-1-1 1 0 0,1 1-1 0 0,-1 0 0 0 0,0 1 1 0 0,-12-13-1 0 0,13 16-167 0 0,1 0 0 0 0,-1 0 0 0 0,0 1 0 0 0,0-1 0 0 0,0 1 0 0 0,0-1 0 0 0,0 1 0 0 0,0 1 0 0 0,-1-1 0 0 0,1 1 0 0 0,-1-1 0 0 0,1 1 0 0 0,-1 0 0 0 0,1 1 0 0 0,-1-1 0 0 0,0 1-1 0 0,1 0 1 0 0,-1 0 0 0 0,0 1 0 0 0,-4 0 0 0 0,-8 3-5469 0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0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70 12899 0 0,'2'0'176'0'0,"-1"0"-1"0"0,1 0 1 0 0,-1 0 0 0 0,0 1 0 0 0,1-1-1 0 0,-1 0 1 0 0,0 0 0 0 0,1 1 0 0 0,-1-1 0 0 0,0 1-1 0 0,1-1 1 0 0,-1 1 0 0 0,0 0 0 0 0,0-1-1 0 0,0 1 1 0 0,1 0 0 0 0,-1 0 0 0 0,0 0 0 0 0,0 0-1 0 0,0 0 1 0 0,-1 0 0 0 0,1 0 0 0 0,0 0 0 0 0,0 0-1 0 0,0 0 1 0 0,-1 0 0 0 0,1 1 0 0 0,-1-1-1 0 0,1 0 1 0 0,-1 0 0 0 0,1 1 0 0 0,-1-1 0 0 0,0 1-1 0 0,1 1 1 0 0,10 56 1210 0 0,-10-50-1177 0 0,1 7-28 0 0,0 1-42 0 0,0 1-1 0 0,7 21 0 0 0,-8-35-133 0 0,0-1-1 0 0,0 1 0 0 0,1-1 0 0 0,-1 0 0 0 0,1 1 0 0 0,-1-1 0 0 0,1 0 0 0 0,0 0 0 0 0,0 0 1 0 0,1 0-1 0 0,-1-1 0 0 0,1 1 0 0 0,-1-1 0 0 0,1 1 0 0 0,0-1 0 0 0,0 0 0 0 0,4 3 1 0 0,-4-4-15 0 0,-1-1 1 0 0,0 1 0 0 0,1-1-1 0 0,-1 0 1 0 0,1 1 0 0 0,-1-1-1 0 0,1 0 1 0 0,-1-1 0 0 0,0 1-1 0 0,1 0 1 0 0,-1-1 0 0 0,0 1-1 0 0,1-1 1 0 0,-1 0 0 0 0,0 1-1 0 0,1-1 1 0 0,-1 0 0 0 0,0-1-1 0 0,0 1 1 0 0,0 0 0 0 0,0-1-1 0 0,0 1 1 0 0,0-1 0 0 0,-1 1-1 0 0,1-1 1 0 0,0 0-1 0 0,-1 0 1 0 0,1 0 0 0 0,-1 0-1 0 0,2-3 1 0 0,6-8-251 0 0,-1-1 0 0 0,0-1 0 0 0,8-18 0 0 0,-13 26 120 0 0,16-42-359 0 0,-14 35 462 0 0,0-1 0 0 0,1 1 1 0 0,0 0-1 0 0,1 1 0 0 0,1-1 1 0 0,0 1-1 0 0,1 1 0 0 0,16-19 0 0 0,-24 30 51 0 0,0 0 0 0 0,0 0 0 0 0,0 0-1 0 0,0 0 1 0 0,0 0 0 0 0,0 0-1 0 0,0 0 1 0 0,0 1 0 0 0,0-1-1 0 0,0 0 1 0 0,0 1 0 0 0,1-1 0 0 0,-1 1-1 0 0,0-1 1 0 0,0 1 0 0 0,1 0-1 0 0,-1-1 1 0 0,0 1 0 0 0,1 0-1 0 0,-1 0 1 0 0,1 0 0 0 0,-1 0 0 0 0,0 0-1 0 0,1 0 1 0 0,-1 0 0 0 0,0 1-1 0 0,1-1 1 0 0,-1 0 0 0 0,0 1-1 0 0,0-1 1 0 0,1 1 0 0 0,-1 0 0 0 0,0-1-1 0 0,0 1 1 0 0,0 0 0 0 0,0-1-1 0 0,0 1 1 0 0,0 0 0 0 0,0 0 0 0 0,0 0-1 0 0,0 0 1 0 0,0 0 0 0 0,0 0-1 0 0,0 0 1 0 0,-1 1 0 0 0,1-1-1 0 0,-1 0 1 0 0,1 0 0 0 0,0 2 0 0 0,4 9 206 0 0,0 0 0 0 0,-1 0 0 0 0,-1 1 1 0 0,3 16-1 0 0,-2-9 31 0 0,-2-12-230 0 0,1 1-1 0 0,0-1 1 0 0,0 0 0 0 0,0 0-1 0 0,1 0 1 0 0,1 0 0 0 0,-1-1-1 0 0,9 11 1 0 0,17 9-6228 0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0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60 920 0 0,'2'-14'214'0'0,"13"-32"9105"0"0,-10 54-6893 0 0,1 7-594 0 0,22 75 2957 0 0,13 49-2955 0 0,-28-93-1534 0 0,-2-5-189 0 0,8 54 0 0 0,-14-36-6212 0 0,-5-27-676 0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1.1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1 167 5065 0 0,'0'-2'448'0'0,"1"-2"-352"0"0,2 0-96 0 0,1 2 0 0 0,2-1 424 0 0,-1 0 72 0 0,0-1 17 0 0,6-3-1 0 0,7-4 64 0 0,8-5 8 0 0,6-2 8 0 0,3-2 0 0 0,1 2-800 0 0,1 0-160 0 0,-1 3-32 0 0,0 3-8 0 0,-2 2 304 0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1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0,'1'1'202'0'0,"1"-1"0"0"0,-1 0 0 0 0,0 1 0 0 0,0-1 0 0 0,0 1 0 0 0,0-1 0 0 0,-1 1 0 0 0,1 0-1 0 0,0-1 1 0 0,0 1 0 0 0,0 0 0 0 0,0 0 0 0 0,-1 0 0 0 0,1 0 0 0 0,0-1 0 0 0,-1 1 0 0 0,1 0 0 0 0,-1 0-1 0 0,1 0 1 0 0,0 2 0 0 0,9 24 2553 0 0,-9-25-2683 0 0,5 22 631 0 0,-1 0 0 0 0,-2 1 0 0 0,0-1 0 0 0,-2 1 0 0 0,-1 29 0 0 0,1 18-713 0 0,-1-71-174 0 0,-1 15 18 0 0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1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5529 0 0,'12'-8'288'0'0,"0"0"1"0"0,1 1-1 0 0,0 1 0 0 0,15-5 1 0 0,-24 9-5 0 0,1 0 1 0 0,0 1-1 0 0,0 0 1 0 0,0 0-1 0 0,0 1 1 0 0,0-1-1 0 0,-1 1 1 0 0,1 0-1 0 0,0 0 1 0 0,0 0-1 0 0,0 1 0 0 0,0 0 1 0 0,0 0-1 0 0,0 0 1 0 0,7 4-1 0 0,-11-5-175 0 0,1 1 0 0 0,-1 0 0 0 0,0-1-1 0 0,0 1 1 0 0,0 0 0 0 0,0 0-1 0 0,0 0 1 0 0,0 0 0 0 0,0 0 0 0 0,0 0-1 0 0,0 0 1 0 0,0 0 0 0 0,0 0 0 0 0,-1 1-1 0 0,1-1 1 0 0,0 0 0 0 0,-1 0-1 0 0,1 1 1 0 0,-1-1 0 0 0,1 0 0 0 0,-1 3-1 0 0,1-1 54 0 0,-1 1 0 0 0,0-1-1 0 0,-1 1 1 0 0,1-1 0 0 0,0 1 0 0 0,-1-1-1 0 0,0 1 1 0 0,-2 5 0 0 0,-2 5 188 0 0,-2 0-1 0 0,0 0 1 0 0,-10 14 0 0 0,13-21-197 0 0,-63 90 821 0 0,36-58-5917 0 0,19-24-616 0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1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 2761 0 0,'2'-1'538'0'0,"0"0"1"0"0,0 0-1 0 0,0 1 1 0 0,0-1-1 0 0,0 0 1 0 0,0 1-1 0 0,0-1 1 0 0,0 1-1 0 0,1 0 1 0 0,1-1 0 0 0,-3 1-338 0 0,0 1 0 0 0,0-1 1 0 0,0 0-1 0 0,-1 0 1 0 0,1 0-1 0 0,0 1 1 0 0,-1-1-1 0 0,1 0 0 0 0,0 1 1 0 0,0-1-1 0 0,-1 0 1 0 0,1 1-1 0 0,-1-1 1 0 0,1 1-1 0 0,0-1 0 0 0,-1 1 1 0 0,1-1-1 0 0,-1 1 1 0 0,2 1-1 0 0,-1 2 280 0 0,1 0-1 0 0,-1 1 1 0 0,1-1-1 0 0,-1 1 1 0 0,-1-1-1 0 0,1 1 1 0 0,0 8-1 0 0,-1-7-394 0 0,0-1 0 0 0,1 1 0 0 0,0-1 0 0 0,0 0-1 0 0,0 1 1 0 0,1-1 0 0 0,2 7 0 0 0,-3-9-92 0 0,1-1 0 0 0,0 1 0 0 0,-1 0 0 0 0,1-1 0 0 0,0 1 0 0 0,0-1 0 0 0,0 1 0 0 0,0-1-1 0 0,1 0 1 0 0,-1 0 0 0 0,1 0 0 0 0,-1 0 0 0 0,1-1 0 0 0,0 1 0 0 0,0 0 0 0 0,0-1 0 0 0,-1 0 0 0 0,1 0 0 0 0,0 0 0 0 0,1 0 0 0 0,-1 0 0 0 0,0-1 0 0 0,0 0 0 0 0,0 1 0 0 0,0-1 0 0 0,0 0 0 0 0,1 0 0 0 0,-1-1 0 0 0,3 0 0 0 0,0 0-142 0 0,0-1 0 0 0,0-1 0 0 0,-1 1 0 0 0,1-1 0 0 0,-1 0 0 0 0,0-1-1 0 0,0 1 1 0 0,0-1 0 0 0,0 0 0 0 0,-1 0 0 0 0,1 0 0 0 0,-1-1 0 0 0,0 1 0 0 0,4-7 0 0 0,6-9-515 0 0,-4 5 661 0 0,0 1 1 0 0,1 0 0 0 0,0 1-1 0 0,1 0 1 0 0,1 0 0 0 0,24-18 0 0 0,-36 31 161 0 0,0-1 1 0 0,0 1-1 0 0,0 0 1 0 0,0-1-1 0 0,0 1 1 0 0,0 0-1 0 0,0 0 1 0 0,0 0-1 0 0,0-1 1 0 0,0 1 0 0 0,1 0-1 0 0,-1 1 1 0 0,0-1-1 0 0,0 0 1 0 0,0 0-1 0 0,0 0 1 0 0,0 1-1 0 0,0-1 1 0 0,0 0-1 0 0,0 1 1 0 0,0-1-1 0 0,0 1 1 0 0,0-1-1 0 0,1 2 1 0 0,25 20 1626 0 0,-3-3-1881 0 0,0-10-1227 0 0,-8-5-3375 0 0,-1-2-1265 0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2.0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44 11522 0 0,'-1'-9'358'0'0,"1"6"-190"0"0,0 0 0 0 0,0 0-1 0 0,0 0 1 0 0,-1 0 0 0 0,1 0 0 0 0,-1 0 0 0 0,0 0-1 0 0,0 0 1 0 0,0 1 0 0 0,-6-4 1600 0 0,6 7-1591 0 0,1-1 1 0 0,0 1 0 0 0,-1-1 0 0 0,1 1 0 0 0,0-1-1 0 0,0 1 1 0 0,0-1 0 0 0,-1 1 0 0 0,1-1-1 0 0,0 1 1 0 0,0-1 0 0 0,0 1 0 0 0,0-1 0 0 0,0 1-1 0 0,0-1 1 0 0,0 1 0 0 0,0-1 0 0 0,0 2-1 0 0,-2 18 804 0 0,3 17-94 0 0,2 1-1 0 0,9 46 1 0 0,25 72-1622 0 0,-27-116-178 0 0,-3-10-6500 0 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2.2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4 261 2304 0 0,'-1'-6'344'0'0,"0"1"-1"0"0,0-1 0 0 0,1 0 0 0 0,0 0 0 0 0,0 0 0 0 0,0 0 0 0 0,1 0 0 0 0,0 0 0 0 0,0 0 0 0 0,0 0 0 0 0,1 1 0 0 0,0-1 0 0 0,0 1 0 0 0,0-1 0 0 0,1 1 0 0 0,0 0 1 0 0,0-1-1 0 0,0 2 0 0 0,1-1 0 0 0,-1 0 0 0 0,7-6 0 0 0,1-1 979 0 0,1 1 0 0 0,0-1 0 0 0,20-13-1 0 0,13-3-801 0 0,-30 20-437 0 0,0 1-1 0 0,1 1 1 0 0,0 1-1 0 0,0 0 0 0 0,0 1 1 0 0,0 1-1 0 0,0 0 1 0 0,1 1-1 0 0,0 1 0 0 0,-1 0 1 0 0,1 2-1 0 0,-1 0 1 0 0,18 3-1 0 0,-32-4-161 0 0,0 1-90 0 0,1-1 0 0 0,-1 1 0 0 0,1-1 0 0 0,-1 1 0 0 0,0 0 0 0 0,1 0 0 0 0,-1 0 0 0 0,4 3 0 0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2.6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160 589 2761 0 0,'-16'4'595'0'0,"0"-1"-1"0"0,1-1 1 0 0,-1 0 0 0 0,0-1 0 0 0,0-1 0 0 0,0 0 0 0 0,0-1 0 0 0,-16-4 0 0 0,32 5-563 0 0,0 0-1 0 0,0 0 1 0 0,0 0 0 0 0,0 0-1 0 0,0 0 1 0 0,1 0-1 0 0,-1 0 1 0 0,0 0 0 0 0,0-1-1 0 0,0 1 1 0 0,0 0 0 0 0,0 0-1 0 0,0 0 1 0 0,0 0-1 0 0,0 0 1 0 0,0 0 0 0 0,0 0-1 0 0,0 0 1 0 0,0-1 0 0 0,0 1-1 0 0,0 0 1 0 0,0 0-1 0 0,0 0 1 0 0,0 0 0 0 0,1 0-1 0 0,-1 0 1 0 0,0 0 0 0 0,0-1-1 0 0,-1 1 1 0 0,1 0-1 0 0,0 0 1 0 0,0 0 0 0 0,0 0-1 0 0,0 0 1 0 0,0 0 0 0 0,0 0-1 0 0,0-1 1 0 0,0 1-1 0 0,0 0 1 0 0,0 0 0 0 0,0 0-1 0 0,0 0 1 0 0,0 0 0 0 0,0 0-1 0 0,0 0 1 0 0,0 0-1 0 0,0 0 1 0 0,-1 0 0 0 0,1-1-1 0 0,0 1 1 0 0,0 0 0 0 0,0 0-1 0 0,0 0 1 0 0,0 0-1 0 0,0 0 1 0 0,0 0 0 0 0,-1 0-1 0 0,21-8 769 0 0,25-6-92 0 0,379-79 3536 0 0,-191 46-3013 0 0,1367-257 2784 0 0,-646 212-3829 0 0,-816 84-185 0 0,421-15-14 0 0,-554 23-235 0 0,63 3 892 0 0,-34 6-1782 0 0,-31-8 532 0 0,-1 0 1 0 0,1 0-1 0 0,-1 1 0 0 0,1-1 1 0 0,-1 1-1 0 0,1 0 1 0 0,-1-1-1 0 0,3 4 1 0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3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192 1 8290 0 0,'-8'0'7340'0'0,"-1"10"-4197"0"0,-6 19-2064 0 0,12-23-471 0 0,-38 90 401 0 0,-47 169-1 0 0,68-189-1294 0 0,12-26-3037 0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3.4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58 2761 0 0,'-1'-2'172'0'0,"1"-1"0"0"0,0 1 0 0 0,0-1 0 0 0,0 1 1 0 0,0-1-1 0 0,0 1 0 0 0,0-1 0 0 0,1 1 0 0 0,-1-1 1 0 0,1 1-1 0 0,0 0 0 0 0,0-1 0 0 0,-1 1 0 0 0,2 0 1 0 0,-1-1-1 0 0,0 1 0 0 0,0 0 0 0 0,3-3 0 0 0,-2 4 122 0 0,0 0-1 0 0,0-1 0 0 0,0 1 0 0 0,0 1 1 0 0,0-1-1 0 0,0 0 0 0 0,0 0 0 0 0,0 1 1 0 0,1-1-1 0 0,-1 1 0 0 0,0 0 0 0 0,0 0 1 0 0,1 0-1 0 0,-1 0 0 0 0,0 0 0 0 0,0 0 1 0 0,0 0-1 0 0,1 1 0 0 0,-1-1 0 0 0,0 1 1 0 0,4 1-1 0 0,10 5 674 0 0,0 0 0 0 0,-1 1 1 0 0,0 0-1 0 0,0 2 0 0 0,-1 0 0 0 0,25 22 0 0 0,-1-2-245 0 0,46 30-389 0 0,-51-39-149 0 0,-1 2 0 0 0,-1 1 0 0 0,-1 1 0 0 0,51 57 0 0 0,-78-79-187 0 0,-1 0-1 0 0,1 0 1 0 0,-1 1 0 0 0,0-1 0 0 0,0 0 0 0 0,-1 1 0 0 0,1-1 0 0 0,-1 1 0 0 0,1 0 0 0 0,0 5 0 0 0,-2-7 1 0 0,0 0 1 0 0,0-1-1 0 0,-1 1 0 0 0,1-1 0 0 0,0 1 1 0 0,-1 0-1 0 0,1-1 0 0 0,-1 1 0 0 0,1-1 1 0 0,-1 1-1 0 0,0-1 0 0 0,1 0 0 0 0,-1 1 1 0 0,0-1-1 0 0,0 0 0 0 0,0 1 0 0 0,0-1 0 0 0,0 0 1 0 0,-1 0-1 0 0,1 0 0 0 0,0 0 0 0 0,0 0 1 0 0,-1 0-1 0 0,1 0 0 0 0,-1 0 0 0 0,1-1 1 0 0,-2 2-1 0 0,-38 16-5 0 0,0-2 0 0 0,-1-1 0 0 0,-1-2-1 0 0,0-2 1 0 0,-77 9 0 0 0,87-16-553 0 0,1-2-1 0 0,0-2 1 0 0,-34-3-1 0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0,'1'6'944'0'0,"0"1"0"0"0,1-1-1 0 0,0 0 1 0 0,0 0 0 0 0,1 0-1 0 0,4 8 1 0 0,6 18-53 0 0,-5-5-593 0 0,-2 0 0 0 0,5 52 0 0 0,-7 12-2493 0 0,-4-70-3873 0 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3.8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5 11058 0 0,'-4'-1'488'0'0,"2"-1"105"0"0,2 1-473 0 0,2 1-120 0 0,-1 0 0 0 0,0 1-104 0 0,2 2 16 0 0,0 0 8 0 0,2 4-385 0 0,-1 1-79 0 0,0 1-8 0 0,-2 5-8 0 0,-2 0 464 0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4.1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 11979 0 0,'4'4'206'0'0,"0"0"1"0"0,-1 0-1 0 0,1 0 1 0 0,-1 0 0 0 0,0 1-1 0 0,0-1 1 0 0,-1 1-1 0 0,1 0 1 0 0,-1 0-1 0 0,2 6 1 0 0,1 10-114 0 0,0 1 0 0 0,-1-1 0 0 0,1 26 1 0 0,-3-20-361 0 0,9 36 1 0 0,0-117 245 0 0,-6 18 128 0 0,-4 19-42 0 0,1 0 0 0 0,0 1-1 0 0,2-1 1 0 0,0 1 0 0 0,0 0 0 0 0,2 0-1 0 0,11-24 1 0 0,-16 38 23 0 0,0 1-1 0 0,1-1 0 0 0,-1 1 1 0 0,0-1-1 0 0,1 1 0 0 0,-1-1 1 0 0,1 1-1 0 0,0 0 1 0 0,-1 0-1 0 0,1 0 0 0 0,0 0 1 0 0,0 0-1 0 0,0 0 1 0 0,0 0-1 0 0,-1 0 0 0 0,1 1 1 0 0,0-1-1 0 0,0 1 1 0 0,1 0-1 0 0,-1-1 0 0 0,0 1 1 0 0,0 0-1 0 0,0 0 0 0 0,0 0 1 0 0,0 1-1 0 0,0-1 1 0 0,0 0-1 0 0,0 1 0 0 0,0-1 1 0 0,0 1-1 0 0,0 0 1 0 0,0 0-1 0 0,2 1 0 0 0,8 4-19 0 0,0 0 1 0 0,-1 1-1 0 0,0 0 0 0 0,10 9 0 0 0,-13-10-226 0 0,21 14-4958 0 0,-13-10-359 0 0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4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7834 0 0,'1'0'306'0'0,"1"1"1"0"0,-1-1 0 0 0,1 0-1 0 0,-1 1 1 0 0,0 0-1 0 0,1-1 1 0 0,-1 1 0 0 0,1 0-1 0 0,-1-1 1 0 0,0 1 0 0 0,0 0-1 0 0,0 0 1 0 0,1 0 0 0 0,-1 0-1 0 0,0 0 1 0 0,0 1-1 0 0,0-1 1 0 0,-1 0 0 0 0,1 0-1 0 0,0 1 1 0 0,0-1 0 0 0,-1 0-1 0 0,1 1 1 0 0,0-1 0 0 0,-1 1-1 0 0,0-1 1 0 0,1 1-1 0 0,-1 2 1 0 0,7 51 3107 0 0,-6-47-3018 0 0,8 170 2157 0 0,-10-60-7902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4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7 269 2304 0 0,'-2'-13'316'0'0,"0"1"-1"0"0,1-1 0 0 0,0 0 1 0 0,0 1-1 0 0,2-1 0 0 0,0 0 1 0 0,0 0-1 0 0,6-21 0 0 0,-5 25 218 0 0,0 1-1 0 0,1 0 1 0 0,0 0-1 0 0,1 0 1 0 0,-1 0-1 0 0,2 0 1 0 0,-1 1-1 0 0,1 0 1 0 0,0 0-1 0 0,0 0 1 0 0,1 0-1 0 0,0 1 1 0 0,12-10-1 0 0,-14 14-262 0 0,0-1-1 0 0,0 1 0 0 0,0 0 0 0 0,1 0 1 0 0,-1 1-1 0 0,0-1 0 0 0,1 1 0 0 0,-1 0 0 0 0,1 0 1 0 0,-1 0-1 0 0,1 1 0 0 0,-1 0 0 0 0,1 0 1 0 0,0 0-1 0 0,4 1 0 0 0,-1 0 8 0 0,-1 0 0 0 0,0 1 0 0 0,0 0-1 0 0,-1 1 1 0 0,1-1 0 0 0,0 1 0 0 0,-1 0 0 0 0,1 1-1 0 0,8 6 1 0 0,-10-7-139 0 0,0 1 0 0 0,-1 0 0 0 0,1 0 0 0 0,-1 1-1 0 0,0-1 1 0 0,0 1 0 0 0,-1 0 0 0 0,1 0 0 0 0,-1 0 0 0 0,0 0 0 0 0,3 8-1 0 0,-5-9-83 0 0,0 0 0 0 0,0 0-1 0 0,0 0 1 0 0,0 0 0 0 0,-1 0-1 0 0,1 0 1 0 0,-1 0-1 0 0,0 0 1 0 0,-1 0 0 0 0,1 0-1 0 0,-1 0 1 0 0,1 0 0 0 0,-1 0-1 0 0,0 0 1 0 0,0-1 0 0 0,-1 1-1 0 0,-3 7 1 0 0,-1 0-168 0 0,-1 0-1 0 0,0 0 1 0 0,-1-1 0 0 0,0 0 0 0 0,-1-1 0 0 0,0 0 0 0 0,0 0 0 0 0,-1-1 0 0 0,0 0-1 0 0,-1 0 1 0 0,-18 9 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4.9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 9274 0 0,'2'0'174'0'0,"-1"-1"0"0"0,1 0 0 0 0,-1 0 0 0 0,1 0 0 0 0,0 1 0 0 0,-1-1 0 0 0,1 1 0 0 0,0-1 0 0 0,0 1 0 0 0,-1 0 0 0 0,1 0 0 0 0,0 0 0 0 0,0 0 0 0 0,0 0 0 0 0,-1 0 0 0 0,1 0 0 0 0,0 1 0 0 0,-1-1 0 0 0,1 0 0 0 0,0 1 0 0 0,0 0 0 0 0,-1-1 0 0 0,1 1 0 0 0,-1 0 0 0 0,1 0 0 0 0,-1 0 0 0 0,1 0 0 0 0,-1 0 0 0 0,1 0 0 0 0,-1 0 0 0 0,0 0 0 0 0,0 1 0 0 0,0-1 0 0 0,1 0 0 0 0,-1 1 0 0 0,0-1 0 0 0,-1 1 0 0 0,1 0 0 0 0,1 1 0 0 0,3 9 556 0 0,0 1 0 0 0,-1-1 0 0 0,-1 1 0 0 0,4 21 0 0 0,1 3-482 0 0,14 16 32 0 0,-20-49-334 0 0,0-1-1 0 0,-1 0 1 0 0,1 0-1 0 0,0 0 1 0 0,1 0 0 0 0,-1 0-1 0 0,1 0 1 0 0,-1-1 0 0 0,1 1-1 0 0,0-1 1 0 0,0 0 0 0 0,0 0-1 0 0,4 3 1 0 0,-6-5-39 0 0,1 0 0 0 0,-1 0-1 0 0,1 1 1 0 0,-1-1 0 0 0,0 0 0 0 0,1-1 0 0 0,-1 1 0 0 0,1 0 0 0 0,-1 0 0 0 0,0 0-1 0 0,1-1 1 0 0,-1 1 0 0 0,0-1 0 0 0,1 1 0 0 0,-1-1 0 0 0,0 0 0 0 0,0 1-1 0 0,0-1 1 0 0,1 0 0 0 0,-1 0 0 0 0,0 0 0 0 0,0 0 0 0 0,0 0 0 0 0,0 0-1 0 0,0 0 1 0 0,-1 0 0 0 0,1 0 0 0 0,1-2 0 0 0,23-42-1795 0 0,-20 34 1704 0 0,31-73-1146 0 0,-23 53 1930 0 0,23-36 2407 0 0,-31 79-1638 0 0,5 21-188 0 0,-7-23-651 0 0,-1-1-355 0 0,2-1-1 0 0,-1 0 1 0 0,1 1 0 0 0,1-1 0 0 0,-1-1-1 0 0,1 1 1 0 0,1-1 0 0 0,9 11-1 0 0,-10-13-519 0 0,1 0 0 0 0,-1 0 0 0 0,1 0 0 0 0,0-1 0 0 0,0 0 0 0 0,11 5 0 0 0,0-3-6660 0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25 11979 0 0,'-5'-11'256'0'0,"-2"-2"1635"0"0,8 27 723 0 0,26 262 3775 0 0,-17-138-7264 0 0,8 0-4925 0 0,-13-110-1268 0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5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0 169 9218 0 0,'0'-1'187'0'0,"0"0"0"0"0,1 0 0 0 0,-1 0 0 0 0,0 0 0 0 0,0 0 0 0 0,0 1 0 0 0,1-1 0 0 0,-1 0 0 0 0,0 0 0 0 0,1 0 0 0 0,-1 0 0 0 0,0 0 0 0 0,1 1 0 0 0,0-1 0 0 0,-1 0 0 0 0,1 0 0 0 0,-1 1 1 0 0,1-1-1 0 0,0 0 0 0 0,-1 1 0 0 0,1-1 0 0 0,0 1 0 0 0,1-2 0 0 0,26-22 2915 0 0,-22 20-3073 0 0,16-13 638 0 0,0 0 1 0 0,1 2-1 0 0,36-18 0 0 0,-43 25-1063 0 0,2 1 1 0 0,18-5-1 0 0,-23 8-929 0 0,1 2-1 0 0,-1-1 0 0 0,20 0 0 0 0,-13 4-817 0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1:45.4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21197 0 0,'2'11'936'0'0,"-1"-4"200"0"0,1 0-912 0 0,-1-3-224 0 0,2-3 0 0 0,-2-1 0 0 0,2 0-152 0 0,1-1-72 0 0,3-2-24 0 0,4-1 0 0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0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3 10138 0 0,'0'0'-9'0'0,"0"0"-1"0"0,0 0 0 0 0,0 0 1 0 0,0 0-1 0 0,0 0 0 0 0,0 0 1 0 0,-1 0-1 0 0,1 0 0 0 0,0 0 1 0 0,0 0-1 0 0,0 0 0 0 0,0 0 1 0 0,0 0-1 0 0,0 0 0 0 0,0 0 1 0 0,0 0-1 0 0,0 0 0 0 0,-1 0 1 0 0,1 0-1 0 0,0 0 0 0 0,0 0 1 0 0,0 0-1 0 0,0 0 0 0 0,0 0 1 0 0,0 0-1 0 0,0 0 1 0 0,0 0-1 0 0,0 0 0 0 0,0 0 1 0 0,0 0-1 0 0,-1-1 0 0 0,1 1 1 0 0,0 0-1 0 0,0 0 0 0 0,0 0 1 0 0,0 0-1 0 0,0 0 0 0 0,0 0 1 0 0,0 0-1 0 0,0 0 0 0 0,0 0 1 0 0,0 0-1 0 0,0 0 0 0 0,0-1 1 0 0,0 1-1 0 0,0 0 0 0 0,0 0 1 0 0,0 0-1 0 0,0 0 1 0 0,0 0-1 0 0,0 0 0 0 0,0 0 1 0 0,0-1-1 0 0,-13 13 457 0 0,-15 19 493 0 0,-42 74-305 0 0,61-90-578 0 0,1 0 0 0 0,1 1 0 0 0,0 0 0 0 0,1 0 0 0 0,-5 21 0 0 0,11-34-38 0 0,-1-1 0 0 0,1 1 0 0 0,-1 0 0 0 0,1 0 0 0 0,0-1 0 0 0,0 1 0 0 0,0 0-1 0 0,0-1 1 0 0,1 1 0 0 0,-1 0 0 0 0,1-1 0 0 0,0 1 0 0 0,-1 0 0 0 0,1-1 0 0 0,0 1 0 0 0,1-1 0 0 0,-1 1 0 0 0,0-1-1 0 0,3 4 1 0 0,-1-3-36 0 0,0 0 0 0 0,0-1 0 0 0,0 1 0 0 0,1-1 0 0 0,-1 0 0 0 0,1 0 0 0 0,-1 0 0 0 0,1 0 0 0 0,-1-1 0 0 0,1 1-1 0 0,7 1 1 0 0,7 0-19 0 0,0-1-1 0 0,0 0 1 0 0,0-1-1 0 0,29-2 1 0 0,-14-1 169 0 0,-1-1 66 0 0,56 4-1 0 0,-81 0-196 0 0,1-1 0 0 0,-1 1 0 0 0,0 1 1 0 0,1 0-1 0 0,-1 0 0 0 0,0 0 0 0 0,0 1 0 0 0,0 0 0 0 0,-1 0 0 0 0,1 0 0 0 0,-1 1 0 0 0,1 0 0 0 0,5 6 0 0 0,-9-7 48 0 0,-1 0 1 0 0,0 0 0 0 0,0 0-1 0 0,0 0 1 0 0,0 1 0 0 0,0-1-1 0 0,-1 1 1 0 0,1-1 0 0 0,-1 1-1 0 0,0-1 1 0 0,0 1 0 0 0,-1 0 0 0 0,1 0-1 0 0,-1-1 1 0 0,1 1 0 0 0,-1 0-1 0 0,0 0 1 0 0,-1 0 0 0 0,1-1-1 0 0,-1 1 1 0 0,0 0 0 0 0,1 0-1 0 0,-2-1 1 0 0,-1 6 0 0 0,-3 6 334 0 0,0-1 0 0 0,0 0 0 0 0,-2-1 0 0 0,-14 22 0 0 0,-17 15 434 0 0,-3-1 0 0 0,-2-2 0 0 0,-67 55 0 0 0,94-88-1142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1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1 340 5529 0 0,'8'-2'427'0'0,"0"0"0"0"0,0-1 1 0 0,-1 0-1 0 0,1 0 0 0 0,-1 0 0 0 0,0-1 0 0 0,0 0 0 0 0,0-1 0 0 0,0 1 0 0 0,-1-1 1 0 0,1-1-1 0 0,-1 1 0 0 0,-1-1 0 0 0,1 0 0 0 0,-1-1 0 0 0,0 1 0 0 0,0-1 1 0 0,-1 0-1 0 0,0 0 0 0 0,0 0 0 0 0,-1-1 0 0 0,3-7 0 0 0,-3 5-354 0 0,0 0 0 0 0,-1 0 0 0 0,0 0 0 0 0,0 0 0 0 0,-1 0 0 0 0,0 0 0 0 0,-1 0 0 0 0,-1-1 0 0 0,1 1 0 0 0,-1 0 0 0 0,-1 0 0 0 0,0 0 0 0 0,-1 0 0 0 0,1 0 1 0 0,-2 1-1 0 0,1-1 0 0 0,-9-13 0 0 0,12 22-74 0 0,-1-1 0 0 0,1 1 0 0 0,-1 0 0 0 0,0 0 0 0 0,1-1 0 0 0,-1 1 0 0 0,0 0 0 0 0,0 0 0 0 0,0 0 0 0 0,0 0 0 0 0,0 0 0 0 0,0 0 0 0 0,0 0 1 0 0,0 0-1 0 0,-1 1 0 0 0,1-1 0 0 0,0 0 0 0 0,0 1 0 0 0,-1-1 0 0 0,1 1 0 0 0,0-1 0 0 0,-3 0 0 0 0,3 2 5 0 0,-1-1 0 0 0,1 0-1 0 0,0 1 1 0 0,0-1 0 0 0,0 1 0 0 0,0-1-1 0 0,-1 1 1 0 0,1 0 0 0 0,0 0 0 0 0,0-1-1 0 0,0 1 1 0 0,0 0 0 0 0,1 0 0 0 0,-1 0-1 0 0,0 0 1 0 0,0 0 0 0 0,0 0 0 0 0,1 0-1 0 0,-2 2 1 0 0,-2 4 30 0 0,1 1 1 0 0,0 0-1 0 0,0 0 0 0 0,0 0 0 0 0,1 0 1 0 0,-2 10-1 0 0,2 2-68 0 0,1 0-1 0 0,0 0 1 0 0,2 0-1 0 0,0 0 1 0 0,1 0 0 0 0,1 0-1 0 0,1 0 1 0 0,8 23-1 0 0,-9-34 7 0 0,0 0 0 0 0,1 0-1 0 0,0 0 1 0 0,0-1-1 0 0,1 1 1 0 0,0-1 0 0 0,1 0-1 0 0,0-1 1 0 0,0 1-1 0 0,0-1 1 0 0,1 0 0 0 0,0-1-1 0 0,0 1 1 0 0,1-2-1 0 0,0 1 1 0 0,0-1 0 0 0,0 0-1 0 0,1 0 1 0 0,9 3-1 0 0,37 5-4588 0 0,-29-9-320 0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1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15 6449 0 0,'-14'-11'882'0'0,"13"10"-620"0"0,1 1 0 0 0,-1-1 0 0 0,0 1 1 0 0,1 0-1 0 0,-1-1 0 0 0,0 1 0 0 0,0 0 0 0 0,1 0 1 0 0,-1-1-1 0 0,0 1 0 0 0,0 0 0 0 0,1 0 0 0 0,-1 0 1 0 0,0 0-1 0 0,0 0 0 0 0,1 0 0 0 0,-1 0 0 0 0,-1 0 0 0 0,2 1-8 0 0,-1-1 0 0 0,0 1-1 0 0,1-1 1 0 0,-3 2 761 0 0,3-1-762 0 0,-1 0 1 0 0,1-1 0 0 0,-1 1-1 0 0,1-1 1 0 0,0 1 0 0 0,-1 0-1 0 0,1 0 1 0 0,0-1 0 0 0,-1 1-1 0 0,1 0 1 0 0,0 0-1 0 0,-3 18 63 0 0,1 11 669 0 0,2 0 0 0 0,1 0 0 0 0,8 48 0 0 0,26 87-388 0 0,-6-73-759 0 0,-4-34-5796 0 0,-6-18-966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1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70 364 5529 0 0,'4'-6'379'0'0,"0"1"0"0"0,0 0 0 0 0,0 0 0 0 0,1 0 0 0 0,-1 0-1 0 0,1 1 1 0 0,6-5 0 0 0,19-18 2010 0 0,-21 15-1885 0 0,-1 0 0 0 0,0 0 0 0 0,0 0 0 0 0,-1-1 0 0 0,-1 0 0 0 0,0-1 0 0 0,6-24 0 0 0,-10 31-431 0 0,0 0 1 0 0,0 0-1 0 0,-1-1 0 0 0,-1 1 1 0 0,1 0-1 0 0,-1 0 0 0 0,0-1 1 0 0,-1 1-1 0 0,0 0 0 0 0,0 0 1 0 0,0-1-1 0 0,-1 1 0 0 0,0 0 1 0 0,0 0-1 0 0,-1 1 0 0 0,0-1 0 0 0,-5-8 1 0 0,7 13-12 0 0,-1-1 1 0 0,1 1-1 0 0,-1 0 1 0 0,0 0-1 0 0,0 0 1 0 0,1 0-1 0 0,-1 1 1 0 0,0-1-1 0 0,-1 0 1 0 0,1 1-1 0 0,0 0 1 0 0,0-1-1 0 0,-1 1 0 0 0,1 0 1 0 0,-1 0-1 0 0,1 0 1 0 0,-1 1-1 0 0,1-1 1 0 0,-1 0-1 0 0,1 1 1 0 0,-1 0-1 0 0,0 0 1 0 0,1-1-1 0 0,-1 2 1 0 0,0-1-1 0 0,1 0 1 0 0,-1 0-1 0 0,1 1 1 0 0,-1 0-1 0 0,0-1 1 0 0,1 1-1 0 0,-1 0 0 0 0,1 0 1 0 0,0 0-1 0 0,-1 1 1 0 0,1-1-1 0 0,0 0 1 0 0,-3 3-1 0 0,-3 2 93 0 0,1 0 0 0 0,-1 0-1 0 0,1 0 1 0 0,0 1 0 0 0,1 0 0 0 0,0 1-1 0 0,0-1 1 0 0,0 1 0 0 0,-4 11-1 0 0,5-11-140 0 0,2 0 0 0 0,-1 0 0 0 0,1 0 0 0 0,1 1 0 0 0,-1-1 0 0 0,2 1 0 0 0,-1 0 0 0 0,1 0 0 0 0,0 0 0 0 0,1 0 0 0 0,0 0 1 0 0,1 10-1 0 0,0-14-23 0 0,1 0 1 0 0,-1 0 0 0 0,1 0 0 0 0,-1 0-1 0 0,1 0 1 0 0,1-1 0 0 0,-1 1 0 0 0,1-1 0 0 0,-1 0-1 0 0,1 1 1 0 0,1-1 0 0 0,-1 0 0 0 0,0-1 0 0 0,1 1-1 0 0,0-1 1 0 0,0 1 0 0 0,0-1 0 0 0,0-1-1 0 0,1 1 1 0 0,-1 0 0 0 0,1-1 0 0 0,6 3 0 0 0,0-1-378 0 0,1 0 0 0 0,0 0 0 0 0,0-1 0 0 0,0-1 0 0 0,1 0-1 0 0,-1 0 1 0 0,0-1 0 0 0,1-1 0 0 0,-1 0 0 0 0,1-1 0 0 0,-1 0 0 0 0,13-3 0 0 0,6-6 266 0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1.9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10 9218 0 0,'-1'-1'176'0'0,"0"0"1"0"0,0 0-1 0 0,0 0 1 0 0,0 0-1 0 0,0 1 1 0 0,-1-1-1 0 0,1 1 1 0 0,0-1-1 0 0,0 0 1 0 0,-1 1-1 0 0,1 0 1 0 0,0-1-1 0 0,-1 1 0 0 0,1 0 1 0 0,0 0-1 0 0,-1 0 1 0 0,1 0-1 0 0,-1 0 1 0 0,1 0-1 0 0,0 0 1 0 0,-1 0-1 0 0,1 0 1 0 0,0 1-1 0 0,-1-1 1 0 0,1 0-1 0 0,0 1 1 0 0,-1 0-1 0 0,1-1 0 0 0,0 1 1 0 0,0 0-1 0 0,0-1 1 0 0,0 1-1 0 0,-1 0 1 0 0,1 0-1 0 0,0 0 1 0 0,0 0-1 0 0,1 0 1 0 0,-1 0-1 0 0,-1 2 1 0 0,-2 1 238 0 0,0 1 1 0 0,1-1 0 0 0,0 1-1 0 0,0 0 1 0 0,0 0 0 0 0,0 0-1 0 0,1 1 1 0 0,-3 7 0 0 0,1 5-143 0 0,0 0 1 0 0,2 0 0 0 0,0 0 0 0 0,1 0-1 0 0,1 1 1 0 0,3 32 0 0 0,-2-44-310 0 0,-1-1-1 0 0,1 0 1 0 0,1 0 0 0 0,-1 0 0 0 0,1 0 0 0 0,0 0 0 0 0,1 0-1 0 0,-1 0 1 0 0,1-1 0 0 0,0 1 0 0 0,1-1 0 0 0,-1 0 0 0 0,1 0-1 0 0,0 0 1 0 0,0 0 0 0 0,0-1 0 0 0,1 1 0 0 0,0-1 0 0 0,0 0-1 0 0,0-1 1 0 0,0 1 0 0 0,1-1 0 0 0,6 3 0 0 0,-6-4-389 0 0,-1-1-1 0 0,1-1 1 0 0,-1 1 0 0 0,1-1 0 0 0,-1 0 0 0 0,1 0 0 0 0,-1 0-1 0 0,1-1 1 0 0,-1 0 0 0 0,0 0 0 0 0,1-1 0 0 0,-1 1 0 0 0,0-1-1 0 0,0 0 1 0 0,10-5 0 0 0,0-2-4916 0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2.2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53 4609 0 0,'-25'-36'5696'0'0,"25"35"-5406"0"0,-1 0 0 0 0,0-1-1 0 0,0 1 1 0 0,0 0-1 0 0,0 0 1 0 0,-1 0-1 0 0,1 0 1 0 0,0 0 0 0 0,0 0-1 0 0,0 0 1 0 0,-1 1-1 0 0,1-1 1 0 0,-1 0 0 0 0,1 1-1 0 0,0-1 1 0 0,-1 1-1 0 0,1-1 1 0 0,-1 1-1 0 0,1 0 1 0 0,-1 0 0 0 0,1 0-1 0 0,-1-1 1 0 0,1 1-1 0 0,-1 1 1 0 0,-1-1-1 0 0,2 1-170 0 0,0-1 0 0 0,1 1 0 0 0,-1-1-1 0 0,0 1 1 0 0,1 0 0 0 0,-1 0 0 0 0,1-1-1 0 0,-1 1 1 0 0,1 0 0 0 0,-1 0-1 0 0,1 0 1 0 0,-1 0 0 0 0,1-1 0 0 0,0 1-1 0 0,-1 0 1 0 0,1 0 0 0 0,0 0 0 0 0,0 0-1 0 0,0 0 1 0 0,0 0 0 0 0,0 0 0 0 0,0 0-1 0 0,0 0 1 0 0,0 1 0 0 0,4 27 456 0 0,-3-24-456 0 0,8 33 74 0 0,2 0 1 0 0,1-1 0 0 0,2-1 0 0 0,30 55-1 0 0,-2-3-101 0 0,81 206-2211 0 0,-105-256-5236 0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2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0 183 3225 0 0,'3'-6'288'0'0,"0"1"-288"0"0,-1 1 0 0 0,1 1 0 0 0,1 0 928 0 0,3-2 128 0 0,7-5 24 0 0,6-6 9 0 0,6-4-313 0 0,4 0-56 0 0,-1 2-16 0 0,-2 2 0 0 0,1 1-560 0 0,-1 2-144 0 0,-1 1 0 0 0,-1 3 0 0 0,-2 3 0 0 0,-4 5 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2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8754 0 0,'-1'1'153'0'0,"0"-1"0"0"0,1 1 0 0 0,-1-1 1 0 0,0 1-1 0 0,1-1 0 0 0,-1 1 0 0 0,0-1 0 0 0,1 1 1 0 0,-1 0-1 0 0,1-1 0 0 0,-1 1 0 0 0,1 0 0 0 0,-1 0 1 0 0,1-1-1 0 0,-1 1 0 0 0,1 0 0 0 0,0 0 0 0 0,-1 0 1 0 0,1 0-1 0 0,0 0 0 0 0,0-1 0 0 0,0 1 0 0 0,-1 0 1 0 0,1 0-1 0 0,0 0 0 0 0,0 0 0 0 0,1 0 0 0 0,-1 0 1 0 0,0 0-1 0 0,0-1 0 0 0,1 3 0 0 0,3 30 1858 0 0,4 1-11 0 0,23 56-1 0 0,-14-50-3119 0 0,2-2-3332 0 0,-9-17-1600 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3.1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72 11058 0 0,'-13'-17'718'0'0,"-14"-17"-140"0"0,8 15 2786 0 0,19 19-3353 0 0,0 0 0 0 0,0 0 0 0 0,0-1 0 0 0,0 1 0 0 0,0 0 0 0 0,0 0 0 0 0,0 0 0 0 0,0 0 0 0 0,0 0 0 0 0,0 0 0 0 0,-1 0 0 0 0,1 0 0 0 0,0 0 0 0 0,0 0 0 0 0,0 0 0 0 0,0 0 0 0 0,0 0 0 0 0,0 0 0 0 0,0-1 0 0 0,-1 1 0 0 0,1 0 0 0 0,0 0 0 0 0,0 0 0 0 0,0 0 0 0 0,0 0 0 0 0,0 0 0 0 0,0 0 0 0 0,-1 1 0 0 0,1-1 0 0 0,0 0 0 0 0,0 0 0 0 0,0 0 0 0 0,0 0 0 0 0,0 0 0 0 0,0 0 0 0 0,0 0 0 0 0,0 0 0 0 0,-1 0 0 0 0,1 0 0 0 0,0 0 0 0 0,0 0 0 0 0,0 0 0 0 0,0 0 0 0 0,0 1 0 0 0,0-1 0 0 0,0 0 0 0 0,0 0 0 0 0,0 0 0 0 0,0 0 0 0 0,0 0 0 0 0,0 0 0 0 0,-1 0 0 0 0,1 1 0 0 0,-1 9 121 0 0,3 13-734 0 0,24 84-1921 0 0,-20-87 2623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3.4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1 171 2761 0 0,'0'-1'42'0'0,"-1"1"0"0"0,1 0 1 0 0,0-1-1 0 0,0 1 0 0 0,0-1 1 0 0,0 1-1 0 0,0 0 1 0 0,0-1-1 0 0,0 1 0 0 0,0 0 1 0 0,1-1-1 0 0,-1 1 0 0 0,0-1 1 0 0,0 1-1 0 0,0 0 1 0 0,0-1-1 0 0,0 1 0 0 0,1 0 1 0 0,-1-1-1 0 0,0 1 0 0 0,0 0 1 0 0,0-1-1 0 0,1 1 1 0 0,-1 0-1 0 0,0-1 0 0 0,1 1 1 0 0,-1 0-1 0 0,0 0 0 0 0,1 0 1 0 0,-1-1-1 0 0,0 1 1 0 0,1 0-1 0 0,-1 0 0 0 0,0 0 1 0 0,1 0-1 0 0,-1 0 0 0 0,1-1 1 0 0,-1 1-1 0 0,18 7 2077 0 0,14 20 1327 0 0,-14-5-1586 0 0,26 27 969 0 0,-41-47-2646 0 0,-1 1-1 0 0,1-1 1 0 0,0 0-1 0 0,0 0 1 0 0,1 0-1 0 0,-1 0 0 0 0,0-1 1 0 0,1 1-1 0 0,-1-1 1 0 0,1 0-1 0 0,-1 0 0 0 0,1 0 1 0 0,0 0-1 0 0,5 0 1 0 0,-8-2-127 0 0,-1 1 1 0 0,1 0-1 0 0,-1-1 1 0 0,1 1-1 0 0,-1-1 1 0 0,1 1-1 0 0,-1-1 1 0 0,1 1-1 0 0,-1-1 0 0 0,1 0 1 0 0,-1 1-1 0 0,0-1 1 0 0,1 0-1 0 0,-1 1 1 0 0,0-1-1 0 0,0 0 1 0 0,1 1-1 0 0,-1-1 1 0 0,0 0-1 0 0,0 0 1 0 0,0 1-1 0 0,0-1 1 0 0,0 0-1 0 0,0 1 1 0 0,0-1-1 0 0,0 0 0 0 0,0 0 1 0 0,0 1-1 0 0,-1-1 1 0 0,1-1-1 0 0,-4-23 1034 0 0,4 24-1086 0 0,-6-25 681 0 0,1-1 0 0 0,-2-42 0 0 0,7 60-915 0 0,1 0-1 0 0,-1 0 0 0 0,1 1 1 0 0,1-1-1 0 0,2-9 1 0 0,-3 13-243 0 0,1 1 1 0 0,0 0-1 0 0,0 0 0 0 0,0 0 1 0 0,0 0-1 0 0,0 0 0 0 0,1 0 1 0 0,0 1-1 0 0,0-1 0 0 0,6-5 1 0 0,2 1-1430 0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3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0,'5'40'8014'0'0,"12"20"-5363"0"0,-5-23-1503 0 0,12 39-471 0 0,-18-58-965 0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4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16 14283 0 0,'-15'-7'1272'0'0,"10"4"-1016"0"0,-1 0-256 0 0,3 2 0 0 0,3 0-152 0 0,2 1-320 0 0,-1 2 224 0 0,5 16-6529 0 0,-5-5 4344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4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6 8290 0 0,'-14'-5'5184'0'0,"14"17"-4707"0"0,0 0 0 0 0,0 0 0 0 0,1 0 0 0 0,1 0 0 0 0,0 0 0 0 0,0 0 0 0 0,2-1 0 0 0,4 13 0 0 0,43 91 112 0 0,-40-91-441 0 0,95 175-333 0 0,-53-119-5171 0 0,-27-45-221 0 0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5.3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96 288 4145 0 0,'-96'-30'6677'0'0,"101"30"-6362"0"0,0-1 0 0 0,-1 1-1 0 0,1-1 1 0 0,0 0 0 0 0,-1-1-1 0 0,8-2 1 0 0,-6 2-97 0 0,5-2-69 0 0,-1 0 1 0 0,1-1 0 0 0,-1-1 0 0 0,1 1-1 0 0,-1-2 1 0 0,-1 1 0 0 0,12-11-1 0 0,5-7 1010 0 0,24-29 0 0 0,-35 35-782 0 0,1 1 0 0 0,0 0 0 0 0,1 1 0 0 0,1 1 0 0 0,22-14 0 0 0,-39 29-373 0 0,0-1 1 0 0,0 1-1 0 0,0-1 0 0 0,0 1 1 0 0,0-1-1 0 0,0 1 0 0 0,1 0 1 0 0,-1 0-1 0 0,0 0 0 0 0,0-1 0 0 0,0 1 1 0 0,0 0-1 0 0,0 0 0 0 0,0 0 1 0 0,0 1-1 0 0,0-1 0 0 0,0 0 1 0 0,1 0-1 0 0,-1 0 0 0 0,0 1 1 0 0,0-1-1 0 0,0 1 0 0 0,0-1 0 0 0,0 1 1 0 0,0-1-1 0 0,-1 1 0 0 0,1-1 1 0 0,0 1-1 0 0,0 0 0 0 0,0 0 1 0 0,0-1-1 0 0,-1 1 0 0 0,1 0 1 0 0,0 0-1 0 0,-1 0 0 0 0,1 0 0 0 0,-1 0 1 0 0,1 0-1 0 0,-1 0 0 0 0,1 0 1 0 0,-1 0-1 0 0,1 2 0 0 0,3 7 79 0 0,-1 0 0 0 0,0 1 1 0 0,2 16-1 0 0,-1-10 11 0 0,-2-8 15 0 0,1 0 0 0 0,0 0 1 0 0,0 0-1 0 0,1 0 0 0 0,0-1 0 0 0,1 1 0 0 0,0-1 0 0 0,10 14 0 0 0,-13-20-102 0 0,0 0-1 0 0,0 0 0 0 0,0 0 0 0 0,1 0 0 0 0,-1-1 0 0 0,0 1 0 0 0,1 0 0 0 0,-1-1 0 0 0,1 0 0 0 0,0 0 1 0 0,-1 1-1 0 0,1-2 0 0 0,0 1 0 0 0,0 0 0 0 0,-1 0 0 0 0,1-1 0 0 0,0 0 0 0 0,0 1 0 0 0,0-1 0 0 0,0 0 1 0 0,0 0-1 0 0,0-1 0 0 0,-1 1 0 0 0,1-1 0 0 0,0 1 0 0 0,0-1 0 0 0,0 0 0 0 0,-1 0 0 0 0,1 0 0 0 0,0 0 0 0 0,-1-1 1 0 0,1 1-1 0 0,3-3 0 0 0,1-2 154 0 0,0 0 1 0 0,-1 0 0 0 0,1 0-1 0 0,-1 0 1 0 0,0-1 0 0 0,6-10-1 0 0,-8 11-39 0 0,1-1-1 0 0,0 1 0 0 0,0 1 0 0 0,0-1 1 0 0,1 0-1 0 0,0 1 0 0 0,0 0 1 0 0,10-5-1 0 0,-15 9-107 0 0,-1 1-1 0 0,1 0 1 0 0,0-1 0 0 0,0 1-1 0 0,-1 0 1 0 0,1 0 0 0 0,0-1-1 0 0,0 1 1 0 0,0 0 0 0 0,-1 0-1 0 0,1 0 1 0 0,0 0 0 0 0,0 0-1 0 0,0 0 1 0 0,0 1 0 0 0,-1-1-1 0 0,1 0 1 0 0,0 0 0 0 0,0 0-1 0 0,-1 1 1 0 0,1-1 0 0 0,0 0-1 0 0,0 1 1 0 0,-1-1 0 0 0,1 1-1 0 0,1 0 1 0 0,0 1 11 0 0,-1 0 1 0 0,1 0-1 0 0,0 0 0 0 0,-1 0 1 0 0,1 1-1 0 0,-1-1 0 0 0,0 0 1 0 0,2 4-1 0 0,1 4 48 0 0,-2-1 0 0 0,1 0-1 0 0,2 18 1 0 0,-3-4 18 0 0,-2 1-1 0 0,0-1 1 0 0,-7 47-1 0 0,-22 70 149 0 0,15-78-130 0 0,-18 59-455 0 0,-53 131 1 0 0,67-201-862 0 0,6-18-6933 0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0:45.5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 15203 0 0,'0'0'1489'0'0,"1"0"-1329"0"0,0 1-160 0 0,1 2 0 0 0,-2 2 0 0 0,0 2 176 0 0,-3 7 0 0 0,-3 10 0 0 0,-6 11 0 0 0,-10 6-96 0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2:37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564 163 6913 0 0,'-77'-23'707'0'0,"-139"-21"-1"0"0,88 36 2641 0 0,288 3-1926 0 0,49 0-848 0 0,288-2-2253 0 0,10-13 1042 0 0,-55 20 2084 0 0,-355 3-1054 0 0,571 35 1638 0 0,-581-30-1835 0 0,786 47 532 0 0,-177-74-819 0 0,-49 0-56 0 0,773 26 212 0 0,-780 27-95 0 0,241 2-204 0 0,-195-68-147 0 0,-672 31 385 0 0,94-8 22 0 0,137-27 1 0 0,275-73-2614 0 0,-507 107 2480 0 0,0 0 0 0 0,0 1 0 0 0,0 0 0 0 0,1 1 0 0 0,-1 0 0 0 0,0 1 0 0 0,0 1 0 0 0,19 5 0 0 0,-19-3 559 0 0,-1 0 0 0 0,0 1 0 0 0,0 1 0 0 0,0 0 0 0 0,0 1 0 0 0,-1 0 0 0 0,0 1 0 0 0,-1 0 0 0 0,0 0 0 0 0,0 1 0 0 0,0 1 0 0 0,-2 0 0 0 0,11 13 0 0 0,-2 0-186 0 0,-1 2 1 0 0,-2-1-1 0 0,0 2 1 0 0,-1 0 0 0 0,-2 0-1 0 0,-1 1 1 0 0,-1 1 0 0 0,-1-1-1 0 0,-1 1 1 0 0,4 37-1 0 0,10 156-205 0 0,-7 256 0 0 0,-8-124-35 0 0,20 296-250 0 0,-17 46-1535 0 0,-7-603 1976 0 0,0-60-67 0 0,-2 33 0 0 0,0-63-124 0 0,0 0 0 0 0,-1 1 1 0 0,1-1-1 0 0,-1 0 0 0 0,0 0 1 0 0,0 1-1 0 0,1-1 0 0 0,-1 0 1 0 0,-1 0-1 0 0,1 0 1 0 0,0 0-1 0 0,0 0 0 0 0,-1 0 1 0 0,1 0-1 0 0,-1 0 0 0 0,0-1 1 0 0,-2 2-1 0 0,0 1-12 0 0,0-1 1 0 0,-1 0-1 0 0,0-1 1 0 0,0 1-1 0 0,0-1 0 0 0,0 0 1 0 0,-6 1-1 0 0,-9 2 11 0 0,1-2-1 0 0,-1 0 1 0 0,-20 0 0 0 0,39-3-17 0 0,-90 0-304 0 0,-1-4 1 0 0,-120-21-1 0 0,-23-2 390 0 0,57 14 616 0 0,-464-27-43 0 0,-2 29-1823 0 0,-1825 142-883 0 0,954-48 1853 0 0,808-56 94 0 0,-284 29 37 0 0,558-26 935 0 0,-234 13-497 0 0,617-41-368 0 0,-324 4 79 0 0,278-9 58 0 0,4 0 657 0 0,-1-3-1 0 0,-145-28 1 0 0,223 31-861 0 0,-21-4 174 0 0,35 7-202 0 0,-1-1-1 0 0,1 1 1 0 0,0-1-1 0 0,0 1 1 0 0,-1-1-1 0 0,1 1 1 0 0,0-1-1 0 0,0 0 1 0 0,0 1-1 0 0,0-1 1 0 0,0 0-1 0 0,0 0 1 0 0,0 0-1 0 0,0 0 1 0 0,0 0-1 0 0,0 0 1 0 0,0 0-1 0 0,1 0 1 0 0,-1 0-1 0 0,-1-2 1 0 0,2-4-1090 0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2:37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52 8290 0 0,'-33'-50'-280'0'0,"33"50"257"0"0,-1-1 0 0 0,1 1 1 0 0,0 0-1 0 0,-1 0 1 0 0,1 0-1 0 0,-1 0 0 0 0,1 0 1 0 0,-1 0-1 0 0,1 0 0 0 0,-1 0 1 0 0,1 0-1 0 0,-1 0 0 0 0,1 0 1 0 0,0 0-1 0 0,-1 0 1 0 0,1 0-1 0 0,-1 1 0 0 0,1-1 1 0 0,-1 0-1 0 0,1 0 0 0 0,0 0 1 0 0,-1 1-1 0 0,1-1 0 0 0,-1 0 1 0 0,1 0-1 0 0,0 1 0 0 0,-1-1 1 0 0,1 0-1 0 0,0 1 1 0 0,-1-1-1 0 0,1 1 0 0 0,0-1 1 0 0,0 0-1 0 0,0 1 0 0 0,-1-1 1 0 0,1 1-1 0 0,0-1 0 0 0,0 0 1 0 0,0 1-1 0 0,0 0 1 0 0,-11 22-524 0 0,11-22 507 0 0,-14 38 371 0 0,2 1 0 0 0,1 1 0 0 0,3 0-1 0 0,1 0 1 0 0,2 0 0 0 0,1 57 0 0 0,24 253 1348 0 0,-17-329-1714 0 0,59 917 3627 0 0,-22-83-3220 0 0,24-44 4270 0 0,-67-708-4002 0 0,0-46-656 0 0,6 73 1 0 0,0-104-285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0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285 435 3225 0 0,'73'-201'2319'0'0,"-9"23"2523"0"0,-51 138-2660 0 0,-12 40-2109 0 0,-1-1 0 0 0,0 0 0 0 0,0 1-1 0 0,0-1 1 0 0,0 0 0 0 0,0 1 0 0 0,0-1 0 0 0,0 0-1 0 0,0 1 1 0 0,0-1 0 0 0,0 0 0 0 0,0 1-1 0 0,-1-1 1 0 0,1 1 0 0 0,0-1 0 0 0,0 0 0 0 0,0 1-1 0 0,-1-1 1 0 0,1 1 0 0 0,0-1 0 0 0,-2 0-1 0 0,2 0 2 0 0,-1 1 0 0 0,0 0-1 0 0,0 0 1 0 0,0 0-1 0 0,0 0 1 0 0,0 0 0 0 0,0 0-1 0 0,1 0 1 0 0,-1 0-1 0 0,0 0 1 0 0,0 0 0 0 0,0 1-1 0 0,0-1 1 0 0,0 0-1 0 0,1 0 1 0 0,-1 1 0 0 0,0-1-1 0 0,0 1 1 0 0,1-1-1 0 0,-1 1 1 0 0,-1 0 0 0 0,-6 5 156 0 0,0 0 0 0 0,0 0 1 0 0,0 1-1 0 0,1 0 0 0 0,0 0 1 0 0,1 1-1 0 0,-10 13 1 0 0,-34 63-39 0 0,42-70-83 0 0,-211 429 330 0 0,203-400-452 0 0,1 2-1 0 0,-12 57 1 0 0,24-84 8 0 0,0 0 1 0 0,1 0 0 0 0,1 0-1 0 0,0 0 1 0 0,1 0-1 0 0,2 0 1 0 0,-1 0-1 0 0,10 34 1 0 0,-10-46 6 0 0,1 0 0 0 0,0 0 0 0 0,0 0 0 0 0,1-1 0 0 0,0 1 0 0 0,0-1 0 0 0,0 0 0 0 0,1 0 0 0 0,0 0 0 0 0,0 0 0 0 0,0-1 0 0 0,0 1 1 0 0,1-1-1 0 0,-1 0 0 0 0,1-1 0 0 0,0 1 0 0 0,0-1 0 0 0,1 0 0 0 0,-1 0 0 0 0,1 0 0 0 0,0-1 0 0 0,-1 0 0 0 0,1 0 0 0 0,0 0 0 0 0,0-1 0 0 0,0 0 0 0 0,0 0 0 0 0,0-1 0 0 0,1 1 0 0 0,-1-1 0 0 0,0-1 0 0 0,0 1 0 0 0,0-1 1 0 0,0 0-1 0 0,0 0 0 0 0,0-1 0 0 0,0 0 0 0 0,0 0 0 0 0,-1 0 0 0 0,1-1 0 0 0,0 0 0 0 0,7-5 0 0 0,-2-1 4 0 0,1-1 0 0 0,-1 0-1 0 0,0-1 1 0 0,-1 0 0 0 0,0-1 0 0 0,-1 0 0 0 0,-1 0 0 0 0,0-1 0 0 0,0 0-1 0 0,-1-1 1 0 0,-1 0 0 0 0,6-16 0 0 0,-4 3 11 0 0,-1 1-1 0 0,-1-2 1 0 0,-2 1 0 0 0,0-1-1 0 0,-1-46 1 0 0,-3 62-26 0 0,0 1 0 0 0,1-1-1 0 0,1 1 1 0 0,-1 0 0 0 0,2 0 0 0 0,0 0 0 0 0,8-21-1 0 0,-9 28-1 0 0,0 0 1 0 0,0 0-1 0 0,0 0 0 0 0,1 1 0 0 0,0-1 0 0 0,-1 1 0 0 0,1-1 0 0 0,1 1 0 0 0,-1 0 1 0 0,0 0-1 0 0,1 1 0 0 0,-1-1 0 0 0,1 1 0 0 0,0 0 0 0 0,0 0 0 0 0,0 0 0 0 0,0 0 0 0 0,0 0 1 0 0,0 1-1 0 0,1 0 0 0 0,-1 0 0 0 0,1 0 0 0 0,4 0 0 0 0,-1 1 13 0 0,-1 0 0 0 0,0 0 0 0 0,0 0 0 0 0,1 1-1 0 0,-1 0 1 0 0,0 1 0 0 0,0-1 0 0 0,0 1 0 0 0,0 1 0 0 0,-1-1-1 0 0,1 1 1 0 0,-1 0 0 0 0,1 1 0 0 0,-1 0 0 0 0,0 0 0 0 0,0 0 0 0 0,-1 1-1 0 0,1-1 1 0 0,-1 1 0 0 0,0 1 0 0 0,0-1 0 0 0,5 8 0 0 0,-2 0 4 0 0,1 0 1 0 0,-2 1 0 0 0,0 0 0 0 0,-1 0 0 0 0,0 1 0 0 0,-1-1-1 0 0,0 1 1 0 0,-2 1 0 0 0,4 19 0 0 0,0 42 194 0 0,-5-39 111 0 0,11 47 0 0 0,-11-74-311 0 0,1 0 1 0 0,1 1-1 0 0,0-1 1 0 0,0-1-1 0 0,1 1 1 0 0,0 0 0 0 0,1-1-1 0 0,10 13 1 0 0,2-6-1859 0 0,-9-10 906 0 0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0.7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22 10138 0 0,'-3'2'46'0'0,"0"0"-1"0"0,0 0 1 0 0,0 0 0 0 0,0 0-1 0 0,0 1 1 0 0,1-1 0 0 0,-1 1-1 0 0,1 0 1 0 0,0-1-1 0 0,-1 1 1 0 0,2 0 0 0 0,-1 1-1 0 0,0-1 1 0 0,0 0-1 0 0,1 0 1 0 0,-2 5 0 0 0,-16 58 736 0 0,18-60-646 0 0,0 0 0 0 0,0 0 0 0 0,0 0 0 0 0,1 0 0 0 0,0 0 0 0 0,0 0 0 0 0,1 0 0 0 0,-1 1 0 0 0,1-1 0 0 0,1 0 0 0 0,-1 0 0 0 0,1-1 0 0 0,0 1 0 0 0,0 0 0 0 0,1 0 0 0 0,3 5 0 0 0,-3-7-46 0 0,0 0 1 0 0,1 0-1 0 0,-1-1 1 0 0,1 1-1 0 0,0-1 1 0 0,0 0-1 0 0,0 0 1 0 0,0-1-1 0 0,0 1 1 0 0,1-1-1 0 0,-1 0 1 0 0,1 0-1 0 0,-1 0 1 0 0,1-1 0 0 0,0 1-1 0 0,0-1 1 0 0,-1-1-1 0 0,1 1 1 0 0,0 0-1 0 0,7-1 1 0 0,-2 0 49 0 0,0-1 0 0 0,-1 1 0 0 0,1-2 0 0 0,-1 1 0 0 0,1-1 0 0 0,-1-1 0 0 0,1 0 0 0 0,-1 0 0 0 0,0-1 0 0 0,-1 0 0 0 0,1 0 0 0 0,0-1 0 0 0,-1 0 0 0 0,0-1 0 0 0,-1 0 0 0 0,14-12 0 0 0,-17 14-105 0 0,0-1-1 0 0,-1 1 0 0 0,1-1 1 0 0,-1 0-1 0 0,0 0 1 0 0,0 0-1 0 0,0-1 0 0 0,-1 1 1 0 0,0-1-1 0 0,0 1 1 0 0,0-1-1 0 0,-1 0 0 0 0,1 0 1 0 0,-2 0-1 0 0,1 0 1 0 0,0 0-1 0 0,-1 1 0 0 0,0-1 1 0 0,-1 0-1 0 0,1 0 0 0 0,-1 0 1 0 0,-1 0-1 0 0,1 0 1 0 0,-1 0-1 0 0,0 1 0 0 0,0-1 1 0 0,-5-9-1 0 0,4 11-44 0 0,1 0-1 0 0,-1 0 1 0 0,0 0-1 0 0,0 0 1 0 0,0 1 0 0 0,0-1-1 0 0,0 1 1 0 0,-1 0-1 0 0,0 0 1 0 0,0 0-1 0 0,0 1 1 0 0,0-1 0 0 0,0 1-1 0 0,0 0 1 0 0,0 0-1 0 0,-10-2 1 0 0,7 2-411 0 0,0 0 0 0 0,1 1 1 0 0,-1 0-1 0 0,0 1 0 0 0,0 0 1 0 0,-12 1-1 0 0,-2 1-5491 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1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23 4609 0 0,'-1'-1'113'0'0,"1"0"0"0"0,-1 0 0 0 0,1-1 1 0 0,-1 1-1 0 0,0 0 0 0 0,1 0 0 0 0,-1 0 0 0 0,0 0 0 0 0,0 0 1 0 0,0 0-1 0 0,0 0 0 0 0,0 0 0 0 0,0 0 0 0 0,0 0 0 0 0,0 0 1 0 0,0 1-1 0 0,0-1 0 0 0,0 0 0 0 0,-1 1 0 0 0,1-1 1 0 0,0 1-1 0 0,0 0 0 0 0,-1-1 0 0 0,1 1 0 0 0,0 0 0 0 0,-1 0 1 0 0,1-1-1 0 0,0 1 0 0 0,-2 0 0 0 0,-42 0 3767 0 0,36 2-3467 0 0,0 1 0 0 0,0 0-1 0 0,0 1 1 0 0,0 0 0 0 0,1 0 0 0 0,0 1 0 0 0,0 0 0 0 0,0 0 0 0 0,0 1-1 0 0,1 0 1 0 0,0 0 0 0 0,-10 12 0 0 0,7-7-223 0 0,1 1 0 0 0,0 0 0 0 0,1 0 0 0 0,0 0 0 0 0,1 1 0 0 0,0 0 0 0 0,-7 21 0 0 0,13-30-171 0 0,-1 0 0 0 0,1 0 1 0 0,0 1-1 0 0,0-1 1 0 0,1 0-1 0 0,-1 0 0 0 0,1 1 1 0 0,0-1-1 0 0,0 0 1 0 0,0 0-1 0 0,1 1 0 0 0,0-1 1 0 0,-1 0-1 0 0,1 0 0 0 0,1 0 1 0 0,-1 0-1 0 0,1 0 1 0 0,-1 0-1 0 0,1 0 0 0 0,0 0 1 0 0,4 4-1 0 0,-3-5 18 0 0,1 1 1 0 0,-1-1-1 0 0,1 0 1 0 0,0 0-1 0 0,0 0 0 0 0,0 0 1 0 0,1-1-1 0 0,-1 0 0 0 0,0 1 1 0 0,1-2-1 0 0,0 1 0 0 0,-1-1 1 0 0,1 1-1 0 0,0-1 0 0 0,0 0 1 0 0,0-1-1 0 0,9 1 1 0 0,0-1 118 0 0,-1-1 1 0 0,1 0 0 0 0,-1-1 0 0 0,1 0 0 0 0,-1-1 0 0 0,22-8 0 0 0,-31 10-129 0 0,0-1-1 0 0,0 1 1 0 0,1-1 0 0 0,-1 0 0 0 0,-1 0-1 0 0,1-1 1 0 0,0 1 0 0 0,0-1 0 0 0,-1 1-1 0 0,0-1 1 0 0,1 0 0 0 0,-1-1 0 0 0,0 1-1 0 0,-1 0 1 0 0,1-1 0 0 0,0 0 0 0 0,-1 0-1 0 0,0 1 1 0 0,0-1 0 0 0,0-1 0 0 0,-1 1-1 0 0,1 0 1 0 0,1-8 0 0 0,-3 8-28 0 0,-1-1 1 0 0,1 0-1 0 0,-1 1 0 0 0,0-1 1 0 0,0 1-1 0 0,0 0 0 0 0,-1-1 1 0 0,0 1-1 0 0,0 0 1 0 0,0 0-1 0 0,0 0 0 0 0,0 0 1 0 0,-1 0-1 0 0,0 0 0 0 0,0 1 1 0 0,0-1-1 0 0,-7-5 0 0 0,5 4-160 0 0,0 0-1 0 0,-1 0 0 0 0,0 1 0 0 0,0 0 1 0 0,-1 0-1 0 0,1 1 0 0 0,-1-1 0 0 0,1 1 1 0 0,-1 1-1 0 0,-11-4 0 0 0,-2 4-1203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1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247 579 6913 0 0,'-5'-5'325'0'0,"-1"1"0"0"0,1 0-1 0 0,-1 0 1 0 0,1 0-1 0 0,-1 1 1 0 0,0-1 0 0 0,-1 2-1 0 0,1-1 1 0 0,0 1 0 0 0,-1-1-1 0 0,0 2 1 0 0,1-1-1 0 0,-1 1 1 0 0,0 0 0 0 0,0 0-1 0 0,0 1 1 0 0,1 0-1 0 0,-1 0 1 0 0,-11 2 0 0 0,13 0-158 0 0,-1-1 0 0 0,1 1 0 0 0,-1 0 0 0 0,1 1 0 0 0,0-1 0 0 0,0 1 0 0 0,0 0 0 0 0,0 0 0 0 0,0 1 0 0 0,1-1 0 0 0,-1 1 0 0 0,1 0 0 0 0,0 0 0 0 0,0 1 0 0 0,1-1 0 0 0,-1 1 0 0 0,1 0 0 0 0,-3 5 0 0 0,3-5-41 0 0,0 0 0 0 0,1-1 0 0 0,-1 1 0 0 0,1 0 0 0 0,1 1 0 0 0,-1-1 0 0 0,1 0 0 0 0,-1 0 0 0 0,1 1 0 0 0,1-1 1 0 0,-1 0-1 0 0,1 1 0 0 0,0-1 0 0 0,0 1 0 0 0,1-1 0 0 0,0 1 0 0 0,-1-1 0 0 0,2 0 0 0 0,2 8 0 0 0,-3-11-146 0 0,0 1 1 0 0,0-1-1 0 0,0 0 1 0 0,0 0-1 0 0,1 0 0 0 0,-1-1 1 0 0,1 1-1 0 0,0 0 1 0 0,-1-1-1 0 0,1 1 0 0 0,0-1 1 0 0,0 1-1 0 0,0-1 0 0 0,0 0 1 0 0,0 0-1 0 0,0 1 1 0 0,0-2-1 0 0,0 1 0 0 0,1 0 1 0 0,2 0-1 0 0,-1 0-65 0 0,1-1 0 0 0,-1 1 0 0 0,1-1 0 0 0,-1-1 0 0 0,1 1 0 0 0,-1-1 0 0 0,1 0 0 0 0,-1 0 0 0 0,0 0 0 0 0,6-2 0 0 0,0-1-96 0 0,-1 0 1 0 0,1-1-1 0 0,-1 0 0 0 0,0-1 0 0 0,0 0 0 0 0,-1-1 0 0 0,1 1 0 0 0,10-13 0 0 0,-6 1-203 0 0,0 0 0 0 0,-1-1 0 0 0,-1-1 0 0 0,-1 0 0 0 0,-1 0 0 0 0,-1-1 1 0 0,0 0-1 0 0,-2 0 0 0 0,7-40 0 0 0,-5 8 380 0 0,-2-1 0 0 0,-3-103 1 0 0,-3 145 65 0 0,0-14 824 0 0,-2-1 0 0 0,0 0 0 0 0,-11-44 0 0 0,13 70-786 0 0,0 1 0 0 0,-1-1 0 0 0,1 0 0 0 0,0 0 0 0 0,0 0 1 0 0,0 1-1 0 0,-1-1 0 0 0,1 0 0 0 0,0 0 0 0 0,-1 1 0 0 0,1-1 0 0 0,-1 0 0 0 0,1 0 1 0 0,-1 1-1 0 0,1-1 0 0 0,-1 1 0 0 0,0-1 0 0 0,1 1 0 0 0,-1-1 0 0 0,0 1 0 0 0,1-1 1 0 0,-2 0-1 0 0,1 1-6 0 0,0 0 1 0 0,1 0-1 0 0,-1 1 0 0 0,1-1 1 0 0,-1 0-1 0 0,0 0 1 0 0,1 1-1 0 0,-1-1 0 0 0,1 0 1 0 0,-1 1-1 0 0,1-1 1 0 0,-1 0-1 0 0,1 1 1 0 0,-1-1-1 0 0,1 1 0 0 0,-1-1 1 0 0,1 1-1 0 0,-1-1 1 0 0,1 1-1 0 0,0-1 0 0 0,-1 2 1 0 0,-14 33 1667 0 0,6 13-1524 0 0,2 1 0 0 0,-1 85-1 0 0,15 99 264 0 0,17 13-2176 0 0,-18-205 669 0 0,3-2 1 0 0,1 1-1 0 0,1-1 1 0 0,18 39-1 0 0,-11-40-6094 0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2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40 134 9218 0 0,'-7'-3'447'0'0,"-16"-11"178"0"0,22 14-530 0 0,1 0 0 0 0,-1 0 0 0 0,1-1 0 0 0,-1 1 0 0 0,1 0 1 0 0,-1 0-1 0 0,1-1 0 0 0,-1 1 0 0 0,1-1 0 0 0,0 1 1 0 0,-1 0-1 0 0,1-1 0 0 0,-1 1 0 0 0,1-1 0 0 0,0 1 0 0 0,0-1 1 0 0,-1 1-1 0 0,1-1 0 0 0,0 1 0 0 0,0-1 0 0 0,-1 1 0 0 0,1-1 1 0 0,0 1-1 0 0,0-1 0 0 0,0 1 0 0 0,0-1 0 0 0,0 1 1 0 0,0-1-1 0 0,0 1 0 0 0,0-1 0 0 0,0 0 0 0 0,0 1 0 0 0,0-2 1 0 0,1 2 5 0 0,0-1 1 0 0,0 1 0 0 0,0-1 0 0 0,0 1 0 0 0,0-1-1 0 0,0 1 1 0 0,0 0 0 0 0,0-1 0 0 0,0 1 0 0 0,0 0-1 0 0,1 0 1 0 0,-1 0 0 0 0,0 0 0 0 0,0 0 0 0 0,0 0-1 0 0,0 0 1 0 0,0 0 0 0 0,0 0 0 0 0,0 0 0 0 0,0 1-1 0 0,0-1 1 0 0,0 0 0 0 0,0 1 0 0 0,0-1 0 0 0,0 1-1 0 0,0-1 1 0 0,0 1 0 0 0,0 0 0 0 0,0-1 0 0 0,0 1-1 0 0,-1 0 1 0 0,1-1 0 0 0,1 3 0 0 0,27 25 511 0 0,-16-8-348 0 0,-2 0 0 0 0,0 1 1 0 0,-1 0-1 0 0,-1 1 0 0 0,-1 0 1 0 0,7 35-1 0 0,-11-44 90 0 0,-6-24-74 0 0,1 0 0 0 0,1 1-1 0 0,-1-1 1 0 0,2 0-1 0 0,0 0 1 0 0,0 1 0 0 0,0-1-1 0 0,2 1 1 0 0,-1-1 0 0 0,1 1-1 0 0,5-12 1 0 0,7-17-1625 0 0,35-63 0 0 0,-34 74-3742 0 0,1 5-1558 0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2.3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1 262 3225 0 0,'1'3'69'0'0,"1"0"0"0"0,-1 0 1 0 0,1 0-1 0 0,-1 0 1 0 0,1 0-1 0 0,0 0 0 0 0,0-1 1 0 0,1 1-1 0 0,-1-1 1 0 0,0 1-1 0 0,1-1 0 0 0,-1 0 1 0 0,1 0-1 0 0,0 0 1 0 0,0 0-1 0 0,0-1 0 0 0,0 1 1 0 0,0-1-1 0 0,0 1 0 0 0,0-1 1 0 0,1 0-1 0 0,-1 0 1 0 0,0-1-1 0 0,1 1 0 0 0,-1-1 1 0 0,0 0-1 0 0,1 1 1 0 0,-1-1-1 0 0,1-1 0 0 0,-1 1 1 0 0,4-1-1 0 0,-2-1 180 0 0,0 1 0 0 0,0-1 0 0 0,0 0-1 0 0,-1-1 1 0 0,1 1 0 0 0,-1-1 0 0 0,1 0-1 0 0,-1 0 1 0 0,0 0 0 0 0,0-1 0 0 0,-1 1 0 0 0,1-1-1 0 0,0 0 1 0 0,-1 0 0 0 0,0 0 0 0 0,0 0 0 0 0,-1-1-1 0 0,5-8 1 0 0,-1 1-95 0 0,-1-1-1 0 0,0 1 1 0 0,-1-1-1 0 0,0 0 0 0 0,-1 0 1 0 0,2-15-1 0 0,-4 17-103 0 0,-1-1 0 0 0,0 1 0 0 0,0 0-1 0 0,-1-1 1 0 0,-3-11 0 0 0,4 20-33 0 0,0 0 0 0 0,-1 0 1 0 0,0 1-1 0 0,1-1 0 0 0,-1 0 1 0 0,0 0-1 0 0,0 1 0 0 0,-1-1 1 0 0,1 1-1 0 0,0-1 0 0 0,-1 1 0 0 0,0-1 1 0 0,1 1-1 0 0,-1 0 0 0 0,0 0 1 0 0,0 0-1 0 0,0 0 0 0 0,0 0 0 0 0,-1 0 1 0 0,1 1-1 0 0,-1-1 0 0 0,1 1 1 0 0,-1 0-1 0 0,1-1 0 0 0,-4 0 1 0 0,5 2 71 0 0,0 0 0 0 0,0 0 1 0 0,0 0-1 0 0,0 0 1 0 0,0 0-1 0 0,0 0 1 0 0,0 0-1 0 0,0 0 0 0 0,0 0 1 0 0,0 1-1 0 0,0-1 1 0 0,0 0-1 0 0,0 1 0 0 0,0-1 1 0 0,0 1-1 0 0,1-1 1 0 0,-1 1-1 0 0,0-1 1 0 0,0 1-1 0 0,0-1 0 0 0,1 1 1 0 0,-1 0-1 0 0,-1 1 1 0 0,1 0 37 0 0,-1 0-1 0 0,0 1 1 0 0,1 0 0 0 0,0-1 0 0 0,-1 1 0 0 0,1 0 0 0 0,0-1 0 0 0,0 4 0 0 0,-1 2 21 0 0,1 0 0 0 0,0 0 0 0 0,0 0 0 0 0,1 0 0 0 0,0 10 0 0 0,2-9-249 0 0,0 1-1 0 0,0 0 0 0 0,0-1 0 0 0,2 1 0 0 0,-1-1 0 0 0,1 0 0 0 0,0 0 0 0 0,1 0 0 0 0,0-1 0 0 0,0 0 0 0 0,9 11 1 0 0,4 1-5262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2.6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1 6913 0 0,'-2'0'88'0'0,"1"0"-1"0"0,0 0 1 0 0,0 0-1 0 0,-1 0 0 0 0,1 0 1 0 0,0 0-1 0 0,0 1 1 0 0,0-1-1 0 0,0 0 0 0 0,-1 1 1 0 0,1-1-1 0 0,0 1 1 0 0,0-1-1 0 0,0 1 0 0 0,0-1 1 0 0,0 1-1 0 0,0 0 1 0 0,0 0-1 0 0,0-1 0 0 0,0 1 1 0 0,0 0-1 0 0,1 0 0 0 0,-1 0 1 0 0,0 0-1 0 0,-1 2 1 0 0,1 0 261 0 0,0 1 0 0 0,0 0 0 0 0,0 0 1 0 0,1 0-1 0 0,-1-1 0 0 0,1 1 1 0 0,0 5-1 0 0,0 17 1003 0 0,1 0 1 0 0,1 0-1 0 0,2 0 1 0 0,7 29-1 0 0,36 101 1512 0 0,6 30-4595 0 0,-49-167-5437 0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2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5985 0 0,'0'-4'117'0'0,"1"-1"-1"0"0,-1 1 1 0 0,1-1-1 0 0,0 1 1 0 0,0 0-1 0 0,0 0 0 0 0,0 0 1 0 0,1-1-1 0 0,0 1 1 0 0,0 0-1 0 0,0 1 1 0 0,0-1-1 0 0,1 0 1 0 0,-1 1-1 0 0,1-1 0 0 0,0 1 1 0 0,0 0-1 0 0,7-6 1 0 0,-7 7 227 0 0,0 0 1 0 0,0 0-1 0 0,1 0 1 0 0,-1 0-1 0 0,1 1 1 0 0,0-1-1 0 0,-1 1 1 0 0,1 0-1 0 0,0 0 1 0 0,0 0-1 0 0,0 1 1 0 0,-1-1-1 0 0,1 1 1 0 0,4 0 0 0 0,-4 0-156 0 0,-1 0 0 0 0,0 0 0 0 0,0 1 1 0 0,0-1-1 0 0,0 1 0 0 0,1 0 1 0 0,-1 0-1 0 0,0 0 0 0 0,0 0 1 0 0,-1 0-1 0 0,1 1 0 0 0,0-1 1 0 0,0 1-1 0 0,-1 0 0 0 0,1 0 0 0 0,-1 0 1 0 0,1 0-1 0 0,-1 0 0 0 0,0 0 1 0 0,0 1-1 0 0,0-1 0 0 0,0 1 1 0 0,0-1-1 0 0,0 1 0 0 0,-1 0 1 0 0,0 0-1 0 0,1 0 0 0 0,-1 0 0 0 0,0 0 1 0 0,0 0-1 0 0,-1 0 0 0 0,1 0 1 0 0,-1 0-1 0 0,1 0 0 0 0,-1 1 1 0 0,0 4-1 0 0,0 1-76 0 0,-1 0 1 0 0,0 0-1 0 0,-1 0 1 0 0,1 0-1 0 0,-1-1 1 0 0,-1 1-1 0 0,0-1 1 0 0,0 1-1 0 0,-1-1 0 0 0,0 0 1 0 0,-9 14-1 0 0,3-10-691 0 0,0 0-1 0 0,-1 0 0 0 0,-19 15 0 0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3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1 136 3225 0 0,'0'-1'49'0'0,"0"1"0"0"0,1 0 0 0 0,-1-1-1 0 0,1 1 1 0 0,-1 0 0 0 0,1-1 0 0 0,-1 1 0 0 0,1 0 0 0 0,-1-1 0 0 0,1 1 0 0 0,-1 0 0 0 0,1 0 0 0 0,0 0 0 0 0,-1 0 0 0 0,1 0 0 0 0,-1 0 0 0 0,1-1 0 0 0,-1 1 0 0 0,1 0-1 0 0,0 1 1 0 0,-1-1 0 0 0,1 0 0 0 0,-1 0 0 0 0,1 0 0 0 0,-1 0 0 0 0,1 0 0 0 0,0 1 0 0 0,0-1 0 0 0,17 16 1825 0 0,11 30 1595 0 0,-25-39-2992 0 0,1 0-13 0 0,0 0 1 0 0,1 0 0 0 0,12 12-1 0 0,-13-15-107 0 0,0 1 0 0 0,0 1 0 0 0,0-1 0 0 0,-1 1 0 0 0,0-1 0 0 0,5 15 3674 0 0,-15-24-2508 0 0,-8-11-8 0 0,12 8-1396 0 0,0 0 0 0 0,0-1 1 0 0,0 0-1 0 0,1 1 0 0 0,0-1 1 0 0,0 0-1 0 0,1 0 0 0 0,0 1 1 0 0,1-1-1 0 0,0 0 0 0 0,0 0 0 0 0,0 1 1 0 0,1-1-1 0 0,4-11 0 0 0,-1 5-360 0 0,0 0 0 0 0,2 0 0 0 0,-1 1 0 0 0,1 0-1 0 0,1 0 1 0 0,17-20 0 0 0,-8 15-5040 0 0,1 2-1750 0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3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1 369 2304 0 0,'0'1'72'0'0,"1"0"-1"0"0,0 0 0 0 0,-1-1 0 0 0,1 1 0 0 0,0 0 0 0 0,0-1 0 0 0,-1 1 0 0 0,1-1 0 0 0,0 1 0 0 0,0-1 0 0 0,0 1 0 0 0,0-1 0 0 0,0 1 0 0 0,0-1 0 0 0,0 0 0 0 0,0 0 0 0 0,0 1 0 0 0,0-1 0 0 0,0 0 0 0 0,0 0 0 0 0,0 0 0 0 0,0 0 0 0 0,0 0 0 0 0,0 0 0 0 0,0-1 0 0 0,0 1 0 0 0,0 0 0 0 0,0 0 0 0 0,0-1 1 0 0,0 1-1 0 0,-1-1 0 0 0,1 1 0 0 0,0-1 0 0 0,0 1 0 0 0,1-2 0 0 0,36-22 3787 0 0,-33 21-3784 0 0,6-6 498 0 0,0-1 1 0 0,-1 0-1 0 0,0 0 0 0 0,-1-1 1 0 0,0 0-1 0 0,-1-1 0 0 0,0 0 1 0 0,-1 0-1 0 0,0-1 1 0 0,8-22-1 0 0,-6 13-284 0 0,-1-1 0 0 0,-2-1 0 0 0,0 1 0 0 0,-2-1 0 0 0,3-36 0 0 0,-7 59-273 0 0,0 0 0 0 0,1 0-1 0 0,-1 0 1 0 0,0 0 0 0 0,0 0 0 0 0,0 0-1 0 0,0 0 1 0 0,0 0 0 0 0,0 0 0 0 0,0 0-1 0 0,-1 0 1 0 0,1 0 0 0 0,0 0-1 0 0,0 0 1 0 0,-1 0 0 0 0,1 0 0 0 0,-1 0-1 0 0,1 0 1 0 0,-1 0 0 0 0,1 0 0 0 0,-1 0-1 0 0,1 1 1 0 0,-1-1 0 0 0,-1-1-1 0 0,1 2 27 0 0,0 0-1 0 0,1 0 0 0 0,-1 0 1 0 0,0 0-1 0 0,0 1 0 0 0,0-1 0 0 0,0 0 1 0 0,0 0-1 0 0,0 1 0 0 0,0-1 0 0 0,1 1 1 0 0,-1-1-1 0 0,0 0 0 0 0,0 1 1 0 0,0 0-1 0 0,1-1 0 0 0,-1 1 0 0 0,0-1 1 0 0,1 1-1 0 0,-2 0 0 0 0,-5 7 157 0 0,0 0 0 0 0,1 0 0 0 0,-8 11 0 0 0,8-9-222 0 0,0 1 0 0 0,0 0 0 0 0,1 0 0 0 0,0 0 0 0 0,1 0 0 0 0,0 1 0 0 0,1-1 0 0 0,1 1 0 0 0,-2 16 0 0 0,3-20-859 0 0,1 1 1 0 0,1-1-1 0 0,-1 0 0 0 0,1 0 1 0 0,3 10-1 0 0,5 8-4814 0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13 3225 0 0,'-17'-13'11087'0'0,"10"18"-10451"0"0,3-3-1941 0 0,2-1 1536 0 0,-53 36 2613 0 0,51-34-2743 0 0,0 0 1 0 0,1 0 0 0 0,0 0 0 0 0,0 0-1 0 0,0 0 1 0 0,0 1 0 0 0,0-1 0 0 0,1 1-1 0 0,-1 0 1 0 0,1 0 0 0 0,-3 8 0 0 0,5-11-85 0 0,0 1 0 0 0,0-1 0 0 0,0 0-1 0 0,0 1 1 0 0,0-1 0 0 0,0 1 0 0 0,1-1 0 0 0,-1 1 0 0 0,1-1 0 0 0,-1 0 0 0 0,1 1 0 0 0,-1-1 0 0 0,1 0 0 0 0,0 0 0 0 0,0 1 0 0 0,0-1 0 0 0,-1 0 0 0 0,1 0 0 0 0,0 0 0 0 0,1 0 0 0 0,-1 0 0 0 0,0 0 0 0 0,0 0 0 0 0,3 1 0 0 0,35 20-50 0 0,-30-18 38 0 0,-1 0-84 0 0,74 43-135 0 0,-75-42 209 0 0,-1 0-1 0 0,1 0 0 0 0,-1 0 0 0 0,0 1 1 0 0,0-1-1 0 0,-1 2 0 0 0,1-1 1 0 0,-1 0-1 0 0,4 10 0 0 0,-8-15 0 0 0,0 1-1 0 0,0 0 1 0 0,0 0-1 0 0,-1-1 1 0 0,1 1 0 0 0,-1 0-1 0 0,1 0 1 0 0,-1 0-1 0 0,0 0 1 0 0,0 0-1 0 0,0 0 1 0 0,0 0 0 0 0,0 0-1 0 0,0 0 1 0 0,0 0-1 0 0,-1 0 1 0 0,1 0-1 0 0,-1-1 1 0 0,1 1-1 0 0,-1 0 1 0 0,-1 2 0 0 0,0 0 20 0 0,-1-1 1 0 0,1 0-1 0 0,-1 0 1 0 0,1 0-1 0 0,-1-1 1 0 0,0 1-1 0 0,0-1 1 0 0,0 1-1 0 0,-1-1 1 0 0,-3 2-1 0 0,-5 2-313 0 0,0-1 1 0 0,0 0-1 0 0,0-1 0 0 0,0 0 0 0 0,-19 3 0 0 0,11-4-5533 0 0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4.3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2761 0 0,'23'-14'1073'0'0,"-1"-1"0"0"0,0-1 0 0 0,-2-1 0 0 0,0-1 0 0 0,0 0 0 0 0,-2-2 0 0 0,26-35 0 0 0,-43 54-975 0 0,0-1 0 0 0,0 1 0 0 0,0 0 1 0 0,0-1-1 0 0,-1 1 0 0 0,1-1 0 0 0,0 1 0 0 0,-1-1 0 0 0,1 1 0 0 0,-1-1 0 0 0,0 1 0 0 0,0-1 1 0 0,1 0-1 0 0,-1 1 0 0 0,0-3 0 0 0,-1 4-25 0 0,1-1 0 0 0,0 1 0 0 0,0-1 0 0 0,0 0 0 0 0,-1 1 0 0 0,1-1 0 0 0,0 1 0 0 0,-1-1 0 0 0,1 1 0 0 0,-1-1 0 0 0,1 1 0 0 0,-1-1 0 0 0,1 1 0 0 0,-1-1 0 0 0,1 1 0 0 0,-1 0 0 0 0,1-1 0 0 0,-1 1-1 0 0,1 0 1 0 0,-1-1 0 0 0,0 1 0 0 0,1 0 0 0 0,-1 0 0 0 0,-1-1 0 0 0,0 1 56 0 0,-1 0-1 0 0,0-1 1 0 0,1 1-1 0 0,-1 0 1 0 0,0 1-1 0 0,0-1 1 0 0,1 0-1 0 0,-1 1 1 0 0,0 0 0 0 0,1 0-1 0 0,-1-1 1 0 0,0 1-1 0 0,1 1 1 0 0,0-1-1 0 0,-5 3 1 0 0,1 1-113 0 0,-1 1 0 0 0,1 0 0 0 0,0 0 1 0 0,1 1-1 0 0,0 0 0 0 0,0 0 0 0 0,0 0 1 0 0,1 1-1 0 0,-1-1 0 0 0,2 1 0 0 0,-1 0 0 0 0,2 0 1 0 0,-1 0-1 0 0,1 1 0 0 0,0-1 0 0 0,-2 15 1 0 0,3-17-14 0 0,1 1 1 0 0,-1 0 0 0 0,1 0 0 0 0,0 0 0 0 0,0 0 0 0 0,1-1-1 0 0,0 1 1 0 0,0 0 0 0 0,1-1 0 0 0,-1 1 0 0 0,2-1-1 0 0,-1 1 1 0 0,1-1 0 0 0,0 0 0 0 0,0 0 0 0 0,0 0 0 0 0,1 0-1 0 0,0-1 1 0 0,0 1 0 0 0,1-1 0 0 0,7 7 0 0 0,-9-10 9 0 0,0-1 1 0 0,0 1 0 0 0,0-1-1 0 0,0 0 1 0 0,1 0-1 0 0,-1 0 1 0 0,0 0 0 0 0,1 0-1 0 0,-1-1 1 0 0,1 0 0 0 0,-1 1-1 0 0,0-1 1 0 0,1-1 0 0 0,-1 1-1 0 0,1 0 1 0 0,-1-1-1 0 0,0 0 1 0 0,1 0 0 0 0,-1 0-1 0 0,0 0 1 0 0,0 0 0 0 0,1-1-1 0 0,-1 1 1 0 0,0-1-1 0 0,-1 0 1 0 0,4-2 0 0 0,5-3 58 0 0,-1 0 0 0 0,0-1 0 0 0,-1 0 0 0 0,0-1 0 0 0,16-18 0 0 0,-20 20-15 0 0,34-37 313 0 0,-37 42-348 0 0,0 0 0 0 0,1 0 0 0 0,-1 0 0 0 0,0 0 0 0 0,1 1 0 0 0,-1-1 0 0 0,1 1 0 0 0,0 0 0 0 0,0 0 0 0 0,-1 0-1 0 0,1 0 1 0 0,0 0 0 0 0,0 0 0 0 0,0 1 0 0 0,0-1 0 0 0,5 1 0 0 0,-6 0-22 0 0,-1 1 0 0 0,1-1 0 0 0,-1 1 0 0 0,1 0 0 0 0,-1-1 0 0 0,0 1 0 0 0,1 0 0 0 0,-1 0 0 0 0,0 0 0 0 0,1 0 0 0 0,-1 0 0 0 0,0 0 0 0 0,0 0 0 0 0,0 0 0 0 0,0 1 0 0 0,0-1 0 0 0,0 0 0 0 0,-1 0 0 0 0,2 4 0 0 0,15 34 0 0 0,-8-14 0 0 0,-7-21-2 0 0,0 0 1 0 0,1 0-1 0 0,0 1 1 0 0,0-2-1 0 0,0 1 1 0 0,0 0-1 0 0,0-1 0 0 0,1 1 1 0 0,0-1-1 0 0,-1 0 1 0 0,1 0-1 0 0,0 0 0 0 0,1-1 1 0 0,-1 0-1 0 0,0 1 1 0 0,1-2-1 0 0,4 3 1 0 0,-5-3-1 0 0,0-1 0 0 0,0 1 1 0 0,0-1-1 0 0,0 0 0 0 0,0 0 1 0 0,0 0-1 0 0,-1 0 1 0 0,1-1-1 0 0,0 0 0 0 0,0 0 1 0 0,0 0-1 0 0,-1 0 1 0 0,1 0-1 0 0,0-1 0 0 0,-1 1 1 0 0,0-1-1 0 0,1 0 0 0 0,-1 0 1 0 0,0-1-1 0 0,0 1 1 0 0,5-5-1 0 0,37-44 2 0 0,-38 42 13 0 0,0 0-1 0 0,0 0 1 0 0,1 0-1 0 0,1 1 1 0 0,0 0-1 0 0,0 1 1 0 0,0 0-1 0 0,1 0 1 0 0,13-7-1 0 0,-22 14-9 0 0,0 0 1 0 0,1-1-1 0 0,-1 1 0 0 0,0 0 0 0 0,0-1 0 0 0,0 1 0 0 0,0 0 0 0 0,1 0 0 0 0,-1 0 0 0 0,0 0 0 0 0,0 0 1 0 0,0 0-1 0 0,1 0 0 0 0,-1 1 0 0 0,0-1 0 0 0,0 0 0 0 0,0 1 0 0 0,0-1 0 0 0,1 1 0 0 0,-1-1 0 0 0,0 1 0 0 0,0-1 1 0 0,0 1-1 0 0,0 0 0 0 0,0-1 0 0 0,0 1 0 0 0,-1 0 0 0 0,1 0 0 0 0,0 0 0 0 0,0 0 0 0 0,0 0 0 0 0,-1 0 1 0 0,1 0-1 0 0,-1 0 0 0 0,1 0 0 0 0,-1 0 0 0 0,1 0 0 0 0,-1 0 0 0 0,1 2 0 0 0,2 7 35 0 0,0-1-1 0 0,-1 1 0 0 0,2 20 1 0 0,-1-11 32 0 0,-2-11-237 0 0,1-1 0 0 0,0 0 0 0 0,1 0 0 0 0,-1 0 0 0 0,1 0 0 0 0,0-1 0 0 0,1 1 0 0 0,0-1 0 0 0,0 0 0 0 0,9 11 0 0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4.6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61 7834 0 0,'-6'-20'526'0'0,"5"16"111"0"0,0 0 0 0 0,0 0 0 0 0,0 1 0 0 0,-1-1 0 0 0,1 0 0 0 0,-1 1-1 0 0,0-1 1 0 0,0 1 0 0 0,0 0 0 0 0,-7-1 3388 0 0,4 29-3045 0 0,3 34-592 0 0,1 0 1 0 0,4-1 0 0 0,11 70 0 0 0,29 70-3194 0 0,-31-158-3900 0 0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5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1 151 1376 0 0,'0'-2'16'0'0,"0"1"0"0"0,1 0 0 0 0,-1-1-1 0 0,1 1 1 0 0,-1 0 0 0 0,1 0 0 0 0,-1-1-1 0 0,1 1 1 0 0,0 0 0 0 0,0 0 0 0 0,-1 0-1 0 0,1 0 1 0 0,0 0 0 0 0,0 0 0 0 0,0 0-1 0 0,0 0 1 0 0,0 0 0 0 0,1 0 0 0 0,0 0-1 0 0,28-15 396 0 0,-22 12-246 0 0,21-9 223 0 0,1 1 0 0 0,0 1-1 0 0,35-7 1 0 0,99-14-608 0 0,-86 17 400 0 0,-72 14-210 0 0,32-4 991 0 0,-36 5-794 0 0,0-1 1 0 0,0 1 0 0 0,0 0-1 0 0,0 0 1 0 0,-1 1 0 0 0,1-1-1 0 0,0 0 1 0 0,0 0-1 0 0,0 1 1 0 0,0 0 0 0 0,0-1-1 0 0,-1 1 1 0 0,1 0 0 0 0,0 0-1 0 0,3 2 1 0 0,-5-3-118 0 0,0 1-1 0 0,1 0 1 0 0,-1 0 0 0 0,0 0 0 0 0,0-1-1 0 0,1 1 1 0 0,-1 0 0 0 0,0 0 0 0 0,0 0-1 0 0,0-1 1 0 0,0 1 0 0 0,0 0 0 0 0,0 0-1 0 0,-1 0 1 0 0,1 0 0 0 0,0-1 0 0 0,0 1-1 0 0,0 0 1 0 0,-1 0 0 0 0,1 0 0 0 0,-1-1-1 0 0,1 1 1 0 0,0 0 0 0 0,-1-1 0 0 0,1 1-1 0 0,-2 0 1 0 0,-16 25 430 0 0,11-18-407 0 0,-13 18-172 0 0,-19 29 1033 0 0,38-52-894 0 0,-1 0 1 0 0,0 0-1 0 0,1 0 0 0 0,0 0 1 0 0,0 0-1 0 0,0 0 0 0 0,0 0 1 0 0,0 0-1 0 0,1 1 1 0 0,-1-1-1 0 0,1 0 0 0 0,0 1 1 0 0,0-1-1 0 0,0 0 0 0 0,1 6 1 0 0,-1-8-18 0 0,0-1 0 0 0,0 1 0 0 0,0 0 0 0 0,0-1 0 0 0,1 1 0 0 0,-1 0 0 0 0,0-1 0 0 0,0 1 0 0 0,1 0 0 0 0,-1-1 0 0 0,0 1 0 0 0,1-1 1 0 0,-1 1-1 0 0,0-1 0 0 0,1 1 0 0 0,-1-1 0 0 0,1 1 0 0 0,-1-1 0 0 0,1 1 0 0 0,-1-1 0 0 0,1 0 0 0 0,-1 1 0 0 0,1-1 0 0 0,0 0 0 0 0,-1 1 0 0 0,1-1 0 0 0,-1 0 1 0 0,1 0-1 0 0,0 1 0 0 0,-1-1 0 0 0,1 0 0 0 0,1 0 0 0 0,-1-1 61 0 0,1 1 0 0 0,0-1 0 0 0,-1 1 1 0 0,1-1-1 0 0,-1 0 0 0 0,1 0 0 0 0,-1 0 0 0 0,1 0 0 0 0,-1 0 0 0 0,0 0 1 0 0,1 0-1 0 0,0-2 0 0 0,29-38 1864 0 0,-29 38-1746 0 0,-1 0 0 0 0,1 0 0 0 0,-1 1-1 0 0,1-1 1 0 0,0 0 0 0 0,0 1 0 0 0,0 0 0 0 0,1-1 0 0 0,-1 1-1 0 0,0 0 1 0 0,6-3 0 0 0,-7 5-144 0 0,0 0 0 0 0,1-1 1 0 0,-1 1-1 0 0,0 0 0 0 0,1 0 0 0 0,-1 0 0 0 0,0 0 0 0 0,1 0 1 0 0,-1 0-1 0 0,0 1 0 0 0,1-1 0 0 0,-1 0 0 0 0,0 1 0 0 0,0-1 0 0 0,1 1 1 0 0,-1-1-1 0 0,0 1 0 0 0,0 0 0 0 0,0-1 0 0 0,0 1 0 0 0,0 0 1 0 0,1 0-1 0 0,-2 0 0 0 0,1 0 0 0 0,0 0 0 0 0,0 0 0 0 0,0 0 1 0 0,0 0-1 0 0,-1 0 0 0 0,2 2 0 0 0,23 31 383 0 0,-13-16-219 0 0,1-1 0 0 0,18 18 0 0 0,-26-30-431 0 0,-1-1 0 0 0,1 0 0 0 0,-1-1 1 0 0,1 1-1 0 0,0-1 0 0 0,0 0 0 0 0,1 0 0 0 0,-1-1 0 0 0,0 1 0 0 0,1-1 0 0 0,0-1 1 0 0,9 3-1 0 0,5-2-6033 0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5.3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39 221 6913 0 0,'0'-3'-30'0'0,"-2"-92"1526"0"0,1 70 1511 0 0,-10-45 1 0 0,-1 43 2781 0 0,12 27-5752 0 0,0 0 0 0 0,0 0 0 0 0,-4 17 950 0 0,-1 35-925 0 0,2 0 0 0 0,2 0 0 0 0,3 1 0 0 0,2-1 0 0 0,2-1 0 0 0,3 1 0 0 0,2-1 0 0 0,2 0 0 0 0,33 83 0 0 0,-34-109-1843 0 0,-3-10-3607 0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5.4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51 195 2761 0 0,'-24'-28'-119'0'0,"20"23"768"0"0,1 0-1 0 0,0 0 1 0 0,0 0-1 0 0,0-1 1 0 0,1 0 0 0 0,-4-10-1 0 0,5 14-411 0 0,1-1-1 0 0,-1 1 0 0 0,1-1 0 0 0,0 0 1 0 0,0 1-1 0 0,0-1 0 0 0,0 0 1 0 0,0 1-1 0 0,1-1 0 0 0,-1 0 0 0 0,1 1 1 0 0,-1-1-1 0 0,1 1 0 0 0,0-1 0 0 0,0 1 1 0 0,0-1-1 0 0,1 1 0 0 0,-1 0 1 0 0,0-1-1 0 0,1 1 0 0 0,0 0 0 0 0,-1 0 1 0 0,1 0-1 0 0,0 0 0 0 0,0 0 0 0 0,0 1 1 0 0,0-1-1 0 0,0 1 0 0 0,1-1 1 0 0,-1 1-1 0 0,4-2 0 0 0,12-6-75 0 0,1 2 0 0 0,1 0 0 0 0,29-7 0 0 0,-44 13-474 0 0,21-6-5087 0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5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1 456 0 0,'2'1'348'0'0,"0"1"-1"0"0,0-1 1 0 0,0 1-1 0 0,0-1 1 0 0,0 1-1 0 0,0 0 1 0 0,0 0-1 0 0,-1 0 1 0 0,1 0-1 0 0,-1 0 1 0 0,1 0-1 0 0,-1 1 1 0 0,0-1 0 0 0,0 0-1 0 0,0 1 1 0 0,0-1-1 0 0,0 1 1 0 0,-1-1-1 0 0,1 1 1 0 0,0 4-1 0 0,4 53 3219 0 0,-14 54 124 0 0,2-41-3834 0 0,6-54-5128 0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5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53 153 7370 0 0,'-4'-23'1207'0'0,"-2"1"0"0"0,0 0 0 0 0,-2 1 0 0 0,0 0 0 0 0,-13-23 0 0 0,38 88-5058 0 0,-7-24 2380 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6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151 110 6449 0 0,'-1'0'70'0'0,"1"-1"-1"0"0,0 0 0 0 0,-1 0 0 0 0,1 0 0 0 0,0 0 0 0 0,-1 0 0 0 0,0 0 1 0 0,1 0-1 0 0,-1 1 0 0 0,1-1 0 0 0,-1 0 0 0 0,0 0 0 0 0,1 1 1 0 0,-1-1-1 0 0,0 0 0 0 0,0 1 0 0 0,0-1 0 0 0,0 1 0 0 0,1-1 1 0 0,-1 1-1 0 0,0-1 0 0 0,0 1 0 0 0,0 0 0 0 0,0 0 0 0 0,0-1 0 0 0,0 1 1 0 0,-2 0-1 0 0,1 0 116 0 0,-1 1 1 0 0,1-1-1 0 0,0 1 0 0 0,-1-1 1 0 0,1 1-1 0 0,0 0 0 0 0,0 0 1 0 0,0 0-1 0 0,0 0 1 0 0,0 1-1 0 0,-3 1 0 0 0,-3 4 369 0 0,0 0 0 0 0,1 0-1 0 0,0 1 1 0 0,-10 14 0 0 0,9-11-391 0 0,1 1 0 0 0,1 0 0 0 0,0 1-1 0 0,1-1 1 0 0,0 1 0 0 0,1 0 0 0 0,-3 16 0 0 0,6-25-74 0 0,0 0-1 0 0,0 0 1 0 0,0 1-1 0 0,1-1 1 0 0,0 0 0 0 0,0 0-1 0 0,0 1 1 0 0,0-1-1 0 0,1 0 1 0 0,0 1 0 0 0,-1-1-1 0 0,2 0 1 0 0,-1 0-1 0 0,0 0 1 0 0,1 0 0 0 0,0 0-1 0 0,0 0 1 0 0,0 0-1 0 0,0-1 1 0 0,1 1 0 0 0,-1-1-1 0 0,1 0 1 0 0,0 1 0 0 0,0-1-1 0 0,0 0 1 0 0,6 4-1 0 0,-8-6-64 0 0,1 0 0 0 0,-1 0 0 0 0,1 0 0 0 0,0 0 1 0 0,-1 0-1 0 0,1-1 0 0 0,0 1 0 0 0,-1 0 0 0 0,1-1 0 0 0,0 1 0 0 0,0-1 0 0 0,0 0 0 0 0,-1 1 0 0 0,1-1 0 0 0,0 0 0 0 0,0 0 0 0 0,0 0 0 0 0,0 0 0 0 0,-1-1 0 0 0,1 1 0 0 0,0 0 0 0 0,0-1 0 0 0,0 0 0 0 0,-1 1 0 0 0,1-1 0 0 0,0 0 0 0 0,-1 0 0 0 0,1 0 0 0 0,-1 0 0 0 0,1 0 1 0 0,-1 0-1 0 0,1 0 0 0 0,-1 0 0 0 0,0-1 0 0 0,1 1 0 0 0,-1 0 0 0 0,0-1 0 0 0,0 1 0 0 0,0-1 0 0 0,1-1 0 0 0,1-4-54 0 0,0 1-1 0 0,-1-1 1 0 0,1 1-1 0 0,-1-1 1 0 0,-1 0-1 0 0,1 0 1 0 0,-1 0 0 0 0,0 0-1 0 0,-1-9 1 0 0,0-5-212 0 0,1 0 1 0 0,0-1 0 0 0,2 1 0 0 0,0 0-1 0 0,12-39 1 0 0,-12 52 209 0 0,0 1 0 0 0,0 0 0 0 0,1 0 0 0 0,0 0 0 0 0,0 0 0 0 0,1 0 0 0 0,-1 1 0 0 0,2 0 0 0 0,-1 0 0 0 0,0 0 0 0 0,1 1 0 0 0,0 0 0 0 0,1 0 0 0 0,-1 0-1 0 0,1 1 1 0 0,0 0 0 0 0,0 0 0 0 0,0 1 0 0 0,9-4 0 0 0,-13 6 31 0 0,0 0 0 0 0,-1 0-1 0 0,1 0 1 0 0,0 0-1 0 0,0 1 1 0 0,0-1-1 0 0,0 1 1 0 0,0 0 0 0 0,0 0-1 0 0,0 0 1 0 0,0 0-1 0 0,0 0 1 0 0,-1 1 0 0 0,1-1-1 0 0,0 1 1 0 0,0 0-1 0 0,0 0 1 0 0,0 0 0 0 0,-1 0-1 0 0,1 0 1 0 0,0 1-1 0 0,-1-1 1 0 0,0 1-1 0 0,1-1 1 0 0,-1 1 0 0 0,0 0-1 0 0,1 0 1 0 0,-1 0-1 0 0,0 0 1 0 0,-1 1 0 0 0,1-1-1 0 0,0 1 1 0 0,-1-1-1 0 0,1 1 1 0 0,-1-1-1 0 0,2 6 1 0 0,3 9-47 0 0,0 1-1 0 0,-2 0 1 0 0,0 0 0 0 0,3 34-1 0 0,-3-16-417 0 0,-2-25 382 0 0,-2-7 18 0 0,1 0 0 0 0,0 0 0 0 0,-1 0 0 0 0,1 0 0 0 0,1 0 0 0 0,-1 0 0 0 0,2 4 0 0 0,-2-8 66 0 0,-1 1 0 0 0,0-1 1 0 0,0 0-1 0 0,1 1 0 0 0,-1-1 0 0 0,0 0 1 0 0,1 0-1 0 0,-1 1 0 0 0,0-1 0 0 0,1 0 1 0 0,-1 0-1 0 0,0 1 0 0 0,1-1 1 0 0,-1 0-1 0 0,0 0 0 0 0,1 0 0 0 0,-1 0 1 0 0,1 0-1 0 0,-1 0 0 0 0,0 1 1 0 0,1-1-1 0 0,-1 0 0 0 0,1 0 0 0 0,-1 0 1 0 0,0 0-1 0 0,1-1 0 0 0,0 1 0 0 0,17-13 493 0 0,25-38 1765 0 0,-30 34-1850 0 0,1 0 0 0 0,0 1 0 0 0,2 1 0 0 0,-1 0-1 0 0,22-14 1 0 0,-35 27-369 0 0,0 1 0 0 0,0 0 0 0 0,0 0 0 0 0,0 0 0 0 0,0 0 0 0 0,1 1-1 0 0,-1-1 1 0 0,0 1 0 0 0,0-1 0 0 0,1 1 0 0 0,-1 0 0 0 0,0 0 0 0 0,0 0 0 0 0,1 0 0 0 0,-1 0 0 0 0,0 0-1 0 0,1 1 1 0 0,-1-1 0 0 0,0 1 0 0 0,0-1 0 0 0,0 1 0 0 0,1 0 0 0 0,-1 0 0 0 0,0 0 0 0 0,0 0 0 0 0,0 1-1 0 0,0-1 1 0 0,-1 0 0 0 0,1 1 0 0 0,2 2 0 0 0,6 6 68 0 0,-1 0 1 0 0,-1 0-1 0 0,0 1 0 0 0,9 16 0 0 0,4 4-55 0 0,-1-8-601 0 0,35 31 1 0 0,-25-25-4756 0 0,-5-5-1107 0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6.9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27 10594 0 0,'-3'3'-80'0'0,"0"1"-1"0"0,0 0 0 0 0,0 0 0 0 0,0 0 1 0 0,1 0-1 0 0,0 0 0 0 0,0 1 0 0 0,0-1 1 0 0,0 1-1 0 0,1 0 0 0 0,0-1 0 0 0,0 1 1 0 0,0 0-1 0 0,0 0 0 0 0,1-1 0 0 0,-1 1 1 0 0,2 8-1 0 0,0 3 49 0 0,0 0 0 0 0,1 0 1 0 0,8 31-1 0 0,-6-35 229 0 0,1 0-1 0 0,0-1 1 0 0,0 0-1 0 0,1 0 1 0 0,0 0 0 0 0,1-1-1 0 0,1 0 1 0 0,-1 0 0 0 0,2-1-1 0 0,12 13 1 0 0,-15-17-23 0 0,-1 0 0 0 0,1 0 1 0 0,0-1-1 0 0,0 0 0 0 0,1 0 1 0 0,-1 0-1 0 0,1-1 0 0 0,0 0 0 0 0,0 0 1 0 0,0-1-1 0 0,0 0 0 0 0,1 0 1 0 0,-1 0-1 0 0,0-1 0 0 0,1 0 1 0 0,-1-1-1 0 0,1 0 0 0 0,10-1 0 0 0,-15 0-77 0 0,1 0 0 0 0,-1 0 0 0 0,0 0-1 0 0,0-1 1 0 0,0 1 0 0 0,0-1 0 0 0,-1 0-1 0 0,1 0 1 0 0,0 0 0 0 0,-1 0-1 0 0,1-1 1 0 0,-1 1 0 0 0,0 0 0 0 0,0-1-1 0 0,0 0 1 0 0,0 0 0 0 0,0 1 0 0 0,-1-1-1 0 0,1 0 1 0 0,-1 0 0 0 0,0 0-1 0 0,0-1 1 0 0,0 1 0 0 0,1-6 0 0 0,1-2 131 0 0,-2 1 1 0 0,1-1 0 0 0,-1 1 0 0 0,-1-1-1 0 0,0 0 1 0 0,-2-16 0 0 0,0 12-112 0 0,-1 1 1 0 0,-1-1-1 0 0,-1 1 1 0 0,0 0-1 0 0,0 1 1 0 0,-2-1-1 0 0,0 1 1 0 0,0 0-1 0 0,-1 1 1 0 0,0 0-1 0 0,-15-15 1 0 0,19 22-197 0 0,0 0 1 0 0,-1 0-1 0 0,0 1 0 0 0,0 0 1 0 0,0 0-1 0 0,-1 0 0 0 0,1 0 1 0 0,-1 1-1 0 0,0 0 0 0 0,0 0 1 0 0,0 1-1 0 0,0 0 1 0 0,0 0-1 0 0,-1 0 0 0 0,1 1 1 0 0,-1-1-1 0 0,1 2 0 0 0,-1-1 1 0 0,1 1-1 0 0,-1 0 0 0 0,0 0 1 0 0,1 1-1 0 0,-1 0 0 0 0,1 0 1 0 0,0 0-1 0 0,-1 1 0 0 0,-9 4 1 0 0,-14 9-6324 0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7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93 6449 0 0,'1'-4'312'0'0,"-1"0"-1"0"0,0-1 0 0 0,0 1 1 0 0,-1 0-1 0 0,1 0 1 0 0,-1 0-1 0 0,0 0 0 0 0,0 0 1 0 0,0 0-1 0 0,-1 0 0 0 0,1 0 1 0 0,-1 1-1 0 0,0-1 0 0 0,0 0 1 0 0,0 1-1 0 0,0-1 0 0 0,-4-3 1 0 0,5 6-163 0 0,0-1 0 0 0,0 1 0 0 0,-1 0 1 0 0,1-1-1 0 0,0 1 0 0 0,-1 0 0 0 0,1 0 0 0 0,-1 0 0 0 0,1 0 1 0 0,-1 0-1 0 0,0 0 0 0 0,1 0 0 0 0,-1 0 0 0 0,0 0 0 0 0,0 1 1 0 0,0-1-1 0 0,1 1 0 0 0,-1 0 0 0 0,0-1 0 0 0,0 1 1 0 0,0 0-1 0 0,0 0 0 0 0,0 0 0 0 0,0 0 0 0 0,1 1 0 0 0,-1-1 1 0 0,0 0-1 0 0,0 1 0 0 0,0-1 0 0 0,0 1 0 0 0,1 0 1 0 0,-1 0-1 0 0,0-1 0 0 0,1 1 0 0 0,-1 0 0 0 0,1 0 0 0 0,-1 1 1 0 0,-2 1-1 0 0,-3 5 42 0 0,0 0-1 0 0,0 0 1 0 0,1 1 0 0 0,0 0 0 0 0,1 0-1 0 0,-1 1 1 0 0,2-1 0 0 0,0 1 0 0 0,0 0-1 0 0,0 0 1 0 0,1 1 0 0 0,-2 14 0 0 0,2-4-33 0 0,0 0 0 0 0,2 0 0 0 0,0 1 0 0 0,1-1 0 0 0,5 28 1 0 0,-2-30-60 0 0,1 0 0 0 0,1 0 1 0 0,1-1-1 0 0,1 0 0 0 0,0-1 1 0 0,2 1-1 0 0,13 21 0 0 0,84 107-819 0 0,-68-98-984 0 0,-22-28-5412 0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7.3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63 14283 0 0,'-7'-8'632'0'0,"3"2"136"0"0,0 0-616 0 0,2 3-152 0 0,4 1 0 0 0,0 1 0 0 0,2 0-376 0 0,2-2-104 0 0,5-1-16 0 0,7-2-8 0 0,6 1 288 0 0,8 1 56 0 0,3 1 16 0 0,3-1 0 0 0,2 1-1521 0 0,0 1-295 0 0,1 0-64 0 0,0 2-17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7.8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4 10594 0 0,'-6'-1'26'0'0,"1"0"0"0"0,0 0-1 0 0,-1 0 1 0 0,1 1 0 0 0,-1 0-1 0 0,1 0 1 0 0,-1 1 0 0 0,1 0-1 0 0,-1 0 1 0 0,1 0 0 0 0,0 0 0 0 0,0 1-1 0 0,0 0 1 0 0,-1 0 0 0 0,1 0-1 0 0,1 1 1 0 0,-1-1 0 0 0,-7 7-1 0 0,-1-2 245 0 0,1 2 0 0 0,0 0 0 0 0,0 0 0 0 0,1 1 0 0 0,0 0 0 0 0,1 1 0 0 0,0 0 0 0 0,0 1 0 0 0,2 0 0 0 0,-1 0 0 0 0,2 1 0 0 0,-1 0 0 0 0,2 1 0 0 0,0 0 0 0 0,0 0 0 0 0,2 0 0 0 0,-4 15 0 0 0,7-26-279 0 0,1-1 0 0 0,-1 1-1 0 0,1-1 1 0 0,0 1 0 0 0,-1 0 0 0 0,1-1-1 0 0,0 1 1 0 0,1-1 0 0 0,-1 1 0 0 0,0-1-1 0 0,1 1 1 0 0,0-1 0 0 0,-1 1 0 0 0,1-1 0 0 0,0 0-1 0 0,0 1 1 0 0,0-1 0 0 0,1 0 0 0 0,-1 0-1 0 0,0 1 1 0 0,1-1 0 0 0,0 0 0 0 0,-1-1-1 0 0,1 1 1 0 0,0 0 0 0 0,0 0 0 0 0,0-1-1 0 0,0 1 1 0 0,0-1 0 0 0,4 2 0 0 0,-3-2-86 0 0,1 0 0 0 0,0 0 1 0 0,-1-1-1 0 0,1 1 0 0 0,0-1 1 0 0,0 0-1 0 0,-1 0 0 0 0,1 0 0 0 0,0 0 1 0 0,0-1-1 0 0,-1 0 0 0 0,1 1 1 0 0,0-1-1 0 0,-1-1 0 0 0,1 1 0 0 0,-1 0 1 0 0,1-1-1 0 0,-1 0 0 0 0,0 0 1 0 0,4-3-1 0 0,10-8 217 0 0,-2-1 0 0 0,0-1 0 0 0,0-1 0 0 0,-2 0 0 0 0,0 0 0 0 0,-1-1 0 0 0,0-1 0 0 0,10-22 0 0 0,26-37 1691 0 0,-46 74-1697 0 0,0 0 0 0 0,0 0 0 0 0,0 1 0 0 0,1-1 0 0 0,-1 0 0 0 0,1 1-1 0 0,0 0 1 0 0,-1-1 0 0 0,1 1 0 0 0,6-3 0 0 0,-8 5-88 0 0,0 0 0 0 0,0 0-1 0 0,0 0 1 0 0,0-1 0 0 0,0 1 0 0 0,0 0-1 0 0,0 1 1 0 0,1-1 0 0 0,-1 0 0 0 0,0 0-1 0 0,0 0 1 0 0,0 1 0 0 0,0-1 0 0 0,0 0 0 0 0,0 1-1 0 0,0-1 1 0 0,0 1 0 0 0,0-1 0 0 0,0 1-1 0 0,0 0 1 0 0,0-1 0 0 0,0 1 0 0 0,-1 0-1 0 0,1 0 1 0 0,0-1 0 0 0,0 1 0 0 0,-1 0-1 0 0,1 0 1 0 0,0 0 0 0 0,-1 0 0 0 0,1 0-1 0 0,-1 0 1 0 0,1 0 0 0 0,-1 0 0 0 0,0 0 0 0 0,0 0-1 0 0,1 2 1 0 0,5 14 362 0 0,0 0 1 0 0,5 30-1 0 0,-8-31-283 0 0,1 0 0 0 0,0 0 0 0 0,8 16 0 0 0,-9-26-251 0 0,-1-1 0 0 0,1 1 0 0 0,1-1 0 0 0,-1 0 0 0 0,1 0 0 0 0,0-1 0 0 0,0 1 0 0 0,1-1 0 0 0,-1 0 0 0 0,1 0 0 0 0,0 0 0 0 0,6 3 0 0 0,12 5-607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8.2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0,'0'0'18'0'0,"0"0"1"0"0,0 0 0 0 0,0 0-1 0 0,0 1 1 0 0,0-1 0 0 0,0 0-1 0 0,0 0 1 0 0,0 0 0 0 0,1 0-1 0 0,-1 0 1 0 0,0 0 0 0 0,0 0-1 0 0,0 0 1 0 0,0 0 0 0 0,0 0-1 0 0,0 0 1 0 0,0 0 0 0 0,0 0-1 0 0,0 0 1 0 0,0 0-1 0 0,0 0 1 0 0,0 0 0 0 0,0 0-1 0 0,0 0 1 0 0,0 0 0 0 0,1 0-1 0 0,-1 0 1 0 0,0 0 0 0 0,0 0-1 0 0,0 0 1 0 0,0 0 0 0 0,0 0-1 0 0,0 0 1 0 0,0 0 0 0 0,5 14 991 0 0,3 20 1600 0 0,4 47 1241 0 0,15 82 1153 0 0,-20-133-4136 0 0,1-1 1 0 0,2-1 0 0 0,20 44 0 0 0,-16-46-433 0 0,24 37-1 0 0,-31-53-439 0 0,0-1-1 0 0,1 0 1 0 0,0 0 0 0 0,1 0-1 0 0,0-1 1 0 0,14 10-1 0 0,-21-17-72 0 0,0 1-1 0 0,0-1 0 0 0,0 0 0 0 0,0 0 1 0 0,0 0-1 0 0,0 0 0 0 0,0-1 0 0 0,1 1 1 0 0,-1 0-1 0 0,0-1 0 0 0,0 0 0 0 0,1 1 1 0 0,-1-1-1 0 0,0 0 0 0 0,0 0 0 0 0,1 0 1 0 0,-1-1-1 0 0,0 1 0 0 0,0 0 0 0 0,4-2 0 0 0,-2 0-120 0 0,-1 0 0 0 0,0 0 0 0 0,0 0 0 0 0,0 0 0 0 0,0 0 0 0 0,0-1 0 0 0,0 1 0 0 0,0-1 0 0 0,-1 0 0 0 0,0 0 0 0 0,4-4 0 0 0,2-8-810 0 0,0 0 0 0 0,0 0 0 0 0,-2 0 0 0 0,7-22-1 0 0,46-214-6081 0 0,-31 113 9093 0 0,-25 125-1474 0 0,5-34 5255 0 0,-9 70 416 0 0,-5 16-3854 0 0,-1 12-1821 0 0,2 2-118 0 0,3 0 0 0 0,5 61-1 0 0,-1-94-655 0 0,1-1 0 0 0,1 1 1 0 0,0-1-1 0 0,2 0 0 0 0,0 0 0 0 0,1-1 0 0 0,1 0 0 0 0,0 0 0 0 0,14 20 0 0 0,0-6-7186 0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8.7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37 3681 0 0,'5'-15'547'0'0,"-5"14"-227"0"0,0 0 0 0 0,1 0 0 0 0,-1 1 0 0 0,0-1 0 0 0,-4-9 4160 0 0,-1 5-2341 0 0,4 5-1775 0 0,1 0 0 0 0,-1-1 0 0 0,0 1 0 0 0,0 0-1 0 0,0-1 1 0 0,0 1 0 0 0,0 0 0 0 0,0 0-1 0 0,0 0 1 0 0,0 0 0 0 0,-1 0 0 0 0,-15 2-203 0 0,6 2 294 0 0,0 1-1 0 0,0 0 1 0 0,0 0-1 0 0,1 1 0 0 0,-1 0 1 0 0,-10 10-1 0 0,8-6-395 0 0,0 1 0 0 0,1 0 1 0 0,0 1-1 0 0,1 1 0 0 0,1-1 0 0 0,0 2 0 0 0,-10 17 0 0 0,18-28-63 0 0,0 1 0 0 0,1-1-1 0 0,-1 1 1 0 0,1 0 0 0 0,0-1 0 0 0,0 1-1 0 0,0 0 1 0 0,0 0 0 0 0,1 0-1 0 0,0 0 1 0 0,0 0 0 0 0,0-1-1 0 0,0 1 1 0 0,0 0 0 0 0,1 0-1 0 0,-1 0 1 0 0,1 0 0 0 0,0-1 0 0 0,1 1-1 0 0,-1 0 1 0 0,1-1 0 0 0,2 6-1 0 0,-2-6-24 0 0,0 0-1 0 0,1-1 0 0 0,-1 1 0 0 0,0-1 0 0 0,1 1 0 0 0,0-1 1 0 0,0 0-1 0 0,-1 0 0 0 0,1-1 0 0 0,0 1 0 0 0,0 0 1 0 0,1-1-1 0 0,-1 0 0 0 0,0 0 0 0 0,0 0 0 0 0,1 0 0 0 0,-1 0 1 0 0,1-1-1 0 0,-1 1 0 0 0,0-1 0 0 0,1 0 0 0 0,-1 0 0 0 0,1 0 1 0 0,-1-1-1 0 0,1 1 0 0 0,2-2 0 0 0,8-1-62 0 0,-2-2 1 0 0,1 0-1 0 0,0 0 0 0 0,-1-1 0 0 0,0-1 0 0 0,-1 0 0 0 0,1 0 1 0 0,10-10-1 0 0,-4 3 332 0 0,33-17-1 0 0,-50 31-208 0 0,1-1-1 0 0,-1 1 0 0 0,0 0 1 0 0,1 0-1 0 0,-1-1 0 0 0,1 1 0 0 0,-1 0 1 0 0,0 0-1 0 0,1 0 0 0 0,-1 1 1 0 0,0-1-1 0 0,1 0 0 0 0,-1 0 0 0 0,0 1 1 0 0,1-1-1 0 0,-1 1 0 0 0,0-1 1 0 0,0 1-1 0 0,1 0 0 0 0,-1-1 0 0 0,0 1 1 0 0,0 0-1 0 0,0 0 0 0 0,0 0 0 0 0,0 0 1 0 0,0 0-1 0 0,0 0 0 0 0,0 0 1 0 0,0 0-1 0 0,-1 0 0 0 0,1 0 0 0 0,0 2 1 0 0,8 6-1432 0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9.2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51 1376 0 0,'-9'-4'75'0'0,"-36"-42"18758"0"0,56 56-17001 0 0,5 13-1120 0 0,-13-15-609 0 0,-1-1 0 0 0,1 1 0 0 0,-1 0 1 0 0,-1-1-1 0 0,0 1 0 0 0,0 0 0 0 0,0 11 1 0 0,-6 60 82 0 0,1-30-101 0 0,3-8-177 0 0,2 1 0 0 0,2-1 0 0 0,1-1 0 0 0,2 1-1 0 0,2 0 1 0 0,2-1 0 0 0,1-1 0 0 0,2 0 0 0 0,2-1 0 0 0,1 0 0 0 0,3-1 0 0 0,32 51 0 0 0,-19-51-1777 0 0,-15-24 902 0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19.6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209 12 6449 0 0,'-6'-2'364'0'0,"-1"0"0"0"0,1 0 0 0 0,0 0 0 0 0,-1 1 0 0 0,1 0 0 0 0,-1 0 0 0 0,1 1 0 0 0,-1 0 0 0 0,1 0 0 0 0,-1 0 0 0 0,1 1 0 0 0,-1 0 0 0 0,1 0 0 0 0,0 1 0 0 0,-1-1 0 0 0,1 2 0 0 0,-11 4 0 0 0,12-5-124 0 0,-1 1 0 0 0,1 0 0 0 0,0 0 0 0 0,0 0 0 0 0,0 0 1 0 0,1 1-1 0 0,-1 0 0 0 0,1 0 0 0 0,0 0 0 0 0,0 0 0 0 0,0 1 0 0 0,0 0 1 0 0,1-1-1 0 0,0 1 0 0 0,0 1 0 0 0,0-1 0 0 0,1 0 0 0 0,-1 1 1 0 0,-2 10-1 0 0,5-14-195 0 0,0-1-1 0 0,0 1 1 0 0,-1-1 0 0 0,1 1 0 0 0,0-1 0 0 0,0 1-1 0 0,1-1 1 0 0,-1 0 0 0 0,0 1 0 0 0,0-1 0 0 0,1 1-1 0 0,-1-1 1 0 0,1 1 0 0 0,-1-1 0 0 0,1 0 0 0 0,0 1-1 0 0,-1-1 1 0 0,1 0 0 0 0,0 0 0 0 0,0 0-1 0 0,0 1 1 0 0,1 0 0 0 0,1 0 1 0 0,-1-1-1 0 0,0 1 1 0 0,1-1-1 0 0,-1 1 1 0 0,1-1-1 0 0,0 0 0 0 0,-1 0 1 0 0,1 0-1 0 0,0-1 1 0 0,-1 1-1 0 0,4 0 1 0 0,1 0 16 0 0,1-1 0 0 0,-1 0 1 0 0,0 0-1 0 0,1 0 0 0 0,-1-1 0 0 0,0 0 1 0 0,0 0-1 0 0,10-4 0 0 0,-10 2-19 0 0,1-1 0 0 0,-1-1 0 0 0,0 1 0 0 0,0-1 0 0 0,0 0 0 0 0,8-8 0 0 0,21-16 571 0 0,-35 29-582 0 0,0-1-1 0 0,0 1 0 0 0,0 0 1 0 0,0-1-1 0 0,0 1 1 0 0,0 0-1 0 0,-1 0 0 0 0,1-1 1 0 0,0 1-1 0 0,0 0 1 0 0,0 0-1 0 0,0 0 0 0 0,0 0 1 0 0,0 0-1 0 0,0 0 1 0 0,0 1-1 0 0,0-1 0 0 0,0 0 1 0 0,0 0-1 0 0,0 1 1 0 0,0-1-1 0 0,0 1 0 0 0,0-1 1 0 0,0 1-1 0 0,0-1 1 0 0,-1 1-1 0 0,1-1 0 0 0,0 1 1 0 0,0 0-1 0 0,-1-1 1 0 0,1 1-1 0 0,0 0 0 0 0,-1 0 1 0 0,1 0-1 0 0,-1-1 1 0 0,1 1-1 0 0,-1 0 0 0 0,1 1 1 0 0,19 44 112 0 0,-15-32-118 0 0,-2-6-298 0 0,1 0 0 0 0,0-1-1 0 0,0 1 1 0 0,0-1 0 0 0,9 10-1 0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20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52 5529 0 0,'9'-13'163'0'0,"3"-11"4953"0"0,-11 24-4929 0 0,-1-1-1 0 0,0 1 0 0 0,0-1 1 0 0,0 1-1 0 0,1-1 0 0 0,-1 1 1 0 0,0-1-1 0 0,0 1 1 0 0,0-1-1 0 0,0 1 0 0 0,0-1 1 0 0,0 1-1 0 0,0-1 0 0 0,0 1 1 0 0,0-1-1 0 0,0 1 0 0 0,0-1 1 0 0,-1 1-1 0 0,1-1 0 0 0,0 1 1 0 0,0-1-1 0 0,0 1 0 0 0,0-1 1 0 0,-1 1 186 0 0,0-2-187 0 0,0 2-67 0 0,0 0 0 0 0,0 0 0 0 0,-1 0 1 0 0,1-1-1 0 0,0 1 0 0 0,0 0 0 0 0,0 0 0 0 0,0 0 1 0 0,-1 1-1 0 0,1-1 0 0 0,0 0 0 0 0,0 0 0 0 0,0 1 0 0 0,0-1 1 0 0,0 1-1 0 0,-1-1 0 0 0,0 2 0 0 0,-17 8 280 0 0,2 0 0 0 0,0 2-1 0 0,0 0 1 0 0,1 1 0 0 0,0 0 0 0 0,1 2-1 0 0,1 0 1 0 0,0 0 0 0 0,-19 30 0 0 0,31-42-391 0 0,0 0 0 0 0,-1 0 0 0 0,2 0 1 0 0,-1 0-1 0 0,0 1 0 0 0,1-1 0 0 0,-1 1 0 0 0,1-1 1 0 0,0 1-1 0 0,0-1 0 0 0,0 1 0 0 0,1 0 0 0 0,-1-1 1 0 0,1 1-1 0 0,0 0 0 0 0,0 0 0 0 0,0-1 0 0 0,1 1 1 0 0,0 5-1 0 0,1-6-50 0 0,0 1 1 0 0,0 0-1 0 0,0-1 1 0 0,0 1-1 0 0,0-1 0 0 0,1 0 1 0 0,-1 0-1 0 0,1 0 1 0 0,0 0-1 0 0,0 0 1 0 0,0-1-1 0 0,0 1 0 0 0,0-1 1 0 0,1 0-1 0 0,-1 0 1 0 0,1 0-1 0 0,6 3 1 0 0,2-1-55 0 0,1 0 1 0 0,0 0-1 0 0,0-2 1 0 0,18 3-1 0 0,-18-4 4 0 0,0 2 0 0 0,-1-1-1 0 0,1 1 1 0 0,16 7 0 0 0,-29-10 88 0 0,0 0 1 0 0,0 0 0 0 0,0 0-1 0 0,1 0 1 0 0,-1 0 0 0 0,0 0-1 0 0,0 0 1 0 0,0 1 0 0 0,0-1 0 0 0,1 0-1 0 0,-1 0 1 0 0,0 0 0 0 0,0 0-1 0 0,0 0 1 0 0,0 0 0 0 0,0 1-1 0 0,0-1 1 0 0,1 0 0 0 0,-1 0-1 0 0,0 0 1 0 0,0 0 0 0 0,0 1-1 0 0,0-1 1 0 0,0 0 0 0 0,0 0-1 0 0,0 0 1 0 0,0 1 0 0 0,0-1-1 0 0,0 0 1 0 0,0 0 0 0 0,0 0 0 0 0,0 1-1 0 0,0-1 1 0 0,0 0 0 0 0,0 0-1 0 0,0 0 1 0 0,0 1 0 0 0,0-1-1 0 0,0 0 1 0 0,0 0 0 0 0,0 0-1 0 0,-1 0 1 0 0,1 1 0 0 0,0-1-1 0 0,0 0 1 0 0,-11 10-164 0 0,-20 8-119 0 0,27-16 246 0 0,-125 56-3749 0 0,112-52 2689 0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20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95 125 3225 0 0,'15'-22'403'0'0,"22"-35"-94"0"0,-26 12 9988 0 0,-11 45-10213 0 0,-17 9 1869 0 0,-16 18-507 0 0,19-14-1293 0 0,1 0-1 0 0,1 0 0 0 0,0 1 1 0 0,0 1-1 0 0,-17 29 1 0 0,27-40-134 0 0,0 0 1 0 0,0 0-1 0 0,0 1 1 0 0,1-1-1 0 0,-1 0 0 0 0,1 1 1 0 0,0-1-1 0 0,0 1 1 0 0,1 0-1 0 0,-1-1 1 0 0,1 1-1 0 0,0 0 1 0 0,0-1-1 0 0,1 1 1 0 0,-1-1-1 0 0,1 1 1 0 0,0-1-1 0 0,0 1 0 0 0,1-1 1 0 0,-1 1-1 0 0,1-1 1 0 0,0 0-1 0 0,0 0 1 0 0,0 0-1 0 0,1 0 1 0 0,-1 0-1 0 0,1 0 1 0 0,5 4-1 0 0,-1-1 19 0 0,0-1-1 0 0,1-1 1 0 0,0 1-1 0 0,0-1 1 0 0,16 7 0 0 0,-16-8-4 0 0,1 1 0 0 0,-1 0 1 0 0,0 0-1 0 0,0 0 1 0 0,8 9-1 0 0,-15-14-33 0 0,0 1 0 0 0,-1-1-1 0 0,1 1 1 0 0,-1-1 0 0 0,1 1-1 0 0,-1 0 1 0 0,1-1 0 0 0,-1 1 0 0 0,1 0-1 0 0,-1-1 1 0 0,0 1 0 0 0,1 0-1 0 0,-1 0 1 0 0,0-1 0 0 0,0 1 0 0 0,0 0-1 0 0,0 0 1 0 0,1 0 0 0 0,-1-1-1 0 0,0 1 1 0 0,0 0 0 0 0,-1 0 0 0 0,1 0-1 0 0,0-1 1 0 0,0 1 0 0 0,0 0-1 0 0,-1 1 1 0 0,0 0-11 0 0,0-1-1 0 0,0 1 0 0 0,0 0 1 0 0,-1-1-1 0 0,1 1 1 0 0,0-1-1 0 0,-1 1 1 0 0,1-1-1 0 0,-1 0 1 0 0,-3 2-1 0 0,-5 3-554 0 0,-1 0 1 0 0,-22 7-1 0 0,29-12 124 0 0,-16 7-5850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20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1 315 3225 0 0,'41'-16'1841'0'0,"-1"-2"-1"0"0,59-38 1 0 0,-86 48-1342 0 0,0 0-1 0 0,-1-2 0 0 0,0 1 1 0 0,-1-2-1 0 0,0 1 1 0 0,-1-1-1 0 0,0-1 1 0 0,-1 0-1 0 0,0 0 1 0 0,-1-1-1 0 0,8-15 0 0 0,-14 23-288 0 0,0-1 0 0 0,0 1 0 0 0,0-1 0 0 0,-1 0 0 0 0,0 0 0 0 0,0 1 0 0 0,0-10 0 0 0,-1 14-179 0 0,0 0 1 0 0,0-1-1 0 0,0 1 0 0 0,0 0 0 0 0,0 0 0 0 0,-1 0 1 0 0,1 0-1 0 0,0 0 0 0 0,-1 0 0 0 0,1 0 0 0 0,-1 0 1 0 0,1 0-1 0 0,-1 0 0 0 0,1 0 0 0 0,-1 0 0 0 0,0 0 1 0 0,1 1-1 0 0,-1-1 0 0 0,0 0 0 0 0,0 0 0 0 0,1 1 1 0 0,-1-1-1 0 0,0 0 0 0 0,0 1 0 0 0,0-1 0 0 0,0 1 1 0 0,0-1-1 0 0,0 1 0 0 0,0-1 0 0 0,0 1 0 0 0,0 0 1 0 0,0 0-1 0 0,0-1 0 0 0,-1 1 0 0 0,1 0 0 0 0,0 0 1 0 0,0 0-1 0 0,0 0 0 0 0,0 0 0 0 0,0 1 0 0 0,0-1 0 0 0,0 0 1 0 0,0 0-1 0 0,0 1 0 0 0,0-1 0 0 0,-2 1 0 0 0,-8 3 75 0 0,-1 0-1 0 0,1 1 1 0 0,0 0-1 0 0,1 1 1 0 0,-1 0-1 0 0,1 1 1 0 0,1 0-1 0 0,-1 0 0 0 0,1 1 1 0 0,0 0-1 0 0,1 1 1 0 0,0 0-1 0 0,0 0 1 0 0,1 1-1 0 0,0 0 0 0 0,1 0 1 0 0,-10 21-1 0 0,15-28-100 0 0,0 0 0 0 0,1 0 0 0 0,-1 0 0 0 0,1 1 1 0 0,-1-1-1 0 0,1 0 0 0 0,0 0 0 0 0,0 0 0 0 0,0 0 0 0 0,0 1 0 0 0,1-1 0 0 0,0 0 0 0 0,-1 0 0 0 0,1 0 0 0 0,0 0 0 0 0,0 0 0 0 0,1 0 0 0 0,0 3 0 0 0,1-2-1 0 0,0-1-1 0 0,0 1 1 0 0,0 0-1 0 0,1-1 1 0 0,-1 1-1 0 0,1-1 1 0 0,0 0-1 0 0,0 0 1 0 0,0-1-1 0 0,8 5 0 0 0,-2-2-123 0 0,0-1-1 0 0,1 0 0 0 0,0-1 0 0 0,0 0 1 0 0,-1-1-1 0 0,1 0 0 0 0,1-1 0 0 0,-1 0 0 0 0,18-1 1 0 0,48-12-4533 0 0,-49 5-647 0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20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127 86 3209 0 0,'1'-3'56'0'0,"0"1"0"0"0,-1-1 0 0 0,1 0 0 0 0,-1 1 0 0 0,0-1 0 0 0,0 0 0 0 0,0 1 0 0 0,0-1 0 0 0,-1 0 0 0 0,1 0 0 0 0,-1 1 0 0 0,0-4 0 0 0,0 3 351 0 0,-1 0 1 0 0,1 0-1 0 0,0 1 0 0 0,-1-1 1 0 0,0 0-1 0 0,1 1 0 0 0,-1-1 0 0 0,0 1 1 0 0,-1 0-1 0 0,1-1 0 0 0,0 1 1 0 0,0 0-1 0 0,-1 1 0 0 0,0-1 1 0 0,-3-2-1 0 0,3 3-34 0 0,1-1 0 0 0,-1 1 0 0 0,1 0-1 0 0,-1 1 1 0 0,0-1 0 0 0,1 0 0 0 0,-1 1 0 0 0,0-1 0 0 0,0 1 0 0 0,1 0 0 0 0,-1 0 0 0 0,0 0 0 0 0,0 1-1 0 0,0-1 1 0 0,1 0 0 0 0,-1 1 0 0 0,-3 1 0 0 0,3-1-290 0 0,1 0-1 0 0,-1 1 1 0 0,1-1 0 0 0,-1 1 0 0 0,1-1-1 0 0,0 1 1 0 0,0 0 0 0 0,0 0-1 0 0,0 0 1 0 0,0 0 0 0 0,0 0 0 0 0,-2 4-1 0 0,3-3-36 0 0,-1 1 0 0 0,1-1 0 0 0,0 1 0 0 0,0-1 0 0 0,0 1 0 0 0,1-1 0 0 0,-1 1 0 0 0,1 0 0 0 0,0-1 0 0 0,0 1 0 0 0,0 0 0 0 0,0-1 0 0 0,1 1 0 0 0,0-1 0 0 0,0 1 0 0 0,0-1 0 0 0,0 1 0 0 0,3 6 0 0 0,3 6 200 0 0,1 1-1 0 0,13 19 0 0 0,-20-34-208 0 0,36 48 681 0 0,-29-42-583 0 0,-1 0 0 0 0,0 0 0 0 0,-1 1 0 0 0,0 0 0 0 0,0 1 0 0 0,-1 0 0 0 0,0-1 0 0 0,4 16 0 0 0,-8-23-232 0 0,-1 0 0 0 0,0 0 0 0 0,1 0 0 0 0,-1 0 0 0 0,0 0 0 0 0,0 0 0 0 0,0 0 0 0 0,-1-1 0 0 0,1 1 0 0 0,0 0 0 0 0,-1 0 0 0 0,1 0 0 0 0,-1 0 0 0 0,0 0 0 0 0,0-1 0 0 0,0 1 0 0 0,1 0 0 0 0,-2-1 0 0 0,1 1 0 0 0,0 0 0 0 0,0-1 0 0 0,0 1 0 0 0,-1-1 0 0 0,1 0 0 0 0,-2 2 0 0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20.9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14283 0 0,'10'3'632'0'0,"-4"-2"136"0"0,3 0-616 0 0,-4 1-152 0 0,-2-1 0 0 0,-2-1 0 0 0,2 0 641 0 0,2 1 95 0 0,2 1 16 0 0,1 1 8 0 0,1-2-336 0 0,-3 3-64 0 0,0 4-8 0 0,-6-2-8 0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7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376 151 8754 0 0,'-9'-7'433'0'0,"1"1"1"0"0,-1 0-1 0 0,0 1 1 0 0,0 0-1 0 0,-1 0 0 0 0,1 1 1 0 0,-1 1-1 0 0,0-1 1 0 0,0 1-1 0 0,0 1 1 0 0,-1 0-1 0 0,1 0 0 0 0,0 1 1 0 0,-1 1-1 0 0,-20 1 1 0 0,24 0-365 0 0,0 1 0 0 0,1 0 0 0 0,-1 1 0 0 0,1 0 0 0 0,-1 0 0 0 0,1 0 0 0 0,0 1 0 0 0,0 0 0 0 0,1 0 1 0 0,-1 0-1 0 0,1 1 0 0 0,0 0 0 0 0,0 0 0 0 0,0 0 0 0 0,1 0 0 0 0,-1 1 0 0 0,2 0 0 0 0,-1 0 0 0 0,-4 10 0 0 0,-3 6 134 0 0,1 1 0 0 0,1 1-1 0 0,1-1 1 0 0,-6 30 0 0 0,2 4-191 0 0,3 1-1 0 0,-3 58 1 0 0,11-81-9 0 0,1 1 0 0 0,2 0 0 0 0,1-1 0 0 0,12 55 1 0 0,-12-76-25 0 0,1-1 0 0 0,1 0 1 0 0,0 0-1 0 0,0 0 1 0 0,1-1-1 0 0,1 0 0 0 0,0 0 1 0 0,1 0-1 0 0,0-1 1 0 0,14 14-1 0 0,-14-18-30 0 0,-1 0 0 0 0,1-1 0 0 0,0 0 0 0 0,0 0 0 0 0,1-1-1 0 0,-1 0 1 0 0,1-1 0 0 0,0 0 0 0 0,1 0 0 0 0,-1-1 0 0 0,1 0 0 0 0,-1 0 0 0 0,1-1 0 0 0,0-1-1 0 0,11 1 1 0 0,-5-1 33 0 0,-1-1-1 0 0,1-1 0 0 0,-1 0 1 0 0,0-1-1 0 0,0-1 0 0 0,1 0 1 0 0,-2-1-1 0 0,1-1 0 0 0,0 0 1 0 0,-1-1-1 0 0,0 0 0 0 0,20-14 1 0 0,-18 9 98 0 0,0-1 1 0 0,0-1 0 0 0,-2-1 0 0 0,0 0-1 0 0,0-1 1 0 0,-1 0 0 0 0,-1-1-1 0 0,18-31 1 0 0,-12 12 36 0 0,-1-1 1 0 0,-2 0-1 0 0,-2-2 1 0 0,-1 1-1 0 0,-2-1 0 0 0,-1-1 1 0 0,-2 0-1 0 0,-2 0 1 0 0,0-53-1 0 0,-4 50-16 0 0,-1 0 1 0 0,-3 0-1 0 0,-1 0 0 0 0,-2 0 1 0 0,-19-66-1 0 0,24 104-93 0 0,0 1 0 0 0,-1-1 0 0 0,1 1 1 0 0,-1-1-1 0 0,1 1 0 0 0,-1 0 0 0 0,-1 0 0 0 0,1 0 0 0 0,0 0 0 0 0,0 1 0 0 0,-1-1 1 0 0,0 0-1 0 0,0 1 0 0 0,1 0 0 0 0,-1 0 0 0 0,-4-3 0 0 0,4 4-39 0 0,1 1-1 0 0,0-1 1 0 0,-1 0 0 0 0,1 1-1 0 0,0 0 1 0 0,-1-1 0 0 0,1 1-1 0 0,-1 0 1 0 0,1 0 0 0 0,-1 1-1 0 0,1-1 1 0 0,-1 0 0 0 0,1 1-1 0 0,0-1 1 0 0,-1 1 0 0 0,1 0-1 0 0,0 0 1 0 0,-1 0 0 0 0,1 0-1 0 0,0 0 1 0 0,0 0 0 0 0,0 1-1 0 0,0-1 1 0 0,-3 4 0 0 0,-4 3-638 0 0,0 0 0 0 0,1 1 0 0 0,-11 15 0 0 0,-3 7-5228 0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7.7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1 164 10138 0 0,'2'-1'161'0'0,"1"0"-1"0"0,-1 0 1 0 0,1 0-1 0 0,-1 1 1 0 0,1-1 0 0 0,-1 1-1 0 0,1-1 1 0 0,-1 1-1 0 0,1 0 1 0 0,0 0-1 0 0,-1 0 1 0 0,1 1-1 0 0,0-1 1 0 0,-1 0 0 0 0,1 1-1 0 0,-1 0 1 0 0,1-1-1 0 0,-1 1 1 0 0,0 0-1 0 0,5 3 1 0 0,-3-2 7 0 0,1 0 1 0 0,-1 1-1 0 0,1-1 1 0 0,-1 1-1 0 0,0 0 0 0 0,0 1 1 0 0,0-1-1 0 0,-1 1 1 0 0,7 7-1 0 0,8 35 1129 0 0,-16-41-1264 0 0,-1 1 0 0 0,0-1 1 0 0,1 0-1 0 0,0 0 0 0 0,0 0 1 0 0,1-1-1 0 0,-1 1 0 0 0,1 0 0 0 0,0-1 1 0 0,0 0-1 0 0,1 0 0 0 0,-1 0 1 0 0,5 4-1 0 0,-7-7-37 0 0,0-1-1 0 0,0 0 1 0 0,1 0 0 0 0,-1 0-1 0 0,0 1 1 0 0,0-1-1 0 0,0 0 1 0 0,0 0 0 0 0,0 0-1 0 0,1-1 1 0 0,-1 1 0 0 0,0 0-1 0 0,0 0 1 0 0,0-1 0 0 0,0 1-1 0 0,0-1 1 0 0,0 1-1 0 0,0-1 1 0 0,0 1 0 0 0,0-1-1 0 0,0 1 1 0 0,0-1 0 0 0,0 0-1 0 0,0 0 1 0 0,-1 1 0 0 0,1-1-1 0 0,0 0 1 0 0,0 0-1 0 0,-1 0 1 0 0,1 0 0 0 0,0-2-1 0 0,23-35 0 0 0,-22 34 5 0 0,37-79-52 0 0,-30 60 28 0 0,1 0-1 0 0,1 1 0 0 0,1 0 0 0 0,0 1 0 0 0,27-32 1 0 0,-38 52 32 0 0,0-1 0 0 0,0 1 1 0 0,0 0-1 0 0,1 0 1 0 0,-1 0-1 0 0,0 0 1 0 0,1 0-1 0 0,-1 0 1 0 0,0 0-1 0 0,1 1 1 0 0,-1-1-1 0 0,1 0 0 0 0,-1 1 1 0 0,1-1-1 0 0,-1 1 1 0 0,1 0-1 0 0,0-1 1 0 0,-1 1-1 0 0,1 0 1 0 0,0 0-1 0 0,-1 0 1 0 0,1 0-1 0 0,2 1 0 0 0,-1 0 28 0 0,0 0 0 0 0,-1 0 0 0 0,1 0 0 0 0,0 1 0 0 0,-1-1 0 0 0,1 1 0 0 0,-1 0 0 0 0,0 0 0 0 0,1 0 0 0 0,-1 0 0 0 0,0 0 0 0 0,2 3 0 0 0,5 7 185 0 0,0 1 0 0 0,-1 1 1 0 0,11 25-1 0 0,-18-38-208 0 0,50 120-93 0 0,-41-104-760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8.0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25 8754 0 0,'-1'-2'331'0'0,"1"1"1"0"0,0 0-1 0 0,-1-1 0 0 0,1 1 0 0 0,0 0 1 0 0,0-1-1 0 0,0 1 0 0 0,0 0 1 0 0,0-1-1 0 0,0 1 0 0 0,7-9 3722 0 0,0 20-2800 0 0,5 28-479 0 0,-2 1 0 0 0,-1 1 0 0 0,6 71 0 0 0,-9-62-603 0 0,-3-21-324 0 0,36 206 884 0 0,-32-206-1273 0 0,1 0 0 0 0,1-1 1 0 0,1 0-1 0 0,1-1 0 0 0,2 0 1 0 0,18 29-1 0 0,-13-31-5965 0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8.4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27 11058 0 0,'0'0'33'0'0,"-1"0"-1"0"0,1 0 1 0 0,-1 0-1 0 0,1 0 1 0 0,0 0-1 0 0,-1 0 1 0 0,1 0-1 0 0,-1 0 0 0 0,1 0 1 0 0,-1 0-1 0 0,1 0 1 0 0,-1 0-1 0 0,1 1 1 0 0,-1-1-1 0 0,1 0 1 0 0,0 0-1 0 0,-1 1 0 0 0,1-1 1 0 0,0 0-1 0 0,-1 1 1 0 0,1-1-1 0 0,-1 0 1 0 0,1 1-1 0 0,0-1 1 0 0,0 0-1 0 0,-1 1 1 0 0,1-1-1 0 0,0 1 0 0 0,0-1 1 0 0,0 0-1 0 0,-1 1 1 0 0,1-1-1 0 0,0 1 1 0 0,0-1-1 0 0,0 1 1 0 0,0-1-1 0 0,0 1 1 0 0,0-1-1 0 0,0 1 0 0 0,0-1 1 0 0,0 1-1 0 0,0 0 1 0 0,-3 32-125 0 0,2-24 267 0 0,-1 10 124 0 0,-2 13 454 0 0,2 47 1 0 0,2-71-686 0 0,0 0 1 0 0,1 0 0 0 0,0 0-1 0 0,1 0 1 0 0,0 0 0 0 0,0 0 0 0 0,0 0-1 0 0,1 0 1 0 0,0-1 0 0 0,1 0 0 0 0,5 9-1 0 0,-8-14-60 0 0,0-1-1 0 0,0 1 1 0 0,0 0-1 0 0,1-1 1 0 0,-1 1-1 0 0,0-1 1 0 0,1 0-1 0 0,-1 0 1 0 0,1 1-1 0 0,0-1 0 0 0,-1 0 1 0 0,1 0-1 0 0,0 0 1 0 0,0-1-1 0 0,0 1 1 0 0,-1 0-1 0 0,1-1 1 0 0,0 1-1 0 0,0-1 1 0 0,0 1-1 0 0,0-1 1 0 0,0 0-1 0 0,3 0 1 0 0,-1-1 21 0 0,-1 0 1 0 0,1 0 0 0 0,-1 0-1 0 0,1 0 1 0 0,-1-1 0 0 0,0 0 0 0 0,0 1-1 0 0,1-1 1 0 0,-1 0 0 0 0,-1 0-1 0 0,1-1 1 0 0,3-2 0 0 0,6-7 140 0 0,-1-1 1 0 0,0-1-1 0 0,0 0 0 0 0,9-19 1 0 0,19-41 255 0 0,-32 56-244 0 0,2 0 0 0 0,0 1 0 0 0,2 0-1 0 0,-1 0 1 0 0,2 1 0 0 0,18-21 0 0 0,-29 36-149 0 0,0 0 1 0 0,0 0-1 0 0,1 0 0 0 0,-1 0 1 0 0,0 0-1 0 0,0 0 1 0 0,0 1-1 0 0,1-1 0 0 0,-1 0 1 0 0,0 1-1 0 0,1-1 0 0 0,-1 0 1 0 0,1 1-1 0 0,-1 0 0 0 0,0-1 1 0 0,1 1-1 0 0,-1 0 1 0 0,1 0-1 0 0,-1 0 0 0 0,1 0 1 0 0,-1 0-1 0 0,1 0 0 0 0,-1 0 1 0 0,3 1-1 0 0,-2 0 24 0 0,0 0 0 0 0,0 0 0 0 0,0 1 0 0 0,0-1 0 0 0,0 1 0 0 0,0-1 0 0 0,-1 1 0 0 0,1 0 0 0 0,-1-1 0 0 0,1 1-1 0 0,-1 0 1 0 0,1 0 0 0 0,1 4 0 0 0,2 5 203 0 0,0 0-1 0 0,-1 1 1 0 0,0 0-1 0 0,4 22 1 0 0,-5-8-56 0 0,-1 0 1 0 0,-1 0-1 0 0,-1 1 1 0 0,-1-1-1 0 0,-10 51 1 0 0,-40 129-1137 0 0,42-176 339 0 0,-4 16-6895 0 0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8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74 1 10138 0 0,'-2'1'128'0'0,"0"0"1"0"0,0 0-1 0 0,0 0 0 0 0,0 0 0 0 0,0 0 1 0 0,0 0-1 0 0,1 1 0 0 0,-1-1 0 0 0,0 1 1 0 0,1-1-1 0 0,-1 1 0 0 0,1 0 0 0 0,-1 0 0 0 0,1 0 1 0 0,0-1-1 0 0,0 1 0 0 0,-1 3 0 0 0,-19 37 750 0 0,16-31-651 0 0,1 1-1 0 0,0 0 1 0 0,1 0-1 0 0,1 0 1 0 0,0 0-1 0 0,0 0 1 0 0,2 0 0 0 0,-1 1-1 0 0,1-1 1 0 0,1 1-1 0 0,3 15 1 0 0,-4-23-177 0 0,1-1 1 0 0,0 1 0 0 0,0 0 0 0 0,1-1-1 0 0,0 1 1 0 0,-1-1 0 0 0,1 0-1 0 0,1 0 1 0 0,-1 1 0 0 0,1-1-1 0 0,-1-1 1 0 0,1 1 0 0 0,0 0-1 0 0,0-1 1 0 0,1 1 0 0 0,-1-1 0 0 0,1 0-1 0 0,0 0 1 0 0,0-1 0 0 0,0 1-1 0 0,0-1 1 0 0,0 0 0 0 0,0 0-1 0 0,1 0 1 0 0,-1 0 0 0 0,1-1 0 0 0,-1 0-1 0 0,1 0 1 0 0,-1 0 0 0 0,1 0-1 0 0,0-1 1 0 0,6 0 0 0 0,-4 0-23 0 0,0 0 1 0 0,0-1-1 0 0,0 0 1 0 0,0-1 0 0 0,0 1-1 0 0,0-1 1 0 0,-1-1-1 0 0,1 1 1 0 0,-1-1-1 0 0,1 0 1 0 0,-1-1 0 0 0,0 0-1 0 0,0 1 1 0 0,0-2-1 0 0,-1 1 1 0 0,1-1-1 0 0,-1 0 1 0 0,0 0-1 0 0,-1 0 1 0 0,1-1 0 0 0,-1 0-1 0 0,0 0 1 0 0,0 0-1 0 0,-1 0 1 0 0,0 0-1 0 0,0-1 1 0 0,-1 0 0 0 0,1 1-1 0 0,-1-1 1 0 0,-1 0-1 0 0,1 0 1 0 0,-1 0-1 0 0,0 0 1 0 0,-1 0 0 0 0,0 0-1 0 0,0-1 1 0 0,-1 1-1 0 0,1 0 1 0 0,-2 0-1 0 0,1 0 1 0 0,-1 0-1 0 0,0 1 1 0 0,0-1 0 0 0,-1 0-1 0 0,1 1 1 0 0,-2-1-1 0 0,1 1 1 0 0,-1 0-1 0 0,0 0 1 0 0,0 0 0 0 0,-1 1-1 0 0,1-1 1 0 0,-1 1-1 0 0,-10-8 1 0 0,10 9-99 0 0,-1 1 0 0 0,1 0 1 0 0,-1 0-1 0 0,1 0 0 0 0,-1 1 1 0 0,0-1-1 0 0,0 1 0 0 0,0 1 1 0 0,-1-1-1 0 0,-5 0 0 0 0,5 1-447 0 0,1 1 0 0 0,0 0-1 0 0,0 0 1 0 0,-1 1 0 0 0,1-1-1 0 0,-7 3 1 0 0,-2 1-5036 0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9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7834 0 0,'1'-1'71'0'0,"1"1"1"0"0,-1-1-1 0 0,0 1 1 0 0,0-1-1 0 0,0 1 1 0 0,1-1-1 0 0,-1 1 1 0 0,0 0-1 0 0,1-1 0 0 0,-1 1 1 0 0,0 0-1 0 0,1 0 1 0 0,-1 0-1 0 0,0 0 1 0 0,1 0-1 0 0,-1 1 1 0 0,0-1-1 0 0,1 0 1 0 0,-1 1-1 0 0,0-1 1 0 0,0 0-1 0 0,1 1 1 0 0,-1 0-1 0 0,0-1 1 0 0,0 1-1 0 0,0 0 1 0 0,0-1-1 0 0,2 2 1 0 0,0 2 201 0 0,0-1 1 0 0,-1 1-1 0 0,1-1 1 0 0,-1 1-1 0 0,0 0 1 0 0,0 0-1 0 0,3 8 1 0 0,1 7 163 0 0,0 1 0 0 0,-2 0 1 0 0,0 0-1 0 0,-1 1 1 0 0,0 30-1 0 0,-3-30-33 0 0,2 1 0 0 0,1-1 0 0 0,0 0 1 0 0,13 40-1 0 0,-16-59-390 0 0,1 0 1 0 0,-1 0 0 0 0,1-1 0 0 0,0 1-1 0 0,0 0 1 0 0,0-1 0 0 0,0 1-1 0 0,0 0 1 0 0,0-1 0 0 0,0 0 0 0 0,1 1-1 0 0,-1-1 1 0 0,0 0 0 0 0,1 1 0 0 0,1 0-1 0 0,-2-2-6 0 0,-1 0-1 0 0,1 1 0 0 0,-1-1 0 0 0,0 0 1 0 0,1 0-1 0 0,-1 0 0 0 0,1 0 0 0 0,-1 0 1 0 0,0 0-1 0 0,1 0 0 0 0,-1 0 1 0 0,0-1-1 0 0,1 1 0 0 0,-1 0 0 0 0,1 0 1 0 0,-1 0-1 0 0,0 0 0 0 0,1 0 0 0 0,-1-1 1 0 0,0 1-1 0 0,1 0 0 0 0,-1 0 1 0 0,0 0-1 0 0,1-1 0 0 0,-1 1 0 0 0,0-1 1 0 0,9-16 153 0 0,10-65 717 0 0,-13 49-821 0 0,1 0 1 0 0,2 1-1 0 0,2 0 0 0 0,28-60 0 0 0,-37 89-31 0 0,0 0 0 0 0,0-1 0 0 0,0 1 1 0 0,1 0-1 0 0,-1 1 0 0 0,1-1 0 0 0,-1 0 0 0 0,1 1 0 0 0,0-1 0 0 0,0 1 0 0 0,7-4 0 0 0,-9 6 3 0 0,0 0 0 0 0,1-1 0 0 0,-1 1-1 0 0,0 0 1 0 0,1-1 0 0 0,-1 1 0 0 0,0 0 0 0 0,1 0-1 0 0,-1 0 1 0 0,0 1 0 0 0,1-1 0 0 0,-1 0 0 0 0,0 0 0 0 0,1 1-1 0 0,-1-1 1 0 0,0 0 0 0 0,1 1 0 0 0,-1 0 0 0 0,0-1-1 0 0,0 1 1 0 0,0 0 0 0 0,0-1 0 0 0,0 1 0 0 0,1 0-1 0 0,-1 0 1 0 0,-1 0 0 0 0,1 0 0 0 0,0 0 0 0 0,0 0 0 0 0,0 0-1 0 0,0 0 1 0 0,-1 1 0 0 0,1-1 0 0 0,-1 0 0 0 0,1 0-1 0 0,0 2 1 0 0,27 54 653 0 0,-19-35-1073 0 0,2-1 0 0 0,0 0 0 0 0,2 0 0 0 0,18 22 0 0 0,-13-21-6329 0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49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49 296 10594 0 0,'-2'2'222'0'0,"1"0"-1"0"0,-1-1 0 0 0,1 1 0 0 0,-1 0 1 0 0,1 0-1 0 0,0 0 0 0 0,0 0 1 0 0,0 0-1 0 0,-2 4 0 0 0,3-6-201 0 0,0 0 0 0 0,0 0 0 0 0,0 0 0 0 0,0 0 0 0 0,0 0 0 0 0,1 0 0 0 0,-1 0 0 0 0,0 0 0 0 0,0-1 0 0 0,0 1-1 0 0,0 0 1 0 0,0 0 0 0 0,0 0 0 0 0,0 0 0 0 0,0 0 0 0 0,0 0 0 0 0,0 0 0 0 0,0 0 0 0 0,0 0 0 0 0,0 0 0 0 0,0 0 0 0 0,1 0 0 0 0,-1 0-1 0 0,0 0 1 0 0,0 0 0 0 0,0 0 0 0 0,0 0 0 0 0,0 0 0 0 0,0 0 0 0 0,0 0 0 0 0,0 0 0 0 0,0 0 0 0 0,0 0 0 0 0,0 0 0 0 0,0 0-1 0 0,0 0 1 0 0,1 0 0 0 0,-1 0 0 0 0,0 0 0 0 0,0 0 0 0 0,0 0 0 0 0,0 0 0 0 0,0 1 0 0 0,0-1 0 0 0,0 0 0 0 0,0 0 0 0 0,0 0 0 0 0,0 0-1 0 0,0 0 1 0 0,0 0 0 0 0,0 0 0 0 0,0 0 0 0 0,0 0 0 0 0,0 0 0 0 0,0 0 0 0 0,0 0 0 0 0,0 0 0 0 0,0 0 0 0 0,0 1 0 0 0,0-1-1 0 0,0 0 1 0 0,0 0 0 0 0,0 0 0 0 0,0 0 0 0 0,0 0 0 0 0,0 0 0 0 0,12-13 880 0 0,2-6-485 0 0,-2 1 1 0 0,0-2-1 0 0,-2 0 0 0 0,12-28 1 0 0,-18 39-376 0 0,-1-1 1 0 0,0 1-1 0 0,0-1 0 0 0,-1 0 1 0 0,0-1-1 0 0,-1 1 1 0 0,0 0-1 0 0,-1 0 1 0 0,0 0-1 0 0,-1-1 0 0 0,-3-19 1 0 0,4 28-30 0 0,-1 0-1 0 0,1 0 1 0 0,-1 0 0 0 0,0 0 0 0 0,1 0 0 0 0,-1 0-1 0 0,0 0 1 0 0,0 0 0 0 0,0 0 0 0 0,-1 1 0 0 0,1-1-1 0 0,0 0 1 0 0,-1 1 0 0 0,1-1 0 0 0,-1 1 0 0 0,1-1 0 0 0,-1 1-1 0 0,0 0 1 0 0,0-1 0 0 0,1 1 0 0 0,-1 0 0 0 0,0 0-1 0 0,0 0 1 0 0,0 1 0 0 0,0-1 0 0 0,0 0 0 0 0,-1 1-1 0 0,-1-1 1 0 0,1 1 39 0 0,1 1 0 0 0,-1-1 0 0 0,0 0 0 0 0,1 1 0 0 0,-1 0 0 0 0,0-1-1 0 0,1 1 1 0 0,-1 0 0 0 0,1 0 0 0 0,-1 1 0 0 0,1-1 0 0 0,0 0 0 0 0,-1 1 0 0 0,1 0 0 0 0,0-1-1 0 0,0 1 1 0 0,0 0 0 0 0,0 0 0 0 0,0 0 0 0 0,1 0 0 0 0,-4 5 0 0 0,0 1 104 0 0,1 0-1 0 0,-1 1 1 0 0,1-1 0 0 0,1 1 0 0 0,0 0 0 0 0,0 1-1 0 0,1-1 1 0 0,0 0 0 0 0,0 1 0 0 0,1-1-1 0 0,0 11 1 0 0,1-13-272 0 0,0 0-1 0 0,1 0 0 0 0,0-1 1 0 0,0 1-1 0 0,1 0 0 0 0,4 13 0 0 0,-4-15-415 0 0,1-1-1 0 0,-1 1 0 0 0,1 0 0 0 0,0-1 1 0 0,0 0-1 0 0,0 0 0 0 0,1 0 0 0 0,-1 0 1 0 0,9 6-1 0 0,9 4-5777 0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0.2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305 25 3225 0 0,'-4'-3'497'0'0,"0"0"0"0"0,0 1 1 0 0,-1-1-1 0 0,1 1 0 0 0,-1 0 1 0 0,0 0-1 0 0,1 0 0 0 0,-1 1 1 0 0,0 0-1 0 0,0 0 0 0 0,0 0 1 0 0,0 0-1 0 0,0 1 1 0 0,0 0-1 0 0,0 0 0 0 0,-6 0 1 0 0,3 2-96 0 0,1 0 1 0 0,-1 0 0 0 0,0 0 0 0 0,0 1 0 0 0,1 0-1 0 0,0 1 1 0 0,-1-1 0 0 0,1 2 0 0 0,-8 5-1 0 0,1 1-174 0 0,1 0 0 0 0,1 1 0 0 0,0 0 0 0 0,0 1 0 0 0,2 0 0 0 0,-1 1 0 0 0,2 0 0 0 0,0 0 0 0 0,-8 17 0 0 0,14-23-158 0 0,0-1 0 0 0,1 0 0 0 0,-1 1 0 0 0,1-1 0 0 0,1 1 0 0 0,0 0 0 0 0,0 0 0 0 0,0-1 0 0 0,1 1 0 0 0,0 0 0 0 0,1 0 0 0 0,-1 0 0 0 0,2-1 0 0 0,-1 1 0 0 0,1 0 0 0 0,0-1 0 0 0,5 11 0 0 0,-5-13-57 0 0,1 0 0 0 0,0 0 0 0 0,0-1-1 0 0,0 1 1 0 0,1-1 0 0 0,-1 1 0 0 0,1-1 0 0 0,0-1-1 0 0,0 1 1 0 0,0 0 0 0 0,1-1 0 0 0,-1 0 0 0 0,1 0-1 0 0,0 0 1 0 0,0-1 0 0 0,0 0 0 0 0,0 0 0 0 0,1 0-1 0 0,-1 0 1 0 0,0-1 0 0 0,1 0 0 0 0,-1 0 0 0 0,1 0 0 0 0,-1-1-1 0 0,7 0 1 0 0,-1 0-185 0 0,-1-1-1 0 0,1-1 1 0 0,0 1 0 0 0,-1-2-1 0 0,1 1 1 0 0,-1-2 0 0 0,13-5-1 0 0,11-6-920 0 0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0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5 12899 0 0,'0'-1'82'0'0,"0"1"0"0"0,0 0 0 0 0,-1-1 0 0 0,1 1 1 0 0,0 0-1 0 0,0 0 0 0 0,-1-1 0 0 0,1 1 0 0 0,0 0 1 0 0,-1 0-1 0 0,1-1 0 0 0,0 1 0 0 0,-1 0 0 0 0,1 0 0 0 0,-1 0 1 0 0,1 0-1 0 0,0 0 0 0 0,-1 0 0 0 0,1-1 0 0 0,-1 1 1 0 0,1 0-1 0 0,0 0 0 0 0,-1 0 0 0 0,1 0 0 0 0,-1 0 0 0 0,1 0 1 0 0,0 1-1 0 0,-1-1 0 0 0,1 0 0 0 0,0 0 0 0 0,-1 0 1 0 0,1 0-1 0 0,-1 0 0 0 0,1 1 0 0 0,-1-1 0 0 0,-8 17 1885 0 0,-1 37 215 0 0,8-40-1621 0 0,-9 60 51 0 0,3 2 0 0 0,3 93-1 0 0,7-117-1275 0 0,2 0 0 0 0,13 57 0 0 0,-8-66-6655 0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1.0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260 9 4609 0 0,'-1'0'48'0'0,"0"-1"1"0"0,0 0-1 0 0,0 0 0 0 0,0 0 1 0 0,1 1-1 0 0,-1-1 0 0 0,0 1 0 0 0,0-1 1 0 0,-1 1-1 0 0,1-1 0 0 0,0 1 1 0 0,0-1-1 0 0,0 1 0 0 0,0 0 1 0 0,0 0-1 0 0,0 0 0 0 0,-1-1 0 0 0,1 1 1 0 0,0 0-1 0 0,0 1 0 0 0,0-1 1 0 0,0 0-1 0 0,0 0 0 0 0,-1 0 1 0 0,1 1-1 0 0,0-1 0 0 0,0 0 0 0 0,0 1 1 0 0,0-1-1 0 0,-1 1 0 0 0,-36 20 1507 0 0,34-18-1316 0 0,-12 8 205 0 0,1 1 0 0 0,0 1 0 0 0,0 0 0 0 0,1 1-1 0 0,1 0 1 0 0,1 1 0 0 0,0 1 0 0 0,1 0 0 0 0,0 0 0 0 0,2 1-1 0 0,0 1 1 0 0,0 0 0 0 0,2 0 0 0 0,-7 24 0 0 0,14-39-407 0 0,-1-1 1 0 0,1 1-1 0 0,-1 0 1 0 0,1 0 0 0 0,0-1-1 0 0,0 1 1 0 0,1 0-1 0 0,-1 0 1 0 0,0 0-1 0 0,1-1 1 0 0,0 1-1 0 0,-1 0 1 0 0,1-1 0 0 0,0 1-1 0 0,0-1 1 0 0,1 1-1 0 0,-1-1 1 0 0,1 1-1 0 0,-1-1 1 0 0,3 3-1 0 0,-3-4-53 0 0,0 0 0 0 0,1 0 0 0 0,-1 0 0 0 0,1-1-1 0 0,-1 1 1 0 0,1 0 0 0 0,-1 0 0 0 0,1-1-1 0 0,-1 1 1 0 0,1-1 0 0 0,0 0 0 0 0,-1 1 0 0 0,1-1-1 0 0,0 0 1 0 0,-1 0 0 0 0,1 0 0 0 0,0 0 0 0 0,-1 0-1 0 0,1 0 1 0 0,0 0 0 0 0,-1-1 0 0 0,1 1 0 0 0,-1-1-1 0 0,1 1 1 0 0,0-1 0 0 0,-1 0 0 0 0,1 1-1 0 0,-1-1 1 0 0,1 0 0 0 0,-1 0 0 0 0,0 0 0 0 0,1 0-1 0 0,1-3 1 0 0,14-11-325 0 0,-2-1-1 0 0,1 0 0 0 0,-2-1 1 0 0,0-1-1 0 0,16-28 0 0 0,29-36 1979 0 0,-59 81-1557 0 0,1 0 0 0 0,-1 0 1 0 0,1 1-1 0 0,-1-1 0 0 0,1 0 0 0 0,-1 1 1 0 0,1-1-1 0 0,-1 0 0 0 0,1 1 0 0 0,0-1 1 0 0,-1 1-1 0 0,1-1 0 0 0,0 1 0 0 0,-1-1 1 0 0,1 1-1 0 0,0-1 0 0 0,0 1 0 0 0,-1 0 1 0 0,1-1-1 0 0,0 1 0 0 0,0 0 0 0 0,0 0 1 0 0,0-1-1 0 0,0 1 0 0 0,-1 0 1 0 0,1 0-1 0 0,0 0 0 0 0,0 0 0 0 0,0 0 1 0 0,0 1-1 0 0,0-1 0 0 0,-1 0 0 0 0,1 0 1 0 0,0 0-1 0 0,0 1 0 0 0,0-1 0 0 0,0 0 1 0 0,-1 1-1 0 0,1-1 0 0 0,0 1 0 0 0,0-1 1 0 0,-1 1-1 0 0,1-1 0 0 0,0 1 0 0 0,-1 0 1 0 0,1-1-1 0 0,-1 1 0 0 0,1 0 1 0 0,-1-1-1 0 0,1 1 0 0 0,-1 0 0 0 0,1 0 1 0 0,-1-1-1 0 0,0 1 0 0 0,1 2 0 0 0,3 7 265 0 0,0 0 0 0 0,-1 0 0 0 0,4 20 0 0 0,-2-13-37 0 0,-3-8-539 0 0,1 0 0 0 0,0-1-1 0 0,1 1 1 0 0,0-1-1 0 0,6 10 1 0 0,4 0-6638 0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1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196 0 5065 0 0,'-4'1'205'0'0,"0"-1"0"0"0,0 1 0 0 0,0 0 0 0 0,0 1 0 0 0,0-1 0 0 0,0 1 0 0 0,1-1 0 0 0,-1 1 0 0 0,0 0 0 0 0,1 1 0 0 0,-4 1 0 0 0,-40 35 2177 0 0,33-27-1484 0 0,13-11-867 0 0,-10 8 697 0 0,0 1 1 0 0,0 0-1 0 0,1 0 0 0 0,0 1 1 0 0,-9 14-1 0 0,17-23-669 0 0,1 0 0 0 0,-1 1 0 0 0,1-1-1 0 0,0 1 1 0 0,0-1 0 0 0,0 1 0 0 0,0-1-1 0 0,0 1 1 0 0,0 0 0 0 0,1-1 0 0 0,0 1 0 0 0,-1 0-1 0 0,1 0 1 0 0,0-1 0 0 0,0 1 0 0 0,0 0 0 0 0,1 0-1 0 0,-1-1 1 0 0,1 1 0 0 0,-1 0 0 0 0,1-1-1 0 0,0 1 1 0 0,0-1 0 0 0,0 1 0 0 0,0-1 0 0 0,1 1-1 0 0,-1-1 1 0 0,1 0 0 0 0,-1 1 0 0 0,1-1 0 0 0,0 0-1 0 0,0 0 1 0 0,0 0 0 0 0,3 2 0 0 0,5 3 6 0 0,0 0 1 0 0,0-1 0 0 0,20 10-1 0 0,-22-13-40 0 0,0 1-1 0 0,0 1 0 0 0,0-1 1 0 0,0 1-1 0 0,-1 1 0 0 0,0-1 1 0 0,13 14-1 0 0,-19-18-20 0 0,0 1 0 0 0,0-1 0 0 0,0 1 0 0 0,0-1 0 0 0,0 1 0 0 0,-1 0 0 0 0,1-1 0 0 0,-1 1 0 0 0,1 0 0 0 0,-1-1 0 0 0,1 1 0 0 0,-1 0 0 0 0,0 0 0 0 0,0 0 0 0 0,0-1 0 0 0,0 1 1 0 0,0 0-1 0 0,-1 3 0 0 0,0-1 8 0 0,0 0 0 0 0,-1 0 0 0 0,0 0 1 0 0,1 0-1 0 0,-1 0 0 0 0,-1-1 1 0 0,-3 7-1 0 0,-5 3-465 0 0,0-1-1 0 0,-1 0 1 0 0,-13 10 0 0 0,21-18 61 0 0,-11 8-5281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1.6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174 1 3225 0 0,'-14'6'621'0'0,"0"1"-1"0"0,1 0 1 0 0,0 1 0 0 0,1 0 0 0 0,0 1 0 0 0,0 1 0 0 0,1-1 0 0 0,0 2-1 0 0,1 0 1 0 0,-12 15 0 0 0,18-21-237 0 0,1 1-1 0 0,-1-1 0 0 0,1 1 1 0 0,1 0-1 0 0,-1-1 1 0 0,1 1-1 0 0,0 1 0 0 0,0-1 1 0 0,1 0-1 0 0,-1 0 0 0 0,1 11 1 0 0,1-13-261 0 0,0 1-1 0 0,1 0 1 0 0,-1 0-1 0 0,1 0 1 0 0,1-1 0 0 0,-1 1-1 0 0,1 0 1 0 0,-1-1 0 0 0,1 1-1 0 0,1-1 1 0 0,-1 0-1 0 0,1 0 1 0 0,-1 1 0 0 0,1-2-1 0 0,0 1 1 0 0,7 6 0 0 0,34 22 179 0 0,-38-29-247 0 0,-1 0 1 0 0,1 0-1 0 0,-1 1 0 0 0,0-1 0 0 0,0 1 1 0 0,0 0-1 0 0,-1 1 0 0 0,1-1 0 0 0,-1 1 1 0 0,0 0-1 0 0,0 0 0 0 0,-1 0 1 0 0,5 9-1 0 0,-7-12-53 0 0,-1 1 0 0 0,0-1 0 0 0,0 1 0 0 0,0-1 1 0 0,0 0-1 0 0,0 1 0 0 0,0-1 0 0 0,-1 1 0 0 0,1-1 0 0 0,-1 0 1 0 0,1 1-1 0 0,-1-1 0 0 0,0 0 0 0 0,0 0 0 0 0,0 1 0 0 0,-3 3 1 0 0,-26 30-304 0 0,9-16-7 0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2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13827 0 0,'0'0'1247'0'0,"3"26"820"0"0,-1 37 144 0 0,5 54-983 0 0,-4-86-2417 0 0,13 53-1 0 0,-13-70 1169 0 0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2.1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 9218 0 0,'-4'-2'816'0'0,"1"0"-656"0"0,3 4-160 0 0,1-1-176 0 0,-1 2-72 0 0,-1-1-8 0 0,-2 5-8 0 0,2 3-376 0 0,-2 3-64 0 0,3 4-24 0 0,0 1-1 0 0,1-1 577 0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2.4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133 1 3225 0 0,'-14'8'1162'0'0,"1"0"1"0"0,1 2 0 0 0,0-1-1 0 0,0 1 1 0 0,1 1-1 0 0,0 0 1 0 0,1 1 0 0 0,-14 21-1 0 0,22-31-967 0 0,0 1 1 0 0,1 0-1 0 0,-1 0 0 0 0,1 0 0 0 0,0 0 0 0 0,0 1 0 0 0,0-1 0 0 0,0 0 0 0 0,0 0 1 0 0,1 1-1 0 0,0-1 0 0 0,0 0 0 0 0,0 1 0 0 0,0-1 0 0 0,0 0 0 0 0,0 1 0 0 0,1-1 1 0 0,0 0-1 0 0,-1 1 0 0 0,1-1 0 0 0,1 0 0 0 0,-1 0 0 0 0,0 0 0 0 0,1 0 0 0 0,-1 0 1 0 0,1 0-1 0 0,3 3 0 0 0,6 8-45 0 0,1-1-1 0 0,0-1 1 0 0,1-1 0 0 0,20 15 0 0 0,-19-15-65 0 0,-1 0 0 0 0,17 17 0 0 0,-29-26-81 0 0,1 0 0 0 0,-1-1 0 0 0,0 1 0 0 0,0 0 0 0 0,1 0 0 0 0,-1 0 0 0 0,-1 1 0 0 0,1-1-1 0 0,0 0 1 0 0,0 0 0 0 0,-1 0 0 0 0,1 1 0 0 0,-1-1 0 0 0,0 0 0 0 0,0 0 0 0 0,1 1 0 0 0,-2-1 0 0 0,1 0 0 0 0,0 1-1 0 0,0-1 1 0 0,-1 0 0 0 0,1 0 0 0 0,-1 1 0 0 0,0-1 0 0 0,1 0 0 0 0,-1 0 0 0 0,-2 3 0 0 0,-1 2-31 0 0,-1 0 0 0 0,0-1 0 0 0,0 1 0 0 0,-1-1 0 0 0,0 0 1 0 0,-8 7-1 0 0,-9 5-63 0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3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307 26 6913 0 0,'-2'-2'203'0'0,"0"0"-1"0"0,0 0 1 0 0,-1 0-1 0 0,1 0 0 0 0,0 0 1 0 0,-1 0-1 0 0,1 1 0 0 0,-1-1 1 0 0,1 1-1 0 0,-1-1 0 0 0,0 1 1 0 0,1 0-1 0 0,-1 0 0 0 0,0 1 1 0 0,0-1-1 0 0,0 0 0 0 0,0 1 1 0 0,0 0-1 0 0,0 0 0 0 0,0 0 1 0 0,0 0-1 0 0,0 0 0 0 0,-5 2 1 0 0,-1-1 151 0 0,-1 0 1 0 0,1 1 0 0 0,0 1-1 0 0,0 0 1 0 0,0 0 0 0 0,-12 6-1 0 0,10-2-188 0 0,-1 1-1 0 0,2 0 1 0 0,-1 0-1 0 0,1 1 0 0 0,1 1 1 0 0,-1 0-1 0 0,2 0 1 0 0,-1 0-1 0 0,2 1 0 0 0,-1 0 1 0 0,1 1-1 0 0,1 0 1 0 0,0 0-1 0 0,1 0 0 0 0,0 1 1 0 0,-4 19-1 0 0,3-10-59 0 0,1 1 1 0 0,2 0-1 0 0,0 0 0 0 0,2 0 0 0 0,0 0 0 0 0,1 0 0 0 0,2 0 1 0 0,7 42-1 0 0,-7-57-94 0 0,0 0 1 0 0,0 0 0 0 0,1-1-1 0 0,0 1 1 0 0,0-1-1 0 0,0 0 1 0 0,1 0 0 0 0,0 0-1 0 0,1 0 1 0 0,-1-1-1 0 0,1 1 1 0 0,9 8 0 0 0,-10-12-68 0 0,1 0 0 0 0,-1 0 1 0 0,0-1-1 0 0,1 1 0 0 0,-1-1 1 0 0,1 0-1 0 0,0 0 0 0 0,0 0 1 0 0,-1-1-1 0 0,1 0 0 0 0,0 0 1 0 0,0 0-1 0 0,1 0 0 0 0,-1-1 1 0 0,0 0-1 0 0,0 0 0 0 0,0 0 1 0 0,0-1-1 0 0,0 0 0 0 0,9-2 1 0 0,-4 0-238 0 0,0 0 0 0 0,-1-1 1 0 0,1 0-1 0 0,-1-1 1 0 0,1 0-1 0 0,-2 0 0 0 0,1-1 1 0 0,12-10-1 0 0,-8 5-1331 0 0,0-2-1 0 0,13-15 1 0 0,0-6-2517 0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4.1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121 279 6913 0 0,'-2'-23'473'0'0,"-2"0"-1"0"0,0 0 1 0 0,-1 1-1 0 0,-2 0 1 0 0,0 0-1 0 0,-1 1 1 0 0,-1 0-1 0 0,-2 0 1 0 0,-12-20-1 0 0,17 33 215 0 0,5 5-316 0 0,-1 0 1 0 0,0 0 0 0 0,1 0-1 0 0,-1 1 1 0 0,-1-1 0 0 0,1 1 0 0 0,0-1-1 0 0,-1 1 1 0 0,1 0 0 0 0,-1 0-1 0 0,-2-2 1 0 0,4 4-325 0 0,1 0 0 0 0,0 0-1 0 0,0 0 1 0 0,-1 1 0 0 0,1-1 0 0 0,0 0 0 0 0,0 0-1 0 0,-1 0 1 0 0,1 0 0 0 0,0 0 0 0 0,0 0 0 0 0,-1 0-1 0 0,1 1 1 0 0,0-1 0 0 0,0 0 0 0 0,0 0 0 0 0,-1 0 0 0 0,1 0-1 0 0,0 1 1 0 0,0-1 0 0 0,0 0 0 0 0,0 0 0 0 0,-1 0-1 0 0,1 1 1 0 0,0-1 0 0 0,0 0 0 0 0,0 0 0 0 0,0 1-1 0 0,0-1 1 0 0,0 0 0 0 0,0 0 0 0 0,0 1 0 0 0,0-1 0 0 0,0 0-1 0 0,0 1 1 0 0,0-1 0 0 0,0 0 0 0 0,0 0 0 0 0,0 1-1 0 0,0-1 1 0 0,0 0 0 0 0,0 0 0 0 0,0 1 0 0 0,1 16 484 0 0,-1-14-349 0 0,8 234 1962 0 0,-1-11-1693 0 0,-3-171-550 0 0,3-1-1 0 0,14 57 1 0 0,-16-93-513 0 0,0-1 1 0 0,1 0-1 0 0,1 0 0 0 0,0-1 0 0 0,14 21 0 0 0,0-5-6074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4.3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15 6913 0 0,'0'-1'143'0'0,"0"1"0"0"0,-1-1-1 0 0,1 0 1 0 0,0 0 0 0 0,-1 0-1 0 0,1 1 1 0 0,0-1-1 0 0,-1 0 1 0 0,1 0 0 0 0,-1 1-1 0 0,1-1 1 0 0,-1 0 0 0 0,0 1-1 0 0,1-1 1 0 0,-1 0-1 0 0,1 1 1 0 0,-1-1 0 0 0,0 1-1 0 0,-1-1 1 0 0,-4 18 3869 0 0,5-10-3931 0 0,-5 22 940 0 0,1 1 0 0 0,1 0 1 0 0,1 39-1 0 0,3-57-968 0 0,0-1 1 0 0,1 1 0 0 0,1-1 0 0 0,-1 1-1 0 0,2-1 1 0 0,0 0 0 0 0,0 1-1 0 0,1-2 1 0 0,0 1 0 0 0,1 0-1 0 0,11 16 1 0 0,-13-22-53 0 0,0-1 1 0 0,1 1-1 0 0,0-1 1 0 0,0 0-1 0 0,0-1 0 0 0,0 1 1 0 0,0-1-1 0 0,1 0 1 0 0,0 0-1 0 0,0 0 0 0 0,0 0 1 0 0,0-1-1 0 0,0 0 1 0 0,0 0-1 0 0,0 0 0 0 0,1-1 1 0 0,-1 0-1 0 0,1 0 1 0 0,-1 0-1 0 0,1-1 0 0 0,-1 1 1 0 0,1-1-1 0 0,0-1 1 0 0,-1 1-1 0 0,1-1 0 0 0,-1 0 1 0 0,1 0-1 0 0,-1-1 1 0 0,0 1-1 0 0,10-5 0 0 0,-8 3 15 0 0,-1-1 0 0 0,1 1 0 0 0,-1-1 0 0 0,0-1 0 0 0,0 1-1 0 0,0-1 1 0 0,-1 0 0 0 0,0 0 0 0 0,1 0 0 0 0,-2-1 0 0 0,1 0 0 0 0,-1 0-1 0 0,0 0 1 0 0,0 0 0 0 0,-1-1 0 0 0,1 0 0 0 0,-1 1 0 0 0,-1-1 0 0 0,0 0-1 0 0,0-1 1 0 0,0 1 0 0 0,1-14 0 0 0,-3 5 24 0 0,0 0-1 0 0,-1 0 1 0 0,-1 0 0 0 0,0 0-1 0 0,-9-30 1 0 0,9 39-61 0 0,0 1-1 0 0,0 0 1 0 0,-1-1 0 0 0,0 1 0 0 0,0 0 0 0 0,0 0-1 0 0,-1 1 1 0 0,0-1 0 0 0,0 1 0 0 0,0-1 0 0 0,-1 1-1 0 0,1 1 1 0 0,-1-1 0 0 0,-1 1 0 0 0,1 0 0 0 0,-9-6-1 0 0,2 6-1478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4.9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75 11058 0 0,'2'-2'113'0'0,"-1"0"0"0"0,1 0 0 0 0,0 1 0 0 0,0-1 1 0 0,0 0-1 0 0,0 1 0 0 0,1 0 0 0 0,-1-1 0 0 0,0 1 0 0 0,0 0 0 0 0,1 0 0 0 0,-1 0 0 0 0,1 0 0 0 0,-1 1 0 0 0,1-1 0 0 0,-1 1 0 0 0,6-1 0 0 0,-6 2-3 0 0,0-1-1 0 0,0 1 1 0 0,0 0-1 0 0,0 0 1 0 0,0-1-1 0 0,0 1 1 0 0,0 1-1 0 0,-1-1 1 0 0,1 0-1 0 0,0 0 1 0 0,0 1 0 0 0,-1-1-1 0 0,1 1 1 0 0,-1-1-1 0 0,0 1 1 0 0,1 0-1 0 0,-1 0 1 0 0,0-1-1 0 0,0 1 1 0 0,0 0 0 0 0,0 0-1 0 0,1 3 1 0 0,6 15 937 0 0,11 40 1 0 0,-15-46-958 0 0,0 0 0 0 0,1 0 0 0 0,0 0 0 0 0,1 0 0 0 0,1-1-1 0 0,12 19 1 0 0,-19-31-90 0 0,0-1 0 0 0,0 1 0 0 0,1-1 0 0 0,-1 0 0 0 0,0 1 0 0 0,1-1 0 0 0,-1 1 0 0 0,0-1 0 0 0,1 0 0 0 0,-1 1 0 0 0,1-1 0 0 0,-1 0 0 0 0,1 0 0 0 0,-1 1 0 0 0,1-1 0 0 0,-1 0 0 0 0,1 0 0 0 0,-1 0 0 0 0,1 1 0 0 0,-1-1 0 0 0,1 0 0 0 0,-1 0 0 0 0,1 0 0 0 0,-1 0 0 0 0,1 0-1 0 0,-1 0 1 0 0,1 0 0 0 0,-1 0 0 0 0,1 0 0 0 0,-1-1 0 0 0,1 1 0 0 0,0 0 0 0 0,14-16 28 0 0,6-29 118 0 0,-19 42-116 0 0,12-40 45 0 0,14-34 4 0 0,-25 72-56 0 0,-1 0 1 0 0,1 0 0 0 0,0 0 0 0 0,0 0 0 0 0,1 0 0 0 0,0 1 0 0 0,-1-1-1 0 0,1 1 1 0 0,1 0 0 0 0,8-6 0 0 0,-11 9-20 0 0,-1 0-1 0 0,1 0 1 0 0,0 0 0 0 0,0 1-1 0 0,0-1 1 0 0,0 0 0 0 0,0 1 0 0 0,-1 0-1 0 0,1-1 1 0 0,0 1 0 0 0,0 0-1 0 0,0 0 1 0 0,0 0 0 0 0,0 0-1 0 0,0 1 1 0 0,0-1 0 0 0,0 0-1 0 0,0 1 1 0 0,0 0 0 0 0,0-1-1 0 0,0 1 1 0 0,-1 0 0 0 0,1 0-1 0 0,0 0 1 0 0,0 0 0 0 0,-1 0-1 0 0,1 0 1 0 0,-1 0 0 0 0,1 1-1 0 0,-1-1 1 0 0,2 3 0 0 0,6 6 38 0 0,-1 0 0 0 0,-1 0 0 0 0,13 22 0 0 0,-6-9 40 0 0,-8-13-37 0 0,34 43 101 0 0,-38-50-145 0 0,1 0-1 0 0,-1-1 0 0 0,0 0 0 0 0,1 1 1 0 0,-1-1-1 0 0,1 0 0 0 0,0 0 1 0 0,0-1-1 0 0,-1 1 0 0 0,1-1 0 0 0,0 1 1 0 0,1-1-1 0 0,-1 0 0 0 0,0 0 1 0 0,0 0-1 0 0,4 0 0 0 0,-5-1-13 0 0,0-1 1 0 0,1 1-1 0 0,-1-1 0 0 0,0 0 0 0 0,0 0 0 0 0,0 0 1 0 0,0 0-1 0 0,0 0 0 0 0,0-1 0 0 0,0 1 0 0 0,0 0 1 0 0,-1-1-1 0 0,1 0 0 0 0,-1 1 0 0 0,1-1 0 0 0,-1 0 1 0 0,1 0-1 0 0,-1 1 0 0 0,0-1 0 0 0,2-3 0 0 0,21-46-921 0 0,-23 46 749 0 0,7-14-319 0 0,-1-1 230 0 0,1 2 1 0 0,14-26 0 0 0,-20 40 272 0 0,0 1 1 0 0,0-1-1 0 0,0 1 0 0 0,0 0 1 0 0,1 0-1 0 0,-1 0 1 0 0,1 0-1 0 0,0 1 0 0 0,0-1 1 0 0,0 1-1 0 0,0 0 1 0 0,0 0-1 0 0,1 0 0 0 0,-1 0 1 0 0,1 0-1 0 0,-1 1 0 0 0,1-1 1 0 0,0 1-1 0 0,4-1 1 0 0,-6 2 4 0 0,1 0 1 0 0,-1 1 0 0 0,0-1 0 0 0,0 1 0 0 0,1-1-1 0 0,-1 1 1 0 0,0 0 0 0 0,0 0 0 0 0,0 0-1 0 0,0 0 1 0 0,0 0 0 0 0,0 0 0 0 0,0 0 0 0 0,-1 1-1 0 0,1-1 1 0 0,0 1 0 0 0,-1-1 0 0 0,1 1-1 0 0,-1 0 1 0 0,1-1 0 0 0,-1 1 0 0 0,0 0 0 0 0,2 4-1 0 0,4 7 99 0 0,0 0-1 0 0,7 22 0 0 0,-7-15-17 0 0,8 7-1352 0 0,-7-13-4478 0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5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0 15667 0 0,'-1'1'146'0'0,"0"0"0"0"0,1 0 0 0 0,-1 0 0 0 0,0 0 0 0 0,0 0 0 0 0,1 0-1 0 0,-1 0 1 0 0,1 0 0 0 0,-1 0 0 0 0,1 0 0 0 0,-1 0 0 0 0,1 0 0 0 0,0 0 0 0 0,-1 0-1 0 0,1 0 1 0 0,0 0 0 0 0,0 1 0 0 0,0-1 0 0 0,0 0 0 0 0,0 0 0 0 0,0 0-1 0 0,0 0 1 0 0,0 0 0 0 0,0 1 0 0 0,1 0 0 0 0,6 43 895 0 0,-3-29-377 0 0,4 58 181 0 0,-4-38-2016 0 0,11 53 0 0 0,-9-69 339 0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5.4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 10594 0 0,'-3'0'472'0'0,"2"0"96"0"0,2 3-455 0 0,0-1-113 0 0,1 1 0 0 0,-1 0 0 0 0,2 1-1177 0 0,2 4-255 0 0,3 6-48 0 0,2 6-17 0 0,2 5 1217 0 0,1 0 280 0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5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38 1840 0 0,'1'-2'277'0'0,"-1"0"-1"0"0,1 0 0 0 0,-1 0 0 0 0,1 0 1 0 0,0 1-1 0 0,-1-1 0 0 0,1 0 0 0 0,0 0 1 0 0,0 1-1 0 0,1-1 0 0 0,-1 0 0 0 0,0 1 1 0 0,0-1-1 0 0,1 1 0 0 0,-1 0 1 0 0,1-1-1 0 0,-1 1 0 0 0,1 0 0 0 0,0 0 1 0 0,-1 0-1 0 0,1 0 0 0 0,0 0 0 0 0,3-1 1 0 0,-3 2-41 0 0,-1-1 0 0 0,1 1 0 0 0,-1 0 0 0 0,1 0 0 0 0,0 0 1 0 0,-1 0-1 0 0,1 1 0 0 0,-1-1 0 0 0,1 0 0 0 0,0 1 0 0 0,-1-1 0 0 0,1 1 1 0 0,-1-1-1 0 0,1 1 0 0 0,-1 0 0 0 0,1-1 0 0 0,-1 1 0 0 0,0 0 1 0 0,1 0-1 0 0,-1 0 0 0 0,0 0 0 0 0,0 0 0 0 0,0 1 0 0 0,0-1 1 0 0,0 0-1 0 0,0 0 0 0 0,0 1 0 0 0,0-1 0 0 0,1 2 0 0 0,4 12 206 0 0,0-1 0 0 0,-1 1 0 0 0,-1 0 0 0 0,0 0 0 0 0,-1 0 0 0 0,-1 0 0 0 0,0 1 0 0 0,-1-1 0 0 0,-1 20 0 0 0,7 55-261 0 0,-7-90-181 0 0,0 1 1 0 0,0-1-1 0 0,0 0 0 0 0,0 0 0 0 0,0 0 0 0 0,0 0 0 0 0,0 0 1 0 0,0 1-1 0 0,0-1 0 0 0,0 0 0 0 0,0 0 0 0 0,0 0 0 0 0,0 0 0 0 0,0 0 1 0 0,0 0-1 0 0,0 1 0 0 0,0-1 0 0 0,0 0 0 0 0,1 0 0 0 0,-1 0 1 0 0,0 0-1 0 0,0 0 0 0 0,0 0 0 0 0,0 0 0 0 0,0 1 0 0 0,0-1 0 0 0,0 0 1 0 0,1 0-1 0 0,-1 0 0 0 0,0 0 0 0 0,0 0 0 0 0,0 0 0 0 0,0 0 1 0 0,0 0-1 0 0,0 0 0 0 0,1 0 0 0 0,-1 0 0 0 0,0 0 0 0 0,0 0 0 0 0,0 0 1 0 0,0 0-1 0 0,0 0 0 0 0,1 0 0 0 0,-1 0 0 0 0,0 0 0 0 0,0 0 1 0 0,0 0-1 0 0,0 0 0 0 0,0 0 0 0 0,1 0 0 0 0,-1 0 0 0 0,0 0 0 0 0,0 0 1 0 0,0-1-1 0 0,0 1 0 0 0,0 0 0 0 0,0 0 0 0 0,0 0 0 0 0,1 0 1 0 0,10-13-74 0 0,13-26-177 0 0,-18 29 171 0 0,11-19-92 0 0,-10 15 55 0 0,1 0 0 0 0,1 0 1 0 0,0 1-1 0 0,1 0 0 0 0,0 0 0 0 0,21-19 1 0 0,-30 31 119 0 0,0 1-1 0 0,1-1 1 0 0,-1 0 0 0 0,0 0 0 0 0,0 0 0 0 0,0 1 0 0 0,1-1-1 0 0,-1 1 1 0 0,0-1 0 0 0,1 1 0 0 0,-1-1 0 0 0,0 1 0 0 0,1 0-1 0 0,-1 0 1 0 0,0 0 0 0 0,1-1 0 0 0,-1 1 0 0 0,1 1 0 0 0,-1-1-1 0 0,0 0 1 0 0,1 0 0 0 0,-1 0 0 0 0,1 1 0 0 0,-1-1 0 0 0,0 1-1 0 0,1-1 1 0 0,-1 1 0 0 0,0-1 0 0 0,0 1 0 0 0,0 0 0 0 0,1 0-1 0 0,-1 0 1 0 0,0-1 0 0 0,0 1 0 0 0,1 2 0 0 0,4 4 46 0 0,-1 0 0 0 0,0 0 0 0 0,0 1 0 0 0,6 15 0 0 0,7 8-1893 0 0,-6-16-4419 0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6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3 8554 0 0,'-3'-2'802'0'0,"-5"8"-25"0"0,-7 10 1099 0 0,-42 60 1764 0 0,37-48-3263 0 0,2 2-1 0 0,-17 36 0 0 0,32-60-326 0 0,1 0 0 0 0,0 0 0 0 0,1 0 0 0 0,-1 1-1 0 0,0 10 1 0 0,1-15-67 0 0,1 0-1 0 0,0 0 1 0 0,0 0 0 0 0,0 0-1 0 0,0 0 1 0 0,0 0-1 0 0,0 0 1 0 0,1 0 0 0 0,-1 0-1 0 0,1 0 1 0 0,0 0-1 0 0,-1 0 1 0 0,1 0 0 0 0,0 0-1 0 0,0 0 1 0 0,0-1-1 0 0,0 1 1 0 0,0 0-1 0 0,1-1 1 0 0,-1 1 0 0 0,0-1-1 0 0,2 2 1 0 0,-2-2-23 0 0,0-1 1 0 0,0 0-1 0 0,0 0 1 0 0,0 0-1 0 0,-1 1 0 0 0,1-1 1 0 0,0 0-1 0 0,0 0 1 0 0,0 0-1 0 0,0 0 1 0 0,0 0-1 0 0,0-1 0 0 0,-1 1 1 0 0,1 0-1 0 0,0 0 1 0 0,0 0-1 0 0,0-1 1 0 0,0 1-1 0 0,-1-1 0 0 0,1 1 1 0 0,0 0-1 0 0,0-1 1 0 0,-1 1-1 0 0,1-1 0 0 0,0 0 1 0 0,-1 1-1 0 0,1-1 1 0 0,0 1-1 0 0,0-2 1 0 0,20-24-673 0 0,-17 21 589 0 0,9-14-67 0 0,-1 0 1 0 0,18-41-1 0 0,-21 39 50 0 0,2 1 1 0 0,23-35-1 0 0,-15 37 337 0 0,-19 18-177 0 0,1 0 0 0 0,0-1 0 0 0,-1 1 0 0 0,1 0 0 0 0,-1 0 0 0 0,1 0 0 0 0,0 0 0 0 0,-1 0 0 0 0,1 0 0 0 0,0 0 0 0 0,-1 0 0 0 0,1 0 0 0 0,0 0 0 0 0,-1 0 0 0 0,1 0 0 0 0,-1 0 0 0 0,1 0 0 0 0,0 0 0 0 0,-1 1 0 0 0,1-1 0 0 0,-1 0 0 0 0,2 1 0 0 0,-1 1 42 0 0,1 0-1 0 0,0 0 1 0 0,-1 0-1 0 0,1 0 1 0 0,-1 0-1 0 0,1 0 0 0 0,-1 1 1 0 0,0-1-1 0 0,0 0 1 0 0,0 1-1 0 0,0-1 1 0 0,-1 1-1 0 0,1-1 0 0 0,0 4 1 0 0,0-2 35 0 0,0 1 0 0 0,0 0 0 0 0,1 0 1 0 0,-1-1-1 0 0,1 1 0 0 0,0-1 0 0 0,1 1 0 0 0,-1-1 1 0 0,1 0-1 0 0,0 0 0 0 0,0 0 0 0 0,0 0 0 0 0,0-1 0 0 0,5 4 1 0 0,-5-5-234 0 0,-1 0 1 0 0,1-1 0 0 0,0 1 0 0 0,0-1-1 0 0,0 0 1 0 0,0 0 0 0 0,0 0-1 0 0,0 0 1 0 0,0-1 0 0 0,0 1 0 0 0,0-1-1 0 0,1 0 1 0 0,-1 0 0 0 0,0 0-1 0 0,0 0 1 0 0,0-1 0 0 0,1 1 0 0 0,-1-1-1 0 0,0 0 1 0 0,0 1 0 0 0,0-2 0 0 0,5-1-1 0 0,-3 0-11 0 0,0 0 1 0 0,0 0-1 0 0,-1 0 0 0 0,1 0 0 0 0,4-6 1 0 0,-5 6 150 0 0,-1 0 0 0 0,1 0 1 0 0,0 0-1 0 0,0 0 0 0 0,0 1 1 0 0,7-4-1 0 0,-10 6-4 0 0,1-1 0 0 0,0 1 0 0 0,0-1-1 0 0,-1 1 1 0 0,1 0 0 0 0,0 0 0 0 0,0 0 0 0 0,-1 0 0 0 0,1 0 0 0 0,0 1-1 0 0,0-1 1 0 0,-1 0 0 0 0,1 1 0 0 0,0-1 0 0 0,-1 1 0 0 0,1 0 0 0 0,0-1-1 0 0,-1 1 1 0 0,1 0 0 0 0,-1 0 0 0 0,1 0 0 0 0,1 2 0 0 0,19 16 17 0 0,-18-14-24 0 0,0-1 1 0 0,1 0 0 0 0,0 0-1 0 0,0 0 1 0 0,0 0 0 0 0,9 4-1 0 0,-12-7 13 0 0,0-1 0 0 0,-1 0-1 0 0,1 1 1 0 0,0-1 0 0 0,-1 0-1 0 0,1 0 1 0 0,0 0 0 0 0,0 0 0 0 0,-1 0-1 0 0,1 0 1 0 0,0 0 0 0 0,-1 0-1 0 0,1-1 1 0 0,0 1 0 0 0,-1-1 0 0 0,1 1-1 0 0,0-1 1 0 0,-1 0 0 0 0,1 0 0 0 0,-1 0-1 0 0,0 1 1 0 0,1-1 0 0 0,-1-1-1 0 0,1 1 1 0 0,-1 0 0 0 0,0 0 0 0 0,0 0-1 0 0,0-1 1 0 0,2-1 0 0 0,3-5 272 0 0,-1-1 0 0 0,0 0 0 0 0,7-15 0 0 0,-10 18-120 0 0,1 0 1 0 0,-1 0-1 0 0,1 0 0 0 0,1 1 1 0 0,-1-1-1 0 0,1 1 0 0 0,0 0 1 0 0,0 0-1 0 0,0 0 1 0 0,1 1-1 0 0,8-8 0 0 0,-12 12-137 0 0,0-1 0 0 0,1 1 0 0 0,-1-1 0 0 0,0 1-1 0 0,1 0 1 0 0,-1 0 0 0 0,0-1 0 0 0,1 1 0 0 0,-1 0 0 0 0,1 0-1 0 0,-1 0 1 0 0,0 0 0 0 0,1 1 0 0 0,-1-1 0 0 0,0 0-1 0 0,1 1 1 0 0,-1-1 0 0 0,0 0 0 0 0,1 1 0 0 0,-1 0-1 0 0,0-1 1 0 0,0 1 0 0 0,0 0 0 0 0,2 0 0 0 0,29 29 825 0 0,-2-3-112 0 0,-25-25-911 0 0,1 0 0 0 0,-1 0 0 0 0,1-1 0 0 0,0 1 0 0 0,0-2 0 0 0,-1 1-1 0 0,1 0 1 0 0,0-1 0 0 0,0 0 0 0 0,0-1 0 0 0,0 1 0 0 0,-1-1 0 0 0,1 0 0 0 0,0 0 0 0 0,-1-1 0 0 0,12-4 0 0 0,-4 1-958 0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6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12899 0 0,'0'3'207'0'0,"0"-1"1"0"0,0 1 0 0 0,0-1-1 0 0,0 1 1 0 0,1-1 0 0 0,-1 1-1 0 0,1-1 1 0 0,0 1-1 0 0,1 3 1 0 0,0-1 94 0 0,59 164 5950 0 0,12-4-4447 0 0,50 131-4335 0 0,-113-264-4951 0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6.8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20 147 17972 0 0,'-2'-1'83'0'0,"1"1"-1"0"0,0-1 1 0 0,0 0 0 0 0,0 1-1 0 0,0-1 1 0 0,0 0 0 0 0,0 0-1 0 0,0 1 1 0 0,0-1 0 0 0,0 0-1 0 0,0 0 1 0 0,0 0 0 0 0,0-1 0 0 0,1 1-1 0 0,-1 0 1 0 0,0 0 0 0 0,1 0-1 0 0,-1 0 1 0 0,1-1 0 0 0,-1 1-1 0 0,1 0 1 0 0,0 0 0 0 0,-1-3-1 0 0,2 2-58 0 0,0 0-1 0 0,-1 0 0 0 0,1 0 0 0 0,0 0 0 0 0,0 1 0 0 0,0-1 1 0 0,1 0-1 0 0,-1 1 0 0 0,0-1 0 0 0,1 0 0 0 0,-1 1 0 0 0,1 0 1 0 0,-1-1-1 0 0,1 1 0 0 0,2-2 0 0 0,10-7 122 0 0,1 1 0 0 0,0 1-1 0 0,0 0 1 0 0,1 1 0 0 0,-1 0 0 0 0,2 2-1 0 0,25-7 1 0 0,4 3-2383 0 0,72-6 0 0 0,-85 13 688 0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3:59.7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72 5065 0 0,'-9'-25'1513'0'0,"7"18"182"0"0,-1 0 0 0 0,0-1 0 0 0,0 1 1 0 0,-12-11 3400 0 0,12 30-3991 0 0,1 12-469 0 0,45 548 995 0 0,-27-422-1565 0 0,21 93 359 0 0,-28-204-876 0 0,2 0 1 0 0,1-1 0 0 0,2 0 0 0 0,22 39 0 0 0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0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0 10594 0 0,'-9'1'522'0'0,"7"-2"-380"0"0,0 1 1 0 0,0 0 0 0 0,1 0 0 0 0,-1 0 0 0 0,0 1 0 0 0,0-1 0 0 0,0 0 0 0 0,1 1-1 0 0,-1-1 1 0 0,0 1 0 0 0,0-1 0 0 0,1 1 0 0 0,-1 0 0 0 0,0 0 0 0 0,-1 1 0 0 0,6 0-35 0 0,0 0 1 0 0,1-1 0 0 0,-1 0 0 0 0,1 0 0 0 0,-1 0 0 0 0,1 0 0 0 0,0-1 0 0 0,-1 1 0 0 0,5-1 0 0 0,220 12-197 0 0,52 4 592 0 0,-119-2 322 0 0,377 28 458 0 0,-271-23-1102 0 0,299 5 1096 0 0,-494-28-659 0 0,-17 1 578 0 0,64 3 0 0 0,-118 1-1167 0 0,0-1 1 0 0,-1 0-1 0 0,1 0 0 0 0,0 0 0 0 0,0 0 1 0 0,-1 1-1 0 0,1-1 0 0 0,0 0 1 0 0,-1 1-1 0 0,1-1 0 0 0,0 1 0 0 0,-1-1 1 0 0,1 1-1 0 0,-1-1 0 0 0,1 1 1 0 0,0-1-1 0 0,-1 1 0 0 0,0-1 0 0 0,1 1 1 0 0,-1 0-1 0 0,1-1 0 0 0,-1 1 1 0 0,0 0-1 0 0,1-1 0 0 0,-1 1 0 0 0,0 0 1 0 0,0 0-1 0 0,1-1 0 0 0,-1 1 1 0 0,0 0-1 0 0,0 0 0 0 0,0-1 0 0 0,0 1 1 0 0,0 0-1 0 0,0 0 0 0 0,0 0 1 0 0,0-1-1 0 0,0 1 0 0 0,-1 0 0 0 0,1 0 1 0 0,-12 43 546 0 0,4-20-289 0 0,5-5-205 0 0,1 1 0 0 0,1-1 0 0 0,1 0 1 0 0,0 1-1 0 0,6 36 0 0 0,29 96-83 0 0,-3-20 5 0 0,-20-70-5 0 0,-3-1 0 0 0,-2 2 0 0 0,-3 108 0 0 0,-5-164-5 0 0,0 1 0 0 0,0-1 0 0 0,-1 0 0 0 0,0 0 0 0 0,0 1 0 0 0,-1-1 0 0 0,0-1 0 0 0,0 1 0 0 0,-1 0 0 0 0,0-1 0 0 0,-6 9 0 0 0,2-5 4 0 0,0-2-1 0 0,-1 1 1 0 0,0-1 0 0 0,0 0-1 0 0,-1-1 1 0 0,-15 9 0 0 0,-9 1 2 0 0,0-1 0 0 0,-1-2 1 0 0,-56 15-1 0 0,-231 43-1 0 0,222-53 0 0 0,-453 62 5 0 0,380-59 43 0 0,9 2-36 0 0,-142 14-13 0 0,244-33-52 0 0,39-3-214 0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0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10594 0 0,'0'0'21'0'0,"0"0"-1"0"0,0 0 1 0 0,0 0 0 0 0,0 0-1 0 0,0 0 1 0 0,-1 0-1 0 0,1 0 1 0 0,0 1-1 0 0,0-1 1 0 0,0 0-1 0 0,0 0 1 0 0,0 0 0 0 0,0 0-1 0 0,0 1 1 0 0,0-1-1 0 0,0 0 1 0 0,0 0-1 0 0,0 0 1 0 0,0 0 0 0 0,0 1-1 0 0,0-1 1 0 0,0 0-1 0 0,0 0 1 0 0,0 0-1 0 0,0 0 1 0 0,0 1 0 0 0,0-1-1 0 0,0 0 1 0 0,0 0-1 0 0,0 0 1 0 0,0 0-1 0 0,0 0 1 0 0,0 1 0 0 0,0-1-1 0 0,0 0 1 0 0,1 0-1 0 0,-1 0 1 0 0,0 0-1 0 0,0 0 1 0 0,0 1-1 0 0,0-1 1 0 0,0 0 0 0 0,0 0-1 0 0,1 0 1 0 0,-1 0-1 0 0,0 0 1 0 0,13 2 258 0 0,26-4-220 0 0,-28 1 295 0 0,420-25 4703 0 0,-224 15-3154 0 0,7 10-1238 0 0,37-2-1598 0 0,-219-1-3670 0 0,-1-2-1561 0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1.1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94 5985 0 0,'-18'-22'375'0'0,"-24"-25"3645"0"0,39 45-3558 0 0,1-1-1 0 0,-1 1 0 0 0,0 0 1 0 0,1 0-1 0 0,-1 0 1 0 0,0 1-1 0 0,0-1 1 0 0,0 1-1 0 0,-1-1 1 0 0,1 1-1 0 0,0 0 1 0 0,0 0-1 0 0,-1 1 1 0 0,-4-2-1 0 0,7 2-376 0 0,0 0 1 0 0,0 0-1 0 0,0 0 0 0 0,1 0 0 0 0,-1 0 0 0 0,0 0 0 0 0,0 0 0 0 0,0 0 1 0 0,1 0-1 0 0,-1 0 0 0 0,0 0 0 0 0,0 0 0 0 0,1 1 0 0 0,-1-1 0 0 0,0 0 0 0 0,0 1 1 0 0,1-1-1 0 0,-1 0 0 0 0,0 1 0 0 0,1-1 0 0 0,-1 1 0 0 0,1-1 0 0 0,-1 1 1 0 0,0-1-1 0 0,1 1 0 0 0,-1 0 0 0 0,1-1 0 0 0,-1 1 0 0 0,1 0 0 0 0,0-1 0 0 0,-1 1 1 0 0,1 0-1 0 0,0-1 0 0 0,-1 1 0 0 0,1 0 0 0 0,0 0 0 0 0,0-1 0 0 0,0 1 1 0 0,0 0-1 0 0,0 0 0 0 0,0 0 0 0 0,0-1 0 0 0,0 1 0 0 0,0 0 0 0 0,0 0 0 0 0,0-1 1 0 0,0 1-1 0 0,0 0 0 0 0,1 1 0 0 0,0 2 45 0 0,1 0 0 0 0,-1-1 0 0 0,1 1 0 0 0,0 0 1 0 0,0-1-1 0 0,1 1 0 0 0,-1-1 0 0 0,4 4 0 0 0,52 49-3 0 0,3-3 1 0 0,119 82-1 0 0,-114-88-10 0 0,-52-38-120 0 0,-1 1 0 0 0,0 1 0 0 0,0 1 1 0 0,-1-1-1 0 0,-1 2 0 0 0,12 15 0 0 0,-20-24 1 0 0,-1 0 1 0 0,1 0-1 0 0,-1 0 0 0 0,0 0 0 0 0,0 1 1 0 0,0-1-1 0 0,-1 1 0 0 0,1 0 1 0 0,-1-1-1 0 0,0 1 0 0 0,-1 0 1 0 0,1-1-1 0 0,-1 1 0 0 0,0 0 1 0 0,0 0-1 0 0,0 0 0 0 0,-1-1 0 0 0,0 1 1 0 0,0 0-1 0 0,0-1 0 0 0,0 1 1 0 0,-1 0-1 0 0,0-1 0 0 0,1 0 1 0 0,-6 9-1 0 0,-2 0 28 0 0,-1 0 1 0 0,-1 0-1 0 0,0-1 1 0 0,0-1-1 0 0,-22 18 1 0 0,-74 46 223 0 0,60-43-198 0 0,11-10 9 0 0,23-14-648 0 0,1 0-1 0 0,-1 0 1 0 0,-17 17 0 0 0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1.5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5 221 4609 0 0,'-5'-22'16102'0'0,"12"32"-15829"0"0,27 42 74 0 0,58 81 1159 0 0,-81-121-1391 0 0,0 1 0 0 0,0-1 0 0 0,2-1 0 0 0,-1 0 0 0 0,1-1 0 0 0,1 0 0 0 0,22 12 0 0 0,-33-21-110 0 0,0 1-1 0 0,0-1 0 0 0,0 0 1 0 0,1 0-1 0 0,-1 0 1 0 0,1 0-1 0 0,-1 0 0 0 0,1-1 1 0 0,-1 1-1 0 0,1-1 1 0 0,-1 0-1 0 0,1 0 1 0 0,-1 0-1 0 0,1-1 0 0 0,-1 1 1 0 0,0-1-1 0 0,1 0 1 0 0,6-2-1 0 0,-5 0 12 0 0,0 0 1 0 0,0 0-1 0 0,0-1 1 0 0,0 1-1 0 0,-1-1 0 0 0,1 0 1 0 0,-1-1-1 0 0,0 1 0 0 0,0-1 1 0 0,4-6-1 0 0,4-9 27 0 0,0-1 1 0 0,-2 0-1 0 0,0-1 0 0 0,9-32 0 0 0,20-91-915 0 0,-5 15-2978 0 0,-22 94-3294 0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1.9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8 357 10594 0 0,'-6'22'807'0'0,"5"-15"1410"0"0,8-24-222 0 0,24-56 508 0 0,-16 40-1602 0 0,-2-1 1 0 0,19-66-1 0 0,-30 89-808 0 0,-1 1-1 0 0,0-1 1 0 0,0 0-1 0 0,-2-13 1 0 0,1 21-97 0 0,0 0 0 0 0,0 0 0 0 0,-1 0 0 0 0,1 0 1 0 0,-1 0-1 0 0,0 0 0 0 0,0 0 0 0 0,0 0 0 0 0,0 0 0 0 0,0 1 0 0 0,0-1 1 0 0,-1 1-1 0 0,0-1 0 0 0,1 1 0 0 0,-1-1 0 0 0,0 1 0 0 0,0 0 0 0 0,0 0 1 0 0,0 0-1 0 0,-3-2 0 0 0,4 3-47 0 0,0 1 0 0 0,0-1 0 0 0,0 1 1 0 0,0-1-1 0 0,0 1 0 0 0,1 0 0 0 0,-1 0 0 0 0,0-1 1 0 0,0 1-1 0 0,0 0 0 0 0,0 0 0 0 0,0 0 0 0 0,0 0 1 0 0,0 0-1 0 0,0 0 0 0 0,0 0 0 0 0,0 0 0 0 0,0 0 1 0 0,0 1-1 0 0,0-1 0 0 0,0 0 0 0 0,0 1 0 0 0,0-1 1 0 0,0 1-1 0 0,-1 0 0 0 0,0 1-33 0 0,0-1 0 0 0,0 1 1 0 0,1 0-1 0 0,-1 0 0 0 0,1 0 0 0 0,-1 0 0 0 0,1 0 1 0 0,0 0-1 0 0,0 0 0 0 0,-1 4 0 0 0,-1 1-18 0 0,1 0 0 0 0,0 0 0 0 0,0 0 0 0 0,1 1-1 0 0,0-1 1 0 0,0 9 0 0 0,2-9 166 0 0,0 1 1 0 0,1-1-1 0 0,-1 0 0 0 0,2 0 1 0 0,-1 0-1 0 0,1 0 1 0 0,0 0-1 0 0,0 0 0 0 0,1-1 1 0 0,-1 1-1 0 0,2-1 1 0 0,-1 0-1 0 0,1-1 0 0 0,0 1 1 0 0,0-1-1 0 0,0 0 1 0 0,1 0-1 0 0,0 0 0 0 0,0-1 1 0 0,0 0-1 0 0,0 0 0 0 0,1 0 1 0 0,-1-1-1 0 0,1 0 1 0 0,0 0-1 0 0,9 2 0 0 0,-8-3-68 0 0,0 0 0 0 0,-1-1 0 0 0,1 0 0 0 0,0 0 0 0 0,0 0-1 0 0,0-1 1 0 0,0 0 0 0 0,0-1 0 0 0,0 0 0 0 0,15-3 0 0 0,-17 2-213 0 0,0 0 1 0 0,0 0-1 0 0,-1-1 1 0 0,1 1-1 0 0,-1-1 1 0 0,0-1-1 0 0,0 1 1 0 0,0-1-1 0 0,0 0 1 0 0,0 0-1 0 0,-1 0 1 0 0,0 0-1 0 0,0-1 1 0 0,0 0-1 0 0,4-6 1 0 0,11-24 148 0 0,-9 19-6 0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2.2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0 128 456 0 0,'2'-1'647'0'0,"0"0"0"0"0,0 0 0 0 0,0 0 0 0 0,1 1 1 0 0,-1-1-1 0 0,0 0 0 0 0,0 1 0 0 0,1 0 0 0 0,-1 0 0 0 0,0 0 0 0 0,0 0 0 0 0,1 0 0 0 0,-1 0 0 0 0,0 0 1 0 0,0 1-1 0 0,1-1 0 0 0,-1 1 0 0 0,0-1 0 0 0,2 2 0 0 0,0 0-89 0 0,0 0 1 0 0,0 1-1 0 0,-1-1 0 0 0,1 1 1 0 0,-1 0-1 0 0,0 0 1 0 0,1 0-1 0 0,-2 0 0 0 0,5 6 1 0 0,0 1-107 0 0,0 2 1 0 0,-1-1 0 0 0,0 1-1 0 0,0 0 1 0 0,5 20 0 0 0,8 71 502 0 0,-20-115-970 0 0,1 0-1 0 0,1 0 1 0 0,-1 0 0 0 0,2 0 0 0 0,0 0-1 0 0,4-15 1 0 0,-4 20-32 0 0,2-9-109 0 0,0-1-1 0 0,2 1 0 0 0,0 0 0 0 0,0 1 1 0 0,2-1-1 0 0,0 2 0 0 0,16-24 0 0 0,-14 25-579 0 0,1 1-1 0 0,0 0 1 0 0,0 0-1 0 0,23-16 0 0 0,-10 9-590 0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2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4 5673 0 0,'0'0'222'0'0,"-1"-1"-1"0"0,0 1 1 0 0,1-1-1 0 0,-1 1 1 0 0,0 0 0 0 0,0-1-1 0 0,0 1 1 0 0,1 0-1 0 0,-1 0 1 0 0,0 0-1 0 0,0 0 1 0 0,0 0-1 0 0,0 0 1 0 0,1 0 0 0 0,-1 0-1 0 0,0 0 1 0 0,0 0-1 0 0,0 0 1 0 0,1 0-1 0 0,-1 0 1 0 0,0 1-1 0 0,0-1 1 0 0,0 0-1 0 0,1 1 1 0 0,-2 0 0 0 0,0 21 5681 0 0,2-16-6615 0 0,2 17 1884 0 0,0 0 1 0 0,9 40 0 0 0,-10-57-1057 0 0,0 0 0 0 0,1 0 0 0 0,0-1 0 0 0,1 1 0 0 0,-1 0 0 0 0,1-1 1 0 0,0 0-1 0 0,0 0 0 0 0,0 1 0 0 0,1-2 0 0 0,0 1 0 0 0,0 0 0 0 0,0-1 0 0 0,1 0 1 0 0,9 7-1 0 0,-13-10-101 0 0,1 0 1 0 0,0 0 0 0 0,0 0 0 0 0,0 0-1 0 0,0-1 1 0 0,0 1 0 0 0,0-1 0 0 0,0 1-1 0 0,0-1 1 0 0,0 0 0 0 0,0 0-1 0 0,0 0 1 0 0,0 0 0 0 0,0 0 0 0 0,0 0-1 0 0,0-1 1 0 0,0 1 0 0 0,3-2-1 0 0,-2 1 3 0 0,1-1 0 0 0,0 0 0 0 0,0 0-1 0 0,-1 0 1 0 0,1-1 0 0 0,-1 1-1 0 0,0-1 1 0 0,5-4 0 0 0,4-7 2 0 0,0-1-1 0 0,-1 0 1 0 0,11-21 0 0 0,-12 20-17 0 0,-5 6-17 0 0,10-9 74 0 0,-9 20 50 0 0,0 14 73 0 0,3 29 7 0 0,-2 0 1 0 0,-2 0 0 0 0,-1 1-1 0 0,-3-1 1 0 0,-1 1 0 0 0,-9 60 0 0 0,4-74-110 0 0,-1-1 1 0 0,-2 0-1 0 0,-1 0 1 0 0,-1 0-1 0 0,-1-1 0 0 0,-2 0 1 0 0,-1-2-1 0 0,-1 1 1 0 0,-36 47-1 0 0,25-42 49 0 0,-32 32 1 0 0,50-57-301 0 0,0 0 1 0 0,-1-1-1 0 0,0 1 0 0 0,-1-2 1 0 0,1 1-1 0 0,-1-2 1 0 0,-1 1-1 0 0,-20 7 1 0 0,13-9-382 0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87 3913 0 0,'-2'-11'282'0'0,"-6"-38"519"0"0,7 46-160 0 0,-18-20 9457 0 0,19 23-10001 0 0,-5 11 2179 0 0,2 13-282 0 0,3 12-1102 0 0,3 0-1 0 0,1-1 1 0 0,14 58 0 0 0,1 6-484 0 0,-6 13-214 0 0,-6-46 6 0 0,17 70 0 0 0,-19-115-421 0 0,1 1 0 0 0,2-1 0 0 0,0-1 1 0 0,1 0-1 0 0,1 0 0 0 0,0 0 1 0 0,18 22-1 0 0,-20-30-1226 0 0,1-1 0 0 0,1 0 1 0 0,0 0-1 0 0,18 15 0 0 0,-5-11-1261 0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3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1 920 0 0,'-3'0'382'0'0,"0"0"-1"0"0,1 0 1 0 0,-1 0-1 0 0,0 0 1 0 0,0 1-1 0 0,1-1 1 0 0,-1 1-1 0 0,0-1 1 0 0,0 1-1 0 0,1 0 1 0 0,-1 0-1 0 0,1 0 1 0 0,-1 0-1 0 0,1 1 1 0 0,-1-1-1 0 0,1 1 1 0 0,0-1-1 0 0,0 1 1 0 0,0 0-1 0 0,0 0 1 0 0,0 0-1 0 0,0 0 1 0 0,0 0-1 0 0,0 1 1 0 0,1-1-1 0 0,-1 0 1 0 0,1 1-1 0 0,0-1 1 0 0,0 1-1 0 0,0-1 0 0 0,0 1 1 0 0,0 0-1 0 0,0 3 1 0 0,-4 10 396 0 0,0 0 1 0 0,1 1-1 0 0,1-1 0 0 0,1 1 1 0 0,0-1-1 0 0,1 1 1 0 0,1 0-1 0 0,2 19 0 0 0,-1-29-705 0 0,0-1-1 0 0,0 1 1 0 0,0-1-1 0 0,1 0 1 0 0,-1 1-1 0 0,2-1 1 0 0,-1 0-1 0 0,1 0 1 0 0,0-1-1 0 0,0 1 1 0 0,0 0-1 0 0,1-1 1 0 0,0 0-1 0 0,0 0 1 0 0,0 0-1 0 0,1 0 1 0 0,0-1-1 0 0,-1 0 1 0 0,2 0-1 0 0,-1 0 1 0 0,0 0-1 0 0,1-1 1 0 0,0 0-1 0 0,6 2 1 0 0,-10-4-61 0 0,1 0 1 0 0,-1 0 0 0 0,1-1-1 0 0,0 1 1 0 0,-1-1-1 0 0,1 1 1 0 0,0-1 0 0 0,0 0-1 0 0,-1 0 1 0 0,1-1-1 0 0,0 1 1 0 0,-1 0 0 0 0,1-1-1 0 0,0 0 1 0 0,-1 1-1 0 0,1-1 1 0 0,4-2 0 0 0,-3 0-5 0 0,0 1 0 0 0,0-1 0 0 0,-1 0 1 0 0,1 0-1 0 0,-1 0 0 0 0,0 0 0 0 0,0-1 1 0 0,0 0-1 0 0,0 1 0 0 0,2-5 0 0 0,-1 0-29 0 0,0 1 0 0 0,0-1 0 0 0,0 0-1 0 0,-1-1 1 0 0,-1 1 0 0 0,1 0 0 0 0,-2-1 0 0 0,1 1-1 0 0,-1-1 1 0 0,0-16 0 0 0,-1 20-27 0 0,-1 0 0 0 0,0 0 1 0 0,0 0-1 0 0,0 0 0 0 0,-1 0 0 0 0,0 0 1 0 0,0 0-1 0 0,-3-4 0 0 0,-14-20-6145 0 0,4 13-751 0 0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3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0,'0'0'315'0'0,"9"26"4444"0"0,-5 7-1596 0 0,1 47 0 0 0,4 32-2 0 0,-7-101-2992 0 0,0 0-1 0 0,1 0 0 0 0,0 0 1 0 0,1 0-1 0 0,0 0 0 0 0,1-1 1 0 0,9 16-1 0 0,-14-25-171 0 0,1 1-1 0 0,0 0 1 0 0,0 0 0 0 0,0-1-1 0 0,0 1 1 0 0,0-1 0 0 0,1 1-1 0 0,-1-1 1 0 0,0 1 0 0 0,1-1-1 0 0,-1 0 1 0 0,1 0 0 0 0,0 0 0 0 0,-1 0-1 0 0,1 0 1 0 0,0 0 0 0 0,0 0-1 0 0,-1 0 1 0 0,1-1 0 0 0,0 1-1 0 0,0-1 1 0 0,0 1 0 0 0,0-1-1 0 0,0 0 1 0 0,0 1 0 0 0,0-1 0 0 0,0 0-1 0 0,3-1 1 0 0,-2 0-41 0 0,0-1 0 0 0,0 1 0 0 0,-1-1 0 0 0,1 0 0 0 0,0 0 0 0 0,-1 0 0 0 0,0 0 0 0 0,1 0 0 0 0,-1-1 0 0 0,0 1 0 0 0,0-1 0 0 0,0 1 0 0 0,-1-1 0 0 0,1 0 0 0 0,-1 0 0 0 0,1 0 0 0 0,0-3 0 0 0,2-6-120 0 0,-1 0 0 0 0,0 0 0 0 0,-1 0 0 0 0,0 0 0 0 0,-1 0 0 0 0,0 0 0 0 0,-1-1 1 0 0,0 1-1 0 0,-1 0 0 0 0,-1 0 0 0 0,-4-18 0 0 0,1-8 74 0 0,5 38 89 0 0,0 0 0 0 0,0-1-1 0 0,0 1 1 0 0,0 0 0 0 0,0 0-1 0 0,0 0 1 0 0,-1 0 0 0 0,1 0-1 0 0,1 0 1 0 0,-1-1 0 0 0,0 1-1 0 0,0 0 1 0 0,0 0-1 0 0,0 0 1 0 0,0 0 0 0 0,0 0-1 0 0,0 0 1 0 0,0 0 0 0 0,0-1-1 0 0,0 1 1 0 0,0 0 0 0 0,0 0-1 0 0,0 0 1 0 0,0 0 0 0 0,0 0-1 0 0,0 0 1 0 0,0 0 0 0 0,1 0-1 0 0,-1-1 1 0 0,0 1 0 0 0,0 0-1 0 0,0 0 1 0 0,0 0 0 0 0,0 0-1 0 0,0 0 1 0 0,0 0 0 0 0,1 0-1 0 0,-1 0 1 0 0,0 0 0 0 0,0 0-1 0 0,0 0 1 0 0,0 0 0 0 0,0 0-1 0 0,0 0 1 0 0,1 0 0 0 0,-1 0-1 0 0,0 0 1 0 0,0 0 0 0 0,0 0-1 0 0,0 0 1 0 0,0 0 0 0 0,0 0-1 0 0,1 0 1 0 0,-1 0 0 0 0,0 0-1 0 0,0 0 1 0 0,0 0 0 0 0,0 1-1 0 0,12 6-184 0 0,10 10-197 0 0,-2 2 320 0 0,1-1-1 0 0,40 25 1 0 0,-52-37 136 0 0,1-1-1 0 0,0 0 1 0 0,0 0 0 0 0,1-1-1 0 0,-1 0 1 0 0,1 0-1 0 0,0-1 1 0 0,0-1 0 0 0,14 2-1 0 0,-21-4 22 0 0,-1 0 0 0 0,0 0 0 0 0,1 0 1 0 0,-1 0-1 0 0,0 0 0 0 0,1-1 0 0 0,-1 1 0 0 0,0-1 0 0 0,0 0 0 0 0,0 0 0 0 0,0 0 0 0 0,1 0 0 0 0,-1-1 0 0 0,-1 1 1 0 0,1-1-1 0 0,0 0 0 0 0,0 0 0 0 0,-1 0 0 0 0,1 0 0 0 0,-1 0 0 0 0,1-1 0 0 0,-1 1 0 0 0,0-1 0 0 0,3-4 0 0 0,-3 3-62 0 0,-1 0 0 0 0,1 0-1 0 0,-1 0 1 0 0,0 0 0 0 0,-1 0-1 0 0,1 0 1 0 0,-1-1-1 0 0,1 1 1 0 0,-1 0 0 0 0,0 0-1 0 0,-1 0 1 0 0,1-1 0 0 0,-1 1-1 0 0,0 0 1 0 0,0 0-1 0 0,0 0 1 0 0,-1 0 0 0 0,1 0-1 0 0,-3-4 1 0 0,0 1-233 0 0,-1-1 0 0 0,1 1 0 0 0,-1 0 1 0 0,-1 0-1 0 0,0 0 0 0 0,0 1 0 0 0,0 0 0 0 0,-11-9 1 0 0,0 1-2866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4:04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 17972 0 0,'-2'8'1600'0'0,"2"-1"-1280"0"0,0 0 1377 0 0,0-3-785 0 0,-1 3 8 0 0,1-1-640 0 0,1-3-128 0 0,3-7-24 0 0,5-7-8 0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11-14T22:50:01.19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47 185 24575,'0'0'0,"0"-3"0,-1-24 0,3-39 0,-2 59 0,1 0 0,0-1 0,0 1 0,1 0 0,0 0 0,1 0 0,-1 0 0,1 0 0,1 0 0,6-10 0,-10 54 0,-72 612 0,67-6 0,29 1 0,2 174 0,-44 289 0,1-457 0,16-417 0,11 1 0,10-1 0,65 302 0,-27-214 0,-35-172 0,81 273 0,17-45 0,-112-349 0,2-1 0,1 0 0,1-1 0,25 37 0,-25-55-1365,-7-1-5461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29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31 153 5065 0 0,'5'-48'1234'0'0,"-4"38"-598"0"0,1 0 0 0 0,-1-1 0 0 0,-1 1 0 0 0,0 0 0 0 0,-2-12 0 0 0,2 21-526 0 0,0 1 0 0 0,0-1 0 0 0,0 1 0 0 0,0-1 0 0 0,0 1 0 0 0,0 0 0 0 0,0-1 0 0 0,0 1 0 0 0,0-1 0 0 0,-1 1 0 0 0,1-1 0 0 0,0 1 0 0 0,0-1 0 0 0,0 1 0 0 0,-1 0 0 0 0,1-1 0 0 0,0 1 0 0 0,-1-1 0 0 0,1 1 0 0 0,0 0 0 0 0,-1-1 0 0 0,1 1 0 0 0,0 0 0 0 0,-1-1 0 0 0,1 1 0 0 0,-1 0 0 0 0,-7 7 1465 0 0,-4 18-374 0 0,6 30-777 0 0,2-1 1 0 0,2 1-1 0 0,12 106 1 0 0,-5-89-111 0 0,-3-35-301 0 0,2 27 94 0 0,15 82 0 0 0,-16-129-79 0 0,2 1-1 0 0,0-1 1 0 0,0 1 0 0 0,2-2-1 0 0,0 1 1 0 0,1-1-1 0 0,0 0 1 0 0,1 0-1 0 0,17 21 1 0 0,-20-31 15 0 0,-1 0-1 0 0,2-1 1 0 0,-1 1-1 0 0,0-1 1 0 0,1 0 0 0 0,0-1-1 0 0,0 1 1 0 0,1-2-1 0 0,-1 1 1 0 0,1-1 0 0 0,0 0-1 0 0,8 2 1 0 0,-13-4-12 0 0,1 0-1 0 0,0 0 1 0 0,0-1-1 0 0,0 1 1 0 0,0-1 0 0 0,0 0-1 0 0,0 0 1 0 0,0-1-1 0 0,0 1 1 0 0,0-1 0 0 0,-1 0-1 0 0,1 0 1 0 0,0 0-1 0 0,0 0 1 0 0,-1-1 0 0 0,1 1-1 0 0,-1-1 1 0 0,1 0-1 0 0,-1 0 1 0 0,0-1 0 0 0,1 1-1 0 0,-1 0 1 0 0,0-1-1 0 0,-1 0 1 0 0,1 0 0 0 0,4-6-1 0 0,3-7 64 0 0,-1 0 1 0 0,0-1-1 0 0,-1 0 0 0 0,-1-1 1 0 0,-1 0-1 0 0,5-21 0 0 0,17-116 386 0 0,-21 105-388 0 0,26-202 195 0 0,-30 202-263 0 0,-2 1 1 0 0,-2-1-1 0 0,-9-55 1 0 0,10 100-42 0 0,-1 1 61 0 0,1-1-1 0 0,-1 1 0 0 0,0 0 0 0 0,0 0 0 0 0,0-1 0 0 0,0 1 0 0 0,-1 0 0 0 0,0 0 0 0 0,0 0 0 0 0,-3-5 0 0 0,6 10-19 0 0,-1 0 1 0 0,0 0-1 0 0,1 0 1 0 0,-1 0-1 0 0,0-1 0 0 0,1 1 1 0 0,-1 0-1 0 0,0 0 0 0 0,0 0 1 0 0,0 0-1 0 0,0 0 1 0 0,0 0-1 0 0,0 0 0 0 0,0 0 1 0 0,0 1-1 0 0,0-2 0 0 0,0 1 1 0 0,-1 0-1 0 0,1 0 1 0 0,0 0-1 0 0,-1 0 0 0 0,1 0 1 0 0,-1 0-1 0 0,1 0 1 0 0,-1 0-1 0 0,1 0 0 0 0,-1-1 1 0 0,0 1-1 0 0,1 0 0 0 0,-1 0 1 0 0,0-1-1 0 0,0 1 1 0 0,1 0-1 0 0,-2 0 0 0 0,-2 2-22 0 0,1 0-1 0 0,0 0 1 0 0,-1 0-1 0 0,0-1 1 0 0,0 1-1 0 0,0-1 1 0 0,-4 2 0 0 0,6-4 22 0 0,0 2 5 0 0,4 10-29 0 0,8 45 0 0 0,-3 0 0 0 0,-2 0 0 0 0,-4 72 0 0 0,8 88 0 0 0,-2-154 0 0 0,28 105 0 0 0,-29-145 0 0 0,1-1 0 0 0,1 0 0 0 0,2-1 0 0 0,0 0 0 0 0,1-1 0 0 0,0 0 0 0 0,2 0 0 0 0,16 18 0 0 0,-27-36-126 0 0,0 1 1 0 0,0-1-1 0 0,0 0 1 0 0,1 0-1 0 0,-1 0 1 0 0,0-1-1 0 0,1 1 1 0 0,0-1-1 0 0,-1 1 0 0 0,1-1 1 0 0,0 0-1 0 0,-1 0 1 0 0,1 0-1 0 0,6 1 1 0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29.4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1 168 5985 0 0,'1'-4'202'0'0,"0"1"-1"0"0,1 0 0 0 0,-1 0 1 0 0,1 0-1 0 0,0 0 1 0 0,0 1-1 0 0,0-1 0 0 0,0 0 1 0 0,0 1-1 0 0,0-1 1 0 0,1 1-1 0 0,-1 0 0 0 0,1 0 1 0 0,0 0-1 0 0,0 0 1 0 0,0 0-1 0 0,0 1 0 0 0,0-1 1 0 0,0 1-1 0 0,0 0 1 0 0,0 0-1 0 0,0 0 0 0 0,1 0 1 0 0,-1 0-1 0 0,0 1 1 0 0,1 0-1 0 0,-1-1 0 0 0,0 1 1 0 0,7 1-1 0 0,-6 0-6 0 0,0 0-1 0 0,0 0 0 0 0,1 1 1 0 0,-1-1-1 0 0,0 1 0 0 0,0 0 1 0 0,-1 0-1 0 0,1 1 0 0 0,0-1 1 0 0,-1 1-1 0 0,1 0 0 0 0,-1 0 1 0 0,0 0-1 0 0,0 0 0 0 0,0 0 1 0 0,0 1-1 0 0,-1-1 0 0 0,1 1 1 0 0,-1 0-1 0 0,0 0 0 0 0,0-1 1 0 0,2 8-1 0 0,-1-1-68 0 0,-1 1 1 0 0,1 0-1 0 0,-2 0 1 0 0,0 0 0 0 0,0 0-1 0 0,-1 0 1 0 0,-1 12-1 0 0,0 8 9 0 0,4-33-249 0 0,6-10 42 0 0,6-18 36 0 0,12-50-175 0 0,-21 59 189 0 0,0 0 0 0 0,2 1 0 0 0,0-1 0 0 0,1 2 0 0 0,1-1 0 0 0,19-27 0 0 0,-28 46 47 0 0,0-1 1 0 0,0 1-1 0 0,0-1 0 0 0,1 1 0 0 0,-1 0 1 0 0,0 0-1 0 0,0 0 0 0 0,1-1 0 0 0,-1 1 1 0 0,1 0-1 0 0,-1 1 0 0 0,1-1 1 0 0,0 0-1 0 0,-1 0 0 0 0,1 1 0 0 0,0-1 1 0 0,-1 1-1 0 0,1-1 0 0 0,2 1 0 0 0,-3 0 25 0 0,0 0 0 0 0,1 0 0 0 0,-1 1 0 0 0,0-1 0 0 0,0 1 0 0 0,0-1 0 0 0,0 1 0 0 0,0 0 0 0 0,0-1 0 0 0,0 1-1 0 0,0 0 1 0 0,0 0 0 0 0,0 0 0 0 0,0-1 0 0 0,0 1 0 0 0,-1 0 0 0 0,1 0 0 0 0,0 0 0 0 0,-1 0 0 0 0,2 2 0 0 0,1 6 186 0 0,1-1 1 0 0,-1 1-1 0 0,-1 0 1 0 0,0 0-1 0 0,2 16 1 0 0,1 60 97 0 0,-5-52-770 0 0,6 40-1 0 0,-4-63-225 0 0,1 1-1 0 0,-1 0 0 0 0,2-1 1 0 0,5 13-1 0 0,0-5-608 0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29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15 177 2761 0 0,'1'3'160'0'0,"0"-1"0"0"0,0 0-1 0 0,-1 1 1 0 0,1-1 0 0 0,-1 0 0 0 0,1 1 0 0 0,-1-1 0 0 0,0 1 0 0 0,0-1 0 0 0,0 0 0 0 0,0 1 0 0 0,0-1 0 0 0,-1 1 0 0 0,1-1 0 0 0,-2 4 0 0 0,1 1 361 0 0,-6 33 2138 0 0,4-29-1811 0 0,1 1 0 0 0,1-1 0 0 0,-1 0-1 0 0,2 0 1 0 0,0 22 0 0 0,0-32-785 0 0,0 0 0 0 0,0 0 1 0 0,1 0-1 0 0,-1 0 0 0 0,0 0 0 0 0,0 0 0 0 0,1 0 1 0 0,-1 0-1 0 0,1 0 0 0 0,-1 0 0 0 0,1 0 0 0 0,-1 0 1 0 0,1 0-1 0 0,-1 0 0 0 0,1 0 0 0 0,0 0 1 0 0,-1-1-1 0 0,1 1 0 0 0,0 0 0 0 0,0 0 0 0 0,0-1 1 0 0,0 1-1 0 0,0-1 0 0 0,-1 1 0 0 0,3 0 0 0 0,-2-1-17 0 0,1 0 0 0 0,0 0 0 0 0,-1 0 0 0 0,1 0 0 0 0,-1 0-1 0 0,1 0 1 0 0,-1 0 0 0 0,1-1 0 0 0,-1 1 0 0 0,1-1-1 0 0,-1 1 1 0 0,1-1 0 0 0,-1 0 0 0 0,0 1 0 0 0,3-3 0 0 0,1-1 52 0 0,1 0 0 0 0,0-1 0 0 0,-1 1 1 0 0,0-1-1 0 0,0-1 0 0 0,6-7 1 0 0,-3-1-22 0 0,0 1 1 0 0,-2-2 0 0 0,1 1 0 0 0,-2-1-1 0 0,0 0 1 0 0,-1 0 0 0 0,0 0 0 0 0,2-22-1 0 0,-5 27-109 0 0,0 0-1 0 0,0 0 1 0 0,-1 0-1 0 0,0 0 1 0 0,-1 0-1 0 0,0 0 1 0 0,-1 0-1 0 0,0 0 1 0 0,-1 0-1 0 0,1 0 1 0 0,-2 1-1 0 0,0-1 1 0 0,0 1-1 0 0,-5-9 1 0 0,7 16 24 0 0,-1 0 0 0 0,1 0 0 0 0,0 0 0 0 0,0 0 1 0 0,-1 0-1 0 0,1 1 0 0 0,-1-1 0 0 0,-2-1 0 0 0,4 3 49 0 0,1 0 0 0 0,0-1 0 0 0,-1 1 0 0 0,1 0 0 0 0,-1 0 0 0 0,1-1 0 0 0,0 1 0 0 0,-1 0 0 0 0,1 0 0 0 0,-1 0 0 0 0,1 0 0 0 0,-1-1-1 0 0,1 1 1 0 0,-1 0 0 0 0,1 0 0 0 0,-1 0 0 0 0,1 0 0 0 0,-1 0 0 0 0,1 0 0 0 0,0 0 0 0 0,-1 0 0 0 0,1 0 0 0 0,-1 0 0 0 0,1 1 0 0 0,-1-1-1 0 0,1 0 1 0 0,-1 0 0 0 0,1 0 0 0 0,-1 1 0 0 0,1-1 0 0 0,0 0 0 0 0,-1 0 0 0 0,1 1 0 0 0,-1-1 0 0 0,1 0 0 0 0,0 1 0 0 0,-1-1-1 0 0,1 0 1 0 0,0 1 0 0 0,0-1 0 0 0,-1 1 0 0 0,1-1 0 0 0,0 0 0 0 0,0 1 0 0 0,0-1 0 0 0,-1 1 0 0 0,1-1 0 0 0,0 1 0 0 0,0-1 0 0 0,0 1-1 0 0,0-1 1 0 0,0 1 0 0 0,0-1 0 0 0,0 1 0 0 0,1 7-65 0 0,1-1-1 0 0,0 0 0 0 0,1 0 1 0 0,3 8-1 0 0,-4-11-732 0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0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30 166 6913 0 0,'-3'-52'106'0'0,"2"31"379"0"0,-1-1-1 0 0,-8-34 0 0 0,10 56-476 0 0,0-1 0 0 0,0 1-1 0 0,0-1 1 0 0,0 0 0 0 0,0 1-1 0 0,0-1 1 0 0,0 1 0 0 0,0-1-1 0 0,0 0 1 0 0,-1 1-1 0 0,1-1 1 0 0,0 1 0 0 0,0-1-1 0 0,-1 1 1 0 0,1-1 0 0 0,0 1-1 0 0,-1-1 1 0 0,1 1-1 0 0,0-1 1 0 0,-1 1 0 0 0,1-1-1 0 0,-1 1 1 0 0,1 0 0 0 0,-1-1-1 0 0,1 1 1 0 0,-1 0 0 0 0,0-1-1 0 0,-4 16-75 0 0,4-11 68 0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0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73 110 7370 0 0,'-1'-16'233'0'0,"-4"-42"1419"0"0,-7 25 2485 0 0,12 32-4059 0 0,0 1 0 0 0,-1 0-1 0 0,1 0 1 0 0,0 0 0 0 0,0 0-1 0 0,-1-1 1 0 0,1 1 0 0 0,0 0-1 0 0,-1 0 1 0 0,1 0 0 0 0,0 0-1 0 0,0 0 1 0 0,-1 0 0 0 0,1 0-1 0 0,0 0 1 0 0,-1 0 0 0 0,1 0-1 0 0,0 0 1 0 0,0 0 0 0 0,-1 0-1 0 0,1 0 1 0 0,0 0 0 0 0,-1 0-1 0 0,1 0 1 0 0,0 0 0 0 0,0 0-1 0 0,-1 1 1 0 0,1-1 0 0 0,0 0-1 0 0,-1 0 1 0 0,1 0 0 0 0,0 0 0 0 0,0 1-1 0 0,0-1 1 0 0,-1 0 0 0 0,1 0-1 0 0,0 0 1 0 0,0 1 0 0 0,0-1-1 0 0,-1 0 1 0 0,1 0 0 0 0,0 1-1 0 0,0-1 1 0 0,0 0 0 0 0,0 1-1 0 0,0-1 1 0 0,0 0 0 0 0,0 0-1 0 0,0 1 1 0 0,0-1 0 0 0,0 0-1 0 0,0 1 1 0 0,0-1 0 0 0,0 1-1 0 0,-8 17 1111 0 0,-2 16-805 0 0,2 0-1 0 0,2 0 1 0 0,1 0-1 0 0,1 1 1 0 0,2 39 0 0 0,19 173-98 0 0,14-61 324 0 0,-4-95-1618 0 0,-19-69-1908 0 0,22 40 0 0 0,-12-33-3616 0 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1.1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7 290 4145 0 0,'6'-4'384'0'0,"0"-1"0"0"0,-1 0 0 0 0,1 0 0 0 0,-1-1 1 0 0,0 1-1 0 0,0-1 0 0 0,-1 0 0 0 0,0-1 0 0 0,0 1 0 0 0,0-1 0 0 0,-1 1 1 0 0,0-1-1 0 0,0 0 0 0 0,-1-1 0 0 0,0 1 0 0 0,0 0 0 0 0,1-11 0 0 0,-1 2-191 0 0,-1 0-1 0 0,-1 1 0 0 0,0-1 0 0 0,-1 0 1 0 0,-1 0-1 0 0,0 1 0 0 0,-7-23 0 0 0,9 37-177 0 0,0 0-1 0 0,0 1 1 0 0,0-1-1 0 0,-1 0 1 0 0,1 0-1 0 0,0 0 1 0 0,0 0 0 0 0,-1 0-1 0 0,1 0 1 0 0,0 1-1 0 0,-1-1 1 0 0,1 0-1 0 0,-1 0 1 0 0,1 0-1 0 0,-1 1 1 0 0,0-1-1 0 0,1 0 1 0 0,-1 1-1 0 0,0-1 1 0 0,1 0-1 0 0,-1 1 1 0 0,0-1-1 0 0,0 1 1 0 0,1-1-1 0 0,-1 1 1 0 0,0 0-1 0 0,-1-1 1 0 0,1 1 44 0 0,0 1 0 0 0,0-1-1 0 0,0 1 1 0 0,0-1 0 0 0,0 1 0 0 0,0-1 0 0 0,0 1-1 0 0,0 0 1 0 0,0-1 0 0 0,0 1 0 0 0,1 0 0 0 0,-1 0-1 0 0,0 0 1 0 0,0 0 0 0 0,1 0 0 0 0,-1 0 0 0 0,0 1 0 0 0,-5 8 318 0 0,1-1 0 0 0,1 1 0 0 0,-5 12 0 0 0,6-12-224 0 0,1-1-1 0 0,-1 1 1 0 0,1-1 0 0 0,1 1-1 0 0,0 0 1 0 0,0 0-1 0 0,1 16 1 0 0,1-21-132 0 0,0-1 0 0 0,0 0 0 0 0,0 1 0 0 0,0-1 0 0 0,1 0 0 0 0,-1 0 1 0 0,1 0-1 0 0,0 0 0 0 0,0 0 0 0 0,1 0 0 0 0,-1-1 0 0 0,1 1 0 0 0,0-1 1 0 0,0 1-1 0 0,0-1 0 0 0,0 0 0 0 0,0 0 0 0 0,1-1 0 0 0,6 5 0 0 0,-4-3-132 0 0,1 0 0 0 0,0-1-1 0 0,-1 0 1 0 0,1 0-1 0 0,0-1 1 0 0,1 0 0 0 0,-1 0-1 0 0,0 0 1 0 0,0-1-1 0 0,1 0 1 0 0,-1-1 0 0 0,1 0-1 0 0,-1 0 1 0 0,12-1-1 0 0,-1-3-5485 0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1.4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1 140 6913 0 0,'0'0'13'0'0,"0"0"0"0"0,0 0-1 0 0,0 0 1 0 0,0 0-1 0 0,0 0 1 0 0,0 0-1 0 0,0 0 1 0 0,0 0-1 0 0,1 0 1 0 0,-1 0-1 0 0,0 0 1 0 0,0 0 0 0 0,0 0-1 0 0,0 0 1 0 0,0 0-1 0 0,0 0 1 0 0,0 0-1 0 0,0 0 1 0 0,0 0-1 0 0,0 0 1 0 0,0 0-1 0 0,0 0 1 0 0,0 0 0 0 0,0 0-1 0 0,0 0 1 0 0,0 0-1 0 0,0 0 1 0 0,1 0-1 0 0,-1 0 1 0 0,0 0-1 0 0,0 0 1 0 0,0 0-1 0 0,0 0 1 0 0,0 0 0 0 0,0 0-1 0 0,0-1 1 0 0,0 1-1 0 0,0 0 1 0 0,0 0-1 0 0,0 0 1 0 0,0 0-1 0 0,0 0 1 0 0,0 0 0 0 0,0 0-1 0 0,0 0 1 0 0,0 0-1 0 0,0 0 1 0 0,0 0-1 0 0,0 0 1 0 0,0 0-1 0 0,0 0 1 0 0,0 0-1 0 0,0-1 1 0 0,0 1 0 0 0,0 0-1 0 0,0 0 1 0 0,10 3 116 0 0,13 5 9 0 0,-5-1 804 0 0,0 2-1 0 0,-1 1 1 0 0,30 20-1 0 0,-41-24-441 0 0,1-1 1 0 0,-1 1-1 0 0,0 0 1 0 0,0 0-1 0 0,0 1 1 0 0,-1-1-1 0 0,0 1 1 0 0,0 1-1 0 0,-1-1 1 0 0,0 1-1 0 0,3 10 2870 0 0,-27-44-807 0 0,17 18-2452 0 0,1-1 0 0 0,0 0 0 0 0,1 0 0 0 0,0 0 0 0 0,0 0 0 0 0,1 0 0 0 0,0 0 0 0 0,0 0 0 0 0,1 0 0 0 0,1 0 0 0 0,1-9 0 0 0,3-3-570 0 0,0 0 0 0 0,2 0 0 0 0,13-28-1 0 0,0 9-7628 0 0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2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165 99 10594 0 0,'-3'-8'520'0'0,"1"0"0"0"0,0 0 0 0 0,1 0 0 0 0,0-1-1 0 0,0 1 1 0 0,1 0 0 0 0,0-1 0 0 0,0 1 0 0 0,3-13 0 0 0,-3 21-488 0 0,0 0 1 0 0,0 0 0 0 0,0 0 0 0 0,0 0-1 0 0,0 0 1 0 0,0 0 0 0 0,0-1 0 0 0,0 1-1 0 0,0 0 1 0 0,0 0 0 0 0,0 0 0 0 0,0 0-1 0 0,0 0 1 0 0,0 0 0 0 0,0-1 0 0 0,0 1-1 0 0,0 0 1 0 0,1 0 0 0 0,-1 0 0 0 0,0 0-1 0 0,0 0 1 0 0,0 0 0 0 0,0 0 0 0 0,0 0-1 0 0,0-1 1 0 0,0 1 0 0 0,0 0-1 0 0,0 0 1 0 0,1 0 0 0 0,-1 0 0 0 0,0 0-1 0 0,0 0 1 0 0,0 0 0 0 0,0 0 0 0 0,0 0-1 0 0,0 0 1 0 0,1 0 0 0 0,-1 0 0 0 0,0 0-1 0 0,0 0 1 0 0,0 0 0 0 0,0 0 0 0 0,0 0-1 0 0,0 0 1 0 0,1 0 0 0 0,-1 0 0 0 0,0 0-1 0 0,0 0 1 0 0,0 0 0 0 0,0 0 0 0 0,0 0-1 0 0,0 0 1 0 0,0 0 0 0 0,1 0-1 0 0,-1 1 1 0 0,0-1 0 0 0,0 0 0 0 0,0 0-1 0 0,0 0 1 0 0,0 0 0 0 0,8 11 839 0 0,5 15-342 0 0,0 12-193 0 0,-2 0-1 0 0,-2 1 1 0 0,-2 0 0 0 0,5 78-1 0 0,-10-63-161 0 0,-4 0 0 0 0,-1 0 0 0 0,-12 60 0 0 0,12-97-124 0 0,-1 0 0 0 0,-1-1 0 0 0,-1 1 0 0 0,0-1-1 0 0,-1 0 1 0 0,-1-1 0 0 0,-13 23 0 0 0,17-33-60 0 0,0 0 0 0 0,0 0-1 0 0,-1 0 1 0 0,0 0 0 0 0,1-1 0 0 0,-1 0-1 0 0,-1 0 1 0 0,1 0 0 0 0,-1 0 0 0 0,-5 2 0 0 0,7-4-89 0 0,-1-1 1 0 0,1 0 0 0 0,0 1 0 0 0,-1-1 0 0 0,1-1 0 0 0,0 1 0 0 0,-1-1 0 0 0,1 0 0 0 0,-1 0 0 0 0,1 0 0 0 0,-1 0 0 0 0,1-1 0 0 0,-1 0 0 0 0,1 1 0 0 0,0-2 0 0 0,-5-1 0 0 0,-10-4-7155 0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3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14283 0 0,'-1'1'1272'0'0,"1"2"-1016"0"0,1 0-256 0 0,-1 0 0 0 0,0-1 248 0 0,0 2 0 0 0,0 3 1 0 0,0 4-1 0 0,0 4-248 0 0,2 2 0 0 0,0 0-88 0 0,1 1 88 0 0,2 0-1145 0 0,1 0-167 0 0,1 1-32 0 0,1 0-1 0 0,-3 0 1121 0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3.4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1 105 10594 0 0,'2'1'99'0'0,"0"0"-1"0"0,0 0 0 0 0,0 1 1 0 0,-1-1-1 0 0,1 0 0 0 0,0 1 1 0 0,-1-1-1 0 0,1 1 0 0 0,-1-1 1 0 0,1 1-1 0 0,-1 0 0 0 0,1-1 1 0 0,-1 1-1 0 0,0 0 1 0 0,0 0-1 0 0,0 0 0 0 0,0 0 1 0 0,-1 0-1 0 0,1 0 0 0 0,0 0 1 0 0,0 3-1 0 0,9 57 1514 0 0,-7-41-543 0 0,-3-19-1040 0 0,0 0-1 0 0,0 0 1 0 0,0 0-1 0 0,1 0 1 0 0,-1 0-1 0 0,1 1 1 0 0,-1-1 0 0 0,1 0-1 0 0,0 0 1 0 0,0-1-1 0 0,0 1 1 0 0,0 0-1 0 0,0 0 1 0 0,0 0-1 0 0,0-1 1 0 0,1 1-1 0 0,-1 0 1 0 0,1-1-1 0 0,-1 1 1 0 0,1-1-1 0 0,0 0 1 0 0,-1 1-1 0 0,1-1 1 0 0,0 0-1 0 0,2 1 1 0 0,-1-2-74 0 0,0 0 0 0 0,-1 0 0 0 0,1 0 0 0 0,0-1 0 0 0,0 1 0 0 0,-1-1 0 0 0,1 1 0 0 0,-1-1 0 0 0,1 0 0 0 0,0 0 0 0 0,-1 0 0 0 0,0 0 0 0 0,1-1 0 0 0,-1 1 0 0 0,0-1 0 0 0,0 1 0 0 0,1-1 0 0 0,-1 0 0 0 0,2-3 0 0 0,17-16-370 0 0,-2-2 0 0 0,-1 1 0 0 0,0-2 0 0 0,-2-1 0 0 0,22-42 0 0 0,-16 28 243 0 0,-20 35 261 0 0,0 1 0 0 0,0 0 1 0 0,0 0-1 0 0,0 0 0 0 0,1 1 1 0 0,-1-1-1 0 0,6-4 0 0 0,-8 7-70 0 0,0 0 0 0 0,1 0 0 0 0,-1-1 0 0 0,0 1 0 0 0,1 0 0 0 0,-1 0 0 0 0,0 0 0 0 0,1 0 0 0 0,-1 0-1 0 0,1-1 1 0 0,-1 1 0 0 0,0 0 0 0 0,1 0 0 0 0,-1 0 0 0 0,1 0 0 0 0,-1 0 0 0 0,0 0 0 0 0,1 0 0 0 0,-1 0 0 0 0,1 0 0 0 0,-1 0 0 0 0,0 1 0 0 0,1-1-1 0 0,-1 0 1 0 0,1 0 0 0 0,-1 0 0 0 0,1 1 0 0 0,0 0 3 0 0,-1 0-1 0 0,1 0 1 0 0,0 0-1 0 0,-1 0 1 0 0,1 0-1 0 0,-1 0 1 0 0,1 0-1 0 0,-1 0 1 0 0,0 0-1 0 0,1 0 1 0 0,-1 1-1 0 0,0-1 1 0 0,0 0-1 0 0,0 2 1 0 0,1 21 506 0 0,-3 39 1 0 0,0-48-383 0 0,1 1-1 0 0,1-1 1 0 0,0 0 0 0 0,1 1 0 0 0,1-1 0 0 0,6 27-1 0 0,2-18-477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3.7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19 6913 0 0,'1'0'74'0'0,"-1"-1"-1"0"0,0 1 1 0 0,0-1-1 0 0,1 1 1 0 0,-1-1-1 0 0,0 1 0 0 0,0-1 1 0 0,0 1-1 0 0,0-1 1 0 0,0 1-1 0 0,0-1 0 0 0,0 0 1 0 0,0 1-1 0 0,0-1 1 0 0,0 1-1 0 0,0-1 1 0 0,0 1-1 0 0,0-1 0 0 0,0 0 1 0 0,0 1-1 0 0,-1-1 1 0 0,1 1-1 0 0,0-1 0 0 0,0 1 1 0 0,-1-1-1 0 0,1 1 1 0 0,0-1-1 0 0,-1 1 1 0 0,1 0-1 0 0,0-1 0 0 0,-1 1 1 0 0,1-1-1 0 0,-1 1 1 0 0,1 0-1 0 0,-1-1 0 0 0,0 1 1 0 0,0 0 117 0 0,-1 0-1 0 0,1 1 1 0 0,-1-1 0 0 0,1 0-1 0 0,-1 1 1 0 0,1 0 0 0 0,-1-1 0 0 0,1 1-1 0 0,0 0 1 0 0,-1 0 0 0 0,1 0-1 0 0,-2 2 1 0 0,-38 38 3347 0 0,34-33-3271 0 0,1 0 0 0 0,0 1-1 0 0,1 0 1 0 0,0 1 0 0 0,0-1-1 0 0,1 1 1 0 0,0 0 0 0 0,-3 14-1 0 0,6-21-269 0 0,0 0 0 0 0,1 0 0 0 0,0 0 0 0 0,0 0 0 0 0,0 0 0 0 0,0 0 0 0 0,0 0 0 0 0,0 0 0 0 0,1 0 0 0 0,-1 0-1 0 0,1 0 1 0 0,0 0 0 0 0,0-1 0 0 0,0 1 0 0 0,1 0 0 0 0,-1 0 0 0 0,0-1 0 0 0,1 1 0 0 0,0-1 0 0 0,0 1 0 0 0,-1-1 0 0 0,1 0-1 0 0,1 0 1 0 0,-1 0 0 0 0,0 0 0 0 0,0 0 0 0 0,1 0 0 0 0,-1-1 0 0 0,1 1 0 0 0,0-1 0 0 0,-1 1 0 0 0,1-1 0 0 0,5 1-1 0 0,27 8-643 0 0,-30-9 577 0 0,1-1 0 0 0,-1 2 0 0 0,0-1 0 0 0,1 1 0 0 0,-1 0-1 0 0,0 0 1 0 0,0 0 0 0 0,0 1 0 0 0,0-1 0 0 0,0 1 0 0 0,0 1 0 0 0,7 6 0 0 0,-11-8 68 0 0,0 0 1 0 0,0-1-1 0 0,0 1 1 0 0,-1 0-1 0 0,1 0 1 0 0,-1 0-1 0 0,1 0 1 0 0,-1-1-1 0 0,0 1 1 0 0,0 0-1 0 0,0 0 1 0 0,0 0-1 0 0,0 0 1 0 0,0 0-1 0 0,0 0 1 0 0,-1 0-1 0 0,1-1 1 0 0,-1 1-1 0 0,1 0 1 0 0,-1 0-1 0 0,0 0 1 0 0,1-1 0 0 0,-2 3-1 0 0,-27 39-22 0 0,24-36 23 0 0,-65 74-434 0 0,52-62-531 0 0,-8 9-4386 0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3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 1376 0 0,'3'-10'176'0'0,"-2"6"-59"0"0,0-1 0 0 0,0 1 0 0 0,0 0 0 0 0,0 0 1 0 0,1 0-1 0 0,-1 0 0 0 0,1 1 0 0 0,0-1 0 0 0,1 0 0 0 0,2-4 1 0 0,-4 7 107 0 0,0 1 1 0 0,0 0-1 0 0,-1-1 1 0 0,1 1 0 0 0,0 0-1 0 0,0 0 1 0 0,-1-1-1 0 0,1 1 1 0 0,0 0 0 0 0,0 0-1 0 0,-1 0 1 0 0,1 0-1 0 0,0 0 1 0 0,0 0-1 0 0,0 0 1 0 0,-1 0 0 0 0,1 0-1 0 0,0 1 1 0 0,0-1-1 0 0,-1 0 1 0 0,1 0 0 0 0,0 1-1 0 0,0-1 1 0 0,-1 1-1 0 0,1-1 1 0 0,0 0 0 0 0,-1 1-1 0 0,1-1 1 0 0,0 1-1 0 0,-1-1 1 0 0,1 1 0 0 0,-1 0-1 0 0,1-1 1 0 0,-1 1-1 0 0,1 0 1 0 0,-1-1 0 0 0,1 2-1 0 0,12 28 2213 0 0,-7 6-1028 0 0,-1 0-1 0 0,-2 1 1 0 0,-1-1 0 0 0,-5 46 0 0 0,3 51-260 0 0,26 108-766 0 0,-11-122-1776 0 0,-11-85 66 0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4.1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0 109 10594 0 0,'11'-10'472'0'0,"0"2"96"0"0,3 0-455 0 0,-3 1-113 0 0,-3 3 0 0 0,0 1 0 0 0,3-1 176 0 0,10-4 16 0 0,9-3 0 0 0,11-3 0 0 0,0 1-192 0 0,1 3 0 0 0,-2 5 0 0 0,-10 2 0 0 0,-7 3 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4.6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1 129 10594 0 0,'2'-2'262'0'0,"0"1"1"0"0,0 0-1 0 0,0 0 0 0 0,1 0 0 0 0,-1 0 0 0 0,0 0 0 0 0,1 0 0 0 0,-1 0 0 0 0,1 1 1 0 0,-1 0-1 0 0,0-1 0 0 0,1 1 0 0 0,-1 0 0 0 0,6 1 0 0 0,35 3 2286 0 0,-43-4-2537 0 0,9 3 205 0 0,0 0-1 0 0,0 0 1 0 0,0 0-1 0 0,0 1 1 0 0,-1 1-1 0 0,0-1 1 0 0,0 1-1 0 0,0 1 1 0 0,0-1-1 0 0,-1 1 1 0 0,0 1-1 0 0,0 0 1 0 0,-1-1 0 0 0,0 2-1 0 0,0-1 1 0 0,5 10-1 0 0,4 7-82 0 0,0 0 0 0 0,-2 2-1 0 0,-1 0 1 0 0,10 27 0 0 0,-19-45-95 0 0,-2-5-1 0 0,1 1 0 0 0,-1 0 1 0 0,1-1-1 0 0,-1 1 0 0 0,0 0 0 0 0,0 0 1 0 0,-1 0-1 0 0,1 0 0 0 0,-1 0 0 0 0,0 6 1 0 0,-1-10 13 0 0,0-1 0 0 0,0 0 0 0 0,0 0 0 0 0,-1 0 0 0 0,1 0 0 0 0,0 0 0 0 0,0 0 0 0 0,1 0 1 0 0,-1 0-1 0 0,0 0 0 0 0,0 0 0 0 0,0 0 0 0 0,1-1 0 0 0,-1 1 0 0 0,0-2 0 0 0,-3-9 22 0 0,1 0-1 0 0,0 0 1 0 0,1-1 0 0 0,0 1-1 0 0,1-1 1 0 0,0 0 0 0 0,1 1-1 0 0,1-1 1 0 0,0 0-1 0 0,0 1 1 0 0,4-14 0 0 0,1 0-299 0 0,2-1 0 0 0,0 1 0 0 0,2 0 1 0 0,13-26-1 0 0,-17 39-821 0 0,1 1-1 0 0,0-1 1 0 0,1 1 0 0 0,16-18 0 0 0,-11 17-695 0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4.7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0,'31'97'1256'0'0,"-20"-65"-989"0"0,0 0 0 0 0,11 68 0 0 0,-19-52-1046 0 0,-6-2-3373 0 0,3-42 3642 0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4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31 8754 0 0,'-8'-7'776'0'0,"2"2"-616"0"0,3-1 1632 0 0,1 3-799 0 0,-4-1 7 0 0,1 0-528 0 0,1 3-112 0 0,1 5-16 0 0,3 3-8 0 0,3 2-1192 0 0,1 6-232 0 0,2 2-56 0 0,1 2-9 0 0,3 1 905 0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5.7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314 422 6913 0 0,'-2'-5'159'0'0,"-1"0"0"0"0,0 1-1 0 0,0-1 1 0 0,-1 1-1 0 0,1 0 1 0 0,-1 0-1 0 0,0 0 1 0 0,0 0-1 0 0,0 1 1 0 0,0-1-1 0 0,-1 1 1 0 0,0 0 0 0 0,1 1-1 0 0,-1-1 1 0 0,0 1-1 0 0,0 0 1 0 0,-1 0-1 0 0,1 1 1 0 0,0-1-1 0 0,0 1 1 0 0,-7 0-1 0 0,6 0 101 0 0,0 1 0 0 0,-1 1 0 0 0,1-1 0 0 0,0 1 0 0 0,-1 0 0 0 0,1 1 0 0 0,0 0 0 0 0,0 0 0 0 0,0 0 0 0 0,0 0 0 0 0,0 1 0 0 0,1 0 0 0 0,-1 0 0 0 0,1 1 0 0 0,0 0 0 0 0,0-1 0 0 0,-9 10 0 0 0,0 2 85 0 0,1 0 0 0 0,0 0 0 0 0,-11 21 1 0 0,19-28-278 0 0,0 0 0 0 0,1 0 1 0 0,0 0-1 0 0,0 1 0 0 0,1-1 1 0 0,0 1-1 0 0,1 0 0 0 0,0 0 1 0 0,-1 11-1 0 0,3-19-64 0 0,-1 1 0 0 0,1 0 0 0 0,0 0 0 0 0,0 0 0 0 0,1 0 0 0 0,-1 0 0 0 0,0 0 0 0 0,1-1 0 0 0,-1 1 0 0 0,1 0 0 0 0,-1 0 0 0 0,1-1 0 0 0,0 1 0 0 0,1 3 0 0 0,-1-5-12 0 0,0 1-1 0 0,-1 0 1 0 0,1-1 0 0 0,0 1 0 0 0,0-1 0 0 0,-1 1 0 0 0,1-1-1 0 0,0 1 1 0 0,0-1 0 0 0,0 0 0 0 0,-1 1 0 0 0,1-1 0 0 0,0 0-1 0 0,0 0 1 0 0,0 0 0 0 0,0 0 0 0 0,0 0 0 0 0,0 1 0 0 0,0-1-1 0 0,-1-1 1 0 0,3 1 0 0 0,1-1-23 0 0,0 0-1 0 0,0 0 1 0 0,-1-1-1 0 0,1 0 1 0 0,0 0-1 0 0,-1 0 1 0 0,1 0-1 0 0,-1 0 1 0 0,1 0-1 0 0,-1-1 1 0 0,4-4-1 0 0,36-42-68 0 0,-28 30 254 0 0,1 1 0 0 0,1 0 0 0 0,20-17 0 0 0,-33 32-127 0 0,1 0 0 0 0,-1 0 1 0 0,0 0-1 0 0,1 0 1 0 0,0 0-1 0 0,0 1 0 0 0,-1 0 1 0 0,1 0-1 0 0,1 1 0 0 0,-1-1 1 0 0,0 1-1 0 0,0 0 0 0 0,0 0 1 0 0,1 1-1 0 0,-1 0 0 0 0,0-1 1 0 0,1 2-1 0 0,-1-1 0 0 0,8 2 1 0 0,-9 0 19 0 0,1 0 0 0 0,0 0 0 0 0,-1 1 0 0 0,1-1 0 0 0,-1 1 0 0 0,0 0 0 0 0,0 1 0 0 0,0-1 0 0 0,0 1 0 0 0,0-1 0 0 0,-1 1 0 0 0,0 0 0 0 0,0 0 0 0 0,0 1 0 0 0,0-1 0 0 0,0 1 0 0 0,-1-1 0 0 0,0 1 0 0 0,0 0 0 0 0,0 0 0 0 0,1 6 0 0 0,2 8 204 0 0,-1 0 0 0 0,0 1 0 0 0,-1-1 0 0 0,0 24 0 0 0,-2-16-101 0 0,-1 0-1 0 0,-1 0 1 0 0,-1-1 0 0 0,-6 28 0 0 0,6-46-138 0 0,0 1-1 0 0,-1-1 1 0 0,0 0-1 0 0,-1 0 1 0 0,1 0-1 0 0,-1 0 1 0 0,-7 8-1 0 0,8-12-1 0 0,0 0-1 0 0,0-1 0 0 0,-1 1 1 0 0,1-1-1 0 0,-1 0 1 0 0,0 0-1 0 0,0 0 1 0 0,0 0-1 0 0,0-1 1 0 0,-1 1-1 0 0,1-1 1 0 0,-1 0-1 0 0,-8 2 0 0 0,11-3-17 0 0,1-1-1 0 0,-1 0 0 0 0,0 1 0 0 0,0-1 1 0 0,0 0-1 0 0,0 0 0 0 0,1 0 0 0 0,-1 0 1 0 0,0 0-1 0 0,0 0 0 0 0,0-1 0 0 0,0 1 1 0 0,1-1-1 0 0,-1 1 0 0 0,0-1 0 0 0,0 0 1 0 0,1 0-1 0 0,-1 1 0 0 0,0-1 1 0 0,1 0-1 0 0,-1 0 0 0 0,1-1 0 0 0,0 1 1 0 0,-1 0-1 0 0,1 0 0 0 0,0-1 0 0 0,-1 1 1 0 0,1-1-1 0 0,0 1 0 0 0,0-1 0 0 0,0 1 1 0 0,1-1-1 0 0,-1 0 0 0 0,0 1 0 0 0,1-1 1 0 0,-1 0-1 0 0,1 0 0 0 0,-1 0 0 0 0,1 1 1 0 0,0-1-1 0 0,-1-2 0 0 0,0-8-395 0 0,0 1 1 0 0,0-1-1 0 0,1 0 0 0 0,0 0 0 0 0,2-12 1 0 0,6-24-1650 0 0,2 0 0 0 0,25-76 1 0 0,46-90-1095 0 0,-36 103 2401 0 0,-8 21 612 0 0,-5 12 1751 0 0,-12 25 3139 0 0,-16 41 190 0 0,-2 24-3409 0 0,-1-4-1752 0 0,7 49 718 0 0,14 84 221 0 0,-16-118-687 0 0,0-1 0 0 0,1 0 1 0 0,2 0-1 0 0,13 27 0 0 0,-13-29-34 0 0,12 22 36 0 0,-20-40-32 0 0,0 0 0 0 0,0 0 0 0 0,1 0 0 0 0,-1 0 1 0 0,0-1-1 0 0,1 1 0 0 0,-1-1 0 0 0,1 1 0 0 0,-1-1 1 0 0,1 1-1 0 0,0-1 0 0 0,0 0 0 0 0,-1 0 0 0 0,1 0 1 0 0,3 2-1 0 0,-2-4 9 0 0,-1 1 0 0 0,1-1 0 0 0,-1 1 0 0 0,1-1 0 0 0,-1 0 0 0 0,1 0 0 0 0,-1 0 0 0 0,0-1 0 0 0,0 1 0 0 0,1 0 0 0 0,-1-1 0 0 0,0 1 0 0 0,0-1 0 0 0,-1 0 1 0 0,1 0-1 0 0,0 1 0 0 0,0-1 0 0 0,-1 0 0 0 0,3-5 0 0 0,-2 4 24 0 0,1 0-1 0 0,0 0 1 0 0,0 0 0 0 0,0 0-1 0 0,0 0 1 0 0,7-4 0 0 0,-5 5-24 0 0,1 1-1 0 0,-1 0 1 0 0,0 0 0 0 0,1 0 0 0 0,-1 1 0 0 0,1-1-1 0 0,-1 1 1 0 0,1 1 0 0 0,0-1 0 0 0,9 3 0 0 0,-7-2-17 0 0,0 0 1 0 0,0 0 0 0 0,1-1-1 0 0,8 0 1 0 0,-7-2-156 0 0,0 0 0 0 0,1 0-1 0 0,-1-1 1 0 0,0-1 0 0 0,0 0 0 0 0,-1 0 0 0 0,18-11 0 0 0,-13 6-1567 0 0,-1 0 1 0 0,16-15 0 0 0,-14 9-132 0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6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21 5985 0 0,'-30'-20'13761'0'0,"30"32"-12535"0"0,63 310 1190 0 0,-41-240-3528 0 0,60 146-1 0 0,-70-201 386 0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6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18 220 14283 0 0,'-9'-12'632'0'0,"3"4"136"0"0,4 1-616 0 0,2 2-152 0 0,1 2 0 0 0,3 0 0 0 0,2-1 304 0 0,4-3 33 0 0,8-4 7 0 0,11-2 0 0 0,9-4 264 0 0,6-1 48 0 0,2 2 16 0 0,6 0 0 0 0,7-3-744 0 0,5-2-152 0 0,3 2-24 0 0,10-2-8 0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7.8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280 300 10658 0 0,'2'-139'1530'0'0,"-3"123"-1112"0"0,-1 1 0 0 0,0 0-1 0 0,-1 1 1 0 0,0-1 0 0 0,-1 0 0 0 0,-1 1-1 0 0,-6-14 1 0 0,11 26-355 0 0,-1 0 0 0 0,0 1 0 0 0,1-1 0 0 0,-1 1 0 0 0,0-1 0 0 0,1 1 0 0 0,-1 0 0 0 0,0-1 0 0 0,0 1-1 0 0,0 0 1 0 0,0 0 0 0 0,-1-1 0 0 0,1 1 0 0 0,0 0 0 0 0,0 0 0 0 0,-1 0 0 0 0,1 1 0 0 0,0-1 0 0 0,-1 0 0 0 0,1 0 0 0 0,-1 1 0 0 0,1-1 0 0 0,-1 1 0 0 0,0-1 0 0 0,1 1 0 0 0,-1 0 0 0 0,1-1 0 0 0,-1 1-1 0 0,0 0 1 0 0,1 0 0 0 0,-1 0 0 0 0,0 0 0 0 0,1 1 0 0 0,-1-1 0 0 0,1 0 0 0 0,-1 1 0 0 0,0-1 0 0 0,1 1 0 0 0,-1-1 0 0 0,1 1 0 0 0,0 0 0 0 0,-1 0 0 0 0,1 0 0 0 0,-3 1 0 0 0,-3 4 103 0 0,0 0 1 0 0,0 1-1 0 0,1-1 1 0 0,0 1-1 0 0,0 0 1 0 0,-8 13-1 0 0,-6 13-194 0 0,2 1-1 0 0,1 1 1 0 0,1 0-1 0 0,2 1 1 0 0,2 0-1 0 0,1 1 1 0 0,2 1 0 0 0,2 0-1 0 0,1 0 1 0 0,2 0-1 0 0,1 77 1 0 0,4-104-70 0 0,1 1 1 0 0,0-1-1 0 0,0 0 0 0 0,1 1 1 0 0,1-1-1 0 0,0 0 1 0 0,0-1-1 0 0,1 1 0 0 0,1-1 1 0 0,-1 0-1 0 0,2 0 1 0 0,-1-1-1 0 0,11 12 1 0 0,-11-15-35 0 0,-1-1 0 0 0,1 1 0 0 0,1-1 1 0 0,-1 0-1 0 0,1-1 0 0 0,-1 0 0 0 0,1 0 1 0 0,0 0-1 0 0,1-1 0 0 0,-1 0 0 0 0,1 0 1 0 0,-1-1-1 0 0,1 0 0 0 0,0 0 0 0 0,0-1 1 0 0,0 0-1 0 0,0 0 0 0 0,0-1 0 0 0,0 0 1 0 0,10-2-1 0 0,-10 1 138 0 0,0-1 0 0 0,1-1 0 0 0,-1 0 0 0 0,0 0 0 0 0,0 0 0 0 0,-1-1 0 0 0,1 0 0 0 0,-1-1 0 0 0,0 1 0 0 0,0-1 0 0 0,0-1 0 0 0,-1 1 0 0 0,0-1 1 0 0,0-1-1 0 0,0 1 0 0 0,-1-1 0 0 0,0 0 0 0 0,8-13 0 0 0,-1-2 89 0 0,0-1 0 0 0,-2 0 0 0 0,-1-1 0 0 0,0 0 0 0 0,5-28 0 0 0,-5 2 312 0 0,-3 0 0 0 0,-1 0 0 0 0,-3-1-1 0 0,-2 1 1 0 0,-7-58 0 0 0,-3 41 104 0 0,-2 34-1394 0 0,-6 6-3918 0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8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1 157 6913 0 0,'0'-1'112'0'0,"1"0"1"0"0,0 0-1 0 0,-1 1 0 0 0,1-1 0 0 0,0 0 0 0 0,0 0 0 0 0,0 0 0 0 0,0 1 0 0 0,0-1 0 0 0,-1 0 0 0 0,1 1 0 0 0,0-1 0 0 0,1 1 0 0 0,-1-1 0 0 0,0 1 0 0 0,0-1 0 0 0,0 1 0 0 0,0 0 0 0 0,0 0 0 0 0,0-1 0 0 0,0 1 0 0 0,1 0 0 0 0,0 0 0 0 0,1 1 206 0 0,0-1-1 0 0,0 1 1 0 0,-1 0 0 0 0,1-1-1 0 0,0 1 1 0 0,-1 1 0 0 0,1-1-1 0 0,-1 0 1 0 0,5 3 0 0 0,5 5 1261 0 0,0 1 1 0 0,21 22-1 0 0,-21-20-1299 0 0,1 0 74 0 0,0-1 0 0 0,1 0 0 0 0,1-1 0 0 0,24 14 0 0 0,-32-21-211 0 0,-1 1 1 0 0,1-2 0 0 0,-1 1 0 0 0,1-1 0 0 0,0 0 0 0 0,0 0 0 0 0,0-1 0 0 0,0 0-1 0 0,1 0 1 0 0,-1 0 0 0 0,0-1 0 0 0,0-1 0 0 0,0 1 0 0 0,8-2 0 0 0,-11 0-93 0 0,0 1 0 0 0,0-1 1 0 0,0 0-1 0 0,-1 0 0 0 0,1-1 1 0 0,-1 1-1 0 0,0-1 0 0 0,1 1 0 0 0,-1-1 1 0 0,0 0-1 0 0,-1 0 0 0 0,1-1 1 0 0,-1 1-1 0 0,1-1 0 0 0,-1 1 1 0 0,0-1-1 0 0,0 1 0 0 0,0-1 1 0 0,-1 0-1 0 0,1 0 0 0 0,-1 0 1 0 0,1-8-1 0 0,3-11-58 0 0,-2 0 1 0 0,2-44-1 0 0,-4 51 35 0 0,3-61-2146 0 0,-1 54-5370 0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8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1 385 6913 0 0,'1'2'87'0'0,"0"-1"-1"0"0,0 1 1 0 0,0 0-1 0 0,0-1 1 0 0,1 1-1 0 0,-1-1 0 0 0,1 1 1 0 0,-1-1-1 0 0,1 1 1 0 0,0-1-1 0 0,-1 0 1 0 0,1 0-1 0 0,0 0 0 0 0,0 0 1 0 0,0 0-1 0 0,0-1 1 0 0,0 1-1 0 0,0 0 0 0 0,0-1 1 0 0,0 1-1 0 0,3-1 1 0 0,0 0 123 0 0,-1 0-1 0 0,1 0 1 0 0,0-1 0 0 0,0 0 0 0 0,-1 0 0 0 0,1 0 0 0 0,0 0-1 0 0,-1-1 1 0 0,6-2 0 0 0,0-1 156 0 0,-1 0 0 0 0,1-1 0 0 0,-1 0 0 0 0,0 0 0 0 0,-1-1 0 0 0,0 0 0 0 0,0-1 0 0 0,8-9 0 0 0,-9 7-292 0 0,0-1 1 0 0,-1 0-1 0 0,0 0 0 0 0,-1-1 0 0 0,0 0 1 0 0,-1 1-1 0 0,0-2 0 0 0,-1 1 0 0 0,0 0 1 0 0,-1-1-1 0 0,-1 1 0 0 0,0-1 0 0 0,0 0 1 0 0,-1 0-1 0 0,-3-16 0 0 0,3 28-75 0 0,0 1-1 0 0,0-1 0 0 0,0 0 0 0 0,0 0 1 0 0,0 0-1 0 0,0 1 0 0 0,0-1 0 0 0,-1 0 1 0 0,1 0-1 0 0,0 1 0 0 0,0-1 0 0 0,-1 0 1 0 0,1 0-1 0 0,-1 1 0 0 0,1-1 1 0 0,0 0-1 0 0,-1 1 0 0 0,1-1 0 0 0,-1 1 1 0 0,0-1-1 0 0,1 1 0 0 0,-1-1 0 0 0,1 1 1 0 0,-1-1-1 0 0,0 1 0 0 0,0-1 0 0 0,0 0 1 0 0,0 2 8 0 0,0-1 0 0 0,0 1 0 0 0,0-1 0 0 0,0 1 0 0 0,0-1 0 0 0,0 1 0 0 0,1-1 0 0 0,-1 1 0 0 0,0 0 0 0 0,0-1 0 0 0,1 1 0 0 0,-1 0 1 0 0,0-1-1 0 0,1 1 0 0 0,-1 0 0 0 0,1 0 0 0 0,-2 1 0 0 0,-18 44-48 0 0,18-38 23 0 0,1-1 0 0 0,-1 1 0 0 0,1 0 0 0 0,0 0 0 0 0,1 0 0 0 0,0-1 0 0 0,0 1 0 0 0,1 0 0 0 0,0 0 0 0 0,0 0 0 0 0,1 0 0 0 0,0-1 0 0 0,0 1 0 0 0,0-1 0 0 0,1 1 0 0 0,1-1 0 0 0,-1 0 0 0 0,7 9 0 0 0,-6-11-66 0 0,0 1-1 0 0,1-1 1 0 0,-1-1 0 0 0,1 1-1 0 0,0-1 1 0 0,0 0 0 0 0,1 0 0 0 0,-1 0-1 0 0,1-1 1 0 0,0 1 0 0 0,0-1-1 0 0,0-1 1 0 0,0 1 0 0 0,1-1 0 0 0,-1 0-1 0 0,1-1 1 0 0,-1 0 0 0 0,1 0-1 0 0,-1 0 1 0 0,1-1 0 0 0,0 1-1 0 0,8-2 1 0 0,-8 0-168 0 0,-1 0 0 0 0,0-1 0 0 0,0 1 0 0 0,0-1 0 0 0,0 0-1 0 0,0-1 1 0 0,0 0 0 0 0,-1 1 0 0 0,1-2 0 0 0,-1 1 0 0 0,0-1 0 0 0,1 0 0 0 0,-2 0-1 0 0,1 0 1 0 0,0 0 0 0 0,-1-1 0 0 0,0 0 0 0 0,5-8 0 0 0,6-11 188 0 0,-1 0 1 0 0,-1 0-1 0 0,10-29 1 0 0,9-18 782 0 0,-26 60-391 0 0,0 1-1 0 0,0 0 1 0 0,1 0-1 0 0,0 1 1 0 0,1 0 0 0 0,13-12-1 0 0,-19 19-220 0 0,-1 1 1 0 0,1-1-1 0 0,0 1 1 0 0,0-1-1 0 0,0 1 0 0 0,1 0 1 0 0,-1 0-1 0 0,0 0 0 0 0,0 0 1 0 0,1 0-1 0 0,-1 1 0 0 0,0-1 1 0 0,1 1-1 0 0,-1-1 1 0 0,0 1-1 0 0,1 0 0 0 0,-1 0 1 0 0,1 0-1 0 0,-1 0 0 0 0,1 1 1 0 0,-1-1-1 0 0,0 0 0 0 0,1 1 1 0 0,-1 0-1 0 0,0 0 1 0 0,1-1-1 0 0,-1 1 0 0 0,0 1 1 0 0,0-1-1 0 0,0 0 0 0 0,0 0 1 0 0,0 1-1 0 0,0-1 0 0 0,0 1 1 0 0,0 0-1 0 0,-1-1 1 0 0,1 1-1 0 0,1 3 0 0 0,5 4 212 0 0,-2 1 0 0 0,1 0 0 0 0,-1 0 0 0 0,0 1-1 0 0,-1-1 1 0 0,0 1 0 0 0,-1 1 0 0 0,-1-1 0 0 0,1 1 0 0 0,1 15-1 0 0,0 8 354 0 0,-1 0-1 0 0,-2 42 0 0 0,0-62-189 0 0,2-33 230 0 0,3-7-305 0 0,26-61-2996 0 0,50-92-1 0 0,-63 143 1151 0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5:39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11979 0 0,'1'0'1280'0'0,"1"0"-1808"0"0,2 0-849 0 0,0-3 665 0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2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103 593 456 0 0,'-28'14'128'0'0,"23"-11"884"0"0,0 0-1 0 0,-1 1 1 0 0,1-1 0 0 0,1 1 0 0 0,-6 5 0 0 0,4-3-368 0 0,-17 19 1279 0 0,21-24-1763 0 0,2 1 0 0 0,-1-1 1 0 0,0 0-1 0 0,0 0 0 0 0,0 1 0 0 0,0-1 1 0 0,1 0-1 0 0,-1 1 0 0 0,1-1 0 0 0,-1 1 1 0 0,1-1-1 0 0,0 1 0 0 0,-1-1 0 0 0,1 1 1 0 0,0-1-1 0 0,0 1 0 0 0,0-1 0 0 0,0 3 1 0 0,1-3-48 0 0,0 0 0 0 0,-1 0 1 0 0,1 0-1 0 0,0 0 0 0 0,0 0 1 0 0,0 0-1 0 0,0 0 0 0 0,0 0 0 0 0,0 0 1 0 0,0 0-1 0 0,0 0 0 0 0,0-1 1 0 0,1 1-1 0 0,-1 0 0 0 0,0-1 1 0 0,0 1-1 0 0,1-1 0 0 0,-1 0 1 0 0,0 1-1 0 0,1-1 0 0 0,-1 0 1 0 0,0 0-1 0 0,1 0 0 0 0,-1 0 0 0 0,0 0 1 0 0,1 0-1 0 0,1 0 0 0 0,38-7 988 0 0,-23 1-901 0 0,0-1 0 0 0,0-1 1 0 0,-1-1-1 0 0,-1-1 1 0 0,1 0-1 0 0,-1-1 1 0 0,-1 0-1 0 0,0-2 0 0 0,-1 1 1 0 0,0-2-1 0 0,18-23 1 0 0,4-9-648 0 0,-2-1 0 0 0,41-78 0 0 0,-70 117 333 0 0,13-25-613 0 0,-1 0 0 0 0,14-38-1 0 0,-28 62 503 0 0,0 1 0 0 0,0-1-1 0 0,-1 1 1 0 0,0-1 0 0 0,-1 0-1 0 0,0 0 1 0 0,0 0-1 0 0,-1 0 1 0 0,0 0 0 0 0,-1 0-1 0 0,0 0 1 0 0,0 0 0 0 0,-1 1-1 0 0,-4-14 1 0 0,6 19 193 0 0,-1 1 1 0 0,0-1-1 0 0,0 1 0 0 0,-1-1 1 0 0,1 1-1 0 0,0 0 1 0 0,-1 0-1 0 0,1-1 0 0 0,-1 1 1 0 0,0 0-1 0 0,0 0 0 0 0,0 0 1 0 0,0 1-1 0 0,0-1 1 0 0,0 0-1 0 0,0 1 0 0 0,0 0 1 0 0,-1-1-1 0 0,1 1 0 0 0,-1 0 1 0 0,1 0-1 0 0,-1 0 1 0 0,1 0-1 0 0,-1 1 0 0 0,0-1 1 0 0,1 1-1 0 0,-1 0 0 0 0,0-1 1 0 0,1 1-1 0 0,-1 0 1 0 0,0 1-1 0 0,1-1 0 0 0,-1 0 1 0 0,0 1-1 0 0,1 0 1 0 0,-1-1-1 0 0,1 1 0 0 0,-5 2 1 0 0,0 0 284 0 0,-1 1 0 0 0,1 1 0 0 0,0-1 0 0 0,0 1 0 0 0,0 0 0 0 0,1 0 1 0 0,0 1-1 0 0,0 0 0 0 0,0 0 0 0 0,1 1 0 0 0,-6 7 0 0 0,3-2 50 0 0,1 0 0 0 0,0 1 0 0 0,1 0 0 0 0,1 0 1 0 0,0 0-1 0 0,0 1 0 0 0,1-1 0 0 0,1 1 0 0 0,1 0 0 0 0,0 0 0 0 0,0 1 0 0 0,1-1 0 0 0,1 0 0 0 0,1 0 0 0 0,0 1 0 0 0,1-1 0 0 0,0 0 0 0 0,1 0 0 0 0,0-1 0 0 0,2 1 0 0 0,-1 0 0 0 0,2-1 0 0 0,0 0 1 0 0,9 14-1 0 0,-8-14-318 0 0,0-1 1 0 0,2 0 0 0 0,-1 0-1 0 0,2-1 1 0 0,-1 0 0 0 0,2-1 0 0 0,-1 0-1 0 0,1-1 1 0 0,1 0 0 0 0,0 0 0 0 0,0-1-1 0 0,16 7 1 0 0,-15-9-524 0 0,-1-1-1 0 0,1-1 1 0 0,0 0 0 0 0,0-1-1 0 0,1 0 1 0 0,-1-1 0 0 0,0 0-1 0 0,18-1 1 0 0,-7-2-1129 0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3.0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0,'5'1'9324'0'0,"-1"3"-8784"0"0,3 7-303 0 0,-1 0 0 0 0,0 0 0 0 0,0 1 1 0 0,-1 0-1 0 0,-1 0 0 0 0,0 0 1 0 0,0 0-1 0 0,1 14 0 0 0,13 112 204 0 0,-16-116-387 0 0,1 13-13 0 0,-2 0 0 0 0,-1 0 0 0 0,-6 45 0 0 0,-9-2-6901 0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3.2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1 115 9674 0 0,'2'-7'249'0'0,"0"1"0"0"0,0 0 0 0 0,1 0 0 0 0,0 0 1 0 0,0 0-1 0 0,1 0 0 0 0,-1 0 0 0 0,1 1 0 0 0,1 0 0 0 0,-1 0 0 0 0,1 0 0 0 0,0 0 0 0 0,0 1 0 0 0,0-1 1 0 0,1 1-1 0 0,-1 1 0 0 0,1-1 0 0 0,0 1 0 0 0,0 0 0 0 0,0 0 0 0 0,0 1 0 0 0,11-3 0 0 0,-14 4-148 0 0,-1 0-1 0 0,1 0 0 0 0,0 1 1 0 0,0-1-1 0 0,0 1 1 0 0,0-1-1 0 0,0 1 0 0 0,0 0 1 0 0,-1 0-1 0 0,1 0 1 0 0,0 1-1 0 0,0-1 0 0 0,0 1 1 0 0,0-1-1 0 0,0 1 1 0 0,0 0-1 0 0,-1 0 0 0 0,1 0 1 0 0,0 1-1 0 0,-1-1 1 0 0,1 1-1 0 0,-1-1 0 0 0,0 1 1 0 0,1 0-1 0 0,-1 0 1 0 0,0 0-1 0 0,0 0 0 0 0,0 0 1 0 0,0 1-1 0 0,0-1 1 0 0,-1 0-1 0 0,1 1 0 0 0,-1 0 1 0 0,0-1-1 0 0,1 1 1 0 0,-1 0-1 0 0,0-1 0 0 0,-1 1 1 0 0,1 0-1 0 0,0 3 0 0 0,1 4 62 0 0,-1 0-1 0 0,0 0 0 0 0,0 1 0 0 0,-1-1 0 0 0,0 0 0 0 0,-1 0 0 0 0,0 0 0 0 0,-1 0 0 0 0,0 0 0 0 0,-6 16 0 0 0,2-10-64 0 0,5-10-98 0 0,-1 0 0 0 0,0 0 0 0 0,0 0-1 0 0,-1-1 1 0 0,1 1 0 0 0,-1-1 0 0 0,-1 1 0 0 0,1-1-1 0 0,-1 0 1 0 0,0-1 0 0 0,-7 8 0 0 0,5-9-457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3.7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21 9218 0 0,'-5'1'358'0'0,"1"-1"-1"0"0,-1 2 1 0 0,1-1 0 0 0,0 0 0 0 0,0 1-1 0 0,0 0 1 0 0,0 0 0 0 0,0 0 0 0 0,0 0-1 0 0,0 1 1 0 0,1 0 0 0 0,-1 0-1 0 0,1 0 1 0 0,0 0 0 0 0,0 0 0 0 0,-4 6-1 0 0,3-3-88 0 0,0 1-1 0 0,1-1 0 0 0,-1 1 0 0 0,2 0 0 0 0,-1 0 1 0 0,1 0-1 0 0,0 0 0 0 0,0 0 0 0 0,0 11 0 0 0,1-2-121 0 0,0-1-1 0 0,1 1 0 0 0,1 0 0 0 0,1-1 1 0 0,0 1-1 0 0,1-1 0 0 0,0 1 1 0 0,2-1-1 0 0,5 15 0 0 0,-5-19-68 0 0,1 0 1 0 0,0 0-1 0 0,0-1 0 0 0,1 0 1 0 0,0 0-1 0 0,1 0 0 0 0,0-1 1 0 0,16 14-1 0 0,-22-21-49 0 0,1 1 0 0 0,0-1-1 0 0,0 0 1 0 0,0 0 0 0 0,0-1 0 0 0,0 1 0 0 0,0 0-1 0 0,1-1 1 0 0,-1 0 0 0 0,0 0 0 0 0,1 0 0 0 0,-1 0-1 0 0,1-1 1 0 0,-1 1 0 0 0,1-1 0 0 0,-1 0-1 0 0,1 0 1 0 0,-1 0 0 0 0,1 0 0 0 0,-1-1 0 0 0,1 1-1 0 0,-1-1 1 0 0,1 0 0 0 0,-1 0 0 0 0,0 0-1 0 0,1-1 1 0 0,-1 1 0 0 0,0-1 0 0 0,0 0 0 0 0,0 0-1 0 0,0 0 1 0 0,0 0 0 0 0,-1 0 0 0 0,5-5 0 0 0,-1 0 23 0 0,0 0 0 0 0,-1 0 0 0 0,0-1 0 0 0,0 0 0 0 0,-1 0 0 0 0,0 0 0 0 0,0 0 0 0 0,0-1 0 0 0,-2 0 0 0 0,1 0 0 0 0,-1 0 0 0 0,0 0 0 0 0,-1 0 0 0 0,0 0 0 0 0,0 0 0 0 0,-1-14 0 0 0,-1 0 74 0 0,-1 0 0 0 0,-1 0 0 0 0,-1 1 0 0 0,-1-1 0 0 0,-11-32 0 0 0,14 49-262 0 0,1 0 0 0 0,-1 1 0 0 0,-1-1 0 0 0,1 1 0 0 0,-1 0 0 0 0,0 0 0 0 0,0 0 0 0 0,-1 0 0 0 0,1 0 0 0 0,-1 1 0 0 0,0-1 0 0 0,0 1-1 0 0,-1 0 1 0 0,1 0 0 0 0,-1 1 0 0 0,-5-4 0 0 0,1 4-1064 0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4.4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184 302 7834 0 0,'-38'11'3774'0'0,"33"-10"-3292"0"0,-1 0 0 0 0,1 1 1 0 0,-1-1-1 0 0,1 1 0 0 0,0 1 1 0 0,-1-1-1 0 0,1 1 1 0 0,0-1-1 0 0,1 2 0 0 0,-1-1 1 0 0,0 0-1 0 0,-5 7 0 0 0,2-1-337 0 0,0 1 0 0 0,0-1 0 0 0,1 2-1 0 0,1-1 1 0 0,-1 1 0 0 0,2 0-1 0 0,0 0 1 0 0,0 1 0 0 0,-5 19-1 0 0,9-26-99 0 0,0 0 0 0 0,0-1-1 0 0,0 1 1 0 0,0 0-1 0 0,1 0 1 0 0,0 0-1 0 0,0 0 1 0 0,1 0-1 0 0,-1 0 1 0 0,1 0-1 0 0,0-1 1 0 0,0 1-1 0 0,1 0 1 0 0,-1 0-1 0 0,1-1 1 0 0,0 1 0 0 0,0-1-1 0 0,1 0 1 0 0,-1 1-1 0 0,1-1 1 0 0,0 0-1 0 0,0-1 1 0 0,0 1-1 0 0,1 0 1 0 0,-1-1-1 0 0,1 0 1 0 0,4 3-1 0 0,-5-4-73 0 0,0 0 1 0 0,-1 0-1 0 0,1-1 0 0 0,0 0 0 0 0,0 1 0 0 0,0-1 0 0 0,0 0 0 0 0,0 0 0 0 0,0-1 0 0 0,1 1 0 0 0,-1-1 0 0 0,0 0 1 0 0,0 1-1 0 0,0-1 0 0 0,1-1 0 0 0,-1 1 0 0 0,4-1 0 0 0,-2 0-89 0 0,0-1-1 0 0,0 0 1 0 0,0 0-1 0 0,0-1 1 0 0,0 1 0 0 0,0-1-1 0 0,0 0 1 0 0,-1 0-1 0 0,6-5 1 0 0,3-5-301 0 0,0 0-1 0 0,-1-1 1 0 0,0-1 0 0 0,17-27 0 0 0,-19 24-18 0 0,-1 1 1 0 0,0-1-1 0 0,-1-1 1 0 0,-1 1-1 0 0,-1-1 1 0 0,-1-1-1 0 0,0 1 1 0 0,-2-1-1 0 0,3-35 1 0 0,-6 32 964 0 0,0-1 1 0 0,-2 1-1 0 0,-1 0 1 0 0,0 0-1 0 0,-2 1 1 0 0,-1-1 0 0 0,0 1-1 0 0,-12-25 1 0 0,17 43-153 0 0,-1 0-1 0 0,0 1 1 0 0,0-1 0 0 0,0 1 0 0 0,-1 0 0 0 0,1 0 0 0 0,-5-5 0 0 0,7 8-313 0 0,0 0 1 0 0,0-1 0 0 0,-1 1 0 0 0,1 0-1 0 0,0 0 1 0 0,-1 0 0 0 0,1-1 0 0 0,0 1-1 0 0,0 0 1 0 0,-1 0 0 0 0,1 0-1 0 0,0 0 1 0 0,-1-1 0 0 0,1 1 0 0 0,-1 0-1 0 0,1 0 1 0 0,0 0 0 0 0,-1 0 0 0 0,1 0-1 0 0,0 0 1 0 0,-1 0 0 0 0,1 0 0 0 0,0 0-1 0 0,-1 0 1 0 0,1 0 0 0 0,0 1-1 0 0,-1-1 1 0 0,1 0 0 0 0,0 0 0 0 0,-1 0-1 0 0,0 1-11 0 0,0 0-1 0 0,0 0 1 0 0,1 1 0 0 0,-1-1-1 0 0,1 0 1 0 0,-1 0-1 0 0,1 0 1 0 0,-1 0-1 0 0,1 0 1 0 0,0 1-1 0 0,-1-1 1 0 0,1 0-1 0 0,0 0 1 0 0,0 2 0 0 0,-2 20 82 0 0,2 0 0 0 0,0 0 0 0 0,2 0 0 0 0,4 24 0 0 0,24 93-71 0 0,-18-91 9 0 0,-6-18-64 0 0,2-1 0 0 0,1 1 0 0 0,1-2 0 0 0,1 1 0 0 0,30 51 0 0 0,-41-81-19 0 0,0 1 0 0 0,0-1 1 0 0,0 1-1 0 0,0-1 0 0 0,1 1 0 0 0,-1-1 0 0 0,0 1 0 0 0,0-1 0 0 0,1 0 1 0 0,-1 1-1 0 0,0-1 0 0 0,1 1 0 0 0,-1-1 0 0 0,0 0 0 0 0,1 1 1 0 0,-1-1-1 0 0,0 0 0 0 0,1 1 0 0 0,-1-1 0 0 0,1 0 0 0 0,-1 0 1 0 0,1 1-1 0 0,-1-1 0 0 0,1 0 0 0 0,-1 0 0 0 0,1 0 0 0 0,-1 0 0 0 0,1 0 1 0 0,-1 0-1 0 0,1 0 0 0 0,-1 0 0 0 0,1 0 0 0 0,-1 0 0 0 0,1 0 1 0 0,-1 0-1 0 0,1 0 0 0 0,-1 0 0 0 0,1 0 0 0 0,-1 0 0 0 0,1-1 0 0 0,-1 1 1 0 0,1 0-1 0 0,-1 0 0 0 0,0 0 0 0 0,1-1 0 0 0,-1 1 0 0 0,1 0 1 0 0,-1-1-1 0 0,0 1 0 0 0,1 0 0 0 0,-1-1 0 0 0,0 1 0 0 0,1-1 1 0 0,-1 1-1 0 0,0-1 0 0 0,1 1 0 0 0,-1 0 0 0 0,0-1 0 0 0,0 1 0 0 0,0-1 1 0 0,0 1-1 0 0,1-1 0 0 0,-1 1 0 0 0,0-1 0 0 0,0 1 0 0 0,0-1 1 0 0,0 0-1 0 0,10-44-229 0 0,-9 36 200 0 0,3-10 12 0 0,2-13 73 0 0,1 0-1 0 0,18-47 0 0 0,-22 72-35 0 0,0-1 0 0 0,0 1 0 0 0,1-1 0 0 0,0 1-1 0 0,1 0 1 0 0,0 1 0 0 0,0-1 0 0 0,0 1 0 0 0,1 0-1 0 0,-1 0 1 0 0,2 1 0 0 0,-1-1 0 0 0,0 1 0 0 0,1 1-1 0 0,11-6 1 0 0,-16 8-2 0 0,1 1-1 0 0,0 0 1 0 0,0 0-1 0 0,-1 0 1 0 0,1 1-1 0 0,0-1 1 0 0,0 1-1 0 0,0 0 1 0 0,0-1-1 0 0,0 1 1 0 0,0 1-1 0 0,0-1 1 0 0,0 0-1 0 0,0 1 1 0 0,-1-1-1 0 0,1 1 1 0 0,0 0-1 0 0,0 0 1 0 0,0 0 0 0 0,-1 0-1 0 0,1 1 1 0 0,-1-1-1 0 0,1 1 1 0 0,-1-1-1 0 0,1 1 1 0 0,-1 0-1 0 0,0 0 1 0 0,3 3-1 0 0,5 6 112 0 0,-1 1-1 0 0,-1 0 0 0 0,0 1 1 0 0,11 20-1 0 0,1 4-145 0 0,-6-18-292 0 0,0-1 0 0 0,2 0 0 0 0,0-1-1 0 0,0 0 1 0 0,27 19 0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4.7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 36 5065 0 0,'0'-1'447'0'0,"0"-1"-1"0"0,0 0 0 0 0,0 0 1 0 0,0 1-1 0 0,0-1 1 0 0,0 0-1 0 0,-1 0 1 0 0,1 1-1 0 0,0-1 1 0 0,-1 0-1 0 0,0 0 1 0 0,1 1-1 0 0,-1-1 1 0 0,0 1-1 0 0,0-1 1 0 0,0 1-1 0 0,0-1 0 0 0,0 1 1 0 0,-2-2-1 0 0,3 2-278 0 0,-1 1-1 0 0,1 0 0 0 0,-1 0 1 0 0,1 0-1 0 0,-1-1 0 0 0,1 1 1 0 0,-1 0-1 0 0,1 0 0 0 0,-1 0 0 0 0,1 0 1 0 0,-1 0-1 0 0,1 0 0 0 0,-1 0 1 0 0,1 0-1 0 0,-1 1 0 0 0,0-1 1 0 0,1 0-1 0 0,-1 0 0 0 0,1 0 1 0 0,-1 0-1 0 0,1 1 0 0 0,0-1 1 0 0,-2 1-1 0 0,-14 17 1363 0 0,12-13-1365 0 0,0 1 0 0 0,1 0 1 0 0,0 0-1 0 0,0 0 0 0 0,1 0 0 0 0,-1 1 0 0 0,2-1 0 0 0,-1 1 0 0 0,0-1 1 0 0,1 1-1 0 0,1 0 0 0 0,-1-1 0 0 0,1 1 0 0 0,0 0 0 0 0,0 0 0 0 0,1-1 1 0 0,0 1-1 0 0,0 0 0 0 0,5 12 0 0 0,0-4-117 0 0,1 0 1 0 0,0-1-1 0 0,1 0 1 0 0,1 0-1 0 0,0-1 0 0 0,1 0 1 0 0,14 14-1 0 0,-21-24-42 0 0,0 0-1 0 0,-1 0 0 0 0,1 1 1 0 0,-1-1-1 0 0,1 1 1 0 0,-1 0-1 0 0,0 0 0 0 0,0 0 1 0 0,-1 0-1 0 0,1 0 0 0 0,-1 0 1 0 0,0 0-1 0 0,0 0 1 0 0,0 0-1 0 0,-1 1 0 0 0,1-1 1 0 0,-1 8-1 0 0,-1-7-8 0 0,-1 0-1 0 0,1 0 1 0 0,-1 0 0 0 0,0 0 0 0 0,0-1-1 0 0,0 1 1 0 0,0-1 0 0 0,-1 1-1 0 0,0-1 1 0 0,0 0 0 0 0,0 0-1 0 0,0 0 1 0 0,-1 0 0 0 0,1-1 0 0 0,-5 4-1 0 0,-8 5-85 0 0,1 0 0 0 0,-2-2 0 0 0,-26 15 0 0 0,2-5-6405 0 0,17-9-576 0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5.2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8754 0 0,'1'5'2709'0'0,"-1"-5"-2657"0"0,0 0 0 0 0,0 0 0 0 0,0 0 0 0 0,1 0 0 0 0,-1 0 0 0 0,0 0 0 0 0,0 0 1 0 0,0 0-1 0 0,0 0 0 0 0,0 0 0 0 0,0 0 0 0 0,1 0 0 0 0,16 6 1352 0 0,21 1-233 0 0,165 1 2990 0 0,163 4-831 0 0,-261-14-4811 0 0,154-22-1 0 0,-248 22-94 0 0,0 0 0 0 0,-1 0 1 0 0,15-6-1 0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5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17 4145 0 0,'-105'-13'3063'0'0,"72"10"10561"0"0,48 6-13325 0 0,0 1-1 0 0,0 0 1 0 0,0 1-1 0 0,-1 0 1 0 0,1 2-1 0 0,-1 0 1 0 0,15 10-1 0 0,-23-14-257 0 0,0 1-1 0 0,0 0 1 0 0,-1 0-1 0 0,0 0 1 0 0,0 1-1 0 0,0 0 1 0 0,0 0-1 0 0,-1 0 0 0 0,1 0 1 0 0,-2 1-1 0 0,1 0 1 0 0,0-1-1 0 0,-1 2 1 0 0,0-1-1 0 0,-1 0 1 0 0,1 0-1 0 0,-1 1 1 0 0,2 10-1 0 0,-4-9 10 0 0,0-1 0 0 0,0 1-1 0 0,-1-1 1 0 0,0 1 0 0 0,-1-1-1 0 0,0 0 1 0 0,0 1 0 0 0,0-1-1 0 0,-1 0 1 0 0,0 0 0 0 0,0 0-1 0 0,-1-1 1 0 0,0 1 0 0 0,0-1 0 0 0,-1 0-1 0 0,-6 7 1 0 0,-3 3-378 0 0,-1-2 0 0 0,-18 16 0 0 0,-10 4-3886 0 0,28-23 1770 0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6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23 177 11058 0 0,'-23'-15'5023'0'0,"36"9"-2307"0"0,-10 5-2667 0 0,0 1-1 0 0,1 0 1 0 0,-1-1-1 0 0,0 1 0 0 0,1 0 1 0 0,-1 1-1 0 0,0-1 1 0 0,1 1-1 0 0,-1-1 1 0 0,0 1-1 0 0,0 0 0 0 0,1 0 1 0 0,-1 0-1 0 0,0 1 1 0 0,4 1-1 0 0,-1 1 106 0 0,-1 0 1 0 0,1 1-1 0 0,-1-1 0 0 0,0 1 0 0 0,0 0 1 0 0,0 0-1 0 0,4 6 0 0 0,3 7 258 0 0,-1-1-1 0 0,-1 2 1 0 0,15 38 0 0 0,3 38-412 0 0,-29-102 69 0 0,0 0 1 0 0,0 0-1 0 0,1 0 1 0 0,1-15-1 0 0,0 2 92 0 0,-2-16-370 0 0,3 1 1 0 0,0 0-1 0 0,3 0 0 0 0,0 0 1 0 0,3 0-1 0 0,23-66 1 0 0,-18 69-7514 0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7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0 14283 0 0,'-1'1'75'0'0,"0"-1"0"0"0,0 1-1 0 0,0-1 1 0 0,0 1 0 0 0,0-1 0 0 0,-1 1 0 0 0,1 0-1 0 0,0-1 1 0 0,0 1 0 0 0,1 0 0 0 0,-1 0 0 0 0,0 0 0 0 0,0 0-1 0 0,0 0 1 0 0,0 0 0 0 0,1 0 0 0 0,-1 0 0 0 0,1 0-1 0 0,-1 0 1 0 0,1 0 0 0 0,-1 0 0 0 0,1 1 0 0 0,-1-1-1 0 0,1 0 1 0 0,0 0 0 0 0,0 0 0 0 0,0 1 0 0 0,-1-1-1 0 0,2 2 1 0 0,-4 38 1477 0 0,4-27-1285 0 0,0-1 0 0 0,1 1 0 0 0,0-1 0 0 0,1 0 0 0 0,1 0 0 0 0,0 0 0 0 0,0 0 0 0 0,1-1 0 0 0,1 1 1 0 0,0-1-1 0 0,1-1 0 0 0,0 1 0 0 0,12 13 0 0 0,-18-23-266 0 0,0-1 0 0 0,0 0 0 0 0,0 0 0 0 0,0 0 0 0 0,1 0-1 0 0,-1 0 1 0 0,0 0 0 0 0,0-1 0 0 0,1 1 0 0 0,-1 0 0 0 0,0-1 0 0 0,1 1 0 0 0,-1-1 0 0 0,0 1 0 0 0,1-1 0 0 0,-1 1-1 0 0,1-1 1 0 0,-1 0 0 0 0,1 0 0 0 0,-1 0 0 0 0,1 0 0 0 0,-1 0 0 0 0,2 0 0 0 0,0-1-22 0 0,0 0 1 0 0,0 0-1 0 0,-1 0 0 0 0,1-1 1 0 0,-1 1-1 0 0,1-1 1 0 0,-1 1-1 0 0,0-1 0 0 0,1 0 1 0 0,-1 0-1 0 0,2-3 0 0 0,6-6-141 0 0,-1 0-1 0 0,-1-1 0 0 0,12-22 0 0 0,-19 32 145 0 0,6-12-162 0 0,-1-1 0 0 0,7-23 0 0 0,-9 24 105 0 0,1 0-1 0 0,13-25 0 0 0,-18 39 94 0 0,0-1-1 0 0,0 1 0 0 0,0 0 0 0 0,0-1 0 0 0,1 1 1 0 0,-1 0-1 0 0,0-1 0 0 0,0 1 0 0 0,0 0 0 0 0,1 0 1 0 0,-1-1-1 0 0,0 1 0 0 0,1 0 0 0 0,-1 0 1 0 0,0-1-1 0 0,1 1 0 0 0,-1 0 0 0 0,0 0 0 0 0,1 0 1 0 0,-1-1-1 0 0,0 1 0 0 0,1 0 0 0 0,-1 0 1 0 0,0 0-1 0 0,1 0 0 0 0,-1 0 0 0 0,1 0 0 0 0,-1 0 1 0 0,0 0-1 0 0,1 0 0 0 0,-1 0 0 0 0,0 0 1 0 0,1 0-1 0 0,11 11 520 0 0,6 26 202 0 0,-14-30-648 0 0,3 9 37 0 0,2-1 0 0 0,0 0 0 0 0,0-1 0 0 0,1 0 0 0 0,16 16-1 0 0,-19-22-313 0 0,1-1 0 0 0,0 0 0 0 0,0 0 0 0 0,0-1 0 0 0,1-1 0 0 0,0 1 0 0 0,0-1 0 0 0,1-1 0 0 0,-1 1 0 0 0,11 2 0 0 0,1-2-7289 0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7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 10594 0 0,'1'-1'82'0'0,"-1"0"0"0"0,1 0-1 0 0,0 1 1 0 0,0-1 0 0 0,-1 0 0 0 0,1 1-1 0 0,0-1 1 0 0,0 1 0 0 0,0-1 0 0 0,0 1-1 0 0,0 0 1 0 0,0-1 0 0 0,0 1-1 0 0,0 0 1 0 0,0-1 0 0 0,0 1 0 0 0,0 0-1 0 0,0 0 1 0 0,0 0 0 0 0,0 0 0 0 0,0 0-1 0 0,0 0 1 0 0,0 0 0 0 0,0 0-1 0 0,0 1 1 0 0,0-1 0 0 0,2 1 0 0 0,-1 0 146 0 0,0 1 0 0 0,1 0 0 0 0,-1-1 0 0 0,0 1 0 0 0,0 0 0 0 0,0 0 0 0 0,0 0 0 0 0,0 0 1 0 0,0 1-1 0 0,1 2 0 0 0,3 4 421 0 0,-1 0 0 0 0,0 0 0 0 0,-1 1 0 0 0,6 16 0 0 0,-9-21-456 0 0,14 45 880 0 0,-9-30-876 0 0,-2-16-329 0 0,8-37-613 0 0,17-36 0 0 0,-25 59 793 0 0,1 1 0 0 0,1 0-1 0 0,-1 0 1 0 0,1 1 0 0 0,0 0 0 0 0,1 0 0 0 0,0 0 0 0 0,12-10 0 0 0,-18 17-14 0 0,1 1 0 0 0,-1-1-1 0 0,0 0 1 0 0,0 1-1 0 0,0-1 1 0 0,0 1 0 0 0,1 0-1 0 0,-1-1 1 0 0,0 1-1 0 0,0 0 1 0 0,1 0 0 0 0,-1 0-1 0 0,0 0 1 0 0,1 0-1 0 0,-1 0 1 0 0,0 0 0 0 0,0 0-1 0 0,1 0 1 0 0,-1 0-1 0 0,0 1 1 0 0,0-1 0 0 0,1 1-1 0 0,-1-1 1 0 0,0 1 0 0 0,0-1-1 0 0,0 1 1 0 0,0 0-1 0 0,0-1 1 0 0,0 1 0 0 0,0 0-1 0 0,0 0 1 0 0,0 0-1 0 0,0 0 1 0 0,0 0 0 0 0,0 0-1 0 0,-1 0 1 0 0,1 0-1 0 0,0 1 1 0 0,6 8 403 0 0,-2-1 1 0 0,1 1-1 0 0,5 16 1 0 0,-4-10-235 0 0,23 48-3349 0 0,-20-46 2027 0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8.3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14747 0 0,'0'9'6237'0'0,"6"40"-5123"0"0,19 120-184 0 0,-3-11-1486 0 0,-3-53-5267 0 0,-12-72-1320 0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8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0 301 1840 0 0,'12'-16'226'0'0,"0"0"0"0"0,1 2 0 0 0,1-1 0 0 0,23-18 0 0 0,67-44 1052 0 0,-79 60-964 0 0,8-6 683 0 0,56-29-1 0 0,-77 45-417 0 0,1 2-1 0 0,-1 0 0 0 0,1 0 0 0 0,0 1 1 0 0,1 1-1 0 0,-1 0 0 0 0,1 0 1 0 0,17 0-1 0 0,-28 3-400 0 0,0 0 1 0 0,0 1-1 0 0,0-1 1 0 0,0 1-1 0 0,0-1 1 0 0,0 1-1 0 0,0 0 1 0 0,0 0-1 0 0,0 0 1 0 0,-1 0-1 0 0,1 0 1 0 0,0 1 0 0 0,-1-1-1 0 0,1 1 1 0 0,-1 0-1 0 0,0 0 1 0 0,1 0-1 0 0,-1 0 1 0 0,2 3-1 0 0,-1-1-22 0 0,1 1 0 0 0,-1 0-1 0 0,-1 0 1 0 0,1 0 0 0 0,-1 1 0 0 0,0-1 0 0 0,0 1-1 0 0,-1-1 1 0 0,2 9 0 0 0,0 8 78 0 0,-2 0-1 0 0,0 1 1 0 0,-4 44-1 0 0,-6-2-124 0 0,5-42-92 0 0,1 0 0 0 0,0 0 0 0 0,3 32 0 0 0,0-54-16 0 0,0-1 0 0 0,-1 1 0 0 0,1-1 1 0 0,0 1-1 0 0,0-1 0 0 0,0 0 1 0 0,1 1-1 0 0,-1-1 0 0 0,0 1 0 0 0,0-1 1 0 0,0 1-1 0 0,0-1 0 0 0,0 0 1 0 0,0 1-1 0 0,1-1 0 0 0,-1 0 1 0 0,0 1-1 0 0,0-1 0 0 0,1 1 0 0 0,-1-1 1 0 0,0 0-1 0 0,0 0 0 0 0,1 1 1 0 0,-1-1-1 0 0,0 0 0 0 0,1 1 0 0 0,-1-1 1 0 0,0 0-1 0 0,1 0 0 0 0,-1 0 1 0 0,1 1-1 0 0,-1-1 0 0 0,0 0 1 0 0,1 0-1 0 0,15-7-37 0 0,10-21-74 0 0,-25 27 109 0 0,53-69-456 0 0,-34 41 772 0 0,2 2 0 0 0,1 0 0 0 0,44-39 0 0 0,-65 64-207 0 0,0 0 0 0 0,0 0 0 0 0,0 1 1 0 0,0-1-1 0 0,0 1 0 0 0,1-1 0 0 0,-1 1 0 0 0,1 0 0 0 0,-1 0 0 0 0,1 0 0 0 0,-1 0 1 0 0,1 0-1 0 0,0 0 0 0 0,0 1 0 0 0,-1 0 0 0 0,1-1 0 0 0,0 1 0 0 0,0 0 0 0 0,-1 0 1 0 0,1 0-1 0 0,0 1 0 0 0,-1-1 0 0 0,1 1 0 0 0,3 0 0 0 0,-3 1-14 0 0,1 1-1 0 0,-1-1 1 0 0,0 1 0 0 0,0-1-1 0 0,0 1 1 0 0,0 0-1 0 0,0 0 1 0 0,-1 0 0 0 0,1 0-1 0 0,-1 1 1 0 0,0-1-1 0 0,0 0 1 0 0,0 1 0 0 0,-1 0-1 0 0,3 6 1 0 0,13 46 242 0 0,-12-38-447 0 0,1 0 0 0 0,9 21 0 0 0,-7-24-164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9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46 169 5985 0 0,'1'0'231'0'0,"1"0"0"0"0,0 0 0 0 0,0 0-1 0 0,0 0 1 0 0,0-1 0 0 0,0 1 0 0 0,-1-1-1 0 0,1 0 1 0 0,0 1 0 0 0,0-1 0 0 0,-1 0 0 0 0,1 0-1 0 0,-1 0 1 0 0,1 0 0 0 0,-1 0 0 0 0,1 0-1 0 0,-1-1 1 0 0,1 1 0 0 0,-1 0 0 0 0,2-4 0 0 0,26-30 1581 0 0,-29 35-1797 0 0,5-9 372 0 0,0 1 0 0 0,0-1 0 0 0,-1 1 0 0 0,0-1 0 0 0,4-16 0 0 0,-8 23-257 0 0,1 0 1 0 0,-1 0-1 0 0,0 0 0 0 0,1 0 1 0 0,-1 0-1 0 0,0 0 0 0 0,0-1 0 0 0,0 1 1 0 0,-1 0-1 0 0,1 0 0 0 0,0 0 1 0 0,-1 0-1 0 0,1 0 0 0 0,-2-2 1 0 0,1 3-25 0 0,0 0 1 0 0,1 0 0 0 0,-1 0 0 0 0,0 0 0 0 0,0 0 0 0 0,0 0 0 0 0,0 0 0 0 0,0 0 0 0 0,0 1 0 0 0,-1-1 0 0 0,1 1 0 0 0,0-1 0 0 0,0 1 0 0 0,0-1 0 0 0,-1 1 0 0 0,1-1 0 0 0,0 1 0 0 0,-1 0 0 0 0,1 0-1 0 0,0 0 1 0 0,0 0 0 0 0,-1 0 0 0 0,1 0 0 0 0,0 0 0 0 0,-3 0 0 0 0,0 1 11 0 0,-1 0-1 0 0,1 1 1 0 0,-1-1-1 0 0,1 1 1 0 0,0 0-1 0 0,0 0 1 0 0,0 0 0 0 0,0 0-1 0 0,0 1 1 0 0,0 0-1 0 0,1 0 1 0 0,-1 0-1 0 0,1 0 1 0 0,0 0-1 0 0,0 0 1 0 0,0 1-1 0 0,0 0 1 0 0,1 0-1 0 0,-1 0 1 0 0,1 0 0 0 0,0 0-1 0 0,-2 7 1 0 0,-2 2-83 0 0,2-1 1 0 0,0 1-1 0 0,0 0 1 0 0,1 0 0 0 0,1 1-1 0 0,-1 20 1 0 0,2-26-102 0 0,1-1 0 0 0,1 1 0 0 0,-1-1 0 0 0,1 1 0 0 0,1-1 1 0 0,-1 0-1 0 0,1 0 0 0 0,0 1 0 0 0,1-1 0 0 0,0 0 0 0 0,0-1 0 0 0,0 1 0 0 0,1-1 1 0 0,0 1-1 0 0,0-1 0 0 0,1 0 0 0 0,0 0 0 0 0,0-1 0 0 0,0 0 0 0 0,0 0 0 0 0,1 0 0 0 0,0 0 1 0 0,0-1-1 0 0,8 4 0 0 0,10 2-7465 0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29.6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1 4609 0 0,'-31'-1'1409'0'0,"28"1"-662"0"0,-1 1-1 0 0,1-1 1 0 0,0 1-1 0 0,-1 0 1 0 0,1 0-1 0 0,0 0 1 0 0,0 0-1 0 0,0 1 1 0 0,0-1-1 0 0,0 1 1 0 0,0 0-1 0 0,0 0 1 0 0,0 0-1 0 0,1 0 1 0 0,-1 0-1 0 0,1 0 1 0 0,-4 5-1 0 0,-7 16-694 0 0,9-11 173 0 0,0 0 0 0 0,1 0 0 0 0,0 0 0 0 0,1 1 1 0 0,1-1-1 0 0,-1 21 0 0 0,3-28-129 0 0,-1 0 1 0 0,1 0 0 0 0,-1 1-1 0 0,1-1 1 0 0,1 0 0 0 0,-1 0-1 0 0,1 0 1 0 0,3 6-1 0 0,-4-8-76 0 0,0-1 0 0 0,1 0 0 0 0,-1 0 0 0 0,1 0 0 0 0,-1 0 0 0 0,1 0 1 0 0,0-1-1 0 0,0 1 0 0 0,0 0 0 0 0,0-1 0 0 0,0 0 0 0 0,0 1 0 0 0,0-1 0 0 0,1 0 0 0 0,-1 0 0 0 0,0 0 0 0 0,1 0 0 0 0,2 0 0 0 0,-2-1-87 0 0,1 1 1 0 0,0-1 0 0 0,-1-1-1 0 0,1 1 1 0 0,0-1 0 0 0,-1 1-1 0 0,1-1 1 0 0,-1 0-1 0 0,1 0 1 0 0,-1-1 0 0 0,1 1-1 0 0,-1-1 1 0 0,0 1 0 0 0,0-1-1 0 0,0 0 1 0 0,0-1 0 0 0,0 1-1 0 0,4-5 1 0 0,0 2-104 0 0,-1-1 0 0 0,-1 0-1 0 0,1 0 1 0 0,-1-1 0 0 0,0 0 0 0 0,0 0 0 0 0,3-9 0 0 0,-4 9 122 0 0,-1-1-1 0 0,0 0 1 0 0,0 1 0 0 0,-1-1-1 0 0,0-1 1 0 0,0 1-1 0 0,0-9 1 0 0,1 26 680 0 0,0-1 0 0 0,1 1 0 0 0,9 15-1 0 0,-9-19-579 0 0,0 0 0 0 0,0 0-1 0 0,1 0 1 0 0,0-1-1 0 0,0 1 1 0 0,0-1-1 0 0,1 0 1 0 0,0-1 0 0 0,-1 1-1 0 0,1-1 1 0 0,0 0-1 0 0,1-1 1 0 0,-1 1 0 0 0,0-1-1 0 0,1 0 1 0 0,-1-1-1 0 0,1 0 1 0 0,-1 0 0 0 0,10 0-1 0 0,-12 0-25 0 0,0-1 0 0 0,-1 0 0 0 0,1 0 0 0 0,0-1-1 0 0,0 1 1 0 0,0-1 0 0 0,-1 0 0 0 0,1 0 0 0 0,0 0 0 0 0,-1 0-1 0 0,1-1 1 0 0,-1 1 0 0 0,0-1 0 0 0,1 0 0 0 0,-1 0-1 0 0,0 0 1 0 0,0 0 0 0 0,0-1 0 0 0,0 1 0 0 0,-1-1 0 0 0,1 0-1 0 0,-1 0 1 0 0,1 0 0 0 0,-1 0 0 0 0,0 0 0 0 0,0 0 0 0 0,0-1-1 0 0,-1 1 1 0 0,1-1 0 0 0,-1 1 0 0 0,0-1 0 0 0,0 0 0 0 0,0 1-1 0 0,0-1 1 0 0,0-4 0 0 0,-1 3-182 0 0,0 1 1 0 0,0 0-1 0 0,0 0 0 0 0,-1-1 1 0 0,1 1-1 0 0,-1 0 0 0 0,0 0 0 0 0,0 0 1 0 0,-1 0-1 0 0,1 0 0 0 0,-1 0 1 0 0,0 0-1 0 0,0 0 0 0 0,0 1 1 0 0,-5-7-1 0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0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 0 9674 0 0,'-1'1'336'0'0,"0"0"-1"0"0,-1 0 1 0 0,1 1-1 0 0,0-1 1 0 0,-1 0-1 0 0,1 0 1 0 0,0 0 0 0 0,0 1-1 0 0,0-1 1 0 0,0 1-1 0 0,0-1 1 0 0,0 1-1 0 0,1-1 1 0 0,-1 1-1 0 0,0-1 1 0 0,1 1-1 0 0,-1 0 1 0 0,1-1 0 0 0,0 1-1 0 0,-1 0 1 0 0,1 2-1 0 0,-1 46 1946 0 0,1-31-1546 0 0,-3 54-291 0 0,1 105 1370 0 0,3-147-1539 0 0,2 0-1 0 0,1 0 1 0 0,12 48 0 0 0,1-32-539 0 0,-16-45 240 0 0,0 1 0 0 0,0-1 0 0 0,0 1 0 0 0,1-1 0 0 0,-1 0 0 0 0,0 0 0 0 0,1 0 0 0 0,0 0 0 0 0,-1 0 0 0 0,1 0 0 0 0,0 0 0 0 0,0 0 0 0 0,0-1 0 0 0,0 1 0 0 0,1-1 0 0 0,2 2 0 0 0,-4-3-89 0 0,0 0 0 0 0,-1-1 0 0 0,1 1 0 0 0,0-1 0 0 0,0 1 0 0 0,-1-1 0 0 0,1 1 0 0 0,0-1 0 0 0,-1 0 0 0 0,1 1 0 0 0,0-1 0 0 0,-1 0 0 0 0,1 1 0 0 0,-1-1-1 0 0,1 0 1 0 0,-1 0 0 0 0,0 1 0 0 0,1-1 0 0 0,-1 0 0 0 0,0 0 0 0 0,1-1 0 0 0,9-24-1439 0 0,-8 21 1321 0 0,20-63-1030 0 0,-14 41 2340 0 0,1 2-1 0 0,1-1 0 0 0,15-26 0 0 0,-25 51-1009 0 0,1 0-1 0 0,0-1 0 0 0,-1 1 1 0 0,1 0-1 0 0,0 0 1 0 0,0-1-1 0 0,0 1 0 0 0,0 0 1 0 0,0 0-1 0 0,0 0 1 0 0,1 0-1 0 0,-1 0 0 0 0,0 0 1 0 0,1 1-1 0 0,-1-1 1 0 0,0 0-1 0 0,1 1 0 0 0,-1-1 1 0 0,3 0-1 0 0,-3 1-26 0 0,0 0 0 0 0,1 0-1 0 0,-1 0 1 0 0,0 0-1 0 0,0 1 1 0 0,1-1 0 0 0,-1 0-1 0 0,0 1 1 0 0,0-1 0 0 0,0 1-1 0 0,0-1 1 0 0,1 1 0 0 0,-1 0-1 0 0,0-1 1 0 0,0 1 0 0 0,0 0-1 0 0,0 0 1 0 0,1 1 0 0 0,1 2 12 0 0,1 0 1 0 0,-1 1 0 0 0,0 0 0 0 0,0-1 0 0 0,0 1 0 0 0,-1 0 0 0 0,1 0 0 0 0,2 11 0 0 0,3 19-68 0 0,-7-24-335 0 0,2 0-1 0 0,-1 0 1 0 0,1-1 0 0 0,1 1-1 0 0,8 15 1 0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0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77 11058 0 0,'-1'1'188'0'0,"0"-1"0"0"0,1 1-1 0 0,-1 0 1 0 0,0 0-1 0 0,0-1 1 0 0,0 1 0 0 0,1 0-1 0 0,-1 0 1 0 0,0 0-1 0 0,1 0 1 0 0,-1-1-1 0 0,0 1 1 0 0,1 0 0 0 0,-1 0-1 0 0,1 0 1 0 0,0 0-1 0 0,-1 1 1 0 0,1-1 0 0 0,0 0-1 0 0,0 0 1 0 0,0 0-1 0 0,-1 0 1 0 0,1 0 0 0 0,0 0-1 0 0,0 0 1 0 0,1 0-1 0 0,-1 1 1 0 0,0-1 0 0 0,0 0-1 0 0,1 1 1 0 0,5 38 2362 0 0,-3-34-2301 0 0,0 1 0 0 0,0-1 1 0 0,1-1-1 0 0,0 1 0 0 0,0 0 0 0 0,0-1 0 0 0,1 0 0 0 0,0 0 1 0 0,9 8-1 0 0,-12-12-227 0 0,0 1 0 0 0,-1-1 0 0 0,1 1 0 0 0,0-1 1 0 0,0 0-1 0 0,0 0 0 0 0,0 0 0 0 0,0 0 0 0 0,0 0 0 0 0,0 0 0 0 0,0-1 1 0 0,0 1-1 0 0,1 0 0 0 0,-1-1 0 0 0,0 0 0 0 0,0 0 0 0 0,1 0 0 0 0,-1 0 1 0 0,0 0-1 0 0,0 0 0 0 0,0 0 0 0 0,1-1 0 0 0,-1 1 0 0 0,0-1 1 0 0,0 1-1 0 0,0-1 0 0 0,0 0 0 0 0,0 0 0 0 0,0 0 0 0 0,0 0 0 0 0,0 0 1 0 0,0-1-1 0 0,2-1 0 0 0,-2 0-13 0 0,0 0 0 0 0,0 0 0 0 0,0 0 1 0 0,-1 0-1 0 0,1 0 0 0 0,-1-1 0 0 0,0 1 0 0 0,0 0 0 0 0,0-1 0 0 0,-1 1 1 0 0,1-1-1 0 0,-1 1 0 0 0,0-1 0 0 0,1 1 0 0 0,-2-1 0 0 0,1 1 1 0 0,0-1-1 0 0,-1 1 0 0 0,1 0 0 0 0,-3-6 0 0 0,0-2 53 0 0,0 0-1 0 0,-1-1 0 0 0,0 2 0 0 0,-11-20 1 0 0,13 26-155 0 0,-1 0 0 0 0,1 0 1 0 0,-1 0-1 0 0,0 0 0 0 0,0 0 1 0 0,0 0-1 0 0,0 1 0 0 0,0-1 1 0 0,-1 1-1 0 0,0 0 0 0 0,0 0 1 0 0,0 1-1 0 0,0-1 0 0 0,0 1 1 0 0,0-1-1 0 0,-1 2 0 0 0,1-1 1 0 0,-1 0-1 0 0,1 1 0 0 0,-1 0 1 0 0,0 0-1 0 0,1 0 0 0 0,-1 0 1 0 0,0 1-1 0 0,0 0 0 0 0,-6 0 1 0 0,-8 4-7371 0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0.6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13363 0 0,'-1'1'160'0'0,"1"-1"0"0"0,-1 1 0 0 0,0-1 0 0 0,1 1 0 0 0,-1 0 0 0 0,0-1 1 0 0,1 1-1 0 0,-1 0 0 0 0,1-1 0 0 0,-1 1 0 0 0,1 0 0 0 0,-1-1 0 0 0,1 1 0 0 0,0 0 0 0 0,-1 0 0 0 0,1 0 1 0 0,0-1-1 0 0,0 1 0 0 0,-1 0 0 0 0,1 0 0 0 0,0 0 0 0 0,0 0 0 0 0,0 0 0 0 0,0 0 0 0 0,-2 26 489 0 0,2-27-552 0 0,4 147 3845 0 0,2-95-3416 0 0,1 0 1 0 0,19 63 0 0 0,-22-105-607 0 0,-1 0-1 0 0,1-1 1 0 0,7 14-1 0 0,1-3-6125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0.9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14 299 6449 0 0,'2'0'274'0'0,"0"0"0"0"0,0 0 1 0 0,0 0-1 0 0,0 0 0 0 0,0 0 0 0 0,0 0 0 0 0,0 0 0 0 0,0-1 0 0 0,-1 1 0 0 0,1-1 0 0 0,0 0 0 0 0,0 1 0 0 0,-1-1 0 0 0,1 0 0 0 0,0 0 0 0 0,1-1 0 0 0,29-21 5673 0 0,-24 17-5824 0 0,4-3 667 0 0,0-1 0 0 0,-1-1 0 0 0,0 0 0 0 0,-1 0 0 0 0,-1-1 0 0 0,15-23 0 0 0,-19 27-685 0 0,0 0-1 0 0,-1 0 1 0 0,0-1-1 0 0,-1 1 1 0 0,0-1-1 0 0,0 0 1 0 0,-1 0-1 0 0,0 0 1 0 0,0-1-1 0 0,-1 1 1 0 0,0 0-1 0 0,-1-13 0 0 0,0 20-102 0 0,0 1 0 0 0,0-1 0 0 0,-1 1-1 0 0,1-1 1 0 0,0 1 0 0 0,0-1-1 0 0,-1 1 1 0 0,1-1 0 0 0,-1 1 0 0 0,1-1-1 0 0,-1 1 1 0 0,0 0 0 0 0,0-1 0 0 0,0 1-1 0 0,1 0 1 0 0,-1 0 0 0 0,0-1-1 0 0,0 1 1 0 0,-1 0 0 0 0,1 0 0 0 0,0 0-1 0 0,0 0 1 0 0,0 0 0 0 0,-3-1-1 0 0,2 2 4 0 0,-1-1 0 0 0,1 1 0 0 0,-1 0 0 0 0,1-1 0 0 0,-1 1 0 0 0,1 0 0 0 0,-1 1-1 0 0,0-1 1 0 0,1 0 0 0 0,0 1 0 0 0,-1-1 0 0 0,1 1 0 0 0,-4 1 0 0 0,-7 3 13 0 0,1 1 0 0 0,1 0 1 0 0,-1 1-1 0 0,-14 11 0 0 0,18-12-18 0 0,1 0 0 0 0,0 0 0 0 0,1 0 0 0 0,-1 1 0 0 0,1-1 0 0 0,1 2 0 0 0,-1-1 0 0 0,1 1 0 0 0,0-1 0 0 0,-4 11 0 0 0,8-14 0 0 0,-1 0 0 0 0,1 0 0 0 0,0 0 0 0 0,0 0 0 0 0,1 0 0 0 0,-1 0 0 0 0,1 0 0 0 0,0 0 0 0 0,0 0 0 0 0,0 0 0 0 0,0 0 0 0 0,1 0 0 0 0,0 0 0 0 0,0 0 0 0 0,0 0 0 0 0,0 0 0 0 0,1-1 0 0 0,-1 1 0 0 0,1 0 0 0 0,0-1 0 0 0,0 1 0 0 0,0-1 0 0 0,1 0 0 0 0,-1 1 0 0 0,4 2 0 0 0,0 0-338 0 0,-1 0 0 0 0,1-1-1 0 0,0 0 1 0 0,13 8 0 0 0,-13-9-531 0 0,1-1 1 0 0,-1 0 0 0 0,1-1-1 0 0,-1 1 1 0 0,13 2 0 0 0,7-2-6594 0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1.7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9218 0 0,'-2'3'8602'0'0,"3"9"-6204"0"0,3 16-1749 0 0,0-1-123 0 0,2 1-1 0 0,1-1 1 0 0,16 39 0 0 0,-18-54-518 0 0,1 1 1 0 0,0-2 0 0 0,1 1 0 0 0,0-1-1 0 0,1 0 1 0 0,0 0 0 0 0,0-1-1 0 0,1 0 1 0 0,16 13 0 0 0,-9-14-172 0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2.2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14 241 3681 0 0,'-1'-1'287'0'0,"0"0"0"0"0,0 0 0 0 0,0 0 0 0 0,0 0 0 0 0,0-1 0 0 0,0 1 0 0 0,0 0 0 0 0,0-1 0 0 0,0 1 0 0 0,1-1-1 0 0,-1 1 1 0 0,1-1 0 0 0,-1 1 0 0 0,1-1 0 0 0,-1 1 0 0 0,1-1 0 0 0,0 0 0 0 0,0 1 0 0 0,0-1 0 0 0,0 1 0 0 0,0-1 0 0 0,0 0 0 0 0,0 1 0 0 0,1-3 0 0 0,9-39 2841 0 0,-6 34-2737 0 0,1 1 0 0 0,0-1 0 0 0,0 1 1 0 0,1-1-1 0 0,0 2 0 0 0,0-1 0 0 0,1 1 0 0 0,0 0 0 0 0,1 0 0 0 0,-1 0 0 0 0,16-9 1 0 0,-15 11-307 0 0,1 0 1 0 0,-1 0 0 0 0,1 1 0 0 0,0 0 0 0 0,1 0 0 0 0,-1 1 0 0 0,1 0-1 0 0,-1 1 1 0 0,1 0 0 0 0,0 0 0 0 0,18 0 0 0 0,-23 3-36 0 0,0 0 1 0 0,0 0-1 0 0,-1 0 0 0 0,1 0 1 0 0,0 1-1 0 0,-1-1 0 0 0,1 1 1 0 0,-1 1-1 0 0,1-1 0 0 0,-1 0 1 0 0,0 1-1 0 0,0 0 0 0 0,0 0 1 0 0,0 0-1 0 0,-1 1 0 0 0,1-1 1 0 0,2 5-1 0 0,7 9 240 0 0,-1 0 0 0 0,18 35 0 0 0,0 0 64 0 0,-20-38-255 0 0,-1 0 11 0 0,1 0 0 0 0,0-1 0 0 0,1 0 1 0 0,0 0-1 0 0,17 14 0 0 0,-27-28-131 0 0,-1 1-1 0 0,1 0 1 0 0,0-1 0 0 0,-1 1 0 0 0,1 0-1 0 0,-1-1 1 0 0,1 1 0 0 0,-1-1 0 0 0,0 1-1 0 0,1-1 1 0 0,-1 1 0 0 0,1-1-1 0 0,-1 1 1 0 0,0-1 0 0 0,1 0 0 0 0,-1 1-1 0 0,0-1 1 0 0,0 1 0 0 0,1-1 0 0 0,-1 0-1 0 0,0 1 1 0 0,0-1 0 0 0,0 0 0 0 0,0 0-1 0 0,7-22-1010 0 0,-6 21 954 0 0,9-33-1372 0 0,18-40 0 0 0,-15 47 1643 0 0,29-48-1 0 0,-39 71 20 0 0,1 1 1 0 0,0-1 0 0 0,0 0-1 0 0,0 1 1 0 0,0 0-1 0 0,1 0 1 0 0,0 0-1 0 0,0 1 1 0 0,0-1 0 0 0,8-3-1 0 0,-11 6-162 0 0,-1 0 0 0 0,1 1 0 0 0,-1-1 0 0 0,1 1 0 0 0,0 0-1 0 0,-1-1 1 0 0,1 1 0 0 0,-1 0 0 0 0,1 0 0 0 0,0 0 0 0 0,-1 0 0 0 0,1 0 0 0 0,-1 0-1 0 0,1 0 1 0 0,0 1 0 0 0,-1-1 0 0 0,1 1 0 0 0,-1-1 0 0 0,1 1 0 0 0,-1 0 0 0 0,1-1 0 0 0,-1 1-1 0 0,1 0 1 0 0,-1 0 0 0 0,0 0 0 0 0,0 0 0 0 0,1 0 0 0 0,-1 0 0 0 0,0 0 0 0 0,0 0-1 0 0,0 1 1 0 0,0-1 0 0 0,0 0 0 0 0,0 1 0 0 0,-1-1 0 0 0,1 1 0 0 0,0-1 0 0 0,-1 1 0 0 0,1-1-1 0 0,-1 1 1 0 0,1-1 0 0 0,-1 1 0 0 0,0 1 0 0 0,18 78 410 0 0,-17-65-778 0 0,2-1 0 0 0,0 1 0 0 0,1-1 0 0 0,1 0 0 0 0,0-1 0 0 0,1 1 0 0 0,0-1 0 0 0,9 14 0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2.9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66 5065 0 0,'-6'-19'9946'0'0,"4"18"-9548"0"0,1 0-124 0 0,0 1 0 0 0,0 0 0 0 0,0 0 1 0 0,0 0-1 0 0,0 0 0 0 0,0 0 0 0 0,0 0 0 0 0,0 1 0 0 0,0-1 1 0 0,0 0-1 0 0,0 0 0 0 0,0 1 0 0 0,0-1 0 0 0,0 1 0 0 0,0-1 1 0 0,0 1-1 0 0,-1 0 0 0 0,-3 2 42 0 0,1 0 0 0 0,0 1 0 0 0,-1-1 0 0 0,1 1 0 0 0,1 0 0 0 0,-7 7-1 0 0,5-2-227 0 0,0 1 0 0 0,0-1 0 0 0,1 1 0 0 0,0-1 0 0 0,1 1 0 0 0,0 0 0 0 0,1 1 0 0 0,-2 10 0 0 0,3-15-83 0 0,1-1 0 0 0,-1 0-1 0 0,1 0 1 0 0,0 0 0 0 0,1 0-1 0 0,-1 0 1 0 0,1 0 0 0 0,0 0 0 0 0,0 0-1 0 0,1 0 1 0 0,-1 0 0 0 0,1 0 0 0 0,0-1-1 0 0,0 1 1 0 0,1-1 0 0 0,-1 1 0 0 0,1-1-1 0 0,6 7 1 0 0,-7-9 0 0 0,-1-1 0 0 0,1 0 0 0 0,0 1 0 0 0,0-1 0 0 0,0 0 0 0 0,1 0-1 0 0,-1 0 1 0 0,0 0 0 0 0,0 0 0 0 0,1 0 0 0 0,-1-1 0 0 0,0 1 0 0 0,1-1 0 0 0,-1 1 0 0 0,0-1 0 0 0,1 0 0 0 0,-1 0 0 0 0,1 0 0 0 0,-1 0-1 0 0,0-1 1 0 0,1 1 0 0 0,-1-1 0 0 0,0 1 0 0 0,1-1 0 0 0,3-2 0 0 0,-4 2 1 0 0,1 0 1 0 0,0-1-1 0 0,0 1 1 0 0,-1-1-1 0 0,1 0 0 0 0,-1 1 1 0 0,1-1-1 0 0,-1-1 1 0 0,0 1-1 0 0,0 0 0 0 0,0 0 1 0 0,0-1-1 0 0,0 1 1 0 0,-1-1-1 0 0,1 0 0 0 0,-1 1 1 0 0,1-1-1 0 0,-1 0 1 0 0,1-5-1 0 0,-3 1-6 0 0,1 7 0 0 0,-1 0 0 0 0,1-1 0 0 0,0 1 0 0 0,0 0 0 0 0,0-1 0 0 0,-1 1 0 0 0,1 0 0 0 0,0-1 0 0 0,0 1 0 0 0,0 0 0 0 0,0-1 0 0 0,0 1 0 0 0,0-1 0 0 0,0 1 0 0 0,0 0 0 0 0,0-1 0 0 0,0 1 0 0 0,0-1 0 0 0,0 1 0 0 0,0 0 0 0 0,0-1 0 0 0,0 1 0 0 0,0 0 0 0 0,0-1 0 0 0,0 1 0 0 0,0-1 0 0 0,1 1 0 0 0,-1 0 0 0 0,0-1 0 0 0,0 1 0 0 0,1 0 0 0 0,-1-1 0 0 0,0 1 0 0 0,0 0 0 0 0,1 0 0 0 0,-1-1 0 0 0,0 1 0 0 0,0 0 0 0 0,1 0 0 0 0,-1-1 0 0 0,0 1 0 0 0,1 0 0 0 0,-1 0 0 0 0,1 0 0 0 0,-1 0 0 0 0,0 0 0 0 0,1 0 0 0 0,-1-1 0 0 0,1 1 0 0 0,6-1-3 0 0,1 0-1 0 0,-1-1 0 0 0,1-1 1 0 0,-1 1-1 0 0,0-1 1 0 0,0 0-1 0 0,0 0 1 0 0,11-9-1 0 0,-15 11 3 0 0,-1-1 0 0 0,0 0 0 0 0,0 0 0 0 0,0 0 0 0 0,0 0-1 0 0,-1-1 1 0 0,1 1 0 0 0,0 0 0 0 0,-1-1 0 0 0,0 1 0 0 0,1-1 0 0 0,-1 0 0 0 0,0 1 0 0 0,-1-1 0 0 0,1 0-1 0 0,0 0 1 0 0,-1 1 0 0 0,1-1 0 0 0,-1 0 0 0 0,0 0 0 0 0,0 0 0 0 0,0 0 0 0 0,0 1 0 0 0,-1-1-1 0 0,1 0 1 0 0,-1 0 0 0 0,0 0 0 0 0,-1-4 0 0 0,-2-1-145 0 0,0 0 0 0 0,-1 1 0 0 0,1 0 0 0 0,-2 0 0 0 0,1 0 0 0 0,-1 0 1 0 0,1 1-1 0 0,-2 0 0 0 0,1 0 0 0 0,-1 0 0 0 0,0 1 0 0 0,0 0 0 0 0,0 1 0 0 0,-1 0 0 0 0,0 0 0 0 0,0 0 0 0 0,0 1 0 0 0,-11-3 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3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210 347 14283 0 0,'0'-1'102'0'0,"1"0"0"0"0,0 0 0 0 0,0 1 1 0 0,0-1-1 0 0,0 0 0 0 0,-1 0 0 0 0,1 0 0 0 0,0 0 0 0 0,-1 0 0 0 0,1 0 1 0 0,-1 0-1 0 0,1 0 0 0 0,-1-1 0 0 0,1 1 0 0 0,-1 0 0 0 0,0 0 0 0 0,0 0 1 0 0,1-2-1 0 0,-2 3 18 0 0,1-1 0 0 0,0 0-1 0 0,0 1 1 0 0,-1-1 0 0 0,1 1 0 0 0,0-1 0 0 0,-1 1 0 0 0,1-1 0 0 0,0 0 0 0 0,-1 1 0 0 0,1 0 0 0 0,-1-1 0 0 0,1 1 0 0 0,-1-1 0 0 0,1 1 0 0 0,-1 0 0 0 0,1-1-1 0 0,-1 1 1 0 0,1 0 0 0 0,-1-1 0 0 0,0 1 0 0 0,1 0 0 0 0,-2-1 0 0 0,-2 1 182 0 0,1-1 1 0 0,-1 0-1 0 0,0 1 1 0 0,0 0-1 0 0,0 0 0 0 0,0 0 1 0 0,1 0-1 0 0,-1 0 1 0 0,-7 2-1 0 0,-1 2-169 0 0,-1 1-1 0 0,1 0 1 0 0,0 1 0 0 0,1 0 0 0 0,-1 1-1 0 0,1 0 1 0 0,0 0 0 0 0,-15 16-1 0 0,22-20-130 0 0,0 0 0 0 0,1 0-1 0 0,0 1 1 0 0,-1 0-1 0 0,1-1 1 0 0,0 1 0 0 0,1 1-1 0 0,-1-1 1 0 0,1 0-1 0 0,0 0 1 0 0,0 1 0 0 0,0 0-1 0 0,1-1 1 0 0,-1 1-1 0 0,1 0 1 0 0,0-1 0 0 0,1 1-1 0 0,-1 0 1 0 0,1 0-1 0 0,0 0 1 0 0,0 0 0 0 0,0 0-1 0 0,1 0 1 0 0,0-1-1 0 0,0 1 1 0 0,2 6 0 0 0,-2-7-17 0 0,1 0 1 0 0,0-1 0 0 0,0 1 0 0 0,1-1-1 0 0,-1 0 1 0 0,1 0 0 0 0,-1 0-1 0 0,1 0 1 0 0,0 0 0 0 0,0 0 0 0 0,0-1-1 0 0,0 1 1 0 0,1-1 0 0 0,-1 0-1 0 0,1 0 1 0 0,-1 0 0 0 0,1-1 0 0 0,0 1-1 0 0,0-1 1 0 0,0 0 0 0 0,0 0-1 0 0,0 0 1 0 0,0-1 0 0 0,0 1 0 0 0,0-1-1 0 0,0 0 1 0 0,0 0 0 0 0,7-1-1 0 0,-3 0-60 0 0,1 0-1 0 0,-1-1 1 0 0,1 0-1 0 0,-1 0 1 0 0,1-1-1 0 0,-1 0 1 0 0,0-1-1 0 0,0 0 1 0 0,-1 0-1 0 0,1 0 0 0 0,-1-1 1 0 0,10-8-1 0 0,-9 4-141 0 0,1 0-1 0 0,-1-1 0 0 0,0 0 1 0 0,-1-1-1 0 0,0 0 0 0 0,-1 0 1 0 0,0 0-1 0 0,-1-1 0 0 0,0 1 1 0 0,-1-1-1 0 0,0-1 0 0 0,-1 1 1 0 0,0 0-1 0 0,-1-1 0 0 0,-1 0 1 0 0,1-23-1 0 0,-3 14 429 0 0,0 0 0 0 0,-2 1-1 0 0,0-1 1 0 0,-1 1 0 0 0,-1 0 0 0 0,-1 0 0 0 0,-1 1-1 0 0,-1-1 1 0 0,-12-22 0 0 0,-8 1 1212 0 0,27 40-1347 0 0,-1 0 0 0 0,1 0 0 0 0,-1 0 0 0 0,0 1 0 0 0,0-1-1 0 0,0 0 1 0 0,0 1 0 0 0,0-1 0 0 0,0 1 0 0 0,-1-1 0 0 0,1 1 0 0 0,0 0-1 0 0,-1 0 1 0 0,1 0 0 0 0,-1 1 0 0 0,1-1 0 0 0,-3 0 0 0 0,4 1-58 0 0,1 0 0 0 0,-1 1 0 0 0,1-1 0 0 0,-1 0 0 0 0,1 0 0 0 0,-1 1 0 0 0,1-1 0 0 0,0 0 0 0 0,-1 1 0 0 0,1-1 0 0 0,0 0 0 0 0,-1 1 0 0 0,1-1 0 0 0,0 0 0 0 0,-1 1 0 0 0,1-1-1 0 0,0 1 1 0 0,-1-1 0 0 0,1 1 0 0 0,0-1 0 0 0,0 1 0 0 0,0-1 0 0 0,0 1 0 0 0,-1-1 0 0 0,1 1 0 0 0,0-1 0 0 0,0 1 0 0 0,0-1 0 0 0,0 1 0 0 0,0-1 0 0 0,0 1 0 0 0,0-1 0 0 0,0 1 0 0 0,1-1 0 0 0,-1 2 0 0 0,4 23 89 0 0,-3-21-60 0 0,13 56-103 0 0,2 0 1 0 0,3-2-1 0 0,3 0 0 0 0,46 88 0 0 0,-54-118-329 0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3.6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1 209 3681 0 0,'66'-7'8031'0'0,"32"-19"-1664"0"0,-77 20-5278 0 0,-9 2-576 0 0,1-1 0 0 0,0 0-1 0 0,-1-1 1 0 0,0 0 0 0 0,21-14-1 0 0,-29 17-487 0 0,-1 1 0 0 0,0-1 0 0 0,1 1-1 0 0,-1-1 1 0 0,0 0 0 0 0,0 0-1 0 0,-1 0 1 0 0,1-1 0 0 0,0 1 0 0 0,-1-1-1 0 0,0 1 1 0 0,0-1 0 0 0,0 0-1 0 0,-1 0 1 0 0,1 0 0 0 0,-1 0 0 0 0,0 0-1 0 0,0 0 1 0 0,0 0 0 0 0,0 0-1 0 0,-1-1 1 0 0,0-7 0 0 0,0 11-22 0 0,0-1 0 0 0,0 1 0 0 0,0-1 1 0 0,0 1-1 0 0,-1-1 0 0 0,1 1 0 0 0,-1-1 0 0 0,1 1 1 0 0,-1 0-1 0 0,1-1 0 0 0,-1 1 0 0 0,0 0 1 0 0,0 0-1 0 0,1-1 0 0 0,-1 1 0 0 0,0 0 0 0 0,0 0 1 0 0,0 0-1 0 0,-1 0 0 0 0,1 0 0 0 0,0 0 0 0 0,0 0 1 0 0,0 1-1 0 0,-1-1 0 0 0,1 0 0 0 0,0 1 0 0 0,-1-1 1 0 0,1 1-1 0 0,0-1 0 0 0,-1 1 0 0 0,1-1 0 0 0,-1 1 1 0 0,1 0-1 0 0,-3 0 0 0 0,2 0 2 0 0,0 0 0 0 0,0 1 0 0 0,-1-1-1 0 0,1 1 1 0 0,0 0 0 0 0,0 0 0 0 0,0 0 0 0 0,0 0 0 0 0,0 0 0 0 0,0 0-1 0 0,0 0 1 0 0,1 0 0 0 0,-1 1 0 0 0,0-1 0 0 0,1 1 0 0 0,-1-1 0 0 0,1 1 0 0 0,-1 0-1 0 0,1 0 1 0 0,0 0 0 0 0,0-1 0 0 0,-2 4 0 0 0,1 0-14 0 0,0-1 0 0 0,1 0 1 0 0,-1 1-1 0 0,1-1 0 0 0,0 1 0 0 0,0 0 1 0 0,0-1-1 0 0,1 1 0 0 0,-1 0 0 0 0,1 0 1 0 0,0-1-1 0 0,1 1 0 0 0,-1 0 0 0 0,1-1 1 0 0,0 1-1 0 0,0 0 0 0 0,0-1 1 0 0,1 1-1 0 0,0-1 0 0 0,-1 1 0 0 0,4 4 1 0 0,-1-5-25 0 0,-1 1 1 0 0,0-1-1 0 0,1 1 1 0 0,0-1 0 0 0,0-1-1 0 0,1 1 1 0 0,-1 0 0 0 0,1-1-1 0 0,-1 0 1 0 0,1 0 0 0 0,0 0-1 0 0,0-1 1 0 0,0 0 0 0 0,1 0-1 0 0,-1 0 1 0 0,0 0-1 0 0,10 1 1 0 0,6 0-777 0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4.1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20 9674 0 0,'-14'-20'5026'0'0,"16"31"-240"0"0,5 33-2783 0 0,5 86 0 0 0,-4-18-1474 0 0,0-55-198 0 0,3-1 0 0 0,28 90 0 0 0,-26-111-3905 0 0,17 34 0 0 0,-16-43-4106 0 0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6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0 13363 0 0,'-2'3'456'0'0,"0"0"-1"0"0,1 1 1 0 0,-1-1 0 0 0,0 0 0 0 0,1 1-1 0 0,0-1 1 0 0,0 1 0 0 0,0 0 0 0 0,1-1-1 0 0,-1 5 1 0 0,0-7-256 0 0,-6 38 623 0 0,1 0-1 0 0,2 0 1 0 0,2 0-1 0 0,5 74 1 0 0,-2-109-1058 0 0,-1 0 1 0 0,1 0-1 0 0,0 0 1 0 0,0-1-1 0 0,0 1 0 0 0,1 0 1 0 0,-1-1-1 0 0,4 7 1 0 0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6.3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 11058 0 0,'-8'2'985'0'0,"4"-2"-793"0"0,-7-2 3848 0 0,10-1-3391 0 0,1-1-81 0 0,0 1-24 0 0,0 0 0 0 0,3 2-904 0 0,1 2-184 0 0,1 3-40 0 0,6 10-2545 0 0,1 1-504 0 0,2 3-104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6.7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0,'0'2'5964'0'0,"1"13"-4792"0"0,7 78 1743 0 0,-7-56-2425 0 0,3 0-1 0 0,1 0 1 0 0,14 54-1 0 0,-19-89-499 0 0,1 0-1 0 0,-1 0 1 0 0,1-1 0 0 0,0 1-1 0 0,-1 0 1 0 0,1 0 0 0 0,0-1 0 0 0,0 1-1 0 0,0-1 1 0 0,0 1 0 0 0,0-1-1 0 0,1 1 1 0 0,-1-1 0 0 0,0 1-1 0 0,1-1 1 0 0,-1 0 0 0 0,3 2 0 0 0,-3-3-44 0 0,0 0 0 0 0,0 0 0 0 0,0 0 0 0 0,0-1 0 0 0,0 1 1 0 0,1 0-1 0 0,-1 0 0 0 0,0-1 0 0 0,0 1 0 0 0,0-1 0 0 0,0 1 1 0 0,0-1-1 0 0,-1 1 0 0 0,1-1 0 0 0,0 0 0 0 0,0 1 0 0 0,0-1 1 0 0,0 0-1 0 0,-1 0 0 0 0,1 1 0 0 0,0-1 0 0 0,-1 0 0 0 0,1 0 1 0 0,0 0-1 0 0,-1 0 0 0 0,1 0 0 0 0,-1 0 0 0 0,0 0 0 0 0,1-2 1 0 0,11-22-971 0 0,13-44 0 0 0,-20 52 944 0 0,1 0 0 0 0,0 1 0 0 0,1 0 0 0 0,1 0 0 0 0,0 0 0 0 0,20-26 0 0 0,-27 41 126 0 0,-1 0 1 0 0,1 0-1 0 0,0 0 0 0 0,0 0 0 0 0,0 0 0 0 0,-1 0 0 0 0,1 1 0 0 0,0-1 0 0 0,0 0 0 0 0,0 1 0 0 0,0-1 0 0 0,1 0 1 0 0,-1 1-1 0 0,0 0 0 0 0,0-1 0 0 0,0 1 0 0 0,0 0 0 0 0,0-1 0 0 0,1 1 0 0 0,-1 0 0 0 0,0 0 0 0 0,0 0 0 0 0,0 0 0 0 0,1 0 1 0 0,-1 0-1 0 0,0 0 0 0 0,0 0 0 0 0,0 1 0 0 0,1-1 0 0 0,-1 0 0 0 0,0 1 0 0 0,0-1 0 0 0,0 1 0 0 0,0 0 0 0 0,1 0 0 0 0,4 3 365 0 0,-1 1 0 0 0,0 0 0 0 0,0 0 0 0 0,0 0 0 0 0,5 8-1 0 0,12 13 299 0 0,-16-22-950 0 0,0 0-1 0 0,1 0 1 0 0,-1 0-1 0 0,1-1 1 0 0,0 0-1 0 0,-1 0 1 0 0,9 2-1 0 0,3 1-6539 0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3209 0 0,'2'1'240'0'0,"-1"-1"-64"0"0,5 31 9166 0 0,6 47-2405 0 0,-2 0-4177 0 0,29 163-2395 0 0,-16-120-1588 0 0,-21-103 69 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7.2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77 10138 0 0,'21'-12'5972'0'0,"-13"6"-5642"0"0,1 1 0 0 0,0 0 0 0 0,0 0 0 0 0,15-4 0 0 0,69-9 53 0 0,-28 7-2221 0 0,-43 5-4041 0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7.3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5985 0 0,'35'21'9667'0'0,"-33"-19"-9318"0"0,1 1 1 0 0,-1-1 0 0 0,1 1 0 0 0,-1 0 0 0 0,0 0 0 0 0,0 0-1 0 0,-1 0 1 0 0,1 0 0 0 0,0 0 0 0 0,-1 0 0 0 0,0 0 0 0 0,0 1-1 0 0,0-1 1 0 0,1 7 0 0 0,10 73 1290 0 0,-9-51-1606 0 0,9 35 1 0 0,-9-59-1378 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7.5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3 142 5529 0 0,'-1'-7'554'0'0,"0"0"0"0"0,1 0 0 0 0,-1 0-1 0 0,2 0 1 0 0,-1 0 0 0 0,1 1 0 0 0,0-1-1 0 0,0 0 1 0 0,1 0 0 0 0,0 1 0 0 0,0-1 0 0 0,1 1-1 0 0,-1-1 1 0 0,2 1 0 0 0,-1 0 0 0 0,0 0 0 0 0,1 1-1 0 0,0-1 1 0 0,9-9 0 0 0,-12 15-548 0 0,-1 0 0 0 0,0-1 0 0 0,1 1 0 0 0,-1 0 0 0 0,0 0 0 0 0,0 0 0 0 0,1-1 0 0 0,-1 1 0 0 0,1 0 0 0 0,-1 0 0 0 0,0 0 0 0 0,1 0 0 0 0,-1-1 0 0 0,0 1 0 0 0,1 0 0 0 0,-1 0 0 0 0,1 0 0 0 0,-1 0 0 0 0,0 0 0 0 0,1 0 0 0 0,-1 0 0 0 0,0 0 0 0 0,1 0 0 0 0,-1 0 0 0 0,1 1 0 0 0,-1-1 0 0 0,0 0 0 0 0,1 0 0 0 0,-1 0 0 0 0,0 0 0 0 0,1 0 0 0 0,-1 1 0 0 0,0-1 0 0 0,1 0 0 0 0,-1 1 0 0 0,9 15-247 0 0,0 27-968 0 0,-8-38 925 0 0,7 48-1351 0 0,-5-24 1322 0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7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0,'1'4'4922'0'0,"4"11"-2262"0"0,-1-1-920 0 0,16 64 3071 0 0,-6 2-3366 0 0,5 21-1179 0 0,-18-97-267 0 0,0 0-1 0 0,0 0 1 0 0,0 1 0 0 0,0-1-1 0 0,-1 0 1 0 0,1 0 0 0 0,-1 1-1 0 0,0 5 1 0 0,33-88-2670 0 0,14-28 3559 0 0,-41 95-673 0 0,0 2-1 0 0,0-1 0 0 0,1 0 1 0 0,0 1-1 0 0,1 1 0 0 0,0-1 1 0 0,16-12-1 0 0,-23 19-189 0 0,1 1 0 0 0,0-1 0 0 0,0 0 0 0 0,1 1 0 0 0,-1 0 0 0 0,0 0 0 0 0,0 0 0 0 0,1 0 0 0 0,-1 0 0 0 0,1 0 0 0 0,-1 0 0 0 0,1 1 0 0 0,-1-1 0 0 0,1 1 0 0 0,-1 0 0 0 0,1-1 0 0 0,-1 1 0 0 0,1 0 0 0 0,-1 1 0 0 0,1-1 0 0 0,-1 0 0 0 0,1 1 0 0 0,-1 0 0 0 0,1-1 0 0 0,-1 1 0 0 0,1 0 0 0 0,-1 0 0 0 0,0 0 0 0 0,0 1 0 0 0,1-1 0 0 0,-1 1 0 0 0,0-1 0 0 0,0 1 0 0 0,3 3 0 0 0,4 6-63 0 0,0 0 0 0 0,0 1 0 0 0,-1 1-1 0 0,-1-1 1 0 0,8 17 0 0 0,13 20-1099 0 0,-17-34-791 0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8.3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8 268 8754 0 0,'-1'0'54'0'0,"1"0"0"0"0,0 0 0 0 0,0 0 0 0 0,0 0 0 0 0,0 1 0 0 0,-1-1 0 0 0,1 0 0 0 0,0 0 0 0 0,0 1 0 0 0,0-1 0 0 0,0 0 0 0 0,0 0 0 0 0,0 0 0 0 0,0 1 0 0 0,0-1 0 0 0,0 0 0 0 0,0 0 0 0 0,0 1 0 0 0,0-1 0 0 0,0 0 0 0 0,0 0 0 0 0,0 1 0 0 0,0-1 0 0 0,0 0 0 0 0,0 0 0 0 0,0 1 0 0 0,0-1 0 0 0,0 0 0 0 0,0 0 0 0 0,0 1 0 0 0,0-1 0 0 0,0 0 0 0 0,1 0 0 0 0,-1 0 0 0 0,0 1 0 0 0,0-1 0 0 0,1 0 134 0 0,-1 0 1 0 0,1 0-1 0 0,0 0 1 0 0,-1 0 0 0 0,1 0-1 0 0,0 0 1 0 0,-1 0-1 0 0,1-1 1 0 0,-1 1 0 0 0,1 0-1 0 0,0 0 1 0 0,-1 0-1 0 0,1-1 1 0 0,-1 1-1 0 0,1 0 1 0 0,-1-1 0 0 0,1 1-1 0 0,-1-1 1 0 0,1 1-1 0 0,-1-1 1 0 0,1 0 0 0 0,9-8 446 0 0,-1 0 0 0 0,0-1 1 0 0,-1 0-1 0 0,0-1 1 0 0,-1 1-1 0 0,9-18 1 0 0,-12 20-544 0 0,0 0 0 0 0,-1 0 0 0 0,1 0 0 0 0,-2-1 0 0 0,1 1 0 0 0,-1-1 0 0 0,-1 0 0 0 0,1 1 1 0 0,-2-1-1 0 0,1-17 0 0 0,-2 20-208 0 0,-1 1 1 0 0,0 0-1 0 0,0 0 1 0 0,0 0 0 0 0,0 0-1 0 0,-1 0 1 0 0,1 0-1 0 0,-5-4 1 0 0,6 7 111 0 0,0 1 0 0 0,1-1 0 0 0,-1 1 0 0 0,0 0 0 0 0,0-1 0 0 0,0 1 0 0 0,-1 0 0 0 0,1 0 0 0 0,0 0 0 0 0,0 0 0 0 0,-1 0 0 0 0,1 0 0 0 0,0 0 0 0 0,-1 0 0 0 0,1 0 1 0 0,-1 0-1 0 0,1 1 0 0 0,-1-1 0 0 0,0 1 0 0 0,1-1 0 0 0,-1 1 0 0 0,1 0 0 0 0,-1 0 0 0 0,0-1 0 0 0,1 1 0 0 0,-1 0 0 0 0,0 1 0 0 0,1-1 0 0 0,-4 1 0 0 0,2 0 118 0 0,1 1 1 0 0,0 0-1 0 0,0 1 0 0 0,0-1 1 0 0,0 0-1 0 0,0 0 1 0 0,0 1-1 0 0,0-1 0 0 0,1 1 1 0 0,-1 0-1 0 0,1-1 0 0 0,0 1 1 0 0,-1 3-1 0 0,-11 39 708 0 0,10-34-697 0 0,2 0-1 0 0,-1-1 0 0 0,2 1 0 0 0,-1 0 1 0 0,2 0-1 0 0,-1 0 0 0 0,1 0 1 0 0,4 16-1 0 0,-4-23-145 0 0,0-1 1 0 0,0 0-1 0 0,0 0 0 0 0,0 0 1 0 0,0 0-1 0 0,1 0 0 0 0,-1 0 1 0 0,1 0-1 0 0,0-1 1 0 0,0 1-1 0 0,0-1 0 0 0,0 1 1 0 0,0-1-1 0 0,0 0 0 0 0,1 1 1 0 0,-1-1-1 0 0,1 0 0 0 0,0-1 1 0 0,-1 1-1 0 0,1 0 0 0 0,0-1 1 0 0,0 0-1 0 0,0 1 0 0 0,0-1 1 0 0,0-1-1 0 0,0 1 1 0 0,1 0-1 0 0,-1-1 0 0 0,0 1 1 0 0,0-1-1 0 0,1 0 0 0 0,5-1 1 0 0,8-2-680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8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 7834 0 0,'0'19'696'0'0,"0"-10"-560"0"0,0 0-136 0 0,-2 11 7545 0 0,2-13-4824 0 0,0 4-1585 0 0,0 0-320 0 0,2-2-63 0 0,1-3-17 0 0,3-6-864 0 0,1-6-168 0 0,4-9-40 0 0,-1-7-8 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9.2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2 311 7074 0 0,'-1'8'1614'0'0,"1"-8"-1636"0"0,0 0 0 0 0,1 1 0 0 0,-1-1 0 0 0,0 0 0 0 0,1 0 0 0 0,-1 0 0 0 0,0 0 0 0 0,1 0 0 0 0,-1 0 0 0 0,0 0 0 0 0,1 0 0 0 0,-1 0 1 0 0,1 0-1 0 0,-1 0 0 0 0,0 0 0 0 0,1 0 0 0 0,-1 0 0 0 0,0 0 0 0 0,1 0 0 0 0,-1 0 0 0 0,0 0 0 0 0,1 0 0 0 0,-1 0 0 0 0,0-1 0 0 0,1 1 0 0 0,-1 0 0 0 0,0 0 0 0 0,1 0 0 0 0,-1-1 0 0 0,0 1 1 0 0,0 0-1 0 0,1 0 0 0 0,-1-1 0 0 0,3-1-31 0 0,0 0 1 0 0,0-1 0 0 0,0 1 0 0 0,0-1-1 0 0,0 1 1 0 0,-1-1 0 0 0,0 0-1 0 0,1 0 1 0 0,-1 0 0 0 0,0 0 0 0 0,0 0-1 0 0,-1-1 1 0 0,1 1 0 0 0,-1-1 0 0 0,1 1-1 0 0,-1-1 1 0 0,0 1 0 0 0,-1-1-1 0 0,2-7 1 0 0,1-26 3585 0 0,-4 28-3041 0 0,1-1 1 0 0,1 1-1 0 0,0 0 1 0 0,0 0-1 0 0,1 0 1 0 0,0 0-1 0 0,1 0 1 0 0,0 0-1 0 0,0 0 1 0 0,1 1-1 0 0,0 0 1 0 0,1-1-1 0 0,9-12 1 0 0,-7 12-361 0 0,-1 0 279 0 0,0 2 0 0 0,1-1 0 0 0,0 1 0 0 0,0 0 0 0 0,1 0 0 0 0,10-7 0 0 0,-16 13-338 0 0,0 0-1 0 0,0 0 0 0 0,0 0 0 0 0,1 1 0 0 0,-1-1 1 0 0,0 0-1 0 0,0 1 0 0 0,1 0 0 0 0,-1-1 1 0 0,0 1-1 0 0,1 0 0 0 0,-1 0 0 0 0,0 0 1 0 0,1 1-1 0 0,-1-1 0 0 0,0 0 0 0 0,1 1 0 0 0,-1 0 1 0 0,0-1-1 0 0,0 1 0 0 0,0 0 0 0 0,0 0 1 0 0,1 0-1 0 0,-1 1 0 0 0,-1-1 0 0 0,1 0 0 0 0,0 1 1 0 0,0-1-1 0 0,0 1 0 0 0,-1 0 0 0 0,1-1 1 0 0,2 4-1 0 0,10 14-15 0 0,-1 1 0 0 0,-1 0 1 0 0,0 1-1 0 0,-1 0 0 0 0,14 41 1 0 0,1 1-42 0 0,-19-44 10 0 0,0 1 0 0 0,-1 0 0 0 0,-1 0 0 0 0,4 33 0 0 0,-2-11-28 0 0,3-17-2276 0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9.7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1 220 3681 0 0,'1'5'8567'0'0,"19"-2"-5234"0"0,26-4-525 0 0,-34-2-2408 0 0,0-1 0 0 0,0 1 0 0 0,0-2 0 0 0,0 0 0 0 0,-1 0 0 0 0,0-1 0 0 0,0 0 0 0 0,-1-1 0 0 0,1-1 0 0 0,14-13 0 0 0,-18 15-549 0 0,-1 0-1 0 0,-1-1 0 0 0,1 1 0 0 0,-1-1 1 0 0,0 0-1 0 0,-1 0 0 0 0,0-1 1 0 0,0 1-1 0 0,0-1 0 0 0,-1 0 1 0 0,0 0-1 0 0,-1 0 0 0 0,0-1 0 0 0,0 1 1 0 0,-1 0-1 0 0,1-15 0 0 0,-2 22 108 0 0,1 1-1 0 0,-1 0 0 0 0,0-1 1 0 0,0 1-1 0 0,0 0 1 0 0,0-1-1 0 0,0 1 0 0 0,0-1 1 0 0,0 1-1 0 0,0 0 1 0 0,0-1-1 0 0,0 1 0 0 0,0 0 1 0 0,0-1-1 0 0,0 1 0 0 0,0 0 1 0 0,0-1-1 0 0,0 1 1 0 0,0 0-1 0 0,-1-1 0 0 0,1 1 1 0 0,0 0-1 0 0,0-1 0 0 0,0 1 1 0 0,-1 0-1 0 0,1-1 1 0 0,0 1-1 0 0,0 0 0 0 0,-1-1 1 0 0,1 1-1 0 0,0 0 0 0 0,0 0 1 0 0,-1 0-1 0 0,1-1 1 0 0,0 1-1 0 0,-1 0 0 0 0,1 0 1 0 0,0 0-1 0 0,-1 0 1 0 0,1 0-1 0 0,0-1 0 0 0,-1 1 1 0 0,1 0-1 0 0,-1 0 0 0 0,1 0 1 0 0,0 0-1 0 0,-1 0 1 0 0,1 0-1 0 0,0 0 0 0 0,-1 1 1 0 0,0-1 88 0 0,0 1 1 0 0,0-1-1 0 0,0 1 1 0 0,1-1-1 0 0,-1 1 1 0 0,0 0-1 0 0,0-1 0 0 0,1 1 1 0 0,-1 0-1 0 0,1 0 1 0 0,-1-1-1 0 0,1 1 1 0 0,-1 0-1 0 0,1 0 1 0 0,-1 0-1 0 0,1 0 1 0 0,0 0-1 0 0,-1 0 1 0 0,1 1-1 0 0,-2 12 612 0 0,0 1-1 0 0,2-1 1 0 0,-1 1 0 0 0,5 28-1 0 0,-4-37-606 0 0,1-1 1 0 0,0 1-1 0 0,0 0 0 0 0,1-1 1 0 0,-1 1-1 0 0,1-1 0 0 0,0 1 1 0 0,1-1-1 0 0,0 0 0 0 0,-1 0 0 0 0,2 0 1 0 0,-1 0-1 0 0,0-1 0 0 0,1 1 1 0 0,5 4-1 0 0,-7-8-134 0 0,0 1 0 0 0,1-1 1 0 0,-1 0-1 0 0,0 0 0 0 0,1 0 0 0 0,-1 0 1 0 0,1-1-1 0 0,-1 1 0 0 0,1-1 0 0 0,0 1 1 0 0,-1-1-1 0 0,1 0 0 0 0,-1 0 0 0 0,1 0 1 0 0,0 0-1 0 0,-1-1 0 0 0,1 1 0 0 0,-1-1 1 0 0,1 1-1 0 0,4-3 0 0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39.8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17508 0 0,'-4'15'776'0'0,"3"-8"160"0"0,-1-2-744 0 0,2-1-192 0 0,2-1 0 0 0,-1-3-240 0 0,3-3-80 0 0,4-4-24 0 0,5-6 0 0 0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0.8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11522 0 0,'2'1'384'0'0,"0"-1"-1"0"0,0 1 0 0 0,0-1 0 0 0,-1 1 0 0 0,1-1 0 0 0,0 1 0 0 0,0 0 0 0 0,0 0 0 0 0,-1 0 0 0 0,4 2 0 0 0,29 27 1733 0 0,-30-26-1564 0 0,10 11 228 0 0,-2 0 0 0 0,22 31-1 0 0,-22-27-1506 0 0,27 29-1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1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73 0 10594 0 0,'-6'13'961'0'0,"0"0"1"0"0,1 1-1 0 0,1 0 0 0 0,0 0 0 0 0,0 0 1 0 0,2 0-1 0 0,-3 26 0 0 0,2-12-25 0 0,-9 44-232 0 0,-5 43-387 0 0,13-39-4295 0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1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54 7834 0 0,'-46'-54'9346'0'0,"61"64"-5453"0"0,45 18-3321 0 0,-42-21-469 0 0,1-1-1 0 0,0 0 1 0 0,0-2 0 0 0,0 0 0 0 0,0-1 0 0 0,1-1 0 0 0,24 0 0 0 0,-27-2-1027 0 0,0-2 0 0 0,26-4 0 0 0,-24 2-6201 0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1.6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1 6913 0 0,'-5'7'847'0'0,"0"1"-1"0"0,0 0 0 0 0,1 0 1 0 0,0 0-1 0 0,0 1 0 0 0,1-1 1 0 0,0 1-1 0 0,1 0 0 0 0,-3 18 1 0 0,-4 9 604 0 0,-11 20 130 0 0,14-43-1588 0 0,0 0 1 0 0,2 1-1 0 0,-1 0 1 0 0,2 0 0 0 0,0 0-1 0 0,0 1 1 0 0,0 15-1 0 0,10-9-1850 0 0,-1-15 896 0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1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0,'6'7'732'0'0,"0"-1"0"0"0,0 1 0 0 0,1-1 0 0 0,0 0 0 0 0,0-1-1 0 0,8 5 1 0 0,4 3 1712 0 0,39 19-1 0 0,-48-27-2799 0 0,0-1 0 0 0,1 0 0 0 0,0-1-1 0 0,-1 0 1 0 0,1-1 0 0 0,0 0 0 0 0,13 0-1 0 0,-11-3-665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2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10138 0 0,'-5'0'8043'0'0,"13"8"-7992"0"0,1 0-1 0 0,0-1 1 0 0,1 0 0 0 0,16 10-1 0 0,4-4-5521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2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82 1 920 0 0,'-12'23'2329'0'0,"-21"30"0"0"0,-3-9-3675 0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2.4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51 10594 0 0,'20'2'1633'0'0,"-1"0"0"0"0,22 5-1 0 0,34 3 721 0 0,-68-9-2515 0 0,0-1-1 0 0,-1 0 0 0 0,1-1 0 0 0,0 0 0 0 0,0 0 0 0 0,-1 0 0 0 0,1-1 0 0 0,9-3 0 0 0,-13 4 58 0 0,-1-1-1 0 0,1 1 0 0 0,-1-1 1 0 0,0 1-1 0 0,0-1 0 0 0,0 0 1 0 0,0 0-1 0 0,0 0 0 0 0,0 0 1 0 0,0 0-1 0 0,0 0 0 0 0,-1-1 1 0 0,1 1-1 0 0,-1-1 0 0 0,0 1 1 0 0,1-1-1 0 0,-1 1 0 0 0,-1-1 1 0 0,1 0-1 0 0,1-4 0 0 0,-1-5 53 0 0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2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1 3225 0 0,'-7'9'876'0'0,"1"0"0"0"0,0 1 1 0 0,0 0-1 0 0,1 0 1 0 0,1 0-1 0 0,0 0 0 0 0,0 1 1 0 0,-4 21-1 0 0,-4 6 117 0 0,-32 100-3057 0 0,38-123 1169 0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2.9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11522 0 0,'18'18'2389'0'0,"20"29"-141"0"0,-27-30-1843 0 0,1-2 1 0 0,0 1-1 0 0,2-2 1 0 0,0 0-1 0 0,0 0 1 0 0,30 20-1 0 0,-41-32-615 0 0,0 0-1 0 0,0-1 0 0 0,0 0 0 0 0,0 0 0 0 0,0 0 1 0 0,0 0-1 0 0,1 0 0 0 0,-1 0 0 0 0,0-1 0 0 0,0 0 1 0 0,1 0-1 0 0,-1 0 0 0 0,0 0 0 0 0,7-1 0 0 0,2-4-1917 0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3.2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0 9674 0 0,'-1'2'104'0'0,"0"-1"0"0"0,0 1 1 0 0,0 0-1 0 0,1 0 0 0 0,-1-1 0 0 0,1 1 0 0 0,-1 0 1 0 0,1 0-1 0 0,-1 0 0 0 0,1-1 0 0 0,0 1 0 0 0,0 0 1 0 0,0 0-1 0 0,0 0 0 0 0,1 3 0 0 0,6 35 890 0 0,-5-29-226 0 0,1 14 161 0 0,0 0 0 0 0,-1 32 0 0 0,-8 51-2780 0 0,5-90-3234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3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47 1376 0 0,'2'-21'88'0'0,"-2"20"370"0"0,0-1 0 0 0,0 1 0 0 0,1 0-1 0 0,-1-1 1 0 0,1 1 0 0 0,-1 0 0 0 0,1-1-1 0 0,-1 1 1 0 0,1 0 0 0 0,0 0 0 0 0,0 0-1 0 0,0-1 459 0 0,1 0-458 0 0,0 1 13 0 0,-1 0-1 0 0,0 1 1 0 0,0-1 0 0 0,0 0 0 0 0,0 1 0 0 0,1 0 0 0 0,-1-1 0 0 0,0 1-1 0 0,0 0 1 0 0,1-1 0 0 0,-1 1 0 0 0,0 0 0 0 0,1 0 0 0 0,1 0 0 0 0,19 4-34 0 0,20 7 1398 0 0,56 11 515 0 0,-83-19-2651 0 0,0-1 0 0 0,1-1 0 0 0,0-1 0 0 0,23-2 0 0 0,-16-2-6335 0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3.7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0,'1'3'520'0'0,"-1"0"-1"0"0,0-1 0 0 0,1 1 0 0 0,-1-1 0 0 0,1 1 0 0 0,0-1 0 0 0,-1 1 1 0 0,1-1-1 0 0,1 0 0 0 0,-1 1 0 0 0,0-1 0 0 0,0 0 0 0 0,1 0 0 0 0,1 3 0 0 0,81 71 6048 0 0,-74-64-6352 0 0,26 33 169 0 0,-34-42-451 0 0,0 1-1 0 0,0-1 0 0 0,0 1 1 0 0,0 0-1 0 0,0-1 0 0 0,-1 1 1 0 0,0 0-1 0 0,0 0 0 0 0,0 0 1 0 0,1 7-1 0 0,-2-10-39 0 0,0-1 0 0 0,0 1 0 0 0,0-1 0 0 0,0 1 1 0 0,-1-1-1 0 0,1 1 0 0 0,0-1 0 0 0,0 1 0 0 0,0-1 0 0 0,-1 1 0 0 0,1-1 1 0 0,0 1-1 0 0,-1-1 0 0 0,1 0 0 0 0,0 1 0 0 0,-1-1 0 0 0,1 1 0 0 0,0-1 1 0 0,-1 0-1 0 0,1 1 0 0 0,-1-1 0 0 0,1 0 0 0 0,-1 0 0 0 0,1 1 0 0 0,-1-1 1 0 0,0 0-1 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4.0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 1840 0 0,'10'-8'10102'0'0,"-6"8"-8490"0"0,0 3-495 0 0,28 20 914 0 0,-8-6-897 0 0,30 17 1 0 0,-47-30-1753 0 0,1 0-1 0 0,0-1 1 0 0,-1 0 0 0 0,1 0 0 0 0,9 1 0 0 0,-15-4 106 0 0,0 1 1 0 0,0-1-1 0 0,0 0 0 0 0,0 0 0 0 0,0 0 1 0 0,0 0-1 0 0,0-1 0 0 0,0 1 1 0 0,0 0-1 0 0,0-1 0 0 0,0 0 1 0 0,3-1-1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5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 8290 0 0,'-13'21'2840'0'0,"-34"86"-30"0"0,42-93-3130 0 0,0 0 1 0 0,1 0-1 0 0,1 1 0 0 0,0-1 0 0 0,-1 28 0 0 0,4-41 97 0 0,0 0-1 0 0,0 1 1 0 0,0-1 0 0 0,0 0-1 0 0,0 0 1 0 0,0 1 0 0 0,0-1-1 0 0,1 0 1 0 0,-1 0-1 0 0,1 1 1 0 0,-1-1 0 0 0,1 0-1 0 0,-1 0 1 0 0,1 0 0 0 0,0 1-1 0 0,6 2-1622 0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5.2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3 3225 0 0,'-9'-3'8380'0'0,"24"17"-2892"0"0,-4-5-6986 0 0,14 6 2301 0 0,0-1 1 0 0,1-1-1 0 0,31 11 0 0 0,-37-17-1447 0 0,1 0 1 0 0,33 5-1 0 0,-36-11-5455 0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5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1 7370 0 0,'-2'0'127'0'0,"1"0"1"0"0,0-1 0 0 0,-1 1-1 0 0,1 0 1 0 0,-1 0 0 0 0,1 1-1 0 0,-1-1 1 0 0,1 0 0 0 0,0 0-1 0 0,-1 1 1 0 0,1-1-1 0 0,0 0 1 0 0,-1 1 0 0 0,1 0-1 0 0,0-1 1 0 0,-1 1 0 0 0,1 0-1 0 0,0-1 1 0 0,0 1 0 0 0,0 0-1 0 0,0 0 1 0 0,0 0 0 0 0,0 0-1 0 0,0 0 1 0 0,0 0 0 0 0,0 1-1 0 0,0-1 1 0 0,0 0 0 0 0,1 0-1 0 0,-1 1 1 0 0,0-1 0 0 0,0 2-1 0 0,-3 3 262 0 0,-16 26 560 0 0,1 1 0 0 0,2 0 0 0 0,1 1 0 0 0,-15 48 0 0 0,28-52-1510 0 0,3-17-63 0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5.7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0,'6'0'556'0'0,"0"0"-1"0"0,-1 1 1 0 0,1 0-1 0 0,0 0 1 0 0,0 0-1 0 0,-1 0 1 0 0,1 1-1 0 0,-1 0 1 0 0,1 0-1 0 0,-1 1 1 0 0,8 4-1 0 0,-2-2 414 0 0,60 30 1646 0 0,17 7-1876 0 0,-24-21-5550 0 0,-39-15-806 0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5.9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1 920 0 0,'-1'0'581'0'0,"-1"-1"1"0"0,0 1-1 0 0,0 0 0 0 0,1 0 0 0 0,-1 0 1 0 0,0 1-1 0 0,0-1 0 0 0,1 0 0 0 0,-1 1 1 0 0,0-1-1 0 0,1 1 0 0 0,-1-1 0 0 0,-1 2 1 0 0,-21 16 3485 0 0,-15 32-1581 0 0,31-37-1672 0 0,-9 12-1228 0 0,-21 43 1 0 0,31-52-5247 0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6.3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4 8290 0 0,'-10'-3'-391'0'0,"-1"2"5039"0"0,16 13-403 0 0,13 12-3662 0 0,1 3 742 0 0,26 27 1 0 0,-6-20-2389 0 0,-32-29-117 0 0,1 0-1 0 0,-1-1 0 0 0,16 7 0 0 0,-3-4-4945 0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6.5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351 1 6449 0 0,'-12'0'444'0'0,"1"0"-1"0"0,0 1 1 0 0,0 0-1 0 0,-1 0 1 0 0,1 2-1 0 0,0-1 0 0 0,0 1 1 0 0,1 1-1 0 0,-1 0 1 0 0,1 0-1 0 0,-1 1 1 0 0,2 0-1 0 0,-1 1 0 0 0,0 0 1 0 0,1 1-1 0 0,0 0 1 0 0,-10 11-1 0 0,-1 1-11 0 0,2 0 0 0 0,1 2 0 0 0,0 0 1 0 0,2 1-1 0 0,0 0 0 0 0,-14 31 0 0 0,25-44-1196 0 0,0-1-1 0 0,0 1 1 0 0,-3 17 0 0 0,5-13-4537 0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6.7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4609 0 0,'40'29'2921'0'0,"-13"-7"-1104"0"0,-10-11-663 0 0,0-1 0 0 0,32 13-1 0 0,-31-16-1043 0 0,-1-1 1 0 0,1-1-1 0 0,1-1 0 0 0,-1-1 0 0 0,29 2 1 0 0,-43-4-100 0 0,-1-1 1 0 0,1 0 0 0 0,0-1 0 0 0,0 1 0 0 0,0-1 0 0 0,-1 1 0 0 0,1-1-1 0 0,0 0 1 0 0,3-2 0 0 0,11-6 59 0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6.9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6913 0 0,'-1'1'127'0'0,"0"-1"-1"0"0,-1 0 0 0 0,1 0 0 0 0,-1 1 1 0 0,1-1-1 0 0,0 1 0 0 0,-1-1 0 0 0,1 1 0 0 0,0-1 1 0 0,-1 1-1 0 0,1 0 0 0 0,0 0 0 0 0,0-1 0 0 0,0 1 1 0 0,0 0-1 0 0,0 0 0 0 0,0 0 0 0 0,0 0 1 0 0,0 0-1 0 0,0 1 0 0 0,0-1 0 0 0,0 2 0 0 0,0-1 298 0 0,0 1-1 0 0,1-1 0 0 0,0 1 0 0 0,-1-1 0 0 0,1 1 0 0 0,0-1 0 0 0,0 1 0 0 0,0-1 0 0 0,1 1 0 0 0,-1-1 0 0 0,1 1 1 0 0,0 3-1 0 0,1 0-153 0 0,1-1 0 0 0,-1 0 1 0 0,1 0-1 0 0,-1 0 1 0 0,1 0-1 0 0,1-1 0 0 0,-1 1 1 0 0,1-1-1 0 0,0 0 1 0 0,0 0-1 0 0,0 0 0 0 0,0-1 1 0 0,7 5-1 0 0,28 15-813 0 0,0-9-4737 0 0,-24-11-429 0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7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310 1 3225 0 0,'-19'3'288'0'0,"5"-2"-288"0"0,1 3 0 0 0,2-1 0 0 0,4 1 448 0 0,0-1 32 0 0,-2 2 0 0 0,-8 3 8 0 0,-7 5 88 0 0,-8 4 8 0 0,1 2 9 0 0,1 2-1 0 0,4-2-592 0 0,2 0-192 0 0,4 3 0 0 0,5-6 0 0 0,4-1 192 0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7.5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8754 0 0,'4'1'310'0'0,"1"-1"-1"0"0,-1 1 1 0 0,0 0-1 0 0,0 1 1 0 0,0-1 0 0 0,0 1-1 0 0,0-1 1 0 0,0 1 0 0 0,-1 0-1 0 0,1 1 1 0 0,3 2-1 0 0,39 33 1438 0 0,-40-33-1464 0 0,31 30 687 0 0,38 32-835 0 0,-19-28-2888 0 0,-34-27 1536 0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7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213 0 6913 0 0,'-3'1'144'0'0,"-1"1"0"0"0,1-1 0 0 0,0 0 0 0 0,0 1 0 0 0,-1 0 0 0 0,1 0 0 0 0,0 0 0 0 0,0 0 0 0 0,0 0-1 0 0,1 0 1 0 0,-1 1 0 0 0,1-1 0 0 0,-4 5 0 0 0,-30 44 1392 0 0,22-30-940 0 0,-14 21-65 0 0,1 1 0 0 0,-26 61 0 0 0,43-84-541 0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7.9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0,'2'2'75'0'0,"-1"0"-1"0"0,1 0 1 0 0,0 0-1 0 0,-1 0 1 0 0,1-1-1 0 0,0 1 1 0 0,0-1-1 0 0,0 1 0 0 0,0-1 1 0 0,1 1-1 0 0,-1-1 1 0 0,0 0-1 0 0,0 0 1 0 0,1 0-1 0 0,3 0 1 0 0,45 11 237 0 0,-24-7 158 0 0,-11 0-1057 0 0,1 1 0 0 0,-1 1 0 0 0,15 9 0 0 0,5 2-3296 0 0,-2-9 1755 0 0,-18-6 1984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8.1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1 7370 0 0,'-1'0'203'0'0,"0"0"0"0"0,0 0 0 0 0,-1 0 0 0 0,1 0 0 0 0,0 1 0 0 0,0-1 0 0 0,0 0 0 0 0,-1 1 0 0 0,1-1 0 0 0,0 1 0 0 0,0-1 1 0 0,0 1-1 0 0,0 0 0 0 0,0-1 0 0 0,0 1 0 0 0,0 0 0 0 0,0 0 0 0 0,0 0 0 0 0,1 0 0 0 0,-1 0 0 0 0,0-1 0 0 0,0 2 0 0 0,1-1 1 0 0,-1 0-1 0 0,0 0 0 0 0,1 0 0 0 0,0 0 0 0 0,-1 0 0 0 0,1 0 0 0 0,-1 1 0 0 0,1-1 0 0 0,0 0 0 0 0,0 0 0 0 0,0 2 0 0 0,-3 7-149 0 0,-26 96 4369 0 0,25-86-4388 0 0,1 0 1 0 0,1 0 0 0 0,1 29-1 0 0,2-33-1550 0 0,3-1-4832 0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7:48.3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 6913 0 0,'1'0'188'0'0,"0"1"0"0"0,-1 0-1 0 0,1 0 1 0 0,-1 0 0 0 0,1 0-1 0 0,-1 0 1 0 0,1-1-1 0 0,-1 1 1 0 0,0 0 0 0 0,1 0-1 0 0,-1 0 1 0 0,0 0 0 0 0,0 0-1 0 0,0 0 1 0 0,0 0-1 0 0,0 0 1 0 0,0 0 0 0 0,0 0-1 0 0,0 0 1 0 0,0 0 0 0 0,0 0-1 0 0,-1 1 1 0 0,-9 27 3088 0 0,-2 0-988 0 0,12-28-2228 0 0,0 0 0 0 0,0 0 1 0 0,-1 0-1 0 0,1 1 0 0 0,0-1 0 0 0,0 0 0 0 0,0 0 0 0 0,0 0 0 0 0,0 0 0 0 0,1 1 0 0 0,-1-1 0 0 0,0 0 0 0 0,1 0 0 0 0,-1 0 0 0 0,0 0 0 0 0,1 0 0 0 0,-1 0 0 0 0,1 0 0 0 0,0 0 0 0 0,0 2 1 0 0,1-2-217 0 0,-1-1 0 0 0,0 1 0 0 0,1 0 0 0 0,-1 0 1 0 0,1-1-1 0 0,-1 1 0 0 0,1 0 0 0 0,-1-1 1 0 0,1 0-1 0 0,-1 1 0 0 0,1-1 0 0 0,0 0 1 0 0,-1 0-1 0 0,1 0 0 0 0,0 0 0 0 0,-1 0 0 0 0,1 0 1 0 0,-1 0-1 0 0,3-1 0 0 0,12-2-1092 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08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39 357 920 0 0,'-10'-148'3348'0'0,"0"23"-639"0"0,9 110-2224 0 0,2 4 559 0 0,-2 1 0 0 0,0-1 0 0 0,0 1-1 0 0,-4-17 1 0 0,3 37 3158 0 0,-4 17-2913 0 0,4 30-534 0 0,2-1 0 0 0,10 64-1 0 0,0 35-498 0 0,-18 73-30 0 0,2-136 245 0 0,8 131 1 0 0,-2-220-445 0 0,0-1 0 0 0,1 1 1 0 0,-1-1-1 0 0,0 1 0 0 0,1-1 1 0 0,0 0-1 0 0,-1 1 0 0 0,1-1 0 0 0,0 1 1 0 0,0-1-1 0 0,0 0 0 0 0,1 0 1 0 0,-1 0-1 0 0,0 1 0 0 0,1-1 1 0 0,0-1-1 0 0,-1 1 0 0 0,3 2 1 0 0,-2-3-11 0 0,0 0 1 0 0,0 0 0 0 0,0-1 0 0 0,0 1 0 0 0,0-1-1 0 0,0 1 1 0 0,1-1 0 0 0,-1 0 0 0 0,0 1 0 0 0,0-1-1 0 0,0-1 1 0 0,0 1 0 0 0,0 0 0 0 0,0 0-1 0 0,0-1 1 0 0,0 1 0 0 0,0-1 0 0 0,0 0 0 0 0,0 1-1 0 0,0-1 1 0 0,0 0 0 0 0,2-1 0 0 0,28-16 150 0 0,-1-1 1 0 0,55-43-1 0 0,-54 36-226 0 0,64-37 0 0 0,-90 60-69 0 0,1 0 1 0 0,-1 0-1 0 0,1 1 0 0 0,-1 0 0 0 0,1 0 0 0 0,0 1 1 0 0,0-1-1 0 0,8 1 0 0 0,15 2-6395 0 0,-13 1-159 0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08.9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77 4609 0 0,'-1'-1'224'0'0,"-1"-1"0"0"0,0 1 0 0 0,0 0 0 0 0,0 0 0 0 0,0 0 0 0 0,0 0 0 0 0,0 0-1 0 0,0 0 1 0 0,-1 1 0 0 0,1-1 0 0 0,0 1 0 0 0,0-1 0 0 0,-1 1 0 0 0,1 0 0 0 0,0 0 0 0 0,0 0 0 0 0,-1 0 0 0 0,1 0 0 0 0,0 1 0 0 0,-1-1 0 0 0,-2 2-1 0 0,1 0 75 0 0,0 0 0 0 0,0 0 0 0 0,0 0 0 0 0,0 1 0 0 0,0-1 0 0 0,1 1 0 0 0,-1 0 1 0 0,1 0-1 0 0,0 0 0 0 0,-4 6 0 0 0,0 0-38 0 0,1 0 0 0 0,1 0 1 0 0,-1 0-1 0 0,1 0 1 0 0,1 1-1 0 0,0 0 1 0 0,1 0-1 0 0,-1 0 1 0 0,-1 11-1 0 0,5-12-198 0 0,-1 1 1 0 0,2-1-1 0 0,-1 0 1 0 0,1 1-1 0 0,0-1 1 0 0,1 0-1 0 0,0 0 1 0 0,1 0-1 0 0,0 0 1 0 0,0-1-1 0 0,1 1 0 0 0,0-1 1 0 0,0 0-1 0 0,1 0 1 0 0,0 0-1 0 0,1 0 1 0 0,-1-1-1 0 0,1 0 1 0 0,1 0-1 0 0,0-1 1 0 0,-1 0-1 0 0,10 6 0 0 0,-11-8-5 0 0,0 0 0 0 0,1-1-1 0 0,0 1 1 0 0,-1-1 0 0 0,1 0-1 0 0,1-1 1 0 0,-1 0 0 0 0,0 0-1 0 0,1 0 1 0 0,-1 0 0 0 0,1-1 0 0 0,-1 0-1 0 0,1-1 1 0 0,-1 0 0 0 0,1 0-1 0 0,0 0 1 0 0,-1 0 0 0 0,1-1-1 0 0,-1 0 1 0 0,1-1 0 0 0,-1 0-1 0 0,0 0 1 0 0,1 0 0 0 0,-1 0-1 0 0,0-1 1 0 0,0 0 0 0 0,-1-1-1 0 0,1 1 1 0 0,-1-1 0 0 0,1 0-1 0 0,5-6 1 0 0,-5 4 15 0 0,1-1-1 0 0,-1 0 1 0 0,0-1 0 0 0,0 1 0 0 0,-1-1-1 0 0,0-1 1 0 0,-1 1 0 0 0,1-1 0 0 0,-2 1-1 0 0,1-1 1 0 0,-1 0 0 0 0,-1 0 0 0 0,1-1-1 0 0,-2 1 1 0 0,1 0 0 0 0,-1-1-1 0 0,-1 1 1 0 0,0-20 0 0 0,-2 14-118 0 0,0 0-1 0 0,-1 0 1 0 0,-1 1 0 0 0,0-1 0 0 0,-1 1 0 0 0,0 0-1 0 0,-1 0 1 0 0,-1 0 0 0 0,0 1 0 0 0,-1 0-1 0 0,-12-16 1 0 0,17 26-177 0 0,1 0 0 0 0,0 1-1 0 0,-1-1 1 0 0,0 1 0 0 0,0-1 0 0 0,-5-3-1 0 0,-13 1-3729 0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09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190 54 920 0 0,'2'-3'169'0'0,"0"1"0"0"0,-1-1 0 0 0,1 0 0 0 0,0 0 0 0 0,-1-1 0 0 0,0 1 0 0 0,0 0 0 0 0,0 0 0 0 0,0-1 0 0 0,0-3 0 0 0,0 6-40 0 0,-1 1 1 0 0,0-1-1 0 0,0 0 1 0 0,0 1-1 0 0,0-1 0 0 0,0 1 1 0 0,0-1-1 0 0,-1 0 0 0 0,1 1 1 0 0,0-1-1 0 0,0 1 1 0 0,0-1-1 0 0,0 1 0 0 0,-1-1 1 0 0,1 0-1 0 0,0 1 1 0 0,-1-1-1 0 0,1 1 0 0 0,0-1 1 0 0,-1 1-1 0 0,1-1 0 0 0,-1 1 1 0 0,0-1-1 0 0,0 1 44 0 0,0-1 0 0 0,0 1 0 0 0,0 0 0 0 0,0 0 0 0 0,0 0-1 0 0,-1 0 1 0 0,1 0 0 0 0,0 0 0 0 0,0 0 0 0 0,0 0 0 0 0,0 0 0 0 0,0 0-1 0 0,0 1 1 0 0,-1-1 0 0 0,1 0 0 0 0,0 1 0 0 0,0-1 0 0 0,-1 2 0 0 0,-9 3 380 0 0,-1 2 1 0 0,2 0-1 0 0,-1 0 1 0 0,1 1-1 0 0,0 0 1 0 0,1 1-1 0 0,-15 15 1 0 0,10-7-50 0 0,0 1 0 0 0,1 1 0 0 0,-16 29 0 0 0,28-45-471 0 0,-1-1 0 0 0,1 1 1 0 0,0-1-1 0 0,0 1 1 0 0,0 0-1 0 0,0-1 0 0 0,0 1 1 0 0,1 0-1 0 0,-1 0 1 0 0,1-1-1 0 0,0 1 0 0 0,-1 0 1 0 0,1 0-1 0 0,1 0 1 0 0,-1 0-1 0 0,0-1 0 0 0,1 1 1 0 0,-1 0-1 0 0,1 0 0 0 0,0-1 1 0 0,2 6-1 0 0,-1-5-17 0 0,1-1 0 0 0,-1 1 0 0 0,0 0 0 0 0,1-1 0 0 0,0 0 0 0 0,-1 1 0 0 0,1-1 0 0 0,0 0 0 0 0,0 0 0 0 0,0-1 0 0 0,1 1 0 0 0,-1-1 0 0 0,0 1 0 0 0,0-1 0 0 0,1 0 1 0 0,-1-1-1 0 0,5 2 0 0 0,17 1 290 0 0,0 0 0 0 0,51-3 0 0 0,-49 0-52 0 0,1 0 0 0 0,29 5 0 0 0,-55-5-252 0 0,0 0-1 0 0,-1 0 1 0 0,1 0 0 0 0,0 1 0 0 0,0-1-1 0 0,-1 1 1 0 0,1-1 0 0 0,-1 1 0 0 0,1-1-1 0 0,0 1 1 0 0,-1 0 0 0 0,1 0 0 0 0,-1 0 0 0 0,0 0-1 0 0,1 0 1 0 0,-1 0 0 0 0,0 0 0 0 0,1 0-1 0 0,-1 1 1 0 0,0-1 0 0 0,0 0 0 0 0,1 2-1 0 0,-2-1 4 0 0,0 0 0 0 0,1-1 0 0 0,-1 1 0 0 0,0 0 0 0 0,0-1 0 0 0,0 1-1 0 0,-1 0 1 0 0,1-1 0 0 0,0 1 0 0 0,0 0 0 0 0,-1-1 0 0 0,1 1 0 0 0,-1 0 0 0 0,0-1-1 0 0,1 1 1 0 0,-1-1 0 0 0,0 1 0 0 0,-1 1 0 0 0,-7 8 29 0 0,0 1 0 0 0,0-2 0 0 0,-1 1 0 0 0,-12 9 0 0 0,16-15-28 0 0,-127 114-1461 0 0,111-98 168 0 0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09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3 1840 0 0,'0'-3'3895'0'0,"-17"15"-1214"0"0,-23 20-147 0 0,24-19-2008 0 0,7-6-182 0 0,0 1-1 0 0,0 0 1 0 0,1 1 0 0 0,0-1 0 0 0,1 1 0 0 0,-13 20 0 0 0,20-28-314 0 0,-1 1 0 0 0,1-1 0 0 0,0 1 0 0 0,-1-1 0 0 0,1 1 0 0 0,0-1 0 0 0,0 1 0 0 0,0-1 0 0 0,0 1 0 0 0,0-1 0 0 0,0 1 0 0 0,1-1 0 0 0,-1 1 0 0 0,0-1 0 0 0,1 1 0 0 0,-1-1 0 0 0,1 1 0 0 0,0-1 0 0 0,-1 0 0 0 0,1 1 0 0 0,0-1 0 0 0,0 0 0 0 0,0 0 0 0 0,0 1 0 0 0,0-1 0 0 0,0 0 0 0 0,0 0 0 0 0,0 0-1 0 0,1 0 1 0 0,0 0 0 0 0,8 6 21 0 0,0 0 0 0 0,0-1 0 0 0,12 6-1 0 0,2 0 474 0 0,-18-8-400 0 0,1 0 0 0 0,-1 1 0 0 0,0 0 0 0 0,-1 0-1 0 0,1 0 1 0 0,-1 1 0 0 0,0-1 0 0 0,5 10 0 0 0,-8-12-79 0 0,0 0 1 0 0,-1 1-1 0 0,0-1 1 0 0,1 1-1 0 0,-1-1 1 0 0,-1 1-1 0 0,1-1 1 0 0,-1 1-1 0 0,1 0 1 0 0,-1-1-1 0 0,0 1 1 0 0,0 0-1 0 0,0-1 1 0 0,-1 1-1 0 0,0 0 1 0 0,1-1-1 0 0,-1 1 1 0 0,0-1-1 0 0,-2 5 1 0 0,-3 6 20 0 0,-1-1 0 0 0,0 0 0 0 0,-1 0-1 0 0,-1 0 1 0 0,1-1 0 0 0,-22 22 0 0 0,15-19-327 0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0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92 1 2761 0 0,'-5'3'724'0'0,"0"0"-1"0"0,0 1 1 0 0,0 0 0 0 0,1 0 0 0 0,0 0 0 0 0,0 0 0 0 0,0 1 0 0 0,0-1 0 0 0,1 1 0 0 0,-1 0 0 0 0,1 0 0 0 0,1 0 0 0 0,-1 1 0 0 0,1-1 0 0 0,0 1 0 0 0,0-1 0 0 0,-2 10 0 0 0,-1 13 716 0 0,0-1 1 0 0,-1 42-1 0 0,5-42-799 0 0,-9 55-2827 0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0.1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16 5529 0 0,'-4'-7'488'0'0,"2"4"-392"0"0,1 0-96 0 0,1 1 1193 0 0,1 2-769 0 0,2 0-424 0 0,-2 1-104 0 0,1 2-16 0 0,7 23 128 0 0,-7-17 56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0.5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3 920 0 0,'0'0'85'0'0,"0"0"0"0"0,0-1-1 0 0,-1 1 1 0 0,1 0 0 0 0,0 0-1 0 0,-1 0 1 0 0,1-1 0 0 0,-1 1-1 0 0,1 0 1 0 0,0 0 0 0 0,-1 0-1 0 0,1 0 1 0 0,0 0 0 0 0,-1 0-1 0 0,1 0 1 0 0,-1 0 0 0 0,1 0-1 0 0,0 0 1 0 0,-1 0 0 0 0,1 0-1 0 0,-1 0 1 0 0,1 0 0 0 0,0 0-1 0 0,-1 0 1 0 0,1 0 0 0 0,-1 0-1 0 0,1 1 1 0 0,0-1 0 0 0,-1 0-1 0 0,1 0 1 0 0,0 0 0 0 0,-1 1-1 0 0,1-1 1 0 0,-16 8 1571 0 0,15-8-1490 0 0,-12 7 625 0 0,1 1 1 0 0,0 0-1 0 0,0 1 0 0 0,1 1 0 0 0,0 0 0 0 0,0 0 0 0 0,1 1 1 0 0,0 1-1 0 0,1-1 0 0 0,1 1 0 0 0,-13 24 0 0 0,19-33-698 0 0,1 0 0 0 0,0 0-1 0 0,0 1 1 0 0,0-1 0 0 0,0 0 0 0 0,1 1-1 0 0,-1-1 1 0 0,1 0 0 0 0,0 1 0 0 0,0-1-1 0 0,0 0 1 0 0,1 1 0 0 0,-1-1-1 0 0,1 1 1 0 0,-1-1 0 0 0,1 0 0 0 0,0 0-1 0 0,1 1 1 0 0,-1-1 0 0 0,0 0 0 0 0,3 3-1 0 0,2 3-24 0 0,1-1-1 0 0,0-1 1 0 0,0 1-1 0 0,1-1 0 0 0,12 9 1 0 0,-14-11 27 0 0,1-1 0 0 0,-1 2 0 0 0,0-1 1 0 0,0 1-1 0 0,0 0 0 0 0,-1 0 0 0 0,0 1 1 0 0,0-1-1 0 0,6 14 0 0 0,-10-17-78 0 0,-1 1 0 0 0,1-1 0 0 0,-1 1 1 0 0,0-1-1 0 0,0 1 0 0 0,0 0 0 0 0,0-1 0 0 0,-1 1 1 0 0,1-1-1 0 0,-1 1 0 0 0,0-1 0 0 0,0 0 0 0 0,-1 1 0 0 0,1-1 1 0 0,0 0-1 0 0,-1 0 0 0 0,0 0 0 0 0,0 0 0 0 0,0 0 0 0 0,0 0 1 0 0,0 0-1 0 0,-1-1 0 0 0,1 1 0 0 0,-1-1 0 0 0,-3 3 1 0 0,-6 6-146 0 0,-2-1 1 0 0,1 0 0 0 0,-28 15-1 0 0,26-17-1375 0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0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260 5 6449 0 0,'-9'-1'267'0'0,"1"-1"-1"0"0,-1 1 1 0 0,0 1 0 0 0,1 0-1 0 0,-1 0 1 0 0,1 0-1 0 0,-1 1 1 0 0,1 1-1 0 0,-1-1 1 0 0,1 1-1 0 0,-1 1 1 0 0,1 0-1 0 0,0 0 1 0 0,-11 6 0 0 0,9-5 116 0 0,2 1 0 0 0,-1 0 0 0 0,1 0 0 0 0,-1 1 0 0 0,1 0 0 0 0,1 1 1 0 0,-1 0-1 0 0,1 0 0 0 0,1 0 0 0 0,-1 1 0 0 0,1 0 0 0 0,-6 10 1 0 0,9-13-271 0 0,1 1 1 0 0,0-1 0 0 0,0 0-1 0 0,0 1 1 0 0,1 0 0 0 0,-1-1-1 0 0,1 1 1 0 0,1 0 0 0 0,-1-1 0 0 0,1 1-1 0 0,0 0 1 0 0,0 0 0 0 0,1-1-1 0 0,-1 1 1 0 0,1 0 0 0 0,1-1 0 0 0,-1 1-1 0 0,1-1 1 0 0,0 1 0 0 0,0-1-1 0 0,1 0 1 0 0,4 9 0 0 0,2-3-41 0 0,-1 0 0 0 0,1-1 0 0 0,1 0 0 0 0,-1-1 0 0 0,2 0 0 0 0,-1-1 0 0 0,1 0 0 0 0,1 0 0 0 0,-1-1 0 0 0,1-1 0 0 0,0 0 0 0 0,1 0 0 0 0,-1-1 0 0 0,1-1 0 0 0,0 0 0 0 0,23 3 0 0 0,-26-5-35 0 0,0-1 0 0 0,0 0 0 0 0,0-1 1 0 0,0 0-1 0 0,0-1 0 0 0,0 0 0 0 0,0 0 0 0 0,0-1 0 0 0,0 0 1 0 0,13-5-1 0 0,-17 4-27 0 0,0 0 0 0 0,0 0 1 0 0,0 0-1 0 0,0-1 0 0 0,-1 0 0 0 0,1 0 1 0 0,-1-1-1 0 0,0 1 0 0 0,-1-1 0 0 0,1 0 1 0 0,-1 0-1 0 0,0-1 0 0 0,0 1 0 0 0,0-1 1 0 0,-1 0-1 0 0,4-8 0 0 0,-4 6-3 0 0,0-1 0 0 0,-1 1 0 0 0,0-1-1 0 0,-1 1 1 0 0,0-1 0 0 0,0 1 0 0 0,-1-1-1 0 0,0 0 1 0 0,-1 1 0 0 0,1-1 0 0 0,-2 0-1 0 0,1 1 1 0 0,-1-1 0 0 0,-6-15 0 0 0,4 14-128 0 0,0-1 0 0 0,-1 1 1 0 0,0 0-1 0 0,-1 1 1 0 0,0-1-1 0 0,0 1 0 0 0,-1 0 1 0 0,0 1-1 0 0,-1-1 1 0 0,1 1-1 0 0,-13-8 0 0 0,1 3-925 0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1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18 3225 0 0,'0'-1'83'0'0,"0"0"1"0"0,0 1-1 0 0,0-1 1 0 0,0 0-1 0 0,0 1 1 0 0,0-1-1 0 0,0 0 1 0 0,0 1-1 0 0,0-1 0 0 0,0 1 1 0 0,0-1-1 0 0,-1 0 1 0 0,1 1-1 0 0,0-1 1 0 0,0 0-1 0 0,-1 1 1 0 0,1-1-1 0 0,0 1 1 0 0,-1-1-1 0 0,1 1 1 0 0,-1-1-1 0 0,1 1 1 0 0,-1-1-1 0 0,1 1 1 0 0,-1-1-1 0 0,1 1 1 0 0,-1 0-1 0 0,0-1 1 0 0,-1 1 33 0 0,1 0 1 0 0,0-1 0 0 0,0 1 0 0 0,-1 1-1 0 0,1-1 1 0 0,0 0 0 0 0,0 0 0 0 0,0 0-1 0 0,-1 1 1 0 0,1-1 0 0 0,0 0 0 0 0,0 1-1 0 0,0-1 1 0 0,-2 2 0 0 0,-34 33 14343 0 0,38-12-13297 0 0,12 15-1042 0 0,-1 0 0 0 0,-2 1 0 0 0,9 73 1 0 0,-1 124-36 0 0,-15-171-39 0 0,0-17-46 0 0,0-11-491 0 0,-3 42 0 0 0,-3-64-879 0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1.6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1840 0 0,'4'-8'270'0'0,"1"0"-1"0"0,1 1 0 0 0,-1-1 1 0 0,2 1-1 0 0,-1 1 0 0 0,0-1 1 0 0,1 1-1 0 0,8-6 0 0 0,7-3 848 0 0,34-19-1 0 0,-48 29-765 0 0,1 1-1 0 0,0 1 0 0 0,-1-1 0 0 0,1 1 0 0 0,1 1 1 0 0,-1 0-1 0 0,0 0 0 0 0,1 0 0 0 0,-1 1 0 0 0,18 1 0 0 0,-21 1-59 0 0,0-1-1 0 0,0 1 1 0 0,0 0-1 0 0,0 1 1 0 0,0-1-1 0 0,0 1 0 0 0,-1 1 1 0 0,1-1-1 0 0,-1 1 1 0 0,1 0-1 0 0,-1 0 0 0 0,0 0 1 0 0,0 1-1 0 0,0-1 1 0 0,-1 1-1 0 0,0 1 1 0 0,1-1-1 0 0,2 5 0 0 0,-5-7-165 0 0,-1 0-1 0 0,0 0 0 0 0,0-1 0 0 0,0 1 0 0 0,0 0 0 0 0,0 0 0 0 0,0 0 0 0 0,0 0 1 0 0,-1 0-1 0 0,1 1 0 0 0,-1-1 0 0 0,0 0 0 0 0,1 0 0 0 0,-1 0 0 0 0,0 0 0 0 0,0 0 1 0 0,0 1-1 0 0,-1 2 0 0 0,0-1 14 0 0,-1 0 0 0 0,1 0 0 0 0,-1-1 1 0 0,1 1-1 0 0,-1-1 0 0 0,0 0 0 0 0,-1 1 0 0 0,1-1 0 0 0,-5 5 0 0 0,-5 3 175 0 0,0 0-1 0 0,-1-1 1 0 0,-26 17-1 0 0,37-26-270 0 0,-112 67-847 0 0,94-58-277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1.8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3457 0 0,'8'-2'378'0'0,"1"1"-1"0"0,-1 0 1 0 0,0 0 0 0 0,1 1 0 0 0,-1 0 0 0 0,10 1 0 0 0,-15 0-63 0 0,0 0 0 0 0,0 0 0 0 0,0 0-1 0 0,0 0 1 0 0,0 1 0 0 0,-1-1 0 0 0,1 1 0 0 0,0 0 0 0 0,-1 0 0 0 0,1 0 0 0 0,-1 0 0 0 0,0 0 0 0 0,1 0 0 0 0,-1 0-1 0 0,0 1 1 0 0,-1-1 0 0 0,1 1 0 0 0,0 0 0 0 0,2 4 0 0 0,1 6 272 0 0,1 0 1 0 0,-2 0-1 0 0,0 0 1 0 0,0 1-1 0 0,-2 0 1 0 0,1-1-1 0 0,-2 1 1 0 0,1 21-1 0 0,-3 14 417 0 0,-8 51 0 0 0,5-60-737 0 0,-8 69-2471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2.0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0 120 2304 0 0,'8'-10'354'0'0,"-1"0"0"0"0,1 1 0 0 0,0 0 0 0 0,1 1 0 0 0,0 0 0 0 0,0 0 0 0 0,1 1 0 0 0,0 0 0 0 0,0 1-1 0 0,1 0 1 0 0,-1 1 0 0 0,1 0 0 0 0,1 0 0 0 0,-1 1 0 0 0,1 1 0 0 0,-1 0 0 0 0,1 0 0 0 0,0 2-1 0 0,0-1 1 0 0,0 1 0 0 0,17 1 0 0 0,-26 0-208 0 0,0 1 0 0 0,0-1-1 0 0,0 0 1 0 0,0 1 0 0 0,0 0 0 0 0,-1 0-1 0 0,1 0 1 0 0,0 0 0 0 0,0 0 0 0 0,0 0-1 0 0,-1 1 1 0 0,1 0 0 0 0,-1-1 0 0 0,1 1 0 0 0,-1 0-1 0 0,0 0 1 0 0,1 0 0 0 0,-1 0 0 0 0,0 1-1 0 0,3 3 1 0 0,-4-2-12 0 0,1 0 1 0 0,-1 0-1 0 0,1 0 1 0 0,-1 0-1 0 0,0 0 0 0 0,-1 1 1 0 0,1-1-1 0 0,-1 0 0 0 0,0 0 1 0 0,0 1-1 0 0,0-1 1 0 0,0 0-1 0 0,-2 5 0 0 0,-1 6 67 0 0,-1 1-1 0 0,-1-1 1 0 0,0-1-1 0 0,-1 1 1 0 0,-1-1-1 0 0,-15 25 1 0 0,-13 10-610 0 0,10-19-3738 0 0,7-7-964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2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85 576 0 0,'-6'2'1148'0'0,"0"0"-1"0"0,1 1 1 0 0,-1-1 0 0 0,1 1-1 0 0,0 1 1 0 0,0-1 0 0 0,0 1-1 0 0,0 0 1 0 0,1 0 0 0 0,-6 6-1 0 0,10-9-983 0 0,-1 0 0 0 0,0 0 0 0 0,1 0 0 0 0,-1 1 0 0 0,1-1 0 0 0,-1 0-1 0 0,1 1 1 0 0,-1-1 0 0 0,1 0 0 0 0,0 1 0 0 0,0-1 0 0 0,0 0 0 0 0,0 1 0 0 0,12 15 6618 0 0,5-25-6710 0 0,-8 2 20 0 0,-13 6 24 0 0,-10 5-57 0 0,11-1-57 0 0,-1 1 1 0 0,1-1 0 0 0,1 0-1 0 0,-1 1 1 0 0,0-1 0 0 0,1 1-1 0 0,0 0 1 0 0,0 0 0 0 0,1 0-1 0 0,-1 0 1 0 0,1 0 0 0 0,0 0-1 0 0,1 0 1 0 0,-1 1 0 0 0,1-1-1 0 0,0 0 1 0 0,0 0 0 0 0,1 1-1 0 0,0 4 1 0 0,0-7-2 0 0,0 0 1 0 0,0 0-1 0 0,0 1 0 0 0,0-1 1 0 0,1 0-1 0 0,-1 0 0 0 0,1-1 0 0 0,0 1 1 0 0,0 0-1 0 0,0-1 0 0 0,0 1 1 0 0,0-1-1 0 0,0 1 0 0 0,1-1 1 0 0,-1 0-1 0 0,1 0 0 0 0,0 0 1 0 0,5 3-1 0 0,-3-3-7 0 0,0-1 0 0 0,0 1 0 0 0,1 0 0 0 0,-1-1 0 0 0,0 0 0 0 0,1-1 0 0 0,-1 1-1 0 0,1-1 1 0 0,-1 0 0 0 0,10-1 0 0 0,-4-1-28 0 0,0 0 0 0 0,0 0 0 0 0,0-1 0 0 0,0-1 0 0 0,0 0 0 0 0,0 0 0 0 0,-1-1 0 0 0,0 0 0 0 0,0-1 0 0 0,12-9 0 0 0,-18 11 30 0 0,0 0 1 0 0,0 0-1 0 0,0 0 1 0 0,0-1-1 0 0,-1 1 1 0 0,0-1-1 0 0,0 0 1 0 0,0 0 0 0 0,-1 0-1 0 0,1-1 1 0 0,-1 1-1 0 0,0 0 1 0 0,-1-1-1 0 0,1 1 1 0 0,-1-1-1 0 0,0 0 1 0 0,-1 1-1 0 0,1-1 1 0 0,-1 0-1 0 0,0 0 1 0 0,-1 1-1 0 0,1-1 1 0 0,-1 0-1 0 0,0 1 1 0 0,-1-1 0 0 0,1 0-1 0 0,-1 1 1 0 0,0 0-1 0 0,0-1 1 0 0,-5-6-1 0 0,4 5-4 0 0,-1 1-1 0 0,0 0 0 0 0,0 0 1 0 0,-1 0-1 0 0,0 0 0 0 0,0 0 1 0 0,0 1-1 0 0,-1 0 1 0 0,1 0-1 0 0,-1 1 0 0 0,0-1 1 0 0,-1 1-1 0 0,1 1 0 0 0,-1-1 1 0 0,0 1-1 0 0,1 0 0 0 0,-1 1 1 0 0,-1-1-1 0 0,1 1 1 0 0,0 1-1 0 0,0-1 0 0 0,-1 2 1 0 0,-7-1-1 0 0,-8 3-1614 0 0,1 2-5673 0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3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1 920 0 0,'-17'11'3077'0'0,"6"-3"-1880"0"0,1 1 0 0 0,0 0 0 0 0,0 1 0 0 0,1 0 0 0 0,0 0 1 0 0,-7 13-1 0 0,14-21-1070 0 0,0 1 0 0 0,1-1 1 0 0,0 0-1 0 0,-1 1 0 0 0,1 0 0 0 0,0-1 1 0 0,0 1-1 0 0,1 0 0 0 0,-1-1 1 0 0,1 1-1 0 0,-1 0 0 0 0,1 0 1 0 0,0 0-1 0 0,0-1 0 0 0,0 1 1 0 0,0 0-1 0 0,0 0 0 0 0,1-1 0 0 0,0 1 1 0 0,-1 0-1 0 0,1 0 0 0 0,0-1 1 0 0,0 1-1 0 0,0-1 0 0 0,1 1 1 0 0,-1-1-1 0 0,0 1 0 0 0,1-1 0 0 0,0 0 1 0 0,0 0-1 0 0,-1 1 0 0 0,1-1 1 0 0,0-1-1 0 0,1 1 0 0 0,3 3 1 0 0,60 37 338 0 0,-50-33-283 0 0,0 1 0 0 0,-1 0-1 0 0,0 1 1 0 0,20 19 0 0 0,-33-28-168 0 0,-1 0 0 0 0,1 0 0 0 0,-1 0-1 0 0,1 0 1 0 0,-1 0 0 0 0,0 0 0 0 0,0 0 0 0 0,0 0 0 0 0,0 1 0 0 0,0-1-1 0 0,0 0 1 0 0,-1 1 0 0 0,1-1 0 0 0,-1 0 0 0 0,0 1 0 0 0,1-1 0 0 0,-1 1 0 0 0,-1 3-1 0 0,1-2 3 0 0,-1 1 0 0 0,-1-1 0 0 0,1 1 0 0 0,0-1 0 0 0,-1 1 0 0 0,0-1 0 0 0,0 0 0 0 0,0 0 0 0 0,-4 5 0 0 0,-6 6-58 0 0,-1 0 1 0 0,-1 0-1 0 0,-24 20 0 0 0,30-28-39 0 0,-23 22-1712 0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3.2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6913 0 0,'1'-1'72'0'0,"0"1"-1"0"0,0-1 1 0 0,0 0-1 0 0,0 1 0 0 0,0-1 1 0 0,0 1-1 0 0,0-1 1 0 0,0 1-1 0 0,0 0 0 0 0,0-1 1 0 0,0 1-1 0 0,0 0 1 0 0,0 0-1 0 0,0 0 0 0 0,0 0 1 0 0,0 0-1 0 0,0 0 1 0 0,0 0-1 0 0,0 0 0 0 0,0 0 1 0 0,0 0-1 0 0,1 1 1 0 0,-1-1-1 0 0,0 0 0 0 0,0 1 1 0 0,1 0-1 0 0,1 1 135 0 0,-1 0-1 0 0,1 0 1 0 0,-1 0 0 0 0,0 0-1 0 0,0 0 1 0 0,0 0-1 0 0,0 1 1 0 0,-1-1 0 0 0,4 6-1 0 0,0 3 802 0 0,0 0 0 0 0,0 0 0 0 0,5 24 0 0 0,-2 1 774 0 0,2 45 0 0 0,-6-2-2507 0 0,-5-54-5601 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3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6 9218 0 0,'-8'-3'816'0'0,"3"2"-656"0"0,3 0-160 0 0,-2 2 744 0 0,4 0-344 0 0,0 2 1 0 0,0 1-401 0 0,1 3 0 0 0,0 0 0 0 0,3 1 0 0 0,2 0-705 0 0,1 1-111 0 0,2 0-24 0 0,1 2-8 0 0,-2 3 664 0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3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 5985 0 0,'-2'82'8999'0'0,"-2"9"-4117"0"0,-2 48-2838 0 0,10 67-3348 0 0,-1-165-6051 0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3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99 9218 0 0,'0'-1'72'0'0,"0"0"0"0"0,1 0 0 0 0,-1 0-1 0 0,0 0 1 0 0,0 1 0 0 0,1-1 0 0 0,-1 0 0 0 0,1 0 0 0 0,-1 1 0 0 0,1-1-1 0 0,-1 0 1 0 0,1 0 0 0 0,-1 1 0 0 0,1-1 0 0 0,0 1 0 0 0,-1-1 0 0 0,1 0-1 0 0,0 1 1 0 0,-1-1 0 0 0,1 1 0 0 0,0 0 0 0 0,0-1 0 0 0,1 0 0 0 0,20-13 574 0 0,-2 4-141 0 0,1 0-1 0 0,0 1 0 0 0,38-11 1 0 0,-35 15-1619 0 0,-1 0 0 0 0,1 1 0 0 0,35-1 0 0 0,-30 5-475 0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4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0 342 456 0 0,'4'0'187'0'0,"0"0"1"0"0,-1 0-1 0 0,1-1 1 0 0,0 1-1 0 0,0-1 0 0 0,-1 0 1 0 0,1 0-1 0 0,-1 0 0 0 0,1-1 1 0 0,-1 1-1 0 0,1-1 1 0 0,-1 0-1 0 0,0 0 0 0 0,0 0 1 0 0,0 0-1 0 0,0-1 0 0 0,0 1 1 0 0,4-5-1 0 0,4-5 906 0 0,0 0 1 0 0,16-24-1 0 0,-17 21-627 0 0,-1-1-1 0 0,0 1 1 0 0,-2-1 0 0 0,0-1-1 0 0,5-17 1 0 0,-9 27-331 0 0,-1 1 0 0 0,0-1 0 0 0,-1 0 0 0 0,0 0 0 0 0,0 0 0 0 0,0 0 0 0 0,-1 0 0 0 0,0 0 0 0 0,-1 0-1 0 0,1 0 1 0 0,-1 1 0 0 0,-1-1 0 0 0,1 0 0 0 0,-1 0 0 0 0,-5-10 0 0 0,7 15-60 0 0,-1 1 0 0 0,1 0 0 0 0,-1 0 0 0 0,0 0 0 0 0,0 0 0 0 0,1 0 0 0 0,-1 0 0 0 0,0 0 0 0 0,0 0 0 0 0,0 0 0 0 0,0 1 0 0 0,0-1 0 0 0,0 0-1 0 0,0 1 1 0 0,0-1 0 0 0,-1 0 0 0 0,1 1 0 0 0,0 0 0 0 0,0-1 0 0 0,-1 1 0 0 0,1-1 0 0 0,0 1 0 0 0,0 0 0 0 0,-1 0 0 0 0,-1 0 0 0 0,1 0 99 0 0,-1 1 1 0 0,0 0-1 0 0,0-1 1 0 0,1 1-1 0 0,-1 0 1 0 0,1 0-1 0 0,-1 1 1 0 0,1-1-1 0 0,-1 1 1 0 0,1-1-1 0 0,-3 3 1 0 0,-2 2 149 0 0,0 0 0 0 0,1 0 0 0 0,0 0 0 0 0,1 1 0 0 0,-1 0 0 0 0,-7 14 0 0 0,9-13-250 0 0,1 0 1 0 0,0 0-1 0 0,0 1 1 0 0,0-1-1 0 0,1 1 0 0 0,1-1 1 0 0,0 1-1 0 0,0 0 1 0 0,0 0-1 0 0,1 0 0 0 0,1 0 1 0 0,-1-1-1 0 0,1 1 1 0 0,5 17-1 0 0,-3-16-250 0 0,0 0 0 0 0,1 0 0 0 0,1 0 1 0 0,10 17-1 0 0,-8-17-824 0 0,0 0 0 0 0,0-1-1 0 0,1 0 1 0 0,12 11 0 0 0,5 1-4930 0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4.6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74 6449 0 0,'-2'-2'211'0'0,"0"1"0"0"0,0-1-1 0 0,0 1 1 0 0,0 0 0 0 0,-1 0-1 0 0,1 0 1 0 0,0 0 0 0 0,-1 0-1 0 0,1 0 1 0 0,0 0 0 0 0,-1 1-1 0 0,1-1 1 0 0,-1 1 0 0 0,1 0-1 0 0,-1 0 1 0 0,1 0 0 0 0,-1 0-1 0 0,1 0 1 0 0,-1 0 0 0 0,1 1-1 0 0,0-1 1 0 0,-1 1 0 0 0,1 0-1 0 0,-1 0 1 0 0,1 0 0 0 0,0 0-1 0 0,0 0 1 0 0,-1 0 0 0 0,-1 2-1 0 0,0-1 16 0 0,0 1 0 0 0,0-1 0 0 0,1 1 0 0 0,-1 0 0 0 0,1 0 0 0 0,0 0 0 0 0,0 1 0 0 0,0-1 0 0 0,0 1 0 0 0,0 0 0 0 0,1 0 0 0 0,-1 0 0 0 0,1 0 0 0 0,0 0 0 0 0,-2 7 0 0 0,3-1-120 0 0,0 0 1 0 0,0 0-1 0 0,1 0 1 0 0,0 0-1 0 0,1 0 0 0 0,0 0 1 0 0,0 0-1 0 0,1 0 1 0 0,1 0-1 0 0,-1 0 0 0 0,2-1 1 0 0,-1 1-1 0 0,1-1 1 0 0,1 0-1 0 0,5 9 1 0 0,-7-13-79 0 0,-1-1 0 0 0,1 0 0 0 0,0 0 1 0 0,0 0-1 0 0,0 0 0 0 0,1-1 0 0 0,0 1 1 0 0,-1-1-1 0 0,1 0 0 0 0,0 0 0 0 0,0 0 1 0 0,1-1-1 0 0,-1 1 0 0 0,1-1 0 0 0,-1 0 1 0 0,1 0-1 0 0,0-1 0 0 0,-1 1 0 0 0,1-1 1 0 0,0 0-1 0 0,0 0 0 0 0,0-1 0 0 0,0 1 1 0 0,0-1-1 0 0,0-1 0 0 0,0 1 1 0 0,0 0-1 0 0,0-1 0 0 0,0 0 0 0 0,-1 0 1 0 0,1-1-1 0 0,5-1 0 0 0,-5 1-10 0 0,-1-1-1 0 0,1 1 0 0 0,-1-1 1 0 0,1 1-1 0 0,-1-1 1 0 0,0-1-1 0 0,0 1 1 0 0,-1 0-1 0 0,1-1 1 0 0,-1 0-1 0 0,1 0 0 0 0,-1 0 1 0 0,0 0-1 0 0,3-7 1 0 0,-3 4 41 0 0,1-1 1 0 0,-1 0-1 0 0,-1 0 0 0 0,1 0 1 0 0,-2-1-1 0 0,1 1 0 0 0,-1 0 1 0 0,0-12-1 0 0,0 8 0 0 0,-2 0 0 0 0,1 0 0 0 0,-2 1-1 0 0,0-1 1 0 0,0 0 0 0 0,-1 1 0 0 0,0 0-1 0 0,-1 0 1 0 0,0 0 0 0 0,-1 0 0 0 0,0 0 0 0 0,-12-17-1 0 0,14 24-99 0 0,0 0-1 0 0,0 1 0 0 0,-1 0 0 0 0,1 0 1 0 0,-1 0-1 0 0,1 0 0 0 0,-1 0 1 0 0,0 1-1 0 0,0-1 0 0 0,0 1 0 0 0,0 0 1 0 0,0 0-1 0 0,-1 1 0 0 0,1-1 0 0 0,-1 1 1 0 0,-5-1-1 0 0,-12 0-721 0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5.0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340 8 9674 0 0,'-4'-1'426'0'0,"-1"-1"0"0"0,0 1-1 0 0,0 0 1 0 0,0 0 0 0 0,0 0 0 0 0,0 1-1 0 0,0 0 1 0 0,0 0 0 0 0,0 0 0 0 0,-6 2 0 0 0,-51 9 1971 0 0,56-10-2084 0 0,-5 2-202 0 0,0-1 0 0 0,0 1 0 0 0,1 1 0 0 0,-1 0 0 0 0,1 1 0 0 0,0 0 0 0 0,0 0 0 0 0,1 1 0 0 0,-1 1 0 0 0,1-1 0 0 0,1 1 0 0 0,-1 1 0 0 0,1 0 0 0 0,0 0 0 0 0,1 0 0 0 0,0 1-1 0 0,0 0 1 0 0,1 1 0 0 0,0-1 0 0 0,1 1 0 0 0,0 0 0 0 0,1 1 0 0 0,0-1 0 0 0,0 1 0 0 0,1 0 0 0 0,0-1 0 0 0,1 1 0 0 0,1 1 0 0 0,-1-1 0 0 0,2 12 0 0 0,0 7-118 0 0,2 1 0 0 0,1-1 0 0 0,1 0 0 0 0,2 0-1 0 0,1-1 1 0 0,19 50 0 0 0,1-12-83 0 0,61 106 0 0 0,-69-139-352 0 0,0-2-118 0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5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0 227 4609 0 0,'6'-5'408'0'0,"-1"1"-328"0"0,4 0-80 0 0,-1 0 0 0 0,0 1 0 0 0,0-1 0 0 0,6-2 0 0 0,10-3 0 0 0,16-9 80 0 0,12-5 0 0 0,7-5 0 0 0,0 2 0 0 0,-3 2-16 0 0,-9-1-64 0 0,-4 3 96 0 0,-8 1-32 0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5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241 6 9674 0 0,'-3'-2'203'0'0,"-1"1"0"0"0,0 0-1 0 0,0 0 1 0 0,0 1 0 0 0,0-1 0 0 0,0 1 0 0 0,0 0 0 0 0,0 0-1 0 0,0 0 1 0 0,0 1 0 0 0,0-1 0 0 0,0 1 0 0 0,0 0-1 0 0,0 0 1 0 0,-7 3 0 0 0,2 0 127 0 0,0 0 0 0 0,1 0 0 0 0,0 1 0 0 0,-1 0 0 0 0,-11 10 0 0 0,11-6-167 0 0,0 0 0 0 0,0 0 0 0 0,1 2-1 0 0,1-1 1 0 0,0 1 0 0 0,0 0 0 0 0,1 0 0 0 0,0 0-1 0 0,-6 20 1 0 0,5-11-139 0 0,2 0-1 0 0,0 0 0 0 0,1 0 1 0 0,1 0-1 0 0,-1 26 1 0 0,4-40-23 0 0,0-1 1 0 0,1 1-1 0 0,-1 0 1 0 0,1-1 0 0 0,0 1-1 0 0,1-1 1 0 0,-1 1 0 0 0,1-1-1 0 0,0 0 1 0 0,1 0-1 0 0,-1 0 1 0 0,4 6 0 0 0,-5-10-8 0 0,0 1 0 0 0,0-1 0 0 0,1 0 0 0 0,-1 0 0 0 0,0 1 0 0 0,0-1 0 0 0,1 0 0 0 0,-1 0 0 0 0,1 0 0 0 0,-1-1 0 0 0,0 1 0 0 0,1 0 0 0 0,0-1 0 0 0,-1 1 0 0 0,1 0 0 0 0,-1-1 1 0 0,4 1-1 0 0,-3-1-20 0 0,1 0 0 0 0,-1-1 0 0 0,0 1 0 0 0,1-1 0 0 0,-1 1 0 0 0,0-1 0 0 0,0 0 0 0 0,0 1 0 0 0,1-1 0 0 0,-1 0-1 0 0,0-1 1 0 0,0 1 0 0 0,0 0 0 0 0,0-1 0 0 0,-1 1 0 0 0,3-3 0 0 0,10-8-180 0 0,-1-2-1 0 0,0 0 1 0 0,-1 0-1 0 0,-1-1 1 0 0,10-17-1 0 0,41-85-329 0 0,-3 5 1322 0 0,-58 109-666 0 0,0 1 0 0 0,1 0 0 0 0,-1-1-1 0 0,0 1 1 0 0,1 0 0 0 0,0 0 0 0 0,0 0 0 0 0,-1 0 0 0 0,1 0 0 0 0,0 1-1 0 0,0-1 1 0 0,1 0 0 0 0,-1 1 0 0 0,0 0 0 0 0,0-1 0 0 0,1 1 0 0 0,4-1 0 0 0,-5 2-41 0 0,0 0 0 0 0,0 0 1 0 0,0 1-1 0 0,0-1 0 0 0,0 1 1 0 0,0 0-1 0 0,-1-1 0 0 0,1 1 1 0 0,0 0-1 0 0,0 0 0 0 0,0 0 1 0 0,-1 1-1 0 0,1-1 1 0 0,-1 0-1 0 0,1 0 0 0 0,-1 1 1 0 0,1-1-1 0 0,-1 1 0 0 0,0 0 1 0 0,1-1-1 0 0,-1 1 0 0 0,0 0 1 0 0,1 2-1 0 0,42 60-1132 0 0,-29-47-5456 0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6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244 1 7834 0 0,'-6'0'280'0'0,"1"0"0"0"0,-1 0 0 0 0,1 0 0 0 0,-1 1 0 0 0,1-1 0 0 0,-1 2 0 0 0,1-1 0 0 0,0 0 0 0 0,0 1 0 0 0,-1 0 0 0 0,1 0 0 0 0,0 1 0 0 0,-5 3 0 0 0,-7 4 899 0 0,1 1 1 0 0,-20 16 0 0 0,26-17-701 0 0,0-1 0 0 0,1 1 0 0 0,0 1 1 0 0,1 0-1 0 0,0 0 0 0 0,0 1 0 0 0,1 0 1 0 0,-9 21-1 0 0,14-27-361 0 0,0-1 1 0 0,1 0-1 0 0,0 0 1 0 0,-1 1-1 0 0,2-1 1 0 0,-1 1-1 0 0,1-1 1 0 0,-1 1-1 0 0,1-1 0 0 0,2 11 1 0 0,-1-12-101 0 0,0-1 1 0 0,0 1 0 0 0,1-1-1 0 0,-1 0 1 0 0,1 1 0 0 0,0-1-1 0 0,-1 0 1 0 0,1 0 0 0 0,1 0-1 0 0,-1-1 1 0 0,0 1 0 0 0,1 0-1 0 0,-1-1 1 0 0,1 1 0 0 0,0-1-1 0 0,0 0 1 0 0,0 0 0 0 0,4 2-1 0 0,-1-2-259 0 0,-1 1 1 0 0,1-1-1 0 0,0 0 0 0 0,0-1 1 0 0,0 1-1 0 0,0-1 0 0 0,0-1 0 0 0,0 1 1 0 0,1-1-1 0 0,-1 0 0 0 0,0 0 1 0 0,0-1-1 0 0,10-2 0 0 0,9-2-6298 0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6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0 4145 0 0,'-6'1'605'0'0,"0"0"0"0"0,0 0 0 0 0,0 0 0 0 0,1 1 0 0 0,-1 0 0 0 0,0 0 0 0 0,1 0 0 0 0,-1 1 0 0 0,1 0 0 0 0,0 0 0 0 0,-1 0 0 0 0,2 1 0 0 0,-1 0 0 0 0,0 0 0 0 0,1 0-1 0 0,0 0 1 0 0,0 1 0 0 0,0 0 0 0 0,-3 5 0 0 0,3-5-353 0 0,0 0 0 0 0,1 0 0 0 0,-1 1 0 0 0,1 0 0 0 0,1-1 0 0 0,-1 1 0 0 0,1 0 0 0 0,0 1 0 0 0,0-1 0 0 0,1 0 0 0 0,0 0 0 0 0,0 1 0 0 0,1-1 0 0 0,-1 1 0 0 0,1-1 0 0 0,1 0 0 0 0,1 12 0 0 0,-1-11-346 0 0,1-1-1 0 0,-1 0 0 0 0,1 1 1 0 0,1-1-1 0 0,-1 0 0 0 0,1 0 1 0 0,0 0-1 0 0,1-1 0 0 0,-1 1 1 0 0,1-1-1 0 0,0 0 0 0 0,1 0 1 0 0,-1 0-1 0 0,1-1 0 0 0,0 1 0 0 0,0-1 1 0 0,0 0-1 0 0,1-1 0 0 0,-1 1 1 0 0,12 4-1 0 0,-1-3-1373 0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7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1 2304 0 0,'-23'3'10453'0'0,"18"-1"-9408"0"0,4-2-828 0 0,1 1-1 0 0,0 0 1 0 0,-1-1 0 0 0,1 1 0 0 0,-1 0-1 0 0,1-1 1 0 0,0 1 0 0 0,-1 0 0 0 0,1 0-1 0 0,0-1 1 0 0,0 1 0 0 0,0 0 0 0 0,0 0-1 0 0,0 0 1 0 0,0-1 0 0 0,0 1 0 0 0,0 0-1 0 0,0 0 1 0 0,0-1 0 0 0,0 1 0 0 0,0 0-1 0 0,0 0 1 0 0,1-1 0 0 0,-1 1-1 0 0,0 0 1 0 0,0 0 0 0 0,1-1 0 0 0,-1 1-1 0 0,1 0 1 0 0,-1-1 0 0 0,1 1 0 0 0,-1 0-1 0 0,1-1 1 0 0,-1 1 0 0 0,2 0 0 0 0,3 8 95 0 0,-1 1 1 0 0,0-1 0 0 0,-1 1-1 0 0,0 0 1 0 0,0 0 0 0 0,2 19-1 0 0,-3-16-330 0 0,0-1-1 0 0,1 1 1 0 0,1-1-1 0 0,9 22 1 0 0,-9-27 19 0 0,1 0 0 0 0,0-1-1 0 0,0 0 1 0 0,0 0 0 0 0,1 0-1 0 0,-1-1 1 0 0,2 0 0 0 0,-1 0 0 0 0,0 0-1 0 0,1-1 1 0 0,0 0 0 0 0,0 0 0 0 0,9 3-1 0 0,-13-5-3 0 0,0-1-1 0 0,0 0 1 0 0,0 0-1 0 0,0 0 1 0 0,0 0-1 0 0,0-1 1 0 0,0 1-1 0 0,1-1 0 0 0,-1 0 1 0 0,0 0-1 0 0,0 0 1 0 0,0 0-1 0 0,1-1 1 0 0,-1 1-1 0 0,0-1 1 0 0,0 0-1 0 0,0 1 1 0 0,0-2-1 0 0,0 1 0 0 0,0 0 1 0 0,0 0-1 0 0,-1-1 1 0 0,1 0-1 0 0,0 0 1 0 0,-1 1-1 0 0,1-1 1 0 0,-1-1-1 0 0,0 1 1 0 0,1 0-1 0 0,-1-1 0 0 0,0 1 1 0 0,0-1-1 0 0,-1 1 1 0 0,1-1-1 0 0,1-3 1 0 0,11-27-72 0 0,-2 0 0 0 0,-2-1 1 0 0,13-63-1 0 0,-23 96 75 0 0,0 0 0 0 0,0 0 0 0 0,0 1 0 0 0,0-1 0 0 0,0 0 0 0 0,1 0 0 0 0,-1 0 0 0 0,0 1 0 0 0,1-1 0 0 0,-1 0 0 0 0,1 0 0 0 0,-1 1 0 0 0,0-1 0 0 0,1 0 0 0 0,0 1 0 0 0,-1-1 0 0 0,1 0 0 0 0,-1 1 0 0 0,1-1 0 0 0,0 1 0 0 0,-1-1 0 0 0,1 1 0 0 0,0-1 0 0 0,0 1 0 0 0,-1 0 0 0 0,1-1 0 0 0,0 1 0 0 0,1 0 0 0 0,0 0 0 0 0,0 0 0 0 0,0 0 0 0 0,-1 0 0 0 0,1 0 0 0 0,0 1 0 0 0,0-1 0 0 0,0 1 0 0 0,-1-1 0 0 0,1 1 0 0 0,0 0 0 0 0,-1 0 0 0 0,4 1 0 0 0,0 2 0 0 0,0-1 0 0 0,0 1 0 0 0,-1 0 0 0 0,1 0 0 0 0,-1 0 0 0 0,0 1 0 0 0,6 8 0 0 0,12 39 36 0 0,-17-37-19 0 0,1-1 0 0 0,1 0 0 0 0,11 19 0 0 0,-16-29-46 0 0,1-1 1 0 0,-1 0 0 0 0,1 0-1 0 0,-1 0 1 0 0,1 0-1 0 0,0 0 1 0 0,0-1 0 0 0,1 1-1 0 0,-1-1 1 0 0,0 0-1 0 0,1 0 1 0 0,-1 0-1 0 0,1 0 1 0 0,0-1 0 0 0,0 1-1 0 0,-1-1 1 0 0,1 0-1 0 0,4 0 1 0 0,12-2-2349 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7.8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15 157 8290 0 0,'-1'0'54'0'0,"0"0"1"0"0,1 0 0 0 0,-1-1 0 0 0,0 1-1 0 0,0 0 1 0 0,0-1 0 0 0,1 1-1 0 0,-1-1 1 0 0,0 1 0 0 0,1-1-1 0 0,-1 1 1 0 0,0-1 0 0 0,1 0 0 0 0,-1 1-1 0 0,0-1 1 0 0,1 0 0 0 0,-1 1-1 0 0,1-1 1 0 0,0 0 0 0 0,-1 0-1 0 0,0 0 1 0 0,2 0 19 0 0,-1 1 1 0 0,1-1-1 0 0,-1 1 0 0 0,0 0 0 0 0,1-1 1 0 0,-1 1-1 0 0,1-1 0 0 0,-1 1 0 0 0,1 0 1 0 0,-1-1-1 0 0,1 1 0 0 0,-1 0 0 0 0,1 0 1 0 0,-1 0-1 0 0,1-1 0 0 0,-1 1 0 0 0,1 0 1 0 0,-1 0-1 0 0,1 0 0 0 0,0 0 0 0 0,-1 0 1 0 0,2 0-1 0 0,3-1 286 0 0,0 1 1 0 0,0 0-1 0 0,0 0 1 0 0,0 0-1 0 0,0 1 1 0 0,7 1-1 0 0,-3 2-4 0 0,0 0 0 0 0,0 1 1 0 0,0 0-1 0 0,-1 1 0 0 0,0-1 0 0 0,0 2 0 0 0,11 10 0 0 0,2 4 603 0 0,21 30 0 0 0,-43-93 3309 0 0,0 6-4232 0 0,6-43 1 0 0,-2 59-482 0 0,2 0 1 0 0,9-25 0 0 0,-5 21-835 0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8.1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199 1 3681 0 0,'33'-1'348'0'0,"-17"3"4250"0"0,-38 7-3542 0 0,0 2 1 0 0,0 0-1 0 0,0 0 0 0 0,-34 28 1 0 0,46-32-859 0 0,0 1-1 0 0,1 1 1 0 0,0 0 0 0 0,1 0 0 0 0,0 1 0 0 0,0 0 0 0 0,1 0 0 0 0,0 1 0 0 0,1 0 0 0 0,1 0 0 0 0,-7 15-1 0 0,11-23-125 0 0,1-1 0 0 0,-1 0 0 0 0,0 1 0 0 0,1-1 0 0 0,-1 0 0 0 0,1 1 0 0 0,0-1 0 0 0,0 1 0 0 0,0-1 0 0 0,0 1-1 0 0,0-1 1 0 0,0 1 0 0 0,1-1 0 0 0,-1 1 0 0 0,2 1 0 0 0,-1-2-43 0 0,-1-1 1 0 0,1 0-1 0 0,0 1 1 0 0,0-1-1 0 0,0 0 0 0 0,0 0 1 0 0,0 0-1 0 0,0 0 1 0 0,0 0-1 0 0,0 0 0 0 0,1 0 1 0 0,-1 0-1 0 0,0 0 1 0 0,1-1-1 0 0,-1 1 0 0 0,0 0 1 0 0,1-1-1 0 0,2 1 1 0 0,0 0-40 0 0,0 0 0 0 0,1-1 0 0 0,-1 0 0 0 0,1 0 1 0 0,-1 0-1 0 0,0 0 0 0 0,1-1 0 0 0,-1 0 0 0 0,1 0 1 0 0,-1 0-1 0 0,0 0 0 0 0,0-1 0 0 0,0 1 0 0 0,0-1 1 0 0,4-3-1 0 0,18-12-335 0 0,0-2 1 0 0,-2-1-1 0 0,-1-1 1 0 0,0 0 0 0 0,-2-2-1 0 0,24-26 1767 0 0,-42 58-439 0 0,1 22-348 0 0,-2-13-301 0 0,-1-12-615 0 0,1 0-1 0 0,0 1 1 0 0,0-1 0 0 0,1 0 0 0 0,4 7 0 0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8.7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1 5529 0 0,'0'0'423'0'0,"-26"8"3684"0"0,17-2-3549 0 0,0 0-1 0 0,0 1 0 0 0,1 0 0 0 0,0 0 0 0 0,1 1 0 0 0,0 0 0 0 0,0 0 0 0 0,0 1 0 0 0,1 0 1 0 0,1 0-1 0 0,-1 0 0 0 0,1 1 0 0 0,-5 15 0 0 0,8-19-414 0 0,0 0 1 0 0,0 0-1 0 0,1 1 0 0 0,0-1 1 0 0,0 0-1 0 0,0 1 1 0 0,1-1-1 0 0,0 0 0 0 0,0 1 1 0 0,3 11-1 0 0,-2-14-71 0 0,0 0 0 0 0,0 0 0 0 0,1-1 0 0 0,0 1 1 0 0,0 0-1 0 0,0 0 0 0 0,0-1 0 0 0,0 0 0 0 0,1 1 0 0 0,-1-1 0 0 0,1 0 0 0 0,0 0 0 0 0,0 0 0 0 0,0 0 0 0 0,1-1 1 0 0,-1 1-1 0 0,7 2 0 0 0,-6-2-73 0 0,0-2 0 0 0,1 1 0 0 0,-1-1 1 0 0,1 1-1 0 0,-1-1 0 0 0,1 0 0 0 0,0-1 1 0 0,0 1-1 0 0,-1-1 0 0 0,1 0 0 0 0,0 0 0 0 0,-1-1 1 0 0,1 1-1 0 0,0-1 0 0 0,-1 0 0 0 0,1 0 0 0 0,0-1 1 0 0,-1 1-1 0 0,0-1 0 0 0,1 0 0 0 0,-1 0 1 0 0,0 0-1 0 0,0-1 0 0 0,0 0 0 0 0,0 0 0 0 0,5-5 1 0 0,2-2 14 0 0,0 0 0 0 0,0-1 0 0 0,-1 0 0 0 0,-1-1 0 0 0,0 0 1 0 0,0-1-1 0 0,6-15 0 0 0,-7 13 99 0 0,-6 9-43 0 0,1 0 0 0 0,0 0 0 0 0,0 0 0 0 0,0 1 1 0 0,0-1-1 0 0,1 1 0 0 0,0 0 0 0 0,0 0 0 0 0,1 0 0 0 0,-1 1 1 0 0,10-7-1 0 0,-14 11-56 0 0,1 0 0 0 0,0 0 0 0 0,-1 0 0 0 0,1 0 0 0 0,0 0 0 0 0,0 0 0 0 0,-1 0 1 0 0,1 0-1 0 0,0 0 0 0 0,-1 0 0 0 0,1 0 0 0 0,-1 1 0 0 0,1-1 0 0 0,0 0 0 0 0,-1 0 0 0 0,1 1 0 0 0,-1-1 1 0 0,1 1-1 0 0,-1-1 0 0 0,1 0 0 0 0,0 1 0 0 0,-1-1 0 0 0,0 1 0 0 0,1-1 0 0 0,-1 1 0 0 0,1-1 1 0 0,-1 1-1 0 0,0 0 0 0 0,1-1 0 0 0,-1 2 0 0 0,13 23 178 0 0,-10-19-117 0 0,0-1-68 0 0,0 1 1 0 0,0-1 0 0 0,0 0 0 0 0,1 0-1 0 0,0 0 1 0 0,0-1 0 0 0,0 1-1 0 0,1-1 1 0 0,-1 0 0 0 0,1 0-1 0 0,0-1 1 0 0,0 1 0 0 0,0-1-1 0 0,0 0 1 0 0,1-1 0 0 0,0 1-1 0 0,-1-1 1 0 0,7 1 0 0 0,-3-1 0 0 0,0 0 1 0 0,1-1-1 0 0,-1 0 1 0 0,1-1-1 0 0,-1 0 1 0 0,0-1-1 0 0,1 1 1 0 0,-1-2-1 0 0,0 0 1 0 0,0 0-1 0 0,11-4 1 0 0,-8 1-9 0 0,0 0 0 0 0,0-1 0 0 0,-1-1 0 0 0,0 0 0 0 0,-1-1 0 0 0,1 1 0 0 0,-2-2 0 0 0,1 0 0 0 0,-1 0 0 0 0,0 0 0 0 0,-1-1 0 0 0,13-21 0 0 0,-21 31 0 0 0,1-1 0 0 0,-1 1 0 0 0,0-1 0 0 0,1 0 0 0 0,-1 1-1 0 0,0-1 1 0 0,1 1 0 0 0,-1-1 0 0 0,1 1 0 0 0,-1-1 0 0 0,1 1 0 0 0,-1-1 0 0 0,1 1 0 0 0,-1 0 0 0 0,1-1 0 0 0,-1 1 0 0 0,1 0 0 0 0,0-1 0 0 0,-1 1 0 0 0,1 0 0 0 0,-1 0-1 0 0,1 0 1 0 0,0-1 0 0 0,-1 1 0 0 0,1 0 0 0 0,0 0 0 0 0,-1 0 0 0 0,1 0 0 0 0,1 0 0 0 0,-2 1 0 0 0,1 0 0 0 0,0-1 0 0 0,0 1 0 0 0,-1 0-1 0 0,1 0 1 0 0,-1 0 0 0 0,1 0 0 0 0,0-1 0 0 0,-1 1 0 0 0,1 0 0 0 0,-1 0 0 0 0,0 0-1 0 0,1 0 1 0 0,-1 0 0 0 0,0 0 0 0 0,0 2 0 0 0,5 48 15 0 0,-5-48-10 0 0,2 34 70 0 0,-3 0 0 0 0,-1 0 0 0 0,-2 0 0 0 0,-1 0 0 0 0,-2-1 1 0 0,-2 1-1 0 0,-1-2 0 0 0,-1 1 0 0 0,-2-1 0 0 0,-2-1 0 0 0,-24 40 0 0 0,-109 161-52 0 0,126-201-283 0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30T21:59:18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17972 0 0,'2'7'1600'0'0,"0"-2"-1280"0"0,-1-1-256 0 0,-1-1-64 0 0,0-2 216 0 0,0 2 32 0 0,0 4 8 0 0,0 4 0 0 0,2 3-256 0 0,-2-2-64 0 0,2-1-8 0 0,1-4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2.png"/><Relationship Id="rId21" Type="http://schemas.openxmlformats.org/officeDocument/2006/relationships/image" Target="../media/image14.png"/><Relationship Id="rId42" Type="http://schemas.openxmlformats.org/officeDocument/2006/relationships/customXml" Target="../ink/ink21.xml"/><Relationship Id="rId63" Type="http://schemas.openxmlformats.org/officeDocument/2006/relationships/image" Target="../media/image35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83.png"/><Relationship Id="rId170" Type="http://schemas.openxmlformats.org/officeDocument/2006/relationships/customXml" Target="../ink/ink85.xml"/><Relationship Id="rId191" Type="http://schemas.openxmlformats.org/officeDocument/2006/relationships/image" Target="../media/image99.png"/><Relationship Id="rId205" Type="http://schemas.openxmlformats.org/officeDocument/2006/relationships/image" Target="../media/image106.png"/><Relationship Id="rId226" Type="http://schemas.openxmlformats.org/officeDocument/2006/relationships/customXml" Target="../ink/ink113.xml"/><Relationship Id="rId247" Type="http://schemas.openxmlformats.org/officeDocument/2006/relationships/image" Target="../media/image127.png"/><Relationship Id="rId107" Type="http://schemas.openxmlformats.org/officeDocument/2006/relationships/image" Target="../media/image57.png"/><Relationship Id="rId11" Type="http://schemas.openxmlformats.org/officeDocument/2006/relationships/image" Target="../media/image9.png"/><Relationship Id="rId32" Type="http://schemas.openxmlformats.org/officeDocument/2006/relationships/customXml" Target="../ink/ink16.xml"/><Relationship Id="rId53" Type="http://schemas.openxmlformats.org/officeDocument/2006/relationships/image" Target="../media/image30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149" Type="http://schemas.openxmlformats.org/officeDocument/2006/relationships/image" Target="../media/image78.png"/><Relationship Id="rId5" Type="http://schemas.openxmlformats.org/officeDocument/2006/relationships/image" Target="../media/image6.png"/><Relationship Id="rId95" Type="http://schemas.openxmlformats.org/officeDocument/2006/relationships/image" Target="../media/image51.png"/><Relationship Id="rId160" Type="http://schemas.openxmlformats.org/officeDocument/2006/relationships/customXml" Target="../ink/ink80.xml"/><Relationship Id="rId181" Type="http://schemas.openxmlformats.org/officeDocument/2006/relationships/image" Target="../media/image94.png"/><Relationship Id="rId216" Type="http://schemas.openxmlformats.org/officeDocument/2006/relationships/customXml" Target="../ink/ink108.xml"/><Relationship Id="rId237" Type="http://schemas.openxmlformats.org/officeDocument/2006/relationships/image" Target="../media/image122.png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43" Type="http://schemas.openxmlformats.org/officeDocument/2006/relationships/image" Target="../media/image25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73.png"/><Relationship Id="rId85" Type="http://schemas.openxmlformats.org/officeDocument/2006/relationships/image" Target="../media/image46.png"/><Relationship Id="rId150" Type="http://schemas.openxmlformats.org/officeDocument/2006/relationships/customXml" Target="../ink/ink75.xml"/><Relationship Id="rId171" Type="http://schemas.openxmlformats.org/officeDocument/2006/relationships/image" Target="../media/image89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7.png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33" Type="http://schemas.openxmlformats.org/officeDocument/2006/relationships/image" Target="../media/image20.png"/><Relationship Id="rId108" Type="http://schemas.openxmlformats.org/officeDocument/2006/relationships/customXml" Target="../ink/ink54.xml"/><Relationship Id="rId129" Type="http://schemas.openxmlformats.org/officeDocument/2006/relationships/image" Target="../media/image68.png"/><Relationship Id="rId54" Type="http://schemas.openxmlformats.org/officeDocument/2006/relationships/customXml" Target="../ink/ink27.xml"/><Relationship Id="rId75" Type="http://schemas.openxmlformats.org/officeDocument/2006/relationships/image" Target="../media/image41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4.png"/><Relationship Id="rId182" Type="http://schemas.openxmlformats.org/officeDocument/2006/relationships/customXml" Target="../ink/ink91.xml"/><Relationship Id="rId217" Type="http://schemas.openxmlformats.org/officeDocument/2006/relationships/image" Target="../media/image112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image" Target="../media/image133.png"/><Relationship Id="rId23" Type="http://schemas.openxmlformats.org/officeDocument/2006/relationships/image" Target="../media/image15.png"/><Relationship Id="rId119" Type="http://schemas.openxmlformats.org/officeDocument/2006/relationships/image" Target="../media/image63.png"/><Relationship Id="rId44" Type="http://schemas.openxmlformats.org/officeDocument/2006/relationships/customXml" Target="../ink/ink22.xml"/><Relationship Id="rId65" Type="http://schemas.openxmlformats.org/officeDocument/2006/relationships/image" Target="../media/image36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9.png"/><Relationship Id="rId172" Type="http://schemas.openxmlformats.org/officeDocument/2006/relationships/customXml" Target="../ink/ink86.xml"/><Relationship Id="rId193" Type="http://schemas.openxmlformats.org/officeDocument/2006/relationships/image" Target="../media/image100.png"/><Relationship Id="rId207" Type="http://schemas.openxmlformats.org/officeDocument/2006/relationships/image" Target="../media/image107.png"/><Relationship Id="rId228" Type="http://schemas.openxmlformats.org/officeDocument/2006/relationships/customXml" Target="../ink/ink114.xml"/><Relationship Id="rId249" Type="http://schemas.openxmlformats.org/officeDocument/2006/relationships/image" Target="../media/image128.png"/><Relationship Id="rId13" Type="http://schemas.openxmlformats.org/officeDocument/2006/relationships/image" Target="../media/image10.png"/><Relationship Id="rId109" Type="http://schemas.openxmlformats.org/officeDocument/2006/relationships/image" Target="../media/image58.png"/><Relationship Id="rId34" Type="http://schemas.openxmlformats.org/officeDocument/2006/relationships/customXml" Target="../ink/ink17.xml"/><Relationship Id="rId55" Type="http://schemas.openxmlformats.org/officeDocument/2006/relationships/image" Target="../media/image31.png"/><Relationship Id="rId76" Type="http://schemas.openxmlformats.org/officeDocument/2006/relationships/customXml" Target="../ink/ink38.xml"/><Relationship Id="rId97" Type="http://schemas.openxmlformats.org/officeDocument/2006/relationships/image" Target="../media/image52.png"/><Relationship Id="rId120" Type="http://schemas.openxmlformats.org/officeDocument/2006/relationships/customXml" Target="../ink/ink60.xml"/><Relationship Id="rId141" Type="http://schemas.openxmlformats.org/officeDocument/2006/relationships/image" Target="../media/image74.png"/><Relationship Id="rId7" Type="http://schemas.openxmlformats.org/officeDocument/2006/relationships/image" Target="../media/image7.png"/><Relationship Id="rId162" Type="http://schemas.openxmlformats.org/officeDocument/2006/relationships/customXml" Target="../ink/ink81.xml"/><Relationship Id="rId183" Type="http://schemas.openxmlformats.org/officeDocument/2006/relationships/image" Target="../media/image95.png"/><Relationship Id="rId218" Type="http://schemas.openxmlformats.org/officeDocument/2006/relationships/customXml" Target="../ink/ink109.xml"/><Relationship Id="rId239" Type="http://schemas.openxmlformats.org/officeDocument/2006/relationships/image" Target="../media/image123.png"/><Relationship Id="rId250" Type="http://schemas.openxmlformats.org/officeDocument/2006/relationships/customXml" Target="../ink/ink125.xml"/><Relationship Id="rId24" Type="http://schemas.openxmlformats.org/officeDocument/2006/relationships/customXml" Target="../ink/ink12.xml"/><Relationship Id="rId45" Type="http://schemas.openxmlformats.org/officeDocument/2006/relationships/image" Target="../media/image26.png"/><Relationship Id="rId66" Type="http://schemas.openxmlformats.org/officeDocument/2006/relationships/customXml" Target="../ink/ink33.xml"/><Relationship Id="rId87" Type="http://schemas.openxmlformats.org/officeDocument/2006/relationships/image" Target="../media/image47.png"/><Relationship Id="rId110" Type="http://schemas.openxmlformats.org/officeDocument/2006/relationships/customXml" Target="../ink/ink55.xml"/><Relationship Id="rId131" Type="http://schemas.openxmlformats.org/officeDocument/2006/relationships/image" Target="../media/image69.png"/><Relationship Id="rId152" Type="http://schemas.openxmlformats.org/officeDocument/2006/relationships/customXml" Target="../ink/ink76.xml"/><Relationship Id="rId173" Type="http://schemas.openxmlformats.org/officeDocument/2006/relationships/image" Target="../media/image90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8.png"/><Relationship Id="rId240" Type="http://schemas.openxmlformats.org/officeDocument/2006/relationships/customXml" Target="../ink/ink120.xml"/><Relationship Id="rId14" Type="http://schemas.openxmlformats.org/officeDocument/2006/relationships/customXml" Target="../ink/ink7.xml"/><Relationship Id="rId35" Type="http://schemas.openxmlformats.org/officeDocument/2006/relationships/image" Target="../media/image21.png"/><Relationship Id="rId56" Type="http://schemas.openxmlformats.org/officeDocument/2006/relationships/customXml" Target="../ink/ink28.xml"/><Relationship Id="rId77" Type="http://schemas.openxmlformats.org/officeDocument/2006/relationships/image" Target="../media/image42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4.png"/><Relationship Id="rId142" Type="http://schemas.openxmlformats.org/officeDocument/2006/relationships/customXml" Target="../ink/ink71.xml"/><Relationship Id="rId163" Type="http://schemas.openxmlformats.org/officeDocument/2006/relationships/image" Target="../media/image85.png"/><Relationship Id="rId184" Type="http://schemas.openxmlformats.org/officeDocument/2006/relationships/customXml" Target="../ink/ink92.xml"/><Relationship Id="rId219" Type="http://schemas.openxmlformats.org/officeDocument/2006/relationships/image" Target="../media/image113.png"/><Relationship Id="rId230" Type="http://schemas.openxmlformats.org/officeDocument/2006/relationships/customXml" Target="../ink/ink115.xml"/><Relationship Id="rId251" Type="http://schemas.openxmlformats.org/officeDocument/2006/relationships/image" Target="../media/image129.png"/><Relationship Id="rId25" Type="http://schemas.openxmlformats.org/officeDocument/2006/relationships/image" Target="../media/image16.png"/><Relationship Id="rId46" Type="http://schemas.openxmlformats.org/officeDocument/2006/relationships/customXml" Target="../ink/ink23.xml"/><Relationship Id="rId67" Type="http://schemas.openxmlformats.org/officeDocument/2006/relationships/image" Target="../media/image37.png"/><Relationship Id="rId88" Type="http://schemas.openxmlformats.org/officeDocument/2006/relationships/customXml" Target="../ink/ink44.xml"/><Relationship Id="rId111" Type="http://schemas.openxmlformats.org/officeDocument/2006/relationships/image" Target="../media/image59.png"/><Relationship Id="rId132" Type="http://schemas.openxmlformats.org/officeDocument/2006/relationships/customXml" Target="../ink/ink66.xml"/><Relationship Id="rId153" Type="http://schemas.openxmlformats.org/officeDocument/2006/relationships/image" Target="../media/image80.png"/><Relationship Id="rId174" Type="http://schemas.openxmlformats.org/officeDocument/2006/relationships/customXml" Target="../ink/ink87.xml"/><Relationship Id="rId195" Type="http://schemas.openxmlformats.org/officeDocument/2006/relationships/image" Target="../media/image101.png"/><Relationship Id="rId209" Type="http://schemas.openxmlformats.org/officeDocument/2006/relationships/image" Target="../media/image108.png"/><Relationship Id="rId220" Type="http://schemas.openxmlformats.org/officeDocument/2006/relationships/customXml" Target="../ink/ink110.xml"/><Relationship Id="rId241" Type="http://schemas.openxmlformats.org/officeDocument/2006/relationships/image" Target="../media/image124.png"/><Relationship Id="rId15" Type="http://schemas.openxmlformats.org/officeDocument/2006/relationships/image" Target="../media/image11.png"/><Relationship Id="rId36" Type="http://schemas.openxmlformats.org/officeDocument/2006/relationships/customXml" Target="../ink/ink18.xml"/><Relationship Id="rId57" Type="http://schemas.openxmlformats.org/officeDocument/2006/relationships/image" Target="../media/image32.png"/><Relationship Id="rId78" Type="http://schemas.openxmlformats.org/officeDocument/2006/relationships/customXml" Target="../ink/ink39.xml"/><Relationship Id="rId99" Type="http://schemas.openxmlformats.org/officeDocument/2006/relationships/image" Target="../media/image53.png"/><Relationship Id="rId101" Type="http://schemas.openxmlformats.org/officeDocument/2006/relationships/image" Target="../media/image54.png"/><Relationship Id="rId122" Type="http://schemas.openxmlformats.org/officeDocument/2006/relationships/customXml" Target="../ink/ink61.xml"/><Relationship Id="rId143" Type="http://schemas.openxmlformats.org/officeDocument/2006/relationships/image" Target="../media/image75.png"/><Relationship Id="rId164" Type="http://schemas.openxmlformats.org/officeDocument/2006/relationships/customXml" Target="../ink/ink82.xml"/><Relationship Id="rId185" Type="http://schemas.openxmlformats.org/officeDocument/2006/relationships/image" Target="../media/image96.png"/><Relationship Id="rId9" Type="http://schemas.openxmlformats.org/officeDocument/2006/relationships/image" Target="../media/image8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9.png"/><Relationship Id="rId252" Type="http://schemas.openxmlformats.org/officeDocument/2006/relationships/customXml" Target="../ink/ink126.xml"/><Relationship Id="rId47" Type="http://schemas.openxmlformats.org/officeDocument/2006/relationships/image" Target="../media/image27.png"/><Relationship Id="rId68" Type="http://schemas.openxmlformats.org/officeDocument/2006/relationships/customXml" Target="../ink/ink34.xml"/><Relationship Id="rId89" Type="http://schemas.openxmlformats.org/officeDocument/2006/relationships/image" Target="../media/image48.png"/><Relationship Id="rId112" Type="http://schemas.openxmlformats.org/officeDocument/2006/relationships/customXml" Target="../ink/ink56.xml"/><Relationship Id="rId133" Type="http://schemas.openxmlformats.org/officeDocument/2006/relationships/image" Target="../media/image70.png"/><Relationship Id="rId154" Type="http://schemas.openxmlformats.org/officeDocument/2006/relationships/customXml" Target="../ink/ink77.xml"/><Relationship Id="rId175" Type="http://schemas.openxmlformats.org/officeDocument/2006/relationships/image" Target="../media/image91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4.png"/><Relationship Id="rId242" Type="http://schemas.openxmlformats.org/officeDocument/2006/relationships/customXml" Target="../ink/ink121.xml"/><Relationship Id="rId37" Type="http://schemas.openxmlformats.org/officeDocument/2006/relationships/image" Target="../media/image22.png"/><Relationship Id="rId58" Type="http://schemas.openxmlformats.org/officeDocument/2006/relationships/customXml" Target="../ink/ink29.xml"/><Relationship Id="rId79" Type="http://schemas.openxmlformats.org/officeDocument/2006/relationships/image" Target="../media/image43.png"/><Relationship Id="rId102" Type="http://schemas.openxmlformats.org/officeDocument/2006/relationships/customXml" Target="../ink/ink51.xml"/><Relationship Id="rId123" Type="http://schemas.openxmlformats.org/officeDocument/2006/relationships/image" Target="../media/image65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6.png"/><Relationship Id="rId186" Type="http://schemas.openxmlformats.org/officeDocument/2006/relationships/customXml" Target="../ink/ink93.xml"/><Relationship Id="rId211" Type="http://schemas.openxmlformats.org/officeDocument/2006/relationships/image" Target="../media/image109.png"/><Relationship Id="rId232" Type="http://schemas.openxmlformats.org/officeDocument/2006/relationships/customXml" Target="../ink/ink116.xml"/><Relationship Id="rId253" Type="http://schemas.openxmlformats.org/officeDocument/2006/relationships/image" Target="../media/image130.png"/><Relationship Id="rId27" Type="http://schemas.openxmlformats.org/officeDocument/2006/relationships/image" Target="../media/image17.png"/><Relationship Id="rId48" Type="http://schemas.openxmlformats.org/officeDocument/2006/relationships/customXml" Target="../ink/ink24.xml"/><Relationship Id="rId69" Type="http://schemas.openxmlformats.org/officeDocument/2006/relationships/image" Target="../media/image38.png"/><Relationship Id="rId113" Type="http://schemas.openxmlformats.org/officeDocument/2006/relationships/image" Target="../media/image60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81.png"/><Relationship Id="rId176" Type="http://schemas.openxmlformats.org/officeDocument/2006/relationships/customXml" Target="../ink/ink88.xml"/><Relationship Id="rId197" Type="http://schemas.openxmlformats.org/officeDocument/2006/relationships/image" Target="../media/image102.png"/><Relationship Id="rId201" Type="http://schemas.openxmlformats.org/officeDocument/2006/relationships/image" Target="../media/image104.png"/><Relationship Id="rId222" Type="http://schemas.openxmlformats.org/officeDocument/2006/relationships/customXml" Target="../ink/ink111.xml"/><Relationship Id="rId243" Type="http://schemas.openxmlformats.org/officeDocument/2006/relationships/image" Target="../media/image125.png"/><Relationship Id="rId17" Type="http://schemas.openxmlformats.org/officeDocument/2006/relationships/image" Target="../media/image12.png"/><Relationship Id="rId38" Type="http://schemas.openxmlformats.org/officeDocument/2006/relationships/customXml" Target="../ink/ink19.xml"/><Relationship Id="rId59" Type="http://schemas.openxmlformats.org/officeDocument/2006/relationships/image" Target="../media/image33.png"/><Relationship Id="rId103" Type="http://schemas.openxmlformats.org/officeDocument/2006/relationships/image" Target="../media/image55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9.png"/><Relationship Id="rId145" Type="http://schemas.openxmlformats.org/officeDocument/2006/relationships/image" Target="../media/image76.png"/><Relationship Id="rId166" Type="http://schemas.openxmlformats.org/officeDocument/2006/relationships/customXml" Target="../ink/ink83.xml"/><Relationship Id="rId187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20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8.png"/><Relationship Id="rId114" Type="http://schemas.openxmlformats.org/officeDocument/2006/relationships/customXml" Target="../ink/ink57.xml"/><Relationship Id="rId60" Type="http://schemas.openxmlformats.org/officeDocument/2006/relationships/customXml" Target="../ink/ink30.xml"/><Relationship Id="rId81" Type="http://schemas.openxmlformats.org/officeDocument/2006/relationships/image" Target="../media/image44.png"/><Relationship Id="rId135" Type="http://schemas.openxmlformats.org/officeDocument/2006/relationships/image" Target="../media/image71.png"/><Relationship Id="rId156" Type="http://schemas.openxmlformats.org/officeDocument/2006/relationships/customXml" Target="../ink/ink78.xml"/><Relationship Id="rId177" Type="http://schemas.openxmlformats.org/officeDocument/2006/relationships/image" Target="../media/image92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5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3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6.png"/><Relationship Id="rId146" Type="http://schemas.openxmlformats.org/officeDocument/2006/relationships/customXml" Target="../ink/ink73.xml"/><Relationship Id="rId167" Type="http://schemas.openxmlformats.org/officeDocument/2006/relationships/image" Target="../media/image87.png"/><Relationship Id="rId188" Type="http://schemas.openxmlformats.org/officeDocument/2006/relationships/customXml" Target="../ink/ink94.xml"/><Relationship Id="rId71" Type="http://schemas.openxmlformats.org/officeDocument/2006/relationships/image" Target="../media/image39.png"/><Relationship Id="rId92" Type="http://schemas.openxmlformats.org/officeDocument/2006/relationships/customXml" Target="../ink/ink46.xml"/><Relationship Id="rId213" Type="http://schemas.openxmlformats.org/officeDocument/2006/relationships/image" Target="../media/image110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8.png"/><Relationship Id="rId255" Type="http://schemas.openxmlformats.org/officeDocument/2006/relationships/image" Target="../media/image131.png"/><Relationship Id="rId40" Type="http://schemas.openxmlformats.org/officeDocument/2006/relationships/customXml" Target="../ink/ink20.xml"/><Relationship Id="rId115" Type="http://schemas.openxmlformats.org/officeDocument/2006/relationships/image" Target="../media/image61.png"/><Relationship Id="rId136" Type="http://schemas.openxmlformats.org/officeDocument/2006/relationships/customXml" Target="../ink/ink68.xml"/><Relationship Id="rId157" Type="http://schemas.openxmlformats.org/officeDocument/2006/relationships/image" Target="../media/image82.png"/><Relationship Id="rId178" Type="http://schemas.openxmlformats.org/officeDocument/2006/relationships/customXml" Target="../ink/ink89.xml"/><Relationship Id="rId61" Type="http://schemas.openxmlformats.org/officeDocument/2006/relationships/image" Target="../media/image34.png"/><Relationship Id="rId82" Type="http://schemas.openxmlformats.org/officeDocument/2006/relationships/customXml" Target="../ink/ink41.xml"/><Relationship Id="rId199" Type="http://schemas.openxmlformats.org/officeDocument/2006/relationships/image" Target="../media/image103.png"/><Relationship Id="rId203" Type="http://schemas.openxmlformats.org/officeDocument/2006/relationships/image" Target="../media/image105.png"/><Relationship Id="rId19" Type="http://schemas.openxmlformats.org/officeDocument/2006/relationships/image" Target="../media/image13.png"/><Relationship Id="rId224" Type="http://schemas.openxmlformats.org/officeDocument/2006/relationships/customXml" Target="../ink/ink112.xml"/><Relationship Id="rId245" Type="http://schemas.openxmlformats.org/officeDocument/2006/relationships/image" Target="../media/image126.png"/><Relationship Id="rId30" Type="http://schemas.openxmlformats.org/officeDocument/2006/relationships/customXml" Target="../ink/ink15.xml"/><Relationship Id="rId105" Type="http://schemas.openxmlformats.org/officeDocument/2006/relationships/image" Target="../media/image56.png"/><Relationship Id="rId126" Type="http://schemas.openxmlformats.org/officeDocument/2006/relationships/customXml" Target="../ink/ink63.xml"/><Relationship Id="rId147" Type="http://schemas.openxmlformats.org/officeDocument/2006/relationships/image" Target="../media/image77.png"/><Relationship Id="rId168" Type="http://schemas.openxmlformats.org/officeDocument/2006/relationships/customXml" Target="../ink/ink84.xml"/><Relationship Id="rId51" Type="http://schemas.openxmlformats.org/officeDocument/2006/relationships/image" Target="../media/image29.png"/><Relationship Id="rId72" Type="http://schemas.openxmlformats.org/officeDocument/2006/relationships/customXml" Target="../ink/ink36.xml"/><Relationship Id="rId93" Type="http://schemas.openxmlformats.org/officeDocument/2006/relationships/image" Target="../media/image50.png"/><Relationship Id="rId189" Type="http://schemas.openxmlformats.org/officeDocument/2006/relationships/image" Target="../media/image98.png"/><Relationship Id="rId3" Type="http://schemas.openxmlformats.org/officeDocument/2006/relationships/image" Target="../media/image5.png"/><Relationship Id="rId214" Type="http://schemas.openxmlformats.org/officeDocument/2006/relationships/customXml" Target="../ink/ink107.xml"/><Relationship Id="rId235" Type="http://schemas.openxmlformats.org/officeDocument/2006/relationships/image" Target="../media/image121.png"/><Relationship Id="rId256" Type="http://schemas.openxmlformats.org/officeDocument/2006/relationships/customXml" Target="../ink/ink128.xml"/><Relationship Id="rId116" Type="http://schemas.openxmlformats.org/officeDocument/2006/relationships/customXml" Target="../ink/ink58.xml"/><Relationship Id="rId137" Type="http://schemas.openxmlformats.org/officeDocument/2006/relationships/image" Target="../media/image72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4.png"/><Relationship Id="rId62" Type="http://schemas.openxmlformats.org/officeDocument/2006/relationships/customXml" Target="../ink/ink31.xml"/><Relationship Id="rId83" Type="http://schemas.openxmlformats.org/officeDocument/2006/relationships/image" Target="../media/image45.png"/><Relationship Id="rId179" Type="http://schemas.openxmlformats.org/officeDocument/2006/relationships/image" Target="../media/image93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6.png"/><Relationship Id="rId246" Type="http://schemas.openxmlformats.org/officeDocument/2006/relationships/customXml" Target="../ink/ink123.xml"/><Relationship Id="rId106" Type="http://schemas.openxmlformats.org/officeDocument/2006/relationships/customXml" Target="../ink/ink53.xml"/><Relationship Id="rId127" Type="http://schemas.openxmlformats.org/officeDocument/2006/relationships/image" Target="../media/image67.png"/><Relationship Id="rId10" Type="http://schemas.openxmlformats.org/officeDocument/2006/relationships/customXml" Target="../ink/ink5.xml"/><Relationship Id="rId31" Type="http://schemas.openxmlformats.org/officeDocument/2006/relationships/image" Target="../media/image19.png"/><Relationship Id="rId52" Type="http://schemas.openxmlformats.org/officeDocument/2006/relationships/customXml" Target="../ink/ink26.xml"/><Relationship Id="rId73" Type="http://schemas.openxmlformats.org/officeDocument/2006/relationships/image" Target="../media/image40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8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1.png"/><Relationship Id="rId236" Type="http://schemas.openxmlformats.org/officeDocument/2006/relationships/customXml" Target="../ink/ink118.xml"/><Relationship Id="rId257" Type="http://schemas.openxmlformats.org/officeDocument/2006/relationships/image" Target="../media/image13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35.xml"/><Relationship Id="rId18" Type="http://schemas.openxmlformats.org/officeDocument/2006/relationships/image" Target="../media/image142.png"/><Relationship Id="rId26" Type="http://schemas.openxmlformats.org/officeDocument/2006/relationships/image" Target="../media/image146.png"/><Relationship Id="rId21" Type="http://schemas.openxmlformats.org/officeDocument/2006/relationships/customXml" Target="../ink/ink139.xml"/><Relationship Id="rId34" Type="http://schemas.openxmlformats.org/officeDocument/2006/relationships/image" Target="../media/image150.png"/><Relationship Id="rId7" Type="http://schemas.openxmlformats.org/officeDocument/2006/relationships/customXml" Target="../ink/ink132.xml"/><Relationship Id="rId12" Type="http://schemas.openxmlformats.org/officeDocument/2006/relationships/image" Target="../media/image139.png"/><Relationship Id="rId17" Type="http://schemas.openxmlformats.org/officeDocument/2006/relationships/customXml" Target="../ink/ink137.xml"/><Relationship Id="rId25" Type="http://schemas.openxmlformats.org/officeDocument/2006/relationships/customXml" Target="../ink/ink141.xml"/><Relationship Id="rId33" Type="http://schemas.openxmlformats.org/officeDocument/2006/relationships/customXml" Target="../ink/ink145.xml"/><Relationship Id="rId38" Type="http://schemas.openxmlformats.org/officeDocument/2006/relationships/image" Target="../media/image152.png"/><Relationship Id="rId2" Type="http://schemas.openxmlformats.org/officeDocument/2006/relationships/image" Target="../media/image134.png"/><Relationship Id="rId16" Type="http://schemas.openxmlformats.org/officeDocument/2006/relationships/image" Target="../media/image141.png"/><Relationship Id="rId20" Type="http://schemas.openxmlformats.org/officeDocument/2006/relationships/image" Target="../media/image143.png"/><Relationship Id="rId29" Type="http://schemas.openxmlformats.org/officeDocument/2006/relationships/customXml" Target="../ink/ink1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png"/><Relationship Id="rId11" Type="http://schemas.openxmlformats.org/officeDocument/2006/relationships/customXml" Target="../ink/ink134.xml"/><Relationship Id="rId24" Type="http://schemas.openxmlformats.org/officeDocument/2006/relationships/image" Target="../media/image145.png"/><Relationship Id="rId32" Type="http://schemas.openxmlformats.org/officeDocument/2006/relationships/image" Target="../media/image149.png"/><Relationship Id="rId37" Type="http://schemas.openxmlformats.org/officeDocument/2006/relationships/customXml" Target="../ink/ink147.xml"/><Relationship Id="rId5" Type="http://schemas.openxmlformats.org/officeDocument/2006/relationships/customXml" Target="../ink/ink131.xml"/><Relationship Id="rId15" Type="http://schemas.openxmlformats.org/officeDocument/2006/relationships/customXml" Target="../ink/ink136.xml"/><Relationship Id="rId23" Type="http://schemas.openxmlformats.org/officeDocument/2006/relationships/customXml" Target="../ink/ink140.xml"/><Relationship Id="rId28" Type="http://schemas.openxmlformats.org/officeDocument/2006/relationships/image" Target="../media/image147.png"/><Relationship Id="rId36" Type="http://schemas.openxmlformats.org/officeDocument/2006/relationships/image" Target="../media/image151.png"/><Relationship Id="rId10" Type="http://schemas.openxmlformats.org/officeDocument/2006/relationships/image" Target="../media/image138.png"/><Relationship Id="rId19" Type="http://schemas.openxmlformats.org/officeDocument/2006/relationships/customXml" Target="../ink/ink138.xml"/><Relationship Id="rId31" Type="http://schemas.openxmlformats.org/officeDocument/2006/relationships/customXml" Target="../ink/ink144.xml"/><Relationship Id="rId4" Type="http://schemas.openxmlformats.org/officeDocument/2006/relationships/image" Target="../media/image135.png"/><Relationship Id="rId9" Type="http://schemas.openxmlformats.org/officeDocument/2006/relationships/customXml" Target="../ink/ink133.xml"/><Relationship Id="rId14" Type="http://schemas.openxmlformats.org/officeDocument/2006/relationships/image" Target="../media/image140.png"/><Relationship Id="rId22" Type="http://schemas.openxmlformats.org/officeDocument/2006/relationships/image" Target="../media/image144.png"/><Relationship Id="rId27" Type="http://schemas.openxmlformats.org/officeDocument/2006/relationships/customXml" Target="../ink/ink142.xml"/><Relationship Id="rId30" Type="http://schemas.openxmlformats.org/officeDocument/2006/relationships/image" Target="../media/image148.png"/><Relationship Id="rId35" Type="http://schemas.openxmlformats.org/officeDocument/2006/relationships/customXml" Target="../ink/ink146.xml"/><Relationship Id="rId8" Type="http://schemas.openxmlformats.org/officeDocument/2006/relationships/image" Target="../media/image137.png"/><Relationship Id="rId3" Type="http://schemas.openxmlformats.org/officeDocument/2006/relationships/customXml" Target="../ink/ink130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6.png"/><Relationship Id="rId21" Type="http://schemas.openxmlformats.org/officeDocument/2006/relationships/image" Target="../media/image158.png"/><Relationship Id="rId63" Type="http://schemas.openxmlformats.org/officeDocument/2006/relationships/image" Target="../media/image179.png"/><Relationship Id="rId159" Type="http://schemas.openxmlformats.org/officeDocument/2006/relationships/image" Target="../media/image227.png"/><Relationship Id="rId170" Type="http://schemas.openxmlformats.org/officeDocument/2006/relationships/customXml" Target="../ink/ink231.xml"/><Relationship Id="rId226" Type="http://schemas.openxmlformats.org/officeDocument/2006/relationships/customXml" Target="../ink/ink259.xml"/><Relationship Id="rId268" Type="http://schemas.openxmlformats.org/officeDocument/2006/relationships/customXml" Target="../ink/ink280.xml"/><Relationship Id="rId32" Type="http://schemas.openxmlformats.org/officeDocument/2006/relationships/customXml" Target="../ink/ink162.xml"/><Relationship Id="rId74" Type="http://schemas.openxmlformats.org/officeDocument/2006/relationships/customXml" Target="../ink/ink183.xml"/><Relationship Id="rId128" Type="http://schemas.openxmlformats.org/officeDocument/2006/relationships/customXml" Target="../ink/ink210.xml"/><Relationship Id="rId5" Type="http://schemas.openxmlformats.org/officeDocument/2006/relationships/image" Target="../media/image810.png"/><Relationship Id="rId181" Type="http://schemas.openxmlformats.org/officeDocument/2006/relationships/image" Target="../media/image238.png"/><Relationship Id="rId237" Type="http://schemas.openxmlformats.org/officeDocument/2006/relationships/image" Target="../media/image266.png"/><Relationship Id="rId279" Type="http://schemas.openxmlformats.org/officeDocument/2006/relationships/image" Target="../media/image287.png"/><Relationship Id="rId22" Type="http://schemas.openxmlformats.org/officeDocument/2006/relationships/customXml" Target="../ink/ink157.xml"/><Relationship Id="rId43" Type="http://schemas.openxmlformats.org/officeDocument/2006/relationships/image" Target="../media/image169.png"/><Relationship Id="rId64" Type="http://schemas.openxmlformats.org/officeDocument/2006/relationships/customXml" Target="../ink/ink178.xml"/><Relationship Id="rId118" Type="http://schemas.openxmlformats.org/officeDocument/2006/relationships/customXml" Target="../ink/ink205.xml"/><Relationship Id="rId139" Type="http://schemas.openxmlformats.org/officeDocument/2006/relationships/image" Target="../media/image217.png"/><Relationship Id="rId85" Type="http://schemas.openxmlformats.org/officeDocument/2006/relationships/image" Target="../media/image190.png"/><Relationship Id="rId150" Type="http://schemas.openxmlformats.org/officeDocument/2006/relationships/customXml" Target="../ink/ink221.xml"/><Relationship Id="rId171" Type="http://schemas.openxmlformats.org/officeDocument/2006/relationships/image" Target="../media/image233.png"/><Relationship Id="rId192" Type="http://schemas.openxmlformats.org/officeDocument/2006/relationships/customXml" Target="../ink/ink242.xml"/><Relationship Id="rId206" Type="http://schemas.openxmlformats.org/officeDocument/2006/relationships/customXml" Target="../ink/ink249.xml"/><Relationship Id="rId227" Type="http://schemas.openxmlformats.org/officeDocument/2006/relationships/image" Target="../media/image261.png"/><Relationship Id="rId248" Type="http://schemas.openxmlformats.org/officeDocument/2006/relationships/customXml" Target="../ink/ink270.xml"/><Relationship Id="rId269" Type="http://schemas.openxmlformats.org/officeDocument/2006/relationships/image" Target="../media/image282.png"/><Relationship Id="rId12" Type="http://schemas.openxmlformats.org/officeDocument/2006/relationships/customXml" Target="../ink/ink152.xml"/><Relationship Id="rId33" Type="http://schemas.openxmlformats.org/officeDocument/2006/relationships/image" Target="../media/image164.png"/><Relationship Id="rId108" Type="http://schemas.openxmlformats.org/officeDocument/2006/relationships/customXml" Target="../ink/ink200.xml"/><Relationship Id="rId129" Type="http://schemas.openxmlformats.org/officeDocument/2006/relationships/image" Target="../media/image212.png"/><Relationship Id="rId280" Type="http://schemas.openxmlformats.org/officeDocument/2006/relationships/customXml" Target="../ink/ink286.xml"/><Relationship Id="rId54" Type="http://schemas.openxmlformats.org/officeDocument/2006/relationships/customXml" Target="../ink/ink173.xml"/><Relationship Id="rId75" Type="http://schemas.openxmlformats.org/officeDocument/2006/relationships/image" Target="../media/image185.png"/><Relationship Id="rId96" Type="http://schemas.openxmlformats.org/officeDocument/2006/relationships/customXml" Target="../ink/ink194.xml"/><Relationship Id="rId140" Type="http://schemas.openxmlformats.org/officeDocument/2006/relationships/customXml" Target="../ink/ink216.xml"/><Relationship Id="rId161" Type="http://schemas.openxmlformats.org/officeDocument/2006/relationships/image" Target="../media/image228.png"/><Relationship Id="rId182" Type="http://schemas.openxmlformats.org/officeDocument/2006/relationships/customXml" Target="../ink/ink237.xml"/><Relationship Id="rId217" Type="http://schemas.openxmlformats.org/officeDocument/2006/relationships/image" Target="../media/image256.png"/><Relationship Id="rId6" Type="http://schemas.openxmlformats.org/officeDocument/2006/relationships/customXml" Target="../ink/ink149.xml"/><Relationship Id="rId238" Type="http://schemas.openxmlformats.org/officeDocument/2006/relationships/customXml" Target="../ink/ink265.xml"/><Relationship Id="rId259" Type="http://schemas.openxmlformats.org/officeDocument/2006/relationships/image" Target="../media/image277.png"/><Relationship Id="rId23" Type="http://schemas.openxmlformats.org/officeDocument/2006/relationships/image" Target="../media/image159.png"/><Relationship Id="rId119" Type="http://schemas.openxmlformats.org/officeDocument/2006/relationships/image" Target="../media/image207.png"/><Relationship Id="rId270" Type="http://schemas.openxmlformats.org/officeDocument/2006/relationships/customXml" Target="../ink/ink281.xml"/><Relationship Id="rId44" Type="http://schemas.openxmlformats.org/officeDocument/2006/relationships/customXml" Target="../ink/ink168.xml"/><Relationship Id="rId65" Type="http://schemas.openxmlformats.org/officeDocument/2006/relationships/image" Target="../media/image180.png"/><Relationship Id="rId86" Type="http://schemas.openxmlformats.org/officeDocument/2006/relationships/customXml" Target="../ink/ink189.xml"/><Relationship Id="rId130" Type="http://schemas.openxmlformats.org/officeDocument/2006/relationships/customXml" Target="../ink/ink211.xml"/><Relationship Id="rId151" Type="http://schemas.openxmlformats.org/officeDocument/2006/relationships/image" Target="../media/image223.png"/><Relationship Id="rId172" Type="http://schemas.openxmlformats.org/officeDocument/2006/relationships/customXml" Target="../ink/ink232.xml"/><Relationship Id="rId193" Type="http://schemas.openxmlformats.org/officeDocument/2006/relationships/image" Target="../media/image244.png"/><Relationship Id="rId207" Type="http://schemas.openxmlformats.org/officeDocument/2006/relationships/image" Target="../media/image251.png"/><Relationship Id="rId228" Type="http://schemas.openxmlformats.org/officeDocument/2006/relationships/customXml" Target="../ink/ink260.xml"/><Relationship Id="rId249" Type="http://schemas.openxmlformats.org/officeDocument/2006/relationships/image" Target="../media/image272.png"/><Relationship Id="rId13" Type="http://schemas.openxmlformats.org/officeDocument/2006/relationships/image" Target="../media/image1210.png"/><Relationship Id="rId109" Type="http://schemas.openxmlformats.org/officeDocument/2006/relationships/image" Target="../media/image202.png"/><Relationship Id="rId260" Type="http://schemas.openxmlformats.org/officeDocument/2006/relationships/customXml" Target="../ink/ink276.xml"/><Relationship Id="rId281" Type="http://schemas.openxmlformats.org/officeDocument/2006/relationships/image" Target="../media/image288.png"/><Relationship Id="rId34" Type="http://schemas.openxmlformats.org/officeDocument/2006/relationships/customXml" Target="../ink/ink163.xml"/><Relationship Id="rId55" Type="http://schemas.openxmlformats.org/officeDocument/2006/relationships/image" Target="../media/image175.png"/><Relationship Id="rId76" Type="http://schemas.openxmlformats.org/officeDocument/2006/relationships/customXml" Target="../ink/ink184.xml"/><Relationship Id="rId97" Type="http://schemas.openxmlformats.org/officeDocument/2006/relationships/image" Target="../media/image196.png"/><Relationship Id="rId120" Type="http://schemas.openxmlformats.org/officeDocument/2006/relationships/customXml" Target="../ink/ink206.xml"/><Relationship Id="rId141" Type="http://schemas.openxmlformats.org/officeDocument/2006/relationships/image" Target="../media/image218.png"/><Relationship Id="rId7" Type="http://schemas.openxmlformats.org/officeDocument/2006/relationships/image" Target="../media/image910.png"/><Relationship Id="rId162" Type="http://schemas.openxmlformats.org/officeDocument/2006/relationships/customXml" Target="../ink/ink227.xml"/><Relationship Id="rId183" Type="http://schemas.openxmlformats.org/officeDocument/2006/relationships/image" Target="../media/image239.png"/><Relationship Id="rId218" Type="http://schemas.openxmlformats.org/officeDocument/2006/relationships/customXml" Target="../ink/ink255.xml"/><Relationship Id="rId239" Type="http://schemas.openxmlformats.org/officeDocument/2006/relationships/image" Target="../media/image267.png"/><Relationship Id="rId250" Type="http://schemas.openxmlformats.org/officeDocument/2006/relationships/customXml" Target="../ink/ink271.xml"/><Relationship Id="rId271" Type="http://schemas.openxmlformats.org/officeDocument/2006/relationships/image" Target="../media/image283.png"/><Relationship Id="rId24" Type="http://schemas.openxmlformats.org/officeDocument/2006/relationships/customXml" Target="../ink/ink158.xml"/><Relationship Id="rId45" Type="http://schemas.openxmlformats.org/officeDocument/2006/relationships/image" Target="../media/image170.png"/><Relationship Id="rId66" Type="http://schemas.openxmlformats.org/officeDocument/2006/relationships/customXml" Target="../ink/ink179.xml"/><Relationship Id="rId87" Type="http://schemas.openxmlformats.org/officeDocument/2006/relationships/image" Target="../media/image191.png"/><Relationship Id="rId110" Type="http://schemas.openxmlformats.org/officeDocument/2006/relationships/customXml" Target="../ink/ink201.xml"/><Relationship Id="rId131" Type="http://schemas.openxmlformats.org/officeDocument/2006/relationships/image" Target="../media/image213.png"/><Relationship Id="rId152" Type="http://schemas.openxmlformats.org/officeDocument/2006/relationships/customXml" Target="../ink/ink222.xml"/><Relationship Id="rId173" Type="http://schemas.openxmlformats.org/officeDocument/2006/relationships/image" Target="../media/image234.png"/><Relationship Id="rId194" Type="http://schemas.openxmlformats.org/officeDocument/2006/relationships/customXml" Target="../ink/ink243.xml"/><Relationship Id="rId208" Type="http://schemas.openxmlformats.org/officeDocument/2006/relationships/customXml" Target="../ink/ink250.xml"/><Relationship Id="rId229" Type="http://schemas.openxmlformats.org/officeDocument/2006/relationships/image" Target="../media/image262.png"/><Relationship Id="rId240" Type="http://schemas.openxmlformats.org/officeDocument/2006/relationships/customXml" Target="../ink/ink266.xml"/><Relationship Id="rId261" Type="http://schemas.openxmlformats.org/officeDocument/2006/relationships/image" Target="../media/image278.png"/><Relationship Id="rId14" Type="http://schemas.openxmlformats.org/officeDocument/2006/relationships/customXml" Target="../ink/ink153.xml"/><Relationship Id="rId35" Type="http://schemas.openxmlformats.org/officeDocument/2006/relationships/image" Target="../media/image165.png"/><Relationship Id="rId56" Type="http://schemas.openxmlformats.org/officeDocument/2006/relationships/customXml" Target="../ink/ink174.xml"/><Relationship Id="rId77" Type="http://schemas.openxmlformats.org/officeDocument/2006/relationships/image" Target="../media/image186.png"/><Relationship Id="rId100" Type="http://schemas.openxmlformats.org/officeDocument/2006/relationships/customXml" Target="../ink/ink196.xml"/><Relationship Id="rId8" Type="http://schemas.openxmlformats.org/officeDocument/2006/relationships/customXml" Target="../ink/ink150.xml"/><Relationship Id="rId98" Type="http://schemas.openxmlformats.org/officeDocument/2006/relationships/customXml" Target="../ink/ink195.xml"/><Relationship Id="rId121" Type="http://schemas.openxmlformats.org/officeDocument/2006/relationships/image" Target="../media/image208.png"/><Relationship Id="rId142" Type="http://schemas.openxmlformats.org/officeDocument/2006/relationships/customXml" Target="../ink/ink217.xml"/><Relationship Id="rId163" Type="http://schemas.openxmlformats.org/officeDocument/2006/relationships/image" Target="../media/image229.png"/><Relationship Id="rId184" Type="http://schemas.openxmlformats.org/officeDocument/2006/relationships/customXml" Target="../ink/ink238.xml"/><Relationship Id="rId219" Type="http://schemas.openxmlformats.org/officeDocument/2006/relationships/image" Target="../media/image257.png"/><Relationship Id="rId230" Type="http://schemas.openxmlformats.org/officeDocument/2006/relationships/customXml" Target="../ink/ink261.xml"/><Relationship Id="rId251" Type="http://schemas.openxmlformats.org/officeDocument/2006/relationships/image" Target="../media/image273.png"/><Relationship Id="rId25" Type="http://schemas.openxmlformats.org/officeDocument/2006/relationships/image" Target="../media/image160.png"/><Relationship Id="rId46" Type="http://schemas.openxmlformats.org/officeDocument/2006/relationships/customXml" Target="../ink/ink169.xml"/><Relationship Id="rId67" Type="http://schemas.openxmlformats.org/officeDocument/2006/relationships/image" Target="../media/image181.png"/><Relationship Id="rId272" Type="http://schemas.openxmlformats.org/officeDocument/2006/relationships/customXml" Target="../ink/ink282.xml"/><Relationship Id="rId88" Type="http://schemas.openxmlformats.org/officeDocument/2006/relationships/customXml" Target="../ink/ink190.xml"/><Relationship Id="rId111" Type="http://schemas.openxmlformats.org/officeDocument/2006/relationships/image" Target="../media/image203.png"/><Relationship Id="rId132" Type="http://schemas.openxmlformats.org/officeDocument/2006/relationships/customXml" Target="../ink/ink212.xml"/><Relationship Id="rId153" Type="http://schemas.openxmlformats.org/officeDocument/2006/relationships/image" Target="../media/image224.png"/><Relationship Id="rId174" Type="http://schemas.openxmlformats.org/officeDocument/2006/relationships/customXml" Target="../ink/ink233.xml"/><Relationship Id="rId195" Type="http://schemas.openxmlformats.org/officeDocument/2006/relationships/image" Target="../media/image245.png"/><Relationship Id="rId209" Type="http://schemas.openxmlformats.org/officeDocument/2006/relationships/image" Target="../media/image252.png"/><Relationship Id="rId220" Type="http://schemas.openxmlformats.org/officeDocument/2006/relationships/customXml" Target="../ink/ink256.xml"/><Relationship Id="rId241" Type="http://schemas.openxmlformats.org/officeDocument/2006/relationships/image" Target="../media/image268.png"/><Relationship Id="rId15" Type="http://schemas.openxmlformats.org/officeDocument/2006/relationships/image" Target="../media/image155.png"/><Relationship Id="rId36" Type="http://schemas.openxmlformats.org/officeDocument/2006/relationships/customXml" Target="../ink/ink164.xml"/><Relationship Id="rId57" Type="http://schemas.openxmlformats.org/officeDocument/2006/relationships/image" Target="../media/image176.png"/><Relationship Id="rId262" Type="http://schemas.openxmlformats.org/officeDocument/2006/relationships/customXml" Target="../ink/ink277.xml"/><Relationship Id="rId78" Type="http://schemas.openxmlformats.org/officeDocument/2006/relationships/customXml" Target="../ink/ink185.xml"/><Relationship Id="rId99" Type="http://schemas.openxmlformats.org/officeDocument/2006/relationships/image" Target="../media/image197.png"/><Relationship Id="rId101" Type="http://schemas.openxmlformats.org/officeDocument/2006/relationships/image" Target="../media/image198.png"/><Relationship Id="rId122" Type="http://schemas.openxmlformats.org/officeDocument/2006/relationships/customXml" Target="../ink/ink207.xml"/><Relationship Id="rId143" Type="http://schemas.openxmlformats.org/officeDocument/2006/relationships/image" Target="../media/image219.png"/><Relationship Id="rId164" Type="http://schemas.openxmlformats.org/officeDocument/2006/relationships/customXml" Target="../ink/ink228.xml"/><Relationship Id="rId185" Type="http://schemas.openxmlformats.org/officeDocument/2006/relationships/image" Target="../media/image240.png"/><Relationship Id="rId9" Type="http://schemas.openxmlformats.org/officeDocument/2006/relationships/image" Target="../media/image1010.png"/><Relationship Id="rId210" Type="http://schemas.openxmlformats.org/officeDocument/2006/relationships/customXml" Target="../ink/ink251.xml"/><Relationship Id="rId26" Type="http://schemas.openxmlformats.org/officeDocument/2006/relationships/customXml" Target="../ink/ink159.xml"/><Relationship Id="rId231" Type="http://schemas.openxmlformats.org/officeDocument/2006/relationships/image" Target="../media/image263.png"/><Relationship Id="rId252" Type="http://schemas.openxmlformats.org/officeDocument/2006/relationships/customXml" Target="../ink/ink272.xml"/><Relationship Id="rId273" Type="http://schemas.openxmlformats.org/officeDocument/2006/relationships/image" Target="../media/image284.png"/><Relationship Id="rId47" Type="http://schemas.openxmlformats.org/officeDocument/2006/relationships/image" Target="../media/image171.png"/><Relationship Id="rId68" Type="http://schemas.openxmlformats.org/officeDocument/2006/relationships/customXml" Target="../ink/ink180.xml"/><Relationship Id="rId89" Type="http://schemas.openxmlformats.org/officeDocument/2006/relationships/image" Target="../media/image192.png"/><Relationship Id="rId112" Type="http://schemas.openxmlformats.org/officeDocument/2006/relationships/customXml" Target="../ink/ink202.xml"/><Relationship Id="rId133" Type="http://schemas.openxmlformats.org/officeDocument/2006/relationships/image" Target="../media/image214.png"/><Relationship Id="rId154" Type="http://schemas.openxmlformats.org/officeDocument/2006/relationships/customXml" Target="../ink/ink223.xml"/><Relationship Id="rId175" Type="http://schemas.openxmlformats.org/officeDocument/2006/relationships/image" Target="../media/image235.png"/><Relationship Id="rId196" Type="http://schemas.openxmlformats.org/officeDocument/2006/relationships/customXml" Target="../ink/ink244.xml"/><Relationship Id="rId200" Type="http://schemas.openxmlformats.org/officeDocument/2006/relationships/customXml" Target="../ink/ink246.xml"/><Relationship Id="rId16" Type="http://schemas.openxmlformats.org/officeDocument/2006/relationships/customXml" Target="../ink/ink154.xml"/><Relationship Id="rId221" Type="http://schemas.openxmlformats.org/officeDocument/2006/relationships/image" Target="../media/image258.png"/><Relationship Id="rId242" Type="http://schemas.openxmlformats.org/officeDocument/2006/relationships/customXml" Target="../ink/ink267.xml"/><Relationship Id="rId263" Type="http://schemas.openxmlformats.org/officeDocument/2006/relationships/image" Target="../media/image279.png"/><Relationship Id="rId37" Type="http://schemas.openxmlformats.org/officeDocument/2006/relationships/image" Target="../media/image166.png"/><Relationship Id="rId58" Type="http://schemas.openxmlformats.org/officeDocument/2006/relationships/customXml" Target="../ink/ink175.xml"/><Relationship Id="rId79" Type="http://schemas.openxmlformats.org/officeDocument/2006/relationships/image" Target="../media/image187.png"/><Relationship Id="rId102" Type="http://schemas.openxmlformats.org/officeDocument/2006/relationships/customXml" Target="../ink/ink197.xml"/><Relationship Id="rId123" Type="http://schemas.openxmlformats.org/officeDocument/2006/relationships/image" Target="../media/image209.png"/><Relationship Id="rId144" Type="http://schemas.openxmlformats.org/officeDocument/2006/relationships/customXml" Target="../ink/ink218.xml"/><Relationship Id="rId90" Type="http://schemas.openxmlformats.org/officeDocument/2006/relationships/customXml" Target="../ink/ink191.xml"/><Relationship Id="rId165" Type="http://schemas.openxmlformats.org/officeDocument/2006/relationships/image" Target="../media/image230.png"/><Relationship Id="rId186" Type="http://schemas.openxmlformats.org/officeDocument/2006/relationships/customXml" Target="../ink/ink239.xml"/><Relationship Id="rId211" Type="http://schemas.openxmlformats.org/officeDocument/2006/relationships/image" Target="../media/image253.png"/><Relationship Id="rId232" Type="http://schemas.openxmlformats.org/officeDocument/2006/relationships/customXml" Target="../ink/ink262.xml"/><Relationship Id="rId253" Type="http://schemas.openxmlformats.org/officeDocument/2006/relationships/image" Target="../media/image274.png"/><Relationship Id="rId274" Type="http://schemas.openxmlformats.org/officeDocument/2006/relationships/customXml" Target="../ink/ink283.xml"/><Relationship Id="rId27" Type="http://schemas.openxmlformats.org/officeDocument/2006/relationships/image" Target="../media/image161.png"/><Relationship Id="rId48" Type="http://schemas.openxmlformats.org/officeDocument/2006/relationships/customXml" Target="../ink/ink170.xml"/><Relationship Id="rId69" Type="http://schemas.openxmlformats.org/officeDocument/2006/relationships/image" Target="../media/image182.png"/><Relationship Id="rId113" Type="http://schemas.openxmlformats.org/officeDocument/2006/relationships/image" Target="../media/image204.png"/><Relationship Id="rId134" Type="http://schemas.openxmlformats.org/officeDocument/2006/relationships/customXml" Target="../ink/ink213.xml"/><Relationship Id="rId80" Type="http://schemas.openxmlformats.org/officeDocument/2006/relationships/customXml" Target="../ink/ink186.xml"/><Relationship Id="rId155" Type="http://schemas.openxmlformats.org/officeDocument/2006/relationships/image" Target="../media/image225.png"/><Relationship Id="rId176" Type="http://schemas.openxmlformats.org/officeDocument/2006/relationships/customXml" Target="../ink/ink234.xml"/><Relationship Id="rId197" Type="http://schemas.openxmlformats.org/officeDocument/2006/relationships/image" Target="../media/image246.png"/><Relationship Id="rId201" Type="http://schemas.openxmlformats.org/officeDocument/2006/relationships/image" Target="../media/image248.png"/><Relationship Id="rId222" Type="http://schemas.openxmlformats.org/officeDocument/2006/relationships/customXml" Target="../ink/ink257.xml"/><Relationship Id="rId243" Type="http://schemas.openxmlformats.org/officeDocument/2006/relationships/image" Target="../media/image269.png"/><Relationship Id="rId264" Type="http://schemas.openxmlformats.org/officeDocument/2006/relationships/customXml" Target="../ink/ink278.xml"/><Relationship Id="rId17" Type="http://schemas.openxmlformats.org/officeDocument/2006/relationships/image" Target="../media/image156.png"/><Relationship Id="rId38" Type="http://schemas.openxmlformats.org/officeDocument/2006/relationships/customXml" Target="../ink/ink165.xml"/><Relationship Id="rId59" Type="http://schemas.openxmlformats.org/officeDocument/2006/relationships/image" Target="../media/image177.png"/><Relationship Id="rId103" Type="http://schemas.openxmlformats.org/officeDocument/2006/relationships/image" Target="../media/image199.png"/><Relationship Id="rId124" Type="http://schemas.openxmlformats.org/officeDocument/2006/relationships/customXml" Target="../ink/ink208.xml"/><Relationship Id="rId70" Type="http://schemas.openxmlformats.org/officeDocument/2006/relationships/customXml" Target="../ink/ink181.xml"/><Relationship Id="rId91" Type="http://schemas.openxmlformats.org/officeDocument/2006/relationships/image" Target="../media/image193.png"/><Relationship Id="rId145" Type="http://schemas.openxmlformats.org/officeDocument/2006/relationships/image" Target="../media/image220.png"/><Relationship Id="rId166" Type="http://schemas.openxmlformats.org/officeDocument/2006/relationships/customXml" Target="../ink/ink229.xml"/><Relationship Id="rId187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52.xml"/><Relationship Id="rId233" Type="http://schemas.openxmlformats.org/officeDocument/2006/relationships/image" Target="../media/image264.png"/><Relationship Id="rId254" Type="http://schemas.openxmlformats.org/officeDocument/2006/relationships/customXml" Target="../ink/ink273.xml"/><Relationship Id="rId28" Type="http://schemas.openxmlformats.org/officeDocument/2006/relationships/customXml" Target="../ink/ink160.xml"/><Relationship Id="rId49" Type="http://schemas.openxmlformats.org/officeDocument/2006/relationships/image" Target="../media/image172.png"/><Relationship Id="rId114" Type="http://schemas.openxmlformats.org/officeDocument/2006/relationships/customXml" Target="../ink/ink203.xml"/><Relationship Id="rId275" Type="http://schemas.openxmlformats.org/officeDocument/2006/relationships/image" Target="../media/image285.png"/><Relationship Id="rId60" Type="http://schemas.openxmlformats.org/officeDocument/2006/relationships/customXml" Target="../ink/ink176.xml"/><Relationship Id="rId81" Type="http://schemas.openxmlformats.org/officeDocument/2006/relationships/image" Target="../media/image188.png"/><Relationship Id="rId135" Type="http://schemas.openxmlformats.org/officeDocument/2006/relationships/image" Target="../media/image215.png"/><Relationship Id="rId156" Type="http://schemas.openxmlformats.org/officeDocument/2006/relationships/customXml" Target="../ink/ink224.xml"/><Relationship Id="rId177" Type="http://schemas.openxmlformats.org/officeDocument/2006/relationships/image" Target="../media/image236.png"/><Relationship Id="rId198" Type="http://schemas.openxmlformats.org/officeDocument/2006/relationships/customXml" Target="../ink/ink245.xml"/><Relationship Id="rId202" Type="http://schemas.openxmlformats.org/officeDocument/2006/relationships/customXml" Target="../ink/ink247.xml"/><Relationship Id="rId223" Type="http://schemas.openxmlformats.org/officeDocument/2006/relationships/image" Target="../media/image259.png"/><Relationship Id="rId244" Type="http://schemas.openxmlformats.org/officeDocument/2006/relationships/customXml" Target="../ink/ink268.xml"/><Relationship Id="rId18" Type="http://schemas.openxmlformats.org/officeDocument/2006/relationships/customXml" Target="../ink/ink155.xml"/><Relationship Id="rId39" Type="http://schemas.openxmlformats.org/officeDocument/2006/relationships/image" Target="../media/image167.png"/><Relationship Id="rId265" Type="http://schemas.openxmlformats.org/officeDocument/2006/relationships/image" Target="../media/image280.png"/><Relationship Id="rId50" Type="http://schemas.openxmlformats.org/officeDocument/2006/relationships/customXml" Target="../ink/ink171.xml"/><Relationship Id="rId104" Type="http://schemas.openxmlformats.org/officeDocument/2006/relationships/customXml" Target="../ink/ink198.xml"/><Relationship Id="rId125" Type="http://schemas.openxmlformats.org/officeDocument/2006/relationships/image" Target="../media/image210.png"/><Relationship Id="rId146" Type="http://schemas.openxmlformats.org/officeDocument/2006/relationships/customXml" Target="../ink/ink219.xml"/><Relationship Id="rId167" Type="http://schemas.openxmlformats.org/officeDocument/2006/relationships/image" Target="../media/image231.png"/><Relationship Id="rId188" Type="http://schemas.openxmlformats.org/officeDocument/2006/relationships/customXml" Target="../ink/ink240.xml"/><Relationship Id="rId71" Type="http://schemas.openxmlformats.org/officeDocument/2006/relationships/image" Target="../media/image183.png"/><Relationship Id="rId92" Type="http://schemas.openxmlformats.org/officeDocument/2006/relationships/customXml" Target="../ink/ink192.xml"/><Relationship Id="rId213" Type="http://schemas.openxmlformats.org/officeDocument/2006/relationships/image" Target="../media/image254.png"/><Relationship Id="rId234" Type="http://schemas.openxmlformats.org/officeDocument/2006/relationships/customXml" Target="../ink/ink263.xml"/><Relationship Id="rId2" Type="http://schemas.openxmlformats.org/officeDocument/2006/relationships/image" Target="../media/image153.png"/><Relationship Id="rId29" Type="http://schemas.openxmlformats.org/officeDocument/2006/relationships/image" Target="../media/image162.png"/><Relationship Id="rId255" Type="http://schemas.openxmlformats.org/officeDocument/2006/relationships/image" Target="../media/image275.png"/><Relationship Id="rId276" Type="http://schemas.openxmlformats.org/officeDocument/2006/relationships/customXml" Target="../ink/ink284.xml"/><Relationship Id="rId40" Type="http://schemas.openxmlformats.org/officeDocument/2006/relationships/customXml" Target="../ink/ink166.xml"/><Relationship Id="rId115" Type="http://schemas.openxmlformats.org/officeDocument/2006/relationships/image" Target="../media/image205.png"/><Relationship Id="rId136" Type="http://schemas.openxmlformats.org/officeDocument/2006/relationships/customXml" Target="../ink/ink214.xml"/><Relationship Id="rId157" Type="http://schemas.openxmlformats.org/officeDocument/2006/relationships/image" Target="../media/image226.png"/><Relationship Id="rId178" Type="http://schemas.openxmlformats.org/officeDocument/2006/relationships/customXml" Target="../ink/ink235.xml"/><Relationship Id="rId61" Type="http://schemas.openxmlformats.org/officeDocument/2006/relationships/image" Target="../media/image178.png"/><Relationship Id="rId82" Type="http://schemas.openxmlformats.org/officeDocument/2006/relationships/customXml" Target="../ink/ink187.xml"/><Relationship Id="rId199" Type="http://schemas.openxmlformats.org/officeDocument/2006/relationships/image" Target="../media/image247.png"/><Relationship Id="rId203" Type="http://schemas.openxmlformats.org/officeDocument/2006/relationships/image" Target="../media/image249.png"/><Relationship Id="rId19" Type="http://schemas.openxmlformats.org/officeDocument/2006/relationships/image" Target="../media/image157.png"/><Relationship Id="rId224" Type="http://schemas.openxmlformats.org/officeDocument/2006/relationships/customXml" Target="../ink/ink258.xml"/><Relationship Id="rId245" Type="http://schemas.openxmlformats.org/officeDocument/2006/relationships/image" Target="../media/image270.png"/><Relationship Id="rId266" Type="http://schemas.openxmlformats.org/officeDocument/2006/relationships/customXml" Target="../ink/ink279.xml"/><Relationship Id="rId30" Type="http://schemas.openxmlformats.org/officeDocument/2006/relationships/customXml" Target="../ink/ink161.xml"/><Relationship Id="rId105" Type="http://schemas.openxmlformats.org/officeDocument/2006/relationships/image" Target="../media/image200.png"/><Relationship Id="rId126" Type="http://schemas.openxmlformats.org/officeDocument/2006/relationships/customXml" Target="../ink/ink209.xml"/><Relationship Id="rId147" Type="http://schemas.openxmlformats.org/officeDocument/2006/relationships/image" Target="../media/image221.png"/><Relationship Id="rId168" Type="http://schemas.openxmlformats.org/officeDocument/2006/relationships/customXml" Target="../ink/ink230.xml"/><Relationship Id="rId51" Type="http://schemas.openxmlformats.org/officeDocument/2006/relationships/image" Target="../media/image173.png"/><Relationship Id="rId72" Type="http://schemas.openxmlformats.org/officeDocument/2006/relationships/customXml" Target="../ink/ink182.xml"/><Relationship Id="rId93" Type="http://schemas.openxmlformats.org/officeDocument/2006/relationships/image" Target="../media/image194.png"/><Relationship Id="rId189" Type="http://schemas.openxmlformats.org/officeDocument/2006/relationships/image" Target="../media/image242.png"/><Relationship Id="rId3" Type="http://schemas.openxmlformats.org/officeDocument/2006/relationships/image" Target="../media/image154.png"/><Relationship Id="rId214" Type="http://schemas.openxmlformats.org/officeDocument/2006/relationships/customXml" Target="../ink/ink253.xml"/><Relationship Id="rId235" Type="http://schemas.openxmlformats.org/officeDocument/2006/relationships/image" Target="../media/image265.png"/><Relationship Id="rId256" Type="http://schemas.openxmlformats.org/officeDocument/2006/relationships/customXml" Target="../ink/ink274.xml"/><Relationship Id="rId277" Type="http://schemas.openxmlformats.org/officeDocument/2006/relationships/image" Target="../media/image286.png"/><Relationship Id="rId116" Type="http://schemas.openxmlformats.org/officeDocument/2006/relationships/customXml" Target="../ink/ink204.xml"/><Relationship Id="rId137" Type="http://schemas.openxmlformats.org/officeDocument/2006/relationships/image" Target="../media/image216.png"/><Relationship Id="rId158" Type="http://schemas.openxmlformats.org/officeDocument/2006/relationships/customXml" Target="../ink/ink225.xml"/><Relationship Id="rId20" Type="http://schemas.openxmlformats.org/officeDocument/2006/relationships/customXml" Target="../ink/ink156.xml"/><Relationship Id="rId41" Type="http://schemas.openxmlformats.org/officeDocument/2006/relationships/image" Target="../media/image168.png"/><Relationship Id="rId62" Type="http://schemas.openxmlformats.org/officeDocument/2006/relationships/customXml" Target="../ink/ink177.xml"/><Relationship Id="rId83" Type="http://schemas.openxmlformats.org/officeDocument/2006/relationships/image" Target="../media/image189.png"/><Relationship Id="rId179" Type="http://schemas.openxmlformats.org/officeDocument/2006/relationships/image" Target="../media/image237.png"/><Relationship Id="rId190" Type="http://schemas.openxmlformats.org/officeDocument/2006/relationships/customXml" Target="../ink/ink241.xml"/><Relationship Id="rId204" Type="http://schemas.openxmlformats.org/officeDocument/2006/relationships/customXml" Target="../ink/ink248.xml"/><Relationship Id="rId225" Type="http://schemas.openxmlformats.org/officeDocument/2006/relationships/image" Target="../media/image260.png"/><Relationship Id="rId246" Type="http://schemas.openxmlformats.org/officeDocument/2006/relationships/customXml" Target="../ink/ink269.xml"/><Relationship Id="rId267" Type="http://schemas.openxmlformats.org/officeDocument/2006/relationships/image" Target="../media/image281.png"/><Relationship Id="rId106" Type="http://schemas.openxmlformats.org/officeDocument/2006/relationships/customXml" Target="../ink/ink199.xml"/><Relationship Id="rId127" Type="http://schemas.openxmlformats.org/officeDocument/2006/relationships/image" Target="../media/image211.png"/><Relationship Id="rId10" Type="http://schemas.openxmlformats.org/officeDocument/2006/relationships/customXml" Target="../ink/ink151.xml"/><Relationship Id="rId31" Type="http://schemas.openxmlformats.org/officeDocument/2006/relationships/image" Target="../media/image163.png"/><Relationship Id="rId52" Type="http://schemas.openxmlformats.org/officeDocument/2006/relationships/customXml" Target="../ink/ink172.xml"/><Relationship Id="rId73" Type="http://schemas.openxmlformats.org/officeDocument/2006/relationships/image" Target="../media/image184.png"/><Relationship Id="rId94" Type="http://schemas.openxmlformats.org/officeDocument/2006/relationships/customXml" Target="../ink/ink193.xml"/><Relationship Id="rId148" Type="http://schemas.openxmlformats.org/officeDocument/2006/relationships/customXml" Target="../ink/ink220.xml"/><Relationship Id="rId169" Type="http://schemas.openxmlformats.org/officeDocument/2006/relationships/image" Target="../media/image232.png"/><Relationship Id="rId4" Type="http://schemas.openxmlformats.org/officeDocument/2006/relationships/customXml" Target="../ink/ink148.xml"/><Relationship Id="rId180" Type="http://schemas.openxmlformats.org/officeDocument/2006/relationships/customXml" Target="../ink/ink236.xml"/><Relationship Id="rId215" Type="http://schemas.openxmlformats.org/officeDocument/2006/relationships/image" Target="../media/image255.png"/><Relationship Id="rId236" Type="http://schemas.openxmlformats.org/officeDocument/2006/relationships/customXml" Target="../ink/ink264.xml"/><Relationship Id="rId257" Type="http://schemas.openxmlformats.org/officeDocument/2006/relationships/image" Target="../media/image276.png"/><Relationship Id="rId278" Type="http://schemas.openxmlformats.org/officeDocument/2006/relationships/customXml" Target="../ink/ink285.xml"/><Relationship Id="rId42" Type="http://schemas.openxmlformats.org/officeDocument/2006/relationships/customXml" Target="../ink/ink167.xml"/><Relationship Id="rId84" Type="http://schemas.openxmlformats.org/officeDocument/2006/relationships/customXml" Target="../ink/ink188.xml"/><Relationship Id="rId138" Type="http://schemas.openxmlformats.org/officeDocument/2006/relationships/customXml" Target="../ink/ink215.xml"/><Relationship Id="rId191" Type="http://schemas.openxmlformats.org/officeDocument/2006/relationships/image" Target="../media/image243.png"/><Relationship Id="rId205" Type="http://schemas.openxmlformats.org/officeDocument/2006/relationships/image" Target="../media/image250.png"/><Relationship Id="rId247" Type="http://schemas.openxmlformats.org/officeDocument/2006/relationships/image" Target="../media/image271.png"/><Relationship Id="rId107" Type="http://schemas.openxmlformats.org/officeDocument/2006/relationships/image" Target="../media/image201.png"/><Relationship Id="rId11" Type="http://schemas.openxmlformats.org/officeDocument/2006/relationships/image" Target="../media/image1110.png"/><Relationship Id="rId53" Type="http://schemas.openxmlformats.org/officeDocument/2006/relationships/image" Target="../media/image174.png"/><Relationship Id="rId149" Type="http://schemas.openxmlformats.org/officeDocument/2006/relationships/image" Target="../media/image222.png"/><Relationship Id="rId95" Type="http://schemas.openxmlformats.org/officeDocument/2006/relationships/image" Target="../media/image195.png"/><Relationship Id="rId160" Type="http://schemas.openxmlformats.org/officeDocument/2006/relationships/customXml" Target="../ink/ink226.xml"/><Relationship Id="rId216" Type="http://schemas.openxmlformats.org/officeDocument/2006/relationships/customXml" Target="../ink/ink254.xml"/><Relationship Id="rId258" Type="http://schemas.openxmlformats.org/officeDocument/2006/relationships/customXml" Target="../ink/ink2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01.png"/><Relationship Id="rId21" Type="http://schemas.openxmlformats.org/officeDocument/2006/relationships/customXml" Target="../ink/ink296.xml"/><Relationship Id="rId34" Type="http://schemas.openxmlformats.org/officeDocument/2006/relationships/image" Target="../media/image305.png"/><Relationship Id="rId42" Type="http://schemas.openxmlformats.org/officeDocument/2006/relationships/image" Target="../media/image309.png"/><Relationship Id="rId47" Type="http://schemas.openxmlformats.org/officeDocument/2006/relationships/customXml" Target="../ink/ink309.xml"/><Relationship Id="rId50" Type="http://schemas.openxmlformats.org/officeDocument/2006/relationships/image" Target="../media/image313.png"/><Relationship Id="rId55" Type="http://schemas.openxmlformats.org/officeDocument/2006/relationships/customXml" Target="../ink/ink313.xml"/><Relationship Id="rId63" Type="http://schemas.openxmlformats.org/officeDocument/2006/relationships/customXml" Target="../ink/ink317.xml"/><Relationship Id="rId7" Type="http://schemas.openxmlformats.org/officeDocument/2006/relationships/customXml" Target="../ink/ink289.xml"/><Relationship Id="rId2" Type="http://schemas.openxmlformats.org/officeDocument/2006/relationships/image" Target="../media/image289.png"/><Relationship Id="rId16" Type="http://schemas.openxmlformats.org/officeDocument/2006/relationships/image" Target="../media/image296.png"/><Relationship Id="rId29" Type="http://schemas.openxmlformats.org/officeDocument/2006/relationships/customXml" Target="../ink/ink300.xml"/><Relationship Id="rId11" Type="http://schemas.openxmlformats.org/officeDocument/2006/relationships/customXml" Target="../ink/ink291.xml"/><Relationship Id="rId24" Type="http://schemas.openxmlformats.org/officeDocument/2006/relationships/image" Target="../media/image300.png"/><Relationship Id="rId32" Type="http://schemas.openxmlformats.org/officeDocument/2006/relationships/image" Target="../media/image304.png"/><Relationship Id="rId37" Type="http://schemas.openxmlformats.org/officeDocument/2006/relationships/customXml" Target="../ink/ink304.xml"/><Relationship Id="rId40" Type="http://schemas.openxmlformats.org/officeDocument/2006/relationships/image" Target="../media/image308.png"/><Relationship Id="rId45" Type="http://schemas.openxmlformats.org/officeDocument/2006/relationships/customXml" Target="../ink/ink308.xml"/><Relationship Id="rId53" Type="http://schemas.openxmlformats.org/officeDocument/2006/relationships/customXml" Target="../ink/ink312.xml"/><Relationship Id="rId58" Type="http://schemas.openxmlformats.org/officeDocument/2006/relationships/image" Target="../media/image317.png"/><Relationship Id="rId66" Type="http://schemas.openxmlformats.org/officeDocument/2006/relationships/image" Target="../media/image321.png"/><Relationship Id="rId5" Type="http://schemas.openxmlformats.org/officeDocument/2006/relationships/customXml" Target="../ink/ink288.xml"/><Relationship Id="rId61" Type="http://schemas.openxmlformats.org/officeDocument/2006/relationships/customXml" Target="../ink/ink316.xml"/><Relationship Id="rId19" Type="http://schemas.openxmlformats.org/officeDocument/2006/relationships/customXml" Target="../ink/ink295.xml"/><Relationship Id="rId14" Type="http://schemas.openxmlformats.org/officeDocument/2006/relationships/image" Target="../media/image295.png"/><Relationship Id="rId22" Type="http://schemas.openxmlformats.org/officeDocument/2006/relationships/image" Target="../media/image299.png"/><Relationship Id="rId27" Type="http://schemas.openxmlformats.org/officeDocument/2006/relationships/customXml" Target="../ink/ink299.xml"/><Relationship Id="rId30" Type="http://schemas.openxmlformats.org/officeDocument/2006/relationships/image" Target="../media/image303.png"/><Relationship Id="rId35" Type="http://schemas.openxmlformats.org/officeDocument/2006/relationships/customXml" Target="../ink/ink303.xml"/><Relationship Id="rId43" Type="http://schemas.openxmlformats.org/officeDocument/2006/relationships/customXml" Target="../ink/ink307.xml"/><Relationship Id="rId48" Type="http://schemas.openxmlformats.org/officeDocument/2006/relationships/image" Target="../media/image312.png"/><Relationship Id="rId56" Type="http://schemas.openxmlformats.org/officeDocument/2006/relationships/image" Target="../media/image316.png"/><Relationship Id="rId64" Type="http://schemas.openxmlformats.org/officeDocument/2006/relationships/image" Target="../media/image320.png"/><Relationship Id="rId8" Type="http://schemas.openxmlformats.org/officeDocument/2006/relationships/image" Target="../media/image292.png"/><Relationship Id="rId51" Type="http://schemas.openxmlformats.org/officeDocument/2006/relationships/customXml" Target="../ink/ink311.xml"/><Relationship Id="rId3" Type="http://schemas.openxmlformats.org/officeDocument/2006/relationships/customXml" Target="../ink/ink287.xml"/><Relationship Id="rId12" Type="http://schemas.openxmlformats.org/officeDocument/2006/relationships/image" Target="../media/image294.png"/><Relationship Id="rId17" Type="http://schemas.openxmlformats.org/officeDocument/2006/relationships/customXml" Target="../ink/ink294.xml"/><Relationship Id="rId25" Type="http://schemas.openxmlformats.org/officeDocument/2006/relationships/customXml" Target="../ink/ink298.xml"/><Relationship Id="rId33" Type="http://schemas.openxmlformats.org/officeDocument/2006/relationships/customXml" Target="../ink/ink302.xml"/><Relationship Id="rId38" Type="http://schemas.openxmlformats.org/officeDocument/2006/relationships/image" Target="../media/image307.png"/><Relationship Id="rId46" Type="http://schemas.openxmlformats.org/officeDocument/2006/relationships/image" Target="../media/image311.png"/><Relationship Id="rId59" Type="http://schemas.openxmlformats.org/officeDocument/2006/relationships/customXml" Target="../ink/ink315.xml"/><Relationship Id="rId20" Type="http://schemas.openxmlformats.org/officeDocument/2006/relationships/image" Target="../media/image298.png"/><Relationship Id="rId41" Type="http://schemas.openxmlformats.org/officeDocument/2006/relationships/customXml" Target="../ink/ink306.xml"/><Relationship Id="rId54" Type="http://schemas.openxmlformats.org/officeDocument/2006/relationships/image" Target="../media/image315.png"/><Relationship Id="rId62" Type="http://schemas.openxmlformats.org/officeDocument/2006/relationships/image" Target="../media/image3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15" Type="http://schemas.openxmlformats.org/officeDocument/2006/relationships/customXml" Target="../ink/ink293.xml"/><Relationship Id="rId23" Type="http://schemas.openxmlformats.org/officeDocument/2006/relationships/customXml" Target="../ink/ink297.xml"/><Relationship Id="rId28" Type="http://schemas.openxmlformats.org/officeDocument/2006/relationships/image" Target="../media/image302.png"/><Relationship Id="rId36" Type="http://schemas.openxmlformats.org/officeDocument/2006/relationships/image" Target="../media/image306.png"/><Relationship Id="rId49" Type="http://schemas.openxmlformats.org/officeDocument/2006/relationships/customXml" Target="../ink/ink310.xml"/><Relationship Id="rId57" Type="http://schemas.openxmlformats.org/officeDocument/2006/relationships/customXml" Target="../ink/ink314.xml"/><Relationship Id="rId10" Type="http://schemas.openxmlformats.org/officeDocument/2006/relationships/image" Target="../media/image293.png"/><Relationship Id="rId31" Type="http://schemas.openxmlformats.org/officeDocument/2006/relationships/customXml" Target="../ink/ink301.xml"/><Relationship Id="rId44" Type="http://schemas.openxmlformats.org/officeDocument/2006/relationships/image" Target="../media/image310.png"/><Relationship Id="rId52" Type="http://schemas.openxmlformats.org/officeDocument/2006/relationships/image" Target="../media/image314.png"/><Relationship Id="rId60" Type="http://schemas.openxmlformats.org/officeDocument/2006/relationships/image" Target="../media/image318.png"/><Relationship Id="rId65" Type="http://schemas.openxmlformats.org/officeDocument/2006/relationships/customXml" Target="../ink/ink318.xml"/><Relationship Id="rId4" Type="http://schemas.openxmlformats.org/officeDocument/2006/relationships/image" Target="../media/image290.png"/><Relationship Id="rId9" Type="http://schemas.openxmlformats.org/officeDocument/2006/relationships/customXml" Target="../ink/ink290.xml"/><Relationship Id="rId13" Type="http://schemas.openxmlformats.org/officeDocument/2006/relationships/customXml" Target="../ink/ink292.xml"/><Relationship Id="rId18" Type="http://schemas.openxmlformats.org/officeDocument/2006/relationships/image" Target="../media/image297.png"/><Relationship Id="rId39" Type="http://schemas.openxmlformats.org/officeDocument/2006/relationships/customXml" Target="../ink/ink305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79.png"/><Relationship Id="rId21" Type="http://schemas.openxmlformats.org/officeDocument/2006/relationships/image" Target="../media/image331.png"/><Relationship Id="rId63" Type="http://schemas.openxmlformats.org/officeDocument/2006/relationships/image" Target="../media/image352.png"/><Relationship Id="rId159" Type="http://schemas.openxmlformats.org/officeDocument/2006/relationships/image" Target="../media/image400.png"/><Relationship Id="rId170" Type="http://schemas.openxmlformats.org/officeDocument/2006/relationships/customXml" Target="../ink/ink403.xml"/><Relationship Id="rId226" Type="http://schemas.openxmlformats.org/officeDocument/2006/relationships/customXml" Target="../ink/ink431.xml"/><Relationship Id="rId268" Type="http://schemas.openxmlformats.org/officeDocument/2006/relationships/customXml" Target="../ink/ink452.xml"/><Relationship Id="rId11" Type="http://schemas.openxmlformats.org/officeDocument/2006/relationships/image" Target="../media/image326.png"/><Relationship Id="rId32" Type="http://schemas.openxmlformats.org/officeDocument/2006/relationships/customXml" Target="../ink/ink334.xml"/><Relationship Id="rId53" Type="http://schemas.openxmlformats.org/officeDocument/2006/relationships/image" Target="../media/image347.png"/><Relationship Id="rId74" Type="http://schemas.openxmlformats.org/officeDocument/2006/relationships/customXml" Target="../ink/ink355.xml"/><Relationship Id="rId128" Type="http://schemas.openxmlformats.org/officeDocument/2006/relationships/customXml" Target="../ink/ink382.xml"/><Relationship Id="rId149" Type="http://schemas.openxmlformats.org/officeDocument/2006/relationships/image" Target="../media/image395.png"/><Relationship Id="rId5" Type="http://schemas.openxmlformats.org/officeDocument/2006/relationships/image" Target="../media/image323.png"/><Relationship Id="rId95" Type="http://schemas.openxmlformats.org/officeDocument/2006/relationships/image" Target="../media/image368.png"/><Relationship Id="rId160" Type="http://schemas.openxmlformats.org/officeDocument/2006/relationships/customXml" Target="../ink/ink398.xml"/><Relationship Id="rId181" Type="http://schemas.openxmlformats.org/officeDocument/2006/relationships/image" Target="../media/image411.png"/><Relationship Id="rId216" Type="http://schemas.openxmlformats.org/officeDocument/2006/relationships/customXml" Target="../ink/ink426.xml"/><Relationship Id="rId237" Type="http://schemas.openxmlformats.org/officeDocument/2006/relationships/image" Target="../media/image439.png"/><Relationship Id="rId258" Type="http://schemas.openxmlformats.org/officeDocument/2006/relationships/customXml" Target="../ink/ink447.xml"/><Relationship Id="rId22" Type="http://schemas.openxmlformats.org/officeDocument/2006/relationships/customXml" Target="../ink/ink329.xml"/><Relationship Id="rId43" Type="http://schemas.openxmlformats.org/officeDocument/2006/relationships/image" Target="../media/image342.png"/><Relationship Id="rId64" Type="http://schemas.openxmlformats.org/officeDocument/2006/relationships/customXml" Target="../ink/ink350.xml"/><Relationship Id="rId118" Type="http://schemas.openxmlformats.org/officeDocument/2006/relationships/customXml" Target="../ink/ink377.xml"/><Relationship Id="rId139" Type="http://schemas.openxmlformats.org/officeDocument/2006/relationships/image" Target="../media/image390.png"/><Relationship Id="rId85" Type="http://schemas.openxmlformats.org/officeDocument/2006/relationships/image" Target="../media/image363.png"/><Relationship Id="rId150" Type="http://schemas.openxmlformats.org/officeDocument/2006/relationships/customXml" Target="../ink/ink393.xml"/><Relationship Id="rId171" Type="http://schemas.openxmlformats.org/officeDocument/2006/relationships/image" Target="../media/image406.png"/><Relationship Id="rId192" Type="http://schemas.openxmlformats.org/officeDocument/2006/relationships/customXml" Target="../ink/ink414.xml"/><Relationship Id="rId206" Type="http://schemas.openxmlformats.org/officeDocument/2006/relationships/customXml" Target="../ink/ink421.xml"/><Relationship Id="rId227" Type="http://schemas.openxmlformats.org/officeDocument/2006/relationships/image" Target="../media/image434.png"/><Relationship Id="rId248" Type="http://schemas.openxmlformats.org/officeDocument/2006/relationships/customXml" Target="../ink/ink442.xml"/><Relationship Id="rId269" Type="http://schemas.openxmlformats.org/officeDocument/2006/relationships/image" Target="../media/image455.png"/><Relationship Id="rId12" Type="http://schemas.openxmlformats.org/officeDocument/2006/relationships/customXml" Target="../ink/ink324.xml"/><Relationship Id="rId33" Type="http://schemas.openxmlformats.org/officeDocument/2006/relationships/image" Target="../media/image337.png"/><Relationship Id="rId108" Type="http://schemas.openxmlformats.org/officeDocument/2006/relationships/customXml" Target="../ink/ink372.xml"/><Relationship Id="rId129" Type="http://schemas.openxmlformats.org/officeDocument/2006/relationships/image" Target="../media/image385.png"/><Relationship Id="rId54" Type="http://schemas.openxmlformats.org/officeDocument/2006/relationships/customXml" Target="../ink/ink345.xml"/><Relationship Id="rId75" Type="http://schemas.openxmlformats.org/officeDocument/2006/relationships/image" Target="../media/image358.png"/><Relationship Id="rId96" Type="http://schemas.openxmlformats.org/officeDocument/2006/relationships/customXml" Target="../ink/ink366.xml"/><Relationship Id="rId140" Type="http://schemas.openxmlformats.org/officeDocument/2006/relationships/customXml" Target="../ink/ink388.xml"/><Relationship Id="rId161" Type="http://schemas.openxmlformats.org/officeDocument/2006/relationships/image" Target="../media/image401.png"/><Relationship Id="rId182" Type="http://schemas.openxmlformats.org/officeDocument/2006/relationships/customXml" Target="../ink/ink409.xml"/><Relationship Id="rId217" Type="http://schemas.openxmlformats.org/officeDocument/2006/relationships/image" Target="../media/image429.png"/><Relationship Id="rId6" Type="http://schemas.openxmlformats.org/officeDocument/2006/relationships/customXml" Target="../ink/ink321.xml"/><Relationship Id="rId238" Type="http://schemas.openxmlformats.org/officeDocument/2006/relationships/customXml" Target="../ink/ink437.xml"/><Relationship Id="rId259" Type="http://schemas.openxmlformats.org/officeDocument/2006/relationships/image" Target="../media/image450.png"/><Relationship Id="rId23" Type="http://schemas.openxmlformats.org/officeDocument/2006/relationships/image" Target="../media/image332.png"/><Relationship Id="rId119" Type="http://schemas.openxmlformats.org/officeDocument/2006/relationships/image" Target="../media/image380.png"/><Relationship Id="rId270" Type="http://schemas.openxmlformats.org/officeDocument/2006/relationships/customXml" Target="../ink/ink453.xml"/><Relationship Id="rId44" Type="http://schemas.openxmlformats.org/officeDocument/2006/relationships/customXml" Target="../ink/ink340.xml"/><Relationship Id="rId65" Type="http://schemas.openxmlformats.org/officeDocument/2006/relationships/image" Target="../media/image353.png"/><Relationship Id="rId86" Type="http://schemas.openxmlformats.org/officeDocument/2006/relationships/customXml" Target="../ink/ink361.xml"/><Relationship Id="rId130" Type="http://schemas.openxmlformats.org/officeDocument/2006/relationships/customXml" Target="../ink/ink383.xml"/><Relationship Id="rId151" Type="http://schemas.openxmlformats.org/officeDocument/2006/relationships/image" Target="../media/image396.png"/><Relationship Id="rId172" Type="http://schemas.openxmlformats.org/officeDocument/2006/relationships/customXml" Target="../ink/ink404.xml"/><Relationship Id="rId193" Type="http://schemas.openxmlformats.org/officeDocument/2006/relationships/image" Target="../media/image417.png"/><Relationship Id="rId207" Type="http://schemas.openxmlformats.org/officeDocument/2006/relationships/image" Target="../media/image424.png"/><Relationship Id="rId228" Type="http://schemas.openxmlformats.org/officeDocument/2006/relationships/customXml" Target="../ink/ink432.xml"/><Relationship Id="rId249" Type="http://schemas.openxmlformats.org/officeDocument/2006/relationships/image" Target="../media/image445.png"/><Relationship Id="rId13" Type="http://schemas.openxmlformats.org/officeDocument/2006/relationships/image" Target="../media/image327.png"/><Relationship Id="rId109" Type="http://schemas.openxmlformats.org/officeDocument/2006/relationships/image" Target="../media/image375.png"/><Relationship Id="rId260" Type="http://schemas.openxmlformats.org/officeDocument/2006/relationships/customXml" Target="../ink/ink448.xml"/><Relationship Id="rId34" Type="http://schemas.openxmlformats.org/officeDocument/2006/relationships/customXml" Target="../ink/ink335.xml"/><Relationship Id="rId55" Type="http://schemas.openxmlformats.org/officeDocument/2006/relationships/image" Target="../media/image348.png"/><Relationship Id="rId76" Type="http://schemas.openxmlformats.org/officeDocument/2006/relationships/customXml" Target="../ink/ink356.xml"/><Relationship Id="rId97" Type="http://schemas.openxmlformats.org/officeDocument/2006/relationships/image" Target="../media/image369.png"/><Relationship Id="rId120" Type="http://schemas.openxmlformats.org/officeDocument/2006/relationships/customXml" Target="../ink/ink378.xml"/><Relationship Id="rId141" Type="http://schemas.openxmlformats.org/officeDocument/2006/relationships/image" Target="../media/image391.png"/><Relationship Id="rId7" Type="http://schemas.openxmlformats.org/officeDocument/2006/relationships/image" Target="../media/image324.png"/><Relationship Id="rId162" Type="http://schemas.openxmlformats.org/officeDocument/2006/relationships/customXml" Target="../ink/ink399.xml"/><Relationship Id="rId183" Type="http://schemas.openxmlformats.org/officeDocument/2006/relationships/image" Target="../media/image412.png"/><Relationship Id="rId218" Type="http://schemas.openxmlformats.org/officeDocument/2006/relationships/customXml" Target="../ink/ink427.xml"/><Relationship Id="rId239" Type="http://schemas.openxmlformats.org/officeDocument/2006/relationships/image" Target="../media/image440.png"/><Relationship Id="rId250" Type="http://schemas.openxmlformats.org/officeDocument/2006/relationships/customXml" Target="../ink/ink443.xml"/><Relationship Id="rId271" Type="http://schemas.openxmlformats.org/officeDocument/2006/relationships/image" Target="../media/image456.png"/><Relationship Id="rId24" Type="http://schemas.openxmlformats.org/officeDocument/2006/relationships/customXml" Target="../ink/ink330.xml"/><Relationship Id="rId45" Type="http://schemas.openxmlformats.org/officeDocument/2006/relationships/image" Target="../media/image343.png"/><Relationship Id="rId66" Type="http://schemas.openxmlformats.org/officeDocument/2006/relationships/customXml" Target="../ink/ink351.xml"/><Relationship Id="rId87" Type="http://schemas.openxmlformats.org/officeDocument/2006/relationships/image" Target="../media/image364.png"/><Relationship Id="rId110" Type="http://schemas.openxmlformats.org/officeDocument/2006/relationships/customXml" Target="../ink/ink373.xml"/><Relationship Id="rId131" Type="http://schemas.openxmlformats.org/officeDocument/2006/relationships/image" Target="../media/image386.png"/><Relationship Id="rId152" Type="http://schemas.openxmlformats.org/officeDocument/2006/relationships/customXml" Target="../ink/ink394.xml"/><Relationship Id="rId173" Type="http://schemas.openxmlformats.org/officeDocument/2006/relationships/image" Target="../media/image407.png"/><Relationship Id="rId194" Type="http://schemas.openxmlformats.org/officeDocument/2006/relationships/customXml" Target="../ink/ink415.xml"/><Relationship Id="rId208" Type="http://schemas.openxmlformats.org/officeDocument/2006/relationships/customXml" Target="../ink/ink422.xml"/><Relationship Id="rId229" Type="http://schemas.openxmlformats.org/officeDocument/2006/relationships/image" Target="../media/image435.png"/><Relationship Id="rId240" Type="http://schemas.openxmlformats.org/officeDocument/2006/relationships/customXml" Target="../ink/ink438.xml"/><Relationship Id="rId261" Type="http://schemas.openxmlformats.org/officeDocument/2006/relationships/image" Target="../media/image451.png"/><Relationship Id="rId14" Type="http://schemas.openxmlformats.org/officeDocument/2006/relationships/customXml" Target="../ink/ink325.xml"/><Relationship Id="rId35" Type="http://schemas.openxmlformats.org/officeDocument/2006/relationships/image" Target="../media/image338.png"/><Relationship Id="rId56" Type="http://schemas.openxmlformats.org/officeDocument/2006/relationships/customXml" Target="../ink/ink346.xml"/><Relationship Id="rId77" Type="http://schemas.openxmlformats.org/officeDocument/2006/relationships/image" Target="../media/image359.png"/><Relationship Id="rId100" Type="http://schemas.openxmlformats.org/officeDocument/2006/relationships/customXml" Target="../ink/ink368.xml"/><Relationship Id="rId8" Type="http://schemas.openxmlformats.org/officeDocument/2006/relationships/customXml" Target="../ink/ink322.xml"/><Relationship Id="rId98" Type="http://schemas.openxmlformats.org/officeDocument/2006/relationships/customXml" Target="../ink/ink367.xml"/><Relationship Id="rId121" Type="http://schemas.openxmlformats.org/officeDocument/2006/relationships/image" Target="../media/image381.png"/><Relationship Id="rId142" Type="http://schemas.openxmlformats.org/officeDocument/2006/relationships/customXml" Target="../ink/ink389.xml"/><Relationship Id="rId163" Type="http://schemas.openxmlformats.org/officeDocument/2006/relationships/image" Target="../media/image402.png"/><Relationship Id="rId184" Type="http://schemas.openxmlformats.org/officeDocument/2006/relationships/customXml" Target="../ink/ink410.xml"/><Relationship Id="rId219" Type="http://schemas.openxmlformats.org/officeDocument/2006/relationships/image" Target="../media/image430.png"/><Relationship Id="rId230" Type="http://schemas.openxmlformats.org/officeDocument/2006/relationships/customXml" Target="../ink/ink433.xml"/><Relationship Id="rId251" Type="http://schemas.openxmlformats.org/officeDocument/2006/relationships/image" Target="../media/image446.png"/><Relationship Id="rId25" Type="http://schemas.openxmlformats.org/officeDocument/2006/relationships/image" Target="../media/image333.png"/><Relationship Id="rId46" Type="http://schemas.openxmlformats.org/officeDocument/2006/relationships/customXml" Target="../ink/ink341.xml"/><Relationship Id="rId67" Type="http://schemas.openxmlformats.org/officeDocument/2006/relationships/image" Target="../media/image354.png"/><Relationship Id="rId88" Type="http://schemas.openxmlformats.org/officeDocument/2006/relationships/customXml" Target="../ink/ink362.xml"/><Relationship Id="rId111" Type="http://schemas.openxmlformats.org/officeDocument/2006/relationships/image" Target="../media/image376.png"/><Relationship Id="rId132" Type="http://schemas.openxmlformats.org/officeDocument/2006/relationships/customXml" Target="../ink/ink384.xml"/><Relationship Id="rId153" Type="http://schemas.openxmlformats.org/officeDocument/2006/relationships/image" Target="../media/image397.png"/><Relationship Id="rId174" Type="http://schemas.openxmlformats.org/officeDocument/2006/relationships/customXml" Target="../ink/ink405.xml"/><Relationship Id="rId195" Type="http://schemas.openxmlformats.org/officeDocument/2006/relationships/image" Target="../media/image418.png"/><Relationship Id="rId209" Type="http://schemas.openxmlformats.org/officeDocument/2006/relationships/image" Target="../media/image425.png"/><Relationship Id="rId220" Type="http://schemas.openxmlformats.org/officeDocument/2006/relationships/customXml" Target="../ink/ink428.xml"/><Relationship Id="rId241" Type="http://schemas.openxmlformats.org/officeDocument/2006/relationships/image" Target="../media/image441.png"/><Relationship Id="rId15" Type="http://schemas.openxmlformats.org/officeDocument/2006/relationships/image" Target="../media/image328.png"/><Relationship Id="rId36" Type="http://schemas.openxmlformats.org/officeDocument/2006/relationships/customXml" Target="../ink/ink336.xml"/><Relationship Id="rId57" Type="http://schemas.openxmlformats.org/officeDocument/2006/relationships/image" Target="../media/image349.png"/><Relationship Id="rId262" Type="http://schemas.openxmlformats.org/officeDocument/2006/relationships/customXml" Target="../ink/ink449.xml"/><Relationship Id="rId78" Type="http://schemas.openxmlformats.org/officeDocument/2006/relationships/customXml" Target="../ink/ink357.xml"/><Relationship Id="rId99" Type="http://schemas.openxmlformats.org/officeDocument/2006/relationships/image" Target="../media/image370.png"/><Relationship Id="rId101" Type="http://schemas.openxmlformats.org/officeDocument/2006/relationships/image" Target="../media/image371.png"/><Relationship Id="rId122" Type="http://schemas.openxmlformats.org/officeDocument/2006/relationships/customXml" Target="../ink/ink379.xml"/><Relationship Id="rId143" Type="http://schemas.openxmlformats.org/officeDocument/2006/relationships/image" Target="../media/image392.png"/><Relationship Id="rId164" Type="http://schemas.openxmlformats.org/officeDocument/2006/relationships/customXml" Target="../ink/ink400.xml"/><Relationship Id="rId185" Type="http://schemas.openxmlformats.org/officeDocument/2006/relationships/image" Target="../media/image413.png"/><Relationship Id="rId9" Type="http://schemas.openxmlformats.org/officeDocument/2006/relationships/image" Target="../media/image325.png"/><Relationship Id="rId210" Type="http://schemas.openxmlformats.org/officeDocument/2006/relationships/customXml" Target="../ink/ink423.xml"/><Relationship Id="rId26" Type="http://schemas.openxmlformats.org/officeDocument/2006/relationships/customXml" Target="../ink/ink331.xml"/><Relationship Id="rId231" Type="http://schemas.openxmlformats.org/officeDocument/2006/relationships/image" Target="../media/image436.png"/><Relationship Id="rId252" Type="http://schemas.openxmlformats.org/officeDocument/2006/relationships/customXml" Target="../ink/ink444.xml"/><Relationship Id="rId47" Type="http://schemas.openxmlformats.org/officeDocument/2006/relationships/image" Target="../media/image344.png"/><Relationship Id="rId68" Type="http://schemas.openxmlformats.org/officeDocument/2006/relationships/customXml" Target="../ink/ink352.xml"/><Relationship Id="rId89" Type="http://schemas.openxmlformats.org/officeDocument/2006/relationships/image" Target="../media/image365.png"/><Relationship Id="rId112" Type="http://schemas.openxmlformats.org/officeDocument/2006/relationships/customXml" Target="../ink/ink374.xml"/><Relationship Id="rId133" Type="http://schemas.openxmlformats.org/officeDocument/2006/relationships/image" Target="../media/image387.png"/><Relationship Id="rId154" Type="http://schemas.openxmlformats.org/officeDocument/2006/relationships/customXml" Target="../ink/ink395.xml"/><Relationship Id="rId175" Type="http://schemas.openxmlformats.org/officeDocument/2006/relationships/image" Target="../media/image408.png"/><Relationship Id="rId196" Type="http://schemas.openxmlformats.org/officeDocument/2006/relationships/customXml" Target="../ink/ink416.xml"/><Relationship Id="rId200" Type="http://schemas.openxmlformats.org/officeDocument/2006/relationships/customXml" Target="../ink/ink418.xml"/><Relationship Id="rId16" Type="http://schemas.openxmlformats.org/officeDocument/2006/relationships/customXml" Target="../ink/ink326.xml"/><Relationship Id="rId221" Type="http://schemas.openxmlformats.org/officeDocument/2006/relationships/image" Target="../media/image431.png"/><Relationship Id="rId242" Type="http://schemas.openxmlformats.org/officeDocument/2006/relationships/customXml" Target="../ink/ink439.xml"/><Relationship Id="rId263" Type="http://schemas.openxmlformats.org/officeDocument/2006/relationships/image" Target="../media/image452.png"/><Relationship Id="rId37" Type="http://schemas.openxmlformats.org/officeDocument/2006/relationships/image" Target="../media/image339.png"/><Relationship Id="rId58" Type="http://schemas.openxmlformats.org/officeDocument/2006/relationships/customXml" Target="../ink/ink347.xml"/><Relationship Id="rId79" Type="http://schemas.openxmlformats.org/officeDocument/2006/relationships/image" Target="../media/image360.png"/><Relationship Id="rId102" Type="http://schemas.openxmlformats.org/officeDocument/2006/relationships/customXml" Target="../ink/ink369.xml"/><Relationship Id="rId123" Type="http://schemas.openxmlformats.org/officeDocument/2006/relationships/image" Target="../media/image382.png"/><Relationship Id="rId144" Type="http://schemas.openxmlformats.org/officeDocument/2006/relationships/customXml" Target="../ink/ink390.xml"/><Relationship Id="rId90" Type="http://schemas.openxmlformats.org/officeDocument/2006/relationships/customXml" Target="../ink/ink363.xml"/><Relationship Id="rId165" Type="http://schemas.openxmlformats.org/officeDocument/2006/relationships/image" Target="../media/image403.png"/><Relationship Id="rId186" Type="http://schemas.openxmlformats.org/officeDocument/2006/relationships/customXml" Target="../ink/ink411.xml"/><Relationship Id="rId211" Type="http://schemas.openxmlformats.org/officeDocument/2006/relationships/image" Target="../media/image426.png"/><Relationship Id="rId232" Type="http://schemas.openxmlformats.org/officeDocument/2006/relationships/customXml" Target="../ink/ink434.xml"/><Relationship Id="rId253" Type="http://schemas.openxmlformats.org/officeDocument/2006/relationships/image" Target="../media/image447.png"/><Relationship Id="rId27" Type="http://schemas.openxmlformats.org/officeDocument/2006/relationships/image" Target="../media/image334.png"/><Relationship Id="rId48" Type="http://schemas.openxmlformats.org/officeDocument/2006/relationships/customXml" Target="../ink/ink342.xml"/><Relationship Id="rId69" Type="http://schemas.openxmlformats.org/officeDocument/2006/relationships/image" Target="../media/image355.png"/><Relationship Id="rId113" Type="http://schemas.openxmlformats.org/officeDocument/2006/relationships/image" Target="../media/image377.png"/><Relationship Id="rId134" Type="http://schemas.openxmlformats.org/officeDocument/2006/relationships/customXml" Target="../ink/ink385.xml"/><Relationship Id="rId80" Type="http://schemas.openxmlformats.org/officeDocument/2006/relationships/customXml" Target="../ink/ink358.xml"/><Relationship Id="rId155" Type="http://schemas.openxmlformats.org/officeDocument/2006/relationships/image" Target="../media/image398.png"/><Relationship Id="rId176" Type="http://schemas.openxmlformats.org/officeDocument/2006/relationships/customXml" Target="../ink/ink406.xml"/><Relationship Id="rId197" Type="http://schemas.openxmlformats.org/officeDocument/2006/relationships/image" Target="../media/image419.png"/><Relationship Id="rId201" Type="http://schemas.openxmlformats.org/officeDocument/2006/relationships/image" Target="../media/image421.png"/><Relationship Id="rId222" Type="http://schemas.openxmlformats.org/officeDocument/2006/relationships/customXml" Target="../ink/ink429.xml"/><Relationship Id="rId243" Type="http://schemas.openxmlformats.org/officeDocument/2006/relationships/image" Target="../media/image442.png"/><Relationship Id="rId264" Type="http://schemas.openxmlformats.org/officeDocument/2006/relationships/customXml" Target="../ink/ink450.xml"/><Relationship Id="rId17" Type="http://schemas.openxmlformats.org/officeDocument/2006/relationships/image" Target="../media/image329.png"/><Relationship Id="rId38" Type="http://schemas.openxmlformats.org/officeDocument/2006/relationships/customXml" Target="../ink/ink337.xml"/><Relationship Id="rId59" Type="http://schemas.openxmlformats.org/officeDocument/2006/relationships/image" Target="../media/image350.png"/><Relationship Id="rId103" Type="http://schemas.openxmlformats.org/officeDocument/2006/relationships/image" Target="../media/image372.png"/><Relationship Id="rId124" Type="http://schemas.openxmlformats.org/officeDocument/2006/relationships/customXml" Target="../ink/ink380.xml"/><Relationship Id="rId70" Type="http://schemas.openxmlformats.org/officeDocument/2006/relationships/customXml" Target="../ink/ink353.xml"/><Relationship Id="rId91" Type="http://schemas.openxmlformats.org/officeDocument/2006/relationships/image" Target="../media/image366.png"/><Relationship Id="rId145" Type="http://schemas.openxmlformats.org/officeDocument/2006/relationships/image" Target="../media/image393.png"/><Relationship Id="rId166" Type="http://schemas.openxmlformats.org/officeDocument/2006/relationships/customXml" Target="../ink/ink401.xml"/><Relationship Id="rId187" Type="http://schemas.openxmlformats.org/officeDocument/2006/relationships/image" Target="../media/image414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24.xml"/><Relationship Id="rId233" Type="http://schemas.openxmlformats.org/officeDocument/2006/relationships/image" Target="../media/image437.png"/><Relationship Id="rId254" Type="http://schemas.openxmlformats.org/officeDocument/2006/relationships/customXml" Target="../ink/ink445.xml"/><Relationship Id="rId28" Type="http://schemas.openxmlformats.org/officeDocument/2006/relationships/customXml" Target="../ink/ink332.xml"/><Relationship Id="rId49" Type="http://schemas.openxmlformats.org/officeDocument/2006/relationships/image" Target="../media/image345.png"/><Relationship Id="rId114" Type="http://schemas.openxmlformats.org/officeDocument/2006/relationships/customXml" Target="../ink/ink375.xml"/><Relationship Id="rId60" Type="http://schemas.openxmlformats.org/officeDocument/2006/relationships/customXml" Target="../ink/ink348.xml"/><Relationship Id="rId81" Type="http://schemas.openxmlformats.org/officeDocument/2006/relationships/image" Target="../media/image361.png"/><Relationship Id="rId135" Type="http://schemas.openxmlformats.org/officeDocument/2006/relationships/image" Target="../media/image388.png"/><Relationship Id="rId156" Type="http://schemas.openxmlformats.org/officeDocument/2006/relationships/customXml" Target="../ink/ink396.xml"/><Relationship Id="rId177" Type="http://schemas.openxmlformats.org/officeDocument/2006/relationships/image" Target="../media/image409.png"/><Relationship Id="rId198" Type="http://schemas.openxmlformats.org/officeDocument/2006/relationships/customXml" Target="../ink/ink417.xml"/><Relationship Id="rId202" Type="http://schemas.openxmlformats.org/officeDocument/2006/relationships/customXml" Target="../ink/ink419.xml"/><Relationship Id="rId223" Type="http://schemas.openxmlformats.org/officeDocument/2006/relationships/image" Target="../media/image432.png"/><Relationship Id="rId244" Type="http://schemas.openxmlformats.org/officeDocument/2006/relationships/customXml" Target="../ink/ink440.xml"/><Relationship Id="rId18" Type="http://schemas.openxmlformats.org/officeDocument/2006/relationships/customXml" Target="../ink/ink327.xml"/><Relationship Id="rId39" Type="http://schemas.openxmlformats.org/officeDocument/2006/relationships/image" Target="../media/image340.png"/><Relationship Id="rId265" Type="http://schemas.openxmlformats.org/officeDocument/2006/relationships/image" Target="../media/image453.png"/><Relationship Id="rId50" Type="http://schemas.openxmlformats.org/officeDocument/2006/relationships/customXml" Target="../ink/ink343.xml"/><Relationship Id="rId104" Type="http://schemas.openxmlformats.org/officeDocument/2006/relationships/customXml" Target="../ink/ink370.xml"/><Relationship Id="rId125" Type="http://schemas.openxmlformats.org/officeDocument/2006/relationships/image" Target="../media/image383.png"/><Relationship Id="rId146" Type="http://schemas.openxmlformats.org/officeDocument/2006/relationships/customXml" Target="../ink/ink391.xml"/><Relationship Id="rId167" Type="http://schemas.openxmlformats.org/officeDocument/2006/relationships/image" Target="../media/image404.png"/><Relationship Id="rId188" Type="http://schemas.openxmlformats.org/officeDocument/2006/relationships/customXml" Target="../ink/ink412.xml"/><Relationship Id="rId71" Type="http://schemas.openxmlformats.org/officeDocument/2006/relationships/image" Target="../media/image356.png"/><Relationship Id="rId92" Type="http://schemas.openxmlformats.org/officeDocument/2006/relationships/customXml" Target="../ink/ink364.xml"/><Relationship Id="rId213" Type="http://schemas.openxmlformats.org/officeDocument/2006/relationships/image" Target="../media/image427.png"/><Relationship Id="rId234" Type="http://schemas.openxmlformats.org/officeDocument/2006/relationships/customXml" Target="../ink/ink435.xml"/><Relationship Id="rId2" Type="http://schemas.openxmlformats.org/officeDocument/2006/relationships/customXml" Target="../ink/ink319.xml"/><Relationship Id="rId29" Type="http://schemas.openxmlformats.org/officeDocument/2006/relationships/image" Target="../media/image335.png"/><Relationship Id="rId255" Type="http://schemas.openxmlformats.org/officeDocument/2006/relationships/image" Target="../media/image448.png"/><Relationship Id="rId40" Type="http://schemas.openxmlformats.org/officeDocument/2006/relationships/customXml" Target="../ink/ink338.xml"/><Relationship Id="rId115" Type="http://schemas.openxmlformats.org/officeDocument/2006/relationships/image" Target="../media/image378.png"/><Relationship Id="rId136" Type="http://schemas.openxmlformats.org/officeDocument/2006/relationships/customXml" Target="../ink/ink386.xml"/><Relationship Id="rId157" Type="http://schemas.openxmlformats.org/officeDocument/2006/relationships/image" Target="../media/image399.png"/><Relationship Id="rId178" Type="http://schemas.openxmlformats.org/officeDocument/2006/relationships/customXml" Target="../ink/ink407.xml"/><Relationship Id="rId61" Type="http://schemas.openxmlformats.org/officeDocument/2006/relationships/image" Target="../media/image351.png"/><Relationship Id="rId82" Type="http://schemas.openxmlformats.org/officeDocument/2006/relationships/customXml" Target="../ink/ink359.xml"/><Relationship Id="rId199" Type="http://schemas.openxmlformats.org/officeDocument/2006/relationships/image" Target="../media/image420.png"/><Relationship Id="rId203" Type="http://schemas.openxmlformats.org/officeDocument/2006/relationships/image" Target="../media/image422.png"/><Relationship Id="rId19" Type="http://schemas.openxmlformats.org/officeDocument/2006/relationships/image" Target="../media/image330.png"/><Relationship Id="rId224" Type="http://schemas.openxmlformats.org/officeDocument/2006/relationships/customXml" Target="../ink/ink430.xml"/><Relationship Id="rId245" Type="http://schemas.openxmlformats.org/officeDocument/2006/relationships/image" Target="../media/image443.png"/><Relationship Id="rId266" Type="http://schemas.openxmlformats.org/officeDocument/2006/relationships/customXml" Target="../ink/ink451.xml"/><Relationship Id="rId30" Type="http://schemas.openxmlformats.org/officeDocument/2006/relationships/customXml" Target="../ink/ink333.xml"/><Relationship Id="rId105" Type="http://schemas.openxmlformats.org/officeDocument/2006/relationships/image" Target="../media/image373.png"/><Relationship Id="rId126" Type="http://schemas.openxmlformats.org/officeDocument/2006/relationships/customXml" Target="../ink/ink381.xml"/><Relationship Id="rId147" Type="http://schemas.openxmlformats.org/officeDocument/2006/relationships/image" Target="../media/image394.png"/><Relationship Id="rId168" Type="http://schemas.openxmlformats.org/officeDocument/2006/relationships/customXml" Target="../ink/ink402.xml"/><Relationship Id="rId51" Type="http://schemas.openxmlformats.org/officeDocument/2006/relationships/image" Target="../media/image346.png"/><Relationship Id="rId72" Type="http://schemas.openxmlformats.org/officeDocument/2006/relationships/customXml" Target="../ink/ink354.xml"/><Relationship Id="rId93" Type="http://schemas.openxmlformats.org/officeDocument/2006/relationships/image" Target="../media/image367.png"/><Relationship Id="rId189" Type="http://schemas.openxmlformats.org/officeDocument/2006/relationships/image" Target="../media/image415.png"/><Relationship Id="rId3" Type="http://schemas.openxmlformats.org/officeDocument/2006/relationships/image" Target="../media/image322.png"/><Relationship Id="rId214" Type="http://schemas.openxmlformats.org/officeDocument/2006/relationships/customXml" Target="../ink/ink425.xml"/><Relationship Id="rId235" Type="http://schemas.openxmlformats.org/officeDocument/2006/relationships/image" Target="../media/image438.png"/><Relationship Id="rId256" Type="http://schemas.openxmlformats.org/officeDocument/2006/relationships/customXml" Target="../ink/ink446.xml"/><Relationship Id="rId116" Type="http://schemas.openxmlformats.org/officeDocument/2006/relationships/customXml" Target="../ink/ink376.xml"/><Relationship Id="rId137" Type="http://schemas.openxmlformats.org/officeDocument/2006/relationships/image" Target="../media/image389.png"/><Relationship Id="rId158" Type="http://schemas.openxmlformats.org/officeDocument/2006/relationships/customXml" Target="../ink/ink397.xml"/><Relationship Id="rId20" Type="http://schemas.openxmlformats.org/officeDocument/2006/relationships/customXml" Target="../ink/ink328.xml"/><Relationship Id="rId41" Type="http://schemas.openxmlformats.org/officeDocument/2006/relationships/image" Target="../media/image341.png"/><Relationship Id="rId62" Type="http://schemas.openxmlformats.org/officeDocument/2006/relationships/customXml" Target="../ink/ink349.xml"/><Relationship Id="rId83" Type="http://schemas.openxmlformats.org/officeDocument/2006/relationships/image" Target="../media/image362.png"/><Relationship Id="rId179" Type="http://schemas.openxmlformats.org/officeDocument/2006/relationships/image" Target="../media/image410.png"/><Relationship Id="rId190" Type="http://schemas.openxmlformats.org/officeDocument/2006/relationships/customXml" Target="../ink/ink413.xml"/><Relationship Id="rId204" Type="http://schemas.openxmlformats.org/officeDocument/2006/relationships/customXml" Target="../ink/ink420.xml"/><Relationship Id="rId225" Type="http://schemas.openxmlformats.org/officeDocument/2006/relationships/image" Target="../media/image433.png"/><Relationship Id="rId246" Type="http://schemas.openxmlformats.org/officeDocument/2006/relationships/customXml" Target="../ink/ink441.xml"/><Relationship Id="rId267" Type="http://schemas.openxmlformats.org/officeDocument/2006/relationships/image" Target="../media/image454.png"/><Relationship Id="rId106" Type="http://schemas.openxmlformats.org/officeDocument/2006/relationships/customXml" Target="../ink/ink371.xml"/><Relationship Id="rId127" Type="http://schemas.openxmlformats.org/officeDocument/2006/relationships/image" Target="../media/image384.png"/><Relationship Id="rId10" Type="http://schemas.openxmlformats.org/officeDocument/2006/relationships/customXml" Target="../ink/ink323.xml"/><Relationship Id="rId31" Type="http://schemas.openxmlformats.org/officeDocument/2006/relationships/image" Target="../media/image336.png"/><Relationship Id="rId52" Type="http://schemas.openxmlformats.org/officeDocument/2006/relationships/customXml" Target="../ink/ink344.xml"/><Relationship Id="rId73" Type="http://schemas.openxmlformats.org/officeDocument/2006/relationships/image" Target="../media/image357.png"/><Relationship Id="rId94" Type="http://schemas.openxmlformats.org/officeDocument/2006/relationships/customXml" Target="../ink/ink365.xml"/><Relationship Id="rId148" Type="http://schemas.openxmlformats.org/officeDocument/2006/relationships/customXml" Target="../ink/ink392.xml"/><Relationship Id="rId169" Type="http://schemas.openxmlformats.org/officeDocument/2006/relationships/image" Target="../media/image405.png"/><Relationship Id="rId4" Type="http://schemas.openxmlformats.org/officeDocument/2006/relationships/customXml" Target="../ink/ink320.xml"/><Relationship Id="rId180" Type="http://schemas.openxmlformats.org/officeDocument/2006/relationships/customXml" Target="../ink/ink408.xml"/><Relationship Id="rId215" Type="http://schemas.openxmlformats.org/officeDocument/2006/relationships/image" Target="../media/image428.png"/><Relationship Id="rId236" Type="http://schemas.openxmlformats.org/officeDocument/2006/relationships/customXml" Target="../ink/ink436.xml"/><Relationship Id="rId257" Type="http://schemas.openxmlformats.org/officeDocument/2006/relationships/image" Target="../media/image449.png"/><Relationship Id="rId42" Type="http://schemas.openxmlformats.org/officeDocument/2006/relationships/customXml" Target="../ink/ink339.xml"/><Relationship Id="rId84" Type="http://schemas.openxmlformats.org/officeDocument/2006/relationships/customXml" Target="../ink/ink360.xml"/><Relationship Id="rId138" Type="http://schemas.openxmlformats.org/officeDocument/2006/relationships/customXml" Target="../ink/ink387.xml"/><Relationship Id="rId191" Type="http://schemas.openxmlformats.org/officeDocument/2006/relationships/image" Target="../media/image416.png"/><Relationship Id="rId205" Type="http://schemas.openxmlformats.org/officeDocument/2006/relationships/image" Target="../media/image423.png"/><Relationship Id="rId247" Type="http://schemas.openxmlformats.org/officeDocument/2006/relationships/image" Target="../media/image444.png"/><Relationship Id="rId107" Type="http://schemas.openxmlformats.org/officeDocument/2006/relationships/image" Target="../media/image374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610.png"/><Relationship Id="rId21" Type="http://schemas.openxmlformats.org/officeDocument/2006/relationships/customXml" Target="../ink/ink463.xml"/><Relationship Id="rId42" Type="http://schemas.openxmlformats.org/officeDocument/2006/relationships/image" Target="../media/image460.png"/><Relationship Id="rId47" Type="http://schemas.openxmlformats.org/officeDocument/2006/relationships/customXml" Target="../ink/ink476.xml"/><Relationship Id="rId63" Type="http://schemas.openxmlformats.org/officeDocument/2006/relationships/customXml" Target="../ink/ink484.xml"/><Relationship Id="rId68" Type="http://schemas.openxmlformats.org/officeDocument/2006/relationships/image" Target="../media/image473.png"/><Relationship Id="rId84" Type="http://schemas.openxmlformats.org/officeDocument/2006/relationships/image" Target="../media/image481.png"/><Relationship Id="rId89" Type="http://schemas.openxmlformats.org/officeDocument/2006/relationships/customXml" Target="../ink/ink497.xml"/><Relationship Id="rId16" Type="http://schemas.openxmlformats.org/officeDocument/2006/relationships/image" Target="../media/image2110.png"/><Relationship Id="rId11" Type="http://schemas.openxmlformats.org/officeDocument/2006/relationships/customXml" Target="../ink/ink458.xml"/><Relationship Id="rId32" Type="http://schemas.openxmlformats.org/officeDocument/2006/relationships/image" Target="../media/image2910.png"/><Relationship Id="rId37" Type="http://schemas.openxmlformats.org/officeDocument/2006/relationships/customXml" Target="../ink/ink471.xml"/><Relationship Id="rId53" Type="http://schemas.openxmlformats.org/officeDocument/2006/relationships/customXml" Target="../ink/ink479.xml"/><Relationship Id="rId58" Type="http://schemas.openxmlformats.org/officeDocument/2006/relationships/image" Target="../media/image468.png"/><Relationship Id="rId74" Type="http://schemas.openxmlformats.org/officeDocument/2006/relationships/image" Target="../media/image476.png"/><Relationship Id="rId79" Type="http://schemas.openxmlformats.org/officeDocument/2006/relationships/customXml" Target="../ink/ink492.xml"/><Relationship Id="rId5" Type="http://schemas.openxmlformats.org/officeDocument/2006/relationships/customXml" Target="../ink/ink455.xml"/><Relationship Id="rId90" Type="http://schemas.openxmlformats.org/officeDocument/2006/relationships/image" Target="../media/image484.png"/><Relationship Id="rId14" Type="http://schemas.openxmlformats.org/officeDocument/2006/relationships/image" Target="../media/image2010.png"/><Relationship Id="rId22" Type="http://schemas.openxmlformats.org/officeDocument/2006/relationships/image" Target="../media/image2410.png"/><Relationship Id="rId27" Type="http://schemas.openxmlformats.org/officeDocument/2006/relationships/customXml" Target="../ink/ink466.xml"/><Relationship Id="rId30" Type="http://schemas.openxmlformats.org/officeDocument/2006/relationships/image" Target="../media/image2810.png"/><Relationship Id="rId35" Type="http://schemas.openxmlformats.org/officeDocument/2006/relationships/customXml" Target="../ink/ink470.xml"/><Relationship Id="rId43" Type="http://schemas.openxmlformats.org/officeDocument/2006/relationships/customXml" Target="../ink/ink474.xml"/><Relationship Id="rId48" Type="http://schemas.openxmlformats.org/officeDocument/2006/relationships/image" Target="../media/image463.png"/><Relationship Id="rId56" Type="http://schemas.openxmlformats.org/officeDocument/2006/relationships/image" Target="../media/image467.png"/><Relationship Id="rId64" Type="http://schemas.openxmlformats.org/officeDocument/2006/relationships/image" Target="../media/image471.png"/><Relationship Id="rId69" Type="http://schemas.openxmlformats.org/officeDocument/2006/relationships/customXml" Target="../ink/ink487.xml"/><Relationship Id="rId77" Type="http://schemas.openxmlformats.org/officeDocument/2006/relationships/customXml" Target="../ink/ink491.xml"/><Relationship Id="rId8" Type="http://schemas.openxmlformats.org/officeDocument/2006/relationships/image" Target="../media/image1710.png"/><Relationship Id="rId51" Type="http://schemas.openxmlformats.org/officeDocument/2006/relationships/customXml" Target="../ink/ink478.xml"/><Relationship Id="rId72" Type="http://schemas.openxmlformats.org/officeDocument/2006/relationships/image" Target="../media/image475.png"/><Relationship Id="rId80" Type="http://schemas.openxmlformats.org/officeDocument/2006/relationships/image" Target="../media/image479.png"/><Relationship Id="rId85" Type="http://schemas.openxmlformats.org/officeDocument/2006/relationships/customXml" Target="../ink/ink495.xml"/><Relationship Id="rId3" Type="http://schemas.openxmlformats.org/officeDocument/2006/relationships/customXml" Target="../ink/ink454.xml"/><Relationship Id="rId12" Type="http://schemas.openxmlformats.org/officeDocument/2006/relationships/image" Target="../media/image1910.png"/><Relationship Id="rId17" Type="http://schemas.openxmlformats.org/officeDocument/2006/relationships/customXml" Target="../ink/ink461.xml"/><Relationship Id="rId25" Type="http://schemas.openxmlformats.org/officeDocument/2006/relationships/customXml" Target="../ink/ink465.xml"/><Relationship Id="rId33" Type="http://schemas.openxmlformats.org/officeDocument/2006/relationships/customXml" Target="../ink/ink469.xml"/><Relationship Id="rId38" Type="http://schemas.openxmlformats.org/officeDocument/2006/relationships/image" Target="../media/image458.png"/><Relationship Id="rId46" Type="http://schemas.openxmlformats.org/officeDocument/2006/relationships/image" Target="../media/image462.png"/><Relationship Id="rId59" Type="http://schemas.openxmlformats.org/officeDocument/2006/relationships/customXml" Target="../ink/ink482.xml"/><Relationship Id="rId67" Type="http://schemas.openxmlformats.org/officeDocument/2006/relationships/customXml" Target="../ink/ink486.xml"/><Relationship Id="rId20" Type="http://schemas.openxmlformats.org/officeDocument/2006/relationships/image" Target="../media/image2310.png"/><Relationship Id="rId41" Type="http://schemas.openxmlformats.org/officeDocument/2006/relationships/customXml" Target="../ink/ink473.xml"/><Relationship Id="rId54" Type="http://schemas.openxmlformats.org/officeDocument/2006/relationships/image" Target="../media/image466.png"/><Relationship Id="rId62" Type="http://schemas.openxmlformats.org/officeDocument/2006/relationships/image" Target="../media/image470.png"/><Relationship Id="rId70" Type="http://schemas.openxmlformats.org/officeDocument/2006/relationships/image" Target="../media/image474.png"/><Relationship Id="rId75" Type="http://schemas.openxmlformats.org/officeDocument/2006/relationships/customXml" Target="../ink/ink490.xml"/><Relationship Id="rId83" Type="http://schemas.openxmlformats.org/officeDocument/2006/relationships/customXml" Target="../ink/ink494.xml"/><Relationship Id="rId88" Type="http://schemas.openxmlformats.org/officeDocument/2006/relationships/image" Target="../media/image483.png"/><Relationship Id="rId91" Type="http://schemas.openxmlformats.org/officeDocument/2006/relationships/customXml" Target="../ink/ink4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10.png"/><Relationship Id="rId15" Type="http://schemas.openxmlformats.org/officeDocument/2006/relationships/customXml" Target="../ink/ink460.xml"/><Relationship Id="rId23" Type="http://schemas.openxmlformats.org/officeDocument/2006/relationships/customXml" Target="../ink/ink464.xml"/><Relationship Id="rId28" Type="http://schemas.openxmlformats.org/officeDocument/2006/relationships/image" Target="../media/image2710.png"/><Relationship Id="rId36" Type="http://schemas.openxmlformats.org/officeDocument/2006/relationships/image" Target="../media/image3110.png"/><Relationship Id="rId49" Type="http://schemas.openxmlformats.org/officeDocument/2006/relationships/customXml" Target="../ink/ink477.xml"/><Relationship Id="rId57" Type="http://schemas.openxmlformats.org/officeDocument/2006/relationships/customXml" Target="../ink/ink481.xml"/><Relationship Id="rId10" Type="http://schemas.openxmlformats.org/officeDocument/2006/relationships/image" Target="../media/image1810.png"/><Relationship Id="rId31" Type="http://schemas.openxmlformats.org/officeDocument/2006/relationships/customXml" Target="../ink/ink468.xml"/><Relationship Id="rId44" Type="http://schemas.openxmlformats.org/officeDocument/2006/relationships/image" Target="../media/image461.png"/><Relationship Id="rId52" Type="http://schemas.openxmlformats.org/officeDocument/2006/relationships/image" Target="../media/image465.png"/><Relationship Id="rId60" Type="http://schemas.openxmlformats.org/officeDocument/2006/relationships/image" Target="../media/image469.png"/><Relationship Id="rId65" Type="http://schemas.openxmlformats.org/officeDocument/2006/relationships/customXml" Target="../ink/ink485.xml"/><Relationship Id="rId73" Type="http://schemas.openxmlformats.org/officeDocument/2006/relationships/customXml" Target="../ink/ink489.xml"/><Relationship Id="rId78" Type="http://schemas.openxmlformats.org/officeDocument/2006/relationships/image" Target="../media/image478.png"/><Relationship Id="rId81" Type="http://schemas.openxmlformats.org/officeDocument/2006/relationships/customXml" Target="../ink/ink493.xml"/><Relationship Id="rId86" Type="http://schemas.openxmlformats.org/officeDocument/2006/relationships/image" Target="../media/image482.png"/><Relationship Id="rId4" Type="http://schemas.openxmlformats.org/officeDocument/2006/relationships/image" Target="../media/image1510.png"/><Relationship Id="rId9" Type="http://schemas.openxmlformats.org/officeDocument/2006/relationships/customXml" Target="../ink/ink457.xml"/><Relationship Id="rId13" Type="http://schemas.openxmlformats.org/officeDocument/2006/relationships/customXml" Target="../ink/ink459.xml"/><Relationship Id="rId18" Type="http://schemas.openxmlformats.org/officeDocument/2006/relationships/image" Target="../media/image2210.png"/><Relationship Id="rId39" Type="http://schemas.openxmlformats.org/officeDocument/2006/relationships/customXml" Target="../ink/ink472.xml"/><Relationship Id="rId34" Type="http://schemas.openxmlformats.org/officeDocument/2006/relationships/image" Target="../media/image3010.png"/><Relationship Id="rId50" Type="http://schemas.openxmlformats.org/officeDocument/2006/relationships/image" Target="../media/image464.png"/><Relationship Id="rId55" Type="http://schemas.openxmlformats.org/officeDocument/2006/relationships/customXml" Target="../ink/ink480.xml"/><Relationship Id="rId76" Type="http://schemas.openxmlformats.org/officeDocument/2006/relationships/image" Target="../media/image477.png"/><Relationship Id="rId7" Type="http://schemas.openxmlformats.org/officeDocument/2006/relationships/customXml" Target="../ink/ink456.xml"/><Relationship Id="rId71" Type="http://schemas.openxmlformats.org/officeDocument/2006/relationships/customXml" Target="../ink/ink488.xml"/><Relationship Id="rId92" Type="http://schemas.openxmlformats.org/officeDocument/2006/relationships/image" Target="../media/image485.png"/><Relationship Id="rId2" Type="http://schemas.openxmlformats.org/officeDocument/2006/relationships/image" Target="../media/image457.png"/><Relationship Id="rId29" Type="http://schemas.openxmlformats.org/officeDocument/2006/relationships/customXml" Target="../ink/ink467.xml"/><Relationship Id="rId24" Type="http://schemas.openxmlformats.org/officeDocument/2006/relationships/image" Target="../media/image2510.png"/><Relationship Id="rId40" Type="http://schemas.openxmlformats.org/officeDocument/2006/relationships/image" Target="../media/image459.png"/><Relationship Id="rId45" Type="http://schemas.openxmlformats.org/officeDocument/2006/relationships/customXml" Target="../ink/ink475.xml"/><Relationship Id="rId66" Type="http://schemas.openxmlformats.org/officeDocument/2006/relationships/image" Target="../media/image472.png"/><Relationship Id="rId87" Type="http://schemas.openxmlformats.org/officeDocument/2006/relationships/customXml" Target="../ink/ink496.xml"/><Relationship Id="rId61" Type="http://schemas.openxmlformats.org/officeDocument/2006/relationships/customXml" Target="../ink/ink483.xml"/><Relationship Id="rId82" Type="http://schemas.openxmlformats.org/officeDocument/2006/relationships/image" Target="../media/image480.png"/><Relationship Id="rId19" Type="http://schemas.openxmlformats.org/officeDocument/2006/relationships/customXml" Target="../ink/ink462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56.xml"/><Relationship Id="rId21" Type="http://schemas.openxmlformats.org/officeDocument/2006/relationships/customXml" Target="../ink/ink508.xml"/><Relationship Id="rId42" Type="http://schemas.openxmlformats.org/officeDocument/2006/relationships/image" Target="../media/image5210.png"/><Relationship Id="rId63" Type="http://schemas.openxmlformats.org/officeDocument/2006/relationships/customXml" Target="../ink/ink529.xml"/><Relationship Id="rId84" Type="http://schemas.openxmlformats.org/officeDocument/2006/relationships/image" Target="../media/image7310.png"/><Relationship Id="rId138" Type="http://schemas.openxmlformats.org/officeDocument/2006/relationships/customXml" Target="../ink/ink567.xml"/><Relationship Id="rId159" Type="http://schemas.openxmlformats.org/officeDocument/2006/relationships/image" Target="../media/image487.png"/><Relationship Id="rId170" Type="http://schemas.openxmlformats.org/officeDocument/2006/relationships/customXml" Target="../ink/ink583.xml"/><Relationship Id="rId107" Type="http://schemas.openxmlformats.org/officeDocument/2006/relationships/customXml" Target="../ink/ink551.xml"/><Relationship Id="rId11" Type="http://schemas.openxmlformats.org/officeDocument/2006/relationships/customXml" Target="../ink/ink503.xml"/><Relationship Id="rId32" Type="http://schemas.openxmlformats.org/officeDocument/2006/relationships/image" Target="../media/image4710.png"/><Relationship Id="rId53" Type="http://schemas.openxmlformats.org/officeDocument/2006/relationships/customXml" Target="../ink/ink524.xml"/><Relationship Id="rId74" Type="http://schemas.openxmlformats.org/officeDocument/2006/relationships/image" Target="../media/image6810.png"/><Relationship Id="rId128" Type="http://schemas.openxmlformats.org/officeDocument/2006/relationships/customXml" Target="../ink/ink562.xml"/><Relationship Id="rId149" Type="http://schemas.openxmlformats.org/officeDocument/2006/relationships/image" Target="../media/image1050.png"/><Relationship Id="rId5" Type="http://schemas.openxmlformats.org/officeDocument/2006/relationships/customXml" Target="../ink/ink500.xml"/><Relationship Id="rId95" Type="http://schemas.openxmlformats.org/officeDocument/2006/relationships/customXml" Target="../ink/ink545.xml"/><Relationship Id="rId160" Type="http://schemas.openxmlformats.org/officeDocument/2006/relationships/customXml" Target="../ink/ink578.xml"/><Relationship Id="rId22" Type="http://schemas.openxmlformats.org/officeDocument/2006/relationships/image" Target="../media/image4210.png"/><Relationship Id="rId43" Type="http://schemas.openxmlformats.org/officeDocument/2006/relationships/customXml" Target="../ink/ink519.xml"/><Relationship Id="rId64" Type="http://schemas.openxmlformats.org/officeDocument/2006/relationships/image" Target="../media/image6310.png"/><Relationship Id="rId118" Type="http://schemas.openxmlformats.org/officeDocument/2006/relationships/image" Target="../media/image900.png"/><Relationship Id="rId139" Type="http://schemas.openxmlformats.org/officeDocument/2006/relationships/image" Target="../media/image1000.png"/><Relationship Id="rId85" Type="http://schemas.openxmlformats.org/officeDocument/2006/relationships/customXml" Target="../ink/ink540.xml"/><Relationship Id="rId150" Type="http://schemas.openxmlformats.org/officeDocument/2006/relationships/customXml" Target="../ink/ink573.xml"/><Relationship Id="rId171" Type="http://schemas.openxmlformats.org/officeDocument/2006/relationships/image" Target="../media/image493.png"/><Relationship Id="rId12" Type="http://schemas.openxmlformats.org/officeDocument/2006/relationships/image" Target="../media/image3710.png"/><Relationship Id="rId33" Type="http://schemas.openxmlformats.org/officeDocument/2006/relationships/customXml" Target="../ink/ink514.xml"/><Relationship Id="rId108" Type="http://schemas.openxmlformats.org/officeDocument/2006/relationships/image" Target="../media/image850.png"/><Relationship Id="rId129" Type="http://schemas.openxmlformats.org/officeDocument/2006/relationships/image" Target="../media/image950.png"/><Relationship Id="rId54" Type="http://schemas.openxmlformats.org/officeDocument/2006/relationships/image" Target="../media/image5810.png"/><Relationship Id="rId70" Type="http://schemas.openxmlformats.org/officeDocument/2006/relationships/image" Target="../media/image6610.png"/><Relationship Id="rId75" Type="http://schemas.openxmlformats.org/officeDocument/2006/relationships/customXml" Target="../ink/ink535.xml"/><Relationship Id="rId91" Type="http://schemas.openxmlformats.org/officeDocument/2006/relationships/customXml" Target="../ink/ink543.xml"/><Relationship Id="rId96" Type="http://schemas.openxmlformats.org/officeDocument/2006/relationships/image" Target="../media/image790.png"/><Relationship Id="rId140" Type="http://schemas.openxmlformats.org/officeDocument/2006/relationships/customXml" Target="../ink/ink568.xml"/><Relationship Id="rId145" Type="http://schemas.openxmlformats.org/officeDocument/2006/relationships/image" Target="../media/image1030.png"/><Relationship Id="rId161" Type="http://schemas.openxmlformats.org/officeDocument/2006/relationships/image" Target="../media/image488.png"/><Relationship Id="rId166" Type="http://schemas.openxmlformats.org/officeDocument/2006/relationships/customXml" Target="../ink/ink5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10.png"/><Relationship Id="rId23" Type="http://schemas.openxmlformats.org/officeDocument/2006/relationships/customXml" Target="../ink/ink509.xml"/><Relationship Id="rId28" Type="http://schemas.openxmlformats.org/officeDocument/2006/relationships/image" Target="../media/image4510.png"/><Relationship Id="rId49" Type="http://schemas.openxmlformats.org/officeDocument/2006/relationships/customXml" Target="../ink/ink522.xml"/><Relationship Id="rId114" Type="http://schemas.openxmlformats.org/officeDocument/2006/relationships/image" Target="../media/image880.png"/><Relationship Id="rId119" Type="http://schemas.openxmlformats.org/officeDocument/2006/relationships/customXml" Target="../ink/ink557.xml"/><Relationship Id="rId44" Type="http://schemas.openxmlformats.org/officeDocument/2006/relationships/image" Target="../media/image5310.png"/><Relationship Id="rId60" Type="http://schemas.openxmlformats.org/officeDocument/2006/relationships/image" Target="../media/image6110.png"/><Relationship Id="rId65" Type="http://schemas.openxmlformats.org/officeDocument/2006/relationships/customXml" Target="../ink/ink530.xml"/><Relationship Id="rId81" Type="http://schemas.openxmlformats.org/officeDocument/2006/relationships/customXml" Target="../ink/ink538.xml"/><Relationship Id="rId86" Type="http://schemas.openxmlformats.org/officeDocument/2006/relationships/image" Target="../media/image7410.png"/><Relationship Id="rId130" Type="http://schemas.openxmlformats.org/officeDocument/2006/relationships/customXml" Target="../ink/ink563.xml"/><Relationship Id="rId135" Type="http://schemas.openxmlformats.org/officeDocument/2006/relationships/image" Target="../media/image980.png"/><Relationship Id="rId151" Type="http://schemas.openxmlformats.org/officeDocument/2006/relationships/image" Target="../media/image1060.png"/><Relationship Id="rId156" Type="http://schemas.openxmlformats.org/officeDocument/2006/relationships/customXml" Target="../ink/ink576.xml"/><Relationship Id="rId13" Type="http://schemas.openxmlformats.org/officeDocument/2006/relationships/customXml" Target="../ink/ink504.xml"/><Relationship Id="rId18" Type="http://schemas.openxmlformats.org/officeDocument/2006/relationships/image" Target="../media/image4010.png"/><Relationship Id="rId39" Type="http://schemas.openxmlformats.org/officeDocument/2006/relationships/customXml" Target="../ink/ink517.xml"/><Relationship Id="rId109" Type="http://schemas.openxmlformats.org/officeDocument/2006/relationships/customXml" Target="../ink/ink552.xml"/><Relationship Id="rId34" Type="http://schemas.openxmlformats.org/officeDocument/2006/relationships/image" Target="../media/image4810.png"/><Relationship Id="rId50" Type="http://schemas.openxmlformats.org/officeDocument/2006/relationships/image" Target="../media/image5610.png"/><Relationship Id="rId55" Type="http://schemas.openxmlformats.org/officeDocument/2006/relationships/customXml" Target="../ink/ink525.xml"/><Relationship Id="rId76" Type="http://schemas.openxmlformats.org/officeDocument/2006/relationships/image" Target="../media/image6910.png"/><Relationship Id="rId97" Type="http://schemas.openxmlformats.org/officeDocument/2006/relationships/customXml" Target="../ink/ink546.xml"/><Relationship Id="rId104" Type="http://schemas.openxmlformats.org/officeDocument/2006/relationships/image" Target="../media/image830.png"/><Relationship Id="rId120" Type="http://schemas.openxmlformats.org/officeDocument/2006/relationships/image" Target="../media/image911.png"/><Relationship Id="rId125" Type="http://schemas.openxmlformats.org/officeDocument/2006/relationships/customXml" Target="../ink/ink560.xml"/><Relationship Id="rId141" Type="http://schemas.openxmlformats.org/officeDocument/2006/relationships/image" Target="../media/image1011.png"/><Relationship Id="rId146" Type="http://schemas.openxmlformats.org/officeDocument/2006/relationships/customXml" Target="../ink/ink571.xml"/><Relationship Id="rId167" Type="http://schemas.openxmlformats.org/officeDocument/2006/relationships/image" Target="../media/image491.png"/><Relationship Id="rId7" Type="http://schemas.openxmlformats.org/officeDocument/2006/relationships/customXml" Target="../ink/ink501.xml"/><Relationship Id="rId71" Type="http://schemas.openxmlformats.org/officeDocument/2006/relationships/customXml" Target="../ink/ink533.xml"/><Relationship Id="rId92" Type="http://schemas.openxmlformats.org/officeDocument/2006/relationships/image" Target="../media/image776.png"/><Relationship Id="rId162" Type="http://schemas.openxmlformats.org/officeDocument/2006/relationships/customXml" Target="../ink/ink579.xml"/><Relationship Id="rId2" Type="http://schemas.openxmlformats.org/officeDocument/2006/relationships/image" Target="../media/image486.png"/><Relationship Id="rId29" Type="http://schemas.openxmlformats.org/officeDocument/2006/relationships/customXml" Target="../ink/ink512.xml"/><Relationship Id="rId24" Type="http://schemas.openxmlformats.org/officeDocument/2006/relationships/image" Target="../media/image4310.png"/><Relationship Id="rId40" Type="http://schemas.openxmlformats.org/officeDocument/2006/relationships/image" Target="../media/image5110.png"/><Relationship Id="rId45" Type="http://schemas.openxmlformats.org/officeDocument/2006/relationships/customXml" Target="../ink/ink520.xml"/><Relationship Id="rId66" Type="http://schemas.openxmlformats.org/officeDocument/2006/relationships/image" Target="../media/image6410.png"/><Relationship Id="rId87" Type="http://schemas.openxmlformats.org/officeDocument/2006/relationships/customXml" Target="../ink/ink541.xml"/><Relationship Id="rId110" Type="http://schemas.openxmlformats.org/officeDocument/2006/relationships/image" Target="../media/image860.png"/><Relationship Id="rId115" Type="http://schemas.openxmlformats.org/officeDocument/2006/relationships/customXml" Target="../ink/ink555.xml"/><Relationship Id="rId131" Type="http://schemas.openxmlformats.org/officeDocument/2006/relationships/image" Target="../media/image960.png"/><Relationship Id="rId136" Type="http://schemas.openxmlformats.org/officeDocument/2006/relationships/customXml" Target="../ink/ink566.xml"/><Relationship Id="rId157" Type="http://schemas.openxmlformats.org/officeDocument/2006/relationships/image" Target="../media/image1090.png"/><Relationship Id="rId61" Type="http://schemas.openxmlformats.org/officeDocument/2006/relationships/customXml" Target="../ink/ink528.xml"/><Relationship Id="rId82" Type="http://schemas.openxmlformats.org/officeDocument/2006/relationships/image" Target="../media/image7210.png"/><Relationship Id="rId152" Type="http://schemas.openxmlformats.org/officeDocument/2006/relationships/customXml" Target="../ink/ink574.xml"/><Relationship Id="rId19" Type="http://schemas.openxmlformats.org/officeDocument/2006/relationships/customXml" Target="../ink/ink507.xml"/><Relationship Id="rId14" Type="http://schemas.openxmlformats.org/officeDocument/2006/relationships/image" Target="../media/image3810.png"/><Relationship Id="rId30" Type="http://schemas.openxmlformats.org/officeDocument/2006/relationships/image" Target="../media/image4610.png"/><Relationship Id="rId35" Type="http://schemas.openxmlformats.org/officeDocument/2006/relationships/customXml" Target="../ink/ink515.xml"/><Relationship Id="rId56" Type="http://schemas.openxmlformats.org/officeDocument/2006/relationships/image" Target="../media/image5910.png"/><Relationship Id="rId77" Type="http://schemas.openxmlformats.org/officeDocument/2006/relationships/customXml" Target="../ink/ink536.xml"/><Relationship Id="rId100" Type="http://schemas.openxmlformats.org/officeDocument/2006/relationships/image" Target="../media/image811.png"/><Relationship Id="rId105" Type="http://schemas.openxmlformats.org/officeDocument/2006/relationships/customXml" Target="../ink/ink550.xml"/><Relationship Id="rId126" Type="http://schemas.openxmlformats.org/officeDocument/2006/relationships/image" Target="../media/image940.png"/><Relationship Id="rId147" Type="http://schemas.openxmlformats.org/officeDocument/2006/relationships/image" Target="../media/image1040.png"/><Relationship Id="rId168" Type="http://schemas.openxmlformats.org/officeDocument/2006/relationships/customXml" Target="../ink/ink582.xml"/><Relationship Id="rId8" Type="http://schemas.openxmlformats.org/officeDocument/2006/relationships/image" Target="../media/image3510.png"/><Relationship Id="rId51" Type="http://schemas.openxmlformats.org/officeDocument/2006/relationships/customXml" Target="../ink/ink523.xml"/><Relationship Id="rId72" Type="http://schemas.openxmlformats.org/officeDocument/2006/relationships/image" Target="../media/image6710.png"/><Relationship Id="rId93" Type="http://schemas.openxmlformats.org/officeDocument/2006/relationships/customXml" Target="../ink/ink544.xml"/><Relationship Id="rId98" Type="http://schemas.openxmlformats.org/officeDocument/2006/relationships/image" Target="../media/image800.png"/><Relationship Id="rId121" Type="http://schemas.openxmlformats.org/officeDocument/2006/relationships/customXml" Target="../ink/ink558.xml"/><Relationship Id="rId142" Type="http://schemas.openxmlformats.org/officeDocument/2006/relationships/customXml" Target="../ink/ink569.xml"/><Relationship Id="rId163" Type="http://schemas.openxmlformats.org/officeDocument/2006/relationships/image" Target="../media/image489.png"/><Relationship Id="rId3" Type="http://schemas.openxmlformats.org/officeDocument/2006/relationships/customXml" Target="../ink/ink499.xml"/><Relationship Id="rId25" Type="http://schemas.openxmlformats.org/officeDocument/2006/relationships/customXml" Target="../ink/ink510.xml"/><Relationship Id="rId46" Type="http://schemas.openxmlformats.org/officeDocument/2006/relationships/image" Target="../media/image5410.png"/><Relationship Id="rId67" Type="http://schemas.openxmlformats.org/officeDocument/2006/relationships/customXml" Target="../ink/ink531.xml"/><Relationship Id="rId116" Type="http://schemas.openxmlformats.org/officeDocument/2006/relationships/image" Target="../media/image890.png"/><Relationship Id="rId137" Type="http://schemas.openxmlformats.org/officeDocument/2006/relationships/image" Target="../media/image990.png"/><Relationship Id="rId158" Type="http://schemas.openxmlformats.org/officeDocument/2006/relationships/customXml" Target="../ink/ink577.xml"/><Relationship Id="rId20" Type="http://schemas.openxmlformats.org/officeDocument/2006/relationships/image" Target="../media/image4110.png"/><Relationship Id="rId41" Type="http://schemas.openxmlformats.org/officeDocument/2006/relationships/customXml" Target="../ink/ink518.xml"/><Relationship Id="rId62" Type="http://schemas.openxmlformats.org/officeDocument/2006/relationships/image" Target="../media/image6210.png"/><Relationship Id="rId83" Type="http://schemas.openxmlformats.org/officeDocument/2006/relationships/customXml" Target="../ink/ink539.xml"/><Relationship Id="rId88" Type="http://schemas.openxmlformats.org/officeDocument/2006/relationships/image" Target="../media/image7510.png"/><Relationship Id="rId111" Type="http://schemas.openxmlformats.org/officeDocument/2006/relationships/customXml" Target="../ink/ink553.xml"/><Relationship Id="rId132" Type="http://schemas.openxmlformats.org/officeDocument/2006/relationships/customXml" Target="../ink/ink564.xml"/><Relationship Id="rId153" Type="http://schemas.openxmlformats.org/officeDocument/2006/relationships/image" Target="../media/image1070.png"/><Relationship Id="rId15" Type="http://schemas.openxmlformats.org/officeDocument/2006/relationships/customXml" Target="../ink/ink505.xml"/><Relationship Id="rId36" Type="http://schemas.openxmlformats.org/officeDocument/2006/relationships/image" Target="../media/image4910.png"/><Relationship Id="rId57" Type="http://schemas.openxmlformats.org/officeDocument/2006/relationships/customXml" Target="../ink/ink526.xml"/><Relationship Id="rId106" Type="http://schemas.openxmlformats.org/officeDocument/2006/relationships/image" Target="../media/image840.png"/><Relationship Id="rId127" Type="http://schemas.openxmlformats.org/officeDocument/2006/relationships/customXml" Target="../ink/ink561.xml"/><Relationship Id="rId10" Type="http://schemas.openxmlformats.org/officeDocument/2006/relationships/image" Target="../media/image3610.png"/><Relationship Id="rId31" Type="http://schemas.openxmlformats.org/officeDocument/2006/relationships/customXml" Target="../ink/ink513.xml"/><Relationship Id="rId52" Type="http://schemas.openxmlformats.org/officeDocument/2006/relationships/image" Target="../media/image5710.png"/><Relationship Id="rId73" Type="http://schemas.openxmlformats.org/officeDocument/2006/relationships/customXml" Target="../ink/ink534.xml"/><Relationship Id="rId78" Type="http://schemas.openxmlformats.org/officeDocument/2006/relationships/image" Target="../media/image7010.png"/><Relationship Id="rId94" Type="http://schemas.openxmlformats.org/officeDocument/2006/relationships/image" Target="../media/image780.png"/><Relationship Id="rId99" Type="http://schemas.openxmlformats.org/officeDocument/2006/relationships/customXml" Target="../ink/ink547.xml"/><Relationship Id="rId101" Type="http://schemas.openxmlformats.org/officeDocument/2006/relationships/customXml" Target="../ink/ink548.xml"/><Relationship Id="rId122" Type="http://schemas.openxmlformats.org/officeDocument/2006/relationships/image" Target="../media/image920.png"/><Relationship Id="rId143" Type="http://schemas.openxmlformats.org/officeDocument/2006/relationships/image" Target="../media/image1020.png"/><Relationship Id="rId148" Type="http://schemas.openxmlformats.org/officeDocument/2006/relationships/customXml" Target="../ink/ink572.xml"/><Relationship Id="rId164" Type="http://schemas.openxmlformats.org/officeDocument/2006/relationships/customXml" Target="../ink/ink580.xml"/><Relationship Id="rId169" Type="http://schemas.openxmlformats.org/officeDocument/2006/relationships/image" Target="../media/image492.png"/><Relationship Id="rId4" Type="http://schemas.openxmlformats.org/officeDocument/2006/relationships/image" Target="../media/image3310.png"/><Relationship Id="rId9" Type="http://schemas.openxmlformats.org/officeDocument/2006/relationships/customXml" Target="../ink/ink502.xml"/><Relationship Id="rId26" Type="http://schemas.openxmlformats.org/officeDocument/2006/relationships/image" Target="../media/image4410.png"/><Relationship Id="rId47" Type="http://schemas.openxmlformats.org/officeDocument/2006/relationships/customXml" Target="../ink/ink521.xml"/><Relationship Id="rId68" Type="http://schemas.openxmlformats.org/officeDocument/2006/relationships/image" Target="../media/image6510.png"/><Relationship Id="rId89" Type="http://schemas.openxmlformats.org/officeDocument/2006/relationships/customXml" Target="../ink/ink542.xml"/><Relationship Id="rId112" Type="http://schemas.openxmlformats.org/officeDocument/2006/relationships/image" Target="../media/image870.png"/><Relationship Id="rId133" Type="http://schemas.openxmlformats.org/officeDocument/2006/relationships/image" Target="../media/image970.png"/><Relationship Id="rId154" Type="http://schemas.openxmlformats.org/officeDocument/2006/relationships/customXml" Target="../ink/ink575.xml"/><Relationship Id="rId16" Type="http://schemas.openxmlformats.org/officeDocument/2006/relationships/image" Target="../media/image3910.png"/><Relationship Id="rId37" Type="http://schemas.openxmlformats.org/officeDocument/2006/relationships/customXml" Target="../ink/ink516.xml"/><Relationship Id="rId58" Type="http://schemas.openxmlformats.org/officeDocument/2006/relationships/image" Target="../media/image6010.png"/><Relationship Id="rId79" Type="http://schemas.openxmlformats.org/officeDocument/2006/relationships/customXml" Target="../ink/ink537.xml"/><Relationship Id="rId102" Type="http://schemas.openxmlformats.org/officeDocument/2006/relationships/image" Target="../media/image820.png"/><Relationship Id="rId123" Type="http://schemas.openxmlformats.org/officeDocument/2006/relationships/customXml" Target="../ink/ink559.xml"/><Relationship Id="rId144" Type="http://schemas.openxmlformats.org/officeDocument/2006/relationships/customXml" Target="../ink/ink570.xml"/><Relationship Id="rId90" Type="http://schemas.openxmlformats.org/officeDocument/2006/relationships/image" Target="../media/image7610.png"/><Relationship Id="rId165" Type="http://schemas.openxmlformats.org/officeDocument/2006/relationships/image" Target="../media/image490.png"/><Relationship Id="rId27" Type="http://schemas.openxmlformats.org/officeDocument/2006/relationships/customXml" Target="../ink/ink511.xml"/><Relationship Id="rId48" Type="http://schemas.openxmlformats.org/officeDocument/2006/relationships/image" Target="../media/image5510.png"/><Relationship Id="rId69" Type="http://schemas.openxmlformats.org/officeDocument/2006/relationships/customXml" Target="../ink/ink532.xml"/><Relationship Id="rId113" Type="http://schemas.openxmlformats.org/officeDocument/2006/relationships/customXml" Target="../ink/ink554.xml"/><Relationship Id="rId134" Type="http://schemas.openxmlformats.org/officeDocument/2006/relationships/customXml" Target="../ink/ink565.xml"/><Relationship Id="rId80" Type="http://schemas.openxmlformats.org/officeDocument/2006/relationships/image" Target="../media/image7110.png"/><Relationship Id="rId155" Type="http://schemas.openxmlformats.org/officeDocument/2006/relationships/image" Target="../media/image1080.png"/><Relationship Id="rId17" Type="http://schemas.openxmlformats.org/officeDocument/2006/relationships/customXml" Target="../ink/ink506.xml"/><Relationship Id="rId38" Type="http://schemas.openxmlformats.org/officeDocument/2006/relationships/image" Target="../media/image5010.png"/><Relationship Id="rId59" Type="http://schemas.openxmlformats.org/officeDocument/2006/relationships/customXml" Target="../ink/ink527.xml"/><Relationship Id="rId103" Type="http://schemas.openxmlformats.org/officeDocument/2006/relationships/customXml" Target="../ink/ink549.xml"/><Relationship Id="rId124" Type="http://schemas.openxmlformats.org/officeDocument/2006/relationships/image" Target="../media/image930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41.xml"/><Relationship Id="rId21" Type="http://schemas.openxmlformats.org/officeDocument/2006/relationships/customXml" Target="../ink/ink593.xml"/><Relationship Id="rId42" Type="http://schemas.openxmlformats.org/officeDocument/2006/relationships/image" Target="../media/image514.png"/><Relationship Id="rId63" Type="http://schemas.openxmlformats.org/officeDocument/2006/relationships/customXml" Target="../ink/ink614.xml"/><Relationship Id="rId84" Type="http://schemas.openxmlformats.org/officeDocument/2006/relationships/image" Target="../media/image535.png"/><Relationship Id="rId138" Type="http://schemas.openxmlformats.org/officeDocument/2006/relationships/image" Target="../media/image562.png"/><Relationship Id="rId107" Type="http://schemas.openxmlformats.org/officeDocument/2006/relationships/customXml" Target="../ink/ink636.xml"/><Relationship Id="rId11" Type="http://schemas.openxmlformats.org/officeDocument/2006/relationships/customXml" Target="../ink/ink588.xml"/><Relationship Id="rId32" Type="http://schemas.openxmlformats.org/officeDocument/2006/relationships/image" Target="../media/image509.png"/><Relationship Id="rId53" Type="http://schemas.openxmlformats.org/officeDocument/2006/relationships/customXml" Target="../ink/ink609.xml"/><Relationship Id="rId74" Type="http://schemas.openxmlformats.org/officeDocument/2006/relationships/image" Target="../media/image530.png"/><Relationship Id="rId128" Type="http://schemas.openxmlformats.org/officeDocument/2006/relationships/image" Target="../media/image557.png"/><Relationship Id="rId5" Type="http://schemas.openxmlformats.org/officeDocument/2006/relationships/customXml" Target="../ink/ink585.xml"/><Relationship Id="rId90" Type="http://schemas.openxmlformats.org/officeDocument/2006/relationships/image" Target="../media/image538.png"/><Relationship Id="rId95" Type="http://schemas.openxmlformats.org/officeDocument/2006/relationships/customXml" Target="../ink/ink630.xml"/><Relationship Id="rId22" Type="http://schemas.openxmlformats.org/officeDocument/2006/relationships/image" Target="../media/image504.png"/><Relationship Id="rId27" Type="http://schemas.openxmlformats.org/officeDocument/2006/relationships/customXml" Target="../ink/ink596.xml"/><Relationship Id="rId43" Type="http://schemas.openxmlformats.org/officeDocument/2006/relationships/customXml" Target="../ink/ink604.xml"/><Relationship Id="rId48" Type="http://schemas.openxmlformats.org/officeDocument/2006/relationships/image" Target="../media/image517.png"/><Relationship Id="rId64" Type="http://schemas.openxmlformats.org/officeDocument/2006/relationships/image" Target="../media/image525.png"/><Relationship Id="rId69" Type="http://schemas.openxmlformats.org/officeDocument/2006/relationships/customXml" Target="../ink/ink617.xml"/><Relationship Id="rId113" Type="http://schemas.openxmlformats.org/officeDocument/2006/relationships/customXml" Target="../ink/ink639.xml"/><Relationship Id="rId118" Type="http://schemas.openxmlformats.org/officeDocument/2006/relationships/image" Target="../media/image552.png"/><Relationship Id="rId134" Type="http://schemas.openxmlformats.org/officeDocument/2006/relationships/image" Target="../media/image560.png"/><Relationship Id="rId139" Type="http://schemas.openxmlformats.org/officeDocument/2006/relationships/customXml" Target="../ink/ink652.xml"/><Relationship Id="rId80" Type="http://schemas.openxmlformats.org/officeDocument/2006/relationships/image" Target="../media/image533.png"/><Relationship Id="rId85" Type="http://schemas.openxmlformats.org/officeDocument/2006/relationships/customXml" Target="../ink/ink625.xml"/><Relationship Id="rId12" Type="http://schemas.openxmlformats.org/officeDocument/2006/relationships/image" Target="../media/image499.png"/><Relationship Id="rId17" Type="http://schemas.openxmlformats.org/officeDocument/2006/relationships/customXml" Target="../ink/ink591.xml"/><Relationship Id="rId33" Type="http://schemas.openxmlformats.org/officeDocument/2006/relationships/customXml" Target="../ink/ink599.xml"/><Relationship Id="rId38" Type="http://schemas.openxmlformats.org/officeDocument/2006/relationships/image" Target="../media/image512.png"/><Relationship Id="rId59" Type="http://schemas.openxmlformats.org/officeDocument/2006/relationships/customXml" Target="../ink/ink612.xml"/><Relationship Id="rId103" Type="http://schemas.openxmlformats.org/officeDocument/2006/relationships/customXml" Target="../ink/ink634.xml"/><Relationship Id="rId108" Type="http://schemas.openxmlformats.org/officeDocument/2006/relationships/image" Target="../media/image547.png"/><Relationship Id="rId124" Type="http://schemas.openxmlformats.org/officeDocument/2006/relationships/image" Target="../media/image555.png"/><Relationship Id="rId129" Type="http://schemas.openxmlformats.org/officeDocument/2006/relationships/customXml" Target="../ink/ink647.xml"/><Relationship Id="rId54" Type="http://schemas.openxmlformats.org/officeDocument/2006/relationships/image" Target="../media/image520.png"/><Relationship Id="rId70" Type="http://schemas.openxmlformats.org/officeDocument/2006/relationships/image" Target="../media/image528.png"/><Relationship Id="rId75" Type="http://schemas.openxmlformats.org/officeDocument/2006/relationships/customXml" Target="../ink/ink620.xml"/><Relationship Id="rId91" Type="http://schemas.openxmlformats.org/officeDocument/2006/relationships/customXml" Target="../ink/ink628.xml"/><Relationship Id="rId96" Type="http://schemas.openxmlformats.org/officeDocument/2006/relationships/image" Target="../media/image541.png"/><Relationship Id="rId140" Type="http://schemas.openxmlformats.org/officeDocument/2006/relationships/image" Target="../media/image563.png"/><Relationship Id="rId145" Type="http://schemas.openxmlformats.org/officeDocument/2006/relationships/customXml" Target="../ink/ink6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6.png"/><Relationship Id="rId23" Type="http://schemas.openxmlformats.org/officeDocument/2006/relationships/customXml" Target="../ink/ink594.xml"/><Relationship Id="rId28" Type="http://schemas.openxmlformats.org/officeDocument/2006/relationships/image" Target="../media/image507.png"/><Relationship Id="rId49" Type="http://schemas.openxmlformats.org/officeDocument/2006/relationships/customXml" Target="../ink/ink607.xml"/><Relationship Id="rId114" Type="http://schemas.openxmlformats.org/officeDocument/2006/relationships/image" Target="../media/image550.png"/><Relationship Id="rId119" Type="http://schemas.openxmlformats.org/officeDocument/2006/relationships/customXml" Target="../ink/ink642.xml"/><Relationship Id="rId44" Type="http://schemas.openxmlformats.org/officeDocument/2006/relationships/image" Target="../media/image515.png"/><Relationship Id="rId60" Type="http://schemas.openxmlformats.org/officeDocument/2006/relationships/image" Target="../media/image523.png"/><Relationship Id="rId65" Type="http://schemas.openxmlformats.org/officeDocument/2006/relationships/customXml" Target="../ink/ink615.xml"/><Relationship Id="rId81" Type="http://schemas.openxmlformats.org/officeDocument/2006/relationships/customXml" Target="../ink/ink623.xml"/><Relationship Id="rId86" Type="http://schemas.openxmlformats.org/officeDocument/2006/relationships/image" Target="../media/image536.png"/><Relationship Id="rId130" Type="http://schemas.openxmlformats.org/officeDocument/2006/relationships/image" Target="../media/image558.png"/><Relationship Id="rId135" Type="http://schemas.openxmlformats.org/officeDocument/2006/relationships/customXml" Target="../ink/ink650.xml"/><Relationship Id="rId13" Type="http://schemas.openxmlformats.org/officeDocument/2006/relationships/customXml" Target="../ink/ink589.xml"/><Relationship Id="rId18" Type="http://schemas.openxmlformats.org/officeDocument/2006/relationships/image" Target="../media/image502.png"/><Relationship Id="rId39" Type="http://schemas.openxmlformats.org/officeDocument/2006/relationships/customXml" Target="../ink/ink602.xml"/><Relationship Id="rId109" Type="http://schemas.openxmlformats.org/officeDocument/2006/relationships/customXml" Target="../ink/ink637.xml"/><Relationship Id="rId34" Type="http://schemas.openxmlformats.org/officeDocument/2006/relationships/image" Target="../media/image510.png"/><Relationship Id="rId50" Type="http://schemas.openxmlformats.org/officeDocument/2006/relationships/image" Target="../media/image518.png"/><Relationship Id="rId55" Type="http://schemas.openxmlformats.org/officeDocument/2006/relationships/customXml" Target="../ink/ink610.xml"/><Relationship Id="rId76" Type="http://schemas.openxmlformats.org/officeDocument/2006/relationships/image" Target="../media/image531.png"/><Relationship Id="rId97" Type="http://schemas.openxmlformats.org/officeDocument/2006/relationships/customXml" Target="../ink/ink631.xml"/><Relationship Id="rId104" Type="http://schemas.openxmlformats.org/officeDocument/2006/relationships/image" Target="../media/image545.png"/><Relationship Id="rId120" Type="http://schemas.openxmlformats.org/officeDocument/2006/relationships/image" Target="../media/image553.png"/><Relationship Id="rId125" Type="http://schemas.openxmlformats.org/officeDocument/2006/relationships/customXml" Target="../ink/ink645.xml"/><Relationship Id="rId141" Type="http://schemas.openxmlformats.org/officeDocument/2006/relationships/customXml" Target="../ink/ink653.xml"/><Relationship Id="rId146" Type="http://schemas.openxmlformats.org/officeDocument/2006/relationships/image" Target="../media/image566.png"/><Relationship Id="rId7" Type="http://schemas.openxmlformats.org/officeDocument/2006/relationships/customXml" Target="../ink/ink586.xml"/><Relationship Id="rId71" Type="http://schemas.openxmlformats.org/officeDocument/2006/relationships/customXml" Target="../ink/ink618.xml"/><Relationship Id="rId92" Type="http://schemas.openxmlformats.org/officeDocument/2006/relationships/image" Target="../media/image539.png"/><Relationship Id="rId2" Type="http://schemas.openxmlformats.org/officeDocument/2006/relationships/image" Target="../media/image494.png"/><Relationship Id="rId29" Type="http://schemas.openxmlformats.org/officeDocument/2006/relationships/customXml" Target="../ink/ink597.xml"/><Relationship Id="rId24" Type="http://schemas.openxmlformats.org/officeDocument/2006/relationships/image" Target="../media/image505.png"/><Relationship Id="rId40" Type="http://schemas.openxmlformats.org/officeDocument/2006/relationships/image" Target="../media/image513.png"/><Relationship Id="rId45" Type="http://schemas.openxmlformats.org/officeDocument/2006/relationships/customXml" Target="../ink/ink605.xml"/><Relationship Id="rId66" Type="http://schemas.openxmlformats.org/officeDocument/2006/relationships/image" Target="../media/image526.png"/><Relationship Id="rId87" Type="http://schemas.openxmlformats.org/officeDocument/2006/relationships/customXml" Target="../ink/ink626.xml"/><Relationship Id="rId110" Type="http://schemas.openxmlformats.org/officeDocument/2006/relationships/image" Target="../media/image548.png"/><Relationship Id="rId115" Type="http://schemas.openxmlformats.org/officeDocument/2006/relationships/customXml" Target="../ink/ink640.xml"/><Relationship Id="rId131" Type="http://schemas.openxmlformats.org/officeDocument/2006/relationships/customXml" Target="../ink/ink648.xml"/><Relationship Id="rId136" Type="http://schemas.openxmlformats.org/officeDocument/2006/relationships/image" Target="../media/image561.png"/><Relationship Id="rId61" Type="http://schemas.openxmlformats.org/officeDocument/2006/relationships/customXml" Target="../ink/ink613.xml"/><Relationship Id="rId82" Type="http://schemas.openxmlformats.org/officeDocument/2006/relationships/image" Target="../media/image534.png"/><Relationship Id="rId19" Type="http://schemas.openxmlformats.org/officeDocument/2006/relationships/customXml" Target="../ink/ink592.xml"/><Relationship Id="rId14" Type="http://schemas.openxmlformats.org/officeDocument/2006/relationships/image" Target="../media/image500.png"/><Relationship Id="rId30" Type="http://schemas.openxmlformats.org/officeDocument/2006/relationships/image" Target="../media/image508.png"/><Relationship Id="rId35" Type="http://schemas.openxmlformats.org/officeDocument/2006/relationships/customXml" Target="../ink/ink600.xml"/><Relationship Id="rId56" Type="http://schemas.openxmlformats.org/officeDocument/2006/relationships/image" Target="../media/image521.png"/><Relationship Id="rId77" Type="http://schemas.openxmlformats.org/officeDocument/2006/relationships/customXml" Target="../ink/ink621.xml"/><Relationship Id="rId100" Type="http://schemas.openxmlformats.org/officeDocument/2006/relationships/image" Target="../media/image543.png"/><Relationship Id="rId105" Type="http://schemas.openxmlformats.org/officeDocument/2006/relationships/customXml" Target="../ink/ink635.xml"/><Relationship Id="rId126" Type="http://schemas.openxmlformats.org/officeDocument/2006/relationships/image" Target="../media/image556.png"/><Relationship Id="rId8" Type="http://schemas.openxmlformats.org/officeDocument/2006/relationships/image" Target="../media/image497.png"/><Relationship Id="rId51" Type="http://schemas.openxmlformats.org/officeDocument/2006/relationships/customXml" Target="../ink/ink608.xml"/><Relationship Id="rId72" Type="http://schemas.openxmlformats.org/officeDocument/2006/relationships/image" Target="../media/image529.png"/><Relationship Id="rId93" Type="http://schemas.openxmlformats.org/officeDocument/2006/relationships/customXml" Target="../ink/ink629.xml"/><Relationship Id="rId98" Type="http://schemas.openxmlformats.org/officeDocument/2006/relationships/image" Target="../media/image542.png"/><Relationship Id="rId121" Type="http://schemas.openxmlformats.org/officeDocument/2006/relationships/customXml" Target="../ink/ink643.xml"/><Relationship Id="rId142" Type="http://schemas.openxmlformats.org/officeDocument/2006/relationships/image" Target="../media/image564.png"/><Relationship Id="rId3" Type="http://schemas.openxmlformats.org/officeDocument/2006/relationships/customXml" Target="../ink/ink584.xml"/><Relationship Id="rId25" Type="http://schemas.openxmlformats.org/officeDocument/2006/relationships/customXml" Target="../ink/ink595.xml"/><Relationship Id="rId46" Type="http://schemas.openxmlformats.org/officeDocument/2006/relationships/image" Target="../media/image516.png"/><Relationship Id="rId67" Type="http://schemas.openxmlformats.org/officeDocument/2006/relationships/customXml" Target="../ink/ink616.xml"/><Relationship Id="rId116" Type="http://schemas.openxmlformats.org/officeDocument/2006/relationships/image" Target="../media/image551.png"/><Relationship Id="rId137" Type="http://schemas.openxmlformats.org/officeDocument/2006/relationships/customXml" Target="../ink/ink651.xml"/><Relationship Id="rId20" Type="http://schemas.openxmlformats.org/officeDocument/2006/relationships/image" Target="../media/image503.png"/><Relationship Id="rId41" Type="http://schemas.openxmlformats.org/officeDocument/2006/relationships/customXml" Target="../ink/ink603.xml"/><Relationship Id="rId62" Type="http://schemas.openxmlformats.org/officeDocument/2006/relationships/image" Target="../media/image524.png"/><Relationship Id="rId83" Type="http://schemas.openxmlformats.org/officeDocument/2006/relationships/customXml" Target="../ink/ink624.xml"/><Relationship Id="rId88" Type="http://schemas.openxmlformats.org/officeDocument/2006/relationships/image" Target="../media/image537.png"/><Relationship Id="rId111" Type="http://schemas.openxmlformats.org/officeDocument/2006/relationships/customXml" Target="../ink/ink638.xml"/><Relationship Id="rId132" Type="http://schemas.openxmlformats.org/officeDocument/2006/relationships/image" Target="../media/image559.png"/><Relationship Id="rId15" Type="http://schemas.openxmlformats.org/officeDocument/2006/relationships/customXml" Target="../ink/ink590.xml"/><Relationship Id="rId36" Type="http://schemas.openxmlformats.org/officeDocument/2006/relationships/image" Target="../media/image511.png"/><Relationship Id="rId57" Type="http://schemas.openxmlformats.org/officeDocument/2006/relationships/customXml" Target="../ink/ink611.xml"/><Relationship Id="rId106" Type="http://schemas.openxmlformats.org/officeDocument/2006/relationships/image" Target="../media/image546.png"/><Relationship Id="rId127" Type="http://schemas.openxmlformats.org/officeDocument/2006/relationships/customXml" Target="../ink/ink646.xml"/><Relationship Id="rId10" Type="http://schemas.openxmlformats.org/officeDocument/2006/relationships/image" Target="../media/image498.png"/><Relationship Id="rId31" Type="http://schemas.openxmlformats.org/officeDocument/2006/relationships/customXml" Target="../ink/ink598.xml"/><Relationship Id="rId52" Type="http://schemas.openxmlformats.org/officeDocument/2006/relationships/image" Target="../media/image519.png"/><Relationship Id="rId73" Type="http://schemas.openxmlformats.org/officeDocument/2006/relationships/customXml" Target="../ink/ink619.xml"/><Relationship Id="rId78" Type="http://schemas.openxmlformats.org/officeDocument/2006/relationships/image" Target="../media/image532.png"/><Relationship Id="rId94" Type="http://schemas.openxmlformats.org/officeDocument/2006/relationships/image" Target="../media/image540.png"/><Relationship Id="rId99" Type="http://schemas.openxmlformats.org/officeDocument/2006/relationships/customXml" Target="../ink/ink632.xml"/><Relationship Id="rId101" Type="http://schemas.openxmlformats.org/officeDocument/2006/relationships/customXml" Target="../ink/ink633.xml"/><Relationship Id="rId122" Type="http://schemas.openxmlformats.org/officeDocument/2006/relationships/image" Target="../media/image554.png"/><Relationship Id="rId143" Type="http://schemas.openxmlformats.org/officeDocument/2006/relationships/customXml" Target="../ink/ink654.xml"/><Relationship Id="rId4" Type="http://schemas.openxmlformats.org/officeDocument/2006/relationships/image" Target="../media/image495.png"/><Relationship Id="rId9" Type="http://schemas.openxmlformats.org/officeDocument/2006/relationships/customXml" Target="../ink/ink587.xml"/><Relationship Id="rId26" Type="http://schemas.openxmlformats.org/officeDocument/2006/relationships/image" Target="../media/image506.png"/><Relationship Id="rId47" Type="http://schemas.openxmlformats.org/officeDocument/2006/relationships/customXml" Target="../ink/ink606.xml"/><Relationship Id="rId68" Type="http://schemas.openxmlformats.org/officeDocument/2006/relationships/image" Target="../media/image527.png"/><Relationship Id="rId89" Type="http://schemas.openxmlformats.org/officeDocument/2006/relationships/customXml" Target="../ink/ink627.xml"/><Relationship Id="rId112" Type="http://schemas.openxmlformats.org/officeDocument/2006/relationships/image" Target="../media/image549.png"/><Relationship Id="rId133" Type="http://schemas.openxmlformats.org/officeDocument/2006/relationships/customXml" Target="../ink/ink649.xml"/><Relationship Id="rId16" Type="http://schemas.openxmlformats.org/officeDocument/2006/relationships/image" Target="../media/image501.png"/><Relationship Id="rId37" Type="http://schemas.openxmlformats.org/officeDocument/2006/relationships/customXml" Target="../ink/ink601.xml"/><Relationship Id="rId58" Type="http://schemas.openxmlformats.org/officeDocument/2006/relationships/image" Target="../media/image522.png"/><Relationship Id="rId79" Type="http://schemas.openxmlformats.org/officeDocument/2006/relationships/customXml" Target="../ink/ink622.xml"/><Relationship Id="rId102" Type="http://schemas.openxmlformats.org/officeDocument/2006/relationships/image" Target="../media/image544.png"/><Relationship Id="rId123" Type="http://schemas.openxmlformats.org/officeDocument/2006/relationships/customXml" Target="../ink/ink644.xml"/><Relationship Id="rId144" Type="http://schemas.openxmlformats.org/officeDocument/2006/relationships/image" Target="../media/image565.png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13.xml"/><Relationship Id="rId21" Type="http://schemas.openxmlformats.org/officeDocument/2006/relationships/customXml" Target="../ink/ink665.xml"/><Relationship Id="rId42" Type="http://schemas.openxmlformats.org/officeDocument/2006/relationships/image" Target="../media/image1310.png"/><Relationship Id="rId63" Type="http://schemas.openxmlformats.org/officeDocument/2006/relationships/customXml" Target="../ink/ink686.xml"/><Relationship Id="rId84" Type="http://schemas.openxmlformats.org/officeDocument/2006/relationships/image" Target="../media/image582.png"/><Relationship Id="rId138" Type="http://schemas.openxmlformats.org/officeDocument/2006/relationships/image" Target="../media/image609.png"/><Relationship Id="rId159" Type="http://schemas.openxmlformats.org/officeDocument/2006/relationships/customXml" Target="../ink/ink734.xml"/><Relationship Id="rId107" Type="http://schemas.openxmlformats.org/officeDocument/2006/relationships/customXml" Target="../ink/ink708.xml"/><Relationship Id="rId11" Type="http://schemas.openxmlformats.org/officeDocument/2006/relationships/customXml" Target="../ink/ink660.xml"/><Relationship Id="rId32" Type="http://schemas.openxmlformats.org/officeDocument/2006/relationships/image" Target="../media/image1260.png"/><Relationship Id="rId53" Type="http://schemas.openxmlformats.org/officeDocument/2006/relationships/customXml" Target="../ink/ink681.xml"/><Relationship Id="rId74" Type="http://schemas.openxmlformats.org/officeDocument/2006/relationships/image" Target="../media/image577.png"/><Relationship Id="rId128" Type="http://schemas.openxmlformats.org/officeDocument/2006/relationships/image" Target="../media/image604.png"/><Relationship Id="rId149" Type="http://schemas.openxmlformats.org/officeDocument/2006/relationships/customXml" Target="../ink/ink729.xml"/><Relationship Id="rId5" Type="http://schemas.openxmlformats.org/officeDocument/2006/relationships/customXml" Target="../ink/ink657.xml"/><Relationship Id="rId95" Type="http://schemas.openxmlformats.org/officeDocument/2006/relationships/customXml" Target="../ink/ink702.xml"/><Relationship Id="rId160" Type="http://schemas.openxmlformats.org/officeDocument/2006/relationships/image" Target="../media/image620.png"/><Relationship Id="rId22" Type="http://schemas.openxmlformats.org/officeDocument/2006/relationships/image" Target="../media/image1211.png"/><Relationship Id="rId43" Type="http://schemas.openxmlformats.org/officeDocument/2006/relationships/customXml" Target="../ink/ink676.xml"/><Relationship Id="rId64" Type="http://schemas.openxmlformats.org/officeDocument/2006/relationships/image" Target="../media/image572.png"/><Relationship Id="rId118" Type="http://schemas.openxmlformats.org/officeDocument/2006/relationships/image" Target="../media/image599.png"/><Relationship Id="rId139" Type="http://schemas.openxmlformats.org/officeDocument/2006/relationships/customXml" Target="../ink/ink724.xml"/><Relationship Id="rId85" Type="http://schemas.openxmlformats.org/officeDocument/2006/relationships/customXml" Target="../ink/ink697.xml"/><Relationship Id="rId150" Type="http://schemas.openxmlformats.org/officeDocument/2006/relationships/image" Target="../media/image615.png"/><Relationship Id="rId12" Type="http://schemas.openxmlformats.org/officeDocument/2006/relationships/image" Target="../media/image1160.png"/><Relationship Id="rId17" Type="http://schemas.openxmlformats.org/officeDocument/2006/relationships/customXml" Target="../ink/ink663.xml"/><Relationship Id="rId33" Type="http://schemas.openxmlformats.org/officeDocument/2006/relationships/customXml" Target="../ink/ink671.xml"/><Relationship Id="rId38" Type="http://schemas.openxmlformats.org/officeDocument/2006/relationships/image" Target="../media/image1290.png"/><Relationship Id="rId59" Type="http://schemas.openxmlformats.org/officeDocument/2006/relationships/customXml" Target="../ink/ink684.xml"/><Relationship Id="rId103" Type="http://schemas.openxmlformats.org/officeDocument/2006/relationships/customXml" Target="../ink/ink706.xml"/><Relationship Id="rId108" Type="http://schemas.openxmlformats.org/officeDocument/2006/relationships/image" Target="../media/image594.png"/><Relationship Id="rId124" Type="http://schemas.openxmlformats.org/officeDocument/2006/relationships/image" Target="../media/image602.png"/><Relationship Id="rId129" Type="http://schemas.openxmlformats.org/officeDocument/2006/relationships/customXml" Target="../ink/ink719.xml"/><Relationship Id="rId54" Type="http://schemas.openxmlformats.org/officeDocument/2006/relationships/image" Target="../media/image1370.png"/><Relationship Id="rId70" Type="http://schemas.openxmlformats.org/officeDocument/2006/relationships/image" Target="../media/image575.png"/><Relationship Id="rId75" Type="http://schemas.openxmlformats.org/officeDocument/2006/relationships/customXml" Target="../ink/ink692.xml"/><Relationship Id="rId91" Type="http://schemas.openxmlformats.org/officeDocument/2006/relationships/customXml" Target="../ink/ink700.xml"/><Relationship Id="rId96" Type="http://schemas.openxmlformats.org/officeDocument/2006/relationships/image" Target="../media/image588.png"/><Relationship Id="rId140" Type="http://schemas.openxmlformats.org/officeDocument/2006/relationships/image" Target="../media/image610.png"/><Relationship Id="rId145" Type="http://schemas.openxmlformats.org/officeDocument/2006/relationships/customXml" Target="../ink/ink727.xml"/><Relationship Id="rId161" Type="http://schemas.openxmlformats.org/officeDocument/2006/relationships/customXml" Target="../ink/ink7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23" Type="http://schemas.openxmlformats.org/officeDocument/2006/relationships/customXml" Target="../ink/ink666.xml"/><Relationship Id="rId28" Type="http://schemas.openxmlformats.org/officeDocument/2006/relationships/image" Target="../media/image1240.png"/><Relationship Id="rId49" Type="http://schemas.openxmlformats.org/officeDocument/2006/relationships/customXml" Target="../ink/ink679.xml"/><Relationship Id="rId114" Type="http://schemas.openxmlformats.org/officeDocument/2006/relationships/image" Target="../media/image597.png"/><Relationship Id="rId119" Type="http://schemas.openxmlformats.org/officeDocument/2006/relationships/customXml" Target="../ink/ink714.xml"/><Relationship Id="rId44" Type="http://schemas.openxmlformats.org/officeDocument/2006/relationships/image" Target="../media/image1320.png"/><Relationship Id="rId60" Type="http://schemas.openxmlformats.org/officeDocument/2006/relationships/image" Target="../media/image570.png"/><Relationship Id="rId65" Type="http://schemas.openxmlformats.org/officeDocument/2006/relationships/customXml" Target="../ink/ink687.xml"/><Relationship Id="rId81" Type="http://schemas.openxmlformats.org/officeDocument/2006/relationships/customXml" Target="../ink/ink695.xml"/><Relationship Id="rId86" Type="http://schemas.openxmlformats.org/officeDocument/2006/relationships/image" Target="../media/image583.png"/><Relationship Id="rId130" Type="http://schemas.openxmlformats.org/officeDocument/2006/relationships/image" Target="../media/image605.png"/><Relationship Id="rId135" Type="http://schemas.openxmlformats.org/officeDocument/2006/relationships/customXml" Target="../ink/ink722.xml"/><Relationship Id="rId151" Type="http://schemas.openxmlformats.org/officeDocument/2006/relationships/customXml" Target="../ink/ink730.xml"/><Relationship Id="rId156" Type="http://schemas.openxmlformats.org/officeDocument/2006/relationships/image" Target="../media/image618.png"/><Relationship Id="rId13" Type="http://schemas.openxmlformats.org/officeDocument/2006/relationships/customXml" Target="../ink/ink661.xml"/><Relationship Id="rId18" Type="http://schemas.openxmlformats.org/officeDocument/2006/relationships/image" Target="../media/image1190.png"/><Relationship Id="rId39" Type="http://schemas.openxmlformats.org/officeDocument/2006/relationships/customXml" Target="../ink/ink674.xml"/><Relationship Id="rId109" Type="http://schemas.openxmlformats.org/officeDocument/2006/relationships/customXml" Target="../ink/ink709.xml"/><Relationship Id="rId34" Type="http://schemas.openxmlformats.org/officeDocument/2006/relationships/image" Target="../media/image1270.png"/><Relationship Id="rId50" Type="http://schemas.openxmlformats.org/officeDocument/2006/relationships/image" Target="../media/image1350.png"/><Relationship Id="rId55" Type="http://schemas.openxmlformats.org/officeDocument/2006/relationships/customXml" Target="../ink/ink682.xml"/><Relationship Id="rId76" Type="http://schemas.openxmlformats.org/officeDocument/2006/relationships/image" Target="../media/image578.png"/><Relationship Id="rId97" Type="http://schemas.openxmlformats.org/officeDocument/2006/relationships/customXml" Target="../ink/ink703.xml"/><Relationship Id="rId104" Type="http://schemas.openxmlformats.org/officeDocument/2006/relationships/image" Target="../media/image592.png"/><Relationship Id="rId120" Type="http://schemas.openxmlformats.org/officeDocument/2006/relationships/image" Target="../media/image600.png"/><Relationship Id="rId125" Type="http://schemas.openxmlformats.org/officeDocument/2006/relationships/customXml" Target="../ink/ink717.xml"/><Relationship Id="rId141" Type="http://schemas.openxmlformats.org/officeDocument/2006/relationships/customXml" Target="../ink/ink725.xml"/><Relationship Id="rId146" Type="http://schemas.openxmlformats.org/officeDocument/2006/relationships/image" Target="../media/image613.png"/><Relationship Id="rId7" Type="http://schemas.openxmlformats.org/officeDocument/2006/relationships/customXml" Target="../ink/ink658.xml"/><Relationship Id="rId71" Type="http://schemas.openxmlformats.org/officeDocument/2006/relationships/customXml" Target="../ink/ink690.xml"/><Relationship Id="rId92" Type="http://schemas.openxmlformats.org/officeDocument/2006/relationships/image" Target="../media/image586.png"/><Relationship Id="rId162" Type="http://schemas.openxmlformats.org/officeDocument/2006/relationships/image" Target="../media/image621.png"/><Relationship Id="rId2" Type="http://schemas.openxmlformats.org/officeDocument/2006/relationships/image" Target="../media/image567.png"/><Relationship Id="rId29" Type="http://schemas.openxmlformats.org/officeDocument/2006/relationships/customXml" Target="../ink/ink669.xml"/><Relationship Id="rId24" Type="http://schemas.openxmlformats.org/officeDocument/2006/relationships/image" Target="../media/image1220.png"/><Relationship Id="rId40" Type="http://schemas.openxmlformats.org/officeDocument/2006/relationships/image" Target="../media/image1300.png"/><Relationship Id="rId45" Type="http://schemas.openxmlformats.org/officeDocument/2006/relationships/customXml" Target="../ink/ink677.xml"/><Relationship Id="rId66" Type="http://schemas.openxmlformats.org/officeDocument/2006/relationships/image" Target="../media/image573.png"/><Relationship Id="rId87" Type="http://schemas.openxmlformats.org/officeDocument/2006/relationships/customXml" Target="../ink/ink698.xml"/><Relationship Id="rId110" Type="http://schemas.openxmlformats.org/officeDocument/2006/relationships/image" Target="../media/image595.png"/><Relationship Id="rId115" Type="http://schemas.openxmlformats.org/officeDocument/2006/relationships/customXml" Target="../ink/ink712.xml"/><Relationship Id="rId131" Type="http://schemas.openxmlformats.org/officeDocument/2006/relationships/customXml" Target="../ink/ink720.xml"/><Relationship Id="rId136" Type="http://schemas.openxmlformats.org/officeDocument/2006/relationships/image" Target="../media/image608.png"/><Relationship Id="rId157" Type="http://schemas.openxmlformats.org/officeDocument/2006/relationships/customXml" Target="../ink/ink733.xml"/><Relationship Id="rId61" Type="http://schemas.openxmlformats.org/officeDocument/2006/relationships/customXml" Target="../ink/ink685.xml"/><Relationship Id="rId82" Type="http://schemas.openxmlformats.org/officeDocument/2006/relationships/image" Target="../media/image581.png"/><Relationship Id="rId152" Type="http://schemas.openxmlformats.org/officeDocument/2006/relationships/image" Target="../media/image616.png"/><Relationship Id="rId19" Type="http://schemas.openxmlformats.org/officeDocument/2006/relationships/customXml" Target="../ink/ink664.xml"/><Relationship Id="rId14" Type="http://schemas.openxmlformats.org/officeDocument/2006/relationships/image" Target="../media/image1170.png"/><Relationship Id="rId30" Type="http://schemas.openxmlformats.org/officeDocument/2006/relationships/image" Target="../media/image1250.png"/><Relationship Id="rId35" Type="http://schemas.openxmlformats.org/officeDocument/2006/relationships/customXml" Target="../ink/ink672.xml"/><Relationship Id="rId56" Type="http://schemas.openxmlformats.org/officeDocument/2006/relationships/image" Target="../media/image568.png"/><Relationship Id="rId77" Type="http://schemas.openxmlformats.org/officeDocument/2006/relationships/customXml" Target="../ink/ink693.xml"/><Relationship Id="rId100" Type="http://schemas.openxmlformats.org/officeDocument/2006/relationships/image" Target="../media/image590.png"/><Relationship Id="rId105" Type="http://schemas.openxmlformats.org/officeDocument/2006/relationships/customXml" Target="../ink/ink707.xml"/><Relationship Id="rId126" Type="http://schemas.openxmlformats.org/officeDocument/2006/relationships/image" Target="../media/image603.png"/><Relationship Id="rId147" Type="http://schemas.openxmlformats.org/officeDocument/2006/relationships/customXml" Target="../ink/ink728.xml"/><Relationship Id="rId8" Type="http://schemas.openxmlformats.org/officeDocument/2006/relationships/image" Target="../media/image1140.png"/><Relationship Id="rId51" Type="http://schemas.openxmlformats.org/officeDocument/2006/relationships/customXml" Target="../ink/ink680.xml"/><Relationship Id="rId72" Type="http://schemas.openxmlformats.org/officeDocument/2006/relationships/image" Target="../media/image576.png"/><Relationship Id="rId93" Type="http://schemas.openxmlformats.org/officeDocument/2006/relationships/customXml" Target="../ink/ink701.xml"/><Relationship Id="rId98" Type="http://schemas.openxmlformats.org/officeDocument/2006/relationships/image" Target="../media/image589.png"/><Relationship Id="rId121" Type="http://schemas.openxmlformats.org/officeDocument/2006/relationships/customXml" Target="../ink/ink715.xml"/><Relationship Id="rId142" Type="http://schemas.openxmlformats.org/officeDocument/2006/relationships/image" Target="../media/image611.png"/><Relationship Id="rId3" Type="http://schemas.openxmlformats.org/officeDocument/2006/relationships/customXml" Target="../ink/ink656.xml"/><Relationship Id="rId25" Type="http://schemas.openxmlformats.org/officeDocument/2006/relationships/customXml" Target="../ink/ink667.xml"/><Relationship Id="rId46" Type="http://schemas.openxmlformats.org/officeDocument/2006/relationships/image" Target="../media/image1330.png"/><Relationship Id="rId67" Type="http://schemas.openxmlformats.org/officeDocument/2006/relationships/customXml" Target="../ink/ink688.xml"/><Relationship Id="rId116" Type="http://schemas.openxmlformats.org/officeDocument/2006/relationships/image" Target="../media/image598.png"/><Relationship Id="rId137" Type="http://schemas.openxmlformats.org/officeDocument/2006/relationships/customXml" Target="../ink/ink723.xml"/><Relationship Id="rId158" Type="http://schemas.openxmlformats.org/officeDocument/2006/relationships/image" Target="../media/image619.png"/><Relationship Id="rId20" Type="http://schemas.openxmlformats.org/officeDocument/2006/relationships/image" Target="../media/image1200.png"/><Relationship Id="rId41" Type="http://schemas.openxmlformats.org/officeDocument/2006/relationships/customXml" Target="../ink/ink675.xml"/><Relationship Id="rId62" Type="http://schemas.openxmlformats.org/officeDocument/2006/relationships/image" Target="../media/image571.png"/><Relationship Id="rId83" Type="http://schemas.openxmlformats.org/officeDocument/2006/relationships/customXml" Target="../ink/ink696.xml"/><Relationship Id="rId88" Type="http://schemas.openxmlformats.org/officeDocument/2006/relationships/image" Target="../media/image584.png"/><Relationship Id="rId111" Type="http://schemas.openxmlformats.org/officeDocument/2006/relationships/customXml" Target="../ink/ink710.xml"/><Relationship Id="rId132" Type="http://schemas.openxmlformats.org/officeDocument/2006/relationships/image" Target="../media/image606.png"/><Relationship Id="rId153" Type="http://schemas.openxmlformats.org/officeDocument/2006/relationships/customXml" Target="../ink/ink731.xml"/><Relationship Id="rId15" Type="http://schemas.openxmlformats.org/officeDocument/2006/relationships/customXml" Target="../ink/ink662.xml"/><Relationship Id="rId36" Type="http://schemas.openxmlformats.org/officeDocument/2006/relationships/image" Target="../media/image1280.png"/><Relationship Id="rId57" Type="http://schemas.openxmlformats.org/officeDocument/2006/relationships/customXml" Target="../ink/ink683.xml"/><Relationship Id="rId106" Type="http://schemas.openxmlformats.org/officeDocument/2006/relationships/image" Target="../media/image593.png"/><Relationship Id="rId127" Type="http://schemas.openxmlformats.org/officeDocument/2006/relationships/customXml" Target="../ink/ink718.xml"/><Relationship Id="rId10" Type="http://schemas.openxmlformats.org/officeDocument/2006/relationships/image" Target="../media/image1150.png"/><Relationship Id="rId31" Type="http://schemas.openxmlformats.org/officeDocument/2006/relationships/customXml" Target="../ink/ink670.xml"/><Relationship Id="rId52" Type="http://schemas.openxmlformats.org/officeDocument/2006/relationships/image" Target="../media/image1360.png"/><Relationship Id="rId73" Type="http://schemas.openxmlformats.org/officeDocument/2006/relationships/customXml" Target="../ink/ink691.xml"/><Relationship Id="rId78" Type="http://schemas.openxmlformats.org/officeDocument/2006/relationships/image" Target="../media/image579.png"/><Relationship Id="rId94" Type="http://schemas.openxmlformats.org/officeDocument/2006/relationships/image" Target="../media/image587.png"/><Relationship Id="rId99" Type="http://schemas.openxmlformats.org/officeDocument/2006/relationships/customXml" Target="../ink/ink704.xml"/><Relationship Id="rId101" Type="http://schemas.openxmlformats.org/officeDocument/2006/relationships/customXml" Target="../ink/ink705.xml"/><Relationship Id="rId122" Type="http://schemas.openxmlformats.org/officeDocument/2006/relationships/image" Target="../media/image601.png"/><Relationship Id="rId143" Type="http://schemas.openxmlformats.org/officeDocument/2006/relationships/customXml" Target="../ink/ink726.xml"/><Relationship Id="rId148" Type="http://schemas.openxmlformats.org/officeDocument/2006/relationships/image" Target="../media/image614.png"/><Relationship Id="rId4" Type="http://schemas.openxmlformats.org/officeDocument/2006/relationships/image" Target="../media/image1120.png"/><Relationship Id="rId9" Type="http://schemas.openxmlformats.org/officeDocument/2006/relationships/customXml" Target="../ink/ink659.xml"/><Relationship Id="rId26" Type="http://schemas.openxmlformats.org/officeDocument/2006/relationships/image" Target="../media/image1230.png"/><Relationship Id="rId47" Type="http://schemas.openxmlformats.org/officeDocument/2006/relationships/customXml" Target="../ink/ink678.xml"/><Relationship Id="rId68" Type="http://schemas.openxmlformats.org/officeDocument/2006/relationships/image" Target="../media/image574.png"/><Relationship Id="rId89" Type="http://schemas.openxmlformats.org/officeDocument/2006/relationships/customXml" Target="../ink/ink699.xml"/><Relationship Id="rId112" Type="http://schemas.openxmlformats.org/officeDocument/2006/relationships/image" Target="../media/image596.png"/><Relationship Id="rId133" Type="http://schemas.openxmlformats.org/officeDocument/2006/relationships/customXml" Target="../ink/ink721.xml"/><Relationship Id="rId154" Type="http://schemas.openxmlformats.org/officeDocument/2006/relationships/image" Target="../media/image617.png"/><Relationship Id="rId16" Type="http://schemas.openxmlformats.org/officeDocument/2006/relationships/image" Target="../media/image1180.png"/><Relationship Id="rId37" Type="http://schemas.openxmlformats.org/officeDocument/2006/relationships/customXml" Target="../ink/ink673.xml"/><Relationship Id="rId58" Type="http://schemas.openxmlformats.org/officeDocument/2006/relationships/image" Target="../media/image569.png"/><Relationship Id="rId79" Type="http://schemas.openxmlformats.org/officeDocument/2006/relationships/customXml" Target="../ink/ink694.xml"/><Relationship Id="rId102" Type="http://schemas.openxmlformats.org/officeDocument/2006/relationships/image" Target="../media/image591.png"/><Relationship Id="rId123" Type="http://schemas.openxmlformats.org/officeDocument/2006/relationships/customXml" Target="../ink/ink716.xml"/><Relationship Id="rId144" Type="http://schemas.openxmlformats.org/officeDocument/2006/relationships/image" Target="../media/image612.png"/><Relationship Id="rId90" Type="http://schemas.openxmlformats.org/officeDocument/2006/relationships/image" Target="../media/image585.png"/><Relationship Id="rId27" Type="http://schemas.openxmlformats.org/officeDocument/2006/relationships/customXml" Target="../ink/ink668.xml"/><Relationship Id="rId48" Type="http://schemas.openxmlformats.org/officeDocument/2006/relationships/image" Target="../media/image1340.png"/><Relationship Id="rId69" Type="http://schemas.openxmlformats.org/officeDocument/2006/relationships/customXml" Target="../ink/ink689.xml"/><Relationship Id="rId113" Type="http://schemas.openxmlformats.org/officeDocument/2006/relationships/customXml" Target="../ink/ink711.xml"/><Relationship Id="rId134" Type="http://schemas.openxmlformats.org/officeDocument/2006/relationships/image" Target="../media/image607.png"/><Relationship Id="rId80" Type="http://schemas.openxmlformats.org/officeDocument/2006/relationships/image" Target="../media/image580.png"/><Relationship Id="rId155" Type="http://schemas.openxmlformats.org/officeDocument/2006/relationships/customXml" Target="../ink/ink732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48.xml"/><Relationship Id="rId117" Type="http://schemas.openxmlformats.org/officeDocument/2006/relationships/image" Target="../media/image679.png"/><Relationship Id="rId21" Type="http://schemas.openxmlformats.org/officeDocument/2006/relationships/image" Target="../media/image631.png"/><Relationship Id="rId42" Type="http://schemas.openxmlformats.org/officeDocument/2006/relationships/customXml" Target="../ink/ink756.xml"/><Relationship Id="rId47" Type="http://schemas.openxmlformats.org/officeDocument/2006/relationships/image" Target="../media/image644.png"/><Relationship Id="rId63" Type="http://schemas.openxmlformats.org/officeDocument/2006/relationships/image" Target="../media/image652.png"/><Relationship Id="rId68" Type="http://schemas.openxmlformats.org/officeDocument/2006/relationships/customXml" Target="../ink/ink769.xml"/><Relationship Id="rId84" Type="http://schemas.openxmlformats.org/officeDocument/2006/relationships/customXml" Target="../ink/ink777.xml"/><Relationship Id="rId89" Type="http://schemas.openxmlformats.org/officeDocument/2006/relationships/image" Target="../media/image665.png"/><Relationship Id="rId112" Type="http://schemas.openxmlformats.org/officeDocument/2006/relationships/customXml" Target="../ink/ink791.xml"/><Relationship Id="rId16" Type="http://schemas.openxmlformats.org/officeDocument/2006/relationships/customXml" Target="../ink/ink743.xml"/><Relationship Id="rId107" Type="http://schemas.openxmlformats.org/officeDocument/2006/relationships/image" Target="../media/image674.png"/><Relationship Id="rId11" Type="http://schemas.openxmlformats.org/officeDocument/2006/relationships/image" Target="../media/image626.png"/><Relationship Id="rId32" Type="http://schemas.openxmlformats.org/officeDocument/2006/relationships/customXml" Target="../ink/ink751.xml"/><Relationship Id="rId37" Type="http://schemas.openxmlformats.org/officeDocument/2006/relationships/image" Target="../media/image639.png"/><Relationship Id="rId53" Type="http://schemas.openxmlformats.org/officeDocument/2006/relationships/image" Target="../media/image647.png"/><Relationship Id="rId58" Type="http://schemas.openxmlformats.org/officeDocument/2006/relationships/customXml" Target="../ink/ink764.xml"/><Relationship Id="rId74" Type="http://schemas.openxmlformats.org/officeDocument/2006/relationships/customXml" Target="../ink/ink772.xml"/><Relationship Id="rId79" Type="http://schemas.openxmlformats.org/officeDocument/2006/relationships/image" Target="../media/image660.png"/><Relationship Id="rId102" Type="http://schemas.openxmlformats.org/officeDocument/2006/relationships/customXml" Target="../ink/ink786.xml"/><Relationship Id="rId123" Type="http://schemas.openxmlformats.org/officeDocument/2006/relationships/image" Target="../media/image682.png"/><Relationship Id="rId5" Type="http://schemas.openxmlformats.org/officeDocument/2006/relationships/image" Target="../media/image623.png"/><Relationship Id="rId90" Type="http://schemas.openxmlformats.org/officeDocument/2006/relationships/customXml" Target="../ink/ink780.xml"/><Relationship Id="rId95" Type="http://schemas.openxmlformats.org/officeDocument/2006/relationships/image" Target="../media/image668.png"/><Relationship Id="rId22" Type="http://schemas.openxmlformats.org/officeDocument/2006/relationships/customXml" Target="../ink/ink746.xml"/><Relationship Id="rId27" Type="http://schemas.openxmlformats.org/officeDocument/2006/relationships/image" Target="../media/image634.png"/><Relationship Id="rId43" Type="http://schemas.openxmlformats.org/officeDocument/2006/relationships/image" Target="../media/image642.png"/><Relationship Id="rId48" Type="http://schemas.openxmlformats.org/officeDocument/2006/relationships/customXml" Target="../ink/ink759.xml"/><Relationship Id="rId64" Type="http://schemas.openxmlformats.org/officeDocument/2006/relationships/customXml" Target="../ink/ink767.xml"/><Relationship Id="rId69" Type="http://schemas.openxmlformats.org/officeDocument/2006/relationships/image" Target="../media/image655.png"/><Relationship Id="rId113" Type="http://schemas.openxmlformats.org/officeDocument/2006/relationships/image" Target="../media/image677.png"/><Relationship Id="rId118" Type="http://schemas.openxmlformats.org/officeDocument/2006/relationships/customXml" Target="../ink/ink794.xml"/><Relationship Id="rId80" Type="http://schemas.openxmlformats.org/officeDocument/2006/relationships/customXml" Target="../ink/ink775.xml"/><Relationship Id="rId85" Type="http://schemas.openxmlformats.org/officeDocument/2006/relationships/image" Target="../media/image663.png"/><Relationship Id="rId12" Type="http://schemas.openxmlformats.org/officeDocument/2006/relationships/customXml" Target="../ink/ink741.xml"/><Relationship Id="rId17" Type="http://schemas.openxmlformats.org/officeDocument/2006/relationships/image" Target="../media/image629.png"/><Relationship Id="rId33" Type="http://schemas.openxmlformats.org/officeDocument/2006/relationships/image" Target="../media/image637.png"/><Relationship Id="rId38" Type="http://schemas.openxmlformats.org/officeDocument/2006/relationships/customXml" Target="../ink/ink754.xml"/><Relationship Id="rId59" Type="http://schemas.openxmlformats.org/officeDocument/2006/relationships/image" Target="../media/image650.png"/><Relationship Id="rId103" Type="http://schemas.openxmlformats.org/officeDocument/2006/relationships/image" Target="../media/image672.png"/><Relationship Id="rId108" Type="http://schemas.openxmlformats.org/officeDocument/2006/relationships/customXml" Target="../ink/ink789.xml"/><Relationship Id="rId124" Type="http://schemas.openxmlformats.org/officeDocument/2006/relationships/customXml" Target="../ink/ink797.xml"/><Relationship Id="rId54" Type="http://schemas.openxmlformats.org/officeDocument/2006/relationships/customXml" Target="../ink/ink762.xml"/><Relationship Id="rId70" Type="http://schemas.openxmlformats.org/officeDocument/2006/relationships/customXml" Target="../ink/ink770.xml"/><Relationship Id="rId75" Type="http://schemas.openxmlformats.org/officeDocument/2006/relationships/image" Target="../media/image658.png"/><Relationship Id="rId91" Type="http://schemas.openxmlformats.org/officeDocument/2006/relationships/image" Target="../media/image666.png"/><Relationship Id="rId96" Type="http://schemas.openxmlformats.org/officeDocument/2006/relationships/customXml" Target="../ink/ink78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38.xml"/><Relationship Id="rId23" Type="http://schemas.openxmlformats.org/officeDocument/2006/relationships/image" Target="../media/image632.png"/><Relationship Id="rId28" Type="http://schemas.openxmlformats.org/officeDocument/2006/relationships/customXml" Target="../ink/ink749.xml"/><Relationship Id="rId49" Type="http://schemas.openxmlformats.org/officeDocument/2006/relationships/image" Target="../media/image645.png"/><Relationship Id="rId114" Type="http://schemas.openxmlformats.org/officeDocument/2006/relationships/customXml" Target="../ink/ink792.xml"/><Relationship Id="rId119" Type="http://schemas.openxmlformats.org/officeDocument/2006/relationships/image" Target="../media/image680.png"/><Relationship Id="rId44" Type="http://schemas.openxmlformats.org/officeDocument/2006/relationships/customXml" Target="../ink/ink757.xml"/><Relationship Id="rId60" Type="http://schemas.openxmlformats.org/officeDocument/2006/relationships/customXml" Target="../ink/ink765.xml"/><Relationship Id="rId65" Type="http://schemas.openxmlformats.org/officeDocument/2006/relationships/image" Target="../media/image653.png"/><Relationship Id="rId81" Type="http://schemas.openxmlformats.org/officeDocument/2006/relationships/image" Target="../media/image661.png"/><Relationship Id="rId86" Type="http://schemas.openxmlformats.org/officeDocument/2006/relationships/customXml" Target="../ink/ink778.xml"/><Relationship Id="rId13" Type="http://schemas.openxmlformats.org/officeDocument/2006/relationships/image" Target="../media/image627.png"/><Relationship Id="rId18" Type="http://schemas.openxmlformats.org/officeDocument/2006/relationships/customXml" Target="../ink/ink744.xml"/><Relationship Id="rId39" Type="http://schemas.openxmlformats.org/officeDocument/2006/relationships/image" Target="../media/image640.png"/><Relationship Id="rId109" Type="http://schemas.openxmlformats.org/officeDocument/2006/relationships/image" Target="../media/image675.png"/><Relationship Id="rId34" Type="http://schemas.openxmlformats.org/officeDocument/2006/relationships/customXml" Target="../ink/ink752.xml"/><Relationship Id="rId50" Type="http://schemas.openxmlformats.org/officeDocument/2006/relationships/customXml" Target="../ink/ink760.xml"/><Relationship Id="rId55" Type="http://schemas.openxmlformats.org/officeDocument/2006/relationships/image" Target="../media/image648.png"/><Relationship Id="rId76" Type="http://schemas.openxmlformats.org/officeDocument/2006/relationships/customXml" Target="../ink/ink773.xml"/><Relationship Id="rId97" Type="http://schemas.openxmlformats.org/officeDocument/2006/relationships/image" Target="../media/image669.png"/><Relationship Id="rId104" Type="http://schemas.openxmlformats.org/officeDocument/2006/relationships/customXml" Target="../ink/ink787.xml"/><Relationship Id="rId120" Type="http://schemas.openxmlformats.org/officeDocument/2006/relationships/customXml" Target="../ink/ink795.xml"/><Relationship Id="rId125" Type="http://schemas.openxmlformats.org/officeDocument/2006/relationships/image" Target="../media/image683.png"/><Relationship Id="rId7" Type="http://schemas.openxmlformats.org/officeDocument/2006/relationships/image" Target="../media/image624.png"/><Relationship Id="rId71" Type="http://schemas.openxmlformats.org/officeDocument/2006/relationships/image" Target="../media/image656.png"/><Relationship Id="rId92" Type="http://schemas.openxmlformats.org/officeDocument/2006/relationships/customXml" Target="../ink/ink781.xml"/><Relationship Id="rId2" Type="http://schemas.openxmlformats.org/officeDocument/2006/relationships/customXml" Target="../ink/ink736.xml"/><Relationship Id="rId29" Type="http://schemas.openxmlformats.org/officeDocument/2006/relationships/image" Target="../media/image635.png"/><Relationship Id="rId24" Type="http://schemas.openxmlformats.org/officeDocument/2006/relationships/customXml" Target="../ink/ink747.xml"/><Relationship Id="rId40" Type="http://schemas.openxmlformats.org/officeDocument/2006/relationships/customXml" Target="../ink/ink755.xml"/><Relationship Id="rId45" Type="http://schemas.openxmlformats.org/officeDocument/2006/relationships/image" Target="../media/image643.png"/><Relationship Id="rId66" Type="http://schemas.openxmlformats.org/officeDocument/2006/relationships/customXml" Target="../ink/ink768.xml"/><Relationship Id="rId87" Type="http://schemas.openxmlformats.org/officeDocument/2006/relationships/image" Target="../media/image664.png"/><Relationship Id="rId110" Type="http://schemas.openxmlformats.org/officeDocument/2006/relationships/customXml" Target="../ink/ink790.xml"/><Relationship Id="rId115" Type="http://schemas.openxmlformats.org/officeDocument/2006/relationships/image" Target="../media/image678.png"/><Relationship Id="rId61" Type="http://schemas.openxmlformats.org/officeDocument/2006/relationships/image" Target="../media/image651.png"/><Relationship Id="rId82" Type="http://schemas.openxmlformats.org/officeDocument/2006/relationships/customXml" Target="../ink/ink776.xml"/><Relationship Id="rId19" Type="http://schemas.openxmlformats.org/officeDocument/2006/relationships/image" Target="../media/image630.png"/><Relationship Id="rId14" Type="http://schemas.openxmlformats.org/officeDocument/2006/relationships/customXml" Target="../ink/ink742.xml"/><Relationship Id="rId30" Type="http://schemas.openxmlformats.org/officeDocument/2006/relationships/customXml" Target="../ink/ink750.xml"/><Relationship Id="rId35" Type="http://schemas.openxmlformats.org/officeDocument/2006/relationships/image" Target="../media/image638.png"/><Relationship Id="rId56" Type="http://schemas.openxmlformats.org/officeDocument/2006/relationships/customXml" Target="../ink/ink763.xml"/><Relationship Id="rId77" Type="http://schemas.openxmlformats.org/officeDocument/2006/relationships/image" Target="../media/image659.png"/><Relationship Id="rId100" Type="http://schemas.openxmlformats.org/officeDocument/2006/relationships/customXml" Target="../ink/ink785.xml"/><Relationship Id="rId105" Type="http://schemas.openxmlformats.org/officeDocument/2006/relationships/image" Target="../media/image673.png"/><Relationship Id="rId8" Type="http://schemas.openxmlformats.org/officeDocument/2006/relationships/customXml" Target="../ink/ink739.xml"/><Relationship Id="rId51" Type="http://schemas.openxmlformats.org/officeDocument/2006/relationships/image" Target="../media/image646.png"/><Relationship Id="rId72" Type="http://schemas.openxmlformats.org/officeDocument/2006/relationships/customXml" Target="../ink/ink771.xml"/><Relationship Id="rId93" Type="http://schemas.openxmlformats.org/officeDocument/2006/relationships/image" Target="../media/image667.png"/><Relationship Id="rId98" Type="http://schemas.openxmlformats.org/officeDocument/2006/relationships/customXml" Target="../ink/ink784.xml"/><Relationship Id="rId121" Type="http://schemas.openxmlformats.org/officeDocument/2006/relationships/image" Target="../media/image681.png"/><Relationship Id="rId3" Type="http://schemas.openxmlformats.org/officeDocument/2006/relationships/image" Target="../media/image622.png"/><Relationship Id="rId25" Type="http://schemas.openxmlformats.org/officeDocument/2006/relationships/image" Target="../media/image633.png"/><Relationship Id="rId46" Type="http://schemas.openxmlformats.org/officeDocument/2006/relationships/customXml" Target="../ink/ink758.xml"/><Relationship Id="rId67" Type="http://schemas.openxmlformats.org/officeDocument/2006/relationships/image" Target="../media/image654.png"/><Relationship Id="rId116" Type="http://schemas.openxmlformats.org/officeDocument/2006/relationships/customXml" Target="../ink/ink793.xml"/><Relationship Id="rId20" Type="http://schemas.openxmlformats.org/officeDocument/2006/relationships/customXml" Target="../ink/ink745.xml"/><Relationship Id="rId41" Type="http://schemas.openxmlformats.org/officeDocument/2006/relationships/image" Target="../media/image641.png"/><Relationship Id="rId62" Type="http://schemas.openxmlformats.org/officeDocument/2006/relationships/customXml" Target="../ink/ink766.xml"/><Relationship Id="rId83" Type="http://schemas.openxmlformats.org/officeDocument/2006/relationships/image" Target="../media/image662.png"/><Relationship Id="rId88" Type="http://schemas.openxmlformats.org/officeDocument/2006/relationships/customXml" Target="../ink/ink779.xml"/><Relationship Id="rId111" Type="http://schemas.openxmlformats.org/officeDocument/2006/relationships/image" Target="../media/image676.png"/><Relationship Id="rId15" Type="http://schemas.openxmlformats.org/officeDocument/2006/relationships/image" Target="../media/image628.png"/><Relationship Id="rId36" Type="http://schemas.openxmlformats.org/officeDocument/2006/relationships/customXml" Target="../ink/ink753.xml"/><Relationship Id="rId57" Type="http://schemas.openxmlformats.org/officeDocument/2006/relationships/image" Target="../media/image649.png"/><Relationship Id="rId106" Type="http://schemas.openxmlformats.org/officeDocument/2006/relationships/customXml" Target="../ink/ink788.xml"/><Relationship Id="rId10" Type="http://schemas.openxmlformats.org/officeDocument/2006/relationships/customXml" Target="../ink/ink740.xml"/><Relationship Id="rId31" Type="http://schemas.openxmlformats.org/officeDocument/2006/relationships/image" Target="../media/image636.png"/><Relationship Id="rId52" Type="http://schemas.openxmlformats.org/officeDocument/2006/relationships/customXml" Target="../ink/ink761.xml"/><Relationship Id="rId73" Type="http://schemas.openxmlformats.org/officeDocument/2006/relationships/image" Target="../media/image657.png"/><Relationship Id="rId78" Type="http://schemas.openxmlformats.org/officeDocument/2006/relationships/customXml" Target="../ink/ink774.xml"/><Relationship Id="rId94" Type="http://schemas.openxmlformats.org/officeDocument/2006/relationships/customXml" Target="../ink/ink782.xml"/><Relationship Id="rId99" Type="http://schemas.openxmlformats.org/officeDocument/2006/relationships/image" Target="../media/image670.png"/><Relationship Id="rId101" Type="http://schemas.openxmlformats.org/officeDocument/2006/relationships/image" Target="../media/image671.png"/><Relationship Id="rId122" Type="http://schemas.openxmlformats.org/officeDocument/2006/relationships/customXml" Target="../ink/ink796.xml"/><Relationship Id="rId4" Type="http://schemas.openxmlformats.org/officeDocument/2006/relationships/customXml" Target="../ink/ink737.xml"/><Relationship Id="rId9" Type="http://schemas.openxmlformats.org/officeDocument/2006/relationships/image" Target="../media/image6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7.png"/><Relationship Id="rId13" Type="http://schemas.openxmlformats.org/officeDocument/2006/relationships/customXml" Target="../ink/ink803.xml"/><Relationship Id="rId18" Type="http://schemas.openxmlformats.org/officeDocument/2006/relationships/image" Target="../media/image692.png"/><Relationship Id="rId3" Type="http://schemas.openxmlformats.org/officeDocument/2006/relationships/customXml" Target="../ink/ink798.xml"/><Relationship Id="rId7" Type="http://schemas.openxmlformats.org/officeDocument/2006/relationships/customXml" Target="../ink/ink800.xml"/><Relationship Id="rId12" Type="http://schemas.openxmlformats.org/officeDocument/2006/relationships/image" Target="../media/image689.png"/><Relationship Id="rId17" Type="http://schemas.openxmlformats.org/officeDocument/2006/relationships/customXml" Target="../ink/ink805.xml"/><Relationship Id="rId2" Type="http://schemas.openxmlformats.org/officeDocument/2006/relationships/image" Target="../media/image684.png"/><Relationship Id="rId16" Type="http://schemas.openxmlformats.org/officeDocument/2006/relationships/image" Target="../media/image691.png"/><Relationship Id="rId20" Type="http://schemas.openxmlformats.org/officeDocument/2006/relationships/image" Target="../media/image6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6.png"/><Relationship Id="rId11" Type="http://schemas.openxmlformats.org/officeDocument/2006/relationships/customXml" Target="../ink/ink802.xml"/><Relationship Id="rId5" Type="http://schemas.openxmlformats.org/officeDocument/2006/relationships/customXml" Target="../ink/ink799.xml"/><Relationship Id="rId15" Type="http://schemas.openxmlformats.org/officeDocument/2006/relationships/customXml" Target="../ink/ink804.xml"/><Relationship Id="rId10" Type="http://schemas.openxmlformats.org/officeDocument/2006/relationships/image" Target="../media/image688.png"/><Relationship Id="rId19" Type="http://schemas.openxmlformats.org/officeDocument/2006/relationships/customXml" Target="../ink/ink806.xml"/><Relationship Id="rId4" Type="http://schemas.openxmlformats.org/officeDocument/2006/relationships/image" Target="../media/image685.png"/><Relationship Id="rId9" Type="http://schemas.openxmlformats.org/officeDocument/2006/relationships/customXml" Target="../ink/ink801.xml"/><Relationship Id="rId14" Type="http://schemas.openxmlformats.org/officeDocument/2006/relationships/image" Target="../media/image690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06.png"/><Relationship Id="rId21" Type="http://schemas.openxmlformats.org/officeDocument/2006/relationships/customXml" Target="../ink/ink816.xml"/><Relationship Id="rId42" Type="http://schemas.openxmlformats.org/officeDocument/2006/relationships/image" Target="../media/image714.png"/><Relationship Id="rId47" Type="http://schemas.openxmlformats.org/officeDocument/2006/relationships/customXml" Target="../ink/ink829.xml"/><Relationship Id="rId63" Type="http://schemas.openxmlformats.org/officeDocument/2006/relationships/customXml" Target="../ink/ink837.xml"/><Relationship Id="rId68" Type="http://schemas.openxmlformats.org/officeDocument/2006/relationships/image" Target="../media/image727.png"/><Relationship Id="rId84" Type="http://schemas.openxmlformats.org/officeDocument/2006/relationships/image" Target="../media/image735.png"/><Relationship Id="rId89" Type="http://schemas.openxmlformats.org/officeDocument/2006/relationships/customXml" Target="../ink/ink850.xml"/><Relationship Id="rId16" Type="http://schemas.openxmlformats.org/officeDocument/2006/relationships/image" Target="../media/image701.png"/><Relationship Id="rId11" Type="http://schemas.openxmlformats.org/officeDocument/2006/relationships/customXml" Target="../ink/ink811.xml"/><Relationship Id="rId32" Type="http://schemas.openxmlformats.org/officeDocument/2006/relationships/image" Target="../media/image709.png"/><Relationship Id="rId37" Type="http://schemas.openxmlformats.org/officeDocument/2006/relationships/customXml" Target="../ink/ink824.xml"/><Relationship Id="rId53" Type="http://schemas.openxmlformats.org/officeDocument/2006/relationships/customXml" Target="../ink/ink832.xml"/><Relationship Id="rId58" Type="http://schemas.openxmlformats.org/officeDocument/2006/relationships/image" Target="../media/image722.png"/><Relationship Id="rId74" Type="http://schemas.openxmlformats.org/officeDocument/2006/relationships/image" Target="../media/image730.png"/><Relationship Id="rId79" Type="http://schemas.openxmlformats.org/officeDocument/2006/relationships/customXml" Target="../ink/ink845.xml"/><Relationship Id="rId5" Type="http://schemas.openxmlformats.org/officeDocument/2006/relationships/customXml" Target="../ink/ink808.xml"/><Relationship Id="rId90" Type="http://schemas.openxmlformats.org/officeDocument/2006/relationships/image" Target="../media/image738.png"/><Relationship Id="rId14" Type="http://schemas.openxmlformats.org/officeDocument/2006/relationships/image" Target="../media/image700.png"/><Relationship Id="rId22" Type="http://schemas.openxmlformats.org/officeDocument/2006/relationships/image" Target="../media/image704.png"/><Relationship Id="rId27" Type="http://schemas.openxmlformats.org/officeDocument/2006/relationships/customXml" Target="../ink/ink819.xml"/><Relationship Id="rId30" Type="http://schemas.openxmlformats.org/officeDocument/2006/relationships/image" Target="../media/image708.png"/><Relationship Id="rId35" Type="http://schemas.openxmlformats.org/officeDocument/2006/relationships/customXml" Target="../ink/ink823.xml"/><Relationship Id="rId43" Type="http://schemas.openxmlformats.org/officeDocument/2006/relationships/customXml" Target="../ink/ink827.xml"/><Relationship Id="rId48" Type="http://schemas.openxmlformats.org/officeDocument/2006/relationships/image" Target="../media/image717.png"/><Relationship Id="rId56" Type="http://schemas.openxmlformats.org/officeDocument/2006/relationships/image" Target="../media/image721.png"/><Relationship Id="rId64" Type="http://schemas.openxmlformats.org/officeDocument/2006/relationships/image" Target="../media/image725.png"/><Relationship Id="rId69" Type="http://schemas.openxmlformats.org/officeDocument/2006/relationships/customXml" Target="../ink/ink840.xml"/><Relationship Id="rId77" Type="http://schemas.openxmlformats.org/officeDocument/2006/relationships/customXml" Target="../ink/ink844.xml"/><Relationship Id="rId8" Type="http://schemas.openxmlformats.org/officeDocument/2006/relationships/image" Target="../media/image697.png"/><Relationship Id="rId51" Type="http://schemas.openxmlformats.org/officeDocument/2006/relationships/customXml" Target="../ink/ink831.xml"/><Relationship Id="rId72" Type="http://schemas.openxmlformats.org/officeDocument/2006/relationships/image" Target="../media/image729.png"/><Relationship Id="rId80" Type="http://schemas.openxmlformats.org/officeDocument/2006/relationships/image" Target="../media/image733.png"/><Relationship Id="rId85" Type="http://schemas.openxmlformats.org/officeDocument/2006/relationships/customXml" Target="../ink/ink848.xml"/><Relationship Id="rId3" Type="http://schemas.openxmlformats.org/officeDocument/2006/relationships/customXml" Target="../ink/ink807.xml"/><Relationship Id="rId12" Type="http://schemas.openxmlformats.org/officeDocument/2006/relationships/image" Target="../media/image699.png"/><Relationship Id="rId17" Type="http://schemas.openxmlformats.org/officeDocument/2006/relationships/customXml" Target="../ink/ink814.xml"/><Relationship Id="rId25" Type="http://schemas.openxmlformats.org/officeDocument/2006/relationships/customXml" Target="../ink/ink818.xml"/><Relationship Id="rId33" Type="http://schemas.openxmlformats.org/officeDocument/2006/relationships/customXml" Target="../ink/ink822.xml"/><Relationship Id="rId38" Type="http://schemas.openxmlformats.org/officeDocument/2006/relationships/image" Target="../media/image712.png"/><Relationship Id="rId46" Type="http://schemas.openxmlformats.org/officeDocument/2006/relationships/image" Target="../media/image716.png"/><Relationship Id="rId59" Type="http://schemas.openxmlformats.org/officeDocument/2006/relationships/customXml" Target="../ink/ink835.xml"/><Relationship Id="rId67" Type="http://schemas.openxmlformats.org/officeDocument/2006/relationships/customXml" Target="../ink/ink839.xml"/><Relationship Id="rId20" Type="http://schemas.openxmlformats.org/officeDocument/2006/relationships/image" Target="../media/image703.png"/><Relationship Id="rId41" Type="http://schemas.openxmlformats.org/officeDocument/2006/relationships/customXml" Target="../ink/ink826.xml"/><Relationship Id="rId54" Type="http://schemas.openxmlformats.org/officeDocument/2006/relationships/image" Target="../media/image720.png"/><Relationship Id="rId62" Type="http://schemas.openxmlformats.org/officeDocument/2006/relationships/image" Target="../media/image724.png"/><Relationship Id="rId70" Type="http://schemas.openxmlformats.org/officeDocument/2006/relationships/image" Target="../media/image728.png"/><Relationship Id="rId75" Type="http://schemas.openxmlformats.org/officeDocument/2006/relationships/customXml" Target="../ink/ink843.xml"/><Relationship Id="rId83" Type="http://schemas.openxmlformats.org/officeDocument/2006/relationships/customXml" Target="../ink/ink847.xml"/><Relationship Id="rId88" Type="http://schemas.openxmlformats.org/officeDocument/2006/relationships/image" Target="../media/image7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6.png"/><Relationship Id="rId15" Type="http://schemas.openxmlformats.org/officeDocument/2006/relationships/customXml" Target="../ink/ink813.xml"/><Relationship Id="rId23" Type="http://schemas.openxmlformats.org/officeDocument/2006/relationships/customXml" Target="../ink/ink817.xml"/><Relationship Id="rId28" Type="http://schemas.openxmlformats.org/officeDocument/2006/relationships/image" Target="../media/image707.png"/><Relationship Id="rId36" Type="http://schemas.openxmlformats.org/officeDocument/2006/relationships/image" Target="../media/image711.png"/><Relationship Id="rId49" Type="http://schemas.openxmlformats.org/officeDocument/2006/relationships/customXml" Target="../ink/ink830.xml"/><Relationship Id="rId57" Type="http://schemas.openxmlformats.org/officeDocument/2006/relationships/customXml" Target="../ink/ink834.xml"/><Relationship Id="rId10" Type="http://schemas.openxmlformats.org/officeDocument/2006/relationships/image" Target="../media/image698.png"/><Relationship Id="rId31" Type="http://schemas.openxmlformats.org/officeDocument/2006/relationships/customXml" Target="../ink/ink821.xml"/><Relationship Id="rId44" Type="http://schemas.openxmlformats.org/officeDocument/2006/relationships/image" Target="../media/image715.png"/><Relationship Id="rId52" Type="http://schemas.openxmlformats.org/officeDocument/2006/relationships/image" Target="../media/image719.png"/><Relationship Id="rId60" Type="http://schemas.openxmlformats.org/officeDocument/2006/relationships/image" Target="../media/image723.png"/><Relationship Id="rId65" Type="http://schemas.openxmlformats.org/officeDocument/2006/relationships/customXml" Target="../ink/ink838.xml"/><Relationship Id="rId73" Type="http://schemas.openxmlformats.org/officeDocument/2006/relationships/customXml" Target="../ink/ink842.xml"/><Relationship Id="rId78" Type="http://schemas.openxmlformats.org/officeDocument/2006/relationships/image" Target="../media/image732.png"/><Relationship Id="rId81" Type="http://schemas.openxmlformats.org/officeDocument/2006/relationships/customXml" Target="../ink/ink846.xml"/><Relationship Id="rId86" Type="http://schemas.openxmlformats.org/officeDocument/2006/relationships/image" Target="../media/image736.png"/><Relationship Id="rId4" Type="http://schemas.openxmlformats.org/officeDocument/2006/relationships/image" Target="../media/image695.png"/><Relationship Id="rId9" Type="http://schemas.openxmlformats.org/officeDocument/2006/relationships/customXml" Target="../ink/ink810.xml"/><Relationship Id="rId13" Type="http://schemas.openxmlformats.org/officeDocument/2006/relationships/customXml" Target="../ink/ink812.xml"/><Relationship Id="rId18" Type="http://schemas.openxmlformats.org/officeDocument/2006/relationships/image" Target="../media/image702.png"/><Relationship Id="rId39" Type="http://schemas.openxmlformats.org/officeDocument/2006/relationships/customXml" Target="../ink/ink825.xml"/><Relationship Id="rId34" Type="http://schemas.openxmlformats.org/officeDocument/2006/relationships/image" Target="../media/image710.png"/><Relationship Id="rId50" Type="http://schemas.openxmlformats.org/officeDocument/2006/relationships/image" Target="../media/image718.png"/><Relationship Id="rId55" Type="http://schemas.openxmlformats.org/officeDocument/2006/relationships/customXml" Target="../ink/ink833.xml"/><Relationship Id="rId76" Type="http://schemas.openxmlformats.org/officeDocument/2006/relationships/image" Target="../media/image731.png"/><Relationship Id="rId7" Type="http://schemas.openxmlformats.org/officeDocument/2006/relationships/customXml" Target="../ink/ink809.xml"/><Relationship Id="rId71" Type="http://schemas.openxmlformats.org/officeDocument/2006/relationships/customXml" Target="../ink/ink841.xml"/><Relationship Id="rId2" Type="http://schemas.openxmlformats.org/officeDocument/2006/relationships/image" Target="../media/image694.png"/><Relationship Id="rId29" Type="http://schemas.openxmlformats.org/officeDocument/2006/relationships/customXml" Target="../ink/ink820.xml"/><Relationship Id="rId24" Type="http://schemas.openxmlformats.org/officeDocument/2006/relationships/image" Target="../media/image705.png"/><Relationship Id="rId40" Type="http://schemas.openxmlformats.org/officeDocument/2006/relationships/image" Target="../media/image713.png"/><Relationship Id="rId45" Type="http://schemas.openxmlformats.org/officeDocument/2006/relationships/customXml" Target="../ink/ink828.xml"/><Relationship Id="rId66" Type="http://schemas.openxmlformats.org/officeDocument/2006/relationships/image" Target="../media/image726.png"/><Relationship Id="rId87" Type="http://schemas.openxmlformats.org/officeDocument/2006/relationships/customXml" Target="../ink/ink849.xml"/><Relationship Id="rId61" Type="http://schemas.openxmlformats.org/officeDocument/2006/relationships/customXml" Target="../ink/ink836.xml"/><Relationship Id="rId82" Type="http://schemas.openxmlformats.org/officeDocument/2006/relationships/image" Target="../media/image734.png"/><Relationship Id="rId19" Type="http://schemas.openxmlformats.org/officeDocument/2006/relationships/customXml" Target="../ink/ink815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99.png"/><Relationship Id="rId21" Type="http://schemas.openxmlformats.org/officeDocument/2006/relationships/image" Target="../media/image748.png"/><Relationship Id="rId42" Type="http://schemas.openxmlformats.org/officeDocument/2006/relationships/customXml" Target="../ink/ink871.xml"/><Relationship Id="rId63" Type="http://schemas.openxmlformats.org/officeDocument/2006/relationships/image" Target="../media/image769.png"/><Relationship Id="rId84" Type="http://schemas.openxmlformats.org/officeDocument/2006/relationships/customXml" Target="../ink/ink892.xml"/><Relationship Id="rId138" Type="http://schemas.openxmlformats.org/officeDocument/2006/relationships/customXml" Target="../ink/ink919.xml"/><Relationship Id="rId159" Type="http://schemas.openxmlformats.org/officeDocument/2006/relationships/image" Target="../media/image824.png"/><Relationship Id="rId170" Type="http://schemas.openxmlformats.org/officeDocument/2006/relationships/customXml" Target="../ink/ink935.xml"/><Relationship Id="rId191" Type="http://schemas.openxmlformats.org/officeDocument/2006/relationships/image" Target="../media/image842.png"/><Relationship Id="rId205" Type="http://schemas.openxmlformats.org/officeDocument/2006/relationships/image" Target="../media/image849.png"/><Relationship Id="rId226" Type="http://schemas.openxmlformats.org/officeDocument/2006/relationships/customXml" Target="../ink/ink963.xml"/><Relationship Id="rId247" Type="http://schemas.openxmlformats.org/officeDocument/2006/relationships/image" Target="../media/image873.png"/><Relationship Id="rId107" Type="http://schemas.openxmlformats.org/officeDocument/2006/relationships/image" Target="../media/image794.png"/><Relationship Id="rId11" Type="http://schemas.openxmlformats.org/officeDocument/2006/relationships/image" Target="../media/image743.png"/><Relationship Id="rId32" Type="http://schemas.openxmlformats.org/officeDocument/2006/relationships/customXml" Target="../ink/ink866.xml"/><Relationship Id="rId53" Type="http://schemas.openxmlformats.org/officeDocument/2006/relationships/image" Target="../media/image764.png"/><Relationship Id="rId74" Type="http://schemas.openxmlformats.org/officeDocument/2006/relationships/customXml" Target="../ink/ink887.xml"/><Relationship Id="rId128" Type="http://schemas.openxmlformats.org/officeDocument/2006/relationships/customXml" Target="../ink/ink914.xml"/><Relationship Id="rId149" Type="http://schemas.openxmlformats.org/officeDocument/2006/relationships/image" Target="../media/image818.png"/><Relationship Id="rId5" Type="http://schemas.openxmlformats.org/officeDocument/2006/relationships/image" Target="../media/image740.png"/><Relationship Id="rId95" Type="http://schemas.openxmlformats.org/officeDocument/2006/relationships/image" Target="../media/image787.png"/><Relationship Id="rId160" Type="http://schemas.openxmlformats.org/officeDocument/2006/relationships/customXml" Target="../ink/ink930.xml"/><Relationship Id="rId181" Type="http://schemas.openxmlformats.org/officeDocument/2006/relationships/image" Target="../media/image836.png"/><Relationship Id="rId216" Type="http://schemas.openxmlformats.org/officeDocument/2006/relationships/customXml" Target="../ink/ink958.xml"/><Relationship Id="rId237" Type="http://schemas.openxmlformats.org/officeDocument/2006/relationships/image" Target="../media/image867.png"/><Relationship Id="rId22" Type="http://schemas.openxmlformats.org/officeDocument/2006/relationships/customXml" Target="../ink/ink861.xml"/><Relationship Id="rId43" Type="http://schemas.openxmlformats.org/officeDocument/2006/relationships/image" Target="../media/image759.png"/><Relationship Id="rId64" Type="http://schemas.openxmlformats.org/officeDocument/2006/relationships/customXml" Target="../ink/ink882.xml"/><Relationship Id="rId118" Type="http://schemas.openxmlformats.org/officeDocument/2006/relationships/customXml" Target="../ink/ink909.xml"/><Relationship Id="rId139" Type="http://schemas.openxmlformats.org/officeDocument/2006/relationships/image" Target="../media/image813.png"/><Relationship Id="rId85" Type="http://schemas.openxmlformats.org/officeDocument/2006/relationships/image" Target="../media/image782.png"/><Relationship Id="rId150" Type="http://schemas.openxmlformats.org/officeDocument/2006/relationships/customXml" Target="../ink/ink925.xml"/><Relationship Id="rId171" Type="http://schemas.openxmlformats.org/officeDocument/2006/relationships/image" Target="../media/image831.png"/><Relationship Id="rId192" Type="http://schemas.openxmlformats.org/officeDocument/2006/relationships/customXml" Target="../ink/ink946.xml"/><Relationship Id="rId206" Type="http://schemas.openxmlformats.org/officeDocument/2006/relationships/customXml" Target="../ink/ink953.xml"/><Relationship Id="rId227" Type="http://schemas.openxmlformats.org/officeDocument/2006/relationships/image" Target="../media/image862.png"/><Relationship Id="rId248" Type="http://schemas.openxmlformats.org/officeDocument/2006/relationships/customXml" Target="../ink/ink974.xml"/><Relationship Id="rId12" Type="http://schemas.openxmlformats.org/officeDocument/2006/relationships/customXml" Target="../ink/ink856.xml"/><Relationship Id="rId33" Type="http://schemas.openxmlformats.org/officeDocument/2006/relationships/image" Target="../media/image754.png"/><Relationship Id="rId108" Type="http://schemas.openxmlformats.org/officeDocument/2006/relationships/customXml" Target="../ink/ink904.xml"/><Relationship Id="rId129" Type="http://schemas.openxmlformats.org/officeDocument/2006/relationships/image" Target="../media/image806.png"/><Relationship Id="rId54" Type="http://schemas.openxmlformats.org/officeDocument/2006/relationships/customXml" Target="../ink/ink877.xml"/><Relationship Id="rId75" Type="http://schemas.openxmlformats.org/officeDocument/2006/relationships/image" Target="../media/image775.png"/><Relationship Id="rId96" Type="http://schemas.openxmlformats.org/officeDocument/2006/relationships/customXml" Target="../ink/ink898.xml"/><Relationship Id="rId140" Type="http://schemas.openxmlformats.org/officeDocument/2006/relationships/customXml" Target="../ink/ink920.xml"/><Relationship Id="rId161" Type="http://schemas.openxmlformats.org/officeDocument/2006/relationships/image" Target="../media/image825.png"/><Relationship Id="rId182" Type="http://schemas.openxmlformats.org/officeDocument/2006/relationships/customXml" Target="../ink/ink941.xml"/><Relationship Id="rId217" Type="http://schemas.openxmlformats.org/officeDocument/2006/relationships/image" Target="../media/image856.png"/><Relationship Id="rId6" Type="http://schemas.openxmlformats.org/officeDocument/2006/relationships/customXml" Target="../ink/ink853.xml"/><Relationship Id="rId238" Type="http://schemas.openxmlformats.org/officeDocument/2006/relationships/customXml" Target="../ink/ink969.xml"/><Relationship Id="rId23" Type="http://schemas.openxmlformats.org/officeDocument/2006/relationships/image" Target="../media/image749.png"/><Relationship Id="rId119" Type="http://schemas.openxmlformats.org/officeDocument/2006/relationships/image" Target="../media/image801.png"/><Relationship Id="rId44" Type="http://schemas.openxmlformats.org/officeDocument/2006/relationships/customXml" Target="../ink/ink872.xml"/><Relationship Id="rId65" Type="http://schemas.openxmlformats.org/officeDocument/2006/relationships/image" Target="../media/image770.png"/><Relationship Id="rId86" Type="http://schemas.openxmlformats.org/officeDocument/2006/relationships/customXml" Target="../ink/ink893.xml"/><Relationship Id="rId130" Type="http://schemas.openxmlformats.org/officeDocument/2006/relationships/customXml" Target="../ink/ink915.xml"/><Relationship Id="rId151" Type="http://schemas.openxmlformats.org/officeDocument/2006/relationships/image" Target="../media/image819.png"/><Relationship Id="rId172" Type="http://schemas.openxmlformats.org/officeDocument/2006/relationships/customXml" Target="../ink/ink936.xml"/><Relationship Id="rId193" Type="http://schemas.openxmlformats.org/officeDocument/2006/relationships/image" Target="../media/image843.png"/><Relationship Id="rId207" Type="http://schemas.openxmlformats.org/officeDocument/2006/relationships/image" Target="../media/image851.png"/><Relationship Id="rId228" Type="http://schemas.openxmlformats.org/officeDocument/2006/relationships/customXml" Target="../ink/ink964.xml"/><Relationship Id="rId249" Type="http://schemas.openxmlformats.org/officeDocument/2006/relationships/image" Target="../media/image874.png"/><Relationship Id="rId13" Type="http://schemas.openxmlformats.org/officeDocument/2006/relationships/image" Target="../media/image744.png"/><Relationship Id="rId109" Type="http://schemas.openxmlformats.org/officeDocument/2006/relationships/image" Target="../media/image795.png"/><Relationship Id="rId34" Type="http://schemas.openxmlformats.org/officeDocument/2006/relationships/customXml" Target="../ink/ink867.xml"/><Relationship Id="rId55" Type="http://schemas.openxmlformats.org/officeDocument/2006/relationships/image" Target="../media/image765.png"/><Relationship Id="rId76" Type="http://schemas.openxmlformats.org/officeDocument/2006/relationships/customXml" Target="../ink/ink888.xml"/><Relationship Id="rId97" Type="http://schemas.openxmlformats.org/officeDocument/2006/relationships/image" Target="../media/image788.png"/><Relationship Id="rId120" Type="http://schemas.openxmlformats.org/officeDocument/2006/relationships/customXml" Target="../ink/ink910.xml"/><Relationship Id="rId141" Type="http://schemas.openxmlformats.org/officeDocument/2006/relationships/image" Target="../media/image814.png"/><Relationship Id="rId7" Type="http://schemas.openxmlformats.org/officeDocument/2006/relationships/image" Target="../media/image741.png"/><Relationship Id="rId162" Type="http://schemas.openxmlformats.org/officeDocument/2006/relationships/customXml" Target="../ink/ink931.xml"/><Relationship Id="rId183" Type="http://schemas.openxmlformats.org/officeDocument/2006/relationships/image" Target="../media/image837.png"/><Relationship Id="rId218" Type="http://schemas.openxmlformats.org/officeDocument/2006/relationships/customXml" Target="../ink/ink959.xml"/><Relationship Id="rId239" Type="http://schemas.openxmlformats.org/officeDocument/2006/relationships/image" Target="../media/image868.png"/><Relationship Id="rId250" Type="http://schemas.openxmlformats.org/officeDocument/2006/relationships/customXml" Target="../ink/ink975.xml"/><Relationship Id="rId24" Type="http://schemas.openxmlformats.org/officeDocument/2006/relationships/customXml" Target="../ink/ink862.xml"/><Relationship Id="rId45" Type="http://schemas.openxmlformats.org/officeDocument/2006/relationships/image" Target="../media/image760.png"/><Relationship Id="rId66" Type="http://schemas.openxmlformats.org/officeDocument/2006/relationships/customXml" Target="../ink/ink883.xml"/><Relationship Id="rId87" Type="http://schemas.openxmlformats.org/officeDocument/2006/relationships/image" Target="../media/image783.png"/><Relationship Id="rId110" Type="http://schemas.openxmlformats.org/officeDocument/2006/relationships/customXml" Target="../ink/ink905.xml"/><Relationship Id="rId131" Type="http://schemas.openxmlformats.org/officeDocument/2006/relationships/image" Target="../media/image807.png"/><Relationship Id="rId152" Type="http://schemas.openxmlformats.org/officeDocument/2006/relationships/customXml" Target="../ink/ink926.xml"/><Relationship Id="rId173" Type="http://schemas.openxmlformats.org/officeDocument/2006/relationships/image" Target="../media/image832.png"/><Relationship Id="rId194" Type="http://schemas.openxmlformats.org/officeDocument/2006/relationships/customXml" Target="../ink/ink947.xml"/><Relationship Id="rId208" Type="http://schemas.openxmlformats.org/officeDocument/2006/relationships/customXml" Target="../ink/ink954.xml"/><Relationship Id="rId229" Type="http://schemas.openxmlformats.org/officeDocument/2006/relationships/image" Target="../media/image863.png"/><Relationship Id="rId240" Type="http://schemas.openxmlformats.org/officeDocument/2006/relationships/customXml" Target="../ink/ink970.xml"/><Relationship Id="rId14" Type="http://schemas.openxmlformats.org/officeDocument/2006/relationships/customXml" Target="../ink/ink857.xml"/><Relationship Id="rId35" Type="http://schemas.openxmlformats.org/officeDocument/2006/relationships/image" Target="../media/image755.png"/><Relationship Id="rId56" Type="http://schemas.openxmlformats.org/officeDocument/2006/relationships/customXml" Target="../ink/ink878.xml"/><Relationship Id="rId77" Type="http://schemas.openxmlformats.org/officeDocument/2006/relationships/image" Target="../media/image777.png"/><Relationship Id="rId100" Type="http://schemas.openxmlformats.org/officeDocument/2006/relationships/customXml" Target="../ink/ink900.xml"/><Relationship Id="rId8" Type="http://schemas.openxmlformats.org/officeDocument/2006/relationships/customXml" Target="../ink/ink854.xml"/><Relationship Id="rId98" Type="http://schemas.openxmlformats.org/officeDocument/2006/relationships/customXml" Target="../ink/ink899.xml"/><Relationship Id="rId121" Type="http://schemas.openxmlformats.org/officeDocument/2006/relationships/image" Target="../media/image802.png"/><Relationship Id="rId142" Type="http://schemas.openxmlformats.org/officeDocument/2006/relationships/customXml" Target="../ink/ink921.xml"/><Relationship Id="rId163" Type="http://schemas.openxmlformats.org/officeDocument/2006/relationships/image" Target="../media/image826.png"/><Relationship Id="rId184" Type="http://schemas.openxmlformats.org/officeDocument/2006/relationships/customXml" Target="../ink/ink942.xml"/><Relationship Id="rId219" Type="http://schemas.openxmlformats.org/officeDocument/2006/relationships/image" Target="../media/image857.png"/><Relationship Id="rId230" Type="http://schemas.openxmlformats.org/officeDocument/2006/relationships/customXml" Target="../ink/ink965.xml"/><Relationship Id="rId251" Type="http://schemas.openxmlformats.org/officeDocument/2006/relationships/image" Target="../media/image875.png"/><Relationship Id="rId25" Type="http://schemas.openxmlformats.org/officeDocument/2006/relationships/image" Target="../media/image750.png"/><Relationship Id="rId46" Type="http://schemas.openxmlformats.org/officeDocument/2006/relationships/customXml" Target="../ink/ink873.xml"/><Relationship Id="rId67" Type="http://schemas.openxmlformats.org/officeDocument/2006/relationships/image" Target="../media/image771.png"/><Relationship Id="rId88" Type="http://schemas.openxmlformats.org/officeDocument/2006/relationships/customXml" Target="../ink/ink894.xml"/><Relationship Id="rId111" Type="http://schemas.openxmlformats.org/officeDocument/2006/relationships/image" Target="../media/image796.png"/><Relationship Id="rId132" Type="http://schemas.openxmlformats.org/officeDocument/2006/relationships/customXml" Target="../ink/ink916.xml"/><Relationship Id="rId153" Type="http://schemas.openxmlformats.org/officeDocument/2006/relationships/image" Target="../media/image821.png"/><Relationship Id="rId174" Type="http://schemas.openxmlformats.org/officeDocument/2006/relationships/customXml" Target="../ink/ink937.xml"/><Relationship Id="rId195" Type="http://schemas.openxmlformats.org/officeDocument/2006/relationships/image" Target="../media/image844.png"/><Relationship Id="rId209" Type="http://schemas.openxmlformats.org/officeDocument/2006/relationships/image" Target="../media/image852.png"/><Relationship Id="rId220" Type="http://schemas.openxmlformats.org/officeDocument/2006/relationships/customXml" Target="../ink/ink960.xml"/><Relationship Id="rId241" Type="http://schemas.openxmlformats.org/officeDocument/2006/relationships/image" Target="../media/image869.png"/><Relationship Id="rId15" Type="http://schemas.openxmlformats.org/officeDocument/2006/relationships/image" Target="../media/image745.png"/><Relationship Id="rId36" Type="http://schemas.openxmlformats.org/officeDocument/2006/relationships/customXml" Target="../ink/ink868.xml"/><Relationship Id="rId57" Type="http://schemas.openxmlformats.org/officeDocument/2006/relationships/image" Target="../media/image766.png"/><Relationship Id="rId78" Type="http://schemas.openxmlformats.org/officeDocument/2006/relationships/customXml" Target="../ink/ink889.xml"/><Relationship Id="rId99" Type="http://schemas.openxmlformats.org/officeDocument/2006/relationships/image" Target="../media/image789.png"/><Relationship Id="rId101" Type="http://schemas.openxmlformats.org/officeDocument/2006/relationships/image" Target="../media/image791.png"/><Relationship Id="rId122" Type="http://schemas.openxmlformats.org/officeDocument/2006/relationships/customXml" Target="../ink/ink911.xml"/><Relationship Id="rId143" Type="http://schemas.openxmlformats.org/officeDocument/2006/relationships/image" Target="../media/image815.png"/><Relationship Id="rId164" Type="http://schemas.openxmlformats.org/officeDocument/2006/relationships/customXml" Target="../ink/ink932.xml"/><Relationship Id="rId185" Type="http://schemas.openxmlformats.org/officeDocument/2006/relationships/image" Target="../media/image838.png"/><Relationship Id="rId9" Type="http://schemas.openxmlformats.org/officeDocument/2006/relationships/image" Target="../media/image742.png"/><Relationship Id="rId210" Type="http://schemas.openxmlformats.org/officeDocument/2006/relationships/customXml" Target="../ink/ink955.xml"/><Relationship Id="rId26" Type="http://schemas.openxmlformats.org/officeDocument/2006/relationships/customXml" Target="../ink/ink863.xml"/><Relationship Id="rId231" Type="http://schemas.openxmlformats.org/officeDocument/2006/relationships/image" Target="../media/image864.png"/><Relationship Id="rId252" Type="http://schemas.openxmlformats.org/officeDocument/2006/relationships/customXml" Target="../ink/ink976.xml"/><Relationship Id="rId47" Type="http://schemas.openxmlformats.org/officeDocument/2006/relationships/image" Target="../media/image761.png"/><Relationship Id="rId68" Type="http://schemas.openxmlformats.org/officeDocument/2006/relationships/customXml" Target="../ink/ink884.xml"/><Relationship Id="rId89" Type="http://schemas.openxmlformats.org/officeDocument/2006/relationships/image" Target="../media/image784.png"/><Relationship Id="rId112" Type="http://schemas.openxmlformats.org/officeDocument/2006/relationships/customXml" Target="../ink/ink906.xml"/><Relationship Id="rId133" Type="http://schemas.openxmlformats.org/officeDocument/2006/relationships/image" Target="../media/image808.png"/><Relationship Id="rId154" Type="http://schemas.openxmlformats.org/officeDocument/2006/relationships/customXml" Target="../ink/ink927.xml"/><Relationship Id="rId175" Type="http://schemas.openxmlformats.org/officeDocument/2006/relationships/image" Target="../media/image833.png"/><Relationship Id="rId196" Type="http://schemas.openxmlformats.org/officeDocument/2006/relationships/customXml" Target="../ink/ink948.xml"/><Relationship Id="rId200" Type="http://schemas.openxmlformats.org/officeDocument/2006/relationships/customXml" Target="../ink/ink950.xml"/><Relationship Id="rId16" Type="http://schemas.openxmlformats.org/officeDocument/2006/relationships/customXml" Target="../ink/ink858.xml"/><Relationship Id="rId221" Type="http://schemas.openxmlformats.org/officeDocument/2006/relationships/image" Target="../media/image858.png"/><Relationship Id="rId242" Type="http://schemas.openxmlformats.org/officeDocument/2006/relationships/customXml" Target="../ink/ink971.xml"/><Relationship Id="rId37" Type="http://schemas.openxmlformats.org/officeDocument/2006/relationships/image" Target="../media/image756.png"/><Relationship Id="rId58" Type="http://schemas.openxmlformats.org/officeDocument/2006/relationships/customXml" Target="../ink/ink879.xml"/><Relationship Id="rId79" Type="http://schemas.openxmlformats.org/officeDocument/2006/relationships/image" Target="../media/image778.png"/><Relationship Id="rId102" Type="http://schemas.openxmlformats.org/officeDocument/2006/relationships/customXml" Target="../ink/ink901.xml"/><Relationship Id="rId123" Type="http://schemas.openxmlformats.org/officeDocument/2006/relationships/image" Target="../media/image803.png"/><Relationship Id="rId144" Type="http://schemas.openxmlformats.org/officeDocument/2006/relationships/customXml" Target="../ink/ink922.xml"/><Relationship Id="rId90" Type="http://schemas.openxmlformats.org/officeDocument/2006/relationships/customXml" Target="../ink/ink895.xml"/><Relationship Id="rId165" Type="http://schemas.openxmlformats.org/officeDocument/2006/relationships/image" Target="../media/image827.png"/><Relationship Id="rId186" Type="http://schemas.openxmlformats.org/officeDocument/2006/relationships/customXml" Target="../ink/ink943.xml"/><Relationship Id="rId211" Type="http://schemas.openxmlformats.org/officeDocument/2006/relationships/image" Target="../media/image853.png"/><Relationship Id="rId232" Type="http://schemas.openxmlformats.org/officeDocument/2006/relationships/customXml" Target="../ink/ink966.xml"/><Relationship Id="rId253" Type="http://schemas.openxmlformats.org/officeDocument/2006/relationships/image" Target="../media/image876.png"/><Relationship Id="rId27" Type="http://schemas.openxmlformats.org/officeDocument/2006/relationships/image" Target="../media/image751.png"/><Relationship Id="rId48" Type="http://schemas.openxmlformats.org/officeDocument/2006/relationships/customXml" Target="../ink/ink874.xml"/><Relationship Id="rId69" Type="http://schemas.openxmlformats.org/officeDocument/2006/relationships/image" Target="../media/image772.png"/><Relationship Id="rId113" Type="http://schemas.openxmlformats.org/officeDocument/2006/relationships/image" Target="../media/image797.png"/><Relationship Id="rId134" Type="http://schemas.openxmlformats.org/officeDocument/2006/relationships/customXml" Target="../ink/ink917.xml"/><Relationship Id="rId80" Type="http://schemas.openxmlformats.org/officeDocument/2006/relationships/customXml" Target="../ink/ink890.xml"/><Relationship Id="rId155" Type="http://schemas.openxmlformats.org/officeDocument/2006/relationships/image" Target="../media/image822.png"/><Relationship Id="rId176" Type="http://schemas.openxmlformats.org/officeDocument/2006/relationships/customXml" Target="../ink/ink938.xml"/><Relationship Id="rId197" Type="http://schemas.openxmlformats.org/officeDocument/2006/relationships/image" Target="../media/image845.png"/><Relationship Id="rId201" Type="http://schemas.openxmlformats.org/officeDocument/2006/relationships/image" Target="../media/image847.png"/><Relationship Id="rId222" Type="http://schemas.openxmlformats.org/officeDocument/2006/relationships/customXml" Target="../ink/ink961.xml"/><Relationship Id="rId243" Type="http://schemas.openxmlformats.org/officeDocument/2006/relationships/image" Target="../media/image871.png"/><Relationship Id="rId17" Type="http://schemas.openxmlformats.org/officeDocument/2006/relationships/image" Target="../media/image746.png"/><Relationship Id="rId38" Type="http://schemas.openxmlformats.org/officeDocument/2006/relationships/customXml" Target="../ink/ink869.xml"/><Relationship Id="rId59" Type="http://schemas.openxmlformats.org/officeDocument/2006/relationships/image" Target="../media/image767.png"/><Relationship Id="rId103" Type="http://schemas.openxmlformats.org/officeDocument/2006/relationships/image" Target="../media/image792.png"/><Relationship Id="rId124" Type="http://schemas.openxmlformats.org/officeDocument/2006/relationships/customXml" Target="../ink/ink912.xml"/><Relationship Id="rId70" Type="http://schemas.openxmlformats.org/officeDocument/2006/relationships/customXml" Target="../ink/ink885.xml"/><Relationship Id="rId91" Type="http://schemas.openxmlformats.org/officeDocument/2006/relationships/image" Target="../media/image785.png"/><Relationship Id="rId145" Type="http://schemas.openxmlformats.org/officeDocument/2006/relationships/image" Target="../media/image816.png"/><Relationship Id="rId166" Type="http://schemas.openxmlformats.org/officeDocument/2006/relationships/customXml" Target="../ink/ink933.xml"/><Relationship Id="rId187" Type="http://schemas.openxmlformats.org/officeDocument/2006/relationships/image" Target="../media/image839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56.xml"/><Relationship Id="rId233" Type="http://schemas.openxmlformats.org/officeDocument/2006/relationships/image" Target="../media/image865.png"/><Relationship Id="rId254" Type="http://schemas.openxmlformats.org/officeDocument/2006/relationships/customXml" Target="../ink/ink977.xml"/><Relationship Id="rId28" Type="http://schemas.openxmlformats.org/officeDocument/2006/relationships/customXml" Target="../ink/ink864.xml"/><Relationship Id="rId49" Type="http://schemas.openxmlformats.org/officeDocument/2006/relationships/image" Target="../media/image762.png"/><Relationship Id="rId114" Type="http://schemas.openxmlformats.org/officeDocument/2006/relationships/customXml" Target="../ink/ink907.xml"/><Relationship Id="rId60" Type="http://schemas.openxmlformats.org/officeDocument/2006/relationships/customXml" Target="../ink/ink880.xml"/><Relationship Id="rId81" Type="http://schemas.openxmlformats.org/officeDocument/2006/relationships/image" Target="../media/image779.png"/><Relationship Id="rId135" Type="http://schemas.openxmlformats.org/officeDocument/2006/relationships/image" Target="../media/image809.png"/><Relationship Id="rId156" Type="http://schemas.openxmlformats.org/officeDocument/2006/relationships/customXml" Target="../ink/ink928.xml"/><Relationship Id="rId177" Type="http://schemas.openxmlformats.org/officeDocument/2006/relationships/image" Target="../media/image834.png"/><Relationship Id="rId198" Type="http://schemas.openxmlformats.org/officeDocument/2006/relationships/customXml" Target="../ink/ink949.xml"/><Relationship Id="rId202" Type="http://schemas.openxmlformats.org/officeDocument/2006/relationships/customXml" Target="../ink/ink951.xml"/><Relationship Id="rId223" Type="http://schemas.openxmlformats.org/officeDocument/2006/relationships/image" Target="../media/image859.png"/><Relationship Id="rId244" Type="http://schemas.openxmlformats.org/officeDocument/2006/relationships/customXml" Target="../ink/ink972.xml"/><Relationship Id="rId18" Type="http://schemas.openxmlformats.org/officeDocument/2006/relationships/customXml" Target="../ink/ink859.xml"/><Relationship Id="rId39" Type="http://schemas.openxmlformats.org/officeDocument/2006/relationships/image" Target="../media/image757.png"/><Relationship Id="rId50" Type="http://schemas.openxmlformats.org/officeDocument/2006/relationships/customXml" Target="../ink/ink875.xml"/><Relationship Id="rId104" Type="http://schemas.openxmlformats.org/officeDocument/2006/relationships/customXml" Target="../ink/ink902.xml"/><Relationship Id="rId125" Type="http://schemas.openxmlformats.org/officeDocument/2006/relationships/image" Target="../media/image804.png"/><Relationship Id="rId146" Type="http://schemas.openxmlformats.org/officeDocument/2006/relationships/customXml" Target="../ink/ink923.xml"/><Relationship Id="rId167" Type="http://schemas.openxmlformats.org/officeDocument/2006/relationships/image" Target="../media/image828.png"/><Relationship Id="rId188" Type="http://schemas.openxmlformats.org/officeDocument/2006/relationships/customXml" Target="../ink/ink944.xml"/><Relationship Id="rId71" Type="http://schemas.openxmlformats.org/officeDocument/2006/relationships/image" Target="../media/image773.png"/><Relationship Id="rId92" Type="http://schemas.openxmlformats.org/officeDocument/2006/relationships/customXml" Target="../ink/ink896.xml"/><Relationship Id="rId213" Type="http://schemas.openxmlformats.org/officeDocument/2006/relationships/image" Target="../media/image854.png"/><Relationship Id="rId234" Type="http://schemas.openxmlformats.org/officeDocument/2006/relationships/customXml" Target="../ink/ink967.xml"/><Relationship Id="rId2" Type="http://schemas.openxmlformats.org/officeDocument/2006/relationships/customXml" Target="../ink/ink851.xml"/><Relationship Id="rId29" Type="http://schemas.openxmlformats.org/officeDocument/2006/relationships/image" Target="../media/image752.png"/><Relationship Id="rId255" Type="http://schemas.openxmlformats.org/officeDocument/2006/relationships/image" Target="../media/image877.png"/><Relationship Id="rId40" Type="http://schemas.openxmlformats.org/officeDocument/2006/relationships/customXml" Target="../ink/ink870.xml"/><Relationship Id="rId115" Type="http://schemas.openxmlformats.org/officeDocument/2006/relationships/image" Target="../media/image798.png"/><Relationship Id="rId136" Type="http://schemas.openxmlformats.org/officeDocument/2006/relationships/customXml" Target="../ink/ink918.xml"/><Relationship Id="rId157" Type="http://schemas.openxmlformats.org/officeDocument/2006/relationships/image" Target="../media/image823.png"/><Relationship Id="rId178" Type="http://schemas.openxmlformats.org/officeDocument/2006/relationships/customXml" Target="../ink/ink939.xml"/><Relationship Id="rId61" Type="http://schemas.openxmlformats.org/officeDocument/2006/relationships/image" Target="../media/image768.png"/><Relationship Id="rId82" Type="http://schemas.openxmlformats.org/officeDocument/2006/relationships/customXml" Target="../ink/ink891.xml"/><Relationship Id="rId199" Type="http://schemas.openxmlformats.org/officeDocument/2006/relationships/image" Target="../media/image846.png"/><Relationship Id="rId203" Type="http://schemas.openxmlformats.org/officeDocument/2006/relationships/image" Target="../media/image848.png"/><Relationship Id="rId19" Type="http://schemas.openxmlformats.org/officeDocument/2006/relationships/image" Target="../media/image747.png"/><Relationship Id="rId224" Type="http://schemas.openxmlformats.org/officeDocument/2006/relationships/customXml" Target="../ink/ink962.xml"/><Relationship Id="rId245" Type="http://schemas.openxmlformats.org/officeDocument/2006/relationships/image" Target="../media/image872.png"/><Relationship Id="rId30" Type="http://schemas.openxmlformats.org/officeDocument/2006/relationships/customXml" Target="../ink/ink865.xml"/><Relationship Id="rId105" Type="http://schemas.openxmlformats.org/officeDocument/2006/relationships/image" Target="../media/image793.png"/><Relationship Id="rId126" Type="http://schemas.openxmlformats.org/officeDocument/2006/relationships/customXml" Target="../ink/ink913.xml"/><Relationship Id="rId147" Type="http://schemas.openxmlformats.org/officeDocument/2006/relationships/image" Target="../media/image817.png"/><Relationship Id="rId168" Type="http://schemas.openxmlformats.org/officeDocument/2006/relationships/customXml" Target="../ink/ink934.xml"/><Relationship Id="rId51" Type="http://schemas.openxmlformats.org/officeDocument/2006/relationships/image" Target="../media/image763.png"/><Relationship Id="rId72" Type="http://schemas.openxmlformats.org/officeDocument/2006/relationships/customXml" Target="../ink/ink886.xml"/><Relationship Id="rId93" Type="http://schemas.openxmlformats.org/officeDocument/2006/relationships/image" Target="../media/image786.png"/><Relationship Id="rId189" Type="http://schemas.openxmlformats.org/officeDocument/2006/relationships/image" Target="../media/image841.png"/><Relationship Id="rId3" Type="http://schemas.openxmlformats.org/officeDocument/2006/relationships/image" Target="../media/image739.png"/><Relationship Id="rId214" Type="http://schemas.openxmlformats.org/officeDocument/2006/relationships/customXml" Target="../ink/ink957.xml"/><Relationship Id="rId235" Type="http://schemas.openxmlformats.org/officeDocument/2006/relationships/image" Target="../media/image866.png"/><Relationship Id="rId256" Type="http://schemas.openxmlformats.org/officeDocument/2006/relationships/customXml" Target="../ink/ink978.xml"/><Relationship Id="rId116" Type="http://schemas.openxmlformats.org/officeDocument/2006/relationships/customXml" Target="../ink/ink908.xml"/><Relationship Id="rId137" Type="http://schemas.openxmlformats.org/officeDocument/2006/relationships/image" Target="../media/image812.png"/><Relationship Id="rId158" Type="http://schemas.openxmlformats.org/officeDocument/2006/relationships/customXml" Target="../ink/ink929.xml"/><Relationship Id="rId20" Type="http://schemas.openxmlformats.org/officeDocument/2006/relationships/customXml" Target="../ink/ink860.xml"/><Relationship Id="rId41" Type="http://schemas.openxmlformats.org/officeDocument/2006/relationships/image" Target="../media/image758.png"/><Relationship Id="rId62" Type="http://schemas.openxmlformats.org/officeDocument/2006/relationships/customXml" Target="../ink/ink881.xml"/><Relationship Id="rId83" Type="http://schemas.openxmlformats.org/officeDocument/2006/relationships/image" Target="../media/image781.png"/><Relationship Id="rId179" Type="http://schemas.openxmlformats.org/officeDocument/2006/relationships/image" Target="../media/image835.png"/><Relationship Id="rId190" Type="http://schemas.openxmlformats.org/officeDocument/2006/relationships/customXml" Target="../ink/ink945.xml"/><Relationship Id="rId204" Type="http://schemas.openxmlformats.org/officeDocument/2006/relationships/customXml" Target="../ink/ink952.xml"/><Relationship Id="rId225" Type="http://schemas.openxmlformats.org/officeDocument/2006/relationships/image" Target="../media/image861.png"/><Relationship Id="rId246" Type="http://schemas.openxmlformats.org/officeDocument/2006/relationships/customXml" Target="../ink/ink973.xml"/><Relationship Id="rId106" Type="http://schemas.openxmlformats.org/officeDocument/2006/relationships/customXml" Target="../ink/ink903.xml"/><Relationship Id="rId127" Type="http://schemas.openxmlformats.org/officeDocument/2006/relationships/image" Target="../media/image805.png"/><Relationship Id="rId10" Type="http://schemas.openxmlformats.org/officeDocument/2006/relationships/customXml" Target="../ink/ink855.xml"/><Relationship Id="rId31" Type="http://schemas.openxmlformats.org/officeDocument/2006/relationships/image" Target="../media/image753.png"/><Relationship Id="rId52" Type="http://schemas.openxmlformats.org/officeDocument/2006/relationships/customXml" Target="../ink/ink876.xml"/><Relationship Id="rId73" Type="http://schemas.openxmlformats.org/officeDocument/2006/relationships/image" Target="../media/image774.png"/><Relationship Id="rId94" Type="http://schemas.openxmlformats.org/officeDocument/2006/relationships/customXml" Target="../ink/ink897.xml"/><Relationship Id="rId148" Type="http://schemas.openxmlformats.org/officeDocument/2006/relationships/customXml" Target="../ink/ink924.xml"/><Relationship Id="rId169" Type="http://schemas.openxmlformats.org/officeDocument/2006/relationships/image" Target="../media/image829.png"/><Relationship Id="rId4" Type="http://schemas.openxmlformats.org/officeDocument/2006/relationships/customXml" Target="../ink/ink852.xml"/><Relationship Id="rId180" Type="http://schemas.openxmlformats.org/officeDocument/2006/relationships/customXml" Target="../ink/ink940.xml"/><Relationship Id="rId215" Type="http://schemas.openxmlformats.org/officeDocument/2006/relationships/image" Target="../media/image855.png"/><Relationship Id="rId236" Type="http://schemas.openxmlformats.org/officeDocument/2006/relationships/customXml" Target="../ink/ink968.xml"/><Relationship Id="rId257" Type="http://schemas.openxmlformats.org/officeDocument/2006/relationships/image" Target="../media/image878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36.xml"/><Relationship Id="rId21" Type="http://schemas.openxmlformats.org/officeDocument/2006/relationships/customXml" Target="../ink/ink988.xml"/><Relationship Id="rId42" Type="http://schemas.openxmlformats.org/officeDocument/2006/relationships/image" Target="../media/image902.png"/><Relationship Id="rId63" Type="http://schemas.openxmlformats.org/officeDocument/2006/relationships/customXml" Target="../ink/ink1009.xml"/><Relationship Id="rId84" Type="http://schemas.openxmlformats.org/officeDocument/2006/relationships/image" Target="../media/image926.png"/><Relationship Id="rId138" Type="http://schemas.openxmlformats.org/officeDocument/2006/relationships/image" Target="../media/image956.png"/><Relationship Id="rId159" Type="http://schemas.openxmlformats.org/officeDocument/2006/relationships/customXml" Target="../ink/ink1057.xml"/><Relationship Id="rId107" Type="http://schemas.openxmlformats.org/officeDocument/2006/relationships/customXml" Target="../ink/ink1031.xml"/><Relationship Id="rId11" Type="http://schemas.openxmlformats.org/officeDocument/2006/relationships/customXml" Target="../ink/ink983.xml"/><Relationship Id="rId32" Type="http://schemas.openxmlformats.org/officeDocument/2006/relationships/image" Target="../media/image896.png"/><Relationship Id="rId53" Type="http://schemas.openxmlformats.org/officeDocument/2006/relationships/customXml" Target="../ink/ink1004.xml"/><Relationship Id="rId74" Type="http://schemas.openxmlformats.org/officeDocument/2006/relationships/image" Target="../media/image921.png"/><Relationship Id="rId128" Type="http://schemas.openxmlformats.org/officeDocument/2006/relationships/image" Target="../media/image951.png"/><Relationship Id="rId149" Type="http://schemas.openxmlformats.org/officeDocument/2006/relationships/customXml" Target="../ink/ink1052.xml"/><Relationship Id="rId5" Type="http://schemas.openxmlformats.org/officeDocument/2006/relationships/customXml" Target="../ink/ink980.xml"/><Relationship Id="rId95" Type="http://schemas.openxmlformats.org/officeDocument/2006/relationships/customXml" Target="../ink/ink1025.xml"/><Relationship Id="rId160" Type="http://schemas.openxmlformats.org/officeDocument/2006/relationships/image" Target="../media/image968.png"/><Relationship Id="rId22" Type="http://schemas.openxmlformats.org/officeDocument/2006/relationships/image" Target="../media/image891.png"/><Relationship Id="rId43" Type="http://schemas.openxmlformats.org/officeDocument/2006/relationships/customXml" Target="../ink/ink999.xml"/><Relationship Id="rId64" Type="http://schemas.openxmlformats.org/officeDocument/2006/relationships/image" Target="../media/image915.png"/><Relationship Id="rId118" Type="http://schemas.openxmlformats.org/officeDocument/2006/relationships/image" Target="../media/image945.png"/><Relationship Id="rId139" Type="http://schemas.openxmlformats.org/officeDocument/2006/relationships/customXml" Target="../ink/ink1047.xml"/><Relationship Id="rId85" Type="http://schemas.openxmlformats.org/officeDocument/2006/relationships/customXml" Target="../ink/ink1020.xml"/><Relationship Id="rId150" Type="http://schemas.openxmlformats.org/officeDocument/2006/relationships/image" Target="../media/image963.png"/><Relationship Id="rId12" Type="http://schemas.openxmlformats.org/officeDocument/2006/relationships/image" Target="../media/image885.png"/><Relationship Id="rId17" Type="http://schemas.openxmlformats.org/officeDocument/2006/relationships/customXml" Target="../ink/ink986.xml"/><Relationship Id="rId33" Type="http://schemas.openxmlformats.org/officeDocument/2006/relationships/customXml" Target="../ink/ink994.xml"/><Relationship Id="rId38" Type="http://schemas.openxmlformats.org/officeDocument/2006/relationships/image" Target="../media/image899.png"/><Relationship Id="rId59" Type="http://schemas.openxmlformats.org/officeDocument/2006/relationships/customXml" Target="../ink/ink1007.xml"/><Relationship Id="rId103" Type="http://schemas.openxmlformats.org/officeDocument/2006/relationships/customXml" Target="../ink/ink1029.xml"/><Relationship Id="rId108" Type="http://schemas.openxmlformats.org/officeDocument/2006/relationships/image" Target="../media/image939.png"/><Relationship Id="rId124" Type="http://schemas.openxmlformats.org/officeDocument/2006/relationships/image" Target="../media/image948.png"/><Relationship Id="rId129" Type="http://schemas.openxmlformats.org/officeDocument/2006/relationships/customXml" Target="../ink/ink1042.xml"/><Relationship Id="rId54" Type="http://schemas.openxmlformats.org/officeDocument/2006/relationships/image" Target="../media/image908.png"/><Relationship Id="rId70" Type="http://schemas.openxmlformats.org/officeDocument/2006/relationships/image" Target="../media/image918.png"/><Relationship Id="rId75" Type="http://schemas.openxmlformats.org/officeDocument/2006/relationships/customXml" Target="../ink/ink1015.xml"/><Relationship Id="rId91" Type="http://schemas.openxmlformats.org/officeDocument/2006/relationships/customXml" Target="../ink/ink1023.xml"/><Relationship Id="rId96" Type="http://schemas.openxmlformats.org/officeDocument/2006/relationships/image" Target="../media/image933.png"/><Relationship Id="rId140" Type="http://schemas.openxmlformats.org/officeDocument/2006/relationships/image" Target="../media/image957.png"/><Relationship Id="rId145" Type="http://schemas.openxmlformats.org/officeDocument/2006/relationships/customXml" Target="../ink/ink1050.xml"/><Relationship Id="rId161" Type="http://schemas.openxmlformats.org/officeDocument/2006/relationships/customXml" Target="../ink/ink10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2.png"/><Relationship Id="rId23" Type="http://schemas.openxmlformats.org/officeDocument/2006/relationships/customXml" Target="../ink/ink989.xml"/><Relationship Id="rId28" Type="http://schemas.openxmlformats.org/officeDocument/2006/relationships/image" Target="../media/image894.png"/><Relationship Id="rId49" Type="http://schemas.openxmlformats.org/officeDocument/2006/relationships/customXml" Target="../ink/ink1002.xml"/><Relationship Id="rId114" Type="http://schemas.openxmlformats.org/officeDocument/2006/relationships/image" Target="../media/image943.png"/><Relationship Id="rId119" Type="http://schemas.openxmlformats.org/officeDocument/2006/relationships/customXml" Target="../ink/ink1037.xml"/><Relationship Id="rId44" Type="http://schemas.openxmlformats.org/officeDocument/2006/relationships/image" Target="../media/image903.png"/><Relationship Id="rId60" Type="http://schemas.openxmlformats.org/officeDocument/2006/relationships/image" Target="../media/image913.png"/><Relationship Id="rId65" Type="http://schemas.openxmlformats.org/officeDocument/2006/relationships/customXml" Target="../ink/ink1010.xml"/><Relationship Id="rId81" Type="http://schemas.openxmlformats.org/officeDocument/2006/relationships/customXml" Target="../ink/ink1018.xml"/><Relationship Id="rId86" Type="http://schemas.openxmlformats.org/officeDocument/2006/relationships/image" Target="../media/image927.png"/><Relationship Id="rId130" Type="http://schemas.openxmlformats.org/officeDocument/2006/relationships/image" Target="../media/image952.png"/><Relationship Id="rId135" Type="http://schemas.openxmlformats.org/officeDocument/2006/relationships/customXml" Target="../ink/ink1045.xml"/><Relationship Id="rId151" Type="http://schemas.openxmlformats.org/officeDocument/2006/relationships/customXml" Target="../ink/ink1053.xml"/><Relationship Id="rId156" Type="http://schemas.openxmlformats.org/officeDocument/2006/relationships/image" Target="../media/image966.png"/><Relationship Id="rId13" Type="http://schemas.openxmlformats.org/officeDocument/2006/relationships/customXml" Target="../ink/ink984.xml"/><Relationship Id="rId18" Type="http://schemas.openxmlformats.org/officeDocument/2006/relationships/image" Target="../media/image888.png"/><Relationship Id="rId39" Type="http://schemas.openxmlformats.org/officeDocument/2006/relationships/customXml" Target="../ink/ink997.xml"/><Relationship Id="rId109" Type="http://schemas.openxmlformats.org/officeDocument/2006/relationships/customXml" Target="../ink/ink1032.xml"/><Relationship Id="rId34" Type="http://schemas.openxmlformats.org/officeDocument/2006/relationships/image" Target="../media/image897.png"/><Relationship Id="rId50" Type="http://schemas.openxmlformats.org/officeDocument/2006/relationships/image" Target="../media/image906.png"/><Relationship Id="rId55" Type="http://schemas.openxmlformats.org/officeDocument/2006/relationships/customXml" Target="../ink/ink1005.xml"/><Relationship Id="rId76" Type="http://schemas.openxmlformats.org/officeDocument/2006/relationships/image" Target="../media/image922.png"/><Relationship Id="rId97" Type="http://schemas.openxmlformats.org/officeDocument/2006/relationships/customXml" Target="../ink/ink1026.xml"/><Relationship Id="rId104" Type="http://schemas.openxmlformats.org/officeDocument/2006/relationships/image" Target="../media/image937.png"/><Relationship Id="rId120" Type="http://schemas.openxmlformats.org/officeDocument/2006/relationships/image" Target="../media/image946.png"/><Relationship Id="rId125" Type="http://schemas.openxmlformats.org/officeDocument/2006/relationships/customXml" Target="../ink/ink1040.xml"/><Relationship Id="rId141" Type="http://schemas.openxmlformats.org/officeDocument/2006/relationships/customXml" Target="../ink/ink1048.xml"/><Relationship Id="rId146" Type="http://schemas.openxmlformats.org/officeDocument/2006/relationships/image" Target="../media/image961.png"/><Relationship Id="rId7" Type="http://schemas.openxmlformats.org/officeDocument/2006/relationships/customXml" Target="../ink/ink981.xml"/><Relationship Id="rId71" Type="http://schemas.openxmlformats.org/officeDocument/2006/relationships/customXml" Target="../ink/ink1013.xml"/><Relationship Id="rId92" Type="http://schemas.openxmlformats.org/officeDocument/2006/relationships/image" Target="../media/image931.png"/><Relationship Id="rId162" Type="http://schemas.openxmlformats.org/officeDocument/2006/relationships/image" Target="../media/image969.png"/><Relationship Id="rId2" Type="http://schemas.openxmlformats.org/officeDocument/2006/relationships/image" Target="../media/image879.png"/><Relationship Id="rId29" Type="http://schemas.openxmlformats.org/officeDocument/2006/relationships/customXml" Target="../ink/ink992.xml"/><Relationship Id="rId24" Type="http://schemas.openxmlformats.org/officeDocument/2006/relationships/image" Target="../media/image892.png"/><Relationship Id="rId40" Type="http://schemas.openxmlformats.org/officeDocument/2006/relationships/image" Target="../media/image901.png"/><Relationship Id="rId45" Type="http://schemas.openxmlformats.org/officeDocument/2006/relationships/customXml" Target="../ink/ink1000.xml"/><Relationship Id="rId66" Type="http://schemas.openxmlformats.org/officeDocument/2006/relationships/image" Target="../media/image916.png"/><Relationship Id="rId87" Type="http://schemas.openxmlformats.org/officeDocument/2006/relationships/customXml" Target="../ink/ink1021.xml"/><Relationship Id="rId110" Type="http://schemas.openxmlformats.org/officeDocument/2006/relationships/image" Target="../media/image941.png"/><Relationship Id="rId115" Type="http://schemas.openxmlformats.org/officeDocument/2006/relationships/customXml" Target="../ink/ink1035.xml"/><Relationship Id="rId131" Type="http://schemas.openxmlformats.org/officeDocument/2006/relationships/customXml" Target="../ink/ink1043.xml"/><Relationship Id="rId136" Type="http://schemas.openxmlformats.org/officeDocument/2006/relationships/image" Target="../media/image955.png"/><Relationship Id="rId157" Type="http://schemas.openxmlformats.org/officeDocument/2006/relationships/customXml" Target="../ink/ink1056.xml"/><Relationship Id="rId61" Type="http://schemas.openxmlformats.org/officeDocument/2006/relationships/customXml" Target="../ink/ink1008.xml"/><Relationship Id="rId82" Type="http://schemas.openxmlformats.org/officeDocument/2006/relationships/image" Target="../media/image925.png"/><Relationship Id="rId152" Type="http://schemas.openxmlformats.org/officeDocument/2006/relationships/image" Target="../media/image964.png"/><Relationship Id="rId19" Type="http://schemas.openxmlformats.org/officeDocument/2006/relationships/customXml" Target="../ink/ink987.xml"/><Relationship Id="rId14" Type="http://schemas.openxmlformats.org/officeDocument/2006/relationships/image" Target="../media/image886.png"/><Relationship Id="rId30" Type="http://schemas.openxmlformats.org/officeDocument/2006/relationships/image" Target="../media/image895.png"/><Relationship Id="rId35" Type="http://schemas.openxmlformats.org/officeDocument/2006/relationships/customXml" Target="../ink/ink995.xml"/><Relationship Id="rId56" Type="http://schemas.openxmlformats.org/officeDocument/2006/relationships/image" Target="../media/image909.png"/><Relationship Id="rId77" Type="http://schemas.openxmlformats.org/officeDocument/2006/relationships/customXml" Target="../ink/ink1016.xml"/><Relationship Id="rId100" Type="http://schemas.openxmlformats.org/officeDocument/2006/relationships/image" Target="../media/image935.png"/><Relationship Id="rId105" Type="http://schemas.openxmlformats.org/officeDocument/2006/relationships/customXml" Target="../ink/ink1030.xml"/><Relationship Id="rId126" Type="http://schemas.openxmlformats.org/officeDocument/2006/relationships/image" Target="../media/image949.png"/><Relationship Id="rId147" Type="http://schemas.openxmlformats.org/officeDocument/2006/relationships/customXml" Target="../ink/ink1051.xml"/><Relationship Id="rId8" Type="http://schemas.openxmlformats.org/officeDocument/2006/relationships/image" Target="../media/image883.png"/><Relationship Id="rId51" Type="http://schemas.openxmlformats.org/officeDocument/2006/relationships/customXml" Target="../ink/ink1003.xml"/><Relationship Id="rId72" Type="http://schemas.openxmlformats.org/officeDocument/2006/relationships/image" Target="../media/image919.png"/><Relationship Id="rId93" Type="http://schemas.openxmlformats.org/officeDocument/2006/relationships/customXml" Target="../ink/ink1024.xml"/><Relationship Id="rId98" Type="http://schemas.openxmlformats.org/officeDocument/2006/relationships/image" Target="../media/image934.png"/><Relationship Id="rId121" Type="http://schemas.openxmlformats.org/officeDocument/2006/relationships/customXml" Target="../ink/ink1038.xml"/><Relationship Id="rId142" Type="http://schemas.openxmlformats.org/officeDocument/2006/relationships/image" Target="../media/image958.png"/><Relationship Id="rId163" Type="http://schemas.openxmlformats.org/officeDocument/2006/relationships/customXml" Target="../ink/ink1059.xml"/><Relationship Id="rId3" Type="http://schemas.openxmlformats.org/officeDocument/2006/relationships/customXml" Target="../ink/ink979.xml"/><Relationship Id="rId25" Type="http://schemas.openxmlformats.org/officeDocument/2006/relationships/customXml" Target="../ink/ink990.xml"/><Relationship Id="rId46" Type="http://schemas.openxmlformats.org/officeDocument/2006/relationships/image" Target="../media/image904.png"/><Relationship Id="rId67" Type="http://schemas.openxmlformats.org/officeDocument/2006/relationships/customXml" Target="../ink/ink1011.xml"/><Relationship Id="rId116" Type="http://schemas.openxmlformats.org/officeDocument/2006/relationships/image" Target="../media/image944.png"/><Relationship Id="rId137" Type="http://schemas.openxmlformats.org/officeDocument/2006/relationships/customXml" Target="../ink/ink1046.xml"/><Relationship Id="rId158" Type="http://schemas.openxmlformats.org/officeDocument/2006/relationships/image" Target="../media/image967.png"/><Relationship Id="rId20" Type="http://schemas.openxmlformats.org/officeDocument/2006/relationships/image" Target="../media/image889.png"/><Relationship Id="rId41" Type="http://schemas.openxmlformats.org/officeDocument/2006/relationships/customXml" Target="../ink/ink998.xml"/><Relationship Id="rId62" Type="http://schemas.openxmlformats.org/officeDocument/2006/relationships/image" Target="../media/image914.png"/><Relationship Id="rId83" Type="http://schemas.openxmlformats.org/officeDocument/2006/relationships/customXml" Target="../ink/ink1019.xml"/><Relationship Id="rId88" Type="http://schemas.openxmlformats.org/officeDocument/2006/relationships/image" Target="../media/image928.png"/><Relationship Id="rId111" Type="http://schemas.openxmlformats.org/officeDocument/2006/relationships/customXml" Target="../ink/ink1033.xml"/><Relationship Id="rId132" Type="http://schemas.openxmlformats.org/officeDocument/2006/relationships/image" Target="../media/image953.png"/><Relationship Id="rId153" Type="http://schemas.openxmlformats.org/officeDocument/2006/relationships/customXml" Target="../ink/ink1054.xml"/><Relationship Id="rId15" Type="http://schemas.openxmlformats.org/officeDocument/2006/relationships/customXml" Target="../ink/ink985.xml"/><Relationship Id="rId36" Type="http://schemas.openxmlformats.org/officeDocument/2006/relationships/image" Target="../media/image898.png"/><Relationship Id="rId57" Type="http://schemas.openxmlformats.org/officeDocument/2006/relationships/customXml" Target="../ink/ink1006.xml"/><Relationship Id="rId106" Type="http://schemas.openxmlformats.org/officeDocument/2006/relationships/image" Target="../media/image938.png"/><Relationship Id="rId127" Type="http://schemas.openxmlformats.org/officeDocument/2006/relationships/customXml" Target="../ink/ink1041.xml"/><Relationship Id="rId10" Type="http://schemas.openxmlformats.org/officeDocument/2006/relationships/image" Target="../media/image884.png"/><Relationship Id="rId31" Type="http://schemas.openxmlformats.org/officeDocument/2006/relationships/customXml" Target="../ink/ink993.xml"/><Relationship Id="rId52" Type="http://schemas.openxmlformats.org/officeDocument/2006/relationships/image" Target="../media/image907.png"/><Relationship Id="rId73" Type="http://schemas.openxmlformats.org/officeDocument/2006/relationships/customXml" Target="../ink/ink1014.xml"/><Relationship Id="rId78" Type="http://schemas.openxmlformats.org/officeDocument/2006/relationships/image" Target="../media/image923.png"/><Relationship Id="rId94" Type="http://schemas.openxmlformats.org/officeDocument/2006/relationships/image" Target="../media/image932.png"/><Relationship Id="rId99" Type="http://schemas.openxmlformats.org/officeDocument/2006/relationships/customXml" Target="../ink/ink1027.xml"/><Relationship Id="rId101" Type="http://schemas.openxmlformats.org/officeDocument/2006/relationships/customXml" Target="../ink/ink1028.xml"/><Relationship Id="rId122" Type="http://schemas.openxmlformats.org/officeDocument/2006/relationships/image" Target="../media/image947.png"/><Relationship Id="rId143" Type="http://schemas.openxmlformats.org/officeDocument/2006/relationships/customXml" Target="../ink/ink1049.xml"/><Relationship Id="rId148" Type="http://schemas.openxmlformats.org/officeDocument/2006/relationships/image" Target="../media/image962.png"/><Relationship Id="rId164" Type="http://schemas.openxmlformats.org/officeDocument/2006/relationships/image" Target="../media/image971.png"/><Relationship Id="rId4" Type="http://schemas.openxmlformats.org/officeDocument/2006/relationships/image" Target="../media/image881.png"/><Relationship Id="rId9" Type="http://schemas.openxmlformats.org/officeDocument/2006/relationships/customXml" Target="../ink/ink982.xml"/><Relationship Id="rId26" Type="http://schemas.openxmlformats.org/officeDocument/2006/relationships/image" Target="../media/image893.png"/><Relationship Id="rId47" Type="http://schemas.openxmlformats.org/officeDocument/2006/relationships/customXml" Target="../ink/ink1001.xml"/><Relationship Id="rId68" Type="http://schemas.openxmlformats.org/officeDocument/2006/relationships/image" Target="../media/image917.png"/><Relationship Id="rId89" Type="http://schemas.openxmlformats.org/officeDocument/2006/relationships/customXml" Target="../ink/ink1022.xml"/><Relationship Id="rId112" Type="http://schemas.openxmlformats.org/officeDocument/2006/relationships/image" Target="../media/image942.png"/><Relationship Id="rId133" Type="http://schemas.openxmlformats.org/officeDocument/2006/relationships/customXml" Target="../ink/ink1044.xml"/><Relationship Id="rId154" Type="http://schemas.openxmlformats.org/officeDocument/2006/relationships/image" Target="../media/image965.png"/><Relationship Id="rId16" Type="http://schemas.openxmlformats.org/officeDocument/2006/relationships/image" Target="../media/image887.png"/><Relationship Id="rId37" Type="http://schemas.openxmlformats.org/officeDocument/2006/relationships/customXml" Target="../ink/ink996.xml"/><Relationship Id="rId58" Type="http://schemas.openxmlformats.org/officeDocument/2006/relationships/image" Target="../media/image912.png"/><Relationship Id="rId79" Type="http://schemas.openxmlformats.org/officeDocument/2006/relationships/customXml" Target="../ink/ink1017.xml"/><Relationship Id="rId102" Type="http://schemas.openxmlformats.org/officeDocument/2006/relationships/image" Target="../media/image936.png"/><Relationship Id="rId123" Type="http://schemas.openxmlformats.org/officeDocument/2006/relationships/customXml" Target="../ink/ink1039.xml"/><Relationship Id="rId144" Type="http://schemas.openxmlformats.org/officeDocument/2006/relationships/image" Target="../media/image959.png"/><Relationship Id="rId90" Type="http://schemas.openxmlformats.org/officeDocument/2006/relationships/image" Target="../media/image929.png"/><Relationship Id="rId27" Type="http://schemas.openxmlformats.org/officeDocument/2006/relationships/customXml" Target="../ink/ink991.xml"/><Relationship Id="rId48" Type="http://schemas.openxmlformats.org/officeDocument/2006/relationships/image" Target="../media/image905.png"/><Relationship Id="rId69" Type="http://schemas.openxmlformats.org/officeDocument/2006/relationships/customXml" Target="../ink/ink1012.xml"/><Relationship Id="rId113" Type="http://schemas.openxmlformats.org/officeDocument/2006/relationships/customXml" Target="../ink/ink1034.xml"/><Relationship Id="rId134" Type="http://schemas.openxmlformats.org/officeDocument/2006/relationships/image" Target="../media/image954.png"/><Relationship Id="rId80" Type="http://schemas.openxmlformats.org/officeDocument/2006/relationships/image" Target="../media/image924.png"/><Relationship Id="rId155" Type="http://schemas.openxmlformats.org/officeDocument/2006/relationships/customXml" Target="../ink/ink1055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17.xml"/><Relationship Id="rId299" Type="http://schemas.openxmlformats.org/officeDocument/2006/relationships/customXml" Target="../ink/ink1208.xml"/><Relationship Id="rId21" Type="http://schemas.openxmlformats.org/officeDocument/2006/relationships/customXml" Target="../ink/ink1069.xml"/><Relationship Id="rId63" Type="http://schemas.openxmlformats.org/officeDocument/2006/relationships/customXml" Target="../ink/ink1090.xml"/><Relationship Id="rId159" Type="http://schemas.openxmlformats.org/officeDocument/2006/relationships/customXml" Target="../ink/ink1138.xml"/><Relationship Id="rId170" Type="http://schemas.openxmlformats.org/officeDocument/2006/relationships/image" Target="../media/image1066.png"/><Relationship Id="rId226" Type="http://schemas.openxmlformats.org/officeDocument/2006/relationships/image" Target="../media/image1097.png"/><Relationship Id="rId268" Type="http://schemas.openxmlformats.org/officeDocument/2006/relationships/image" Target="../media/image1119.png"/><Relationship Id="rId32" Type="http://schemas.openxmlformats.org/officeDocument/2006/relationships/image" Target="../media/image988.png"/><Relationship Id="rId74" Type="http://schemas.openxmlformats.org/officeDocument/2006/relationships/image" Target="../media/image1013.png"/><Relationship Id="rId128" Type="http://schemas.openxmlformats.org/officeDocument/2006/relationships/image" Target="../media/image1043.png"/><Relationship Id="rId5" Type="http://schemas.openxmlformats.org/officeDocument/2006/relationships/customXml" Target="../ink/ink1061.xml"/><Relationship Id="rId181" Type="http://schemas.openxmlformats.org/officeDocument/2006/relationships/customXml" Target="../ink/ink1149.xml"/><Relationship Id="rId237" Type="http://schemas.openxmlformats.org/officeDocument/2006/relationships/customXml" Target="../ink/ink1177.xml"/><Relationship Id="rId279" Type="http://schemas.openxmlformats.org/officeDocument/2006/relationships/customXml" Target="../ink/ink1198.xml"/><Relationship Id="rId43" Type="http://schemas.openxmlformats.org/officeDocument/2006/relationships/customXml" Target="../ink/ink1080.xml"/><Relationship Id="rId139" Type="http://schemas.openxmlformats.org/officeDocument/2006/relationships/customXml" Target="../ink/ink1128.xml"/><Relationship Id="rId290" Type="http://schemas.openxmlformats.org/officeDocument/2006/relationships/image" Target="../media/image1132.png"/><Relationship Id="rId304" Type="http://schemas.openxmlformats.org/officeDocument/2006/relationships/image" Target="../media/image1139.png"/><Relationship Id="rId85" Type="http://schemas.openxmlformats.org/officeDocument/2006/relationships/customXml" Target="../ink/ink1101.xml"/><Relationship Id="rId150" Type="http://schemas.openxmlformats.org/officeDocument/2006/relationships/image" Target="../media/image1055.png"/><Relationship Id="rId192" Type="http://schemas.openxmlformats.org/officeDocument/2006/relationships/image" Target="../media/image1078.png"/><Relationship Id="rId206" Type="http://schemas.openxmlformats.org/officeDocument/2006/relationships/image" Target="../media/image1086.png"/><Relationship Id="rId248" Type="http://schemas.openxmlformats.org/officeDocument/2006/relationships/image" Target="../media/image1108.png"/><Relationship Id="rId12" Type="http://schemas.openxmlformats.org/officeDocument/2006/relationships/image" Target="../media/image977.png"/><Relationship Id="rId108" Type="http://schemas.openxmlformats.org/officeDocument/2006/relationships/image" Target="../media/image1032.png"/><Relationship Id="rId315" Type="http://schemas.openxmlformats.org/officeDocument/2006/relationships/customXml" Target="../ink/ink1216.xml"/><Relationship Id="rId54" Type="http://schemas.openxmlformats.org/officeDocument/2006/relationships/image" Target="../media/image1001.png"/><Relationship Id="rId96" Type="http://schemas.openxmlformats.org/officeDocument/2006/relationships/image" Target="../media/image1025.png"/><Relationship Id="rId161" Type="http://schemas.openxmlformats.org/officeDocument/2006/relationships/customXml" Target="../ink/ink1139.xml"/><Relationship Id="rId217" Type="http://schemas.openxmlformats.org/officeDocument/2006/relationships/customXml" Target="../ink/ink1167.xml"/><Relationship Id="rId259" Type="http://schemas.openxmlformats.org/officeDocument/2006/relationships/customXml" Target="../ink/ink1188.xml"/><Relationship Id="rId23" Type="http://schemas.openxmlformats.org/officeDocument/2006/relationships/customXml" Target="../ink/ink1070.xml"/><Relationship Id="rId119" Type="http://schemas.openxmlformats.org/officeDocument/2006/relationships/customXml" Target="../ink/ink1118.xml"/><Relationship Id="rId270" Type="http://schemas.openxmlformats.org/officeDocument/2006/relationships/image" Target="../media/image1121.png"/><Relationship Id="rId65" Type="http://schemas.openxmlformats.org/officeDocument/2006/relationships/customXml" Target="../ink/ink1091.xml"/><Relationship Id="rId130" Type="http://schemas.openxmlformats.org/officeDocument/2006/relationships/image" Target="../media/image1044.png"/><Relationship Id="rId172" Type="http://schemas.openxmlformats.org/officeDocument/2006/relationships/image" Target="../media/image1067.png"/><Relationship Id="rId193" Type="http://schemas.openxmlformats.org/officeDocument/2006/relationships/customXml" Target="../ink/ink1155.xml"/><Relationship Id="rId207" Type="http://schemas.openxmlformats.org/officeDocument/2006/relationships/customXml" Target="../ink/ink1162.xml"/><Relationship Id="rId228" Type="http://schemas.openxmlformats.org/officeDocument/2006/relationships/image" Target="../media/image1098.png"/><Relationship Id="rId249" Type="http://schemas.openxmlformats.org/officeDocument/2006/relationships/customXml" Target="../ink/ink1183.xml"/><Relationship Id="rId13" Type="http://schemas.openxmlformats.org/officeDocument/2006/relationships/customXml" Target="../ink/ink1065.xml"/><Relationship Id="rId109" Type="http://schemas.openxmlformats.org/officeDocument/2006/relationships/customXml" Target="../ink/ink1113.xml"/><Relationship Id="rId260" Type="http://schemas.openxmlformats.org/officeDocument/2006/relationships/image" Target="../media/image1115.png"/><Relationship Id="rId281" Type="http://schemas.openxmlformats.org/officeDocument/2006/relationships/customXml" Target="../ink/ink1199.xml"/><Relationship Id="rId316" Type="http://schemas.openxmlformats.org/officeDocument/2006/relationships/image" Target="../media/image1146.png"/><Relationship Id="rId34" Type="http://schemas.openxmlformats.org/officeDocument/2006/relationships/image" Target="../media/image989.png"/><Relationship Id="rId55" Type="http://schemas.openxmlformats.org/officeDocument/2006/relationships/customXml" Target="../ink/ink1086.xml"/><Relationship Id="rId76" Type="http://schemas.openxmlformats.org/officeDocument/2006/relationships/image" Target="../media/image1014.png"/><Relationship Id="rId97" Type="http://schemas.openxmlformats.org/officeDocument/2006/relationships/customXml" Target="../ink/ink1107.xml"/><Relationship Id="rId120" Type="http://schemas.openxmlformats.org/officeDocument/2006/relationships/image" Target="../media/image1038.png"/><Relationship Id="rId141" Type="http://schemas.openxmlformats.org/officeDocument/2006/relationships/customXml" Target="../ink/ink1129.xml"/><Relationship Id="rId7" Type="http://schemas.openxmlformats.org/officeDocument/2006/relationships/customXml" Target="../ink/ink1062.xml"/><Relationship Id="rId162" Type="http://schemas.openxmlformats.org/officeDocument/2006/relationships/image" Target="../media/image1062.png"/><Relationship Id="rId183" Type="http://schemas.openxmlformats.org/officeDocument/2006/relationships/customXml" Target="../ink/ink1150.xml"/><Relationship Id="rId218" Type="http://schemas.openxmlformats.org/officeDocument/2006/relationships/image" Target="../media/image1093.png"/><Relationship Id="rId239" Type="http://schemas.openxmlformats.org/officeDocument/2006/relationships/customXml" Target="../ink/ink1178.xml"/><Relationship Id="rId250" Type="http://schemas.openxmlformats.org/officeDocument/2006/relationships/image" Target="../media/image1109.png"/><Relationship Id="rId271" Type="http://schemas.openxmlformats.org/officeDocument/2006/relationships/customXml" Target="../ink/ink1194.xml"/><Relationship Id="rId292" Type="http://schemas.openxmlformats.org/officeDocument/2006/relationships/image" Target="../media/image1133.png"/><Relationship Id="rId306" Type="http://schemas.openxmlformats.org/officeDocument/2006/relationships/image" Target="../media/image1141.png"/><Relationship Id="rId24" Type="http://schemas.openxmlformats.org/officeDocument/2006/relationships/image" Target="../media/image984.png"/><Relationship Id="rId45" Type="http://schemas.openxmlformats.org/officeDocument/2006/relationships/customXml" Target="../ink/ink1081.xml"/><Relationship Id="rId66" Type="http://schemas.openxmlformats.org/officeDocument/2006/relationships/image" Target="../media/image1007.png"/><Relationship Id="rId87" Type="http://schemas.openxmlformats.org/officeDocument/2006/relationships/customXml" Target="../ink/ink1102.xml"/><Relationship Id="rId110" Type="http://schemas.openxmlformats.org/officeDocument/2006/relationships/image" Target="../media/image1033.png"/><Relationship Id="rId131" Type="http://schemas.openxmlformats.org/officeDocument/2006/relationships/customXml" Target="../ink/ink1124.xml"/><Relationship Id="rId152" Type="http://schemas.openxmlformats.org/officeDocument/2006/relationships/image" Target="../media/image1056.png"/><Relationship Id="rId173" Type="http://schemas.openxmlformats.org/officeDocument/2006/relationships/customXml" Target="../ink/ink1145.xml"/><Relationship Id="rId194" Type="http://schemas.openxmlformats.org/officeDocument/2006/relationships/image" Target="../media/image1079.png"/><Relationship Id="rId208" Type="http://schemas.openxmlformats.org/officeDocument/2006/relationships/image" Target="../media/image1087.png"/><Relationship Id="rId229" Type="http://schemas.openxmlformats.org/officeDocument/2006/relationships/customXml" Target="../ink/ink1173.xml"/><Relationship Id="rId240" Type="http://schemas.openxmlformats.org/officeDocument/2006/relationships/image" Target="../media/image1104.png"/><Relationship Id="rId261" Type="http://schemas.openxmlformats.org/officeDocument/2006/relationships/customXml" Target="../ink/ink1189.xml"/><Relationship Id="rId14" Type="http://schemas.openxmlformats.org/officeDocument/2006/relationships/image" Target="../media/image978.png"/><Relationship Id="rId35" Type="http://schemas.openxmlformats.org/officeDocument/2006/relationships/customXml" Target="../ink/ink1076.xml"/><Relationship Id="rId56" Type="http://schemas.openxmlformats.org/officeDocument/2006/relationships/image" Target="../media/image1002.png"/><Relationship Id="rId77" Type="http://schemas.openxmlformats.org/officeDocument/2006/relationships/customXml" Target="../ink/ink1097.xml"/><Relationship Id="rId100" Type="http://schemas.openxmlformats.org/officeDocument/2006/relationships/image" Target="../media/image1027.png"/><Relationship Id="rId282" Type="http://schemas.openxmlformats.org/officeDocument/2006/relationships/image" Target="../media/image1127.png"/><Relationship Id="rId8" Type="http://schemas.openxmlformats.org/officeDocument/2006/relationships/image" Target="../media/image975.png"/><Relationship Id="rId98" Type="http://schemas.openxmlformats.org/officeDocument/2006/relationships/image" Target="../media/image1026.png"/><Relationship Id="rId121" Type="http://schemas.openxmlformats.org/officeDocument/2006/relationships/customXml" Target="../ink/ink1119.xml"/><Relationship Id="rId142" Type="http://schemas.openxmlformats.org/officeDocument/2006/relationships/image" Target="../media/image1051.png"/><Relationship Id="rId163" Type="http://schemas.openxmlformats.org/officeDocument/2006/relationships/customXml" Target="../ink/ink1140.xml"/><Relationship Id="rId184" Type="http://schemas.openxmlformats.org/officeDocument/2006/relationships/image" Target="../media/image1074.png"/><Relationship Id="rId219" Type="http://schemas.openxmlformats.org/officeDocument/2006/relationships/customXml" Target="../ink/ink1168.xml"/><Relationship Id="rId230" Type="http://schemas.openxmlformats.org/officeDocument/2006/relationships/image" Target="../media/image1099.png"/><Relationship Id="rId251" Type="http://schemas.openxmlformats.org/officeDocument/2006/relationships/customXml" Target="../ink/ink1184.xml"/><Relationship Id="rId25" Type="http://schemas.openxmlformats.org/officeDocument/2006/relationships/customXml" Target="../ink/ink1071.xml"/><Relationship Id="rId46" Type="http://schemas.openxmlformats.org/officeDocument/2006/relationships/image" Target="../media/image996.png"/><Relationship Id="rId67" Type="http://schemas.openxmlformats.org/officeDocument/2006/relationships/customXml" Target="../ink/ink1092.xml"/><Relationship Id="rId272" Type="http://schemas.openxmlformats.org/officeDocument/2006/relationships/image" Target="../media/image1122.png"/><Relationship Id="rId293" Type="http://schemas.openxmlformats.org/officeDocument/2006/relationships/customXml" Target="../ink/ink1205.xml"/><Relationship Id="rId307" Type="http://schemas.openxmlformats.org/officeDocument/2006/relationships/customXml" Target="../ink/ink1212.xml"/><Relationship Id="rId88" Type="http://schemas.openxmlformats.org/officeDocument/2006/relationships/image" Target="../media/image1021.png"/><Relationship Id="rId111" Type="http://schemas.openxmlformats.org/officeDocument/2006/relationships/customXml" Target="../ink/ink1114.xml"/><Relationship Id="rId132" Type="http://schemas.openxmlformats.org/officeDocument/2006/relationships/image" Target="../media/image1045.png"/><Relationship Id="rId153" Type="http://schemas.openxmlformats.org/officeDocument/2006/relationships/customXml" Target="../ink/ink1135.xml"/><Relationship Id="rId174" Type="http://schemas.openxmlformats.org/officeDocument/2006/relationships/image" Target="../media/image1068.png"/><Relationship Id="rId195" Type="http://schemas.openxmlformats.org/officeDocument/2006/relationships/customXml" Target="../ink/ink1156.xml"/><Relationship Id="rId209" Type="http://schemas.openxmlformats.org/officeDocument/2006/relationships/customXml" Target="../ink/ink1163.xml"/><Relationship Id="rId220" Type="http://schemas.openxmlformats.org/officeDocument/2006/relationships/image" Target="../media/image1094.png"/><Relationship Id="rId241" Type="http://schemas.openxmlformats.org/officeDocument/2006/relationships/customXml" Target="../ink/ink1179.xml"/><Relationship Id="rId15" Type="http://schemas.openxmlformats.org/officeDocument/2006/relationships/customXml" Target="../ink/ink1066.xml"/><Relationship Id="rId36" Type="http://schemas.openxmlformats.org/officeDocument/2006/relationships/image" Target="../media/image991.png"/><Relationship Id="rId57" Type="http://schemas.openxmlformats.org/officeDocument/2006/relationships/customXml" Target="../ink/ink1087.xml"/><Relationship Id="rId262" Type="http://schemas.openxmlformats.org/officeDocument/2006/relationships/image" Target="../media/image1116.png"/><Relationship Id="rId283" Type="http://schemas.openxmlformats.org/officeDocument/2006/relationships/customXml" Target="../ink/ink1200.xml"/><Relationship Id="rId78" Type="http://schemas.openxmlformats.org/officeDocument/2006/relationships/image" Target="../media/image1015.png"/><Relationship Id="rId99" Type="http://schemas.openxmlformats.org/officeDocument/2006/relationships/customXml" Target="../ink/ink1108.xml"/><Relationship Id="rId101" Type="http://schemas.openxmlformats.org/officeDocument/2006/relationships/customXml" Target="../ink/ink1109.xml"/><Relationship Id="rId122" Type="http://schemas.openxmlformats.org/officeDocument/2006/relationships/image" Target="../media/image1039.png"/><Relationship Id="rId143" Type="http://schemas.openxmlformats.org/officeDocument/2006/relationships/customXml" Target="../ink/ink1130.xml"/><Relationship Id="rId164" Type="http://schemas.openxmlformats.org/officeDocument/2006/relationships/image" Target="../media/image1063.png"/><Relationship Id="rId185" Type="http://schemas.openxmlformats.org/officeDocument/2006/relationships/customXml" Target="../ink/ink1151.xml"/><Relationship Id="rId9" Type="http://schemas.openxmlformats.org/officeDocument/2006/relationships/customXml" Target="../ink/ink1063.xml"/><Relationship Id="rId210" Type="http://schemas.openxmlformats.org/officeDocument/2006/relationships/image" Target="../media/image1088.png"/><Relationship Id="rId26" Type="http://schemas.openxmlformats.org/officeDocument/2006/relationships/image" Target="../media/image985.png"/><Relationship Id="rId231" Type="http://schemas.openxmlformats.org/officeDocument/2006/relationships/customXml" Target="../ink/ink1174.xml"/><Relationship Id="rId252" Type="http://schemas.openxmlformats.org/officeDocument/2006/relationships/image" Target="../media/image1111.png"/><Relationship Id="rId273" Type="http://schemas.openxmlformats.org/officeDocument/2006/relationships/customXml" Target="../ink/ink1195.xml"/><Relationship Id="rId294" Type="http://schemas.openxmlformats.org/officeDocument/2006/relationships/image" Target="../media/image1134.png"/><Relationship Id="rId308" Type="http://schemas.openxmlformats.org/officeDocument/2006/relationships/image" Target="../media/image1142.png"/><Relationship Id="rId47" Type="http://schemas.openxmlformats.org/officeDocument/2006/relationships/customXml" Target="../ink/ink1082.xml"/><Relationship Id="rId68" Type="http://schemas.openxmlformats.org/officeDocument/2006/relationships/image" Target="../media/image1008.png"/><Relationship Id="rId89" Type="http://schemas.openxmlformats.org/officeDocument/2006/relationships/customXml" Target="../ink/ink1103.xml"/><Relationship Id="rId112" Type="http://schemas.openxmlformats.org/officeDocument/2006/relationships/image" Target="../media/image1034.png"/><Relationship Id="rId133" Type="http://schemas.openxmlformats.org/officeDocument/2006/relationships/customXml" Target="../ink/ink1125.xml"/><Relationship Id="rId154" Type="http://schemas.openxmlformats.org/officeDocument/2006/relationships/image" Target="../media/image1057.png"/><Relationship Id="rId175" Type="http://schemas.openxmlformats.org/officeDocument/2006/relationships/customXml" Target="../ink/ink1146.xml"/><Relationship Id="rId196" Type="http://schemas.openxmlformats.org/officeDocument/2006/relationships/image" Target="../media/image1081.png"/><Relationship Id="rId200" Type="http://schemas.openxmlformats.org/officeDocument/2006/relationships/image" Target="../media/image1083.png"/><Relationship Id="rId16" Type="http://schemas.openxmlformats.org/officeDocument/2006/relationships/image" Target="../media/image979.png"/><Relationship Id="rId221" Type="http://schemas.openxmlformats.org/officeDocument/2006/relationships/customXml" Target="../ink/ink1169.xml"/><Relationship Id="rId242" Type="http://schemas.openxmlformats.org/officeDocument/2006/relationships/image" Target="../media/image1105.png"/><Relationship Id="rId263" Type="http://schemas.openxmlformats.org/officeDocument/2006/relationships/customXml" Target="../ink/ink1190.xml"/><Relationship Id="rId284" Type="http://schemas.openxmlformats.org/officeDocument/2006/relationships/image" Target="../media/image1128.png"/><Relationship Id="rId37" Type="http://schemas.openxmlformats.org/officeDocument/2006/relationships/customXml" Target="../ink/ink1077.xml"/><Relationship Id="rId58" Type="http://schemas.openxmlformats.org/officeDocument/2006/relationships/image" Target="../media/image1003.png"/><Relationship Id="rId79" Type="http://schemas.openxmlformats.org/officeDocument/2006/relationships/customXml" Target="../ink/ink1098.xml"/><Relationship Id="rId102" Type="http://schemas.openxmlformats.org/officeDocument/2006/relationships/image" Target="../media/image1028.png"/><Relationship Id="rId123" Type="http://schemas.openxmlformats.org/officeDocument/2006/relationships/customXml" Target="../ink/ink1120.xml"/><Relationship Id="rId144" Type="http://schemas.openxmlformats.org/officeDocument/2006/relationships/image" Target="../media/image1052.png"/><Relationship Id="rId90" Type="http://schemas.openxmlformats.org/officeDocument/2006/relationships/image" Target="../media/image1022.png"/><Relationship Id="rId165" Type="http://schemas.openxmlformats.org/officeDocument/2006/relationships/customXml" Target="../ink/ink1141.xml"/><Relationship Id="rId186" Type="http://schemas.openxmlformats.org/officeDocument/2006/relationships/image" Target="../media/image1075.png"/><Relationship Id="rId211" Type="http://schemas.openxmlformats.org/officeDocument/2006/relationships/customXml" Target="../ink/ink1164.xml"/><Relationship Id="rId232" Type="http://schemas.openxmlformats.org/officeDocument/2006/relationships/image" Target="../media/image1100.png"/><Relationship Id="rId253" Type="http://schemas.openxmlformats.org/officeDocument/2006/relationships/customXml" Target="../ink/ink1185.xml"/><Relationship Id="rId274" Type="http://schemas.openxmlformats.org/officeDocument/2006/relationships/image" Target="../media/image1123.png"/><Relationship Id="rId295" Type="http://schemas.openxmlformats.org/officeDocument/2006/relationships/customXml" Target="../ink/ink1206.xml"/><Relationship Id="rId309" Type="http://schemas.openxmlformats.org/officeDocument/2006/relationships/customXml" Target="../ink/ink1213.xml"/><Relationship Id="rId27" Type="http://schemas.openxmlformats.org/officeDocument/2006/relationships/customXml" Target="../ink/ink1072.xml"/><Relationship Id="rId48" Type="http://schemas.openxmlformats.org/officeDocument/2006/relationships/image" Target="../media/image997.png"/><Relationship Id="rId69" Type="http://schemas.openxmlformats.org/officeDocument/2006/relationships/customXml" Target="../ink/ink1093.xml"/><Relationship Id="rId113" Type="http://schemas.openxmlformats.org/officeDocument/2006/relationships/customXml" Target="../ink/ink1115.xml"/><Relationship Id="rId134" Type="http://schemas.openxmlformats.org/officeDocument/2006/relationships/image" Target="../media/image1046.png"/><Relationship Id="rId80" Type="http://schemas.openxmlformats.org/officeDocument/2006/relationships/image" Target="../media/image1016.png"/><Relationship Id="rId155" Type="http://schemas.openxmlformats.org/officeDocument/2006/relationships/customXml" Target="../ink/ink1136.xml"/><Relationship Id="rId176" Type="http://schemas.openxmlformats.org/officeDocument/2006/relationships/image" Target="../media/image1069.png"/><Relationship Id="rId197" Type="http://schemas.openxmlformats.org/officeDocument/2006/relationships/customXml" Target="../ink/ink1157.xml"/><Relationship Id="rId201" Type="http://schemas.openxmlformats.org/officeDocument/2006/relationships/customXml" Target="../ink/ink1159.xml"/><Relationship Id="rId222" Type="http://schemas.openxmlformats.org/officeDocument/2006/relationships/image" Target="../media/image1095.png"/><Relationship Id="rId243" Type="http://schemas.openxmlformats.org/officeDocument/2006/relationships/customXml" Target="../ink/ink1180.xml"/><Relationship Id="rId264" Type="http://schemas.openxmlformats.org/officeDocument/2006/relationships/image" Target="../media/image1117.png"/><Relationship Id="rId285" Type="http://schemas.openxmlformats.org/officeDocument/2006/relationships/customXml" Target="../ink/ink1201.xml"/><Relationship Id="rId17" Type="http://schemas.openxmlformats.org/officeDocument/2006/relationships/customXml" Target="../ink/ink1067.xml"/><Relationship Id="rId38" Type="http://schemas.openxmlformats.org/officeDocument/2006/relationships/image" Target="../media/image992.png"/><Relationship Id="rId59" Type="http://schemas.openxmlformats.org/officeDocument/2006/relationships/customXml" Target="../ink/ink1088.xml"/><Relationship Id="rId103" Type="http://schemas.openxmlformats.org/officeDocument/2006/relationships/customXml" Target="../ink/ink1110.xml"/><Relationship Id="rId124" Type="http://schemas.openxmlformats.org/officeDocument/2006/relationships/image" Target="../media/image1041.png"/><Relationship Id="rId310" Type="http://schemas.openxmlformats.org/officeDocument/2006/relationships/image" Target="../media/image1143.png"/><Relationship Id="rId70" Type="http://schemas.openxmlformats.org/officeDocument/2006/relationships/image" Target="../media/image1009.png"/><Relationship Id="rId91" Type="http://schemas.openxmlformats.org/officeDocument/2006/relationships/customXml" Target="../ink/ink1104.xml"/><Relationship Id="rId145" Type="http://schemas.openxmlformats.org/officeDocument/2006/relationships/customXml" Target="../ink/ink1131.xml"/><Relationship Id="rId166" Type="http://schemas.openxmlformats.org/officeDocument/2006/relationships/image" Target="../media/image1064.png"/><Relationship Id="rId187" Type="http://schemas.openxmlformats.org/officeDocument/2006/relationships/customXml" Target="../ink/ink1152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89.png"/><Relationship Id="rId233" Type="http://schemas.openxmlformats.org/officeDocument/2006/relationships/customXml" Target="../ink/ink1175.xml"/><Relationship Id="rId254" Type="http://schemas.openxmlformats.org/officeDocument/2006/relationships/image" Target="../media/image1112.png"/><Relationship Id="rId28" Type="http://schemas.openxmlformats.org/officeDocument/2006/relationships/image" Target="../media/image986.png"/><Relationship Id="rId49" Type="http://schemas.openxmlformats.org/officeDocument/2006/relationships/customXml" Target="../ink/ink1083.xml"/><Relationship Id="rId114" Type="http://schemas.openxmlformats.org/officeDocument/2006/relationships/image" Target="../media/image1035.png"/><Relationship Id="rId275" Type="http://schemas.openxmlformats.org/officeDocument/2006/relationships/customXml" Target="../ink/ink1196.xml"/><Relationship Id="rId296" Type="http://schemas.openxmlformats.org/officeDocument/2006/relationships/image" Target="../media/image1135.png"/><Relationship Id="rId300" Type="http://schemas.openxmlformats.org/officeDocument/2006/relationships/image" Target="../media/image1137.png"/><Relationship Id="rId60" Type="http://schemas.openxmlformats.org/officeDocument/2006/relationships/image" Target="../media/image1004.png"/><Relationship Id="rId81" Type="http://schemas.openxmlformats.org/officeDocument/2006/relationships/customXml" Target="../ink/ink1099.xml"/><Relationship Id="rId135" Type="http://schemas.openxmlformats.org/officeDocument/2006/relationships/customXml" Target="../ink/ink1126.xml"/><Relationship Id="rId156" Type="http://schemas.openxmlformats.org/officeDocument/2006/relationships/image" Target="../media/image1058.png"/><Relationship Id="rId177" Type="http://schemas.openxmlformats.org/officeDocument/2006/relationships/customXml" Target="../ink/ink1147.xml"/><Relationship Id="rId198" Type="http://schemas.openxmlformats.org/officeDocument/2006/relationships/image" Target="../media/image1082.png"/><Relationship Id="rId202" Type="http://schemas.openxmlformats.org/officeDocument/2006/relationships/image" Target="../media/image1084.png"/><Relationship Id="rId223" Type="http://schemas.openxmlformats.org/officeDocument/2006/relationships/customXml" Target="../ink/ink1170.xml"/><Relationship Id="rId244" Type="http://schemas.openxmlformats.org/officeDocument/2006/relationships/image" Target="../media/image1106.png"/><Relationship Id="rId18" Type="http://schemas.openxmlformats.org/officeDocument/2006/relationships/image" Target="../media/image981.png"/><Relationship Id="rId39" Type="http://schemas.openxmlformats.org/officeDocument/2006/relationships/customXml" Target="../ink/ink1078.xml"/><Relationship Id="rId265" Type="http://schemas.openxmlformats.org/officeDocument/2006/relationships/customXml" Target="../ink/ink1191.xml"/><Relationship Id="rId286" Type="http://schemas.openxmlformats.org/officeDocument/2006/relationships/image" Target="../media/image1129.png"/><Relationship Id="rId50" Type="http://schemas.openxmlformats.org/officeDocument/2006/relationships/image" Target="../media/image998.png"/><Relationship Id="rId104" Type="http://schemas.openxmlformats.org/officeDocument/2006/relationships/image" Target="../media/image1029.png"/><Relationship Id="rId125" Type="http://schemas.openxmlformats.org/officeDocument/2006/relationships/customXml" Target="../ink/ink1121.xml"/><Relationship Id="rId146" Type="http://schemas.openxmlformats.org/officeDocument/2006/relationships/image" Target="../media/image1053.png"/><Relationship Id="rId167" Type="http://schemas.openxmlformats.org/officeDocument/2006/relationships/customXml" Target="../ink/ink1142.xml"/><Relationship Id="rId188" Type="http://schemas.openxmlformats.org/officeDocument/2006/relationships/image" Target="../media/image1076.png"/><Relationship Id="rId311" Type="http://schemas.openxmlformats.org/officeDocument/2006/relationships/customXml" Target="../ink/ink1214.xml"/><Relationship Id="rId71" Type="http://schemas.openxmlformats.org/officeDocument/2006/relationships/customXml" Target="../ink/ink1094.xml"/><Relationship Id="rId92" Type="http://schemas.openxmlformats.org/officeDocument/2006/relationships/image" Target="../media/image1023.png"/><Relationship Id="rId213" Type="http://schemas.openxmlformats.org/officeDocument/2006/relationships/customXml" Target="../ink/ink1165.xml"/><Relationship Id="rId234" Type="http://schemas.openxmlformats.org/officeDocument/2006/relationships/image" Target="../media/image1101.png"/><Relationship Id="rId2" Type="http://schemas.openxmlformats.org/officeDocument/2006/relationships/image" Target="../media/image972.png"/><Relationship Id="rId29" Type="http://schemas.openxmlformats.org/officeDocument/2006/relationships/customXml" Target="../ink/ink1073.xml"/><Relationship Id="rId255" Type="http://schemas.openxmlformats.org/officeDocument/2006/relationships/customXml" Target="../ink/ink1186.xml"/><Relationship Id="rId276" Type="http://schemas.openxmlformats.org/officeDocument/2006/relationships/image" Target="../media/image1124.png"/><Relationship Id="rId297" Type="http://schemas.openxmlformats.org/officeDocument/2006/relationships/customXml" Target="../ink/ink1207.xml"/><Relationship Id="rId40" Type="http://schemas.openxmlformats.org/officeDocument/2006/relationships/image" Target="../media/image993.png"/><Relationship Id="rId115" Type="http://schemas.openxmlformats.org/officeDocument/2006/relationships/customXml" Target="../ink/ink1116.xml"/><Relationship Id="rId136" Type="http://schemas.openxmlformats.org/officeDocument/2006/relationships/image" Target="../media/image1047.png"/><Relationship Id="rId157" Type="http://schemas.openxmlformats.org/officeDocument/2006/relationships/customXml" Target="../ink/ink1137.xml"/><Relationship Id="rId178" Type="http://schemas.openxmlformats.org/officeDocument/2006/relationships/image" Target="../media/image1071.png"/><Relationship Id="rId301" Type="http://schemas.openxmlformats.org/officeDocument/2006/relationships/customXml" Target="../ink/ink1209.xml"/><Relationship Id="rId61" Type="http://schemas.openxmlformats.org/officeDocument/2006/relationships/customXml" Target="../ink/ink1089.xml"/><Relationship Id="rId82" Type="http://schemas.openxmlformats.org/officeDocument/2006/relationships/image" Target="../media/image1017.png"/><Relationship Id="rId199" Type="http://schemas.openxmlformats.org/officeDocument/2006/relationships/customXml" Target="../ink/ink1158.xml"/><Relationship Id="rId203" Type="http://schemas.openxmlformats.org/officeDocument/2006/relationships/customXml" Target="../ink/ink1160.xml"/><Relationship Id="rId19" Type="http://schemas.openxmlformats.org/officeDocument/2006/relationships/customXml" Target="../ink/ink1068.xml"/><Relationship Id="rId224" Type="http://schemas.openxmlformats.org/officeDocument/2006/relationships/image" Target="../media/image1096.png"/><Relationship Id="rId245" Type="http://schemas.openxmlformats.org/officeDocument/2006/relationships/customXml" Target="../ink/ink1181.xml"/><Relationship Id="rId266" Type="http://schemas.openxmlformats.org/officeDocument/2006/relationships/image" Target="../media/image1118.png"/><Relationship Id="rId287" Type="http://schemas.openxmlformats.org/officeDocument/2006/relationships/customXml" Target="../ink/ink1202.xml"/><Relationship Id="rId30" Type="http://schemas.openxmlformats.org/officeDocument/2006/relationships/image" Target="../media/image987.png"/><Relationship Id="rId105" Type="http://schemas.openxmlformats.org/officeDocument/2006/relationships/customXml" Target="../ink/ink1111.xml"/><Relationship Id="rId126" Type="http://schemas.openxmlformats.org/officeDocument/2006/relationships/image" Target="../media/image1042.png"/><Relationship Id="rId147" Type="http://schemas.openxmlformats.org/officeDocument/2006/relationships/customXml" Target="../ink/ink1132.xml"/><Relationship Id="rId168" Type="http://schemas.openxmlformats.org/officeDocument/2006/relationships/image" Target="../media/image1065.png"/><Relationship Id="rId312" Type="http://schemas.openxmlformats.org/officeDocument/2006/relationships/image" Target="../media/image1144.png"/><Relationship Id="rId51" Type="http://schemas.openxmlformats.org/officeDocument/2006/relationships/customXml" Target="../ink/ink1084.xml"/><Relationship Id="rId72" Type="http://schemas.openxmlformats.org/officeDocument/2006/relationships/image" Target="../media/image1012.png"/><Relationship Id="rId93" Type="http://schemas.openxmlformats.org/officeDocument/2006/relationships/customXml" Target="../ink/ink1105.xml"/><Relationship Id="rId189" Type="http://schemas.openxmlformats.org/officeDocument/2006/relationships/customXml" Target="../ink/ink1153.xml"/><Relationship Id="rId3" Type="http://schemas.openxmlformats.org/officeDocument/2006/relationships/customXml" Target="../ink/ink1060.xml"/><Relationship Id="rId214" Type="http://schemas.openxmlformats.org/officeDocument/2006/relationships/image" Target="../media/image1091.png"/><Relationship Id="rId235" Type="http://schemas.openxmlformats.org/officeDocument/2006/relationships/customXml" Target="../ink/ink1176.xml"/><Relationship Id="rId256" Type="http://schemas.openxmlformats.org/officeDocument/2006/relationships/image" Target="../media/image1113.png"/><Relationship Id="rId277" Type="http://schemas.openxmlformats.org/officeDocument/2006/relationships/customXml" Target="../ink/ink1197.xml"/><Relationship Id="rId298" Type="http://schemas.openxmlformats.org/officeDocument/2006/relationships/image" Target="../media/image1136.png"/><Relationship Id="rId116" Type="http://schemas.openxmlformats.org/officeDocument/2006/relationships/image" Target="../media/image1036.png"/><Relationship Id="rId137" Type="http://schemas.openxmlformats.org/officeDocument/2006/relationships/customXml" Target="../ink/ink1127.xml"/><Relationship Id="rId158" Type="http://schemas.openxmlformats.org/officeDocument/2006/relationships/image" Target="../media/image1059.png"/><Relationship Id="rId302" Type="http://schemas.openxmlformats.org/officeDocument/2006/relationships/image" Target="../media/image1138.png"/><Relationship Id="rId20" Type="http://schemas.openxmlformats.org/officeDocument/2006/relationships/image" Target="../media/image982.png"/><Relationship Id="rId41" Type="http://schemas.openxmlformats.org/officeDocument/2006/relationships/customXml" Target="../ink/ink1079.xml"/><Relationship Id="rId62" Type="http://schemas.openxmlformats.org/officeDocument/2006/relationships/image" Target="../media/image1005.png"/><Relationship Id="rId83" Type="http://schemas.openxmlformats.org/officeDocument/2006/relationships/customXml" Target="../ink/ink1100.xml"/><Relationship Id="rId179" Type="http://schemas.openxmlformats.org/officeDocument/2006/relationships/customXml" Target="../ink/ink1148.xml"/><Relationship Id="rId190" Type="http://schemas.openxmlformats.org/officeDocument/2006/relationships/image" Target="../media/image1077.png"/><Relationship Id="rId204" Type="http://schemas.openxmlformats.org/officeDocument/2006/relationships/image" Target="../media/image1085.png"/><Relationship Id="rId225" Type="http://schemas.openxmlformats.org/officeDocument/2006/relationships/customXml" Target="../ink/ink1171.xml"/><Relationship Id="rId246" Type="http://schemas.openxmlformats.org/officeDocument/2006/relationships/image" Target="../media/image1107.png"/><Relationship Id="rId267" Type="http://schemas.openxmlformats.org/officeDocument/2006/relationships/customXml" Target="../ink/ink1192.xml"/><Relationship Id="rId288" Type="http://schemas.openxmlformats.org/officeDocument/2006/relationships/image" Target="../media/image1131.png"/><Relationship Id="rId106" Type="http://schemas.openxmlformats.org/officeDocument/2006/relationships/image" Target="../media/image1031.png"/><Relationship Id="rId127" Type="http://schemas.openxmlformats.org/officeDocument/2006/relationships/customXml" Target="../ink/ink1122.xml"/><Relationship Id="rId313" Type="http://schemas.openxmlformats.org/officeDocument/2006/relationships/customXml" Target="../ink/ink1215.xml"/><Relationship Id="rId10" Type="http://schemas.openxmlformats.org/officeDocument/2006/relationships/image" Target="../media/image976.png"/><Relationship Id="rId31" Type="http://schemas.openxmlformats.org/officeDocument/2006/relationships/customXml" Target="../ink/ink1074.xml"/><Relationship Id="rId52" Type="http://schemas.openxmlformats.org/officeDocument/2006/relationships/image" Target="../media/image999.png"/><Relationship Id="rId73" Type="http://schemas.openxmlformats.org/officeDocument/2006/relationships/customXml" Target="../ink/ink1095.xml"/><Relationship Id="rId94" Type="http://schemas.openxmlformats.org/officeDocument/2006/relationships/image" Target="../media/image1024.png"/><Relationship Id="rId148" Type="http://schemas.openxmlformats.org/officeDocument/2006/relationships/image" Target="../media/image1054.png"/><Relationship Id="rId169" Type="http://schemas.openxmlformats.org/officeDocument/2006/relationships/customXml" Target="../ink/ink1143.xml"/><Relationship Id="rId4" Type="http://schemas.openxmlformats.org/officeDocument/2006/relationships/image" Target="../media/image973.png"/><Relationship Id="rId180" Type="http://schemas.openxmlformats.org/officeDocument/2006/relationships/image" Target="../media/image1072.png"/><Relationship Id="rId215" Type="http://schemas.openxmlformats.org/officeDocument/2006/relationships/customXml" Target="../ink/ink1166.xml"/><Relationship Id="rId236" Type="http://schemas.openxmlformats.org/officeDocument/2006/relationships/image" Target="../media/image1102.png"/><Relationship Id="rId257" Type="http://schemas.openxmlformats.org/officeDocument/2006/relationships/customXml" Target="../ink/ink1187.xml"/><Relationship Id="rId278" Type="http://schemas.openxmlformats.org/officeDocument/2006/relationships/image" Target="../media/image1125.png"/><Relationship Id="rId303" Type="http://schemas.openxmlformats.org/officeDocument/2006/relationships/customXml" Target="../ink/ink1210.xml"/><Relationship Id="rId42" Type="http://schemas.openxmlformats.org/officeDocument/2006/relationships/image" Target="../media/image994.png"/><Relationship Id="rId84" Type="http://schemas.openxmlformats.org/officeDocument/2006/relationships/image" Target="../media/image1018.png"/><Relationship Id="rId138" Type="http://schemas.openxmlformats.org/officeDocument/2006/relationships/image" Target="../media/image1048.png"/><Relationship Id="rId191" Type="http://schemas.openxmlformats.org/officeDocument/2006/relationships/customXml" Target="../ink/ink1154.xml"/><Relationship Id="rId205" Type="http://schemas.openxmlformats.org/officeDocument/2006/relationships/customXml" Target="../ink/ink1161.xml"/><Relationship Id="rId247" Type="http://schemas.openxmlformats.org/officeDocument/2006/relationships/customXml" Target="../ink/ink1182.xml"/><Relationship Id="rId107" Type="http://schemas.openxmlformats.org/officeDocument/2006/relationships/customXml" Target="../ink/ink1112.xml"/><Relationship Id="rId289" Type="http://schemas.openxmlformats.org/officeDocument/2006/relationships/customXml" Target="../ink/ink1203.xml"/><Relationship Id="rId11" Type="http://schemas.openxmlformats.org/officeDocument/2006/relationships/customXml" Target="../ink/ink1064.xml"/><Relationship Id="rId53" Type="http://schemas.openxmlformats.org/officeDocument/2006/relationships/customXml" Target="../ink/ink1085.xml"/><Relationship Id="rId149" Type="http://schemas.openxmlformats.org/officeDocument/2006/relationships/customXml" Target="../ink/ink1133.xml"/><Relationship Id="rId314" Type="http://schemas.openxmlformats.org/officeDocument/2006/relationships/image" Target="../media/image1145.png"/><Relationship Id="rId95" Type="http://schemas.openxmlformats.org/officeDocument/2006/relationships/customXml" Target="../ink/ink1106.xml"/><Relationship Id="rId160" Type="http://schemas.openxmlformats.org/officeDocument/2006/relationships/image" Target="../media/image1061.png"/><Relationship Id="rId216" Type="http://schemas.openxmlformats.org/officeDocument/2006/relationships/image" Target="../media/image1092.png"/><Relationship Id="rId258" Type="http://schemas.openxmlformats.org/officeDocument/2006/relationships/image" Target="../media/image1114.png"/><Relationship Id="rId22" Type="http://schemas.openxmlformats.org/officeDocument/2006/relationships/image" Target="../media/image983.png"/><Relationship Id="rId64" Type="http://schemas.openxmlformats.org/officeDocument/2006/relationships/image" Target="../media/image1006.png"/><Relationship Id="rId118" Type="http://schemas.openxmlformats.org/officeDocument/2006/relationships/image" Target="../media/image1037.png"/><Relationship Id="rId171" Type="http://schemas.openxmlformats.org/officeDocument/2006/relationships/customXml" Target="../ink/ink1144.xml"/><Relationship Id="rId227" Type="http://schemas.openxmlformats.org/officeDocument/2006/relationships/customXml" Target="../ink/ink1172.xml"/><Relationship Id="rId269" Type="http://schemas.openxmlformats.org/officeDocument/2006/relationships/customXml" Target="../ink/ink1193.xml"/><Relationship Id="rId33" Type="http://schemas.openxmlformats.org/officeDocument/2006/relationships/customXml" Target="../ink/ink1075.xml"/><Relationship Id="rId129" Type="http://schemas.openxmlformats.org/officeDocument/2006/relationships/customXml" Target="../ink/ink1123.xml"/><Relationship Id="rId280" Type="http://schemas.openxmlformats.org/officeDocument/2006/relationships/image" Target="../media/image1126.png"/><Relationship Id="rId75" Type="http://schemas.openxmlformats.org/officeDocument/2006/relationships/customXml" Target="../ink/ink1096.xml"/><Relationship Id="rId140" Type="http://schemas.openxmlformats.org/officeDocument/2006/relationships/image" Target="../media/image1049.png"/><Relationship Id="rId182" Type="http://schemas.openxmlformats.org/officeDocument/2006/relationships/image" Target="../media/image1073.png"/><Relationship Id="rId6" Type="http://schemas.openxmlformats.org/officeDocument/2006/relationships/image" Target="../media/image974.png"/><Relationship Id="rId238" Type="http://schemas.openxmlformats.org/officeDocument/2006/relationships/image" Target="../media/image1103.png"/><Relationship Id="rId291" Type="http://schemas.openxmlformats.org/officeDocument/2006/relationships/customXml" Target="../ink/ink1204.xml"/><Relationship Id="rId305" Type="http://schemas.openxmlformats.org/officeDocument/2006/relationships/customXml" Target="../ink/ink1211.xml"/><Relationship Id="rId44" Type="http://schemas.openxmlformats.org/officeDocument/2006/relationships/image" Target="../media/image995.png"/><Relationship Id="rId86" Type="http://schemas.openxmlformats.org/officeDocument/2006/relationships/image" Target="../media/image1019.png"/><Relationship Id="rId151" Type="http://schemas.openxmlformats.org/officeDocument/2006/relationships/customXml" Target="../ink/ink1134.xml"/></Relationships>
</file>

<file path=ppt/slides/_rels/slide20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61.png"/><Relationship Id="rId117" Type="http://schemas.openxmlformats.org/officeDocument/2006/relationships/customXml" Target="../ink/ink1274.xml"/><Relationship Id="rId21" Type="http://schemas.openxmlformats.org/officeDocument/2006/relationships/customXml" Target="../ink/ink1226.xml"/><Relationship Id="rId42" Type="http://schemas.openxmlformats.org/officeDocument/2006/relationships/image" Target="../media/image1169.png"/><Relationship Id="rId47" Type="http://schemas.openxmlformats.org/officeDocument/2006/relationships/customXml" Target="../ink/ink1239.xml"/><Relationship Id="rId63" Type="http://schemas.openxmlformats.org/officeDocument/2006/relationships/customXml" Target="../ink/ink1247.xml"/><Relationship Id="rId68" Type="http://schemas.openxmlformats.org/officeDocument/2006/relationships/image" Target="../media/image1184.png"/><Relationship Id="rId84" Type="http://schemas.openxmlformats.org/officeDocument/2006/relationships/image" Target="../media/image1193.png"/><Relationship Id="rId89" Type="http://schemas.openxmlformats.org/officeDocument/2006/relationships/customXml" Target="../ink/ink1260.xml"/><Relationship Id="rId112" Type="http://schemas.openxmlformats.org/officeDocument/2006/relationships/image" Target="../media/image1208.png"/><Relationship Id="rId16" Type="http://schemas.openxmlformats.org/officeDocument/2006/relationships/image" Target="../media/image1155.png"/><Relationship Id="rId107" Type="http://schemas.openxmlformats.org/officeDocument/2006/relationships/customXml" Target="../ink/ink1269.xml"/><Relationship Id="rId11" Type="http://schemas.openxmlformats.org/officeDocument/2006/relationships/customXml" Target="../ink/ink1221.xml"/><Relationship Id="rId32" Type="http://schemas.openxmlformats.org/officeDocument/2006/relationships/image" Target="../media/image1164.png"/><Relationship Id="rId37" Type="http://schemas.openxmlformats.org/officeDocument/2006/relationships/customXml" Target="../ink/ink1234.xml"/><Relationship Id="rId53" Type="http://schemas.openxmlformats.org/officeDocument/2006/relationships/customXml" Target="../ink/ink1242.xml"/><Relationship Id="rId58" Type="http://schemas.openxmlformats.org/officeDocument/2006/relationships/image" Target="../media/image1178.png"/><Relationship Id="rId74" Type="http://schemas.openxmlformats.org/officeDocument/2006/relationships/image" Target="../media/image1187.png"/><Relationship Id="rId79" Type="http://schemas.openxmlformats.org/officeDocument/2006/relationships/customXml" Target="../ink/ink1255.xml"/><Relationship Id="rId102" Type="http://schemas.openxmlformats.org/officeDocument/2006/relationships/image" Target="../media/image1203.png"/><Relationship Id="rId123" Type="http://schemas.openxmlformats.org/officeDocument/2006/relationships/customXml" Target="../ink/ink1277.xml"/><Relationship Id="rId5" Type="http://schemas.openxmlformats.org/officeDocument/2006/relationships/customXml" Target="../ink/ink1218.xml"/><Relationship Id="rId90" Type="http://schemas.openxmlformats.org/officeDocument/2006/relationships/image" Target="../media/image1196.png"/><Relationship Id="rId95" Type="http://schemas.openxmlformats.org/officeDocument/2006/relationships/customXml" Target="../ink/ink1263.xml"/><Relationship Id="rId22" Type="http://schemas.openxmlformats.org/officeDocument/2006/relationships/image" Target="../media/image1158.png"/><Relationship Id="rId27" Type="http://schemas.openxmlformats.org/officeDocument/2006/relationships/customXml" Target="../ink/ink1229.xml"/><Relationship Id="rId43" Type="http://schemas.openxmlformats.org/officeDocument/2006/relationships/customXml" Target="../ink/ink1237.xml"/><Relationship Id="rId48" Type="http://schemas.openxmlformats.org/officeDocument/2006/relationships/image" Target="../media/image1173.png"/><Relationship Id="rId64" Type="http://schemas.openxmlformats.org/officeDocument/2006/relationships/image" Target="../media/image1182.png"/><Relationship Id="rId69" Type="http://schemas.openxmlformats.org/officeDocument/2006/relationships/customXml" Target="../ink/ink1250.xml"/><Relationship Id="rId113" Type="http://schemas.openxmlformats.org/officeDocument/2006/relationships/customXml" Target="../ink/ink1272.xml"/><Relationship Id="rId118" Type="http://schemas.openxmlformats.org/officeDocument/2006/relationships/image" Target="../media/image1213.png"/><Relationship Id="rId80" Type="http://schemas.openxmlformats.org/officeDocument/2006/relationships/image" Target="../media/image1191.png"/><Relationship Id="rId85" Type="http://schemas.openxmlformats.org/officeDocument/2006/relationships/customXml" Target="../ink/ink1258.xml"/><Relationship Id="rId12" Type="http://schemas.openxmlformats.org/officeDocument/2006/relationships/image" Target="../media/image1153.png"/><Relationship Id="rId17" Type="http://schemas.openxmlformats.org/officeDocument/2006/relationships/customXml" Target="../ink/ink1224.xml"/><Relationship Id="rId33" Type="http://schemas.openxmlformats.org/officeDocument/2006/relationships/customXml" Target="../ink/ink1232.xml"/><Relationship Id="rId38" Type="http://schemas.openxmlformats.org/officeDocument/2006/relationships/image" Target="../media/image1167.png"/><Relationship Id="rId59" Type="http://schemas.openxmlformats.org/officeDocument/2006/relationships/customXml" Target="../ink/ink1245.xml"/><Relationship Id="rId103" Type="http://schemas.openxmlformats.org/officeDocument/2006/relationships/customXml" Target="../ink/ink1267.xml"/><Relationship Id="rId108" Type="http://schemas.openxmlformats.org/officeDocument/2006/relationships/image" Target="../media/image1206.png"/><Relationship Id="rId124" Type="http://schemas.openxmlformats.org/officeDocument/2006/relationships/image" Target="../media/image1216.png"/><Relationship Id="rId54" Type="http://schemas.openxmlformats.org/officeDocument/2006/relationships/image" Target="../media/image1176.png"/><Relationship Id="rId70" Type="http://schemas.openxmlformats.org/officeDocument/2006/relationships/image" Target="../media/image1185.png"/><Relationship Id="rId75" Type="http://schemas.openxmlformats.org/officeDocument/2006/relationships/customXml" Target="../ink/ink1253.xml"/><Relationship Id="rId91" Type="http://schemas.openxmlformats.org/officeDocument/2006/relationships/customXml" Target="../ink/ink1261.xml"/><Relationship Id="rId96" Type="http://schemas.openxmlformats.org/officeDocument/2006/relationships/image" Target="../media/image1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9.png"/><Relationship Id="rId23" Type="http://schemas.openxmlformats.org/officeDocument/2006/relationships/customXml" Target="../ink/ink1227.xml"/><Relationship Id="rId28" Type="http://schemas.openxmlformats.org/officeDocument/2006/relationships/image" Target="../media/image1162.png"/><Relationship Id="rId49" Type="http://schemas.openxmlformats.org/officeDocument/2006/relationships/customXml" Target="../ink/ink1240.xml"/><Relationship Id="rId114" Type="http://schemas.openxmlformats.org/officeDocument/2006/relationships/image" Target="../media/image1209.png"/><Relationship Id="rId119" Type="http://schemas.openxmlformats.org/officeDocument/2006/relationships/customXml" Target="../ink/ink1275.xml"/><Relationship Id="rId44" Type="http://schemas.openxmlformats.org/officeDocument/2006/relationships/image" Target="../media/image1171.png"/><Relationship Id="rId60" Type="http://schemas.openxmlformats.org/officeDocument/2006/relationships/image" Target="../media/image1179.png"/><Relationship Id="rId65" Type="http://schemas.openxmlformats.org/officeDocument/2006/relationships/customXml" Target="../ink/ink1248.xml"/><Relationship Id="rId81" Type="http://schemas.openxmlformats.org/officeDocument/2006/relationships/customXml" Target="../ink/ink1256.xml"/><Relationship Id="rId86" Type="http://schemas.openxmlformats.org/officeDocument/2006/relationships/image" Target="../media/image1194.png"/><Relationship Id="rId13" Type="http://schemas.openxmlformats.org/officeDocument/2006/relationships/customXml" Target="../ink/ink1222.xml"/><Relationship Id="rId18" Type="http://schemas.openxmlformats.org/officeDocument/2006/relationships/image" Target="../media/image1156.png"/><Relationship Id="rId39" Type="http://schemas.openxmlformats.org/officeDocument/2006/relationships/customXml" Target="../ink/ink1235.xml"/><Relationship Id="rId109" Type="http://schemas.openxmlformats.org/officeDocument/2006/relationships/customXml" Target="../ink/ink1270.xml"/><Relationship Id="rId34" Type="http://schemas.openxmlformats.org/officeDocument/2006/relationships/image" Target="../media/image1165.png"/><Relationship Id="rId50" Type="http://schemas.openxmlformats.org/officeDocument/2006/relationships/image" Target="../media/image1174.png"/><Relationship Id="rId55" Type="http://schemas.openxmlformats.org/officeDocument/2006/relationships/customXml" Target="../ink/ink1243.xml"/><Relationship Id="rId76" Type="http://schemas.openxmlformats.org/officeDocument/2006/relationships/image" Target="../media/image1188.png"/><Relationship Id="rId97" Type="http://schemas.openxmlformats.org/officeDocument/2006/relationships/customXml" Target="../ink/ink1264.xml"/><Relationship Id="rId104" Type="http://schemas.openxmlformats.org/officeDocument/2006/relationships/image" Target="../media/image1204.png"/><Relationship Id="rId120" Type="http://schemas.openxmlformats.org/officeDocument/2006/relationships/image" Target="../media/image1214.png"/><Relationship Id="rId125" Type="http://schemas.openxmlformats.org/officeDocument/2006/relationships/customXml" Target="../ink/ink1278.xml"/><Relationship Id="rId7" Type="http://schemas.openxmlformats.org/officeDocument/2006/relationships/customXml" Target="../ink/ink1219.xml"/><Relationship Id="rId71" Type="http://schemas.openxmlformats.org/officeDocument/2006/relationships/customXml" Target="../ink/ink1251.xml"/><Relationship Id="rId92" Type="http://schemas.openxmlformats.org/officeDocument/2006/relationships/image" Target="../media/image1197.png"/><Relationship Id="rId2" Type="http://schemas.openxmlformats.org/officeDocument/2006/relationships/image" Target="../media/image1147.png"/><Relationship Id="rId29" Type="http://schemas.openxmlformats.org/officeDocument/2006/relationships/customXml" Target="../ink/ink1230.xml"/><Relationship Id="rId24" Type="http://schemas.openxmlformats.org/officeDocument/2006/relationships/image" Target="../media/image1159.png"/><Relationship Id="rId40" Type="http://schemas.openxmlformats.org/officeDocument/2006/relationships/image" Target="../media/image1168.png"/><Relationship Id="rId45" Type="http://schemas.openxmlformats.org/officeDocument/2006/relationships/customXml" Target="../ink/ink1238.xml"/><Relationship Id="rId66" Type="http://schemas.openxmlformats.org/officeDocument/2006/relationships/image" Target="../media/image1183.png"/><Relationship Id="rId87" Type="http://schemas.openxmlformats.org/officeDocument/2006/relationships/customXml" Target="../ink/ink1259.xml"/><Relationship Id="rId110" Type="http://schemas.openxmlformats.org/officeDocument/2006/relationships/image" Target="../media/image1207.png"/><Relationship Id="rId115" Type="http://schemas.openxmlformats.org/officeDocument/2006/relationships/customXml" Target="../ink/ink1273.xml"/><Relationship Id="rId61" Type="http://schemas.openxmlformats.org/officeDocument/2006/relationships/customXml" Target="../ink/ink1246.xml"/><Relationship Id="rId82" Type="http://schemas.openxmlformats.org/officeDocument/2006/relationships/image" Target="../media/image1192.png"/><Relationship Id="rId19" Type="http://schemas.openxmlformats.org/officeDocument/2006/relationships/customXml" Target="../ink/ink1225.xml"/><Relationship Id="rId14" Type="http://schemas.openxmlformats.org/officeDocument/2006/relationships/image" Target="../media/image1154.png"/><Relationship Id="rId30" Type="http://schemas.openxmlformats.org/officeDocument/2006/relationships/image" Target="../media/image1163.png"/><Relationship Id="rId35" Type="http://schemas.openxmlformats.org/officeDocument/2006/relationships/customXml" Target="../ink/ink1233.xml"/><Relationship Id="rId56" Type="http://schemas.openxmlformats.org/officeDocument/2006/relationships/image" Target="../media/image1177.png"/><Relationship Id="rId77" Type="http://schemas.openxmlformats.org/officeDocument/2006/relationships/customXml" Target="../ink/ink1254.xml"/><Relationship Id="rId100" Type="http://schemas.openxmlformats.org/officeDocument/2006/relationships/image" Target="../media/image1202.png"/><Relationship Id="rId105" Type="http://schemas.openxmlformats.org/officeDocument/2006/relationships/customXml" Target="../ink/ink1268.xml"/><Relationship Id="rId126" Type="http://schemas.openxmlformats.org/officeDocument/2006/relationships/image" Target="../media/image1217.png"/><Relationship Id="rId8" Type="http://schemas.openxmlformats.org/officeDocument/2006/relationships/image" Target="../media/image1151.png"/><Relationship Id="rId51" Type="http://schemas.openxmlformats.org/officeDocument/2006/relationships/customXml" Target="../ink/ink1241.xml"/><Relationship Id="rId72" Type="http://schemas.openxmlformats.org/officeDocument/2006/relationships/image" Target="../media/image1186.png"/><Relationship Id="rId93" Type="http://schemas.openxmlformats.org/officeDocument/2006/relationships/customXml" Target="../ink/ink1262.xml"/><Relationship Id="rId98" Type="http://schemas.openxmlformats.org/officeDocument/2006/relationships/image" Target="../media/image1201.png"/><Relationship Id="rId121" Type="http://schemas.openxmlformats.org/officeDocument/2006/relationships/customXml" Target="../ink/ink1276.xml"/><Relationship Id="rId3" Type="http://schemas.openxmlformats.org/officeDocument/2006/relationships/customXml" Target="../ink/ink1217.xml"/><Relationship Id="rId25" Type="http://schemas.openxmlformats.org/officeDocument/2006/relationships/customXml" Target="../ink/ink1228.xml"/><Relationship Id="rId46" Type="http://schemas.openxmlformats.org/officeDocument/2006/relationships/image" Target="../media/image1172.png"/><Relationship Id="rId67" Type="http://schemas.openxmlformats.org/officeDocument/2006/relationships/customXml" Target="../ink/ink1249.xml"/><Relationship Id="rId116" Type="http://schemas.openxmlformats.org/officeDocument/2006/relationships/image" Target="../media/image1212.png"/><Relationship Id="rId20" Type="http://schemas.openxmlformats.org/officeDocument/2006/relationships/image" Target="../media/image1157.png"/><Relationship Id="rId41" Type="http://schemas.openxmlformats.org/officeDocument/2006/relationships/customXml" Target="../ink/ink1236.xml"/><Relationship Id="rId62" Type="http://schemas.openxmlformats.org/officeDocument/2006/relationships/image" Target="../media/image1181.png"/><Relationship Id="rId83" Type="http://schemas.openxmlformats.org/officeDocument/2006/relationships/customXml" Target="../ink/ink1257.xml"/><Relationship Id="rId88" Type="http://schemas.openxmlformats.org/officeDocument/2006/relationships/image" Target="../media/image1195.png"/><Relationship Id="rId111" Type="http://schemas.openxmlformats.org/officeDocument/2006/relationships/customXml" Target="../ink/ink1271.xml"/><Relationship Id="rId15" Type="http://schemas.openxmlformats.org/officeDocument/2006/relationships/customXml" Target="../ink/ink1223.xml"/><Relationship Id="rId36" Type="http://schemas.openxmlformats.org/officeDocument/2006/relationships/image" Target="../media/image1166.png"/><Relationship Id="rId57" Type="http://schemas.openxmlformats.org/officeDocument/2006/relationships/customXml" Target="../ink/ink1244.xml"/><Relationship Id="rId106" Type="http://schemas.openxmlformats.org/officeDocument/2006/relationships/image" Target="../media/image1205.png"/><Relationship Id="rId10" Type="http://schemas.openxmlformats.org/officeDocument/2006/relationships/image" Target="../media/image1152.png"/><Relationship Id="rId31" Type="http://schemas.openxmlformats.org/officeDocument/2006/relationships/customXml" Target="../ink/ink1231.xml"/><Relationship Id="rId52" Type="http://schemas.openxmlformats.org/officeDocument/2006/relationships/image" Target="../media/image1175.png"/><Relationship Id="rId73" Type="http://schemas.openxmlformats.org/officeDocument/2006/relationships/customXml" Target="../ink/ink1252.xml"/><Relationship Id="rId78" Type="http://schemas.openxmlformats.org/officeDocument/2006/relationships/image" Target="../media/image1189.png"/><Relationship Id="rId94" Type="http://schemas.openxmlformats.org/officeDocument/2006/relationships/image" Target="../media/image1198.png"/><Relationship Id="rId99" Type="http://schemas.openxmlformats.org/officeDocument/2006/relationships/customXml" Target="../ink/ink1265.xml"/><Relationship Id="rId101" Type="http://schemas.openxmlformats.org/officeDocument/2006/relationships/customXml" Target="../ink/ink1266.xml"/><Relationship Id="rId122" Type="http://schemas.openxmlformats.org/officeDocument/2006/relationships/image" Target="../media/image1215.png"/><Relationship Id="rId4" Type="http://schemas.openxmlformats.org/officeDocument/2006/relationships/image" Target="../media/image1148.png"/><Relationship Id="rId9" Type="http://schemas.openxmlformats.org/officeDocument/2006/relationships/customXml" Target="../ink/ink12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90.xml"/><Relationship Id="rId21" Type="http://schemas.openxmlformats.org/officeDocument/2006/relationships/image" Target="../media/image1231.png"/><Relationship Id="rId42" Type="http://schemas.openxmlformats.org/officeDocument/2006/relationships/customXml" Target="../ink/ink1298.xml"/><Relationship Id="rId47" Type="http://schemas.openxmlformats.org/officeDocument/2006/relationships/image" Target="../media/image1245.png"/><Relationship Id="rId63" Type="http://schemas.openxmlformats.org/officeDocument/2006/relationships/image" Target="../media/image1254.png"/><Relationship Id="rId68" Type="http://schemas.openxmlformats.org/officeDocument/2006/relationships/customXml" Target="../ink/ink1311.xml"/><Relationship Id="rId84" Type="http://schemas.openxmlformats.org/officeDocument/2006/relationships/customXml" Target="../ink/ink1319.xml"/><Relationship Id="rId89" Type="http://schemas.openxmlformats.org/officeDocument/2006/relationships/image" Target="../media/image1268.png"/><Relationship Id="rId112" Type="http://schemas.openxmlformats.org/officeDocument/2006/relationships/customXml" Target="../ink/ink1333.xml"/><Relationship Id="rId16" Type="http://schemas.openxmlformats.org/officeDocument/2006/relationships/customXml" Target="../ink/ink1285.xml"/><Relationship Id="rId107" Type="http://schemas.openxmlformats.org/officeDocument/2006/relationships/image" Target="../media/image1278.png"/><Relationship Id="rId11" Type="http://schemas.openxmlformats.org/officeDocument/2006/relationships/image" Target="../media/image1225.png"/><Relationship Id="rId32" Type="http://schemas.openxmlformats.org/officeDocument/2006/relationships/customXml" Target="../ink/ink1293.xml"/><Relationship Id="rId37" Type="http://schemas.openxmlformats.org/officeDocument/2006/relationships/image" Target="../media/image1239.png"/><Relationship Id="rId53" Type="http://schemas.openxmlformats.org/officeDocument/2006/relationships/image" Target="../media/image1248.png"/><Relationship Id="rId58" Type="http://schemas.openxmlformats.org/officeDocument/2006/relationships/customXml" Target="../ink/ink1306.xml"/><Relationship Id="rId74" Type="http://schemas.openxmlformats.org/officeDocument/2006/relationships/customXml" Target="../ink/ink1314.xml"/><Relationship Id="rId79" Type="http://schemas.openxmlformats.org/officeDocument/2006/relationships/image" Target="../media/image1263.png"/><Relationship Id="rId102" Type="http://schemas.openxmlformats.org/officeDocument/2006/relationships/customXml" Target="../ink/ink1328.xml"/><Relationship Id="rId5" Type="http://schemas.openxmlformats.org/officeDocument/2006/relationships/image" Target="../media/image1222.png"/><Relationship Id="rId90" Type="http://schemas.openxmlformats.org/officeDocument/2006/relationships/customXml" Target="../ink/ink1322.xml"/><Relationship Id="rId95" Type="http://schemas.openxmlformats.org/officeDocument/2006/relationships/image" Target="../media/image1272.png"/><Relationship Id="rId22" Type="http://schemas.openxmlformats.org/officeDocument/2006/relationships/customXml" Target="../ink/ink1288.xml"/><Relationship Id="rId27" Type="http://schemas.openxmlformats.org/officeDocument/2006/relationships/image" Target="../media/image1234.png"/><Relationship Id="rId43" Type="http://schemas.openxmlformats.org/officeDocument/2006/relationships/image" Target="../media/image1243.png"/><Relationship Id="rId48" Type="http://schemas.openxmlformats.org/officeDocument/2006/relationships/customXml" Target="../ink/ink1301.xml"/><Relationship Id="rId64" Type="http://schemas.openxmlformats.org/officeDocument/2006/relationships/customXml" Target="../ink/ink1309.xml"/><Relationship Id="rId69" Type="http://schemas.openxmlformats.org/officeDocument/2006/relationships/image" Target="../media/image1257.png"/><Relationship Id="rId113" Type="http://schemas.openxmlformats.org/officeDocument/2006/relationships/image" Target="../media/image1282.png"/><Relationship Id="rId80" Type="http://schemas.openxmlformats.org/officeDocument/2006/relationships/customXml" Target="../ink/ink1317.xml"/><Relationship Id="rId85" Type="http://schemas.openxmlformats.org/officeDocument/2006/relationships/image" Target="../media/image1266.png"/><Relationship Id="rId12" Type="http://schemas.openxmlformats.org/officeDocument/2006/relationships/customXml" Target="../ink/ink1283.xml"/><Relationship Id="rId17" Type="http://schemas.openxmlformats.org/officeDocument/2006/relationships/image" Target="../media/image1228.png"/><Relationship Id="rId33" Type="http://schemas.openxmlformats.org/officeDocument/2006/relationships/image" Target="../media/image1237.png"/><Relationship Id="rId38" Type="http://schemas.openxmlformats.org/officeDocument/2006/relationships/customXml" Target="../ink/ink1296.xml"/><Relationship Id="rId59" Type="http://schemas.openxmlformats.org/officeDocument/2006/relationships/image" Target="../media/image1252.png"/><Relationship Id="rId103" Type="http://schemas.openxmlformats.org/officeDocument/2006/relationships/image" Target="../media/image1276.png"/><Relationship Id="rId108" Type="http://schemas.openxmlformats.org/officeDocument/2006/relationships/customXml" Target="../ink/ink1331.xml"/><Relationship Id="rId54" Type="http://schemas.openxmlformats.org/officeDocument/2006/relationships/customXml" Target="../ink/ink1304.xml"/><Relationship Id="rId70" Type="http://schemas.openxmlformats.org/officeDocument/2006/relationships/customXml" Target="../ink/ink1312.xml"/><Relationship Id="rId75" Type="http://schemas.openxmlformats.org/officeDocument/2006/relationships/image" Target="../media/image1261.png"/><Relationship Id="rId91" Type="http://schemas.openxmlformats.org/officeDocument/2006/relationships/image" Target="../media/image1269.png"/><Relationship Id="rId96" Type="http://schemas.openxmlformats.org/officeDocument/2006/relationships/customXml" Target="../ink/ink132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80.xml"/><Relationship Id="rId15" Type="http://schemas.openxmlformats.org/officeDocument/2006/relationships/image" Target="../media/image1227.png"/><Relationship Id="rId23" Type="http://schemas.openxmlformats.org/officeDocument/2006/relationships/image" Target="../media/image1232.png"/><Relationship Id="rId28" Type="http://schemas.openxmlformats.org/officeDocument/2006/relationships/customXml" Target="../ink/ink1291.xml"/><Relationship Id="rId36" Type="http://schemas.openxmlformats.org/officeDocument/2006/relationships/customXml" Target="../ink/ink1295.xml"/><Relationship Id="rId49" Type="http://schemas.openxmlformats.org/officeDocument/2006/relationships/image" Target="../media/image1246.png"/><Relationship Id="rId57" Type="http://schemas.openxmlformats.org/officeDocument/2006/relationships/image" Target="../media/image1251.png"/><Relationship Id="rId106" Type="http://schemas.openxmlformats.org/officeDocument/2006/relationships/customXml" Target="../ink/ink1330.xml"/><Relationship Id="rId10" Type="http://schemas.openxmlformats.org/officeDocument/2006/relationships/customXml" Target="../ink/ink1282.xml"/><Relationship Id="rId31" Type="http://schemas.openxmlformats.org/officeDocument/2006/relationships/image" Target="../media/image1236.png"/><Relationship Id="rId44" Type="http://schemas.openxmlformats.org/officeDocument/2006/relationships/customXml" Target="../ink/ink1299.xml"/><Relationship Id="rId52" Type="http://schemas.openxmlformats.org/officeDocument/2006/relationships/customXml" Target="../ink/ink1303.xml"/><Relationship Id="rId60" Type="http://schemas.openxmlformats.org/officeDocument/2006/relationships/customXml" Target="../ink/ink1307.xml"/><Relationship Id="rId65" Type="http://schemas.openxmlformats.org/officeDocument/2006/relationships/image" Target="../media/image1255.png"/><Relationship Id="rId73" Type="http://schemas.openxmlformats.org/officeDocument/2006/relationships/image" Target="../media/image1259.png"/><Relationship Id="rId78" Type="http://schemas.openxmlformats.org/officeDocument/2006/relationships/customXml" Target="../ink/ink1316.xml"/><Relationship Id="rId81" Type="http://schemas.openxmlformats.org/officeDocument/2006/relationships/image" Target="../media/image1264.png"/><Relationship Id="rId86" Type="http://schemas.openxmlformats.org/officeDocument/2006/relationships/customXml" Target="../ink/ink1320.xml"/><Relationship Id="rId94" Type="http://schemas.openxmlformats.org/officeDocument/2006/relationships/customXml" Target="../ink/ink1324.xml"/><Relationship Id="rId99" Type="http://schemas.openxmlformats.org/officeDocument/2006/relationships/image" Target="../media/image1274.png"/><Relationship Id="rId101" Type="http://schemas.openxmlformats.org/officeDocument/2006/relationships/image" Target="../media/image1275.png"/><Relationship Id="rId4" Type="http://schemas.openxmlformats.org/officeDocument/2006/relationships/customXml" Target="../ink/ink1279.xml"/><Relationship Id="rId9" Type="http://schemas.openxmlformats.org/officeDocument/2006/relationships/image" Target="../media/image1224.png"/><Relationship Id="rId13" Type="http://schemas.openxmlformats.org/officeDocument/2006/relationships/image" Target="../media/image1226.png"/><Relationship Id="rId18" Type="http://schemas.openxmlformats.org/officeDocument/2006/relationships/customXml" Target="../ink/ink1286.xml"/><Relationship Id="rId39" Type="http://schemas.openxmlformats.org/officeDocument/2006/relationships/image" Target="../media/image1241.png"/><Relationship Id="rId109" Type="http://schemas.openxmlformats.org/officeDocument/2006/relationships/image" Target="../media/image1279.png"/><Relationship Id="rId34" Type="http://schemas.openxmlformats.org/officeDocument/2006/relationships/customXml" Target="../ink/ink1294.xml"/><Relationship Id="rId50" Type="http://schemas.openxmlformats.org/officeDocument/2006/relationships/customXml" Target="../ink/ink1302.xml"/><Relationship Id="rId55" Type="http://schemas.openxmlformats.org/officeDocument/2006/relationships/image" Target="../media/image1249.png"/><Relationship Id="rId76" Type="http://schemas.openxmlformats.org/officeDocument/2006/relationships/customXml" Target="../ink/ink1315.xml"/><Relationship Id="rId97" Type="http://schemas.openxmlformats.org/officeDocument/2006/relationships/image" Target="../media/image1273.png"/><Relationship Id="rId104" Type="http://schemas.openxmlformats.org/officeDocument/2006/relationships/customXml" Target="../ink/ink1329.xml"/><Relationship Id="rId7" Type="http://schemas.openxmlformats.org/officeDocument/2006/relationships/image" Target="../media/image1223.png"/><Relationship Id="rId71" Type="http://schemas.openxmlformats.org/officeDocument/2006/relationships/image" Target="../media/image1258.png"/><Relationship Id="rId92" Type="http://schemas.openxmlformats.org/officeDocument/2006/relationships/customXml" Target="../ink/ink1323.xml"/><Relationship Id="rId2" Type="http://schemas.openxmlformats.org/officeDocument/2006/relationships/image" Target="../media/image1219.png"/><Relationship Id="rId29" Type="http://schemas.openxmlformats.org/officeDocument/2006/relationships/image" Target="../media/image1235.png"/><Relationship Id="rId24" Type="http://schemas.openxmlformats.org/officeDocument/2006/relationships/customXml" Target="../ink/ink1289.xml"/><Relationship Id="rId40" Type="http://schemas.openxmlformats.org/officeDocument/2006/relationships/customXml" Target="../ink/ink1297.xml"/><Relationship Id="rId45" Type="http://schemas.openxmlformats.org/officeDocument/2006/relationships/image" Target="../media/image1244.png"/><Relationship Id="rId66" Type="http://schemas.openxmlformats.org/officeDocument/2006/relationships/customXml" Target="../ink/ink1310.xml"/><Relationship Id="rId87" Type="http://schemas.openxmlformats.org/officeDocument/2006/relationships/image" Target="../media/image1267.png"/><Relationship Id="rId110" Type="http://schemas.openxmlformats.org/officeDocument/2006/relationships/customXml" Target="../ink/ink1332.xml"/><Relationship Id="rId61" Type="http://schemas.openxmlformats.org/officeDocument/2006/relationships/image" Target="../media/image1253.png"/><Relationship Id="rId82" Type="http://schemas.openxmlformats.org/officeDocument/2006/relationships/customXml" Target="../ink/ink1318.xml"/><Relationship Id="rId19" Type="http://schemas.openxmlformats.org/officeDocument/2006/relationships/image" Target="../media/image1229.png"/><Relationship Id="rId14" Type="http://schemas.openxmlformats.org/officeDocument/2006/relationships/customXml" Target="../ink/ink1284.xml"/><Relationship Id="rId30" Type="http://schemas.openxmlformats.org/officeDocument/2006/relationships/customXml" Target="../ink/ink1292.xml"/><Relationship Id="rId35" Type="http://schemas.openxmlformats.org/officeDocument/2006/relationships/image" Target="../media/image1238.png"/><Relationship Id="rId56" Type="http://schemas.openxmlformats.org/officeDocument/2006/relationships/customXml" Target="../ink/ink1305.xml"/><Relationship Id="rId77" Type="http://schemas.openxmlformats.org/officeDocument/2006/relationships/image" Target="../media/image1262.png"/><Relationship Id="rId100" Type="http://schemas.openxmlformats.org/officeDocument/2006/relationships/customXml" Target="../ink/ink1327.xml"/><Relationship Id="rId105" Type="http://schemas.openxmlformats.org/officeDocument/2006/relationships/image" Target="../media/image1277.png"/><Relationship Id="rId8" Type="http://schemas.openxmlformats.org/officeDocument/2006/relationships/customXml" Target="../ink/ink1281.xml"/><Relationship Id="rId51" Type="http://schemas.openxmlformats.org/officeDocument/2006/relationships/image" Target="../media/image1247.png"/><Relationship Id="rId72" Type="http://schemas.openxmlformats.org/officeDocument/2006/relationships/customXml" Target="../ink/ink1313.xml"/><Relationship Id="rId93" Type="http://schemas.openxmlformats.org/officeDocument/2006/relationships/image" Target="../media/image1271.png"/><Relationship Id="rId98" Type="http://schemas.openxmlformats.org/officeDocument/2006/relationships/customXml" Target="../ink/ink1326.xml"/><Relationship Id="rId3" Type="http://schemas.openxmlformats.org/officeDocument/2006/relationships/image" Target="../media/image1221.png"/><Relationship Id="rId25" Type="http://schemas.openxmlformats.org/officeDocument/2006/relationships/image" Target="../media/image1233.png"/><Relationship Id="rId46" Type="http://schemas.openxmlformats.org/officeDocument/2006/relationships/customXml" Target="../ink/ink1300.xml"/><Relationship Id="rId67" Type="http://schemas.openxmlformats.org/officeDocument/2006/relationships/image" Target="../media/image1256.png"/><Relationship Id="rId20" Type="http://schemas.openxmlformats.org/officeDocument/2006/relationships/customXml" Target="../ink/ink1287.xml"/><Relationship Id="rId41" Type="http://schemas.openxmlformats.org/officeDocument/2006/relationships/image" Target="../media/image1242.png"/><Relationship Id="rId62" Type="http://schemas.openxmlformats.org/officeDocument/2006/relationships/customXml" Target="../ink/ink1308.xml"/><Relationship Id="rId83" Type="http://schemas.openxmlformats.org/officeDocument/2006/relationships/image" Target="../media/image1265.png"/><Relationship Id="rId88" Type="http://schemas.openxmlformats.org/officeDocument/2006/relationships/customXml" Target="../ink/ink1321.xml"/><Relationship Id="rId111" Type="http://schemas.openxmlformats.org/officeDocument/2006/relationships/image" Target="../media/image1281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391.xml"/><Relationship Id="rId21" Type="http://schemas.openxmlformats.org/officeDocument/2006/relationships/customXml" Target="../ink/ink1343.xml"/><Relationship Id="rId63" Type="http://schemas.openxmlformats.org/officeDocument/2006/relationships/customXml" Target="../ink/ink1364.xml"/><Relationship Id="rId159" Type="http://schemas.openxmlformats.org/officeDocument/2006/relationships/customXml" Target="../ink/ink1412.xml"/><Relationship Id="rId170" Type="http://schemas.openxmlformats.org/officeDocument/2006/relationships/image" Target="../media/image1376.png"/><Relationship Id="rId226" Type="http://schemas.openxmlformats.org/officeDocument/2006/relationships/image" Target="../media/image1404.png"/><Relationship Id="rId268" Type="http://schemas.openxmlformats.org/officeDocument/2006/relationships/image" Target="../media/image1425.png"/><Relationship Id="rId32" Type="http://schemas.openxmlformats.org/officeDocument/2006/relationships/image" Target="../media/image1299.png"/><Relationship Id="rId74" Type="http://schemas.openxmlformats.org/officeDocument/2006/relationships/image" Target="../media/image1323.png"/><Relationship Id="rId128" Type="http://schemas.openxmlformats.org/officeDocument/2006/relationships/image" Target="../media/image1353.png"/><Relationship Id="rId5" Type="http://schemas.openxmlformats.org/officeDocument/2006/relationships/customXml" Target="../ink/ink1335.xml"/><Relationship Id="rId181" Type="http://schemas.openxmlformats.org/officeDocument/2006/relationships/customXml" Target="../ink/ink1423.xml"/><Relationship Id="rId237" Type="http://schemas.openxmlformats.org/officeDocument/2006/relationships/customXml" Target="../ink/ink1451.xml"/><Relationship Id="rId279" Type="http://schemas.openxmlformats.org/officeDocument/2006/relationships/customXml" Target="../ink/ink1472.xml"/><Relationship Id="rId43" Type="http://schemas.openxmlformats.org/officeDocument/2006/relationships/customXml" Target="../ink/ink1354.xml"/><Relationship Id="rId139" Type="http://schemas.openxmlformats.org/officeDocument/2006/relationships/customXml" Target="../ink/ink1402.xml"/><Relationship Id="rId290" Type="http://schemas.openxmlformats.org/officeDocument/2006/relationships/image" Target="../media/image1436.png"/><Relationship Id="rId85" Type="http://schemas.openxmlformats.org/officeDocument/2006/relationships/customXml" Target="../ink/ink1375.xml"/><Relationship Id="rId150" Type="http://schemas.openxmlformats.org/officeDocument/2006/relationships/image" Target="../media/image1365.png"/><Relationship Id="rId192" Type="http://schemas.openxmlformats.org/officeDocument/2006/relationships/image" Target="../media/image1387.png"/><Relationship Id="rId206" Type="http://schemas.openxmlformats.org/officeDocument/2006/relationships/image" Target="../media/image1394.png"/><Relationship Id="rId248" Type="http://schemas.openxmlformats.org/officeDocument/2006/relationships/image" Target="../media/image1415.png"/><Relationship Id="rId269" Type="http://schemas.openxmlformats.org/officeDocument/2006/relationships/customXml" Target="../ink/ink1467.xml"/><Relationship Id="rId12" Type="http://schemas.openxmlformats.org/officeDocument/2006/relationships/image" Target="../media/image1288.png"/><Relationship Id="rId33" Type="http://schemas.openxmlformats.org/officeDocument/2006/relationships/customXml" Target="../ink/ink1349.xml"/><Relationship Id="rId108" Type="http://schemas.openxmlformats.org/officeDocument/2006/relationships/image" Target="../media/image1342.png"/><Relationship Id="rId129" Type="http://schemas.openxmlformats.org/officeDocument/2006/relationships/customXml" Target="../ink/ink1397.xml"/><Relationship Id="rId280" Type="http://schemas.openxmlformats.org/officeDocument/2006/relationships/image" Target="../media/image1431.png"/><Relationship Id="rId54" Type="http://schemas.openxmlformats.org/officeDocument/2006/relationships/image" Target="../media/image1312.png"/><Relationship Id="rId75" Type="http://schemas.openxmlformats.org/officeDocument/2006/relationships/customXml" Target="../ink/ink1370.xml"/><Relationship Id="rId96" Type="http://schemas.openxmlformats.org/officeDocument/2006/relationships/image" Target="../media/image1335.png"/><Relationship Id="rId140" Type="http://schemas.openxmlformats.org/officeDocument/2006/relationships/image" Target="../media/image1359.png"/><Relationship Id="rId161" Type="http://schemas.openxmlformats.org/officeDocument/2006/relationships/customXml" Target="../ink/ink1413.xml"/><Relationship Id="rId182" Type="http://schemas.openxmlformats.org/officeDocument/2006/relationships/image" Target="../media/image1382.png"/><Relationship Id="rId217" Type="http://schemas.openxmlformats.org/officeDocument/2006/relationships/customXml" Target="../ink/ink1441.xml"/><Relationship Id="rId6" Type="http://schemas.openxmlformats.org/officeDocument/2006/relationships/image" Target="../media/image1285.png"/><Relationship Id="rId238" Type="http://schemas.openxmlformats.org/officeDocument/2006/relationships/image" Target="../media/image1410.png"/><Relationship Id="rId259" Type="http://schemas.openxmlformats.org/officeDocument/2006/relationships/customXml" Target="../ink/ink1462.xml"/><Relationship Id="rId23" Type="http://schemas.openxmlformats.org/officeDocument/2006/relationships/customXml" Target="../ink/ink1344.xml"/><Relationship Id="rId119" Type="http://schemas.openxmlformats.org/officeDocument/2006/relationships/customXml" Target="../ink/ink1392.xml"/><Relationship Id="rId270" Type="http://schemas.openxmlformats.org/officeDocument/2006/relationships/image" Target="../media/image1426.png"/><Relationship Id="rId44" Type="http://schemas.openxmlformats.org/officeDocument/2006/relationships/image" Target="../media/image1306.png"/><Relationship Id="rId65" Type="http://schemas.openxmlformats.org/officeDocument/2006/relationships/customXml" Target="../ink/ink1365.xml"/><Relationship Id="rId86" Type="http://schemas.openxmlformats.org/officeDocument/2006/relationships/image" Target="../media/image1329.png"/><Relationship Id="rId130" Type="http://schemas.openxmlformats.org/officeDocument/2006/relationships/image" Target="../media/image1354.png"/><Relationship Id="rId151" Type="http://schemas.openxmlformats.org/officeDocument/2006/relationships/customXml" Target="../ink/ink1408.xml"/><Relationship Id="rId172" Type="http://schemas.openxmlformats.org/officeDocument/2006/relationships/image" Target="../media/image1377.png"/><Relationship Id="rId193" Type="http://schemas.openxmlformats.org/officeDocument/2006/relationships/customXml" Target="../ink/ink1429.xml"/><Relationship Id="rId207" Type="http://schemas.openxmlformats.org/officeDocument/2006/relationships/customXml" Target="../ink/ink1436.xml"/><Relationship Id="rId228" Type="http://schemas.openxmlformats.org/officeDocument/2006/relationships/image" Target="../media/image1405.png"/><Relationship Id="rId249" Type="http://schemas.openxmlformats.org/officeDocument/2006/relationships/customXml" Target="../ink/ink1457.xml"/><Relationship Id="rId13" Type="http://schemas.openxmlformats.org/officeDocument/2006/relationships/customXml" Target="../ink/ink1339.xml"/><Relationship Id="rId109" Type="http://schemas.openxmlformats.org/officeDocument/2006/relationships/customXml" Target="../ink/ink1387.xml"/><Relationship Id="rId260" Type="http://schemas.openxmlformats.org/officeDocument/2006/relationships/image" Target="../media/image1421.png"/><Relationship Id="rId281" Type="http://schemas.openxmlformats.org/officeDocument/2006/relationships/customXml" Target="../ink/ink1473.xml"/><Relationship Id="rId34" Type="http://schemas.openxmlformats.org/officeDocument/2006/relationships/image" Target="../media/image1301.png"/><Relationship Id="rId55" Type="http://schemas.openxmlformats.org/officeDocument/2006/relationships/customXml" Target="../ink/ink1360.xml"/><Relationship Id="rId76" Type="http://schemas.openxmlformats.org/officeDocument/2006/relationships/image" Target="../media/image1324.png"/><Relationship Id="rId97" Type="http://schemas.openxmlformats.org/officeDocument/2006/relationships/customXml" Target="../ink/ink1381.xml"/><Relationship Id="rId120" Type="http://schemas.openxmlformats.org/officeDocument/2006/relationships/image" Target="../media/image1348.png"/><Relationship Id="rId141" Type="http://schemas.openxmlformats.org/officeDocument/2006/relationships/customXml" Target="../ink/ink1403.xml"/><Relationship Id="rId7" Type="http://schemas.openxmlformats.org/officeDocument/2006/relationships/customXml" Target="../ink/ink1336.xml"/><Relationship Id="rId162" Type="http://schemas.openxmlformats.org/officeDocument/2006/relationships/image" Target="../media/image1372.png"/><Relationship Id="rId183" Type="http://schemas.openxmlformats.org/officeDocument/2006/relationships/customXml" Target="../ink/ink1424.xml"/><Relationship Id="rId218" Type="http://schemas.openxmlformats.org/officeDocument/2006/relationships/image" Target="../media/image1400.png"/><Relationship Id="rId239" Type="http://schemas.openxmlformats.org/officeDocument/2006/relationships/customXml" Target="../ink/ink1452.xml"/><Relationship Id="rId250" Type="http://schemas.openxmlformats.org/officeDocument/2006/relationships/image" Target="../media/image1416.png"/><Relationship Id="rId271" Type="http://schemas.openxmlformats.org/officeDocument/2006/relationships/customXml" Target="../ink/ink1468.xml"/><Relationship Id="rId24" Type="http://schemas.openxmlformats.org/officeDocument/2006/relationships/image" Target="../media/image1295.png"/><Relationship Id="rId45" Type="http://schemas.openxmlformats.org/officeDocument/2006/relationships/customXml" Target="../ink/ink1355.xml"/><Relationship Id="rId66" Type="http://schemas.openxmlformats.org/officeDocument/2006/relationships/image" Target="../media/image1318.png"/><Relationship Id="rId87" Type="http://schemas.openxmlformats.org/officeDocument/2006/relationships/customXml" Target="../ink/ink1376.xml"/><Relationship Id="rId110" Type="http://schemas.openxmlformats.org/officeDocument/2006/relationships/image" Target="../media/image1343.png"/><Relationship Id="rId131" Type="http://schemas.openxmlformats.org/officeDocument/2006/relationships/customXml" Target="../ink/ink1398.xml"/><Relationship Id="rId152" Type="http://schemas.openxmlformats.org/officeDocument/2006/relationships/image" Target="../media/image1366.png"/><Relationship Id="rId173" Type="http://schemas.openxmlformats.org/officeDocument/2006/relationships/customXml" Target="../ink/ink1419.xml"/><Relationship Id="rId194" Type="http://schemas.openxmlformats.org/officeDocument/2006/relationships/image" Target="../media/image1388.png"/><Relationship Id="rId208" Type="http://schemas.openxmlformats.org/officeDocument/2006/relationships/image" Target="../media/image1395.png"/><Relationship Id="rId229" Type="http://schemas.openxmlformats.org/officeDocument/2006/relationships/customXml" Target="../ink/ink1447.xml"/><Relationship Id="rId240" Type="http://schemas.openxmlformats.org/officeDocument/2006/relationships/image" Target="../media/image1411.png"/><Relationship Id="rId261" Type="http://schemas.openxmlformats.org/officeDocument/2006/relationships/customXml" Target="../ink/ink1463.xml"/><Relationship Id="rId14" Type="http://schemas.openxmlformats.org/officeDocument/2006/relationships/image" Target="../media/image1289.png"/><Relationship Id="rId35" Type="http://schemas.openxmlformats.org/officeDocument/2006/relationships/customXml" Target="../ink/ink1350.xml"/><Relationship Id="rId56" Type="http://schemas.openxmlformats.org/officeDocument/2006/relationships/image" Target="../media/image1313.png"/><Relationship Id="rId77" Type="http://schemas.openxmlformats.org/officeDocument/2006/relationships/customXml" Target="../ink/ink1371.xml"/><Relationship Id="rId100" Type="http://schemas.openxmlformats.org/officeDocument/2006/relationships/image" Target="../media/image1337.png"/><Relationship Id="rId282" Type="http://schemas.openxmlformats.org/officeDocument/2006/relationships/image" Target="../media/image1432.png"/><Relationship Id="rId8" Type="http://schemas.openxmlformats.org/officeDocument/2006/relationships/image" Target="../media/image1286.png"/><Relationship Id="rId98" Type="http://schemas.openxmlformats.org/officeDocument/2006/relationships/image" Target="../media/image1336.png"/><Relationship Id="rId121" Type="http://schemas.openxmlformats.org/officeDocument/2006/relationships/customXml" Target="../ink/ink1393.xml"/><Relationship Id="rId142" Type="http://schemas.openxmlformats.org/officeDocument/2006/relationships/image" Target="../media/image1361.png"/><Relationship Id="rId163" Type="http://schemas.openxmlformats.org/officeDocument/2006/relationships/customXml" Target="../ink/ink1414.xml"/><Relationship Id="rId184" Type="http://schemas.openxmlformats.org/officeDocument/2006/relationships/image" Target="../media/image1383.png"/><Relationship Id="rId219" Type="http://schemas.openxmlformats.org/officeDocument/2006/relationships/customXml" Target="../ink/ink1442.xml"/><Relationship Id="rId230" Type="http://schemas.openxmlformats.org/officeDocument/2006/relationships/image" Target="../media/image1406.png"/><Relationship Id="rId251" Type="http://schemas.openxmlformats.org/officeDocument/2006/relationships/customXml" Target="../ink/ink1458.xml"/><Relationship Id="rId25" Type="http://schemas.openxmlformats.org/officeDocument/2006/relationships/customXml" Target="../ink/ink1345.xml"/><Relationship Id="rId46" Type="http://schemas.openxmlformats.org/officeDocument/2006/relationships/image" Target="../media/image1307.png"/><Relationship Id="rId67" Type="http://schemas.openxmlformats.org/officeDocument/2006/relationships/customXml" Target="../ink/ink1366.xml"/><Relationship Id="rId272" Type="http://schemas.openxmlformats.org/officeDocument/2006/relationships/image" Target="../media/image1427.png"/><Relationship Id="rId88" Type="http://schemas.openxmlformats.org/officeDocument/2006/relationships/image" Target="../media/image1331.png"/><Relationship Id="rId111" Type="http://schemas.openxmlformats.org/officeDocument/2006/relationships/customXml" Target="../ink/ink1388.xml"/><Relationship Id="rId132" Type="http://schemas.openxmlformats.org/officeDocument/2006/relationships/image" Target="../media/image1355.png"/><Relationship Id="rId153" Type="http://schemas.openxmlformats.org/officeDocument/2006/relationships/customXml" Target="../ink/ink1409.xml"/><Relationship Id="rId174" Type="http://schemas.openxmlformats.org/officeDocument/2006/relationships/image" Target="../media/image1378.png"/><Relationship Id="rId195" Type="http://schemas.openxmlformats.org/officeDocument/2006/relationships/customXml" Target="../ink/ink1430.xml"/><Relationship Id="rId209" Type="http://schemas.openxmlformats.org/officeDocument/2006/relationships/customXml" Target="../ink/ink1437.xml"/><Relationship Id="rId220" Type="http://schemas.openxmlformats.org/officeDocument/2006/relationships/image" Target="../media/image1401.png"/><Relationship Id="rId241" Type="http://schemas.openxmlformats.org/officeDocument/2006/relationships/customXml" Target="../ink/ink1453.xml"/><Relationship Id="rId15" Type="http://schemas.openxmlformats.org/officeDocument/2006/relationships/customXml" Target="../ink/ink1340.xml"/><Relationship Id="rId36" Type="http://schemas.openxmlformats.org/officeDocument/2006/relationships/image" Target="../media/image1302.png"/><Relationship Id="rId57" Type="http://schemas.openxmlformats.org/officeDocument/2006/relationships/customXml" Target="../ink/ink1361.xml"/><Relationship Id="rId262" Type="http://schemas.openxmlformats.org/officeDocument/2006/relationships/image" Target="../media/image1422.png"/><Relationship Id="rId283" Type="http://schemas.openxmlformats.org/officeDocument/2006/relationships/customXml" Target="../ink/ink1474.xml"/><Relationship Id="rId78" Type="http://schemas.openxmlformats.org/officeDocument/2006/relationships/image" Target="../media/image1325.png"/><Relationship Id="rId99" Type="http://schemas.openxmlformats.org/officeDocument/2006/relationships/customXml" Target="../ink/ink1382.xml"/><Relationship Id="rId101" Type="http://schemas.openxmlformats.org/officeDocument/2006/relationships/customXml" Target="../ink/ink1383.xml"/><Relationship Id="rId122" Type="http://schemas.openxmlformats.org/officeDocument/2006/relationships/image" Target="../media/image1349.png"/><Relationship Id="rId143" Type="http://schemas.openxmlformats.org/officeDocument/2006/relationships/customXml" Target="../ink/ink1404.xml"/><Relationship Id="rId164" Type="http://schemas.openxmlformats.org/officeDocument/2006/relationships/image" Target="../media/image1373.png"/><Relationship Id="rId185" Type="http://schemas.openxmlformats.org/officeDocument/2006/relationships/customXml" Target="../ink/ink1425.xml"/><Relationship Id="rId9" Type="http://schemas.openxmlformats.org/officeDocument/2006/relationships/customXml" Target="../ink/ink1337.xml"/><Relationship Id="rId210" Type="http://schemas.openxmlformats.org/officeDocument/2006/relationships/image" Target="../media/image1396.png"/><Relationship Id="rId26" Type="http://schemas.openxmlformats.org/officeDocument/2006/relationships/image" Target="../media/image1296.png"/><Relationship Id="rId231" Type="http://schemas.openxmlformats.org/officeDocument/2006/relationships/customXml" Target="../ink/ink1448.xml"/><Relationship Id="rId252" Type="http://schemas.openxmlformats.org/officeDocument/2006/relationships/image" Target="../media/image1417.png"/><Relationship Id="rId273" Type="http://schemas.openxmlformats.org/officeDocument/2006/relationships/customXml" Target="../ink/ink1469.xml"/><Relationship Id="rId47" Type="http://schemas.openxmlformats.org/officeDocument/2006/relationships/customXml" Target="../ink/ink1356.xml"/><Relationship Id="rId68" Type="http://schemas.openxmlformats.org/officeDocument/2006/relationships/image" Target="../media/image1319.png"/><Relationship Id="rId89" Type="http://schemas.openxmlformats.org/officeDocument/2006/relationships/customXml" Target="../ink/ink1377.xml"/><Relationship Id="rId112" Type="http://schemas.openxmlformats.org/officeDocument/2006/relationships/image" Target="../media/image1344.png"/><Relationship Id="rId133" Type="http://schemas.openxmlformats.org/officeDocument/2006/relationships/customXml" Target="../ink/ink1399.xml"/><Relationship Id="rId154" Type="http://schemas.openxmlformats.org/officeDocument/2006/relationships/image" Target="../media/image1367.png"/><Relationship Id="rId175" Type="http://schemas.openxmlformats.org/officeDocument/2006/relationships/customXml" Target="../ink/ink1420.xml"/><Relationship Id="rId196" Type="http://schemas.openxmlformats.org/officeDocument/2006/relationships/image" Target="../media/image1389.png"/><Relationship Id="rId200" Type="http://schemas.openxmlformats.org/officeDocument/2006/relationships/image" Target="../media/image1391.png"/><Relationship Id="rId16" Type="http://schemas.openxmlformats.org/officeDocument/2006/relationships/image" Target="../media/image1291.png"/><Relationship Id="rId221" Type="http://schemas.openxmlformats.org/officeDocument/2006/relationships/customXml" Target="../ink/ink1443.xml"/><Relationship Id="rId242" Type="http://schemas.openxmlformats.org/officeDocument/2006/relationships/image" Target="../media/image1412.png"/><Relationship Id="rId263" Type="http://schemas.openxmlformats.org/officeDocument/2006/relationships/customXml" Target="../ink/ink1464.xml"/><Relationship Id="rId284" Type="http://schemas.openxmlformats.org/officeDocument/2006/relationships/image" Target="../media/image1433.png"/><Relationship Id="rId37" Type="http://schemas.openxmlformats.org/officeDocument/2006/relationships/customXml" Target="../ink/ink1351.xml"/><Relationship Id="rId58" Type="http://schemas.openxmlformats.org/officeDocument/2006/relationships/image" Target="../media/image1314.png"/><Relationship Id="rId79" Type="http://schemas.openxmlformats.org/officeDocument/2006/relationships/customXml" Target="../ink/ink1372.xml"/><Relationship Id="rId102" Type="http://schemas.openxmlformats.org/officeDocument/2006/relationships/image" Target="../media/image1338.png"/><Relationship Id="rId123" Type="http://schemas.openxmlformats.org/officeDocument/2006/relationships/customXml" Target="../ink/ink1394.xml"/><Relationship Id="rId144" Type="http://schemas.openxmlformats.org/officeDocument/2006/relationships/image" Target="../media/image1362.png"/><Relationship Id="rId90" Type="http://schemas.openxmlformats.org/officeDocument/2006/relationships/image" Target="../media/image1332.png"/><Relationship Id="rId165" Type="http://schemas.openxmlformats.org/officeDocument/2006/relationships/customXml" Target="../ink/ink1415.xml"/><Relationship Id="rId186" Type="http://schemas.openxmlformats.org/officeDocument/2006/relationships/image" Target="../media/image1384.png"/><Relationship Id="rId211" Type="http://schemas.openxmlformats.org/officeDocument/2006/relationships/customXml" Target="../ink/ink1438.xml"/><Relationship Id="rId232" Type="http://schemas.openxmlformats.org/officeDocument/2006/relationships/image" Target="../media/image1407.png"/><Relationship Id="rId253" Type="http://schemas.openxmlformats.org/officeDocument/2006/relationships/customXml" Target="../ink/ink1459.xml"/><Relationship Id="rId274" Type="http://schemas.openxmlformats.org/officeDocument/2006/relationships/image" Target="../media/image1428.png"/><Relationship Id="rId27" Type="http://schemas.openxmlformats.org/officeDocument/2006/relationships/customXml" Target="../ink/ink1346.xml"/><Relationship Id="rId48" Type="http://schemas.openxmlformats.org/officeDocument/2006/relationships/image" Target="../media/image1308.png"/><Relationship Id="rId69" Type="http://schemas.openxmlformats.org/officeDocument/2006/relationships/customXml" Target="../ink/ink1367.xml"/><Relationship Id="rId113" Type="http://schemas.openxmlformats.org/officeDocument/2006/relationships/customXml" Target="../ink/ink1389.xml"/><Relationship Id="rId134" Type="http://schemas.openxmlformats.org/officeDocument/2006/relationships/image" Target="../media/image1356.png"/><Relationship Id="rId80" Type="http://schemas.openxmlformats.org/officeDocument/2006/relationships/image" Target="../media/image1326.png"/><Relationship Id="rId155" Type="http://schemas.openxmlformats.org/officeDocument/2006/relationships/customXml" Target="../ink/ink1410.xml"/><Relationship Id="rId176" Type="http://schemas.openxmlformats.org/officeDocument/2006/relationships/image" Target="../media/image1379.png"/><Relationship Id="rId197" Type="http://schemas.openxmlformats.org/officeDocument/2006/relationships/customXml" Target="../ink/ink1431.xml"/><Relationship Id="rId201" Type="http://schemas.openxmlformats.org/officeDocument/2006/relationships/customXml" Target="../ink/ink1433.xml"/><Relationship Id="rId222" Type="http://schemas.openxmlformats.org/officeDocument/2006/relationships/image" Target="../media/image1402.png"/><Relationship Id="rId243" Type="http://schemas.openxmlformats.org/officeDocument/2006/relationships/customXml" Target="../ink/ink1454.xml"/><Relationship Id="rId264" Type="http://schemas.openxmlformats.org/officeDocument/2006/relationships/image" Target="../media/image1423.png"/><Relationship Id="rId285" Type="http://schemas.openxmlformats.org/officeDocument/2006/relationships/customXml" Target="../ink/ink1475.xml"/><Relationship Id="rId17" Type="http://schemas.openxmlformats.org/officeDocument/2006/relationships/customXml" Target="../ink/ink1341.xml"/><Relationship Id="rId38" Type="http://schemas.openxmlformats.org/officeDocument/2006/relationships/image" Target="../media/image1303.png"/><Relationship Id="rId59" Type="http://schemas.openxmlformats.org/officeDocument/2006/relationships/customXml" Target="../ink/ink1362.xml"/><Relationship Id="rId103" Type="http://schemas.openxmlformats.org/officeDocument/2006/relationships/customXml" Target="../ink/ink1384.xml"/><Relationship Id="rId124" Type="http://schemas.openxmlformats.org/officeDocument/2006/relationships/image" Target="../media/image1351.png"/><Relationship Id="rId70" Type="http://schemas.openxmlformats.org/officeDocument/2006/relationships/image" Target="../media/image1321.png"/><Relationship Id="rId91" Type="http://schemas.openxmlformats.org/officeDocument/2006/relationships/customXml" Target="../ink/ink1378.xml"/><Relationship Id="rId145" Type="http://schemas.openxmlformats.org/officeDocument/2006/relationships/customXml" Target="../ink/ink1405.xml"/><Relationship Id="rId166" Type="http://schemas.openxmlformats.org/officeDocument/2006/relationships/image" Target="../media/image1374.png"/><Relationship Id="rId187" Type="http://schemas.openxmlformats.org/officeDocument/2006/relationships/customXml" Target="../ink/ink142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397.png"/><Relationship Id="rId233" Type="http://schemas.openxmlformats.org/officeDocument/2006/relationships/customXml" Target="../ink/ink1449.xml"/><Relationship Id="rId254" Type="http://schemas.openxmlformats.org/officeDocument/2006/relationships/image" Target="../media/image1418.png"/><Relationship Id="rId28" Type="http://schemas.openxmlformats.org/officeDocument/2006/relationships/image" Target="../media/image1297.png"/><Relationship Id="rId49" Type="http://schemas.openxmlformats.org/officeDocument/2006/relationships/customXml" Target="../ink/ink1357.xml"/><Relationship Id="rId114" Type="http://schemas.openxmlformats.org/officeDocument/2006/relationships/image" Target="../media/image1345.png"/><Relationship Id="rId275" Type="http://schemas.openxmlformats.org/officeDocument/2006/relationships/customXml" Target="../ink/ink1470.xml"/><Relationship Id="rId60" Type="http://schemas.openxmlformats.org/officeDocument/2006/relationships/image" Target="../media/image1315.png"/><Relationship Id="rId81" Type="http://schemas.openxmlformats.org/officeDocument/2006/relationships/customXml" Target="../ink/ink1373.xml"/><Relationship Id="rId135" Type="http://schemas.openxmlformats.org/officeDocument/2006/relationships/customXml" Target="../ink/ink1400.xml"/><Relationship Id="rId156" Type="http://schemas.openxmlformats.org/officeDocument/2006/relationships/image" Target="../media/image1368.png"/><Relationship Id="rId177" Type="http://schemas.openxmlformats.org/officeDocument/2006/relationships/customXml" Target="../ink/ink1421.xml"/><Relationship Id="rId198" Type="http://schemas.openxmlformats.org/officeDocument/2006/relationships/image" Target="../media/image1390.png"/><Relationship Id="rId202" Type="http://schemas.openxmlformats.org/officeDocument/2006/relationships/image" Target="../media/image1392.png"/><Relationship Id="rId223" Type="http://schemas.openxmlformats.org/officeDocument/2006/relationships/customXml" Target="../ink/ink1444.xml"/><Relationship Id="rId244" Type="http://schemas.openxmlformats.org/officeDocument/2006/relationships/image" Target="../media/image1413.png"/><Relationship Id="rId18" Type="http://schemas.openxmlformats.org/officeDocument/2006/relationships/image" Target="../media/image1292.png"/><Relationship Id="rId39" Type="http://schemas.openxmlformats.org/officeDocument/2006/relationships/customXml" Target="../ink/ink1352.xml"/><Relationship Id="rId265" Type="http://schemas.openxmlformats.org/officeDocument/2006/relationships/customXml" Target="../ink/ink1465.xml"/><Relationship Id="rId286" Type="http://schemas.openxmlformats.org/officeDocument/2006/relationships/image" Target="../media/image1434.png"/><Relationship Id="rId50" Type="http://schemas.openxmlformats.org/officeDocument/2006/relationships/image" Target="../media/image1309.png"/><Relationship Id="rId104" Type="http://schemas.openxmlformats.org/officeDocument/2006/relationships/image" Target="../media/image1339.png"/><Relationship Id="rId125" Type="http://schemas.openxmlformats.org/officeDocument/2006/relationships/customXml" Target="../ink/ink1395.xml"/><Relationship Id="rId146" Type="http://schemas.openxmlformats.org/officeDocument/2006/relationships/image" Target="../media/image1363.png"/><Relationship Id="rId167" Type="http://schemas.openxmlformats.org/officeDocument/2006/relationships/customXml" Target="../ink/ink1416.xml"/><Relationship Id="rId188" Type="http://schemas.openxmlformats.org/officeDocument/2006/relationships/image" Target="../media/image1385.png"/><Relationship Id="rId71" Type="http://schemas.openxmlformats.org/officeDocument/2006/relationships/customXml" Target="../ink/ink1368.xml"/><Relationship Id="rId92" Type="http://schemas.openxmlformats.org/officeDocument/2006/relationships/image" Target="../media/image1333.png"/><Relationship Id="rId213" Type="http://schemas.openxmlformats.org/officeDocument/2006/relationships/customXml" Target="../ink/ink1439.xml"/><Relationship Id="rId234" Type="http://schemas.openxmlformats.org/officeDocument/2006/relationships/image" Target="../media/image1408.png"/><Relationship Id="rId2" Type="http://schemas.openxmlformats.org/officeDocument/2006/relationships/image" Target="../media/image1283.png"/><Relationship Id="rId29" Type="http://schemas.openxmlformats.org/officeDocument/2006/relationships/customXml" Target="../ink/ink1347.xml"/><Relationship Id="rId255" Type="http://schemas.openxmlformats.org/officeDocument/2006/relationships/customXml" Target="../ink/ink1460.xml"/><Relationship Id="rId276" Type="http://schemas.openxmlformats.org/officeDocument/2006/relationships/image" Target="../media/image1429.png"/><Relationship Id="rId40" Type="http://schemas.openxmlformats.org/officeDocument/2006/relationships/image" Target="../media/image1304.png"/><Relationship Id="rId115" Type="http://schemas.openxmlformats.org/officeDocument/2006/relationships/customXml" Target="../ink/ink1390.xml"/><Relationship Id="rId136" Type="http://schemas.openxmlformats.org/officeDocument/2006/relationships/image" Target="../media/image1357.png"/><Relationship Id="rId157" Type="http://schemas.openxmlformats.org/officeDocument/2006/relationships/customXml" Target="../ink/ink1411.xml"/><Relationship Id="rId178" Type="http://schemas.openxmlformats.org/officeDocument/2006/relationships/image" Target="../media/image1380.png"/><Relationship Id="rId61" Type="http://schemas.openxmlformats.org/officeDocument/2006/relationships/customXml" Target="../ink/ink1363.xml"/><Relationship Id="rId82" Type="http://schemas.openxmlformats.org/officeDocument/2006/relationships/image" Target="../media/image1327.png"/><Relationship Id="rId199" Type="http://schemas.openxmlformats.org/officeDocument/2006/relationships/customXml" Target="../ink/ink1432.xml"/><Relationship Id="rId203" Type="http://schemas.openxmlformats.org/officeDocument/2006/relationships/customXml" Target="../ink/ink1434.xml"/><Relationship Id="rId19" Type="http://schemas.openxmlformats.org/officeDocument/2006/relationships/customXml" Target="../ink/ink1342.xml"/><Relationship Id="rId224" Type="http://schemas.openxmlformats.org/officeDocument/2006/relationships/image" Target="../media/image1403.png"/><Relationship Id="rId245" Type="http://schemas.openxmlformats.org/officeDocument/2006/relationships/customXml" Target="../ink/ink1455.xml"/><Relationship Id="rId266" Type="http://schemas.openxmlformats.org/officeDocument/2006/relationships/image" Target="../media/image1424.png"/><Relationship Id="rId287" Type="http://schemas.openxmlformats.org/officeDocument/2006/relationships/customXml" Target="../ink/ink1476.xml"/><Relationship Id="rId30" Type="http://schemas.openxmlformats.org/officeDocument/2006/relationships/image" Target="../media/image1298.png"/><Relationship Id="rId105" Type="http://schemas.openxmlformats.org/officeDocument/2006/relationships/customXml" Target="../ink/ink1385.xml"/><Relationship Id="rId126" Type="http://schemas.openxmlformats.org/officeDocument/2006/relationships/image" Target="../media/image1352.png"/><Relationship Id="rId147" Type="http://schemas.openxmlformats.org/officeDocument/2006/relationships/customXml" Target="../ink/ink1406.xml"/><Relationship Id="rId168" Type="http://schemas.openxmlformats.org/officeDocument/2006/relationships/image" Target="../media/image1375.png"/><Relationship Id="rId51" Type="http://schemas.openxmlformats.org/officeDocument/2006/relationships/customXml" Target="../ink/ink1358.xml"/><Relationship Id="rId72" Type="http://schemas.openxmlformats.org/officeDocument/2006/relationships/image" Target="../media/image1322.png"/><Relationship Id="rId93" Type="http://schemas.openxmlformats.org/officeDocument/2006/relationships/customXml" Target="../ink/ink1379.xml"/><Relationship Id="rId189" Type="http://schemas.openxmlformats.org/officeDocument/2006/relationships/customXml" Target="../ink/ink1427.xml"/><Relationship Id="rId3" Type="http://schemas.openxmlformats.org/officeDocument/2006/relationships/customXml" Target="../ink/ink1334.xml"/><Relationship Id="rId214" Type="http://schemas.openxmlformats.org/officeDocument/2006/relationships/image" Target="../media/image1398.png"/><Relationship Id="rId235" Type="http://schemas.openxmlformats.org/officeDocument/2006/relationships/customXml" Target="../ink/ink1450.xml"/><Relationship Id="rId256" Type="http://schemas.openxmlformats.org/officeDocument/2006/relationships/image" Target="../media/image1419.png"/><Relationship Id="rId277" Type="http://schemas.openxmlformats.org/officeDocument/2006/relationships/customXml" Target="../ink/ink1471.xml"/><Relationship Id="rId116" Type="http://schemas.openxmlformats.org/officeDocument/2006/relationships/image" Target="../media/image1346.png"/><Relationship Id="rId137" Type="http://schemas.openxmlformats.org/officeDocument/2006/relationships/customXml" Target="../ink/ink1401.xml"/><Relationship Id="rId158" Type="http://schemas.openxmlformats.org/officeDocument/2006/relationships/image" Target="../media/image1369.png"/><Relationship Id="rId20" Type="http://schemas.openxmlformats.org/officeDocument/2006/relationships/image" Target="../media/image1293.png"/><Relationship Id="rId41" Type="http://schemas.openxmlformats.org/officeDocument/2006/relationships/customXml" Target="../ink/ink1353.xml"/><Relationship Id="rId62" Type="http://schemas.openxmlformats.org/officeDocument/2006/relationships/image" Target="../media/image1316.png"/><Relationship Id="rId83" Type="http://schemas.openxmlformats.org/officeDocument/2006/relationships/customXml" Target="../ink/ink1374.xml"/><Relationship Id="rId179" Type="http://schemas.openxmlformats.org/officeDocument/2006/relationships/customXml" Target="../ink/ink1422.xml"/><Relationship Id="rId190" Type="http://schemas.openxmlformats.org/officeDocument/2006/relationships/image" Target="../media/image1386.png"/><Relationship Id="rId204" Type="http://schemas.openxmlformats.org/officeDocument/2006/relationships/image" Target="../media/image1393.png"/><Relationship Id="rId225" Type="http://schemas.openxmlformats.org/officeDocument/2006/relationships/customXml" Target="../ink/ink1445.xml"/><Relationship Id="rId246" Type="http://schemas.openxmlformats.org/officeDocument/2006/relationships/image" Target="../media/image1414.png"/><Relationship Id="rId267" Type="http://schemas.openxmlformats.org/officeDocument/2006/relationships/customXml" Target="../ink/ink1466.xml"/><Relationship Id="rId288" Type="http://schemas.openxmlformats.org/officeDocument/2006/relationships/image" Target="../media/image1435.png"/><Relationship Id="rId106" Type="http://schemas.openxmlformats.org/officeDocument/2006/relationships/image" Target="../media/image1341.png"/><Relationship Id="rId127" Type="http://schemas.openxmlformats.org/officeDocument/2006/relationships/customXml" Target="../ink/ink1396.xml"/><Relationship Id="rId10" Type="http://schemas.openxmlformats.org/officeDocument/2006/relationships/image" Target="../media/image1287.png"/><Relationship Id="rId31" Type="http://schemas.openxmlformats.org/officeDocument/2006/relationships/customXml" Target="../ink/ink1348.xml"/><Relationship Id="rId52" Type="http://schemas.openxmlformats.org/officeDocument/2006/relationships/image" Target="../media/image1311.png"/><Relationship Id="rId73" Type="http://schemas.openxmlformats.org/officeDocument/2006/relationships/customXml" Target="../ink/ink1369.xml"/><Relationship Id="rId94" Type="http://schemas.openxmlformats.org/officeDocument/2006/relationships/image" Target="../media/image1334.png"/><Relationship Id="rId148" Type="http://schemas.openxmlformats.org/officeDocument/2006/relationships/image" Target="../media/image1364.png"/><Relationship Id="rId169" Type="http://schemas.openxmlformats.org/officeDocument/2006/relationships/customXml" Target="../ink/ink1417.xml"/><Relationship Id="rId4" Type="http://schemas.openxmlformats.org/officeDocument/2006/relationships/image" Target="../media/image1284.png"/><Relationship Id="rId180" Type="http://schemas.openxmlformats.org/officeDocument/2006/relationships/image" Target="../media/image1381.png"/><Relationship Id="rId215" Type="http://schemas.openxmlformats.org/officeDocument/2006/relationships/customXml" Target="../ink/ink1440.xml"/><Relationship Id="rId236" Type="http://schemas.openxmlformats.org/officeDocument/2006/relationships/image" Target="../media/image1409.png"/><Relationship Id="rId257" Type="http://schemas.openxmlformats.org/officeDocument/2006/relationships/customXml" Target="../ink/ink1461.xml"/><Relationship Id="rId278" Type="http://schemas.openxmlformats.org/officeDocument/2006/relationships/image" Target="../media/image1430.png"/><Relationship Id="rId42" Type="http://schemas.openxmlformats.org/officeDocument/2006/relationships/image" Target="../media/image1305.png"/><Relationship Id="rId84" Type="http://schemas.openxmlformats.org/officeDocument/2006/relationships/image" Target="../media/image1328.png"/><Relationship Id="rId138" Type="http://schemas.openxmlformats.org/officeDocument/2006/relationships/image" Target="../media/image1358.png"/><Relationship Id="rId191" Type="http://schemas.openxmlformats.org/officeDocument/2006/relationships/customXml" Target="../ink/ink1428.xml"/><Relationship Id="rId205" Type="http://schemas.openxmlformats.org/officeDocument/2006/relationships/customXml" Target="../ink/ink1435.xml"/><Relationship Id="rId247" Type="http://schemas.openxmlformats.org/officeDocument/2006/relationships/customXml" Target="../ink/ink1456.xml"/><Relationship Id="rId107" Type="http://schemas.openxmlformats.org/officeDocument/2006/relationships/customXml" Target="../ink/ink1386.xml"/><Relationship Id="rId289" Type="http://schemas.openxmlformats.org/officeDocument/2006/relationships/customXml" Target="../ink/ink1477.xml"/><Relationship Id="rId11" Type="http://schemas.openxmlformats.org/officeDocument/2006/relationships/customXml" Target="../ink/ink1338.xml"/><Relationship Id="rId53" Type="http://schemas.openxmlformats.org/officeDocument/2006/relationships/customXml" Target="../ink/ink1359.xml"/><Relationship Id="rId149" Type="http://schemas.openxmlformats.org/officeDocument/2006/relationships/customXml" Target="../ink/ink1407.xml"/><Relationship Id="rId95" Type="http://schemas.openxmlformats.org/officeDocument/2006/relationships/customXml" Target="../ink/ink1380.xml"/><Relationship Id="rId160" Type="http://schemas.openxmlformats.org/officeDocument/2006/relationships/image" Target="../media/image1371.png"/><Relationship Id="rId216" Type="http://schemas.openxmlformats.org/officeDocument/2006/relationships/image" Target="../media/image1399.png"/><Relationship Id="rId258" Type="http://schemas.openxmlformats.org/officeDocument/2006/relationships/image" Target="../media/image1420.png"/><Relationship Id="rId22" Type="http://schemas.openxmlformats.org/officeDocument/2006/relationships/image" Target="../media/image1294.png"/><Relationship Id="rId64" Type="http://schemas.openxmlformats.org/officeDocument/2006/relationships/image" Target="../media/image1317.png"/><Relationship Id="rId118" Type="http://schemas.openxmlformats.org/officeDocument/2006/relationships/image" Target="../media/image1347.png"/><Relationship Id="rId171" Type="http://schemas.openxmlformats.org/officeDocument/2006/relationships/customXml" Target="../ink/ink1418.xml"/><Relationship Id="rId227" Type="http://schemas.openxmlformats.org/officeDocument/2006/relationships/customXml" Target="../ink/ink144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483.xml"/><Relationship Id="rId18" Type="http://schemas.openxmlformats.org/officeDocument/2006/relationships/image" Target="../media/image1446.png"/><Relationship Id="rId26" Type="http://schemas.openxmlformats.org/officeDocument/2006/relationships/image" Target="../media/image1450.png"/><Relationship Id="rId39" Type="http://schemas.openxmlformats.org/officeDocument/2006/relationships/customXml" Target="../ink/ink1496.xml"/><Relationship Id="rId21" Type="http://schemas.openxmlformats.org/officeDocument/2006/relationships/customXml" Target="../ink/ink1487.xml"/><Relationship Id="rId34" Type="http://schemas.openxmlformats.org/officeDocument/2006/relationships/image" Target="../media/image1454.png"/><Relationship Id="rId42" Type="http://schemas.openxmlformats.org/officeDocument/2006/relationships/image" Target="../media/image1458.png"/><Relationship Id="rId47" Type="http://schemas.openxmlformats.org/officeDocument/2006/relationships/customXml" Target="../ink/ink1500.xml"/><Relationship Id="rId50" Type="http://schemas.openxmlformats.org/officeDocument/2006/relationships/image" Target="../media/image1462.png"/><Relationship Id="rId55" Type="http://schemas.openxmlformats.org/officeDocument/2006/relationships/customXml" Target="../ink/ink1504.xml"/><Relationship Id="rId7" Type="http://schemas.openxmlformats.org/officeDocument/2006/relationships/customXml" Target="../ink/ink1480.xml"/><Relationship Id="rId2" Type="http://schemas.openxmlformats.org/officeDocument/2006/relationships/image" Target="../media/image1438.png"/><Relationship Id="rId16" Type="http://schemas.openxmlformats.org/officeDocument/2006/relationships/image" Target="../media/image1445.png"/><Relationship Id="rId29" Type="http://schemas.openxmlformats.org/officeDocument/2006/relationships/customXml" Target="../ink/ink1491.xml"/><Relationship Id="rId11" Type="http://schemas.openxmlformats.org/officeDocument/2006/relationships/customXml" Target="../ink/ink1482.xml"/><Relationship Id="rId24" Type="http://schemas.openxmlformats.org/officeDocument/2006/relationships/image" Target="../media/image1449.png"/><Relationship Id="rId32" Type="http://schemas.openxmlformats.org/officeDocument/2006/relationships/image" Target="../media/image1453.png"/><Relationship Id="rId37" Type="http://schemas.openxmlformats.org/officeDocument/2006/relationships/customXml" Target="../ink/ink1495.xml"/><Relationship Id="rId40" Type="http://schemas.openxmlformats.org/officeDocument/2006/relationships/image" Target="../media/image1457.png"/><Relationship Id="rId45" Type="http://schemas.openxmlformats.org/officeDocument/2006/relationships/customXml" Target="../ink/ink1499.xml"/><Relationship Id="rId53" Type="http://schemas.openxmlformats.org/officeDocument/2006/relationships/customXml" Target="../ink/ink1503.xml"/><Relationship Id="rId58" Type="http://schemas.openxmlformats.org/officeDocument/2006/relationships/image" Target="../media/image1466.png"/><Relationship Id="rId5" Type="http://schemas.openxmlformats.org/officeDocument/2006/relationships/customXml" Target="../ink/ink1479.xml"/><Relationship Id="rId61" Type="http://schemas.openxmlformats.org/officeDocument/2006/relationships/customXml" Target="../ink/ink1507.xml"/><Relationship Id="rId19" Type="http://schemas.openxmlformats.org/officeDocument/2006/relationships/customXml" Target="../ink/ink1486.xml"/><Relationship Id="rId14" Type="http://schemas.openxmlformats.org/officeDocument/2006/relationships/image" Target="../media/image1444.png"/><Relationship Id="rId22" Type="http://schemas.openxmlformats.org/officeDocument/2006/relationships/image" Target="../media/image1448.png"/><Relationship Id="rId27" Type="http://schemas.openxmlformats.org/officeDocument/2006/relationships/customXml" Target="../ink/ink1490.xml"/><Relationship Id="rId30" Type="http://schemas.openxmlformats.org/officeDocument/2006/relationships/image" Target="../media/image1452.png"/><Relationship Id="rId35" Type="http://schemas.openxmlformats.org/officeDocument/2006/relationships/customXml" Target="../ink/ink1494.xml"/><Relationship Id="rId43" Type="http://schemas.openxmlformats.org/officeDocument/2006/relationships/customXml" Target="../ink/ink1498.xml"/><Relationship Id="rId48" Type="http://schemas.openxmlformats.org/officeDocument/2006/relationships/image" Target="../media/image1461.png"/><Relationship Id="rId56" Type="http://schemas.openxmlformats.org/officeDocument/2006/relationships/image" Target="../media/image1465.png"/><Relationship Id="rId8" Type="http://schemas.openxmlformats.org/officeDocument/2006/relationships/image" Target="../media/image1441.png"/><Relationship Id="rId51" Type="http://schemas.openxmlformats.org/officeDocument/2006/relationships/customXml" Target="../ink/ink1502.xml"/><Relationship Id="rId3" Type="http://schemas.openxmlformats.org/officeDocument/2006/relationships/customXml" Target="../ink/ink1478.xml"/><Relationship Id="rId12" Type="http://schemas.openxmlformats.org/officeDocument/2006/relationships/image" Target="../media/image1443.png"/><Relationship Id="rId17" Type="http://schemas.openxmlformats.org/officeDocument/2006/relationships/customXml" Target="../ink/ink1485.xml"/><Relationship Id="rId25" Type="http://schemas.openxmlformats.org/officeDocument/2006/relationships/customXml" Target="../ink/ink1489.xml"/><Relationship Id="rId33" Type="http://schemas.openxmlformats.org/officeDocument/2006/relationships/customXml" Target="../ink/ink1493.xml"/><Relationship Id="rId38" Type="http://schemas.openxmlformats.org/officeDocument/2006/relationships/image" Target="../media/image1456.png"/><Relationship Id="rId46" Type="http://schemas.openxmlformats.org/officeDocument/2006/relationships/image" Target="../media/image1460.png"/><Relationship Id="rId59" Type="http://schemas.openxmlformats.org/officeDocument/2006/relationships/customXml" Target="../ink/ink1506.xml"/><Relationship Id="rId20" Type="http://schemas.openxmlformats.org/officeDocument/2006/relationships/image" Target="../media/image1447.png"/><Relationship Id="rId41" Type="http://schemas.openxmlformats.org/officeDocument/2006/relationships/customXml" Target="../ink/ink1497.xml"/><Relationship Id="rId54" Type="http://schemas.openxmlformats.org/officeDocument/2006/relationships/image" Target="../media/image1464.png"/><Relationship Id="rId62" Type="http://schemas.openxmlformats.org/officeDocument/2006/relationships/image" Target="../media/image1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40.png"/><Relationship Id="rId15" Type="http://schemas.openxmlformats.org/officeDocument/2006/relationships/customXml" Target="../ink/ink1484.xml"/><Relationship Id="rId23" Type="http://schemas.openxmlformats.org/officeDocument/2006/relationships/customXml" Target="../ink/ink1488.xml"/><Relationship Id="rId28" Type="http://schemas.openxmlformats.org/officeDocument/2006/relationships/image" Target="../media/image1451.png"/><Relationship Id="rId36" Type="http://schemas.openxmlformats.org/officeDocument/2006/relationships/image" Target="../media/image1455.png"/><Relationship Id="rId49" Type="http://schemas.openxmlformats.org/officeDocument/2006/relationships/customXml" Target="../ink/ink1501.xml"/><Relationship Id="rId57" Type="http://schemas.openxmlformats.org/officeDocument/2006/relationships/customXml" Target="../ink/ink1505.xml"/><Relationship Id="rId10" Type="http://schemas.openxmlformats.org/officeDocument/2006/relationships/image" Target="../media/image1442.png"/><Relationship Id="rId31" Type="http://schemas.openxmlformats.org/officeDocument/2006/relationships/customXml" Target="../ink/ink1492.xml"/><Relationship Id="rId44" Type="http://schemas.openxmlformats.org/officeDocument/2006/relationships/image" Target="../media/image1459.png"/><Relationship Id="rId52" Type="http://schemas.openxmlformats.org/officeDocument/2006/relationships/image" Target="../media/image1463.png"/><Relationship Id="rId60" Type="http://schemas.openxmlformats.org/officeDocument/2006/relationships/image" Target="../media/image1467.png"/><Relationship Id="rId4" Type="http://schemas.openxmlformats.org/officeDocument/2006/relationships/image" Target="../media/image1439.png"/><Relationship Id="rId9" Type="http://schemas.openxmlformats.org/officeDocument/2006/relationships/customXml" Target="../ink/ink148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565.xml"/><Relationship Id="rId21" Type="http://schemas.openxmlformats.org/officeDocument/2006/relationships/customXml" Target="../ink/ink1517.xml"/><Relationship Id="rId42" Type="http://schemas.openxmlformats.org/officeDocument/2006/relationships/image" Target="../media/image1492.png"/><Relationship Id="rId63" Type="http://schemas.openxmlformats.org/officeDocument/2006/relationships/customXml" Target="../ink/ink1538.xml"/><Relationship Id="rId84" Type="http://schemas.openxmlformats.org/officeDocument/2006/relationships/image" Target="../media/image1514.png"/><Relationship Id="rId16" Type="http://schemas.openxmlformats.org/officeDocument/2006/relationships/image" Target="../media/image1479.png"/><Relationship Id="rId107" Type="http://schemas.openxmlformats.org/officeDocument/2006/relationships/customXml" Target="../ink/ink1560.xml"/><Relationship Id="rId11" Type="http://schemas.openxmlformats.org/officeDocument/2006/relationships/customXml" Target="../ink/ink1512.xml"/><Relationship Id="rId32" Type="http://schemas.openxmlformats.org/officeDocument/2006/relationships/image" Target="../media/image1487.png"/><Relationship Id="rId37" Type="http://schemas.openxmlformats.org/officeDocument/2006/relationships/customXml" Target="../ink/ink1525.xml"/><Relationship Id="rId53" Type="http://schemas.openxmlformats.org/officeDocument/2006/relationships/customXml" Target="../ink/ink1533.xml"/><Relationship Id="rId58" Type="http://schemas.openxmlformats.org/officeDocument/2006/relationships/image" Target="../media/image1500.png"/><Relationship Id="rId74" Type="http://schemas.openxmlformats.org/officeDocument/2006/relationships/image" Target="../media/image1508.png"/><Relationship Id="rId79" Type="http://schemas.openxmlformats.org/officeDocument/2006/relationships/customXml" Target="../ink/ink1546.xml"/><Relationship Id="rId102" Type="http://schemas.openxmlformats.org/officeDocument/2006/relationships/image" Target="../media/image1523.png"/><Relationship Id="rId123" Type="http://schemas.openxmlformats.org/officeDocument/2006/relationships/customXml" Target="../ink/ink1568.xml"/><Relationship Id="rId128" Type="http://schemas.openxmlformats.org/officeDocument/2006/relationships/image" Target="../media/image1536.png"/><Relationship Id="rId5" Type="http://schemas.openxmlformats.org/officeDocument/2006/relationships/customXml" Target="../ink/ink1509.xml"/><Relationship Id="rId90" Type="http://schemas.openxmlformats.org/officeDocument/2006/relationships/image" Target="../media/image1517.png"/><Relationship Id="rId95" Type="http://schemas.openxmlformats.org/officeDocument/2006/relationships/customXml" Target="../ink/ink1554.xml"/><Relationship Id="rId22" Type="http://schemas.openxmlformats.org/officeDocument/2006/relationships/image" Target="../media/image1482.png"/><Relationship Id="rId27" Type="http://schemas.openxmlformats.org/officeDocument/2006/relationships/customXml" Target="../ink/ink1520.xml"/><Relationship Id="rId43" Type="http://schemas.openxmlformats.org/officeDocument/2006/relationships/customXml" Target="../ink/ink1528.xml"/><Relationship Id="rId48" Type="http://schemas.openxmlformats.org/officeDocument/2006/relationships/image" Target="../media/image1495.png"/><Relationship Id="rId64" Type="http://schemas.openxmlformats.org/officeDocument/2006/relationships/image" Target="../media/image1503.png"/><Relationship Id="rId69" Type="http://schemas.openxmlformats.org/officeDocument/2006/relationships/customXml" Target="../ink/ink1541.xml"/><Relationship Id="rId113" Type="http://schemas.openxmlformats.org/officeDocument/2006/relationships/customXml" Target="../ink/ink1563.xml"/><Relationship Id="rId118" Type="http://schemas.openxmlformats.org/officeDocument/2006/relationships/image" Target="../media/image1531.png"/><Relationship Id="rId134" Type="http://schemas.openxmlformats.org/officeDocument/2006/relationships/image" Target="../media/image1539.png"/><Relationship Id="rId80" Type="http://schemas.openxmlformats.org/officeDocument/2006/relationships/image" Target="../media/image1512.png"/><Relationship Id="rId85" Type="http://schemas.openxmlformats.org/officeDocument/2006/relationships/customXml" Target="../ink/ink1549.xml"/><Relationship Id="rId12" Type="http://schemas.openxmlformats.org/officeDocument/2006/relationships/image" Target="../media/image1477.png"/><Relationship Id="rId17" Type="http://schemas.openxmlformats.org/officeDocument/2006/relationships/customXml" Target="../ink/ink1515.xml"/><Relationship Id="rId33" Type="http://schemas.openxmlformats.org/officeDocument/2006/relationships/customXml" Target="../ink/ink1523.xml"/><Relationship Id="rId38" Type="http://schemas.openxmlformats.org/officeDocument/2006/relationships/image" Target="../media/image1490.png"/><Relationship Id="rId59" Type="http://schemas.openxmlformats.org/officeDocument/2006/relationships/customXml" Target="../ink/ink1536.xml"/><Relationship Id="rId103" Type="http://schemas.openxmlformats.org/officeDocument/2006/relationships/customXml" Target="../ink/ink1558.xml"/><Relationship Id="rId108" Type="http://schemas.openxmlformats.org/officeDocument/2006/relationships/image" Target="../media/image1526.png"/><Relationship Id="rId124" Type="http://schemas.openxmlformats.org/officeDocument/2006/relationships/image" Target="../media/image1534.png"/><Relationship Id="rId129" Type="http://schemas.openxmlformats.org/officeDocument/2006/relationships/customXml" Target="../ink/ink1571.xml"/><Relationship Id="rId54" Type="http://schemas.openxmlformats.org/officeDocument/2006/relationships/image" Target="../media/image1498.png"/><Relationship Id="rId70" Type="http://schemas.openxmlformats.org/officeDocument/2006/relationships/image" Target="../media/image1506.png"/><Relationship Id="rId75" Type="http://schemas.openxmlformats.org/officeDocument/2006/relationships/customXml" Target="../ink/ink1544.xml"/><Relationship Id="rId91" Type="http://schemas.openxmlformats.org/officeDocument/2006/relationships/customXml" Target="../ink/ink1552.xml"/><Relationship Id="rId96" Type="http://schemas.openxmlformats.org/officeDocument/2006/relationships/image" Target="../media/image1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4.png"/><Relationship Id="rId23" Type="http://schemas.openxmlformats.org/officeDocument/2006/relationships/customXml" Target="../ink/ink1518.xml"/><Relationship Id="rId28" Type="http://schemas.openxmlformats.org/officeDocument/2006/relationships/image" Target="../media/image1485.png"/><Relationship Id="rId49" Type="http://schemas.openxmlformats.org/officeDocument/2006/relationships/customXml" Target="../ink/ink1531.xml"/><Relationship Id="rId114" Type="http://schemas.openxmlformats.org/officeDocument/2006/relationships/image" Target="../media/image1529.png"/><Relationship Id="rId119" Type="http://schemas.openxmlformats.org/officeDocument/2006/relationships/customXml" Target="../ink/ink1566.xml"/><Relationship Id="rId44" Type="http://schemas.openxmlformats.org/officeDocument/2006/relationships/image" Target="../media/image1493.png"/><Relationship Id="rId60" Type="http://schemas.openxmlformats.org/officeDocument/2006/relationships/image" Target="../media/image1501.png"/><Relationship Id="rId65" Type="http://schemas.openxmlformats.org/officeDocument/2006/relationships/customXml" Target="../ink/ink1539.xml"/><Relationship Id="rId81" Type="http://schemas.openxmlformats.org/officeDocument/2006/relationships/customXml" Target="../ink/ink1547.xml"/><Relationship Id="rId86" Type="http://schemas.openxmlformats.org/officeDocument/2006/relationships/image" Target="../media/image1515.png"/><Relationship Id="rId130" Type="http://schemas.openxmlformats.org/officeDocument/2006/relationships/image" Target="../media/image1537.png"/><Relationship Id="rId13" Type="http://schemas.openxmlformats.org/officeDocument/2006/relationships/customXml" Target="../ink/ink1513.xml"/><Relationship Id="rId18" Type="http://schemas.openxmlformats.org/officeDocument/2006/relationships/image" Target="../media/image1480.png"/><Relationship Id="rId39" Type="http://schemas.openxmlformats.org/officeDocument/2006/relationships/customXml" Target="../ink/ink1526.xml"/><Relationship Id="rId109" Type="http://schemas.openxmlformats.org/officeDocument/2006/relationships/customXml" Target="../ink/ink1561.xml"/><Relationship Id="rId34" Type="http://schemas.openxmlformats.org/officeDocument/2006/relationships/image" Target="../media/image1488.png"/><Relationship Id="rId50" Type="http://schemas.openxmlformats.org/officeDocument/2006/relationships/image" Target="../media/image1496.png"/><Relationship Id="rId55" Type="http://schemas.openxmlformats.org/officeDocument/2006/relationships/customXml" Target="../ink/ink1534.xml"/><Relationship Id="rId76" Type="http://schemas.openxmlformats.org/officeDocument/2006/relationships/image" Target="../media/image1509.png"/><Relationship Id="rId97" Type="http://schemas.openxmlformats.org/officeDocument/2006/relationships/customXml" Target="../ink/ink1555.xml"/><Relationship Id="rId104" Type="http://schemas.openxmlformats.org/officeDocument/2006/relationships/image" Target="../media/image1524.png"/><Relationship Id="rId120" Type="http://schemas.openxmlformats.org/officeDocument/2006/relationships/image" Target="../media/image1532.png"/><Relationship Id="rId125" Type="http://schemas.openxmlformats.org/officeDocument/2006/relationships/customXml" Target="../ink/ink1569.xml"/><Relationship Id="rId7" Type="http://schemas.openxmlformats.org/officeDocument/2006/relationships/customXml" Target="../ink/ink1510.xml"/><Relationship Id="rId71" Type="http://schemas.openxmlformats.org/officeDocument/2006/relationships/customXml" Target="../ink/ink1542.xml"/><Relationship Id="rId92" Type="http://schemas.openxmlformats.org/officeDocument/2006/relationships/image" Target="../media/image1518.png"/><Relationship Id="rId2" Type="http://schemas.openxmlformats.org/officeDocument/2006/relationships/image" Target="../media/image1472.png"/><Relationship Id="rId29" Type="http://schemas.openxmlformats.org/officeDocument/2006/relationships/customXml" Target="../ink/ink1521.xml"/><Relationship Id="rId24" Type="http://schemas.openxmlformats.org/officeDocument/2006/relationships/image" Target="../media/image1483.png"/><Relationship Id="rId40" Type="http://schemas.openxmlformats.org/officeDocument/2006/relationships/image" Target="../media/image1491.png"/><Relationship Id="rId45" Type="http://schemas.openxmlformats.org/officeDocument/2006/relationships/customXml" Target="../ink/ink1529.xml"/><Relationship Id="rId66" Type="http://schemas.openxmlformats.org/officeDocument/2006/relationships/image" Target="../media/image1504.png"/><Relationship Id="rId87" Type="http://schemas.openxmlformats.org/officeDocument/2006/relationships/customXml" Target="../ink/ink1550.xml"/><Relationship Id="rId110" Type="http://schemas.openxmlformats.org/officeDocument/2006/relationships/image" Target="../media/image1527.png"/><Relationship Id="rId115" Type="http://schemas.openxmlformats.org/officeDocument/2006/relationships/customXml" Target="../ink/ink1564.xml"/><Relationship Id="rId131" Type="http://schemas.openxmlformats.org/officeDocument/2006/relationships/customXml" Target="../ink/ink1572.xml"/><Relationship Id="rId61" Type="http://schemas.openxmlformats.org/officeDocument/2006/relationships/customXml" Target="../ink/ink1537.xml"/><Relationship Id="rId82" Type="http://schemas.openxmlformats.org/officeDocument/2006/relationships/image" Target="../media/image1513.png"/><Relationship Id="rId19" Type="http://schemas.openxmlformats.org/officeDocument/2006/relationships/customXml" Target="../ink/ink1516.xml"/><Relationship Id="rId14" Type="http://schemas.openxmlformats.org/officeDocument/2006/relationships/image" Target="../media/image1478.png"/><Relationship Id="rId30" Type="http://schemas.openxmlformats.org/officeDocument/2006/relationships/image" Target="../media/image1486.png"/><Relationship Id="rId35" Type="http://schemas.openxmlformats.org/officeDocument/2006/relationships/customXml" Target="../ink/ink1524.xml"/><Relationship Id="rId56" Type="http://schemas.openxmlformats.org/officeDocument/2006/relationships/image" Target="../media/image1499.png"/><Relationship Id="rId77" Type="http://schemas.openxmlformats.org/officeDocument/2006/relationships/customXml" Target="../ink/ink1545.xml"/><Relationship Id="rId100" Type="http://schemas.openxmlformats.org/officeDocument/2006/relationships/image" Target="../media/image1522.png"/><Relationship Id="rId105" Type="http://schemas.openxmlformats.org/officeDocument/2006/relationships/customXml" Target="../ink/ink1559.xml"/><Relationship Id="rId126" Type="http://schemas.openxmlformats.org/officeDocument/2006/relationships/image" Target="../media/image1535.png"/><Relationship Id="rId8" Type="http://schemas.openxmlformats.org/officeDocument/2006/relationships/image" Target="../media/image1475.png"/><Relationship Id="rId51" Type="http://schemas.openxmlformats.org/officeDocument/2006/relationships/customXml" Target="../ink/ink1532.xml"/><Relationship Id="rId72" Type="http://schemas.openxmlformats.org/officeDocument/2006/relationships/image" Target="../media/image1507.png"/><Relationship Id="rId93" Type="http://schemas.openxmlformats.org/officeDocument/2006/relationships/customXml" Target="../ink/ink1553.xml"/><Relationship Id="rId98" Type="http://schemas.openxmlformats.org/officeDocument/2006/relationships/image" Target="../media/image1521.png"/><Relationship Id="rId121" Type="http://schemas.openxmlformats.org/officeDocument/2006/relationships/customXml" Target="../ink/ink1567.xml"/><Relationship Id="rId3" Type="http://schemas.openxmlformats.org/officeDocument/2006/relationships/customXml" Target="../ink/ink1508.xml"/><Relationship Id="rId25" Type="http://schemas.openxmlformats.org/officeDocument/2006/relationships/customXml" Target="../ink/ink1519.xml"/><Relationship Id="rId46" Type="http://schemas.openxmlformats.org/officeDocument/2006/relationships/image" Target="../media/image1494.png"/><Relationship Id="rId67" Type="http://schemas.openxmlformats.org/officeDocument/2006/relationships/customXml" Target="../ink/ink1540.xml"/><Relationship Id="rId116" Type="http://schemas.openxmlformats.org/officeDocument/2006/relationships/image" Target="../media/image1530.png"/><Relationship Id="rId20" Type="http://schemas.openxmlformats.org/officeDocument/2006/relationships/image" Target="../media/image1481.png"/><Relationship Id="rId41" Type="http://schemas.openxmlformats.org/officeDocument/2006/relationships/customXml" Target="../ink/ink1527.xml"/><Relationship Id="rId62" Type="http://schemas.openxmlformats.org/officeDocument/2006/relationships/image" Target="../media/image1502.png"/><Relationship Id="rId83" Type="http://schemas.openxmlformats.org/officeDocument/2006/relationships/customXml" Target="../ink/ink1548.xml"/><Relationship Id="rId88" Type="http://schemas.openxmlformats.org/officeDocument/2006/relationships/image" Target="../media/image1516.png"/><Relationship Id="rId111" Type="http://schemas.openxmlformats.org/officeDocument/2006/relationships/customXml" Target="../ink/ink1562.xml"/><Relationship Id="rId132" Type="http://schemas.openxmlformats.org/officeDocument/2006/relationships/image" Target="../media/image1538.png"/><Relationship Id="rId15" Type="http://schemas.openxmlformats.org/officeDocument/2006/relationships/customXml" Target="../ink/ink1514.xml"/><Relationship Id="rId36" Type="http://schemas.openxmlformats.org/officeDocument/2006/relationships/image" Target="../media/image1489.png"/><Relationship Id="rId57" Type="http://schemas.openxmlformats.org/officeDocument/2006/relationships/customXml" Target="../ink/ink1535.xml"/><Relationship Id="rId106" Type="http://schemas.openxmlformats.org/officeDocument/2006/relationships/image" Target="../media/image1525.png"/><Relationship Id="rId127" Type="http://schemas.openxmlformats.org/officeDocument/2006/relationships/customXml" Target="../ink/ink1570.xml"/><Relationship Id="rId10" Type="http://schemas.openxmlformats.org/officeDocument/2006/relationships/image" Target="../media/image1476.png"/><Relationship Id="rId31" Type="http://schemas.openxmlformats.org/officeDocument/2006/relationships/customXml" Target="../ink/ink1522.xml"/><Relationship Id="rId52" Type="http://schemas.openxmlformats.org/officeDocument/2006/relationships/image" Target="../media/image1497.png"/><Relationship Id="rId73" Type="http://schemas.openxmlformats.org/officeDocument/2006/relationships/customXml" Target="../ink/ink1543.xml"/><Relationship Id="rId78" Type="http://schemas.openxmlformats.org/officeDocument/2006/relationships/image" Target="../media/image1511.png"/><Relationship Id="rId94" Type="http://schemas.openxmlformats.org/officeDocument/2006/relationships/image" Target="../media/image1519.png"/><Relationship Id="rId99" Type="http://schemas.openxmlformats.org/officeDocument/2006/relationships/customXml" Target="../ink/ink1556.xml"/><Relationship Id="rId101" Type="http://schemas.openxmlformats.org/officeDocument/2006/relationships/customXml" Target="../ink/ink1557.xml"/><Relationship Id="rId122" Type="http://schemas.openxmlformats.org/officeDocument/2006/relationships/image" Target="../media/image1533.png"/><Relationship Id="rId4" Type="http://schemas.openxmlformats.org/officeDocument/2006/relationships/image" Target="../media/image1473.png"/><Relationship Id="rId9" Type="http://schemas.openxmlformats.org/officeDocument/2006/relationships/customXml" Target="../ink/ink1511.xml"/><Relationship Id="rId26" Type="http://schemas.openxmlformats.org/officeDocument/2006/relationships/image" Target="../media/image1484.png"/><Relationship Id="rId47" Type="http://schemas.openxmlformats.org/officeDocument/2006/relationships/customXml" Target="../ink/ink1530.xml"/><Relationship Id="rId68" Type="http://schemas.openxmlformats.org/officeDocument/2006/relationships/image" Target="../media/image1505.png"/><Relationship Id="rId89" Type="http://schemas.openxmlformats.org/officeDocument/2006/relationships/customXml" Target="../ink/ink1551.xml"/><Relationship Id="rId112" Type="http://schemas.openxmlformats.org/officeDocument/2006/relationships/image" Target="../media/image1528.png"/><Relationship Id="rId133" Type="http://schemas.openxmlformats.org/officeDocument/2006/relationships/customXml" Target="../ink/ink1573.xml"/></Relationships>
</file>

<file path=ppt/slides/_rels/slide3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631.xml"/><Relationship Id="rId21" Type="http://schemas.openxmlformats.org/officeDocument/2006/relationships/customXml" Target="../ink/ink1583.xml"/><Relationship Id="rId42" Type="http://schemas.openxmlformats.org/officeDocument/2006/relationships/image" Target="../media/image1556.png"/><Relationship Id="rId63" Type="http://schemas.openxmlformats.org/officeDocument/2006/relationships/customXml" Target="../ink/ink1604.xml"/><Relationship Id="rId84" Type="http://schemas.openxmlformats.org/officeDocument/2006/relationships/image" Target="../media/image1577.png"/><Relationship Id="rId138" Type="http://schemas.openxmlformats.org/officeDocument/2006/relationships/image" Target="../media/image1604.png"/><Relationship Id="rId159" Type="http://schemas.openxmlformats.org/officeDocument/2006/relationships/customXml" Target="../ink/ink1652.xml"/><Relationship Id="rId170" Type="http://schemas.openxmlformats.org/officeDocument/2006/relationships/image" Target="../media/image1621.png"/><Relationship Id="rId191" Type="http://schemas.openxmlformats.org/officeDocument/2006/relationships/customXml" Target="../ink/ink1668.xml"/><Relationship Id="rId205" Type="http://schemas.openxmlformats.org/officeDocument/2006/relationships/customXml" Target="../ink/ink1675.xml"/><Relationship Id="rId226" Type="http://schemas.openxmlformats.org/officeDocument/2006/relationships/image" Target="../media/image1649.png"/><Relationship Id="rId247" Type="http://schemas.openxmlformats.org/officeDocument/2006/relationships/customXml" Target="../ink/ink1696.xml"/><Relationship Id="rId107" Type="http://schemas.openxmlformats.org/officeDocument/2006/relationships/customXml" Target="../ink/ink1626.xml"/><Relationship Id="rId11" Type="http://schemas.openxmlformats.org/officeDocument/2006/relationships/customXml" Target="../ink/ink1578.xml"/><Relationship Id="rId32" Type="http://schemas.openxmlformats.org/officeDocument/2006/relationships/image" Target="../media/image1551.png"/><Relationship Id="rId53" Type="http://schemas.openxmlformats.org/officeDocument/2006/relationships/customXml" Target="../ink/ink1599.xml"/><Relationship Id="rId74" Type="http://schemas.openxmlformats.org/officeDocument/2006/relationships/image" Target="../media/image1572.png"/><Relationship Id="rId128" Type="http://schemas.openxmlformats.org/officeDocument/2006/relationships/image" Target="../media/image1599.png"/><Relationship Id="rId149" Type="http://schemas.openxmlformats.org/officeDocument/2006/relationships/customXml" Target="../ink/ink1647.xml"/><Relationship Id="rId5" Type="http://schemas.openxmlformats.org/officeDocument/2006/relationships/customXml" Target="../ink/ink1575.xml"/><Relationship Id="rId95" Type="http://schemas.openxmlformats.org/officeDocument/2006/relationships/customXml" Target="../ink/ink1620.xml"/><Relationship Id="rId160" Type="http://schemas.openxmlformats.org/officeDocument/2006/relationships/image" Target="../media/image1616.png"/><Relationship Id="rId181" Type="http://schemas.openxmlformats.org/officeDocument/2006/relationships/customXml" Target="../ink/ink1663.xml"/><Relationship Id="rId216" Type="http://schemas.openxmlformats.org/officeDocument/2006/relationships/image" Target="../media/image1644.png"/><Relationship Id="rId237" Type="http://schemas.openxmlformats.org/officeDocument/2006/relationships/customXml" Target="../ink/ink1691.xml"/><Relationship Id="rId22" Type="http://schemas.openxmlformats.org/officeDocument/2006/relationships/image" Target="../media/image1546.png"/><Relationship Id="rId43" Type="http://schemas.openxmlformats.org/officeDocument/2006/relationships/customXml" Target="../ink/ink1594.xml"/><Relationship Id="rId64" Type="http://schemas.openxmlformats.org/officeDocument/2006/relationships/image" Target="../media/image1567.png"/><Relationship Id="rId118" Type="http://schemas.openxmlformats.org/officeDocument/2006/relationships/image" Target="../media/image1594.png"/><Relationship Id="rId139" Type="http://schemas.openxmlformats.org/officeDocument/2006/relationships/customXml" Target="../ink/ink1642.xml"/><Relationship Id="rId85" Type="http://schemas.openxmlformats.org/officeDocument/2006/relationships/customXml" Target="../ink/ink1615.xml"/><Relationship Id="rId150" Type="http://schemas.openxmlformats.org/officeDocument/2006/relationships/image" Target="../media/image1611.png"/><Relationship Id="rId171" Type="http://schemas.openxmlformats.org/officeDocument/2006/relationships/customXml" Target="../ink/ink1658.xml"/><Relationship Id="rId192" Type="http://schemas.openxmlformats.org/officeDocument/2006/relationships/image" Target="../media/image1632.png"/><Relationship Id="rId206" Type="http://schemas.openxmlformats.org/officeDocument/2006/relationships/image" Target="../media/image1639.png"/><Relationship Id="rId227" Type="http://schemas.openxmlformats.org/officeDocument/2006/relationships/customXml" Target="../ink/ink1686.xml"/><Relationship Id="rId248" Type="http://schemas.openxmlformats.org/officeDocument/2006/relationships/image" Target="../media/image1660.png"/><Relationship Id="rId12" Type="http://schemas.openxmlformats.org/officeDocument/2006/relationships/image" Target="../media/image1541.png"/><Relationship Id="rId33" Type="http://schemas.openxmlformats.org/officeDocument/2006/relationships/customXml" Target="../ink/ink1589.xml"/><Relationship Id="rId108" Type="http://schemas.openxmlformats.org/officeDocument/2006/relationships/image" Target="../media/image1589.png"/><Relationship Id="rId129" Type="http://schemas.openxmlformats.org/officeDocument/2006/relationships/customXml" Target="../ink/ink1637.xml"/><Relationship Id="rId54" Type="http://schemas.openxmlformats.org/officeDocument/2006/relationships/image" Target="../media/image1562.png"/><Relationship Id="rId75" Type="http://schemas.openxmlformats.org/officeDocument/2006/relationships/customXml" Target="../ink/ink1610.xml"/><Relationship Id="rId96" Type="http://schemas.openxmlformats.org/officeDocument/2006/relationships/image" Target="../media/image1583.png"/><Relationship Id="rId140" Type="http://schemas.openxmlformats.org/officeDocument/2006/relationships/image" Target="../media/image1605.png"/><Relationship Id="rId161" Type="http://schemas.openxmlformats.org/officeDocument/2006/relationships/customXml" Target="../ink/ink1653.xml"/><Relationship Id="rId182" Type="http://schemas.openxmlformats.org/officeDocument/2006/relationships/image" Target="../media/image1627.png"/><Relationship Id="rId217" Type="http://schemas.openxmlformats.org/officeDocument/2006/relationships/customXml" Target="../ink/ink1681.xml"/><Relationship Id="rId6" Type="http://schemas.openxmlformats.org/officeDocument/2006/relationships/image" Target="../media/image1700.png"/><Relationship Id="rId238" Type="http://schemas.openxmlformats.org/officeDocument/2006/relationships/image" Target="../media/image1655.png"/><Relationship Id="rId23" Type="http://schemas.openxmlformats.org/officeDocument/2006/relationships/customXml" Target="../ink/ink1584.xml"/><Relationship Id="rId119" Type="http://schemas.openxmlformats.org/officeDocument/2006/relationships/customXml" Target="../ink/ink1632.xml"/><Relationship Id="rId44" Type="http://schemas.openxmlformats.org/officeDocument/2006/relationships/image" Target="../media/image1557.png"/><Relationship Id="rId65" Type="http://schemas.openxmlformats.org/officeDocument/2006/relationships/customXml" Target="../ink/ink1605.xml"/><Relationship Id="rId86" Type="http://schemas.openxmlformats.org/officeDocument/2006/relationships/image" Target="../media/image1578.png"/><Relationship Id="rId130" Type="http://schemas.openxmlformats.org/officeDocument/2006/relationships/image" Target="../media/image1600.png"/><Relationship Id="rId151" Type="http://schemas.openxmlformats.org/officeDocument/2006/relationships/customXml" Target="../ink/ink1648.xml"/><Relationship Id="rId172" Type="http://schemas.openxmlformats.org/officeDocument/2006/relationships/image" Target="../media/image1622.png"/><Relationship Id="rId193" Type="http://schemas.openxmlformats.org/officeDocument/2006/relationships/customXml" Target="../ink/ink1669.xml"/><Relationship Id="rId207" Type="http://schemas.openxmlformats.org/officeDocument/2006/relationships/customXml" Target="../ink/ink1676.xml"/><Relationship Id="rId228" Type="http://schemas.openxmlformats.org/officeDocument/2006/relationships/image" Target="../media/image1650.png"/><Relationship Id="rId249" Type="http://schemas.openxmlformats.org/officeDocument/2006/relationships/customXml" Target="../ink/ink1697.xml"/><Relationship Id="rId13" Type="http://schemas.openxmlformats.org/officeDocument/2006/relationships/customXml" Target="../ink/ink1579.xml"/><Relationship Id="rId109" Type="http://schemas.openxmlformats.org/officeDocument/2006/relationships/customXml" Target="../ink/ink1627.xml"/><Relationship Id="rId34" Type="http://schemas.openxmlformats.org/officeDocument/2006/relationships/image" Target="../media/image1552.png"/><Relationship Id="rId55" Type="http://schemas.openxmlformats.org/officeDocument/2006/relationships/customXml" Target="../ink/ink1600.xml"/><Relationship Id="rId76" Type="http://schemas.openxmlformats.org/officeDocument/2006/relationships/image" Target="../media/image1573.png"/><Relationship Id="rId97" Type="http://schemas.openxmlformats.org/officeDocument/2006/relationships/customXml" Target="../ink/ink1621.xml"/><Relationship Id="rId120" Type="http://schemas.openxmlformats.org/officeDocument/2006/relationships/image" Target="../media/image1595.png"/><Relationship Id="rId141" Type="http://schemas.openxmlformats.org/officeDocument/2006/relationships/customXml" Target="../ink/ink1643.xml"/><Relationship Id="rId7" Type="http://schemas.openxmlformats.org/officeDocument/2006/relationships/customXml" Target="../ink/ink1576.xml"/><Relationship Id="rId162" Type="http://schemas.openxmlformats.org/officeDocument/2006/relationships/image" Target="../media/image1617.png"/><Relationship Id="rId183" Type="http://schemas.openxmlformats.org/officeDocument/2006/relationships/customXml" Target="../ink/ink1664.xml"/><Relationship Id="rId218" Type="http://schemas.openxmlformats.org/officeDocument/2006/relationships/image" Target="../media/image1645.png"/><Relationship Id="rId239" Type="http://schemas.openxmlformats.org/officeDocument/2006/relationships/customXml" Target="../ink/ink1692.xml"/><Relationship Id="rId250" Type="http://schemas.openxmlformats.org/officeDocument/2006/relationships/image" Target="../media/image1661.png"/><Relationship Id="rId24" Type="http://schemas.openxmlformats.org/officeDocument/2006/relationships/image" Target="../media/image1547.png"/><Relationship Id="rId45" Type="http://schemas.openxmlformats.org/officeDocument/2006/relationships/customXml" Target="../ink/ink1595.xml"/><Relationship Id="rId66" Type="http://schemas.openxmlformats.org/officeDocument/2006/relationships/image" Target="../media/image1568.png"/><Relationship Id="rId87" Type="http://schemas.openxmlformats.org/officeDocument/2006/relationships/customXml" Target="../ink/ink1616.xml"/><Relationship Id="rId110" Type="http://schemas.openxmlformats.org/officeDocument/2006/relationships/image" Target="../media/image1590.png"/><Relationship Id="rId131" Type="http://schemas.openxmlformats.org/officeDocument/2006/relationships/customXml" Target="../ink/ink1638.xml"/><Relationship Id="rId152" Type="http://schemas.openxmlformats.org/officeDocument/2006/relationships/image" Target="../media/image1612.png"/><Relationship Id="rId173" Type="http://schemas.openxmlformats.org/officeDocument/2006/relationships/customXml" Target="../ink/ink1659.xml"/><Relationship Id="rId194" Type="http://schemas.openxmlformats.org/officeDocument/2006/relationships/image" Target="../media/image1633.png"/><Relationship Id="rId208" Type="http://schemas.openxmlformats.org/officeDocument/2006/relationships/image" Target="../media/image1640.png"/><Relationship Id="rId229" Type="http://schemas.openxmlformats.org/officeDocument/2006/relationships/customXml" Target="../ink/ink1687.xml"/><Relationship Id="rId240" Type="http://schemas.openxmlformats.org/officeDocument/2006/relationships/image" Target="../media/image1656.png"/><Relationship Id="rId14" Type="http://schemas.openxmlformats.org/officeDocument/2006/relationships/image" Target="../media/image1542.png"/><Relationship Id="rId35" Type="http://schemas.openxmlformats.org/officeDocument/2006/relationships/customXml" Target="../ink/ink1590.xml"/><Relationship Id="rId56" Type="http://schemas.openxmlformats.org/officeDocument/2006/relationships/image" Target="../media/image1563.png"/><Relationship Id="rId77" Type="http://schemas.openxmlformats.org/officeDocument/2006/relationships/customXml" Target="../ink/ink1611.xml"/><Relationship Id="rId100" Type="http://schemas.openxmlformats.org/officeDocument/2006/relationships/image" Target="../media/image1585.png"/><Relationship Id="rId8" Type="http://schemas.openxmlformats.org/officeDocument/2006/relationships/image" Target="../media/image1711.png"/><Relationship Id="rId98" Type="http://schemas.openxmlformats.org/officeDocument/2006/relationships/image" Target="../media/image1584.png"/><Relationship Id="rId121" Type="http://schemas.openxmlformats.org/officeDocument/2006/relationships/customXml" Target="../ink/ink1633.xml"/><Relationship Id="rId142" Type="http://schemas.openxmlformats.org/officeDocument/2006/relationships/image" Target="../media/image1606.png"/><Relationship Id="rId163" Type="http://schemas.openxmlformats.org/officeDocument/2006/relationships/customXml" Target="../ink/ink1654.xml"/><Relationship Id="rId184" Type="http://schemas.openxmlformats.org/officeDocument/2006/relationships/image" Target="../media/image1628.png"/><Relationship Id="rId219" Type="http://schemas.openxmlformats.org/officeDocument/2006/relationships/customXml" Target="../ink/ink1682.xml"/><Relationship Id="rId230" Type="http://schemas.openxmlformats.org/officeDocument/2006/relationships/image" Target="../media/image1651.png"/><Relationship Id="rId251" Type="http://schemas.openxmlformats.org/officeDocument/2006/relationships/customXml" Target="../ink/ink1698.xml"/><Relationship Id="rId25" Type="http://schemas.openxmlformats.org/officeDocument/2006/relationships/customXml" Target="../ink/ink1585.xml"/><Relationship Id="rId46" Type="http://schemas.openxmlformats.org/officeDocument/2006/relationships/image" Target="../media/image1558.png"/><Relationship Id="rId67" Type="http://schemas.openxmlformats.org/officeDocument/2006/relationships/customXml" Target="../ink/ink1606.xml"/><Relationship Id="rId88" Type="http://schemas.openxmlformats.org/officeDocument/2006/relationships/image" Target="../media/image1579.png"/><Relationship Id="rId111" Type="http://schemas.openxmlformats.org/officeDocument/2006/relationships/customXml" Target="../ink/ink1628.xml"/><Relationship Id="rId132" Type="http://schemas.openxmlformats.org/officeDocument/2006/relationships/image" Target="../media/image1601.png"/><Relationship Id="rId153" Type="http://schemas.openxmlformats.org/officeDocument/2006/relationships/customXml" Target="../ink/ink1649.xml"/><Relationship Id="rId174" Type="http://schemas.openxmlformats.org/officeDocument/2006/relationships/image" Target="../media/image1623.png"/><Relationship Id="rId195" Type="http://schemas.openxmlformats.org/officeDocument/2006/relationships/customXml" Target="../ink/ink1670.xml"/><Relationship Id="rId209" Type="http://schemas.openxmlformats.org/officeDocument/2006/relationships/customXml" Target="../ink/ink1677.xml"/><Relationship Id="rId220" Type="http://schemas.openxmlformats.org/officeDocument/2006/relationships/image" Target="../media/image1646.png"/><Relationship Id="rId241" Type="http://schemas.openxmlformats.org/officeDocument/2006/relationships/customXml" Target="../ink/ink1693.xml"/><Relationship Id="rId15" Type="http://schemas.openxmlformats.org/officeDocument/2006/relationships/customXml" Target="../ink/ink1580.xml"/><Relationship Id="rId36" Type="http://schemas.openxmlformats.org/officeDocument/2006/relationships/image" Target="../media/image1553.png"/><Relationship Id="rId57" Type="http://schemas.openxmlformats.org/officeDocument/2006/relationships/customXml" Target="../ink/ink1601.xml"/><Relationship Id="rId78" Type="http://schemas.openxmlformats.org/officeDocument/2006/relationships/image" Target="../media/image1574.png"/><Relationship Id="rId99" Type="http://schemas.openxmlformats.org/officeDocument/2006/relationships/customXml" Target="../ink/ink1622.xml"/><Relationship Id="rId101" Type="http://schemas.openxmlformats.org/officeDocument/2006/relationships/customXml" Target="../ink/ink1623.xml"/><Relationship Id="rId122" Type="http://schemas.openxmlformats.org/officeDocument/2006/relationships/image" Target="../media/image1596.png"/><Relationship Id="rId143" Type="http://schemas.openxmlformats.org/officeDocument/2006/relationships/customXml" Target="../ink/ink1644.xml"/><Relationship Id="rId164" Type="http://schemas.openxmlformats.org/officeDocument/2006/relationships/image" Target="../media/image1618.png"/><Relationship Id="rId185" Type="http://schemas.openxmlformats.org/officeDocument/2006/relationships/customXml" Target="../ink/ink1665.xml"/><Relationship Id="rId9" Type="http://schemas.openxmlformats.org/officeDocument/2006/relationships/customXml" Target="../ink/ink1577.xml"/><Relationship Id="rId210" Type="http://schemas.openxmlformats.org/officeDocument/2006/relationships/image" Target="../media/image1641.png"/><Relationship Id="rId26" Type="http://schemas.openxmlformats.org/officeDocument/2006/relationships/image" Target="../media/image1548.png"/><Relationship Id="rId231" Type="http://schemas.openxmlformats.org/officeDocument/2006/relationships/customXml" Target="../ink/ink1688.xml"/><Relationship Id="rId252" Type="http://schemas.openxmlformats.org/officeDocument/2006/relationships/image" Target="../media/image1662.png"/><Relationship Id="rId47" Type="http://schemas.openxmlformats.org/officeDocument/2006/relationships/customXml" Target="../ink/ink1596.xml"/><Relationship Id="rId68" Type="http://schemas.openxmlformats.org/officeDocument/2006/relationships/image" Target="../media/image1569.png"/><Relationship Id="rId89" Type="http://schemas.openxmlformats.org/officeDocument/2006/relationships/customXml" Target="../ink/ink1617.xml"/><Relationship Id="rId112" Type="http://schemas.openxmlformats.org/officeDocument/2006/relationships/image" Target="../media/image1591.png"/><Relationship Id="rId133" Type="http://schemas.openxmlformats.org/officeDocument/2006/relationships/customXml" Target="../ink/ink1639.xml"/><Relationship Id="rId154" Type="http://schemas.openxmlformats.org/officeDocument/2006/relationships/image" Target="../media/image1613.png"/><Relationship Id="rId175" Type="http://schemas.openxmlformats.org/officeDocument/2006/relationships/customXml" Target="../ink/ink1660.xml"/><Relationship Id="rId196" Type="http://schemas.openxmlformats.org/officeDocument/2006/relationships/image" Target="../media/image1634.png"/><Relationship Id="rId200" Type="http://schemas.openxmlformats.org/officeDocument/2006/relationships/image" Target="../media/image1636.png"/><Relationship Id="rId16" Type="http://schemas.openxmlformats.org/officeDocument/2006/relationships/image" Target="../media/image1543.png"/><Relationship Id="rId221" Type="http://schemas.openxmlformats.org/officeDocument/2006/relationships/customXml" Target="../ink/ink1683.xml"/><Relationship Id="rId242" Type="http://schemas.openxmlformats.org/officeDocument/2006/relationships/image" Target="../media/image1657.png"/><Relationship Id="rId37" Type="http://schemas.openxmlformats.org/officeDocument/2006/relationships/customXml" Target="../ink/ink1591.xml"/><Relationship Id="rId58" Type="http://schemas.openxmlformats.org/officeDocument/2006/relationships/image" Target="../media/image1564.png"/><Relationship Id="rId79" Type="http://schemas.openxmlformats.org/officeDocument/2006/relationships/customXml" Target="../ink/ink1612.xml"/><Relationship Id="rId102" Type="http://schemas.openxmlformats.org/officeDocument/2006/relationships/image" Target="../media/image1586.png"/><Relationship Id="rId123" Type="http://schemas.openxmlformats.org/officeDocument/2006/relationships/customXml" Target="../ink/ink1634.xml"/><Relationship Id="rId144" Type="http://schemas.openxmlformats.org/officeDocument/2006/relationships/image" Target="../media/image1607.png"/><Relationship Id="rId90" Type="http://schemas.openxmlformats.org/officeDocument/2006/relationships/image" Target="../media/image1580.png"/><Relationship Id="rId165" Type="http://schemas.openxmlformats.org/officeDocument/2006/relationships/customXml" Target="../ink/ink1655.xml"/><Relationship Id="rId186" Type="http://schemas.openxmlformats.org/officeDocument/2006/relationships/image" Target="../media/image1629.png"/><Relationship Id="rId211" Type="http://schemas.openxmlformats.org/officeDocument/2006/relationships/customXml" Target="../ink/ink1678.xml"/><Relationship Id="rId232" Type="http://schemas.openxmlformats.org/officeDocument/2006/relationships/image" Target="../media/image1652.png"/><Relationship Id="rId253" Type="http://schemas.openxmlformats.org/officeDocument/2006/relationships/customXml" Target="../ink/ink1699.xml"/><Relationship Id="rId27" Type="http://schemas.openxmlformats.org/officeDocument/2006/relationships/customXml" Target="../ink/ink1586.xml"/><Relationship Id="rId48" Type="http://schemas.openxmlformats.org/officeDocument/2006/relationships/image" Target="../media/image1559.png"/><Relationship Id="rId69" Type="http://schemas.openxmlformats.org/officeDocument/2006/relationships/customXml" Target="../ink/ink1607.xml"/><Relationship Id="rId113" Type="http://schemas.openxmlformats.org/officeDocument/2006/relationships/customXml" Target="../ink/ink1629.xml"/><Relationship Id="rId134" Type="http://schemas.openxmlformats.org/officeDocument/2006/relationships/image" Target="../media/image1602.png"/><Relationship Id="rId80" Type="http://schemas.openxmlformats.org/officeDocument/2006/relationships/image" Target="../media/image1575.png"/><Relationship Id="rId155" Type="http://schemas.openxmlformats.org/officeDocument/2006/relationships/customXml" Target="../ink/ink1650.xml"/><Relationship Id="rId176" Type="http://schemas.openxmlformats.org/officeDocument/2006/relationships/image" Target="../media/image1624.png"/><Relationship Id="rId197" Type="http://schemas.openxmlformats.org/officeDocument/2006/relationships/customXml" Target="../ink/ink1671.xml"/><Relationship Id="rId201" Type="http://schemas.openxmlformats.org/officeDocument/2006/relationships/customXml" Target="../ink/ink1673.xml"/><Relationship Id="rId222" Type="http://schemas.openxmlformats.org/officeDocument/2006/relationships/image" Target="../media/image1647.png"/><Relationship Id="rId243" Type="http://schemas.openxmlformats.org/officeDocument/2006/relationships/customXml" Target="../ink/ink1694.xml"/><Relationship Id="rId17" Type="http://schemas.openxmlformats.org/officeDocument/2006/relationships/customXml" Target="../ink/ink1581.xml"/><Relationship Id="rId38" Type="http://schemas.openxmlformats.org/officeDocument/2006/relationships/image" Target="../media/image1554.png"/><Relationship Id="rId59" Type="http://schemas.openxmlformats.org/officeDocument/2006/relationships/customXml" Target="../ink/ink1602.xml"/><Relationship Id="rId103" Type="http://schemas.openxmlformats.org/officeDocument/2006/relationships/customXml" Target="../ink/ink1624.xml"/><Relationship Id="rId124" Type="http://schemas.openxmlformats.org/officeDocument/2006/relationships/image" Target="../media/image1597.png"/><Relationship Id="rId70" Type="http://schemas.openxmlformats.org/officeDocument/2006/relationships/image" Target="../media/image1570.png"/><Relationship Id="rId91" Type="http://schemas.openxmlformats.org/officeDocument/2006/relationships/customXml" Target="../ink/ink1618.xml"/><Relationship Id="rId145" Type="http://schemas.openxmlformats.org/officeDocument/2006/relationships/customXml" Target="../ink/ink1645.xml"/><Relationship Id="rId166" Type="http://schemas.openxmlformats.org/officeDocument/2006/relationships/image" Target="../media/image1619.png"/><Relationship Id="rId187" Type="http://schemas.openxmlformats.org/officeDocument/2006/relationships/customXml" Target="../ink/ink1666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642.png"/><Relationship Id="rId233" Type="http://schemas.openxmlformats.org/officeDocument/2006/relationships/customXml" Target="../ink/ink1689.xml"/><Relationship Id="rId254" Type="http://schemas.openxmlformats.org/officeDocument/2006/relationships/image" Target="../media/image1663.png"/><Relationship Id="rId28" Type="http://schemas.openxmlformats.org/officeDocument/2006/relationships/image" Target="../media/image1549.png"/><Relationship Id="rId49" Type="http://schemas.openxmlformats.org/officeDocument/2006/relationships/customXml" Target="../ink/ink1597.xml"/><Relationship Id="rId114" Type="http://schemas.openxmlformats.org/officeDocument/2006/relationships/image" Target="../media/image1592.png"/><Relationship Id="rId60" Type="http://schemas.openxmlformats.org/officeDocument/2006/relationships/image" Target="../media/image1565.png"/><Relationship Id="rId81" Type="http://schemas.openxmlformats.org/officeDocument/2006/relationships/customXml" Target="../ink/ink1613.xml"/><Relationship Id="rId135" Type="http://schemas.openxmlformats.org/officeDocument/2006/relationships/customXml" Target="../ink/ink1640.xml"/><Relationship Id="rId156" Type="http://schemas.openxmlformats.org/officeDocument/2006/relationships/image" Target="../media/image1614.png"/><Relationship Id="rId177" Type="http://schemas.openxmlformats.org/officeDocument/2006/relationships/customXml" Target="../ink/ink1661.xml"/><Relationship Id="rId198" Type="http://schemas.openxmlformats.org/officeDocument/2006/relationships/image" Target="../media/image1635.png"/><Relationship Id="rId202" Type="http://schemas.openxmlformats.org/officeDocument/2006/relationships/image" Target="../media/image1637.png"/><Relationship Id="rId223" Type="http://schemas.openxmlformats.org/officeDocument/2006/relationships/customXml" Target="../ink/ink1684.xml"/><Relationship Id="rId244" Type="http://schemas.openxmlformats.org/officeDocument/2006/relationships/image" Target="../media/image1658.png"/><Relationship Id="rId18" Type="http://schemas.openxmlformats.org/officeDocument/2006/relationships/image" Target="../media/image1544.png"/><Relationship Id="rId39" Type="http://schemas.openxmlformats.org/officeDocument/2006/relationships/customXml" Target="../ink/ink1592.xml"/><Relationship Id="rId50" Type="http://schemas.openxmlformats.org/officeDocument/2006/relationships/image" Target="../media/image1560.png"/><Relationship Id="rId104" Type="http://schemas.openxmlformats.org/officeDocument/2006/relationships/image" Target="../media/image1587.png"/><Relationship Id="rId125" Type="http://schemas.openxmlformats.org/officeDocument/2006/relationships/customXml" Target="../ink/ink1635.xml"/><Relationship Id="rId146" Type="http://schemas.openxmlformats.org/officeDocument/2006/relationships/image" Target="../media/image1608.png"/><Relationship Id="rId167" Type="http://schemas.openxmlformats.org/officeDocument/2006/relationships/customXml" Target="../ink/ink1656.xml"/><Relationship Id="rId188" Type="http://schemas.openxmlformats.org/officeDocument/2006/relationships/image" Target="../media/image1630.png"/><Relationship Id="rId71" Type="http://schemas.openxmlformats.org/officeDocument/2006/relationships/customXml" Target="../ink/ink1608.xml"/><Relationship Id="rId92" Type="http://schemas.openxmlformats.org/officeDocument/2006/relationships/image" Target="../media/image1581.png"/><Relationship Id="rId213" Type="http://schemas.openxmlformats.org/officeDocument/2006/relationships/customXml" Target="../ink/ink1679.xml"/><Relationship Id="rId234" Type="http://schemas.openxmlformats.org/officeDocument/2006/relationships/image" Target="../media/image1653.png"/><Relationship Id="rId2" Type="http://schemas.openxmlformats.org/officeDocument/2006/relationships/image" Target="../media/image1540.png"/><Relationship Id="rId29" Type="http://schemas.openxmlformats.org/officeDocument/2006/relationships/customXml" Target="../ink/ink1587.xml"/><Relationship Id="rId40" Type="http://schemas.openxmlformats.org/officeDocument/2006/relationships/image" Target="../media/image1555.png"/><Relationship Id="rId115" Type="http://schemas.openxmlformats.org/officeDocument/2006/relationships/customXml" Target="../ink/ink1630.xml"/><Relationship Id="rId136" Type="http://schemas.openxmlformats.org/officeDocument/2006/relationships/image" Target="../media/image1603.png"/><Relationship Id="rId157" Type="http://schemas.openxmlformats.org/officeDocument/2006/relationships/customXml" Target="../ink/ink1651.xml"/><Relationship Id="rId178" Type="http://schemas.openxmlformats.org/officeDocument/2006/relationships/image" Target="../media/image1625.png"/><Relationship Id="rId61" Type="http://schemas.openxmlformats.org/officeDocument/2006/relationships/customXml" Target="../ink/ink1603.xml"/><Relationship Id="rId82" Type="http://schemas.openxmlformats.org/officeDocument/2006/relationships/image" Target="../media/image1576.png"/><Relationship Id="rId199" Type="http://schemas.openxmlformats.org/officeDocument/2006/relationships/customXml" Target="../ink/ink1672.xml"/><Relationship Id="rId203" Type="http://schemas.openxmlformats.org/officeDocument/2006/relationships/customXml" Target="../ink/ink1674.xml"/><Relationship Id="rId19" Type="http://schemas.openxmlformats.org/officeDocument/2006/relationships/customXml" Target="../ink/ink1582.xml"/><Relationship Id="rId224" Type="http://schemas.openxmlformats.org/officeDocument/2006/relationships/image" Target="../media/image1648.png"/><Relationship Id="rId245" Type="http://schemas.openxmlformats.org/officeDocument/2006/relationships/customXml" Target="../ink/ink1695.xml"/><Relationship Id="rId30" Type="http://schemas.openxmlformats.org/officeDocument/2006/relationships/image" Target="../media/image1550.png"/><Relationship Id="rId105" Type="http://schemas.openxmlformats.org/officeDocument/2006/relationships/customXml" Target="../ink/ink1625.xml"/><Relationship Id="rId126" Type="http://schemas.openxmlformats.org/officeDocument/2006/relationships/image" Target="../media/image1598.png"/><Relationship Id="rId147" Type="http://schemas.openxmlformats.org/officeDocument/2006/relationships/customXml" Target="../ink/ink1646.xml"/><Relationship Id="rId168" Type="http://schemas.openxmlformats.org/officeDocument/2006/relationships/image" Target="../media/image1620.png"/><Relationship Id="rId51" Type="http://schemas.openxmlformats.org/officeDocument/2006/relationships/customXml" Target="../ink/ink1598.xml"/><Relationship Id="rId72" Type="http://schemas.openxmlformats.org/officeDocument/2006/relationships/image" Target="../media/image1571.png"/><Relationship Id="rId93" Type="http://schemas.openxmlformats.org/officeDocument/2006/relationships/customXml" Target="../ink/ink1619.xml"/><Relationship Id="rId189" Type="http://schemas.openxmlformats.org/officeDocument/2006/relationships/customXml" Target="../ink/ink1667.xml"/><Relationship Id="rId3" Type="http://schemas.openxmlformats.org/officeDocument/2006/relationships/customXml" Target="../ink/ink1574.xml"/><Relationship Id="rId214" Type="http://schemas.openxmlformats.org/officeDocument/2006/relationships/image" Target="../media/image1643.png"/><Relationship Id="rId235" Type="http://schemas.openxmlformats.org/officeDocument/2006/relationships/customXml" Target="../ink/ink1690.xml"/><Relationship Id="rId116" Type="http://schemas.openxmlformats.org/officeDocument/2006/relationships/image" Target="../media/image1593.png"/><Relationship Id="rId137" Type="http://schemas.openxmlformats.org/officeDocument/2006/relationships/customXml" Target="../ink/ink1641.xml"/><Relationship Id="rId158" Type="http://schemas.openxmlformats.org/officeDocument/2006/relationships/image" Target="../media/image1615.png"/><Relationship Id="rId20" Type="http://schemas.openxmlformats.org/officeDocument/2006/relationships/image" Target="../media/image1545.png"/><Relationship Id="rId41" Type="http://schemas.openxmlformats.org/officeDocument/2006/relationships/customXml" Target="../ink/ink1593.xml"/><Relationship Id="rId62" Type="http://schemas.openxmlformats.org/officeDocument/2006/relationships/image" Target="../media/image1566.png"/><Relationship Id="rId83" Type="http://schemas.openxmlformats.org/officeDocument/2006/relationships/customXml" Target="../ink/ink1614.xml"/><Relationship Id="rId179" Type="http://schemas.openxmlformats.org/officeDocument/2006/relationships/customXml" Target="../ink/ink1662.xml"/><Relationship Id="rId190" Type="http://schemas.openxmlformats.org/officeDocument/2006/relationships/image" Target="../media/image1631.png"/><Relationship Id="rId204" Type="http://schemas.openxmlformats.org/officeDocument/2006/relationships/image" Target="../media/image1638.png"/><Relationship Id="rId225" Type="http://schemas.openxmlformats.org/officeDocument/2006/relationships/customXml" Target="../ink/ink1685.xml"/><Relationship Id="rId246" Type="http://schemas.openxmlformats.org/officeDocument/2006/relationships/image" Target="../media/image1659.png"/><Relationship Id="rId106" Type="http://schemas.openxmlformats.org/officeDocument/2006/relationships/image" Target="../media/image1588.png"/><Relationship Id="rId127" Type="http://schemas.openxmlformats.org/officeDocument/2006/relationships/customXml" Target="../ink/ink1636.xml"/><Relationship Id="rId10" Type="http://schemas.openxmlformats.org/officeDocument/2006/relationships/image" Target="../media/image1720.png"/><Relationship Id="rId31" Type="http://schemas.openxmlformats.org/officeDocument/2006/relationships/customXml" Target="../ink/ink1588.xml"/><Relationship Id="rId52" Type="http://schemas.openxmlformats.org/officeDocument/2006/relationships/image" Target="../media/image1561.png"/><Relationship Id="rId73" Type="http://schemas.openxmlformats.org/officeDocument/2006/relationships/customXml" Target="../ink/ink1609.xml"/><Relationship Id="rId94" Type="http://schemas.openxmlformats.org/officeDocument/2006/relationships/image" Target="../media/image1582.png"/><Relationship Id="rId148" Type="http://schemas.openxmlformats.org/officeDocument/2006/relationships/image" Target="../media/image1609.png"/><Relationship Id="rId169" Type="http://schemas.openxmlformats.org/officeDocument/2006/relationships/customXml" Target="../ink/ink1657.xml"/><Relationship Id="rId4" Type="http://schemas.openxmlformats.org/officeDocument/2006/relationships/image" Target="../media/image1690.png"/><Relationship Id="rId180" Type="http://schemas.openxmlformats.org/officeDocument/2006/relationships/image" Target="../media/image1626.png"/><Relationship Id="rId215" Type="http://schemas.openxmlformats.org/officeDocument/2006/relationships/customXml" Target="../ink/ink1680.xml"/><Relationship Id="rId236" Type="http://schemas.openxmlformats.org/officeDocument/2006/relationships/image" Target="../media/image1654.png"/></Relationships>
</file>

<file path=ppt/slides/_rels/slide3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757.xml"/><Relationship Id="rId21" Type="http://schemas.openxmlformats.org/officeDocument/2006/relationships/customXml" Target="../ink/ink1709.xml"/><Relationship Id="rId42" Type="http://schemas.openxmlformats.org/officeDocument/2006/relationships/image" Target="../media/image1678.png"/><Relationship Id="rId63" Type="http://schemas.openxmlformats.org/officeDocument/2006/relationships/customXml" Target="../ink/ink1730.xml"/><Relationship Id="rId84" Type="http://schemas.openxmlformats.org/officeDocument/2006/relationships/image" Target="../media/image1701.png"/><Relationship Id="rId16" Type="http://schemas.openxmlformats.org/officeDocument/2006/relationships/image" Target="../media/image1665.png"/><Relationship Id="rId107" Type="http://schemas.openxmlformats.org/officeDocument/2006/relationships/customXml" Target="../ink/ink1752.xml"/><Relationship Id="rId11" Type="http://schemas.openxmlformats.org/officeDocument/2006/relationships/customXml" Target="../ink/ink1704.xml"/><Relationship Id="rId32" Type="http://schemas.openxmlformats.org/officeDocument/2006/relationships/image" Target="../media/image1673.png"/><Relationship Id="rId37" Type="http://schemas.openxmlformats.org/officeDocument/2006/relationships/customXml" Target="../ink/ink1717.xml"/><Relationship Id="rId53" Type="http://schemas.openxmlformats.org/officeDocument/2006/relationships/customXml" Target="../ink/ink1725.xml"/><Relationship Id="rId58" Type="http://schemas.openxmlformats.org/officeDocument/2006/relationships/image" Target="../media/image1686.png"/><Relationship Id="rId74" Type="http://schemas.openxmlformats.org/officeDocument/2006/relationships/image" Target="../media/image1695.png"/><Relationship Id="rId79" Type="http://schemas.openxmlformats.org/officeDocument/2006/relationships/customXml" Target="../ink/ink1738.xml"/><Relationship Id="rId102" Type="http://schemas.openxmlformats.org/officeDocument/2006/relationships/image" Target="../media/image1712.png"/><Relationship Id="rId123" Type="http://schemas.openxmlformats.org/officeDocument/2006/relationships/customXml" Target="../ink/ink1760.xml"/><Relationship Id="rId128" Type="http://schemas.openxmlformats.org/officeDocument/2006/relationships/image" Target="../media/image1726.png"/><Relationship Id="rId5" Type="http://schemas.openxmlformats.org/officeDocument/2006/relationships/customXml" Target="../ink/ink1701.xml"/><Relationship Id="rId90" Type="http://schemas.openxmlformats.org/officeDocument/2006/relationships/image" Target="../media/image1704.png"/><Relationship Id="rId95" Type="http://schemas.openxmlformats.org/officeDocument/2006/relationships/customXml" Target="../ink/ink1746.xml"/><Relationship Id="rId22" Type="http://schemas.openxmlformats.org/officeDocument/2006/relationships/image" Target="../media/image1668.png"/><Relationship Id="rId27" Type="http://schemas.openxmlformats.org/officeDocument/2006/relationships/customXml" Target="../ink/ink1712.xml"/><Relationship Id="rId43" Type="http://schemas.openxmlformats.org/officeDocument/2006/relationships/customXml" Target="../ink/ink1720.xml"/><Relationship Id="rId48" Type="http://schemas.openxmlformats.org/officeDocument/2006/relationships/image" Target="../media/image1681.png"/><Relationship Id="rId64" Type="http://schemas.openxmlformats.org/officeDocument/2006/relationships/image" Target="../media/image1689.png"/><Relationship Id="rId69" Type="http://schemas.openxmlformats.org/officeDocument/2006/relationships/customXml" Target="../ink/ink1733.xml"/><Relationship Id="rId113" Type="http://schemas.openxmlformats.org/officeDocument/2006/relationships/customXml" Target="../ink/ink1755.xml"/><Relationship Id="rId118" Type="http://schemas.openxmlformats.org/officeDocument/2006/relationships/image" Target="../media/image1721.png"/><Relationship Id="rId134" Type="http://schemas.openxmlformats.org/officeDocument/2006/relationships/image" Target="../media/image1729.png"/><Relationship Id="rId80" Type="http://schemas.openxmlformats.org/officeDocument/2006/relationships/image" Target="../media/image1698.png"/><Relationship Id="rId85" Type="http://schemas.openxmlformats.org/officeDocument/2006/relationships/customXml" Target="../ink/ink1741.xml"/><Relationship Id="rId12" Type="http://schemas.openxmlformats.org/officeDocument/2006/relationships/image" Target="../media/image1780.png"/><Relationship Id="rId17" Type="http://schemas.openxmlformats.org/officeDocument/2006/relationships/customXml" Target="../ink/ink1707.xml"/><Relationship Id="rId33" Type="http://schemas.openxmlformats.org/officeDocument/2006/relationships/customXml" Target="../ink/ink1715.xml"/><Relationship Id="rId38" Type="http://schemas.openxmlformats.org/officeDocument/2006/relationships/image" Target="../media/image1676.png"/><Relationship Id="rId59" Type="http://schemas.openxmlformats.org/officeDocument/2006/relationships/customXml" Target="../ink/ink1728.xml"/><Relationship Id="rId103" Type="http://schemas.openxmlformats.org/officeDocument/2006/relationships/customXml" Target="../ink/ink1750.xml"/><Relationship Id="rId108" Type="http://schemas.openxmlformats.org/officeDocument/2006/relationships/image" Target="../media/image1715.png"/><Relationship Id="rId124" Type="http://schemas.openxmlformats.org/officeDocument/2006/relationships/image" Target="../media/image1724.png"/><Relationship Id="rId129" Type="http://schemas.openxmlformats.org/officeDocument/2006/relationships/customXml" Target="../ink/ink1763.xml"/><Relationship Id="rId54" Type="http://schemas.openxmlformats.org/officeDocument/2006/relationships/image" Target="../media/image1684.png"/><Relationship Id="rId70" Type="http://schemas.openxmlformats.org/officeDocument/2006/relationships/image" Target="../media/image1693.png"/><Relationship Id="rId75" Type="http://schemas.openxmlformats.org/officeDocument/2006/relationships/customXml" Target="../ink/ink1736.xml"/><Relationship Id="rId91" Type="http://schemas.openxmlformats.org/officeDocument/2006/relationships/customXml" Target="../ink/ink1744.xml"/><Relationship Id="rId96" Type="http://schemas.openxmlformats.org/officeDocument/2006/relationships/image" Target="../media/image17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0.png"/><Relationship Id="rId23" Type="http://schemas.openxmlformats.org/officeDocument/2006/relationships/customXml" Target="../ink/ink1710.xml"/><Relationship Id="rId28" Type="http://schemas.openxmlformats.org/officeDocument/2006/relationships/image" Target="../media/image1671.png"/><Relationship Id="rId49" Type="http://schemas.openxmlformats.org/officeDocument/2006/relationships/customXml" Target="../ink/ink1723.xml"/><Relationship Id="rId114" Type="http://schemas.openxmlformats.org/officeDocument/2006/relationships/image" Target="../media/image1718.png"/><Relationship Id="rId119" Type="http://schemas.openxmlformats.org/officeDocument/2006/relationships/customXml" Target="../ink/ink1758.xml"/><Relationship Id="rId44" Type="http://schemas.openxmlformats.org/officeDocument/2006/relationships/image" Target="../media/image1679.png"/><Relationship Id="rId60" Type="http://schemas.openxmlformats.org/officeDocument/2006/relationships/image" Target="../media/image1687.png"/><Relationship Id="rId65" Type="http://schemas.openxmlformats.org/officeDocument/2006/relationships/customXml" Target="../ink/ink1731.xml"/><Relationship Id="rId81" Type="http://schemas.openxmlformats.org/officeDocument/2006/relationships/customXml" Target="../ink/ink1739.xml"/><Relationship Id="rId86" Type="http://schemas.openxmlformats.org/officeDocument/2006/relationships/image" Target="../media/image1702.png"/><Relationship Id="rId130" Type="http://schemas.openxmlformats.org/officeDocument/2006/relationships/image" Target="../media/image1727.png"/><Relationship Id="rId135" Type="http://schemas.openxmlformats.org/officeDocument/2006/relationships/customXml" Target="../ink/ink1766.xml"/><Relationship Id="rId13" Type="http://schemas.openxmlformats.org/officeDocument/2006/relationships/customXml" Target="../ink/ink1705.xml"/><Relationship Id="rId18" Type="http://schemas.openxmlformats.org/officeDocument/2006/relationships/image" Target="../media/image1666.png"/><Relationship Id="rId39" Type="http://schemas.openxmlformats.org/officeDocument/2006/relationships/customXml" Target="../ink/ink1718.xml"/><Relationship Id="rId109" Type="http://schemas.openxmlformats.org/officeDocument/2006/relationships/customXml" Target="../ink/ink1753.xml"/><Relationship Id="rId34" Type="http://schemas.openxmlformats.org/officeDocument/2006/relationships/image" Target="../media/image1674.png"/><Relationship Id="rId50" Type="http://schemas.openxmlformats.org/officeDocument/2006/relationships/image" Target="../media/image1682.png"/><Relationship Id="rId55" Type="http://schemas.openxmlformats.org/officeDocument/2006/relationships/customXml" Target="../ink/ink1726.xml"/><Relationship Id="rId76" Type="http://schemas.openxmlformats.org/officeDocument/2006/relationships/image" Target="../media/image1696.png"/><Relationship Id="rId97" Type="http://schemas.openxmlformats.org/officeDocument/2006/relationships/customXml" Target="../ink/ink1747.xml"/><Relationship Id="rId104" Type="http://schemas.openxmlformats.org/officeDocument/2006/relationships/image" Target="../media/image1713.png"/><Relationship Id="rId120" Type="http://schemas.openxmlformats.org/officeDocument/2006/relationships/image" Target="../media/image1722.png"/><Relationship Id="rId125" Type="http://schemas.openxmlformats.org/officeDocument/2006/relationships/customXml" Target="../ink/ink1761.xml"/><Relationship Id="rId7" Type="http://schemas.openxmlformats.org/officeDocument/2006/relationships/customXml" Target="../ink/ink1702.xml"/><Relationship Id="rId71" Type="http://schemas.openxmlformats.org/officeDocument/2006/relationships/customXml" Target="../ink/ink1734.xml"/><Relationship Id="rId92" Type="http://schemas.openxmlformats.org/officeDocument/2006/relationships/image" Target="../media/image1705.png"/><Relationship Id="rId2" Type="http://schemas.openxmlformats.org/officeDocument/2006/relationships/image" Target="../media/image1664.png"/><Relationship Id="rId29" Type="http://schemas.openxmlformats.org/officeDocument/2006/relationships/customXml" Target="../ink/ink1713.xml"/><Relationship Id="rId24" Type="http://schemas.openxmlformats.org/officeDocument/2006/relationships/image" Target="../media/image1669.png"/><Relationship Id="rId40" Type="http://schemas.openxmlformats.org/officeDocument/2006/relationships/image" Target="../media/image1677.png"/><Relationship Id="rId45" Type="http://schemas.openxmlformats.org/officeDocument/2006/relationships/customXml" Target="../ink/ink1721.xml"/><Relationship Id="rId66" Type="http://schemas.openxmlformats.org/officeDocument/2006/relationships/image" Target="../media/image1691.png"/><Relationship Id="rId87" Type="http://schemas.openxmlformats.org/officeDocument/2006/relationships/customXml" Target="../ink/ink1742.xml"/><Relationship Id="rId110" Type="http://schemas.openxmlformats.org/officeDocument/2006/relationships/image" Target="../media/image1716.png"/><Relationship Id="rId115" Type="http://schemas.openxmlformats.org/officeDocument/2006/relationships/customXml" Target="../ink/ink1756.xml"/><Relationship Id="rId131" Type="http://schemas.openxmlformats.org/officeDocument/2006/relationships/customXml" Target="../ink/ink1764.xml"/><Relationship Id="rId136" Type="http://schemas.openxmlformats.org/officeDocument/2006/relationships/image" Target="../media/image1730.png"/><Relationship Id="rId61" Type="http://schemas.openxmlformats.org/officeDocument/2006/relationships/customXml" Target="../ink/ink1729.xml"/><Relationship Id="rId82" Type="http://schemas.openxmlformats.org/officeDocument/2006/relationships/image" Target="../media/image1699.png"/><Relationship Id="rId19" Type="http://schemas.openxmlformats.org/officeDocument/2006/relationships/customXml" Target="../ink/ink1708.xml"/><Relationship Id="rId14" Type="http://schemas.openxmlformats.org/officeDocument/2006/relationships/image" Target="../media/image1790.png"/><Relationship Id="rId30" Type="http://schemas.openxmlformats.org/officeDocument/2006/relationships/image" Target="../media/image1672.png"/><Relationship Id="rId35" Type="http://schemas.openxmlformats.org/officeDocument/2006/relationships/customXml" Target="../ink/ink1716.xml"/><Relationship Id="rId56" Type="http://schemas.openxmlformats.org/officeDocument/2006/relationships/image" Target="../media/image1685.png"/><Relationship Id="rId77" Type="http://schemas.openxmlformats.org/officeDocument/2006/relationships/customXml" Target="../ink/ink1737.xml"/><Relationship Id="rId100" Type="http://schemas.openxmlformats.org/officeDocument/2006/relationships/image" Target="../media/image1709.png"/><Relationship Id="rId105" Type="http://schemas.openxmlformats.org/officeDocument/2006/relationships/customXml" Target="../ink/ink1751.xml"/><Relationship Id="rId126" Type="http://schemas.openxmlformats.org/officeDocument/2006/relationships/image" Target="../media/image1725.png"/><Relationship Id="rId8" Type="http://schemas.openxmlformats.org/officeDocument/2006/relationships/image" Target="../media/image1760.png"/><Relationship Id="rId51" Type="http://schemas.openxmlformats.org/officeDocument/2006/relationships/customXml" Target="../ink/ink1724.xml"/><Relationship Id="rId72" Type="http://schemas.openxmlformats.org/officeDocument/2006/relationships/image" Target="../media/image1694.png"/><Relationship Id="rId93" Type="http://schemas.openxmlformats.org/officeDocument/2006/relationships/customXml" Target="../ink/ink1745.xml"/><Relationship Id="rId98" Type="http://schemas.openxmlformats.org/officeDocument/2006/relationships/image" Target="../media/image1708.png"/><Relationship Id="rId121" Type="http://schemas.openxmlformats.org/officeDocument/2006/relationships/customXml" Target="../ink/ink1759.xml"/><Relationship Id="rId3" Type="http://schemas.openxmlformats.org/officeDocument/2006/relationships/customXml" Target="../ink/ink1700.xml"/><Relationship Id="rId25" Type="http://schemas.openxmlformats.org/officeDocument/2006/relationships/customXml" Target="../ink/ink1711.xml"/><Relationship Id="rId46" Type="http://schemas.openxmlformats.org/officeDocument/2006/relationships/image" Target="../media/image1680.png"/><Relationship Id="rId67" Type="http://schemas.openxmlformats.org/officeDocument/2006/relationships/customXml" Target="../ink/ink1732.xml"/><Relationship Id="rId116" Type="http://schemas.openxmlformats.org/officeDocument/2006/relationships/image" Target="../media/image1719.png"/><Relationship Id="rId20" Type="http://schemas.openxmlformats.org/officeDocument/2006/relationships/image" Target="../media/image1667.png"/><Relationship Id="rId41" Type="http://schemas.openxmlformats.org/officeDocument/2006/relationships/customXml" Target="../ink/ink1719.xml"/><Relationship Id="rId62" Type="http://schemas.openxmlformats.org/officeDocument/2006/relationships/image" Target="../media/image1688.png"/><Relationship Id="rId83" Type="http://schemas.openxmlformats.org/officeDocument/2006/relationships/customXml" Target="../ink/ink1740.xml"/><Relationship Id="rId88" Type="http://schemas.openxmlformats.org/officeDocument/2006/relationships/image" Target="../media/image1703.png"/><Relationship Id="rId111" Type="http://schemas.openxmlformats.org/officeDocument/2006/relationships/customXml" Target="../ink/ink1754.xml"/><Relationship Id="rId132" Type="http://schemas.openxmlformats.org/officeDocument/2006/relationships/image" Target="../media/image1728.png"/><Relationship Id="rId15" Type="http://schemas.openxmlformats.org/officeDocument/2006/relationships/customXml" Target="../ink/ink1706.xml"/><Relationship Id="rId36" Type="http://schemas.openxmlformats.org/officeDocument/2006/relationships/image" Target="../media/image1675.png"/><Relationship Id="rId57" Type="http://schemas.openxmlformats.org/officeDocument/2006/relationships/customXml" Target="../ink/ink1727.xml"/><Relationship Id="rId106" Type="http://schemas.openxmlformats.org/officeDocument/2006/relationships/image" Target="../media/image1714.png"/><Relationship Id="rId127" Type="http://schemas.openxmlformats.org/officeDocument/2006/relationships/customXml" Target="../ink/ink1762.xml"/><Relationship Id="rId10" Type="http://schemas.openxmlformats.org/officeDocument/2006/relationships/image" Target="../media/image1770.png"/><Relationship Id="rId31" Type="http://schemas.openxmlformats.org/officeDocument/2006/relationships/customXml" Target="../ink/ink1714.xml"/><Relationship Id="rId52" Type="http://schemas.openxmlformats.org/officeDocument/2006/relationships/image" Target="../media/image1683.png"/><Relationship Id="rId73" Type="http://schemas.openxmlformats.org/officeDocument/2006/relationships/customXml" Target="../ink/ink1735.xml"/><Relationship Id="rId78" Type="http://schemas.openxmlformats.org/officeDocument/2006/relationships/image" Target="../media/image1697.png"/><Relationship Id="rId94" Type="http://schemas.openxmlformats.org/officeDocument/2006/relationships/image" Target="../media/image1706.png"/><Relationship Id="rId99" Type="http://schemas.openxmlformats.org/officeDocument/2006/relationships/customXml" Target="../ink/ink1748.xml"/><Relationship Id="rId101" Type="http://schemas.openxmlformats.org/officeDocument/2006/relationships/customXml" Target="../ink/ink1749.xml"/><Relationship Id="rId122" Type="http://schemas.openxmlformats.org/officeDocument/2006/relationships/image" Target="../media/image1723.png"/><Relationship Id="rId4" Type="http://schemas.openxmlformats.org/officeDocument/2006/relationships/image" Target="../media/image1740.png"/><Relationship Id="rId9" Type="http://schemas.openxmlformats.org/officeDocument/2006/relationships/customXml" Target="../ink/ink1703.xml"/><Relationship Id="rId26" Type="http://schemas.openxmlformats.org/officeDocument/2006/relationships/image" Target="../media/image1670.png"/><Relationship Id="rId47" Type="http://schemas.openxmlformats.org/officeDocument/2006/relationships/customXml" Target="../ink/ink1722.xml"/><Relationship Id="rId68" Type="http://schemas.openxmlformats.org/officeDocument/2006/relationships/image" Target="../media/image1692.png"/><Relationship Id="rId89" Type="http://schemas.openxmlformats.org/officeDocument/2006/relationships/customXml" Target="../ink/ink1743.xml"/><Relationship Id="rId112" Type="http://schemas.openxmlformats.org/officeDocument/2006/relationships/image" Target="../media/image1717.png"/><Relationship Id="rId133" Type="http://schemas.openxmlformats.org/officeDocument/2006/relationships/customXml" Target="../ink/ink1765.xml"/></Relationships>
</file>

<file path=ppt/slides/_rels/slide3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772.xml"/><Relationship Id="rId18" Type="http://schemas.openxmlformats.org/officeDocument/2006/relationships/image" Target="../media/image1733.png"/><Relationship Id="rId26" Type="http://schemas.openxmlformats.org/officeDocument/2006/relationships/image" Target="../media/image1737.png"/><Relationship Id="rId39" Type="http://schemas.openxmlformats.org/officeDocument/2006/relationships/customXml" Target="../ink/ink1785.xml"/><Relationship Id="rId21" Type="http://schemas.openxmlformats.org/officeDocument/2006/relationships/customXml" Target="../ink/ink1776.xml"/><Relationship Id="rId34" Type="http://schemas.openxmlformats.org/officeDocument/2006/relationships/image" Target="../media/image1742.png"/><Relationship Id="rId42" Type="http://schemas.openxmlformats.org/officeDocument/2006/relationships/image" Target="../media/image1746.png"/><Relationship Id="rId7" Type="http://schemas.openxmlformats.org/officeDocument/2006/relationships/customXml" Target="../ink/ink1769.xml"/><Relationship Id="rId2" Type="http://schemas.openxmlformats.org/officeDocument/2006/relationships/image" Target="../media/image1731.png"/><Relationship Id="rId16" Type="http://schemas.openxmlformats.org/officeDocument/2006/relationships/image" Target="../media/image1732.png"/><Relationship Id="rId20" Type="http://schemas.openxmlformats.org/officeDocument/2006/relationships/image" Target="../media/image1734.png"/><Relationship Id="rId29" Type="http://schemas.openxmlformats.org/officeDocument/2006/relationships/customXml" Target="../ink/ink1780.xml"/><Relationship Id="rId41" Type="http://schemas.openxmlformats.org/officeDocument/2006/relationships/customXml" Target="../ink/ink178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0.png"/><Relationship Id="rId11" Type="http://schemas.openxmlformats.org/officeDocument/2006/relationships/customXml" Target="../ink/ink1771.xml"/><Relationship Id="rId24" Type="http://schemas.openxmlformats.org/officeDocument/2006/relationships/image" Target="../media/image1736.png"/><Relationship Id="rId32" Type="http://schemas.openxmlformats.org/officeDocument/2006/relationships/image" Target="../media/image1741.png"/><Relationship Id="rId37" Type="http://schemas.openxmlformats.org/officeDocument/2006/relationships/customXml" Target="../ink/ink1784.xml"/><Relationship Id="rId40" Type="http://schemas.openxmlformats.org/officeDocument/2006/relationships/image" Target="../media/image1745.png"/><Relationship Id="rId5" Type="http://schemas.openxmlformats.org/officeDocument/2006/relationships/customXml" Target="../ink/ink1768.xml"/><Relationship Id="rId15" Type="http://schemas.openxmlformats.org/officeDocument/2006/relationships/customXml" Target="../ink/ink1773.xml"/><Relationship Id="rId23" Type="http://schemas.openxmlformats.org/officeDocument/2006/relationships/customXml" Target="../ink/ink1777.xml"/><Relationship Id="rId28" Type="http://schemas.openxmlformats.org/officeDocument/2006/relationships/image" Target="../media/image1738.png"/><Relationship Id="rId36" Type="http://schemas.openxmlformats.org/officeDocument/2006/relationships/image" Target="../media/image1743.png"/><Relationship Id="rId10" Type="http://schemas.openxmlformats.org/officeDocument/2006/relationships/image" Target="../media/image1840.png"/><Relationship Id="rId19" Type="http://schemas.openxmlformats.org/officeDocument/2006/relationships/customXml" Target="../ink/ink1775.xml"/><Relationship Id="rId31" Type="http://schemas.openxmlformats.org/officeDocument/2006/relationships/customXml" Target="../ink/ink1781.xml"/><Relationship Id="rId4" Type="http://schemas.openxmlformats.org/officeDocument/2006/relationships/image" Target="../media/image1811.png"/><Relationship Id="rId9" Type="http://schemas.openxmlformats.org/officeDocument/2006/relationships/customXml" Target="../ink/ink1770.xml"/><Relationship Id="rId14" Type="http://schemas.openxmlformats.org/officeDocument/2006/relationships/image" Target="../media/image1860.png"/><Relationship Id="rId22" Type="http://schemas.openxmlformats.org/officeDocument/2006/relationships/image" Target="../media/image1735.png"/><Relationship Id="rId27" Type="http://schemas.openxmlformats.org/officeDocument/2006/relationships/customXml" Target="../ink/ink1779.xml"/><Relationship Id="rId30" Type="http://schemas.openxmlformats.org/officeDocument/2006/relationships/image" Target="../media/image1739.png"/><Relationship Id="rId35" Type="http://schemas.openxmlformats.org/officeDocument/2006/relationships/customXml" Target="../ink/ink1783.xml"/><Relationship Id="rId8" Type="http://schemas.openxmlformats.org/officeDocument/2006/relationships/image" Target="../media/image1830.png"/><Relationship Id="rId3" Type="http://schemas.openxmlformats.org/officeDocument/2006/relationships/customXml" Target="../ink/ink1767.xml"/><Relationship Id="rId12" Type="http://schemas.openxmlformats.org/officeDocument/2006/relationships/image" Target="../media/image1850.png"/><Relationship Id="rId17" Type="http://schemas.openxmlformats.org/officeDocument/2006/relationships/customXml" Target="../ink/ink1774.xml"/><Relationship Id="rId25" Type="http://schemas.openxmlformats.org/officeDocument/2006/relationships/customXml" Target="../ink/ink1778.xml"/><Relationship Id="rId33" Type="http://schemas.openxmlformats.org/officeDocument/2006/relationships/customXml" Target="../ink/ink1782.xml"/><Relationship Id="rId38" Type="http://schemas.openxmlformats.org/officeDocument/2006/relationships/image" Target="../media/image1744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62.png"/><Relationship Id="rId21" Type="http://schemas.openxmlformats.org/officeDocument/2006/relationships/customXml" Target="../ink/ink1796.xml"/><Relationship Id="rId42" Type="http://schemas.openxmlformats.org/officeDocument/2006/relationships/image" Target="../media/image1771.png"/><Relationship Id="rId47" Type="http://schemas.openxmlformats.org/officeDocument/2006/relationships/customXml" Target="../ink/ink1809.xml"/><Relationship Id="rId63" Type="http://schemas.openxmlformats.org/officeDocument/2006/relationships/customXml" Target="../ink/ink1817.xml"/><Relationship Id="rId68" Type="http://schemas.openxmlformats.org/officeDocument/2006/relationships/image" Target="../media/image1785.png"/><Relationship Id="rId84" Type="http://schemas.openxmlformats.org/officeDocument/2006/relationships/image" Target="../media/image1794.png"/><Relationship Id="rId89" Type="http://schemas.openxmlformats.org/officeDocument/2006/relationships/customXml" Target="../ink/ink1830.xml"/><Relationship Id="rId112" Type="http://schemas.openxmlformats.org/officeDocument/2006/relationships/image" Target="../media/image1808.png"/><Relationship Id="rId16" Type="http://schemas.openxmlformats.org/officeDocument/2006/relationships/image" Target="../media/image1756.png"/><Relationship Id="rId107" Type="http://schemas.openxmlformats.org/officeDocument/2006/relationships/customXml" Target="../ink/ink1839.xml"/><Relationship Id="rId11" Type="http://schemas.openxmlformats.org/officeDocument/2006/relationships/customXml" Target="../ink/ink1791.xml"/><Relationship Id="rId32" Type="http://schemas.openxmlformats.org/officeDocument/2006/relationships/image" Target="../media/image1765.png"/><Relationship Id="rId37" Type="http://schemas.openxmlformats.org/officeDocument/2006/relationships/customXml" Target="../ink/ink1804.xml"/><Relationship Id="rId53" Type="http://schemas.openxmlformats.org/officeDocument/2006/relationships/customXml" Target="../ink/ink1812.xml"/><Relationship Id="rId58" Type="http://schemas.openxmlformats.org/officeDocument/2006/relationships/image" Target="../media/image1779.png"/><Relationship Id="rId74" Type="http://schemas.openxmlformats.org/officeDocument/2006/relationships/image" Target="../media/image1788.png"/><Relationship Id="rId79" Type="http://schemas.openxmlformats.org/officeDocument/2006/relationships/customXml" Target="../ink/ink1825.xml"/><Relationship Id="rId102" Type="http://schemas.openxmlformats.org/officeDocument/2006/relationships/image" Target="../media/image1803.png"/><Relationship Id="rId5" Type="http://schemas.openxmlformats.org/officeDocument/2006/relationships/customXml" Target="../ink/ink1788.xml"/><Relationship Id="rId90" Type="http://schemas.openxmlformats.org/officeDocument/2006/relationships/image" Target="../media/image1797.png"/><Relationship Id="rId95" Type="http://schemas.openxmlformats.org/officeDocument/2006/relationships/customXml" Target="../ink/ink1833.xml"/><Relationship Id="rId22" Type="http://schemas.openxmlformats.org/officeDocument/2006/relationships/image" Target="../media/image1759.png"/><Relationship Id="rId27" Type="http://schemas.openxmlformats.org/officeDocument/2006/relationships/customXml" Target="../ink/ink1799.xml"/><Relationship Id="rId43" Type="http://schemas.openxmlformats.org/officeDocument/2006/relationships/customXml" Target="../ink/ink1807.xml"/><Relationship Id="rId48" Type="http://schemas.openxmlformats.org/officeDocument/2006/relationships/image" Target="../media/image1774.png"/><Relationship Id="rId64" Type="http://schemas.openxmlformats.org/officeDocument/2006/relationships/image" Target="../media/image1783.png"/><Relationship Id="rId69" Type="http://schemas.openxmlformats.org/officeDocument/2006/relationships/customXml" Target="../ink/ink1820.xml"/><Relationship Id="rId80" Type="http://schemas.openxmlformats.org/officeDocument/2006/relationships/image" Target="../media/image1792.png"/><Relationship Id="rId85" Type="http://schemas.openxmlformats.org/officeDocument/2006/relationships/customXml" Target="../ink/ink1828.xml"/><Relationship Id="rId12" Type="http://schemas.openxmlformats.org/officeDocument/2006/relationships/image" Target="../media/image1754.png"/><Relationship Id="rId17" Type="http://schemas.openxmlformats.org/officeDocument/2006/relationships/customXml" Target="../ink/ink1794.xml"/><Relationship Id="rId33" Type="http://schemas.openxmlformats.org/officeDocument/2006/relationships/customXml" Target="../ink/ink1802.xml"/><Relationship Id="rId38" Type="http://schemas.openxmlformats.org/officeDocument/2006/relationships/image" Target="../media/image1768.png"/><Relationship Id="rId59" Type="http://schemas.openxmlformats.org/officeDocument/2006/relationships/customXml" Target="../ink/ink1815.xml"/><Relationship Id="rId103" Type="http://schemas.openxmlformats.org/officeDocument/2006/relationships/customXml" Target="../ink/ink1837.xml"/><Relationship Id="rId108" Type="http://schemas.openxmlformats.org/officeDocument/2006/relationships/image" Target="../media/image1806.png"/><Relationship Id="rId54" Type="http://schemas.openxmlformats.org/officeDocument/2006/relationships/image" Target="../media/image1777.png"/><Relationship Id="rId70" Type="http://schemas.openxmlformats.org/officeDocument/2006/relationships/image" Target="../media/image1786.png"/><Relationship Id="rId75" Type="http://schemas.openxmlformats.org/officeDocument/2006/relationships/customXml" Target="../ink/ink1823.xml"/><Relationship Id="rId91" Type="http://schemas.openxmlformats.org/officeDocument/2006/relationships/customXml" Target="../ink/ink1831.xml"/><Relationship Id="rId96" Type="http://schemas.openxmlformats.org/officeDocument/2006/relationships/image" Target="../media/image18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51.png"/><Relationship Id="rId15" Type="http://schemas.openxmlformats.org/officeDocument/2006/relationships/customXml" Target="../ink/ink1793.xml"/><Relationship Id="rId23" Type="http://schemas.openxmlformats.org/officeDocument/2006/relationships/customXml" Target="../ink/ink1797.xml"/><Relationship Id="rId28" Type="http://schemas.openxmlformats.org/officeDocument/2006/relationships/image" Target="../media/image1763.png"/><Relationship Id="rId36" Type="http://schemas.openxmlformats.org/officeDocument/2006/relationships/image" Target="../media/image1767.png"/><Relationship Id="rId49" Type="http://schemas.openxmlformats.org/officeDocument/2006/relationships/customXml" Target="../ink/ink1810.xml"/><Relationship Id="rId57" Type="http://schemas.openxmlformats.org/officeDocument/2006/relationships/customXml" Target="../ink/ink1814.xml"/><Relationship Id="rId106" Type="http://schemas.openxmlformats.org/officeDocument/2006/relationships/image" Target="../media/image1805.png"/><Relationship Id="rId10" Type="http://schemas.openxmlformats.org/officeDocument/2006/relationships/image" Target="../media/image1753.png"/><Relationship Id="rId31" Type="http://schemas.openxmlformats.org/officeDocument/2006/relationships/customXml" Target="../ink/ink1801.xml"/><Relationship Id="rId44" Type="http://schemas.openxmlformats.org/officeDocument/2006/relationships/image" Target="../media/image1772.png"/><Relationship Id="rId52" Type="http://schemas.openxmlformats.org/officeDocument/2006/relationships/image" Target="../media/image1776.png"/><Relationship Id="rId60" Type="http://schemas.openxmlformats.org/officeDocument/2006/relationships/image" Target="../media/image1781.png"/><Relationship Id="rId65" Type="http://schemas.openxmlformats.org/officeDocument/2006/relationships/customXml" Target="../ink/ink1818.xml"/><Relationship Id="rId73" Type="http://schemas.openxmlformats.org/officeDocument/2006/relationships/customXml" Target="../ink/ink1822.xml"/><Relationship Id="rId78" Type="http://schemas.openxmlformats.org/officeDocument/2006/relationships/image" Target="../media/image1791.png"/><Relationship Id="rId81" Type="http://schemas.openxmlformats.org/officeDocument/2006/relationships/customXml" Target="../ink/ink1826.xml"/><Relationship Id="rId86" Type="http://schemas.openxmlformats.org/officeDocument/2006/relationships/image" Target="../media/image1795.png"/><Relationship Id="rId94" Type="http://schemas.openxmlformats.org/officeDocument/2006/relationships/image" Target="../media/image1799.png"/><Relationship Id="rId99" Type="http://schemas.openxmlformats.org/officeDocument/2006/relationships/customXml" Target="../ink/ink1835.xml"/><Relationship Id="rId101" Type="http://schemas.openxmlformats.org/officeDocument/2006/relationships/customXml" Target="../ink/ink1836.xml"/><Relationship Id="rId4" Type="http://schemas.openxmlformats.org/officeDocument/2006/relationships/image" Target="../media/image1749.png"/><Relationship Id="rId9" Type="http://schemas.openxmlformats.org/officeDocument/2006/relationships/customXml" Target="../ink/ink1790.xml"/><Relationship Id="rId13" Type="http://schemas.openxmlformats.org/officeDocument/2006/relationships/customXml" Target="../ink/ink1792.xml"/><Relationship Id="rId18" Type="http://schemas.openxmlformats.org/officeDocument/2006/relationships/image" Target="../media/image1757.png"/><Relationship Id="rId39" Type="http://schemas.openxmlformats.org/officeDocument/2006/relationships/customXml" Target="../ink/ink1805.xml"/><Relationship Id="rId109" Type="http://schemas.openxmlformats.org/officeDocument/2006/relationships/customXml" Target="../ink/ink1840.xml"/><Relationship Id="rId34" Type="http://schemas.openxmlformats.org/officeDocument/2006/relationships/image" Target="../media/image1766.png"/><Relationship Id="rId50" Type="http://schemas.openxmlformats.org/officeDocument/2006/relationships/image" Target="../media/image1775.png"/><Relationship Id="rId55" Type="http://schemas.openxmlformats.org/officeDocument/2006/relationships/customXml" Target="../ink/ink1813.xml"/><Relationship Id="rId76" Type="http://schemas.openxmlformats.org/officeDocument/2006/relationships/image" Target="../media/image1789.png"/><Relationship Id="rId97" Type="http://schemas.openxmlformats.org/officeDocument/2006/relationships/customXml" Target="../ink/ink1834.xml"/><Relationship Id="rId104" Type="http://schemas.openxmlformats.org/officeDocument/2006/relationships/image" Target="../media/image1804.png"/><Relationship Id="rId7" Type="http://schemas.openxmlformats.org/officeDocument/2006/relationships/customXml" Target="../ink/ink1789.xml"/><Relationship Id="rId71" Type="http://schemas.openxmlformats.org/officeDocument/2006/relationships/customXml" Target="../ink/ink1821.xml"/><Relationship Id="rId92" Type="http://schemas.openxmlformats.org/officeDocument/2006/relationships/image" Target="../media/image1798.png"/><Relationship Id="rId2" Type="http://schemas.openxmlformats.org/officeDocument/2006/relationships/image" Target="../media/image1748.png"/><Relationship Id="rId29" Type="http://schemas.openxmlformats.org/officeDocument/2006/relationships/customXml" Target="../ink/ink1800.xml"/><Relationship Id="rId24" Type="http://schemas.openxmlformats.org/officeDocument/2006/relationships/image" Target="../media/image1761.png"/><Relationship Id="rId40" Type="http://schemas.openxmlformats.org/officeDocument/2006/relationships/image" Target="../media/image1769.png"/><Relationship Id="rId45" Type="http://schemas.openxmlformats.org/officeDocument/2006/relationships/customXml" Target="../ink/ink1808.xml"/><Relationship Id="rId66" Type="http://schemas.openxmlformats.org/officeDocument/2006/relationships/image" Target="../media/image1784.png"/><Relationship Id="rId87" Type="http://schemas.openxmlformats.org/officeDocument/2006/relationships/customXml" Target="../ink/ink1829.xml"/><Relationship Id="rId110" Type="http://schemas.openxmlformats.org/officeDocument/2006/relationships/image" Target="../media/image1807.png"/><Relationship Id="rId61" Type="http://schemas.openxmlformats.org/officeDocument/2006/relationships/customXml" Target="../ink/ink1816.xml"/><Relationship Id="rId82" Type="http://schemas.openxmlformats.org/officeDocument/2006/relationships/image" Target="../media/image1793.png"/><Relationship Id="rId19" Type="http://schemas.openxmlformats.org/officeDocument/2006/relationships/customXml" Target="../ink/ink1795.xml"/><Relationship Id="rId14" Type="http://schemas.openxmlformats.org/officeDocument/2006/relationships/image" Target="../media/image1755.png"/><Relationship Id="rId30" Type="http://schemas.openxmlformats.org/officeDocument/2006/relationships/image" Target="../media/image1764.png"/><Relationship Id="rId35" Type="http://schemas.openxmlformats.org/officeDocument/2006/relationships/customXml" Target="../ink/ink1803.xml"/><Relationship Id="rId56" Type="http://schemas.openxmlformats.org/officeDocument/2006/relationships/image" Target="../media/image1778.png"/><Relationship Id="rId77" Type="http://schemas.openxmlformats.org/officeDocument/2006/relationships/customXml" Target="../ink/ink1824.xml"/><Relationship Id="rId100" Type="http://schemas.openxmlformats.org/officeDocument/2006/relationships/image" Target="../media/image1802.png"/><Relationship Id="rId105" Type="http://schemas.openxmlformats.org/officeDocument/2006/relationships/customXml" Target="../ink/ink1838.xml"/><Relationship Id="rId8" Type="http://schemas.openxmlformats.org/officeDocument/2006/relationships/image" Target="../media/image1752.png"/><Relationship Id="rId51" Type="http://schemas.openxmlformats.org/officeDocument/2006/relationships/customXml" Target="../ink/ink1811.xml"/><Relationship Id="rId72" Type="http://schemas.openxmlformats.org/officeDocument/2006/relationships/image" Target="../media/image1787.png"/><Relationship Id="rId93" Type="http://schemas.openxmlformats.org/officeDocument/2006/relationships/customXml" Target="../ink/ink1832.xml"/><Relationship Id="rId98" Type="http://schemas.openxmlformats.org/officeDocument/2006/relationships/image" Target="../media/image1801.png"/><Relationship Id="rId3" Type="http://schemas.openxmlformats.org/officeDocument/2006/relationships/customXml" Target="../ink/ink1787.xml"/><Relationship Id="rId25" Type="http://schemas.openxmlformats.org/officeDocument/2006/relationships/customXml" Target="../ink/ink1798.xml"/><Relationship Id="rId46" Type="http://schemas.openxmlformats.org/officeDocument/2006/relationships/image" Target="../media/image1773.png"/><Relationship Id="rId67" Type="http://schemas.openxmlformats.org/officeDocument/2006/relationships/customXml" Target="../ink/ink1819.xml"/><Relationship Id="rId20" Type="http://schemas.openxmlformats.org/officeDocument/2006/relationships/image" Target="../media/image1758.png"/><Relationship Id="rId41" Type="http://schemas.openxmlformats.org/officeDocument/2006/relationships/customXml" Target="../ink/ink1806.xml"/><Relationship Id="rId62" Type="http://schemas.openxmlformats.org/officeDocument/2006/relationships/image" Target="../media/image1782.png"/><Relationship Id="rId83" Type="http://schemas.openxmlformats.org/officeDocument/2006/relationships/customXml" Target="../ink/ink1827.xml"/><Relationship Id="rId88" Type="http://schemas.openxmlformats.org/officeDocument/2006/relationships/image" Target="../media/image1796.png"/><Relationship Id="rId111" Type="http://schemas.openxmlformats.org/officeDocument/2006/relationships/customXml" Target="../ink/ink1841.xml"/></Relationships>
</file>

<file path=ppt/slides/_rels/slide3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815.png"/><Relationship Id="rId21" Type="http://schemas.openxmlformats.org/officeDocument/2006/relationships/customXml" Target="../ink/ink1851.xml"/><Relationship Id="rId42" Type="http://schemas.openxmlformats.org/officeDocument/2006/relationships/image" Target="../media/image1824.png"/><Relationship Id="rId47" Type="http://schemas.openxmlformats.org/officeDocument/2006/relationships/customXml" Target="../ink/ink1864.xml"/><Relationship Id="rId63" Type="http://schemas.openxmlformats.org/officeDocument/2006/relationships/customXml" Target="../ink/ink1872.xml"/><Relationship Id="rId68" Type="http://schemas.openxmlformats.org/officeDocument/2006/relationships/image" Target="../media/image1838.png"/><Relationship Id="rId84" Type="http://schemas.openxmlformats.org/officeDocument/2006/relationships/image" Target="../media/image1847.png"/><Relationship Id="rId89" Type="http://schemas.openxmlformats.org/officeDocument/2006/relationships/customXml" Target="../ink/ink1885.xml"/><Relationship Id="rId112" Type="http://schemas.openxmlformats.org/officeDocument/2006/relationships/image" Target="../media/image1863.png"/><Relationship Id="rId16" Type="http://schemas.openxmlformats.org/officeDocument/2006/relationships/image" Target="../media/image1960.png"/><Relationship Id="rId107" Type="http://schemas.openxmlformats.org/officeDocument/2006/relationships/customXml" Target="../ink/ink1894.xml"/><Relationship Id="rId11" Type="http://schemas.openxmlformats.org/officeDocument/2006/relationships/customXml" Target="../ink/ink1846.xml"/><Relationship Id="rId32" Type="http://schemas.openxmlformats.org/officeDocument/2006/relationships/image" Target="../media/image1818.png"/><Relationship Id="rId37" Type="http://schemas.openxmlformats.org/officeDocument/2006/relationships/customXml" Target="../ink/ink1859.xml"/><Relationship Id="rId53" Type="http://schemas.openxmlformats.org/officeDocument/2006/relationships/customXml" Target="../ink/ink1867.xml"/><Relationship Id="rId58" Type="http://schemas.openxmlformats.org/officeDocument/2006/relationships/image" Target="../media/image1833.png"/><Relationship Id="rId74" Type="http://schemas.openxmlformats.org/officeDocument/2006/relationships/image" Target="../media/image1842.png"/><Relationship Id="rId79" Type="http://schemas.openxmlformats.org/officeDocument/2006/relationships/customXml" Target="../ink/ink1880.xml"/><Relationship Id="rId102" Type="http://schemas.openxmlformats.org/officeDocument/2006/relationships/image" Target="../media/image1857.png"/><Relationship Id="rId5" Type="http://schemas.openxmlformats.org/officeDocument/2006/relationships/customXml" Target="../ink/ink1843.xml"/><Relationship Id="rId90" Type="http://schemas.openxmlformats.org/officeDocument/2006/relationships/image" Target="../media/image1851.png"/><Relationship Id="rId95" Type="http://schemas.openxmlformats.org/officeDocument/2006/relationships/customXml" Target="../ink/ink1888.xml"/><Relationship Id="rId22" Type="http://schemas.openxmlformats.org/officeDocument/2006/relationships/image" Target="../media/image1813.png"/><Relationship Id="rId27" Type="http://schemas.openxmlformats.org/officeDocument/2006/relationships/customXml" Target="../ink/ink1854.xml"/><Relationship Id="rId43" Type="http://schemas.openxmlformats.org/officeDocument/2006/relationships/customXml" Target="../ink/ink1862.xml"/><Relationship Id="rId48" Type="http://schemas.openxmlformats.org/officeDocument/2006/relationships/image" Target="../media/image1827.png"/><Relationship Id="rId64" Type="http://schemas.openxmlformats.org/officeDocument/2006/relationships/image" Target="../media/image1836.png"/><Relationship Id="rId69" Type="http://schemas.openxmlformats.org/officeDocument/2006/relationships/customXml" Target="../ink/ink1875.xml"/><Relationship Id="rId113" Type="http://schemas.openxmlformats.org/officeDocument/2006/relationships/customXml" Target="../ink/ink1897.xml"/><Relationship Id="rId80" Type="http://schemas.openxmlformats.org/officeDocument/2006/relationships/image" Target="../media/image1845.png"/><Relationship Id="rId85" Type="http://schemas.openxmlformats.org/officeDocument/2006/relationships/customXml" Target="../ink/ink1883.xml"/><Relationship Id="rId12" Type="http://schemas.openxmlformats.org/officeDocument/2006/relationships/image" Target="../media/image1940.png"/><Relationship Id="rId17" Type="http://schemas.openxmlformats.org/officeDocument/2006/relationships/customXml" Target="../ink/ink1849.xml"/><Relationship Id="rId33" Type="http://schemas.openxmlformats.org/officeDocument/2006/relationships/customXml" Target="../ink/ink1857.xml"/><Relationship Id="rId38" Type="http://schemas.openxmlformats.org/officeDocument/2006/relationships/image" Target="../media/image1822.png"/><Relationship Id="rId59" Type="http://schemas.openxmlformats.org/officeDocument/2006/relationships/customXml" Target="../ink/ink1870.xml"/><Relationship Id="rId103" Type="http://schemas.openxmlformats.org/officeDocument/2006/relationships/customXml" Target="../ink/ink1892.xml"/><Relationship Id="rId108" Type="http://schemas.openxmlformats.org/officeDocument/2006/relationships/image" Target="../media/image1861.png"/><Relationship Id="rId54" Type="http://schemas.openxmlformats.org/officeDocument/2006/relationships/image" Target="../media/image1831.png"/><Relationship Id="rId70" Type="http://schemas.openxmlformats.org/officeDocument/2006/relationships/image" Target="../media/image1839.png"/><Relationship Id="rId75" Type="http://schemas.openxmlformats.org/officeDocument/2006/relationships/customXml" Target="../ink/ink1878.xml"/><Relationship Id="rId91" Type="http://schemas.openxmlformats.org/officeDocument/2006/relationships/customXml" Target="../ink/ink1886.xml"/><Relationship Id="rId96" Type="http://schemas.openxmlformats.org/officeDocument/2006/relationships/image" Target="../media/image18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11.png"/><Relationship Id="rId15" Type="http://schemas.openxmlformats.org/officeDocument/2006/relationships/customXml" Target="../ink/ink1848.xml"/><Relationship Id="rId23" Type="http://schemas.openxmlformats.org/officeDocument/2006/relationships/customXml" Target="../ink/ink1852.xml"/><Relationship Id="rId28" Type="http://schemas.openxmlformats.org/officeDocument/2006/relationships/image" Target="../media/image1816.png"/><Relationship Id="rId36" Type="http://schemas.openxmlformats.org/officeDocument/2006/relationships/image" Target="../media/image1821.png"/><Relationship Id="rId49" Type="http://schemas.openxmlformats.org/officeDocument/2006/relationships/customXml" Target="../ink/ink1865.xml"/><Relationship Id="rId57" Type="http://schemas.openxmlformats.org/officeDocument/2006/relationships/customXml" Target="../ink/ink1869.xml"/><Relationship Id="rId106" Type="http://schemas.openxmlformats.org/officeDocument/2006/relationships/image" Target="../media/image1859.png"/><Relationship Id="rId114" Type="http://schemas.openxmlformats.org/officeDocument/2006/relationships/image" Target="../media/image1864.png"/><Relationship Id="rId10" Type="http://schemas.openxmlformats.org/officeDocument/2006/relationships/image" Target="../media/image1930.png"/><Relationship Id="rId31" Type="http://schemas.openxmlformats.org/officeDocument/2006/relationships/customXml" Target="../ink/ink1856.xml"/><Relationship Id="rId44" Type="http://schemas.openxmlformats.org/officeDocument/2006/relationships/image" Target="../media/image1825.png"/><Relationship Id="rId52" Type="http://schemas.openxmlformats.org/officeDocument/2006/relationships/image" Target="../media/image1829.png"/><Relationship Id="rId60" Type="http://schemas.openxmlformats.org/officeDocument/2006/relationships/image" Target="../media/image1834.png"/><Relationship Id="rId65" Type="http://schemas.openxmlformats.org/officeDocument/2006/relationships/customXml" Target="../ink/ink1873.xml"/><Relationship Id="rId73" Type="http://schemas.openxmlformats.org/officeDocument/2006/relationships/customXml" Target="../ink/ink1877.xml"/><Relationship Id="rId78" Type="http://schemas.openxmlformats.org/officeDocument/2006/relationships/image" Target="../media/image1844.png"/><Relationship Id="rId81" Type="http://schemas.openxmlformats.org/officeDocument/2006/relationships/customXml" Target="../ink/ink1881.xml"/><Relationship Id="rId86" Type="http://schemas.openxmlformats.org/officeDocument/2006/relationships/image" Target="../media/image1848.png"/><Relationship Id="rId94" Type="http://schemas.openxmlformats.org/officeDocument/2006/relationships/image" Target="../media/image1853.png"/><Relationship Id="rId99" Type="http://schemas.openxmlformats.org/officeDocument/2006/relationships/customXml" Target="../ink/ink1890.xml"/><Relationship Id="rId101" Type="http://schemas.openxmlformats.org/officeDocument/2006/relationships/customXml" Target="../ink/ink1891.xml"/><Relationship Id="rId4" Type="http://schemas.openxmlformats.org/officeDocument/2006/relationships/image" Target="../media/image1900.png"/><Relationship Id="rId9" Type="http://schemas.openxmlformats.org/officeDocument/2006/relationships/customXml" Target="../ink/ink1845.xml"/><Relationship Id="rId13" Type="http://schemas.openxmlformats.org/officeDocument/2006/relationships/customXml" Target="../ink/ink1847.xml"/><Relationship Id="rId18" Type="http://schemas.openxmlformats.org/officeDocument/2006/relationships/image" Target="../media/image1970.png"/><Relationship Id="rId39" Type="http://schemas.openxmlformats.org/officeDocument/2006/relationships/customXml" Target="../ink/ink1860.xml"/><Relationship Id="rId109" Type="http://schemas.openxmlformats.org/officeDocument/2006/relationships/customXml" Target="../ink/ink1895.xml"/><Relationship Id="rId34" Type="http://schemas.openxmlformats.org/officeDocument/2006/relationships/image" Target="../media/image1819.png"/><Relationship Id="rId50" Type="http://schemas.openxmlformats.org/officeDocument/2006/relationships/image" Target="../media/image1828.png"/><Relationship Id="rId55" Type="http://schemas.openxmlformats.org/officeDocument/2006/relationships/customXml" Target="../ink/ink1868.xml"/><Relationship Id="rId76" Type="http://schemas.openxmlformats.org/officeDocument/2006/relationships/image" Target="../media/image1843.png"/><Relationship Id="rId97" Type="http://schemas.openxmlformats.org/officeDocument/2006/relationships/customXml" Target="../ink/ink1889.xml"/><Relationship Id="rId104" Type="http://schemas.openxmlformats.org/officeDocument/2006/relationships/image" Target="../media/image1858.png"/><Relationship Id="rId7" Type="http://schemas.openxmlformats.org/officeDocument/2006/relationships/customXml" Target="../ink/ink1844.xml"/><Relationship Id="rId71" Type="http://schemas.openxmlformats.org/officeDocument/2006/relationships/customXml" Target="../ink/ink1876.xml"/><Relationship Id="rId92" Type="http://schemas.openxmlformats.org/officeDocument/2006/relationships/image" Target="../media/image1852.png"/><Relationship Id="rId2" Type="http://schemas.openxmlformats.org/officeDocument/2006/relationships/image" Target="../media/image1809.png"/><Relationship Id="rId29" Type="http://schemas.openxmlformats.org/officeDocument/2006/relationships/customXml" Target="../ink/ink1855.xml"/><Relationship Id="rId24" Type="http://schemas.openxmlformats.org/officeDocument/2006/relationships/image" Target="../media/image1814.png"/><Relationship Id="rId40" Type="http://schemas.openxmlformats.org/officeDocument/2006/relationships/image" Target="../media/image1823.png"/><Relationship Id="rId45" Type="http://schemas.openxmlformats.org/officeDocument/2006/relationships/customXml" Target="../ink/ink1863.xml"/><Relationship Id="rId66" Type="http://schemas.openxmlformats.org/officeDocument/2006/relationships/image" Target="../media/image1837.png"/><Relationship Id="rId87" Type="http://schemas.openxmlformats.org/officeDocument/2006/relationships/customXml" Target="../ink/ink1884.xml"/><Relationship Id="rId110" Type="http://schemas.openxmlformats.org/officeDocument/2006/relationships/image" Target="../media/image1862.png"/><Relationship Id="rId61" Type="http://schemas.openxmlformats.org/officeDocument/2006/relationships/customXml" Target="../ink/ink1871.xml"/><Relationship Id="rId82" Type="http://schemas.openxmlformats.org/officeDocument/2006/relationships/image" Target="../media/image1846.png"/><Relationship Id="rId19" Type="http://schemas.openxmlformats.org/officeDocument/2006/relationships/customXml" Target="../ink/ink1850.xml"/><Relationship Id="rId14" Type="http://schemas.openxmlformats.org/officeDocument/2006/relationships/image" Target="../media/image1950.png"/><Relationship Id="rId30" Type="http://schemas.openxmlformats.org/officeDocument/2006/relationships/image" Target="../media/image1817.png"/><Relationship Id="rId35" Type="http://schemas.openxmlformats.org/officeDocument/2006/relationships/customXml" Target="../ink/ink1858.xml"/><Relationship Id="rId56" Type="http://schemas.openxmlformats.org/officeDocument/2006/relationships/image" Target="../media/image1832.png"/><Relationship Id="rId77" Type="http://schemas.openxmlformats.org/officeDocument/2006/relationships/customXml" Target="../ink/ink1879.xml"/><Relationship Id="rId100" Type="http://schemas.openxmlformats.org/officeDocument/2006/relationships/image" Target="../media/image1856.png"/><Relationship Id="rId105" Type="http://schemas.openxmlformats.org/officeDocument/2006/relationships/customXml" Target="../ink/ink1893.xml"/><Relationship Id="rId8" Type="http://schemas.openxmlformats.org/officeDocument/2006/relationships/image" Target="../media/image1920.png"/><Relationship Id="rId51" Type="http://schemas.openxmlformats.org/officeDocument/2006/relationships/customXml" Target="../ink/ink1866.xml"/><Relationship Id="rId72" Type="http://schemas.openxmlformats.org/officeDocument/2006/relationships/image" Target="../media/image1841.png"/><Relationship Id="rId93" Type="http://schemas.openxmlformats.org/officeDocument/2006/relationships/customXml" Target="../ink/ink1887.xml"/><Relationship Id="rId98" Type="http://schemas.openxmlformats.org/officeDocument/2006/relationships/image" Target="../media/image1855.png"/><Relationship Id="rId3" Type="http://schemas.openxmlformats.org/officeDocument/2006/relationships/customXml" Target="../ink/ink1842.xml"/><Relationship Id="rId25" Type="http://schemas.openxmlformats.org/officeDocument/2006/relationships/customXml" Target="../ink/ink1853.xml"/><Relationship Id="rId46" Type="http://schemas.openxmlformats.org/officeDocument/2006/relationships/image" Target="../media/image1826.png"/><Relationship Id="rId67" Type="http://schemas.openxmlformats.org/officeDocument/2006/relationships/customXml" Target="../ink/ink1874.xml"/><Relationship Id="rId20" Type="http://schemas.openxmlformats.org/officeDocument/2006/relationships/image" Target="../media/image1812.png"/><Relationship Id="rId41" Type="http://schemas.openxmlformats.org/officeDocument/2006/relationships/customXml" Target="../ink/ink1861.xml"/><Relationship Id="rId62" Type="http://schemas.openxmlformats.org/officeDocument/2006/relationships/image" Target="../media/image1835.png"/><Relationship Id="rId83" Type="http://schemas.openxmlformats.org/officeDocument/2006/relationships/customXml" Target="../ink/ink1882.xml"/><Relationship Id="rId88" Type="http://schemas.openxmlformats.org/officeDocument/2006/relationships/image" Target="../media/image1849.png"/><Relationship Id="rId111" Type="http://schemas.openxmlformats.org/officeDocument/2006/relationships/customXml" Target="../ink/ink1896.xml"/></Relationships>
</file>

<file path=ppt/slides/_rels/slide3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903.xml"/><Relationship Id="rId18" Type="http://schemas.openxmlformats.org/officeDocument/2006/relationships/image" Target="../media/image1873.png"/><Relationship Id="rId26" Type="http://schemas.openxmlformats.org/officeDocument/2006/relationships/image" Target="../media/image1877.png"/><Relationship Id="rId39" Type="http://schemas.openxmlformats.org/officeDocument/2006/relationships/customXml" Target="../ink/ink1916.xml"/><Relationship Id="rId21" Type="http://schemas.openxmlformats.org/officeDocument/2006/relationships/customXml" Target="../ink/ink1907.xml"/><Relationship Id="rId34" Type="http://schemas.openxmlformats.org/officeDocument/2006/relationships/image" Target="../media/image1881.png"/><Relationship Id="rId42" Type="http://schemas.openxmlformats.org/officeDocument/2006/relationships/image" Target="../media/image1885.png"/><Relationship Id="rId47" Type="http://schemas.openxmlformats.org/officeDocument/2006/relationships/customXml" Target="../ink/ink1920.xml"/><Relationship Id="rId50" Type="http://schemas.openxmlformats.org/officeDocument/2006/relationships/image" Target="../media/image1889.png"/><Relationship Id="rId55" Type="http://schemas.openxmlformats.org/officeDocument/2006/relationships/customXml" Target="../ink/ink1924.xml"/><Relationship Id="rId7" Type="http://schemas.openxmlformats.org/officeDocument/2006/relationships/customXml" Target="../ink/ink1900.xml"/><Relationship Id="rId2" Type="http://schemas.openxmlformats.org/officeDocument/2006/relationships/image" Target="../media/image1865.png"/><Relationship Id="rId16" Type="http://schemas.openxmlformats.org/officeDocument/2006/relationships/image" Target="../media/image1872.png"/><Relationship Id="rId29" Type="http://schemas.openxmlformats.org/officeDocument/2006/relationships/customXml" Target="../ink/ink1911.xml"/><Relationship Id="rId11" Type="http://schemas.openxmlformats.org/officeDocument/2006/relationships/customXml" Target="../ink/ink1902.xml"/><Relationship Id="rId24" Type="http://schemas.openxmlformats.org/officeDocument/2006/relationships/image" Target="../media/image1876.png"/><Relationship Id="rId32" Type="http://schemas.openxmlformats.org/officeDocument/2006/relationships/image" Target="../media/image1880.png"/><Relationship Id="rId37" Type="http://schemas.openxmlformats.org/officeDocument/2006/relationships/customXml" Target="../ink/ink1915.xml"/><Relationship Id="rId40" Type="http://schemas.openxmlformats.org/officeDocument/2006/relationships/image" Target="../media/image1884.png"/><Relationship Id="rId45" Type="http://schemas.openxmlformats.org/officeDocument/2006/relationships/customXml" Target="../ink/ink1919.xml"/><Relationship Id="rId53" Type="http://schemas.openxmlformats.org/officeDocument/2006/relationships/customXml" Target="../ink/ink1923.xml"/><Relationship Id="rId5" Type="http://schemas.openxmlformats.org/officeDocument/2006/relationships/customXml" Target="../ink/ink1899.xml"/><Relationship Id="rId10" Type="http://schemas.openxmlformats.org/officeDocument/2006/relationships/image" Target="../media/image1869.png"/><Relationship Id="rId19" Type="http://schemas.openxmlformats.org/officeDocument/2006/relationships/customXml" Target="../ink/ink1906.xml"/><Relationship Id="rId31" Type="http://schemas.openxmlformats.org/officeDocument/2006/relationships/customXml" Target="../ink/ink1912.xml"/><Relationship Id="rId44" Type="http://schemas.openxmlformats.org/officeDocument/2006/relationships/image" Target="../media/image1886.png"/><Relationship Id="rId52" Type="http://schemas.openxmlformats.org/officeDocument/2006/relationships/image" Target="../media/image1890.png"/><Relationship Id="rId4" Type="http://schemas.openxmlformats.org/officeDocument/2006/relationships/image" Target="../media/image1866.png"/><Relationship Id="rId9" Type="http://schemas.openxmlformats.org/officeDocument/2006/relationships/customXml" Target="../ink/ink1901.xml"/><Relationship Id="rId14" Type="http://schemas.openxmlformats.org/officeDocument/2006/relationships/image" Target="../media/image1871.png"/><Relationship Id="rId22" Type="http://schemas.openxmlformats.org/officeDocument/2006/relationships/image" Target="../media/image1875.png"/><Relationship Id="rId27" Type="http://schemas.openxmlformats.org/officeDocument/2006/relationships/customXml" Target="../ink/ink1910.xml"/><Relationship Id="rId30" Type="http://schemas.openxmlformats.org/officeDocument/2006/relationships/image" Target="../media/image1879.png"/><Relationship Id="rId35" Type="http://schemas.openxmlformats.org/officeDocument/2006/relationships/customXml" Target="../ink/ink1914.xml"/><Relationship Id="rId43" Type="http://schemas.openxmlformats.org/officeDocument/2006/relationships/customXml" Target="../ink/ink1918.xml"/><Relationship Id="rId48" Type="http://schemas.openxmlformats.org/officeDocument/2006/relationships/image" Target="../media/image1888.png"/><Relationship Id="rId56" Type="http://schemas.openxmlformats.org/officeDocument/2006/relationships/image" Target="../media/image1892.png"/><Relationship Id="rId8" Type="http://schemas.openxmlformats.org/officeDocument/2006/relationships/image" Target="../media/image1868.png"/><Relationship Id="rId51" Type="http://schemas.openxmlformats.org/officeDocument/2006/relationships/customXml" Target="../ink/ink1922.xml"/><Relationship Id="rId3" Type="http://schemas.openxmlformats.org/officeDocument/2006/relationships/customXml" Target="../ink/ink1898.xml"/><Relationship Id="rId12" Type="http://schemas.openxmlformats.org/officeDocument/2006/relationships/image" Target="../media/image1870.png"/><Relationship Id="rId17" Type="http://schemas.openxmlformats.org/officeDocument/2006/relationships/customXml" Target="../ink/ink1905.xml"/><Relationship Id="rId25" Type="http://schemas.openxmlformats.org/officeDocument/2006/relationships/customXml" Target="../ink/ink1909.xml"/><Relationship Id="rId33" Type="http://schemas.openxmlformats.org/officeDocument/2006/relationships/customXml" Target="../ink/ink1913.xml"/><Relationship Id="rId38" Type="http://schemas.openxmlformats.org/officeDocument/2006/relationships/image" Target="../media/image1883.png"/><Relationship Id="rId46" Type="http://schemas.openxmlformats.org/officeDocument/2006/relationships/image" Target="../media/image1887.png"/><Relationship Id="rId20" Type="http://schemas.openxmlformats.org/officeDocument/2006/relationships/image" Target="../media/image1874.png"/><Relationship Id="rId41" Type="http://schemas.openxmlformats.org/officeDocument/2006/relationships/customXml" Target="../ink/ink1917.xml"/><Relationship Id="rId54" Type="http://schemas.openxmlformats.org/officeDocument/2006/relationships/image" Target="../media/image18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67.png"/><Relationship Id="rId15" Type="http://schemas.openxmlformats.org/officeDocument/2006/relationships/customXml" Target="../ink/ink1904.xml"/><Relationship Id="rId23" Type="http://schemas.openxmlformats.org/officeDocument/2006/relationships/customXml" Target="../ink/ink1908.xml"/><Relationship Id="rId28" Type="http://schemas.openxmlformats.org/officeDocument/2006/relationships/image" Target="../media/image1878.png"/><Relationship Id="rId36" Type="http://schemas.openxmlformats.org/officeDocument/2006/relationships/image" Target="../media/image1882.png"/><Relationship Id="rId49" Type="http://schemas.openxmlformats.org/officeDocument/2006/relationships/customXml" Target="../ink/ink192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0.png"/><Relationship Id="rId13" Type="http://schemas.openxmlformats.org/officeDocument/2006/relationships/customXml" Target="../ink/ink1930.xml"/><Relationship Id="rId18" Type="http://schemas.openxmlformats.org/officeDocument/2006/relationships/image" Target="../media/image2070.png"/><Relationship Id="rId3" Type="http://schemas.openxmlformats.org/officeDocument/2006/relationships/customXml" Target="../ink/ink1925.xml"/><Relationship Id="rId7" Type="http://schemas.openxmlformats.org/officeDocument/2006/relationships/customXml" Target="../ink/ink1927.xml"/><Relationship Id="rId12" Type="http://schemas.openxmlformats.org/officeDocument/2006/relationships/image" Target="../media/image2040.png"/><Relationship Id="rId17" Type="http://schemas.openxmlformats.org/officeDocument/2006/relationships/customXml" Target="../ink/ink1932.xml"/><Relationship Id="rId2" Type="http://schemas.openxmlformats.org/officeDocument/2006/relationships/image" Target="../media/image1893.png"/><Relationship Id="rId16" Type="http://schemas.openxmlformats.org/officeDocument/2006/relationships/image" Target="../media/image20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11.png"/><Relationship Id="rId11" Type="http://schemas.openxmlformats.org/officeDocument/2006/relationships/customXml" Target="../ink/ink1929.xml"/><Relationship Id="rId5" Type="http://schemas.openxmlformats.org/officeDocument/2006/relationships/customXml" Target="../ink/ink1926.xml"/><Relationship Id="rId15" Type="http://schemas.openxmlformats.org/officeDocument/2006/relationships/customXml" Target="../ink/ink1931.xml"/><Relationship Id="rId10" Type="http://schemas.openxmlformats.org/officeDocument/2006/relationships/image" Target="../media/image2030.png"/><Relationship Id="rId4" Type="http://schemas.openxmlformats.org/officeDocument/2006/relationships/image" Target="../media/image2000.png"/><Relationship Id="rId9" Type="http://schemas.openxmlformats.org/officeDocument/2006/relationships/customXml" Target="../ink/ink1928.xml"/><Relationship Id="rId14" Type="http://schemas.openxmlformats.org/officeDocument/2006/relationships/image" Target="../media/image205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1.png"/><Relationship Id="rId13" Type="http://schemas.openxmlformats.org/officeDocument/2006/relationships/customXml" Target="../ink/ink1938.xml"/><Relationship Id="rId18" Type="http://schemas.openxmlformats.org/officeDocument/2006/relationships/image" Target="../media/image2160.png"/><Relationship Id="rId3" Type="http://schemas.openxmlformats.org/officeDocument/2006/relationships/customXml" Target="../ink/ink1933.xml"/><Relationship Id="rId21" Type="http://schemas.openxmlformats.org/officeDocument/2006/relationships/customXml" Target="../ink/ink1942.xml"/><Relationship Id="rId7" Type="http://schemas.openxmlformats.org/officeDocument/2006/relationships/customXml" Target="../ink/ink1935.xml"/><Relationship Id="rId12" Type="http://schemas.openxmlformats.org/officeDocument/2006/relationships/image" Target="../media/image2130.png"/><Relationship Id="rId17" Type="http://schemas.openxmlformats.org/officeDocument/2006/relationships/customXml" Target="../ink/ink1940.xml"/><Relationship Id="rId2" Type="http://schemas.openxmlformats.org/officeDocument/2006/relationships/image" Target="../media/image1894.png"/><Relationship Id="rId16" Type="http://schemas.openxmlformats.org/officeDocument/2006/relationships/image" Target="../media/image2150.png"/><Relationship Id="rId20" Type="http://schemas.openxmlformats.org/officeDocument/2006/relationships/image" Target="../media/image2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0.png"/><Relationship Id="rId11" Type="http://schemas.openxmlformats.org/officeDocument/2006/relationships/customXml" Target="../ink/ink1937.xml"/><Relationship Id="rId24" Type="http://schemas.openxmlformats.org/officeDocument/2006/relationships/image" Target="../media/image2190.png"/><Relationship Id="rId5" Type="http://schemas.openxmlformats.org/officeDocument/2006/relationships/customXml" Target="../ink/ink1934.xml"/><Relationship Id="rId15" Type="http://schemas.openxmlformats.org/officeDocument/2006/relationships/customXml" Target="../ink/ink1939.xml"/><Relationship Id="rId23" Type="http://schemas.openxmlformats.org/officeDocument/2006/relationships/customXml" Target="../ink/ink1943.xml"/><Relationship Id="rId10" Type="http://schemas.openxmlformats.org/officeDocument/2006/relationships/image" Target="../media/image2120.png"/><Relationship Id="rId19" Type="http://schemas.openxmlformats.org/officeDocument/2006/relationships/customXml" Target="../ink/ink1941.xml"/><Relationship Id="rId4" Type="http://schemas.openxmlformats.org/officeDocument/2006/relationships/image" Target="../media/image2090.png"/><Relationship Id="rId9" Type="http://schemas.openxmlformats.org/officeDocument/2006/relationships/customXml" Target="../ink/ink1936.xml"/><Relationship Id="rId14" Type="http://schemas.openxmlformats.org/officeDocument/2006/relationships/image" Target="../media/image2140.png"/><Relationship Id="rId22" Type="http://schemas.openxmlformats.org/officeDocument/2006/relationships/image" Target="../media/image218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9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01.xml"/><Relationship Id="rId21" Type="http://schemas.openxmlformats.org/officeDocument/2006/relationships/customXml" Target="../ink/ink1953.xml"/><Relationship Id="rId42" Type="http://schemas.openxmlformats.org/officeDocument/2006/relationships/image" Target="../media/image1919.png"/><Relationship Id="rId63" Type="http://schemas.openxmlformats.org/officeDocument/2006/relationships/customXml" Target="../ink/ink1974.xml"/><Relationship Id="rId84" Type="http://schemas.openxmlformats.org/officeDocument/2006/relationships/image" Target="../media/image1943.png"/><Relationship Id="rId138" Type="http://schemas.openxmlformats.org/officeDocument/2006/relationships/image" Target="../media/image1973.png"/><Relationship Id="rId107" Type="http://schemas.openxmlformats.org/officeDocument/2006/relationships/customXml" Target="../ink/ink1996.xml"/><Relationship Id="rId11" Type="http://schemas.openxmlformats.org/officeDocument/2006/relationships/customXml" Target="../ink/ink1948.xml"/><Relationship Id="rId32" Type="http://schemas.openxmlformats.org/officeDocument/2006/relationships/image" Target="../media/image1914.png"/><Relationship Id="rId53" Type="http://schemas.openxmlformats.org/officeDocument/2006/relationships/customXml" Target="../ink/ink1969.xml"/><Relationship Id="rId74" Type="http://schemas.openxmlformats.org/officeDocument/2006/relationships/image" Target="../media/image1937.png"/><Relationship Id="rId128" Type="http://schemas.openxmlformats.org/officeDocument/2006/relationships/image" Target="../media/image1967.png"/><Relationship Id="rId149" Type="http://schemas.openxmlformats.org/officeDocument/2006/relationships/customXml" Target="../ink/ink2017.xml"/><Relationship Id="rId5" Type="http://schemas.openxmlformats.org/officeDocument/2006/relationships/customXml" Target="../ink/ink1945.xml"/><Relationship Id="rId95" Type="http://schemas.openxmlformats.org/officeDocument/2006/relationships/customXml" Target="../ink/ink1990.xml"/><Relationship Id="rId22" Type="http://schemas.openxmlformats.org/officeDocument/2006/relationships/image" Target="../media/image1907.png"/><Relationship Id="rId27" Type="http://schemas.openxmlformats.org/officeDocument/2006/relationships/customXml" Target="../ink/ink1956.xml"/><Relationship Id="rId43" Type="http://schemas.openxmlformats.org/officeDocument/2006/relationships/customXml" Target="../ink/ink1964.xml"/><Relationship Id="rId48" Type="http://schemas.openxmlformats.org/officeDocument/2006/relationships/image" Target="../media/image1923.png"/><Relationship Id="rId64" Type="http://schemas.openxmlformats.org/officeDocument/2006/relationships/image" Target="../media/image1932.png"/><Relationship Id="rId69" Type="http://schemas.openxmlformats.org/officeDocument/2006/relationships/customXml" Target="../ink/ink1977.xml"/><Relationship Id="rId113" Type="http://schemas.openxmlformats.org/officeDocument/2006/relationships/customXml" Target="../ink/ink1999.xml"/><Relationship Id="rId118" Type="http://schemas.openxmlformats.org/officeDocument/2006/relationships/image" Target="../media/image1962.png"/><Relationship Id="rId134" Type="http://schemas.openxmlformats.org/officeDocument/2006/relationships/image" Target="../media/image1971.png"/><Relationship Id="rId139" Type="http://schemas.openxmlformats.org/officeDocument/2006/relationships/customXml" Target="../ink/ink2012.xml"/><Relationship Id="rId80" Type="http://schemas.openxmlformats.org/officeDocument/2006/relationships/image" Target="../media/image1941.png"/><Relationship Id="rId85" Type="http://schemas.openxmlformats.org/officeDocument/2006/relationships/customXml" Target="../ink/ink1985.xml"/><Relationship Id="rId150" Type="http://schemas.openxmlformats.org/officeDocument/2006/relationships/image" Target="../media/image1979.png"/><Relationship Id="rId12" Type="http://schemas.openxmlformats.org/officeDocument/2006/relationships/image" Target="../media/image1902.png"/><Relationship Id="rId17" Type="http://schemas.openxmlformats.org/officeDocument/2006/relationships/customXml" Target="../ink/ink1951.xml"/><Relationship Id="rId33" Type="http://schemas.openxmlformats.org/officeDocument/2006/relationships/customXml" Target="../ink/ink1959.xml"/><Relationship Id="rId38" Type="http://schemas.openxmlformats.org/officeDocument/2006/relationships/image" Target="../media/image1917.png"/><Relationship Id="rId59" Type="http://schemas.openxmlformats.org/officeDocument/2006/relationships/customXml" Target="../ink/ink1972.xml"/><Relationship Id="rId103" Type="http://schemas.openxmlformats.org/officeDocument/2006/relationships/customXml" Target="../ink/ink1994.xml"/><Relationship Id="rId108" Type="http://schemas.openxmlformats.org/officeDocument/2006/relationships/image" Target="../media/image1956.png"/><Relationship Id="rId124" Type="http://schemas.openxmlformats.org/officeDocument/2006/relationships/image" Target="../media/image1965.png"/><Relationship Id="rId129" Type="http://schemas.openxmlformats.org/officeDocument/2006/relationships/customXml" Target="../ink/ink2007.xml"/><Relationship Id="rId54" Type="http://schemas.openxmlformats.org/officeDocument/2006/relationships/image" Target="../media/image1926.png"/><Relationship Id="rId70" Type="http://schemas.openxmlformats.org/officeDocument/2006/relationships/image" Target="../media/image1935.png"/><Relationship Id="rId75" Type="http://schemas.openxmlformats.org/officeDocument/2006/relationships/customXml" Target="../ink/ink1980.xml"/><Relationship Id="rId91" Type="http://schemas.openxmlformats.org/officeDocument/2006/relationships/customXml" Target="../ink/ink1988.xml"/><Relationship Id="rId96" Type="http://schemas.openxmlformats.org/officeDocument/2006/relationships/image" Target="../media/image1949.png"/><Relationship Id="rId140" Type="http://schemas.openxmlformats.org/officeDocument/2006/relationships/image" Target="../media/image1974.png"/><Relationship Id="rId145" Type="http://schemas.openxmlformats.org/officeDocument/2006/relationships/customXml" Target="../ink/ink20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98.png"/><Relationship Id="rId23" Type="http://schemas.openxmlformats.org/officeDocument/2006/relationships/customXml" Target="../ink/ink1954.xml"/><Relationship Id="rId28" Type="http://schemas.openxmlformats.org/officeDocument/2006/relationships/image" Target="../media/image1912.png"/><Relationship Id="rId49" Type="http://schemas.openxmlformats.org/officeDocument/2006/relationships/customXml" Target="../ink/ink1967.xml"/><Relationship Id="rId114" Type="http://schemas.openxmlformats.org/officeDocument/2006/relationships/image" Target="../media/image1959.png"/><Relationship Id="rId119" Type="http://schemas.openxmlformats.org/officeDocument/2006/relationships/customXml" Target="../ink/ink2002.xml"/><Relationship Id="rId44" Type="http://schemas.openxmlformats.org/officeDocument/2006/relationships/image" Target="../media/image1921.png"/><Relationship Id="rId60" Type="http://schemas.openxmlformats.org/officeDocument/2006/relationships/image" Target="../media/image1929.png"/><Relationship Id="rId65" Type="http://schemas.openxmlformats.org/officeDocument/2006/relationships/customXml" Target="../ink/ink1975.xml"/><Relationship Id="rId81" Type="http://schemas.openxmlformats.org/officeDocument/2006/relationships/customXml" Target="../ink/ink1983.xml"/><Relationship Id="rId86" Type="http://schemas.openxmlformats.org/officeDocument/2006/relationships/image" Target="../media/image1944.png"/><Relationship Id="rId130" Type="http://schemas.openxmlformats.org/officeDocument/2006/relationships/image" Target="../media/image1968.png"/><Relationship Id="rId135" Type="http://schemas.openxmlformats.org/officeDocument/2006/relationships/customXml" Target="../ink/ink2010.xml"/><Relationship Id="rId13" Type="http://schemas.openxmlformats.org/officeDocument/2006/relationships/customXml" Target="../ink/ink1949.xml"/><Relationship Id="rId18" Type="http://schemas.openxmlformats.org/officeDocument/2006/relationships/image" Target="../media/image1905.png"/><Relationship Id="rId39" Type="http://schemas.openxmlformats.org/officeDocument/2006/relationships/customXml" Target="../ink/ink1962.xml"/><Relationship Id="rId109" Type="http://schemas.openxmlformats.org/officeDocument/2006/relationships/customXml" Target="../ink/ink1997.xml"/><Relationship Id="rId34" Type="http://schemas.openxmlformats.org/officeDocument/2006/relationships/image" Target="../media/image1915.png"/><Relationship Id="rId50" Type="http://schemas.openxmlformats.org/officeDocument/2006/relationships/image" Target="../media/image1924.png"/><Relationship Id="rId55" Type="http://schemas.openxmlformats.org/officeDocument/2006/relationships/customXml" Target="../ink/ink1970.xml"/><Relationship Id="rId76" Type="http://schemas.openxmlformats.org/officeDocument/2006/relationships/image" Target="../media/image1938.png"/><Relationship Id="rId97" Type="http://schemas.openxmlformats.org/officeDocument/2006/relationships/customXml" Target="../ink/ink1991.xml"/><Relationship Id="rId104" Type="http://schemas.openxmlformats.org/officeDocument/2006/relationships/image" Target="../media/image1954.png"/><Relationship Id="rId120" Type="http://schemas.openxmlformats.org/officeDocument/2006/relationships/image" Target="../media/image1963.png"/><Relationship Id="rId125" Type="http://schemas.openxmlformats.org/officeDocument/2006/relationships/customXml" Target="../ink/ink2005.xml"/><Relationship Id="rId141" Type="http://schemas.openxmlformats.org/officeDocument/2006/relationships/customXml" Target="../ink/ink2013.xml"/><Relationship Id="rId146" Type="http://schemas.openxmlformats.org/officeDocument/2006/relationships/image" Target="../media/image1977.png"/><Relationship Id="rId7" Type="http://schemas.openxmlformats.org/officeDocument/2006/relationships/customXml" Target="../ink/ink1946.xml"/><Relationship Id="rId71" Type="http://schemas.openxmlformats.org/officeDocument/2006/relationships/customXml" Target="../ink/ink1978.xml"/><Relationship Id="rId92" Type="http://schemas.openxmlformats.org/officeDocument/2006/relationships/image" Target="../media/image1947.png"/><Relationship Id="rId2" Type="http://schemas.openxmlformats.org/officeDocument/2006/relationships/image" Target="../media/image1896.png"/><Relationship Id="rId29" Type="http://schemas.openxmlformats.org/officeDocument/2006/relationships/customXml" Target="../ink/ink1957.xml"/><Relationship Id="rId24" Type="http://schemas.openxmlformats.org/officeDocument/2006/relationships/image" Target="../media/image1908.png"/><Relationship Id="rId40" Type="http://schemas.openxmlformats.org/officeDocument/2006/relationships/image" Target="../media/image1918.png"/><Relationship Id="rId45" Type="http://schemas.openxmlformats.org/officeDocument/2006/relationships/customXml" Target="../ink/ink1965.xml"/><Relationship Id="rId66" Type="http://schemas.openxmlformats.org/officeDocument/2006/relationships/image" Target="../media/image1933.png"/><Relationship Id="rId87" Type="http://schemas.openxmlformats.org/officeDocument/2006/relationships/customXml" Target="../ink/ink1986.xml"/><Relationship Id="rId110" Type="http://schemas.openxmlformats.org/officeDocument/2006/relationships/image" Target="../media/image1957.png"/><Relationship Id="rId115" Type="http://schemas.openxmlformats.org/officeDocument/2006/relationships/customXml" Target="../ink/ink2000.xml"/><Relationship Id="rId131" Type="http://schemas.openxmlformats.org/officeDocument/2006/relationships/customXml" Target="../ink/ink2008.xml"/><Relationship Id="rId136" Type="http://schemas.openxmlformats.org/officeDocument/2006/relationships/image" Target="../media/image1972.png"/><Relationship Id="rId61" Type="http://schemas.openxmlformats.org/officeDocument/2006/relationships/customXml" Target="../ink/ink1973.xml"/><Relationship Id="rId82" Type="http://schemas.openxmlformats.org/officeDocument/2006/relationships/image" Target="../media/image1942.png"/><Relationship Id="rId19" Type="http://schemas.openxmlformats.org/officeDocument/2006/relationships/customXml" Target="../ink/ink1952.xml"/><Relationship Id="rId14" Type="http://schemas.openxmlformats.org/officeDocument/2006/relationships/image" Target="../media/image1903.png"/><Relationship Id="rId30" Type="http://schemas.openxmlformats.org/officeDocument/2006/relationships/image" Target="../media/image1913.png"/><Relationship Id="rId35" Type="http://schemas.openxmlformats.org/officeDocument/2006/relationships/customXml" Target="../ink/ink1960.xml"/><Relationship Id="rId56" Type="http://schemas.openxmlformats.org/officeDocument/2006/relationships/image" Target="../media/image1927.png"/><Relationship Id="rId77" Type="http://schemas.openxmlformats.org/officeDocument/2006/relationships/customXml" Target="../ink/ink1981.xml"/><Relationship Id="rId100" Type="http://schemas.openxmlformats.org/officeDocument/2006/relationships/image" Target="../media/image1952.png"/><Relationship Id="rId105" Type="http://schemas.openxmlformats.org/officeDocument/2006/relationships/customXml" Target="../ink/ink1995.xml"/><Relationship Id="rId126" Type="http://schemas.openxmlformats.org/officeDocument/2006/relationships/image" Target="../media/image1966.png"/><Relationship Id="rId147" Type="http://schemas.openxmlformats.org/officeDocument/2006/relationships/customXml" Target="../ink/ink2016.xml"/><Relationship Id="rId8" Type="http://schemas.openxmlformats.org/officeDocument/2006/relationships/image" Target="../media/image1899.png"/><Relationship Id="rId51" Type="http://schemas.openxmlformats.org/officeDocument/2006/relationships/customXml" Target="../ink/ink1968.xml"/><Relationship Id="rId72" Type="http://schemas.openxmlformats.org/officeDocument/2006/relationships/image" Target="../media/image1936.png"/><Relationship Id="rId93" Type="http://schemas.openxmlformats.org/officeDocument/2006/relationships/customXml" Target="../ink/ink1989.xml"/><Relationship Id="rId98" Type="http://schemas.openxmlformats.org/officeDocument/2006/relationships/image" Target="../media/image1951.png"/><Relationship Id="rId121" Type="http://schemas.openxmlformats.org/officeDocument/2006/relationships/customXml" Target="../ink/ink2003.xml"/><Relationship Id="rId142" Type="http://schemas.openxmlformats.org/officeDocument/2006/relationships/image" Target="../media/image1975.png"/><Relationship Id="rId3" Type="http://schemas.openxmlformats.org/officeDocument/2006/relationships/customXml" Target="../ink/ink1944.xml"/><Relationship Id="rId25" Type="http://schemas.openxmlformats.org/officeDocument/2006/relationships/customXml" Target="../ink/ink1955.xml"/><Relationship Id="rId46" Type="http://schemas.openxmlformats.org/officeDocument/2006/relationships/image" Target="../media/image1922.png"/><Relationship Id="rId67" Type="http://schemas.openxmlformats.org/officeDocument/2006/relationships/customXml" Target="../ink/ink1976.xml"/><Relationship Id="rId116" Type="http://schemas.openxmlformats.org/officeDocument/2006/relationships/image" Target="../media/image1961.png"/><Relationship Id="rId137" Type="http://schemas.openxmlformats.org/officeDocument/2006/relationships/customXml" Target="../ink/ink2011.xml"/><Relationship Id="rId20" Type="http://schemas.openxmlformats.org/officeDocument/2006/relationships/image" Target="../media/image1906.png"/><Relationship Id="rId41" Type="http://schemas.openxmlformats.org/officeDocument/2006/relationships/customXml" Target="../ink/ink1963.xml"/><Relationship Id="rId62" Type="http://schemas.openxmlformats.org/officeDocument/2006/relationships/image" Target="../media/image1931.png"/><Relationship Id="rId83" Type="http://schemas.openxmlformats.org/officeDocument/2006/relationships/customXml" Target="../ink/ink1984.xml"/><Relationship Id="rId88" Type="http://schemas.openxmlformats.org/officeDocument/2006/relationships/image" Target="../media/image1945.png"/><Relationship Id="rId111" Type="http://schemas.openxmlformats.org/officeDocument/2006/relationships/customXml" Target="../ink/ink1998.xml"/><Relationship Id="rId132" Type="http://schemas.openxmlformats.org/officeDocument/2006/relationships/image" Target="../media/image1969.png"/><Relationship Id="rId15" Type="http://schemas.openxmlformats.org/officeDocument/2006/relationships/customXml" Target="../ink/ink1950.xml"/><Relationship Id="rId36" Type="http://schemas.openxmlformats.org/officeDocument/2006/relationships/image" Target="../media/image1916.png"/><Relationship Id="rId57" Type="http://schemas.openxmlformats.org/officeDocument/2006/relationships/customXml" Target="../ink/ink1971.xml"/><Relationship Id="rId106" Type="http://schemas.openxmlformats.org/officeDocument/2006/relationships/image" Target="../media/image1955.png"/><Relationship Id="rId127" Type="http://schemas.openxmlformats.org/officeDocument/2006/relationships/customXml" Target="../ink/ink2006.xml"/><Relationship Id="rId10" Type="http://schemas.openxmlformats.org/officeDocument/2006/relationships/image" Target="../media/image1901.png"/><Relationship Id="rId31" Type="http://schemas.openxmlformats.org/officeDocument/2006/relationships/customXml" Target="../ink/ink1958.xml"/><Relationship Id="rId52" Type="http://schemas.openxmlformats.org/officeDocument/2006/relationships/image" Target="../media/image1925.png"/><Relationship Id="rId73" Type="http://schemas.openxmlformats.org/officeDocument/2006/relationships/customXml" Target="../ink/ink1979.xml"/><Relationship Id="rId78" Type="http://schemas.openxmlformats.org/officeDocument/2006/relationships/image" Target="../media/image1939.png"/><Relationship Id="rId94" Type="http://schemas.openxmlformats.org/officeDocument/2006/relationships/image" Target="../media/image1948.png"/><Relationship Id="rId99" Type="http://schemas.openxmlformats.org/officeDocument/2006/relationships/customXml" Target="../ink/ink1992.xml"/><Relationship Id="rId101" Type="http://schemas.openxmlformats.org/officeDocument/2006/relationships/customXml" Target="../ink/ink1993.xml"/><Relationship Id="rId122" Type="http://schemas.openxmlformats.org/officeDocument/2006/relationships/image" Target="../media/image1964.png"/><Relationship Id="rId143" Type="http://schemas.openxmlformats.org/officeDocument/2006/relationships/customXml" Target="../ink/ink2014.xml"/><Relationship Id="rId148" Type="http://schemas.openxmlformats.org/officeDocument/2006/relationships/image" Target="../media/image1978.png"/><Relationship Id="rId4" Type="http://schemas.openxmlformats.org/officeDocument/2006/relationships/image" Target="../media/image1897.png"/><Relationship Id="rId9" Type="http://schemas.openxmlformats.org/officeDocument/2006/relationships/customXml" Target="../ink/ink1947.xml"/><Relationship Id="rId26" Type="http://schemas.openxmlformats.org/officeDocument/2006/relationships/image" Target="../media/image1909.png"/><Relationship Id="rId47" Type="http://schemas.openxmlformats.org/officeDocument/2006/relationships/customXml" Target="../ink/ink1966.xml"/><Relationship Id="rId68" Type="http://schemas.openxmlformats.org/officeDocument/2006/relationships/image" Target="../media/image1934.png"/><Relationship Id="rId89" Type="http://schemas.openxmlformats.org/officeDocument/2006/relationships/customXml" Target="../ink/ink1987.xml"/><Relationship Id="rId112" Type="http://schemas.openxmlformats.org/officeDocument/2006/relationships/image" Target="../media/image1958.png"/><Relationship Id="rId133" Type="http://schemas.openxmlformats.org/officeDocument/2006/relationships/customXml" Target="../ink/ink2009.xml"/><Relationship Id="rId16" Type="http://schemas.openxmlformats.org/officeDocument/2006/relationships/image" Target="../media/image1904.png"/><Relationship Id="rId37" Type="http://schemas.openxmlformats.org/officeDocument/2006/relationships/customXml" Target="../ink/ink1961.xml"/><Relationship Id="rId58" Type="http://schemas.openxmlformats.org/officeDocument/2006/relationships/image" Target="../media/image1928.png"/><Relationship Id="rId79" Type="http://schemas.openxmlformats.org/officeDocument/2006/relationships/customXml" Target="../ink/ink1982.xml"/><Relationship Id="rId102" Type="http://schemas.openxmlformats.org/officeDocument/2006/relationships/image" Target="../media/image1953.png"/><Relationship Id="rId123" Type="http://schemas.openxmlformats.org/officeDocument/2006/relationships/customXml" Target="../ink/ink2004.xml"/><Relationship Id="rId144" Type="http://schemas.openxmlformats.org/officeDocument/2006/relationships/image" Target="../media/image1976.png"/><Relationship Id="rId90" Type="http://schemas.openxmlformats.org/officeDocument/2006/relationships/image" Target="../media/image194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83.png"/><Relationship Id="rId13" Type="http://schemas.openxmlformats.org/officeDocument/2006/relationships/customXml" Target="../ink/ink2023.xml"/><Relationship Id="rId18" Type="http://schemas.openxmlformats.org/officeDocument/2006/relationships/image" Target="../media/image1988.png"/><Relationship Id="rId26" Type="http://schemas.openxmlformats.org/officeDocument/2006/relationships/image" Target="../media/image1992.png"/><Relationship Id="rId3" Type="http://schemas.openxmlformats.org/officeDocument/2006/relationships/customXml" Target="../ink/ink2018.xml"/><Relationship Id="rId21" Type="http://schemas.openxmlformats.org/officeDocument/2006/relationships/customXml" Target="../ink/ink2027.xml"/><Relationship Id="rId7" Type="http://schemas.openxmlformats.org/officeDocument/2006/relationships/customXml" Target="../ink/ink2020.xml"/><Relationship Id="rId12" Type="http://schemas.openxmlformats.org/officeDocument/2006/relationships/image" Target="../media/image1985.png"/><Relationship Id="rId17" Type="http://schemas.openxmlformats.org/officeDocument/2006/relationships/customXml" Target="../ink/ink2025.xml"/><Relationship Id="rId25" Type="http://schemas.openxmlformats.org/officeDocument/2006/relationships/customXml" Target="../ink/ink2029.xml"/><Relationship Id="rId2" Type="http://schemas.openxmlformats.org/officeDocument/2006/relationships/image" Target="../media/image1980.png"/><Relationship Id="rId16" Type="http://schemas.openxmlformats.org/officeDocument/2006/relationships/image" Target="../media/image1987.png"/><Relationship Id="rId20" Type="http://schemas.openxmlformats.org/officeDocument/2006/relationships/image" Target="../media/image1989.png"/><Relationship Id="rId29" Type="http://schemas.openxmlformats.org/officeDocument/2006/relationships/customXml" Target="../ink/ink20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82.png"/><Relationship Id="rId11" Type="http://schemas.openxmlformats.org/officeDocument/2006/relationships/customXml" Target="../ink/ink2022.xml"/><Relationship Id="rId24" Type="http://schemas.openxmlformats.org/officeDocument/2006/relationships/image" Target="../media/image1991.png"/><Relationship Id="rId32" Type="http://schemas.openxmlformats.org/officeDocument/2006/relationships/image" Target="../media/image1995.png"/><Relationship Id="rId5" Type="http://schemas.openxmlformats.org/officeDocument/2006/relationships/customXml" Target="../ink/ink2019.xml"/><Relationship Id="rId15" Type="http://schemas.openxmlformats.org/officeDocument/2006/relationships/customXml" Target="../ink/ink2024.xml"/><Relationship Id="rId23" Type="http://schemas.openxmlformats.org/officeDocument/2006/relationships/customXml" Target="../ink/ink2028.xml"/><Relationship Id="rId28" Type="http://schemas.openxmlformats.org/officeDocument/2006/relationships/image" Target="../media/image1993.png"/><Relationship Id="rId10" Type="http://schemas.openxmlformats.org/officeDocument/2006/relationships/image" Target="../media/image1984.png"/><Relationship Id="rId19" Type="http://schemas.openxmlformats.org/officeDocument/2006/relationships/customXml" Target="../ink/ink2026.xml"/><Relationship Id="rId31" Type="http://schemas.openxmlformats.org/officeDocument/2006/relationships/customXml" Target="../ink/ink2032.xml"/><Relationship Id="rId4" Type="http://schemas.openxmlformats.org/officeDocument/2006/relationships/image" Target="../media/image1981.png"/><Relationship Id="rId9" Type="http://schemas.openxmlformats.org/officeDocument/2006/relationships/customXml" Target="../ink/ink2021.xml"/><Relationship Id="rId14" Type="http://schemas.openxmlformats.org/officeDocument/2006/relationships/image" Target="../media/image1986.png"/><Relationship Id="rId22" Type="http://schemas.openxmlformats.org/officeDocument/2006/relationships/image" Target="../media/image1990.png"/><Relationship Id="rId27" Type="http://schemas.openxmlformats.org/officeDocument/2006/relationships/customXml" Target="../ink/ink2030.xml"/><Relationship Id="rId30" Type="http://schemas.openxmlformats.org/officeDocument/2006/relationships/image" Target="../media/image1994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033.xml"/><Relationship Id="rId2" Type="http://schemas.openxmlformats.org/officeDocument/2006/relationships/image" Target="../media/image19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99.png"/><Relationship Id="rId5" Type="http://schemas.openxmlformats.org/officeDocument/2006/relationships/customXml" Target="../ink/ink2034.xml"/><Relationship Id="rId4" Type="http://schemas.openxmlformats.org/officeDocument/2006/relationships/image" Target="../media/image1998.png"/></Relationships>
</file>

<file path=ppt/slides/_rels/slide4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015.png"/><Relationship Id="rId21" Type="http://schemas.openxmlformats.org/officeDocument/2006/relationships/customXml" Target="../ink/ink2044.xml"/><Relationship Id="rId34" Type="http://schemas.openxmlformats.org/officeDocument/2006/relationships/image" Target="../media/image2019.png"/><Relationship Id="rId42" Type="http://schemas.openxmlformats.org/officeDocument/2006/relationships/image" Target="../media/image2024.png"/><Relationship Id="rId47" Type="http://schemas.openxmlformats.org/officeDocument/2006/relationships/customXml" Target="../ink/ink2057.xml"/><Relationship Id="rId50" Type="http://schemas.openxmlformats.org/officeDocument/2006/relationships/image" Target="../media/image2028.png"/><Relationship Id="rId55" Type="http://schemas.openxmlformats.org/officeDocument/2006/relationships/customXml" Target="../ink/ink2061.xml"/><Relationship Id="rId63" Type="http://schemas.openxmlformats.org/officeDocument/2006/relationships/customXml" Target="../ink/ink2065.xml"/><Relationship Id="rId7" Type="http://schemas.openxmlformats.org/officeDocument/2006/relationships/customXml" Target="../ink/ink2037.xml"/><Relationship Id="rId2" Type="http://schemas.openxmlformats.org/officeDocument/2006/relationships/image" Target="../media/image2001.png"/><Relationship Id="rId16" Type="http://schemas.openxmlformats.org/officeDocument/2006/relationships/image" Target="../media/image2008.png"/><Relationship Id="rId29" Type="http://schemas.openxmlformats.org/officeDocument/2006/relationships/customXml" Target="../ink/ink2048.xml"/><Relationship Id="rId11" Type="http://schemas.openxmlformats.org/officeDocument/2006/relationships/customXml" Target="../ink/ink2039.xml"/><Relationship Id="rId24" Type="http://schemas.openxmlformats.org/officeDocument/2006/relationships/image" Target="../media/image2014.png"/><Relationship Id="rId32" Type="http://schemas.openxmlformats.org/officeDocument/2006/relationships/image" Target="../media/image2018.png"/><Relationship Id="rId37" Type="http://schemas.openxmlformats.org/officeDocument/2006/relationships/customXml" Target="../ink/ink2052.xml"/><Relationship Id="rId40" Type="http://schemas.openxmlformats.org/officeDocument/2006/relationships/image" Target="../media/image2023.png"/><Relationship Id="rId45" Type="http://schemas.openxmlformats.org/officeDocument/2006/relationships/customXml" Target="../ink/ink2056.xml"/><Relationship Id="rId53" Type="http://schemas.openxmlformats.org/officeDocument/2006/relationships/customXml" Target="../ink/ink2060.xml"/><Relationship Id="rId58" Type="http://schemas.openxmlformats.org/officeDocument/2006/relationships/image" Target="../media/image2033.png"/><Relationship Id="rId66" Type="http://schemas.openxmlformats.org/officeDocument/2006/relationships/image" Target="../media/image2037.png"/><Relationship Id="rId5" Type="http://schemas.openxmlformats.org/officeDocument/2006/relationships/customXml" Target="../ink/ink2036.xml"/><Relationship Id="rId61" Type="http://schemas.openxmlformats.org/officeDocument/2006/relationships/customXml" Target="../ink/ink2064.xml"/><Relationship Id="rId19" Type="http://schemas.openxmlformats.org/officeDocument/2006/relationships/customXml" Target="../ink/ink2043.xml"/><Relationship Id="rId14" Type="http://schemas.openxmlformats.org/officeDocument/2006/relationships/image" Target="../media/image2007.png"/><Relationship Id="rId22" Type="http://schemas.openxmlformats.org/officeDocument/2006/relationships/image" Target="../media/image2013.png"/><Relationship Id="rId27" Type="http://schemas.openxmlformats.org/officeDocument/2006/relationships/customXml" Target="../ink/ink2047.xml"/><Relationship Id="rId30" Type="http://schemas.openxmlformats.org/officeDocument/2006/relationships/image" Target="../media/image2017.png"/><Relationship Id="rId35" Type="http://schemas.openxmlformats.org/officeDocument/2006/relationships/customXml" Target="../ink/ink2051.xml"/><Relationship Id="rId43" Type="http://schemas.openxmlformats.org/officeDocument/2006/relationships/customXml" Target="../ink/ink2055.xml"/><Relationship Id="rId48" Type="http://schemas.openxmlformats.org/officeDocument/2006/relationships/image" Target="../media/image2027.png"/><Relationship Id="rId56" Type="http://schemas.openxmlformats.org/officeDocument/2006/relationships/image" Target="../media/image2032.png"/><Relationship Id="rId64" Type="http://schemas.openxmlformats.org/officeDocument/2006/relationships/image" Target="../media/image2036.png"/><Relationship Id="rId8" Type="http://schemas.openxmlformats.org/officeDocument/2006/relationships/image" Target="../media/image2004.png"/><Relationship Id="rId51" Type="http://schemas.openxmlformats.org/officeDocument/2006/relationships/customXml" Target="../ink/ink2059.xml"/><Relationship Id="rId3" Type="http://schemas.openxmlformats.org/officeDocument/2006/relationships/customXml" Target="../ink/ink2035.xml"/><Relationship Id="rId12" Type="http://schemas.openxmlformats.org/officeDocument/2006/relationships/image" Target="../media/image2006.png"/><Relationship Id="rId17" Type="http://schemas.openxmlformats.org/officeDocument/2006/relationships/customXml" Target="../ink/ink2042.xml"/><Relationship Id="rId25" Type="http://schemas.openxmlformats.org/officeDocument/2006/relationships/customXml" Target="../ink/ink2046.xml"/><Relationship Id="rId33" Type="http://schemas.openxmlformats.org/officeDocument/2006/relationships/customXml" Target="../ink/ink2050.xml"/><Relationship Id="rId38" Type="http://schemas.openxmlformats.org/officeDocument/2006/relationships/image" Target="../media/image2022.png"/><Relationship Id="rId46" Type="http://schemas.openxmlformats.org/officeDocument/2006/relationships/image" Target="../media/image2026.png"/><Relationship Id="rId59" Type="http://schemas.openxmlformats.org/officeDocument/2006/relationships/customXml" Target="../ink/ink2063.xml"/><Relationship Id="rId20" Type="http://schemas.openxmlformats.org/officeDocument/2006/relationships/image" Target="../media/image2012.png"/><Relationship Id="rId41" Type="http://schemas.openxmlformats.org/officeDocument/2006/relationships/customXml" Target="../ink/ink2054.xml"/><Relationship Id="rId54" Type="http://schemas.openxmlformats.org/officeDocument/2006/relationships/image" Target="../media/image2031.png"/><Relationship Id="rId62" Type="http://schemas.openxmlformats.org/officeDocument/2006/relationships/image" Target="../media/image20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3.png"/><Relationship Id="rId15" Type="http://schemas.openxmlformats.org/officeDocument/2006/relationships/customXml" Target="../ink/ink2041.xml"/><Relationship Id="rId23" Type="http://schemas.openxmlformats.org/officeDocument/2006/relationships/customXml" Target="../ink/ink2045.xml"/><Relationship Id="rId28" Type="http://schemas.openxmlformats.org/officeDocument/2006/relationships/image" Target="../media/image2016.png"/><Relationship Id="rId36" Type="http://schemas.openxmlformats.org/officeDocument/2006/relationships/image" Target="../media/image2021.png"/><Relationship Id="rId49" Type="http://schemas.openxmlformats.org/officeDocument/2006/relationships/customXml" Target="../ink/ink2058.xml"/><Relationship Id="rId57" Type="http://schemas.openxmlformats.org/officeDocument/2006/relationships/customXml" Target="../ink/ink2062.xml"/><Relationship Id="rId10" Type="http://schemas.openxmlformats.org/officeDocument/2006/relationships/image" Target="../media/image2005.png"/><Relationship Id="rId31" Type="http://schemas.openxmlformats.org/officeDocument/2006/relationships/customXml" Target="../ink/ink2049.xml"/><Relationship Id="rId44" Type="http://schemas.openxmlformats.org/officeDocument/2006/relationships/image" Target="../media/image2025.png"/><Relationship Id="rId52" Type="http://schemas.openxmlformats.org/officeDocument/2006/relationships/image" Target="../media/image2029.png"/><Relationship Id="rId60" Type="http://schemas.openxmlformats.org/officeDocument/2006/relationships/image" Target="../media/image2034.png"/><Relationship Id="rId65" Type="http://schemas.openxmlformats.org/officeDocument/2006/relationships/customXml" Target="../ink/ink2066.xml"/><Relationship Id="rId4" Type="http://schemas.openxmlformats.org/officeDocument/2006/relationships/image" Target="../media/image2002.png"/><Relationship Id="rId9" Type="http://schemas.openxmlformats.org/officeDocument/2006/relationships/customXml" Target="../ink/ink2038.xml"/><Relationship Id="rId13" Type="http://schemas.openxmlformats.org/officeDocument/2006/relationships/customXml" Target="../ink/ink2040.xml"/><Relationship Id="rId18" Type="http://schemas.openxmlformats.org/officeDocument/2006/relationships/image" Target="../media/image2009.png"/><Relationship Id="rId39" Type="http://schemas.openxmlformats.org/officeDocument/2006/relationships/customXml" Target="../ink/ink2053.xml"/></Relationships>
</file>

<file path=ppt/slides/_rels/slide4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2052.png"/><Relationship Id="rId21" Type="http://schemas.openxmlformats.org/officeDocument/2006/relationships/customXml" Target="../ink/ink2076.xml"/><Relationship Id="rId42" Type="http://schemas.openxmlformats.org/officeDocument/2006/relationships/image" Target="../media/image2061.png"/><Relationship Id="rId47" Type="http://schemas.openxmlformats.org/officeDocument/2006/relationships/customXml" Target="../ink/ink2089.xml"/><Relationship Id="rId63" Type="http://schemas.openxmlformats.org/officeDocument/2006/relationships/customXml" Target="../ink/ink2097.xml"/><Relationship Id="rId68" Type="http://schemas.openxmlformats.org/officeDocument/2006/relationships/image" Target="../media/image2075.png"/><Relationship Id="rId2" Type="http://schemas.openxmlformats.org/officeDocument/2006/relationships/image" Target="../media/image2038.png"/><Relationship Id="rId16" Type="http://schemas.openxmlformats.org/officeDocument/2006/relationships/image" Target="../media/image2046.png"/><Relationship Id="rId29" Type="http://schemas.openxmlformats.org/officeDocument/2006/relationships/customXml" Target="../ink/ink2080.xml"/><Relationship Id="rId11" Type="http://schemas.openxmlformats.org/officeDocument/2006/relationships/customXml" Target="../ink/ink2071.xml"/><Relationship Id="rId24" Type="http://schemas.openxmlformats.org/officeDocument/2006/relationships/image" Target="../media/image2051.png"/><Relationship Id="rId32" Type="http://schemas.openxmlformats.org/officeDocument/2006/relationships/image" Target="../media/image2055.png"/><Relationship Id="rId37" Type="http://schemas.openxmlformats.org/officeDocument/2006/relationships/customXml" Target="../ink/ink2084.xml"/><Relationship Id="rId40" Type="http://schemas.openxmlformats.org/officeDocument/2006/relationships/image" Target="../media/image2059.png"/><Relationship Id="rId45" Type="http://schemas.openxmlformats.org/officeDocument/2006/relationships/customXml" Target="../ink/ink2088.xml"/><Relationship Id="rId53" Type="http://schemas.openxmlformats.org/officeDocument/2006/relationships/customXml" Target="../ink/ink2092.xml"/><Relationship Id="rId58" Type="http://schemas.openxmlformats.org/officeDocument/2006/relationships/image" Target="../media/image2069.png"/><Relationship Id="rId66" Type="http://schemas.openxmlformats.org/officeDocument/2006/relationships/image" Target="../media/image2074.png"/><Relationship Id="rId74" Type="http://schemas.openxmlformats.org/officeDocument/2006/relationships/image" Target="../media/image2078.png"/><Relationship Id="rId5" Type="http://schemas.openxmlformats.org/officeDocument/2006/relationships/customXml" Target="../ink/ink2068.xml"/><Relationship Id="rId61" Type="http://schemas.openxmlformats.org/officeDocument/2006/relationships/customXml" Target="../ink/ink2096.xml"/><Relationship Id="rId19" Type="http://schemas.openxmlformats.org/officeDocument/2006/relationships/customXml" Target="../ink/ink2075.xml"/><Relationship Id="rId14" Type="http://schemas.openxmlformats.org/officeDocument/2006/relationships/image" Target="../media/image2045.png"/><Relationship Id="rId22" Type="http://schemas.openxmlformats.org/officeDocument/2006/relationships/image" Target="../media/image2049.png"/><Relationship Id="rId27" Type="http://schemas.openxmlformats.org/officeDocument/2006/relationships/customXml" Target="../ink/ink2079.xml"/><Relationship Id="rId30" Type="http://schemas.openxmlformats.org/officeDocument/2006/relationships/image" Target="../media/image2054.png"/><Relationship Id="rId35" Type="http://schemas.openxmlformats.org/officeDocument/2006/relationships/customXml" Target="../ink/ink2083.xml"/><Relationship Id="rId43" Type="http://schemas.openxmlformats.org/officeDocument/2006/relationships/customXml" Target="../ink/ink2087.xml"/><Relationship Id="rId48" Type="http://schemas.openxmlformats.org/officeDocument/2006/relationships/image" Target="../media/image2064.png"/><Relationship Id="rId56" Type="http://schemas.openxmlformats.org/officeDocument/2006/relationships/image" Target="../media/image2068.png"/><Relationship Id="rId64" Type="http://schemas.openxmlformats.org/officeDocument/2006/relationships/image" Target="../media/image2073.png"/><Relationship Id="rId69" Type="http://schemas.openxmlformats.org/officeDocument/2006/relationships/customXml" Target="../ink/ink2100.xml"/><Relationship Id="rId8" Type="http://schemas.openxmlformats.org/officeDocument/2006/relationships/image" Target="../media/image2042.png"/><Relationship Id="rId51" Type="http://schemas.openxmlformats.org/officeDocument/2006/relationships/customXml" Target="../ink/ink2091.xml"/><Relationship Id="rId72" Type="http://schemas.openxmlformats.org/officeDocument/2006/relationships/image" Target="../media/image2077.png"/><Relationship Id="rId3" Type="http://schemas.openxmlformats.org/officeDocument/2006/relationships/customXml" Target="../ink/ink2067.xml"/><Relationship Id="rId12" Type="http://schemas.openxmlformats.org/officeDocument/2006/relationships/image" Target="../media/image2044.png"/><Relationship Id="rId17" Type="http://schemas.openxmlformats.org/officeDocument/2006/relationships/customXml" Target="../ink/ink2074.xml"/><Relationship Id="rId25" Type="http://schemas.openxmlformats.org/officeDocument/2006/relationships/customXml" Target="../ink/ink2078.xml"/><Relationship Id="rId33" Type="http://schemas.openxmlformats.org/officeDocument/2006/relationships/customXml" Target="../ink/ink2082.xml"/><Relationship Id="rId38" Type="http://schemas.openxmlformats.org/officeDocument/2006/relationships/image" Target="../media/image2058.png"/><Relationship Id="rId46" Type="http://schemas.openxmlformats.org/officeDocument/2006/relationships/image" Target="../media/image2063.png"/><Relationship Id="rId59" Type="http://schemas.openxmlformats.org/officeDocument/2006/relationships/customXml" Target="../ink/ink2095.xml"/><Relationship Id="rId67" Type="http://schemas.openxmlformats.org/officeDocument/2006/relationships/customXml" Target="../ink/ink2099.xml"/><Relationship Id="rId20" Type="http://schemas.openxmlformats.org/officeDocument/2006/relationships/image" Target="../media/image2048.png"/><Relationship Id="rId41" Type="http://schemas.openxmlformats.org/officeDocument/2006/relationships/customXml" Target="../ink/ink2086.xml"/><Relationship Id="rId54" Type="http://schemas.openxmlformats.org/officeDocument/2006/relationships/image" Target="../media/image2067.png"/><Relationship Id="rId62" Type="http://schemas.openxmlformats.org/officeDocument/2006/relationships/image" Target="../media/image2072.png"/><Relationship Id="rId70" Type="http://schemas.openxmlformats.org/officeDocument/2006/relationships/image" Target="../media/image2076.png"/><Relationship Id="rId75" Type="http://schemas.openxmlformats.org/officeDocument/2006/relationships/customXml" Target="../ink/ink210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41.png"/><Relationship Id="rId15" Type="http://schemas.openxmlformats.org/officeDocument/2006/relationships/customXml" Target="../ink/ink2073.xml"/><Relationship Id="rId23" Type="http://schemas.openxmlformats.org/officeDocument/2006/relationships/customXml" Target="../ink/ink2077.xml"/><Relationship Id="rId28" Type="http://schemas.openxmlformats.org/officeDocument/2006/relationships/image" Target="../media/image2053.png"/><Relationship Id="rId36" Type="http://schemas.openxmlformats.org/officeDocument/2006/relationships/image" Target="../media/image2057.png"/><Relationship Id="rId49" Type="http://schemas.openxmlformats.org/officeDocument/2006/relationships/customXml" Target="../ink/ink2090.xml"/><Relationship Id="rId57" Type="http://schemas.openxmlformats.org/officeDocument/2006/relationships/customXml" Target="../ink/ink2094.xml"/><Relationship Id="rId10" Type="http://schemas.openxmlformats.org/officeDocument/2006/relationships/image" Target="../media/image2043.png"/><Relationship Id="rId31" Type="http://schemas.openxmlformats.org/officeDocument/2006/relationships/customXml" Target="../ink/ink2081.xml"/><Relationship Id="rId44" Type="http://schemas.openxmlformats.org/officeDocument/2006/relationships/image" Target="../media/image2062.png"/><Relationship Id="rId52" Type="http://schemas.openxmlformats.org/officeDocument/2006/relationships/image" Target="../media/image2066.png"/><Relationship Id="rId60" Type="http://schemas.openxmlformats.org/officeDocument/2006/relationships/image" Target="../media/image2071.png"/><Relationship Id="rId65" Type="http://schemas.openxmlformats.org/officeDocument/2006/relationships/customXml" Target="../ink/ink2098.xml"/><Relationship Id="rId73" Type="http://schemas.openxmlformats.org/officeDocument/2006/relationships/customXml" Target="../ink/ink2102.xml"/><Relationship Id="rId4" Type="http://schemas.openxmlformats.org/officeDocument/2006/relationships/image" Target="../media/image2039.png"/><Relationship Id="rId9" Type="http://schemas.openxmlformats.org/officeDocument/2006/relationships/customXml" Target="../ink/ink2070.xml"/><Relationship Id="rId13" Type="http://schemas.openxmlformats.org/officeDocument/2006/relationships/customXml" Target="../ink/ink2072.xml"/><Relationship Id="rId18" Type="http://schemas.openxmlformats.org/officeDocument/2006/relationships/image" Target="../media/image2047.png"/><Relationship Id="rId39" Type="http://schemas.openxmlformats.org/officeDocument/2006/relationships/customXml" Target="../ink/ink2085.xml"/><Relationship Id="rId34" Type="http://schemas.openxmlformats.org/officeDocument/2006/relationships/image" Target="../media/image2056.png"/><Relationship Id="rId50" Type="http://schemas.openxmlformats.org/officeDocument/2006/relationships/image" Target="../media/image2065.png"/><Relationship Id="rId55" Type="http://schemas.openxmlformats.org/officeDocument/2006/relationships/customXml" Target="../ink/ink2093.xml"/><Relationship Id="rId76" Type="http://schemas.openxmlformats.org/officeDocument/2006/relationships/image" Target="../media/image2079.png"/><Relationship Id="rId7" Type="http://schemas.openxmlformats.org/officeDocument/2006/relationships/customXml" Target="../ink/ink2069.xml"/><Relationship Id="rId71" Type="http://schemas.openxmlformats.org/officeDocument/2006/relationships/customXml" Target="../ink/ink2101.xml"/></Relationships>
</file>

<file path=ppt/slides/_rels/slide4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109.xml"/><Relationship Id="rId18" Type="http://schemas.openxmlformats.org/officeDocument/2006/relationships/image" Target="../media/image2087.png"/><Relationship Id="rId26" Type="http://schemas.openxmlformats.org/officeDocument/2006/relationships/image" Target="../media/image2092.png"/><Relationship Id="rId39" Type="http://schemas.openxmlformats.org/officeDocument/2006/relationships/customXml" Target="../ink/ink2122.xml"/><Relationship Id="rId21" Type="http://schemas.openxmlformats.org/officeDocument/2006/relationships/customXml" Target="../ink/ink2113.xml"/><Relationship Id="rId34" Type="http://schemas.openxmlformats.org/officeDocument/2006/relationships/image" Target="../media/image2096.png"/><Relationship Id="rId42" Type="http://schemas.openxmlformats.org/officeDocument/2006/relationships/image" Target="../media/image2101.png"/><Relationship Id="rId47" Type="http://schemas.openxmlformats.org/officeDocument/2006/relationships/customXml" Target="../ink/ink2126.xml"/><Relationship Id="rId50" Type="http://schemas.openxmlformats.org/officeDocument/2006/relationships/image" Target="../media/image2105.png"/><Relationship Id="rId7" Type="http://schemas.openxmlformats.org/officeDocument/2006/relationships/customXml" Target="../ink/ink2106.xml"/><Relationship Id="rId2" Type="http://schemas.openxmlformats.org/officeDocument/2006/relationships/image" Target="../media/image2080.png"/><Relationship Id="rId16" Type="http://schemas.openxmlformats.org/officeDocument/2006/relationships/image" Target="../media/image2086.png"/><Relationship Id="rId29" Type="http://schemas.openxmlformats.org/officeDocument/2006/relationships/customXml" Target="../ink/ink2117.xml"/><Relationship Id="rId11" Type="http://schemas.openxmlformats.org/officeDocument/2006/relationships/customXml" Target="../ink/ink2108.xml"/><Relationship Id="rId24" Type="http://schemas.openxmlformats.org/officeDocument/2006/relationships/image" Target="../media/image2091.png"/><Relationship Id="rId32" Type="http://schemas.openxmlformats.org/officeDocument/2006/relationships/image" Target="../media/image2095.png"/><Relationship Id="rId37" Type="http://schemas.openxmlformats.org/officeDocument/2006/relationships/customXml" Target="../ink/ink2121.xml"/><Relationship Id="rId40" Type="http://schemas.openxmlformats.org/officeDocument/2006/relationships/image" Target="../media/image2099.png"/><Relationship Id="rId45" Type="http://schemas.openxmlformats.org/officeDocument/2006/relationships/customXml" Target="../ink/ink2125.xml"/><Relationship Id="rId5" Type="http://schemas.openxmlformats.org/officeDocument/2006/relationships/customXml" Target="../ink/ink2105.xml"/><Relationship Id="rId15" Type="http://schemas.openxmlformats.org/officeDocument/2006/relationships/customXml" Target="../ink/ink2110.xml"/><Relationship Id="rId23" Type="http://schemas.openxmlformats.org/officeDocument/2006/relationships/customXml" Target="../ink/ink2114.xml"/><Relationship Id="rId28" Type="http://schemas.openxmlformats.org/officeDocument/2006/relationships/image" Target="../media/image2093.png"/><Relationship Id="rId36" Type="http://schemas.openxmlformats.org/officeDocument/2006/relationships/image" Target="../media/image2097.png"/><Relationship Id="rId49" Type="http://schemas.openxmlformats.org/officeDocument/2006/relationships/customXml" Target="../ink/ink2127.xml"/><Relationship Id="rId10" Type="http://schemas.openxmlformats.org/officeDocument/2006/relationships/image" Target="../media/image2083.png"/><Relationship Id="rId19" Type="http://schemas.openxmlformats.org/officeDocument/2006/relationships/customXml" Target="../ink/ink2112.xml"/><Relationship Id="rId31" Type="http://schemas.openxmlformats.org/officeDocument/2006/relationships/customXml" Target="../ink/ink2118.xml"/><Relationship Id="rId44" Type="http://schemas.openxmlformats.org/officeDocument/2006/relationships/image" Target="../media/image2102.png"/><Relationship Id="rId4" Type="http://schemas.openxmlformats.org/officeDocument/2006/relationships/image" Target="../media/image2280.png"/><Relationship Id="rId9" Type="http://schemas.openxmlformats.org/officeDocument/2006/relationships/customXml" Target="../ink/ink2107.xml"/><Relationship Id="rId14" Type="http://schemas.openxmlformats.org/officeDocument/2006/relationships/image" Target="../media/image2085.png"/><Relationship Id="rId22" Type="http://schemas.openxmlformats.org/officeDocument/2006/relationships/image" Target="../media/image2089.png"/><Relationship Id="rId27" Type="http://schemas.openxmlformats.org/officeDocument/2006/relationships/customXml" Target="../ink/ink2116.xml"/><Relationship Id="rId30" Type="http://schemas.openxmlformats.org/officeDocument/2006/relationships/image" Target="../media/image2094.png"/><Relationship Id="rId35" Type="http://schemas.openxmlformats.org/officeDocument/2006/relationships/customXml" Target="../ink/ink2120.xml"/><Relationship Id="rId43" Type="http://schemas.openxmlformats.org/officeDocument/2006/relationships/customXml" Target="../ink/ink2124.xml"/><Relationship Id="rId48" Type="http://schemas.openxmlformats.org/officeDocument/2006/relationships/image" Target="../media/image2104.png"/><Relationship Id="rId8" Type="http://schemas.openxmlformats.org/officeDocument/2006/relationships/image" Target="../media/image2082.png"/><Relationship Id="rId3" Type="http://schemas.openxmlformats.org/officeDocument/2006/relationships/customXml" Target="../ink/ink2104.xml"/><Relationship Id="rId12" Type="http://schemas.openxmlformats.org/officeDocument/2006/relationships/image" Target="../media/image2084.png"/><Relationship Id="rId17" Type="http://schemas.openxmlformats.org/officeDocument/2006/relationships/customXml" Target="../ink/ink2111.xml"/><Relationship Id="rId25" Type="http://schemas.openxmlformats.org/officeDocument/2006/relationships/customXml" Target="../ink/ink2115.xml"/><Relationship Id="rId33" Type="http://schemas.openxmlformats.org/officeDocument/2006/relationships/customXml" Target="../ink/ink2119.xml"/><Relationship Id="rId38" Type="http://schemas.openxmlformats.org/officeDocument/2006/relationships/image" Target="../media/image2098.png"/><Relationship Id="rId46" Type="http://schemas.openxmlformats.org/officeDocument/2006/relationships/image" Target="../media/image2103.png"/><Relationship Id="rId20" Type="http://schemas.openxmlformats.org/officeDocument/2006/relationships/image" Target="../media/image2088.png"/><Relationship Id="rId41" Type="http://schemas.openxmlformats.org/officeDocument/2006/relationships/customXml" Target="../ink/ink2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1.png"/></Relationships>
</file>

<file path=ppt/slides/_rels/slide4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85.xml"/><Relationship Id="rId21" Type="http://schemas.openxmlformats.org/officeDocument/2006/relationships/customXml" Target="../ink/ink2137.xml"/><Relationship Id="rId42" Type="http://schemas.openxmlformats.org/officeDocument/2006/relationships/image" Target="../media/image2129.png"/><Relationship Id="rId63" Type="http://schemas.openxmlformats.org/officeDocument/2006/relationships/customXml" Target="../ink/ink2158.xml"/><Relationship Id="rId84" Type="http://schemas.openxmlformats.org/officeDocument/2006/relationships/image" Target="../media/image2153.png"/><Relationship Id="rId16" Type="http://schemas.openxmlformats.org/officeDocument/2006/relationships/image" Target="../media/image2115.png"/><Relationship Id="rId107" Type="http://schemas.openxmlformats.org/officeDocument/2006/relationships/customXml" Target="../ink/ink2180.xml"/><Relationship Id="rId11" Type="http://schemas.openxmlformats.org/officeDocument/2006/relationships/customXml" Target="../ink/ink2132.xml"/><Relationship Id="rId32" Type="http://schemas.openxmlformats.org/officeDocument/2006/relationships/image" Target="../media/image2124.png"/><Relationship Id="rId37" Type="http://schemas.openxmlformats.org/officeDocument/2006/relationships/customXml" Target="../ink/ink2145.xml"/><Relationship Id="rId53" Type="http://schemas.openxmlformats.org/officeDocument/2006/relationships/customXml" Target="../ink/ink2153.xml"/><Relationship Id="rId58" Type="http://schemas.openxmlformats.org/officeDocument/2006/relationships/image" Target="../media/image2138.png"/><Relationship Id="rId74" Type="http://schemas.openxmlformats.org/officeDocument/2006/relationships/image" Target="../media/image2147.png"/><Relationship Id="rId79" Type="http://schemas.openxmlformats.org/officeDocument/2006/relationships/customXml" Target="../ink/ink2166.xml"/><Relationship Id="rId102" Type="http://schemas.openxmlformats.org/officeDocument/2006/relationships/image" Target="../media/image2163.png"/><Relationship Id="rId123" Type="http://schemas.openxmlformats.org/officeDocument/2006/relationships/customXml" Target="../ink/ink2188.xml"/><Relationship Id="rId128" Type="http://schemas.openxmlformats.org/officeDocument/2006/relationships/image" Target="../media/image2177.png"/><Relationship Id="rId5" Type="http://schemas.openxmlformats.org/officeDocument/2006/relationships/customXml" Target="../ink/ink2129.xml"/><Relationship Id="rId90" Type="http://schemas.openxmlformats.org/officeDocument/2006/relationships/image" Target="../media/image2156.png"/><Relationship Id="rId95" Type="http://schemas.openxmlformats.org/officeDocument/2006/relationships/customXml" Target="../ink/ink2174.xml"/><Relationship Id="rId22" Type="http://schemas.openxmlformats.org/officeDocument/2006/relationships/image" Target="../media/image2118.png"/><Relationship Id="rId27" Type="http://schemas.openxmlformats.org/officeDocument/2006/relationships/customXml" Target="../ink/ink2140.xml"/><Relationship Id="rId43" Type="http://schemas.openxmlformats.org/officeDocument/2006/relationships/customXml" Target="../ink/ink2148.xml"/><Relationship Id="rId48" Type="http://schemas.openxmlformats.org/officeDocument/2006/relationships/image" Target="../media/image2133.png"/><Relationship Id="rId64" Type="http://schemas.openxmlformats.org/officeDocument/2006/relationships/image" Target="../media/image2142.png"/><Relationship Id="rId69" Type="http://schemas.openxmlformats.org/officeDocument/2006/relationships/customXml" Target="../ink/ink2161.xml"/><Relationship Id="rId113" Type="http://schemas.openxmlformats.org/officeDocument/2006/relationships/customXml" Target="../ink/ink2183.xml"/><Relationship Id="rId118" Type="http://schemas.openxmlformats.org/officeDocument/2006/relationships/image" Target="../media/image2172.png"/><Relationship Id="rId134" Type="http://schemas.openxmlformats.org/officeDocument/2006/relationships/image" Target="../media/image2181.png"/><Relationship Id="rId80" Type="http://schemas.openxmlformats.org/officeDocument/2006/relationships/image" Target="../media/image2151.png"/><Relationship Id="rId85" Type="http://schemas.openxmlformats.org/officeDocument/2006/relationships/customXml" Target="../ink/ink2169.xml"/><Relationship Id="rId12" Type="http://schemas.openxmlformats.org/officeDocument/2006/relationships/image" Target="../media/image2113.png"/><Relationship Id="rId17" Type="http://schemas.openxmlformats.org/officeDocument/2006/relationships/customXml" Target="../ink/ink2135.xml"/><Relationship Id="rId33" Type="http://schemas.openxmlformats.org/officeDocument/2006/relationships/customXml" Target="../ink/ink2143.xml"/><Relationship Id="rId38" Type="http://schemas.openxmlformats.org/officeDocument/2006/relationships/image" Target="../media/image2127.png"/><Relationship Id="rId59" Type="http://schemas.openxmlformats.org/officeDocument/2006/relationships/customXml" Target="../ink/ink2156.xml"/><Relationship Id="rId103" Type="http://schemas.openxmlformats.org/officeDocument/2006/relationships/customXml" Target="../ink/ink2178.xml"/><Relationship Id="rId108" Type="http://schemas.openxmlformats.org/officeDocument/2006/relationships/image" Target="../media/image2166.png"/><Relationship Id="rId124" Type="http://schemas.openxmlformats.org/officeDocument/2006/relationships/image" Target="../media/image2175.png"/><Relationship Id="rId129" Type="http://schemas.openxmlformats.org/officeDocument/2006/relationships/customXml" Target="../ink/ink2191.xml"/><Relationship Id="rId54" Type="http://schemas.openxmlformats.org/officeDocument/2006/relationships/image" Target="../media/image2136.png"/><Relationship Id="rId70" Type="http://schemas.openxmlformats.org/officeDocument/2006/relationships/image" Target="../media/image2145.png"/><Relationship Id="rId75" Type="http://schemas.openxmlformats.org/officeDocument/2006/relationships/customXml" Target="../ink/ink2164.xml"/><Relationship Id="rId91" Type="http://schemas.openxmlformats.org/officeDocument/2006/relationships/customXml" Target="../ink/ink2172.xml"/><Relationship Id="rId96" Type="http://schemas.openxmlformats.org/officeDocument/2006/relationships/image" Target="../media/image21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8.png"/><Relationship Id="rId23" Type="http://schemas.openxmlformats.org/officeDocument/2006/relationships/customXml" Target="../ink/ink2138.xml"/><Relationship Id="rId28" Type="http://schemas.openxmlformats.org/officeDocument/2006/relationships/image" Target="../media/image2122.png"/><Relationship Id="rId49" Type="http://schemas.openxmlformats.org/officeDocument/2006/relationships/customXml" Target="../ink/ink2151.xml"/><Relationship Id="rId114" Type="http://schemas.openxmlformats.org/officeDocument/2006/relationships/image" Target="../media/image2169.png"/><Relationship Id="rId119" Type="http://schemas.openxmlformats.org/officeDocument/2006/relationships/customXml" Target="../ink/ink2186.xml"/><Relationship Id="rId44" Type="http://schemas.openxmlformats.org/officeDocument/2006/relationships/image" Target="../media/image2131.png"/><Relationship Id="rId60" Type="http://schemas.openxmlformats.org/officeDocument/2006/relationships/image" Target="../media/image2139.png"/><Relationship Id="rId65" Type="http://schemas.openxmlformats.org/officeDocument/2006/relationships/customXml" Target="../ink/ink2159.xml"/><Relationship Id="rId81" Type="http://schemas.openxmlformats.org/officeDocument/2006/relationships/customXml" Target="../ink/ink2167.xml"/><Relationship Id="rId86" Type="http://schemas.openxmlformats.org/officeDocument/2006/relationships/image" Target="../media/image2154.png"/><Relationship Id="rId130" Type="http://schemas.openxmlformats.org/officeDocument/2006/relationships/image" Target="../media/image2178.png"/><Relationship Id="rId135" Type="http://schemas.openxmlformats.org/officeDocument/2006/relationships/customXml" Target="../ink/ink2194.xml"/><Relationship Id="rId13" Type="http://schemas.openxmlformats.org/officeDocument/2006/relationships/customXml" Target="../ink/ink2133.xml"/><Relationship Id="rId18" Type="http://schemas.openxmlformats.org/officeDocument/2006/relationships/image" Target="../media/image2116.png"/><Relationship Id="rId39" Type="http://schemas.openxmlformats.org/officeDocument/2006/relationships/customXml" Target="../ink/ink2146.xml"/><Relationship Id="rId109" Type="http://schemas.openxmlformats.org/officeDocument/2006/relationships/customXml" Target="../ink/ink2181.xml"/><Relationship Id="rId34" Type="http://schemas.openxmlformats.org/officeDocument/2006/relationships/image" Target="../media/image2125.png"/><Relationship Id="rId50" Type="http://schemas.openxmlformats.org/officeDocument/2006/relationships/image" Target="../media/image2134.png"/><Relationship Id="rId55" Type="http://schemas.openxmlformats.org/officeDocument/2006/relationships/customXml" Target="../ink/ink2154.xml"/><Relationship Id="rId76" Type="http://schemas.openxmlformats.org/officeDocument/2006/relationships/image" Target="../media/image2148.png"/><Relationship Id="rId97" Type="http://schemas.openxmlformats.org/officeDocument/2006/relationships/customXml" Target="../ink/ink2175.xml"/><Relationship Id="rId104" Type="http://schemas.openxmlformats.org/officeDocument/2006/relationships/image" Target="../media/image2164.png"/><Relationship Id="rId120" Type="http://schemas.openxmlformats.org/officeDocument/2006/relationships/image" Target="../media/image2173.png"/><Relationship Id="rId125" Type="http://schemas.openxmlformats.org/officeDocument/2006/relationships/customXml" Target="../ink/ink2189.xml"/><Relationship Id="rId7" Type="http://schemas.openxmlformats.org/officeDocument/2006/relationships/customXml" Target="../ink/ink2130.xml"/><Relationship Id="rId71" Type="http://schemas.openxmlformats.org/officeDocument/2006/relationships/customXml" Target="../ink/ink2162.xml"/><Relationship Id="rId92" Type="http://schemas.openxmlformats.org/officeDocument/2006/relationships/image" Target="../media/image2157.png"/><Relationship Id="rId2" Type="http://schemas.openxmlformats.org/officeDocument/2006/relationships/image" Target="../media/image2106.png"/><Relationship Id="rId29" Type="http://schemas.openxmlformats.org/officeDocument/2006/relationships/customXml" Target="../ink/ink2141.xml"/><Relationship Id="rId24" Type="http://schemas.openxmlformats.org/officeDocument/2006/relationships/image" Target="../media/image2119.png"/><Relationship Id="rId40" Type="http://schemas.openxmlformats.org/officeDocument/2006/relationships/image" Target="../media/image2128.png"/><Relationship Id="rId45" Type="http://schemas.openxmlformats.org/officeDocument/2006/relationships/customXml" Target="../ink/ink2149.xml"/><Relationship Id="rId66" Type="http://schemas.openxmlformats.org/officeDocument/2006/relationships/image" Target="../media/image2143.png"/><Relationship Id="rId87" Type="http://schemas.openxmlformats.org/officeDocument/2006/relationships/customXml" Target="../ink/ink2170.xml"/><Relationship Id="rId110" Type="http://schemas.openxmlformats.org/officeDocument/2006/relationships/image" Target="../media/image2167.png"/><Relationship Id="rId115" Type="http://schemas.openxmlformats.org/officeDocument/2006/relationships/customXml" Target="../ink/ink2184.xml"/><Relationship Id="rId131" Type="http://schemas.openxmlformats.org/officeDocument/2006/relationships/customXml" Target="../ink/ink2192.xml"/><Relationship Id="rId136" Type="http://schemas.openxmlformats.org/officeDocument/2006/relationships/image" Target="../media/image2182.png"/><Relationship Id="rId61" Type="http://schemas.openxmlformats.org/officeDocument/2006/relationships/customXml" Target="../ink/ink2157.xml"/><Relationship Id="rId82" Type="http://schemas.openxmlformats.org/officeDocument/2006/relationships/image" Target="../media/image2152.png"/><Relationship Id="rId19" Type="http://schemas.openxmlformats.org/officeDocument/2006/relationships/customXml" Target="../ink/ink2136.xml"/><Relationship Id="rId14" Type="http://schemas.openxmlformats.org/officeDocument/2006/relationships/image" Target="../media/image2114.png"/><Relationship Id="rId30" Type="http://schemas.openxmlformats.org/officeDocument/2006/relationships/image" Target="../media/image2123.png"/><Relationship Id="rId35" Type="http://schemas.openxmlformats.org/officeDocument/2006/relationships/customXml" Target="../ink/ink2144.xml"/><Relationship Id="rId56" Type="http://schemas.openxmlformats.org/officeDocument/2006/relationships/image" Target="../media/image2137.png"/><Relationship Id="rId77" Type="http://schemas.openxmlformats.org/officeDocument/2006/relationships/customXml" Target="../ink/ink2165.xml"/><Relationship Id="rId100" Type="http://schemas.openxmlformats.org/officeDocument/2006/relationships/image" Target="../media/image2162.png"/><Relationship Id="rId105" Type="http://schemas.openxmlformats.org/officeDocument/2006/relationships/customXml" Target="../ink/ink2179.xml"/><Relationship Id="rId126" Type="http://schemas.openxmlformats.org/officeDocument/2006/relationships/image" Target="../media/image2176.png"/><Relationship Id="rId8" Type="http://schemas.openxmlformats.org/officeDocument/2006/relationships/image" Target="../media/image2109.png"/><Relationship Id="rId51" Type="http://schemas.openxmlformats.org/officeDocument/2006/relationships/customXml" Target="../ink/ink2152.xml"/><Relationship Id="rId72" Type="http://schemas.openxmlformats.org/officeDocument/2006/relationships/image" Target="../media/image2146.png"/><Relationship Id="rId93" Type="http://schemas.openxmlformats.org/officeDocument/2006/relationships/customXml" Target="../ink/ink2173.xml"/><Relationship Id="rId98" Type="http://schemas.openxmlformats.org/officeDocument/2006/relationships/image" Target="../media/image2161.png"/><Relationship Id="rId121" Type="http://schemas.openxmlformats.org/officeDocument/2006/relationships/customXml" Target="../ink/ink2187.xml"/><Relationship Id="rId3" Type="http://schemas.openxmlformats.org/officeDocument/2006/relationships/customXml" Target="../ink/ink2128.xml"/><Relationship Id="rId25" Type="http://schemas.openxmlformats.org/officeDocument/2006/relationships/customXml" Target="../ink/ink2139.xml"/><Relationship Id="rId46" Type="http://schemas.openxmlformats.org/officeDocument/2006/relationships/image" Target="../media/image2132.png"/><Relationship Id="rId67" Type="http://schemas.openxmlformats.org/officeDocument/2006/relationships/customXml" Target="../ink/ink2160.xml"/><Relationship Id="rId116" Type="http://schemas.openxmlformats.org/officeDocument/2006/relationships/image" Target="../media/image2171.png"/><Relationship Id="rId20" Type="http://schemas.openxmlformats.org/officeDocument/2006/relationships/image" Target="../media/image2117.png"/><Relationship Id="rId41" Type="http://schemas.openxmlformats.org/officeDocument/2006/relationships/customXml" Target="../ink/ink2147.xml"/><Relationship Id="rId62" Type="http://schemas.openxmlformats.org/officeDocument/2006/relationships/image" Target="../media/image2141.png"/><Relationship Id="rId83" Type="http://schemas.openxmlformats.org/officeDocument/2006/relationships/customXml" Target="../ink/ink2168.xml"/><Relationship Id="rId88" Type="http://schemas.openxmlformats.org/officeDocument/2006/relationships/image" Target="../media/image2155.png"/><Relationship Id="rId111" Type="http://schemas.openxmlformats.org/officeDocument/2006/relationships/customXml" Target="../ink/ink2182.xml"/><Relationship Id="rId132" Type="http://schemas.openxmlformats.org/officeDocument/2006/relationships/image" Target="../media/image2179.png"/><Relationship Id="rId15" Type="http://schemas.openxmlformats.org/officeDocument/2006/relationships/customXml" Target="../ink/ink2134.xml"/><Relationship Id="rId36" Type="http://schemas.openxmlformats.org/officeDocument/2006/relationships/image" Target="../media/image2126.png"/><Relationship Id="rId57" Type="http://schemas.openxmlformats.org/officeDocument/2006/relationships/customXml" Target="../ink/ink2155.xml"/><Relationship Id="rId106" Type="http://schemas.openxmlformats.org/officeDocument/2006/relationships/image" Target="../media/image2165.png"/><Relationship Id="rId127" Type="http://schemas.openxmlformats.org/officeDocument/2006/relationships/customXml" Target="../ink/ink2190.xml"/><Relationship Id="rId10" Type="http://schemas.openxmlformats.org/officeDocument/2006/relationships/image" Target="../media/image2112.png"/><Relationship Id="rId31" Type="http://schemas.openxmlformats.org/officeDocument/2006/relationships/customXml" Target="../ink/ink2142.xml"/><Relationship Id="rId52" Type="http://schemas.openxmlformats.org/officeDocument/2006/relationships/image" Target="../media/image2135.png"/><Relationship Id="rId73" Type="http://schemas.openxmlformats.org/officeDocument/2006/relationships/customXml" Target="../ink/ink2163.xml"/><Relationship Id="rId78" Type="http://schemas.openxmlformats.org/officeDocument/2006/relationships/image" Target="../media/image2149.png"/><Relationship Id="rId94" Type="http://schemas.openxmlformats.org/officeDocument/2006/relationships/image" Target="../media/image2158.png"/><Relationship Id="rId99" Type="http://schemas.openxmlformats.org/officeDocument/2006/relationships/customXml" Target="../ink/ink2176.xml"/><Relationship Id="rId101" Type="http://schemas.openxmlformats.org/officeDocument/2006/relationships/customXml" Target="../ink/ink2177.xml"/><Relationship Id="rId122" Type="http://schemas.openxmlformats.org/officeDocument/2006/relationships/image" Target="../media/image2174.png"/><Relationship Id="rId4" Type="http://schemas.openxmlformats.org/officeDocument/2006/relationships/image" Target="../media/image2107.png"/><Relationship Id="rId9" Type="http://schemas.openxmlformats.org/officeDocument/2006/relationships/customXml" Target="../ink/ink2131.xml"/><Relationship Id="rId26" Type="http://schemas.openxmlformats.org/officeDocument/2006/relationships/image" Target="../media/image2121.png"/><Relationship Id="rId47" Type="http://schemas.openxmlformats.org/officeDocument/2006/relationships/customXml" Target="../ink/ink2150.xml"/><Relationship Id="rId68" Type="http://schemas.openxmlformats.org/officeDocument/2006/relationships/image" Target="../media/image2144.png"/><Relationship Id="rId89" Type="http://schemas.openxmlformats.org/officeDocument/2006/relationships/customXml" Target="../ink/ink2171.xml"/><Relationship Id="rId112" Type="http://schemas.openxmlformats.org/officeDocument/2006/relationships/image" Target="../media/image2168.png"/><Relationship Id="rId133" Type="http://schemas.openxmlformats.org/officeDocument/2006/relationships/customXml" Target="../ink/ink2193.xml"/></Relationships>
</file>

<file path=ppt/slides/_rels/slide4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200.xml"/><Relationship Id="rId18" Type="http://schemas.openxmlformats.org/officeDocument/2006/relationships/image" Target="../media/image2192.png"/><Relationship Id="rId26" Type="http://schemas.openxmlformats.org/officeDocument/2006/relationships/image" Target="../media/image2196.png"/><Relationship Id="rId39" Type="http://schemas.openxmlformats.org/officeDocument/2006/relationships/customXml" Target="../ink/ink2213.xml"/><Relationship Id="rId21" Type="http://schemas.openxmlformats.org/officeDocument/2006/relationships/customXml" Target="../ink/ink2204.xml"/><Relationship Id="rId34" Type="http://schemas.openxmlformats.org/officeDocument/2006/relationships/image" Target="../media/image2200.png"/><Relationship Id="rId42" Type="http://schemas.openxmlformats.org/officeDocument/2006/relationships/image" Target="../media/image2204.png"/><Relationship Id="rId47" Type="http://schemas.openxmlformats.org/officeDocument/2006/relationships/customXml" Target="../ink/ink2217.xml"/><Relationship Id="rId50" Type="http://schemas.openxmlformats.org/officeDocument/2006/relationships/image" Target="../media/image2208.png"/><Relationship Id="rId55" Type="http://schemas.openxmlformats.org/officeDocument/2006/relationships/customXml" Target="../ink/ink2221.xml"/><Relationship Id="rId7" Type="http://schemas.openxmlformats.org/officeDocument/2006/relationships/customXml" Target="../ink/ink2197.xml"/><Relationship Id="rId2" Type="http://schemas.openxmlformats.org/officeDocument/2006/relationships/image" Target="../media/image2183.png"/><Relationship Id="rId16" Type="http://schemas.openxmlformats.org/officeDocument/2006/relationships/image" Target="../media/image2191.png"/><Relationship Id="rId29" Type="http://schemas.openxmlformats.org/officeDocument/2006/relationships/customXml" Target="../ink/ink2208.xml"/><Relationship Id="rId11" Type="http://schemas.openxmlformats.org/officeDocument/2006/relationships/customXml" Target="../ink/ink2199.xml"/><Relationship Id="rId24" Type="http://schemas.openxmlformats.org/officeDocument/2006/relationships/image" Target="../media/image2195.png"/><Relationship Id="rId32" Type="http://schemas.openxmlformats.org/officeDocument/2006/relationships/image" Target="../media/image2199.png"/><Relationship Id="rId37" Type="http://schemas.openxmlformats.org/officeDocument/2006/relationships/customXml" Target="../ink/ink2212.xml"/><Relationship Id="rId40" Type="http://schemas.openxmlformats.org/officeDocument/2006/relationships/image" Target="../media/image2203.png"/><Relationship Id="rId45" Type="http://schemas.openxmlformats.org/officeDocument/2006/relationships/customXml" Target="../ink/ink2216.xml"/><Relationship Id="rId53" Type="http://schemas.openxmlformats.org/officeDocument/2006/relationships/customXml" Target="../ink/ink2220.xml"/><Relationship Id="rId58" Type="http://schemas.openxmlformats.org/officeDocument/2006/relationships/image" Target="../media/image2213.png"/><Relationship Id="rId5" Type="http://schemas.openxmlformats.org/officeDocument/2006/relationships/customXml" Target="../ink/ink2196.xml"/><Relationship Id="rId61" Type="http://schemas.openxmlformats.org/officeDocument/2006/relationships/customXml" Target="../ink/ink2224.xml"/><Relationship Id="rId19" Type="http://schemas.openxmlformats.org/officeDocument/2006/relationships/customXml" Target="../ink/ink2203.xml"/><Relationship Id="rId14" Type="http://schemas.openxmlformats.org/officeDocument/2006/relationships/image" Target="../media/image2189.png"/><Relationship Id="rId22" Type="http://schemas.openxmlformats.org/officeDocument/2006/relationships/image" Target="../media/image2194.png"/><Relationship Id="rId27" Type="http://schemas.openxmlformats.org/officeDocument/2006/relationships/customXml" Target="../ink/ink2207.xml"/><Relationship Id="rId30" Type="http://schemas.openxmlformats.org/officeDocument/2006/relationships/image" Target="../media/image2198.png"/><Relationship Id="rId35" Type="http://schemas.openxmlformats.org/officeDocument/2006/relationships/customXml" Target="../ink/ink2211.xml"/><Relationship Id="rId43" Type="http://schemas.openxmlformats.org/officeDocument/2006/relationships/customXml" Target="../ink/ink2215.xml"/><Relationship Id="rId48" Type="http://schemas.openxmlformats.org/officeDocument/2006/relationships/image" Target="../media/image2207.png"/><Relationship Id="rId56" Type="http://schemas.openxmlformats.org/officeDocument/2006/relationships/image" Target="../media/image2212.png"/><Relationship Id="rId8" Type="http://schemas.openxmlformats.org/officeDocument/2006/relationships/image" Target="../media/image2186.png"/><Relationship Id="rId51" Type="http://schemas.openxmlformats.org/officeDocument/2006/relationships/customXml" Target="../ink/ink2219.xml"/><Relationship Id="rId3" Type="http://schemas.openxmlformats.org/officeDocument/2006/relationships/customXml" Target="../ink/ink2195.xml"/><Relationship Id="rId12" Type="http://schemas.openxmlformats.org/officeDocument/2006/relationships/image" Target="../media/image2188.png"/><Relationship Id="rId17" Type="http://schemas.openxmlformats.org/officeDocument/2006/relationships/customXml" Target="../ink/ink2202.xml"/><Relationship Id="rId25" Type="http://schemas.openxmlformats.org/officeDocument/2006/relationships/customXml" Target="../ink/ink2206.xml"/><Relationship Id="rId33" Type="http://schemas.openxmlformats.org/officeDocument/2006/relationships/customXml" Target="../ink/ink2210.xml"/><Relationship Id="rId38" Type="http://schemas.openxmlformats.org/officeDocument/2006/relationships/image" Target="../media/image2202.png"/><Relationship Id="rId46" Type="http://schemas.openxmlformats.org/officeDocument/2006/relationships/image" Target="../media/image2206.png"/><Relationship Id="rId59" Type="http://schemas.openxmlformats.org/officeDocument/2006/relationships/customXml" Target="../ink/ink2223.xml"/><Relationship Id="rId20" Type="http://schemas.openxmlformats.org/officeDocument/2006/relationships/image" Target="../media/image2193.png"/><Relationship Id="rId41" Type="http://schemas.openxmlformats.org/officeDocument/2006/relationships/customXml" Target="../ink/ink2214.xml"/><Relationship Id="rId54" Type="http://schemas.openxmlformats.org/officeDocument/2006/relationships/image" Target="../media/image2211.png"/><Relationship Id="rId62" Type="http://schemas.openxmlformats.org/officeDocument/2006/relationships/image" Target="../media/image22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5.png"/><Relationship Id="rId15" Type="http://schemas.openxmlformats.org/officeDocument/2006/relationships/customXml" Target="../ink/ink2201.xml"/><Relationship Id="rId23" Type="http://schemas.openxmlformats.org/officeDocument/2006/relationships/customXml" Target="../ink/ink2205.xml"/><Relationship Id="rId28" Type="http://schemas.openxmlformats.org/officeDocument/2006/relationships/image" Target="../media/image2197.png"/><Relationship Id="rId36" Type="http://schemas.openxmlformats.org/officeDocument/2006/relationships/image" Target="../media/image2201.png"/><Relationship Id="rId49" Type="http://schemas.openxmlformats.org/officeDocument/2006/relationships/customXml" Target="../ink/ink2218.xml"/><Relationship Id="rId57" Type="http://schemas.openxmlformats.org/officeDocument/2006/relationships/customXml" Target="../ink/ink2222.xml"/><Relationship Id="rId10" Type="http://schemas.openxmlformats.org/officeDocument/2006/relationships/image" Target="../media/image2187.png"/><Relationship Id="rId31" Type="http://schemas.openxmlformats.org/officeDocument/2006/relationships/customXml" Target="../ink/ink2209.xml"/><Relationship Id="rId44" Type="http://schemas.openxmlformats.org/officeDocument/2006/relationships/image" Target="../media/image2205.png"/><Relationship Id="rId52" Type="http://schemas.openxmlformats.org/officeDocument/2006/relationships/image" Target="../media/image2209.png"/><Relationship Id="rId60" Type="http://schemas.openxmlformats.org/officeDocument/2006/relationships/image" Target="../media/image2214.png"/><Relationship Id="rId4" Type="http://schemas.openxmlformats.org/officeDocument/2006/relationships/image" Target="../media/image2184.png"/><Relationship Id="rId9" Type="http://schemas.openxmlformats.org/officeDocument/2006/relationships/customXml" Target="../ink/ink219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1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17</a:t>
            </a:r>
          </a:p>
          <a:p>
            <a:r>
              <a:rPr lang="en-US" sz="2800" dirty="0">
                <a:latin typeface="PT Sans" panose="020B0503020203020204" pitchFamily="34" charset="0"/>
              </a:rPr>
              <a:t>Intro to hardware ML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333A4-7AAC-812A-A77E-8F8742469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NN when your can hardcode? </a:t>
            </a:r>
          </a:p>
        </p:txBody>
      </p:sp>
      <p:pic>
        <p:nvPicPr>
          <p:cNvPr id="6" name="Content Placeholder 5" descr="A collage of different types of electronics&#10;&#10;Description automatically generated">
            <a:extLst>
              <a:ext uri="{FF2B5EF4-FFF2-40B4-BE49-F238E27FC236}">
                <a16:creationId xmlns:a16="http://schemas.microsoft.com/office/drawing/2014/main" id="{495EEF60-3B86-29F7-DE47-B32BAC706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336" y="1253331"/>
            <a:ext cx="799132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11730-AA5D-AA17-4CC4-04FD7BD44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B59B75-9F0E-F61A-E7CE-9A8FD4416734}"/>
              </a:ext>
            </a:extLst>
          </p:cNvPr>
          <p:cNvSpPr txBox="1"/>
          <p:nvPr/>
        </p:nvSpPr>
        <p:spPr>
          <a:xfrm>
            <a:off x="10010693" y="1916265"/>
            <a:ext cx="20037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PT Sans" panose="020B0503020203020204" pitchFamily="34" charset="0"/>
              </a:rPr>
              <a:t>Temperature measurement is absolute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C6623-416D-BDCD-485B-78170FC03095}"/>
              </a:ext>
            </a:extLst>
          </p:cNvPr>
          <p:cNvSpPr txBox="1"/>
          <p:nvPr/>
        </p:nvSpPr>
        <p:spPr>
          <a:xfrm>
            <a:off x="10277062" y="4237481"/>
            <a:ext cx="1470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PT Sans" panose="020B0503020203020204" pitchFamily="34" charset="0"/>
              </a:rPr>
              <a:t>Voice can vary</a:t>
            </a:r>
          </a:p>
        </p:txBody>
      </p:sp>
    </p:spTree>
    <p:extLst>
      <p:ext uri="{BB962C8B-B14F-4D97-AF65-F5344CB8AC3E}">
        <p14:creationId xmlns:p14="http://schemas.microsoft.com/office/powerpoint/2010/main" val="2764783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2E595-2C8E-D6DC-CFCE-59FCE2C5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Self-driving car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62258-8D12-DA3A-0BE8-BE6BD70C4E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ar with text&#10;&#10;Description automatically generated">
            <a:extLst>
              <a:ext uri="{FF2B5EF4-FFF2-40B4-BE49-F238E27FC236}">
                <a16:creationId xmlns:a16="http://schemas.microsoft.com/office/drawing/2014/main" id="{130895E1-D5A5-B417-8B49-E8F169C789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8421" y="843971"/>
            <a:ext cx="6513491" cy="559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274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A3499-100E-A9A7-0054-27DC4A24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77237"/>
          </a:xfrm>
        </p:spPr>
        <p:txBody>
          <a:bodyPr>
            <a:normAutofit/>
          </a:bodyPr>
          <a:lstStyle/>
          <a:p>
            <a:r>
              <a:rPr lang="en-US" dirty="0"/>
              <a:t>On-device machine learning applications in the single </a:t>
            </a:r>
            <a:r>
              <a:rPr lang="en-US" dirty="0" err="1"/>
              <a:t>mW</a:t>
            </a:r>
            <a:r>
              <a:rPr lang="en-US" dirty="0"/>
              <a:t> and below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64E35-E509-DE8C-0EDD-FBEEC9FBA2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ollage of images of people&#10;&#10;Description automatically generated">
            <a:extLst>
              <a:ext uri="{FF2B5EF4-FFF2-40B4-BE49-F238E27FC236}">
                <a16:creationId xmlns:a16="http://schemas.microsoft.com/office/drawing/2014/main" id="{9DC3DB93-2B87-0436-2708-59816F201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79" y="1277655"/>
            <a:ext cx="11468442" cy="472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49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804D0-FB24-AF60-2E15-E5EDC96C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CA7A79-32AF-EE95-D827-1C4EF6B9E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9513E3-D24A-0E79-A5F6-66CFE94958A9}"/>
              </a:ext>
            </a:extLst>
          </p:cNvPr>
          <p:cNvGrpSpPr/>
          <p:nvPr/>
        </p:nvGrpSpPr>
        <p:grpSpPr>
          <a:xfrm>
            <a:off x="1704497" y="1615472"/>
            <a:ext cx="2229480" cy="1100520"/>
            <a:chOff x="1704497" y="1615472"/>
            <a:chExt cx="2229480" cy="11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465455-E3AC-13A7-7C7E-B100DBA2DCF1}"/>
                    </a:ext>
                  </a:extLst>
                </p14:cNvPr>
                <p14:cNvContentPartPr/>
                <p14:nvPr/>
              </p14:nvContentPartPr>
              <p14:xfrm>
                <a:off x="2079617" y="1906712"/>
                <a:ext cx="189720" cy="394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465455-E3AC-13A7-7C7E-B100DBA2DCF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061977" y="1888712"/>
                  <a:ext cx="2253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B510C1-1CA9-04F9-5000-DCC97542DC1A}"/>
                    </a:ext>
                  </a:extLst>
                </p14:cNvPr>
                <p14:cNvContentPartPr/>
                <p14:nvPr/>
              </p14:nvContentPartPr>
              <p14:xfrm>
                <a:off x="2361857" y="2046392"/>
                <a:ext cx="331920" cy="180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B510C1-1CA9-04F9-5000-DCC97542DC1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43857" y="2028752"/>
                  <a:ext cx="367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CA3DDCB-DCAA-EE99-4069-21C0ECC0C67D}"/>
                    </a:ext>
                  </a:extLst>
                </p14:cNvPr>
                <p14:cNvContentPartPr/>
                <p14:nvPr/>
              </p14:nvContentPartPr>
              <p14:xfrm>
                <a:off x="2856497" y="2008952"/>
                <a:ext cx="52200" cy="165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CA3DDCB-DCAA-EE99-4069-21C0ECC0C67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38497" y="1991312"/>
                  <a:ext cx="87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E8F91F3-893B-E3B4-890F-19B56CAA64DF}"/>
                    </a:ext>
                  </a:extLst>
                </p14:cNvPr>
                <p14:cNvContentPartPr/>
                <p14:nvPr/>
              </p14:nvContentPartPr>
              <p14:xfrm>
                <a:off x="2989337" y="2093192"/>
                <a:ext cx="97560" cy="105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E8F91F3-893B-E3B4-890F-19B56CAA64D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971697" y="2075192"/>
                  <a:ext cx="1332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7BDEC66-4D60-110D-0BA7-52FB9EAE21DE}"/>
                    </a:ext>
                  </a:extLst>
                </p14:cNvPr>
                <p14:cNvContentPartPr/>
                <p14:nvPr/>
              </p14:nvContentPartPr>
              <p14:xfrm>
                <a:off x="3225137" y="2063672"/>
                <a:ext cx="46440" cy="846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7BDEC66-4D60-110D-0BA7-52FB9EAE21D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207137" y="2046032"/>
                  <a:ext cx="820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D21F918-83EB-1AFD-81F3-B6D4FDC1E4B3}"/>
                    </a:ext>
                  </a:extLst>
                </p14:cNvPr>
                <p14:cNvContentPartPr/>
                <p14:nvPr/>
              </p14:nvContentPartPr>
              <p14:xfrm>
                <a:off x="3420617" y="2044592"/>
                <a:ext cx="69480" cy="139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D21F918-83EB-1AFD-81F3-B6D4FDC1E4B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02617" y="2026592"/>
                  <a:ext cx="105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9614BFB-CE8C-7B02-69BD-B1D070631401}"/>
                    </a:ext>
                  </a:extLst>
                </p14:cNvPr>
                <p14:cNvContentPartPr/>
                <p14:nvPr/>
              </p14:nvContentPartPr>
              <p14:xfrm>
                <a:off x="1849937" y="1656512"/>
                <a:ext cx="1850400" cy="50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9614BFB-CE8C-7B02-69BD-B1D07063140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31937" y="1638872"/>
                  <a:ext cx="18860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3A8796F-4AE2-53B6-256E-B606D0B04C20}"/>
                    </a:ext>
                  </a:extLst>
                </p14:cNvPr>
                <p14:cNvContentPartPr/>
                <p14:nvPr/>
              </p14:nvContentPartPr>
              <p14:xfrm>
                <a:off x="2064497" y="1615472"/>
                <a:ext cx="1869480" cy="1080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3A8796F-4AE2-53B6-256E-B606D0B04C2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046857" y="1597832"/>
                  <a:ext cx="1905120" cy="11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198B5E-EEEC-84FB-724E-5C70D7264C0D}"/>
                    </a:ext>
                  </a:extLst>
                </p14:cNvPr>
                <p14:cNvContentPartPr/>
                <p14:nvPr/>
              </p14:nvContentPartPr>
              <p14:xfrm>
                <a:off x="1704497" y="1845152"/>
                <a:ext cx="173880" cy="870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198B5E-EEEC-84FB-724E-5C70D7264C0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86857" y="1827152"/>
                  <a:ext cx="209520" cy="90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E370FF2-BC49-E2DA-E30E-2DD4E41BD93C}"/>
              </a:ext>
            </a:extLst>
          </p:cNvPr>
          <p:cNvGrpSpPr/>
          <p:nvPr/>
        </p:nvGrpSpPr>
        <p:grpSpPr>
          <a:xfrm>
            <a:off x="4376777" y="944432"/>
            <a:ext cx="7233120" cy="2533680"/>
            <a:chOff x="4376777" y="944432"/>
            <a:chExt cx="7233120" cy="253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DECD7C0-49B6-9618-7865-0EE34E55F618}"/>
                    </a:ext>
                  </a:extLst>
                </p14:cNvPr>
                <p14:cNvContentPartPr/>
                <p14:nvPr/>
              </p14:nvContentPartPr>
              <p14:xfrm>
                <a:off x="4404857" y="1371752"/>
                <a:ext cx="886680" cy="570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DECD7C0-49B6-9618-7865-0EE34E55F6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86857" y="1353752"/>
                  <a:ext cx="92232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D515F6F-5D24-7010-C9EA-8156A55FECDA}"/>
                    </a:ext>
                  </a:extLst>
                </p14:cNvPr>
                <p14:cNvContentPartPr/>
                <p14:nvPr/>
              </p14:nvContentPartPr>
              <p14:xfrm>
                <a:off x="4376777" y="1744712"/>
                <a:ext cx="268560" cy="286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D515F6F-5D24-7010-C9EA-8156A55FECD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8777" y="1726712"/>
                  <a:ext cx="30420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4EEB54-A939-8FAF-E409-F2C1620B385C}"/>
                    </a:ext>
                  </a:extLst>
                </p14:cNvPr>
                <p14:cNvContentPartPr/>
                <p14:nvPr/>
              </p14:nvContentPartPr>
              <p14:xfrm>
                <a:off x="5069417" y="1347272"/>
                <a:ext cx="247320" cy="163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4EEB54-A939-8FAF-E409-F2C1620B385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51417" y="1329632"/>
                  <a:ext cx="2829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8A13F96-4023-5C65-5C42-4D6159BF9A6F}"/>
                    </a:ext>
                  </a:extLst>
                </p14:cNvPr>
                <p14:cNvContentPartPr/>
                <p14:nvPr/>
              </p14:nvContentPartPr>
              <p14:xfrm>
                <a:off x="5335817" y="961712"/>
                <a:ext cx="72360" cy="622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8A13F96-4023-5C65-5C42-4D6159BF9A6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18177" y="944072"/>
                  <a:ext cx="108000" cy="65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0EAAF7-1984-6A3D-CA49-EB965298F717}"/>
                    </a:ext>
                  </a:extLst>
                </p14:cNvPr>
                <p14:cNvContentPartPr/>
                <p14:nvPr/>
              </p14:nvContentPartPr>
              <p14:xfrm>
                <a:off x="5392697" y="944432"/>
                <a:ext cx="1890720" cy="876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0EAAF7-1984-6A3D-CA49-EB965298F71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75057" y="926792"/>
                  <a:ext cx="1926360" cy="9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A792CF-B5DB-C584-3A57-E83690483D64}"/>
                    </a:ext>
                  </a:extLst>
                </p14:cNvPr>
                <p14:cNvContentPartPr/>
                <p14:nvPr/>
              </p14:nvContentPartPr>
              <p14:xfrm>
                <a:off x="5682497" y="1194992"/>
                <a:ext cx="81360" cy="350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A792CF-B5DB-C584-3A57-E83690483D6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64497" y="1176992"/>
                  <a:ext cx="11700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7F13BEA-82F9-63D2-A3C5-625C49E51320}"/>
                    </a:ext>
                  </a:extLst>
                </p14:cNvPr>
                <p14:cNvContentPartPr/>
                <p14:nvPr/>
              </p14:nvContentPartPr>
              <p14:xfrm>
                <a:off x="5677097" y="1232072"/>
                <a:ext cx="158040" cy="186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7F13BEA-82F9-63D2-A3C5-625C49E5132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659097" y="1214072"/>
                  <a:ext cx="193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169D36-6588-FC4F-C939-A6329D293673}"/>
                    </a:ext>
                  </a:extLst>
                </p14:cNvPr>
                <p14:cNvContentPartPr/>
                <p14:nvPr/>
              </p14:nvContentPartPr>
              <p14:xfrm>
                <a:off x="5921537" y="1259792"/>
                <a:ext cx="160560" cy="211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169D36-6588-FC4F-C939-A6329D29367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903537" y="1242152"/>
                  <a:ext cx="19620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10FB38A-E8D9-EC4D-6B3C-24D051155185}"/>
                    </a:ext>
                  </a:extLst>
                </p14:cNvPr>
                <p14:cNvContentPartPr/>
                <p14:nvPr/>
              </p14:nvContentPartPr>
              <p14:xfrm>
                <a:off x="6213857" y="1337912"/>
                <a:ext cx="101520" cy="114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10FB38A-E8D9-EC4D-6B3C-24D05115518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95857" y="1319912"/>
                  <a:ext cx="1371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14DB69-9A41-BEAD-75F5-A048F904AB0A}"/>
                    </a:ext>
                  </a:extLst>
                </p14:cNvPr>
                <p14:cNvContentPartPr/>
                <p14:nvPr/>
              </p14:nvContentPartPr>
              <p14:xfrm>
                <a:off x="6353897" y="1322792"/>
                <a:ext cx="234720" cy="189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14DB69-9A41-BEAD-75F5-A048F904AB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36257" y="1304792"/>
                  <a:ext cx="2703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03394FC-1EE8-B214-91FE-A7D4BCDD4072}"/>
                    </a:ext>
                  </a:extLst>
                </p14:cNvPr>
                <p14:cNvContentPartPr/>
                <p14:nvPr/>
              </p14:nvContentPartPr>
              <p14:xfrm>
                <a:off x="6626777" y="1335032"/>
                <a:ext cx="180360" cy="193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03394FC-1EE8-B214-91FE-A7D4BCDD407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09137" y="1317032"/>
                  <a:ext cx="216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94C3EC-FE16-BD89-6224-F227E607E4B2}"/>
                    </a:ext>
                  </a:extLst>
                </p14:cNvPr>
                <p14:cNvContentPartPr/>
                <p14:nvPr/>
              </p14:nvContentPartPr>
              <p14:xfrm>
                <a:off x="7568897" y="1316672"/>
                <a:ext cx="1087200" cy="38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94C3EC-FE16-BD89-6224-F227E607E4B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50897" y="1299032"/>
                  <a:ext cx="1122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755FF3F-60F1-6649-0EAB-0DD552BC5FC7}"/>
                    </a:ext>
                  </a:extLst>
                </p14:cNvPr>
                <p14:cNvContentPartPr/>
                <p14:nvPr/>
              </p14:nvContentPartPr>
              <p14:xfrm>
                <a:off x="7534337" y="1266992"/>
                <a:ext cx="125280" cy="163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755FF3F-60F1-6649-0EAB-0DD552BC5FC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16697" y="1248992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6B5E198-B280-84C6-C607-30B314A7D970}"/>
                    </a:ext>
                  </a:extLst>
                </p14:cNvPr>
                <p14:cNvContentPartPr/>
                <p14:nvPr/>
              </p14:nvContentPartPr>
              <p14:xfrm>
                <a:off x="8518577" y="1191032"/>
                <a:ext cx="190080" cy="346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6B5E198-B280-84C6-C607-30B314A7D97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00577" y="1173392"/>
                  <a:ext cx="2257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BB11CB-84F7-9064-2CBA-1C085DE4F157}"/>
                    </a:ext>
                  </a:extLst>
                </p14:cNvPr>
                <p14:cNvContentPartPr/>
                <p14:nvPr/>
              </p14:nvContentPartPr>
              <p14:xfrm>
                <a:off x="9131297" y="1153592"/>
                <a:ext cx="93240" cy="390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BB11CB-84F7-9064-2CBA-1C085DE4F15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13297" y="1135592"/>
                  <a:ext cx="12888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8BA9AD3-DE03-65DB-F35B-7DD9C15AEEA2}"/>
                    </a:ext>
                  </a:extLst>
                </p14:cNvPr>
                <p14:cNvContentPartPr/>
                <p14:nvPr/>
              </p14:nvContentPartPr>
              <p14:xfrm>
                <a:off x="9157217" y="1152152"/>
                <a:ext cx="193320" cy="345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8BA9AD3-DE03-65DB-F35B-7DD9C15AEEA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39577" y="1134152"/>
                  <a:ext cx="22896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CDB103-121F-C191-84CB-93EB593FD227}"/>
                    </a:ext>
                  </a:extLst>
                </p14:cNvPr>
                <p14:cNvContentPartPr/>
                <p14:nvPr/>
              </p14:nvContentPartPr>
              <p14:xfrm>
                <a:off x="9180617" y="1374632"/>
                <a:ext cx="106920" cy="52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CDB103-121F-C191-84CB-93EB593FD2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62617" y="1356632"/>
                  <a:ext cx="142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93B4DA-BB35-CC97-C473-F406585424C1}"/>
                    </a:ext>
                  </a:extLst>
                </p14:cNvPr>
                <p14:cNvContentPartPr/>
                <p14:nvPr/>
              </p14:nvContentPartPr>
              <p14:xfrm>
                <a:off x="9419297" y="1217672"/>
                <a:ext cx="329760" cy="234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93B4DA-BB35-CC97-C473-F406585424C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01297" y="1199672"/>
                  <a:ext cx="3654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38AE5A1-F7C6-0F8B-736D-F97D66497700}"/>
                    </a:ext>
                  </a:extLst>
                </p14:cNvPr>
                <p14:cNvContentPartPr/>
                <p14:nvPr/>
              </p14:nvContentPartPr>
              <p14:xfrm>
                <a:off x="9846617" y="1238552"/>
                <a:ext cx="141480" cy="289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38AE5A1-F7C6-0F8B-736D-F97D6649770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828617" y="1220552"/>
                  <a:ext cx="17712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403E56-D319-3DD8-079C-4DE04772BF1A}"/>
                    </a:ext>
                  </a:extLst>
                </p14:cNvPr>
                <p14:cNvContentPartPr/>
                <p14:nvPr/>
              </p14:nvContentPartPr>
              <p14:xfrm>
                <a:off x="8696057" y="981872"/>
                <a:ext cx="1484280" cy="986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403E56-D319-3DD8-079C-4DE04772BF1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678057" y="964232"/>
                  <a:ext cx="1519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2B90676-9CAF-BC37-D03E-F910E0A2D8AB}"/>
                    </a:ext>
                  </a:extLst>
                </p14:cNvPr>
                <p14:cNvContentPartPr/>
                <p14:nvPr/>
              </p14:nvContentPartPr>
              <p14:xfrm>
                <a:off x="8654297" y="987272"/>
                <a:ext cx="1647360" cy="889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2B90676-9CAF-BC37-D03E-F910E0A2D8A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636297" y="969632"/>
                  <a:ext cx="1683000" cy="9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EEA522D-D14E-A1A5-3A74-DE82F27F12D4}"/>
                    </a:ext>
                  </a:extLst>
                </p14:cNvPr>
                <p14:cNvContentPartPr/>
                <p14:nvPr/>
              </p14:nvContentPartPr>
              <p14:xfrm>
                <a:off x="8752937" y="1076192"/>
                <a:ext cx="140400" cy="744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EEA522D-D14E-A1A5-3A74-DE82F27F12D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734937" y="1058192"/>
                  <a:ext cx="17604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7A79B37-1970-654D-4067-8DB8EB82B6BB}"/>
                    </a:ext>
                  </a:extLst>
                </p14:cNvPr>
                <p14:cNvContentPartPr/>
                <p14:nvPr/>
              </p14:nvContentPartPr>
              <p14:xfrm>
                <a:off x="10489577" y="1223432"/>
                <a:ext cx="1120320" cy="1352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7A79B37-1970-654D-4067-8DB8EB82B6B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71577" y="1205792"/>
                  <a:ext cx="1155960" cy="13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6D2556B-DE5F-AAA8-C89D-38AFA5498663}"/>
                    </a:ext>
                  </a:extLst>
                </p14:cNvPr>
                <p14:cNvContentPartPr/>
                <p14:nvPr/>
              </p14:nvContentPartPr>
              <p14:xfrm>
                <a:off x="11132537" y="2398112"/>
                <a:ext cx="172800" cy="263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6D2556B-DE5F-AAA8-C89D-38AFA549866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114537" y="2380472"/>
                  <a:ext cx="2084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8BE4658-4860-DBE7-5DB5-379DFE1D109D}"/>
                    </a:ext>
                  </a:extLst>
                </p14:cNvPr>
                <p14:cNvContentPartPr/>
                <p14:nvPr/>
              </p14:nvContentPartPr>
              <p14:xfrm>
                <a:off x="9884057" y="2824712"/>
                <a:ext cx="55800" cy="255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8BE4658-4860-DBE7-5DB5-379DFE1D109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66057" y="2807072"/>
                  <a:ext cx="9144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D0FDF6F-B183-3510-59E3-5A5153DF405A}"/>
                    </a:ext>
                  </a:extLst>
                </p14:cNvPr>
                <p14:cNvContentPartPr/>
                <p14:nvPr/>
              </p14:nvContentPartPr>
              <p14:xfrm>
                <a:off x="9842297" y="2794832"/>
                <a:ext cx="255600" cy="2152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D0FDF6F-B183-3510-59E3-5A5153DF40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24657" y="2776832"/>
                  <a:ext cx="2912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E32CC4-8B3C-8D3E-8D46-006BB49AB376}"/>
                    </a:ext>
                  </a:extLst>
                </p14:cNvPr>
                <p14:cNvContentPartPr/>
                <p14:nvPr/>
              </p14:nvContentPartPr>
              <p14:xfrm>
                <a:off x="10136057" y="2893832"/>
                <a:ext cx="150840" cy="194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E32CC4-8B3C-8D3E-8D46-006BB49AB37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118417" y="2875832"/>
                  <a:ext cx="1864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7B23963-6B44-AC51-377E-600A317737AD}"/>
                    </a:ext>
                  </a:extLst>
                </p14:cNvPr>
                <p14:cNvContentPartPr/>
                <p14:nvPr/>
              </p14:nvContentPartPr>
              <p14:xfrm>
                <a:off x="10382297" y="2912552"/>
                <a:ext cx="81720" cy="205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7B23963-6B44-AC51-377E-600A317737A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364297" y="2894912"/>
                  <a:ext cx="117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76BC079-8795-FDF0-CA96-721C1DF10D37}"/>
                    </a:ext>
                  </a:extLst>
                </p14:cNvPr>
                <p14:cNvContentPartPr/>
                <p14:nvPr/>
              </p14:nvContentPartPr>
              <p14:xfrm>
                <a:off x="10510457" y="2976272"/>
                <a:ext cx="136080" cy="98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76BC079-8795-FDF0-CA96-721C1DF10D3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92817" y="2958632"/>
                  <a:ext cx="171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67D4567-5224-C537-1084-089651E44BA6}"/>
                    </a:ext>
                  </a:extLst>
                </p14:cNvPr>
                <p14:cNvContentPartPr/>
                <p14:nvPr/>
              </p14:nvContentPartPr>
              <p14:xfrm>
                <a:off x="10769297" y="2826152"/>
                <a:ext cx="20520" cy="209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67D4567-5224-C537-1084-089651E44BA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751657" y="2808512"/>
                  <a:ext cx="561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66E195-0DE4-A583-D0F9-EB60A14909F3}"/>
                    </a:ext>
                  </a:extLst>
                </p14:cNvPr>
                <p14:cNvContentPartPr/>
                <p14:nvPr/>
              </p14:nvContentPartPr>
              <p14:xfrm>
                <a:off x="10932737" y="2834432"/>
                <a:ext cx="21600" cy="1807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66E195-0DE4-A583-D0F9-EB60A14909F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914737" y="2816792"/>
                  <a:ext cx="57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215328A-3E0E-38B7-48B0-83201E69583C}"/>
                    </a:ext>
                  </a:extLst>
                </p14:cNvPr>
                <p14:cNvContentPartPr/>
                <p14:nvPr/>
              </p14:nvContentPartPr>
              <p14:xfrm>
                <a:off x="10921217" y="2916152"/>
                <a:ext cx="126360" cy="43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215328A-3E0E-38B7-48B0-83201E69583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903577" y="2898512"/>
                  <a:ext cx="1620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68C8064-DAED-CE8F-5127-A039C3692A86}"/>
                    </a:ext>
                  </a:extLst>
                </p14:cNvPr>
                <p14:cNvContentPartPr/>
                <p14:nvPr/>
              </p14:nvContentPartPr>
              <p14:xfrm>
                <a:off x="9620177" y="2527712"/>
                <a:ext cx="1470960" cy="87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68C8064-DAED-CE8F-5127-A039C3692A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602537" y="2509712"/>
                  <a:ext cx="150660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5181176-1479-28AF-AF98-F8EC9E545065}"/>
                    </a:ext>
                  </a:extLst>
                </p14:cNvPr>
                <p14:cNvContentPartPr/>
                <p14:nvPr/>
              </p14:nvContentPartPr>
              <p14:xfrm>
                <a:off x="9875417" y="2658392"/>
                <a:ext cx="1447200" cy="819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5181176-1479-28AF-AF98-F8EC9E54506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857777" y="2640752"/>
                  <a:ext cx="1482840" cy="85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8DEAFC0-E139-2FEB-8415-15049D0B63B6}"/>
                    </a:ext>
                  </a:extLst>
                </p14:cNvPr>
                <p14:cNvContentPartPr/>
                <p14:nvPr/>
              </p14:nvContentPartPr>
              <p14:xfrm>
                <a:off x="9526217" y="2572712"/>
                <a:ext cx="138960" cy="7866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8DEAFC0-E139-2FEB-8415-15049D0B63B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08577" y="2555072"/>
                  <a:ext cx="174600" cy="82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27F572E-10D3-9D37-BDE8-7C97273D80DE}"/>
                    </a:ext>
                  </a:extLst>
                </p14:cNvPr>
                <p14:cNvContentPartPr/>
                <p14:nvPr/>
              </p14:nvContentPartPr>
              <p14:xfrm>
                <a:off x="7214657" y="1999952"/>
                <a:ext cx="2308680" cy="98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27F572E-10D3-9D37-BDE8-7C97273D80D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197017" y="1981952"/>
                  <a:ext cx="2344320" cy="10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0497461-BBC4-E60D-C957-9904ED3C3760}"/>
                    </a:ext>
                  </a:extLst>
                </p14:cNvPr>
                <p14:cNvContentPartPr/>
                <p14:nvPr/>
              </p14:nvContentPartPr>
              <p14:xfrm>
                <a:off x="7171097" y="1911032"/>
                <a:ext cx="272160" cy="347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0497461-BBC4-E60D-C957-9904ED3C376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53097" y="1893032"/>
                  <a:ext cx="30780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689556-4AB6-20FE-982D-313EA43B40BC}"/>
              </a:ext>
            </a:extLst>
          </p:cNvPr>
          <p:cNvGrpSpPr/>
          <p:nvPr/>
        </p:nvGrpSpPr>
        <p:grpSpPr>
          <a:xfrm>
            <a:off x="3805457" y="454112"/>
            <a:ext cx="1065240" cy="1122480"/>
            <a:chOff x="3805457" y="454112"/>
            <a:chExt cx="1065240" cy="112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1CD25F2-3781-1497-8599-CCF3777419B4}"/>
                    </a:ext>
                  </a:extLst>
                </p14:cNvPr>
                <p14:cNvContentPartPr/>
                <p14:nvPr/>
              </p14:nvContentPartPr>
              <p14:xfrm>
                <a:off x="3805457" y="798272"/>
                <a:ext cx="1065240" cy="778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1CD25F2-3781-1497-8599-CCF3777419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87817" y="780632"/>
                  <a:ext cx="1100880" cy="81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9836D5-C0E0-961E-F6FF-DC79B2534FE7}"/>
                    </a:ext>
                  </a:extLst>
                </p14:cNvPr>
                <p14:cNvContentPartPr/>
                <p14:nvPr/>
              </p14:nvContentPartPr>
              <p14:xfrm>
                <a:off x="4698617" y="706832"/>
                <a:ext cx="147600" cy="370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9836D5-C0E0-961E-F6FF-DC79B2534FE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80977" y="689192"/>
                  <a:ext cx="18324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93A03CA-0890-FD95-A301-09EB5805DB6F}"/>
                    </a:ext>
                  </a:extLst>
                </p14:cNvPr>
                <p14:cNvContentPartPr/>
                <p14:nvPr/>
              </p14:nvContentPartPr>
              <p14:xfrm>
                <a:off x="4265177" y="529712"/>
                <a:ext cx="44640" cy="253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93A03CA-0890-FD95-A301-09EB5805DB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247177" y="512072"/>
                  <a:ext cx="802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D191A2-D9B6-03BE-3C86-35807B5FC42E}"/>
                    </a:ext>
                  </a:extLst>
                </p14:cNvPr>
                <p14:cNvContentPartPr/>
                <p14:nvPr/>
              </p14:nvContentPartPr>
              <p14:xfrm>
                <a:off x="4081577" y="454112"/>
                <a:ext cx="366480" cy="4485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D191A2-D9B6-03BE-3C86-35807B5FC42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063577" y="436112"/>
                  <a:ext cx="402120" cy="48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043CD6AA-33ED-326B-06CE-94ACAF51338E}"/>
              </a:ext>
            </a:extLst>
          </p:cNvPr>
          <p:cNvGrpSpPr/>
          <p:nvPr/>
        </p:nvGrpSpPr>
        <p:grpSpPr>
          <a:xfrm>
            <a:off x="7065977" y="65312"/>
            <a:ext cx="1528920" cy="752760"/>
            <a:chOff x="7065977" y="65312"/>
            <a:chExt cx="1528920" cy="752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4F6279F-9891-6F4F-4AB9-5390C56C9621}"/>
                    </a:ext>
                  </a:extLst>
                </p14:cNvPr>
                <p14:cNvContentPartPr/>
                <p14:nvPr/>
              </p14:nvContentPartPr>
              <p14:xfrm>
                <a:off x="7065977" y="471752"/>
                <a:ext cx="1485360" cy="346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4F6279F-9891-6F4F-4AB9-5390C56C962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047977" y="454112"/>
                  <a:ext cx="152100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32BF8E6-FDC3-3AC0-BB4A-37E8C06B4E32}"/>
                    </a:ext>
                  </a:extLst>
                </p14:cNvPr>
                <p14:cNvContentPartPr/>
                <p14:nvPr/>
              </p14:nvContentPartPr>
              <p14:xfrm>
                <a:off x="8439017" y="455552"/>
                <a:ext cx="155880" cy="353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32BF8E6-FDC3-3AC0-BB4A-37E8C06B4E3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21377" y="437912"/>
                  <a:ext cx="19152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90611B7-971D-518B-9D74-D39580E7881A}"/>
                    </a:ext>
                  </a:extLst>
                </p14:cNvPr>
                <p14:cNvContentPartPr/>
                <p14:nvPr/>
              </p14:nvContentPartPr>
              <p14:xfrm>
                <a:off x="8060297" y="175832"/>
                <a:ext cx="24480" cy="12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90611B7-971D-518B-9D74-D39580E7881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042297" y="157832"/>
                  <a:ext cx="601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F559AF8-B189-B859-2D6C-4BF83E40136E}"/>
                    </a:ext>
                  </a:extLst>
                </p14:cNvPr>
                <p14:cNvContentPartPr/>
                <p14:nvPr/>
              </p14:nvContentPartPr>
              <p14:xfrm>
                <a:off x="7951217" y="158552"/>
                <a:ext cx="239760" cy="182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F559AF8-B189-B859-2D6C-4BF83E40136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933577" y="140552"/>
                  <a:ext cx="2754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8857F7-A4E9-D47B-A1AE-E7AFDAA25619}"/>
                    </a:ext>
                  </a:extLst>
                </p14:cNvPr>
                <p14:cNvContentPartPr/>
                <p14:nvPr/>
              </p14:nvContentPartPr>
              <p14:xfrm>
                <a:off x="7797137" y="65312"/>
                <a:ext cx="479520" cy="3913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8857F7-A4E9-D47B-A1AE-E7AFDAA2561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779497" y="47312"/>
                  <a:ext cx="515160" cy="42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C0A7A85-75EE-8EFE-98A9-F6446B9C282D}"/>
              </a:ext>
            </a:extLst>
          </p:cNvPr>
          <p:cNvGrpSpPr/>
          <p:nvPr/>
        </p:nvGrpSpPr>
        <p:grpSpPr>
          <a:xfrm>
            <a:off x="10501817" y="813032"/>
            <a:ext cx="1378440" cy="1798560"/>
            <a:chOff x="10501817" y="813032"/>
            <a:chExt cx="1378440" cy="179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C50DC90-895C-679A-1C34-C3BB17291CFF}"/>
                    </a:ext>
                  </a:extLst>
                </p14:cNvPr>
                <p14:cNvContentPartPr/>
                <p14:nvPr/>
              </p14:nvContentPartPr>
              <p14:xfrm>
                <a:off x="10501817" y="813032"/>
                <a:ext cx="1378440" cy="1798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C50DC90-895C-679A-1C34-C3BB17291CF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483817" y="795032"/>
                  <a:ext cx="1414080" cy="18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15E7E4-575D-606A-3D5F-DF2423085483}"/>
                    </a:ext>
                  </a:extLst>
                </p14:cNvPr>
                <p14:cNvContentPartPr/>
                <p14:nvPr/>
              </p14:nvContentPartPr>
              <p14:xfrm>
                <a:off x="11387417" y="2364632"/>
                <a:ext cx="236880" cy="212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15E7E4-575D-606A-3D5F-DF242308548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369417" y="2346992"/>
                  <a:ext cx="272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EF13133-0B3E-1E7D-4CA5-E6F383A08549}"/>
                    </a:ext>
                  </a:extLst>
                </p14:cNvPr>
                <p14:cNvContentPartPr/>
                <p14:nvPr/>
              </p14:nvContentPartPr>
              <p14:xfrm>
                <a:off x="10929497" y="1912832"/>
                <a:ext cx="197640" cy="337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EF13133-0B3E-1E7D-4CA5-E6F383A085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911857" y="1895192"/>
                  <a:ext cx="233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0B5ABC9-23F3-25D7-2BC4-FA57DDC7805F}"/>
                    </a:ext>
                  </a:extLst>
                </p14:cNvPr>
                <p14:cNvContentPartPr/>
                <p14:nvPr/>
              </p14:nvContentPartPr>
              <p14:xfrm>
                <a:off x="10822217" y="1809512"/>
                <a:ext cx="503280" cy="444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0B5ABC9-23F3-25D7-2BC4-FA57DDC7805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804217" y="1791512"/>
                  <a:ext cx="538920" cy="47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E9F1D583-883A-9E5C-D95F-3BD84615A5C5}"/>
              </a:ext>
            </a:extLst>
          </p:cNvPr>
          <p:cNvGrpSpPr/>
          <p:nvPr/>
        </p:nvGrpSpPr>
        <p:grpSpPr>
          <a:xfrm>
            <a:off x="6589337" y="2379392"/>
            <a:ext cx="2725200" cy="1239480"/>
            <a:chOff x="6589337" y="2379392"/>
            <a:chExt cx="2725200" cy="12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5F1B318-B67E-C724-ADF4-4BB184CB16ED}"/>
                    </a:ext>
                  </a:extLst>
                </p14:cNvPr>
                <p14:cNvContentPartPr/>
                <p14:nvPr/>
              </p14:nvContentPartPr>
              <p14:xfrm>
                <a:off x="6653777" y="2484152"/>
                <a:ext cx="2660760" cy="1134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5F1B318-B67E-C724-ADF4-4BB184CB16E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36137" y="2466512"/>
                  <a:ext cx="2696400" cy="11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3DA58E5F-123C-6BD4-3CBE-E4E99E5F4A95}"/>
                    </a:ext>
                  </a:extLst>
                </p14:cNvPr>
                <p14:cNvContentPartPr/>
                <p14:nvPr/>
              </p14:nvContentPartPr>
              <p14:xfrm>
                <a:off x="6589337" y="2379392"/>
                <a:ext cx="204480" cy="173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3DA58E5F-123C-6BD4-3CBE-E4E99E5F4A9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697" y="2361752"/>
                  <a:ext cx="2401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92843F4-4907-B8DE-116D-71F11AA9D97D}"/>
                    </a:ext>
                  </a:extLst>
                </p14:cNvPr>
                <p14:cNvContentPartPr/>
                <p14:nvPr/>
              </p14:nvContentPartPr>
              <p14:xfrm>
                <a:off x="7674377" y="2859992"/>
                <a:ext cx="226800" cy="2563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92843F4-4907-B8DE-116D-71F11AA9D97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656377" y="2842352"/>
                  <a:ext cx="2624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7717544-21A2-F602-7BA9-88BC366CDDCD}"/>
                    </a:ext>
                  </a:extLst>
                </p14:cNvPr>
                <p14:cNvContentPartPr/>
                <p14:nvPr/>
              </p14:nvContentPartPr>
              <p14:xfrm>
                <a:off x="7838537" y="2979512"/>
                <a:ext cx="17640" cy="260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7717544-21A2-F602-7BA9-88BC366CDDC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820537" y="2961872"/>
                  <a:ext cx="53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9FBFEEC-F163-FDA3-2C86-05FBD7E72AA4}"/>
                    </a:ext>
                  </a:extLst>
                </p14:cNvPr>
                <p14:cNvContentPartPr/>
                <p14:nvPr/>
              </p14:nvContentPartPr>
              <p14:xfrm>
                <a:off x="7433897" y="2769272"/>
                <a:ext cx="671760" cy="579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9FBFEEC-F163-FDA3-2C86-05FBD7E72AA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15897" y="2751632"/>
                  <a:ext cx="707400" cy="61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52DA7C6-B350-446B-3456-A74BD6E9D3D3}"/>
              </a:ext>
            </a:extLst>
          </p:cNvPr>
          <p:cNvGrpSpPr/>
          <p:nvPr/>
        </p:nvGrpSpPr>
        <p:grpSpPr>
          <a:xfrm>
            <a:off x="62537" y="3657752"/>
            <a:ext cx="11447640" cy="1758240"/>
            <a:chOff x="62537" y="3657752"/>
            <a:chExt cx="11447640" cy="175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BEBF2AF-84DA-1482-33B9-FB4AAF963B08}"/>
                    </a:ext>
                  </a:extLst>
                </p14:cNvPr>
                <p14:cNvContentPartPr/>
                <p14:nvPr/>
              </p14:nvContentPartPr>
              <p14:xfrm>
                <a:off x="1876937" y="4055192"/>
                <a:ext cx="272160" cy="414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BEBF2AF-84DA-1482-33B9-FB4AAF963B0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859297" y="4037192"/>
                  <a:ext cx="30780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6232C16-EFA4-B00A-5BAB-36FCF015F3AE}"/>
                    </a:ext>
                  </a:extLst>
                </p14:cNvPr>
                <p14:cNvContentPartPr/>
                <p14:nvPr/>
              </p14:nvContentPartPr>
              <p14:xfrm>
                <a:off x="2361857" y="4238432"/>
                <a:ext cx="153360" cy="1443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6232C16-EFA4-B00A-5BAB-36FCF015F3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343857" y="4220792"/>
                  <a:ext cx="189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BEC4C4F-D620-CF27-AB18-D8AF94E20773}"/>
                    </a:ext>
                  </a:extLst>
                </p14:cNvPr>
                <p14:cNvContentPartPr/>
                <p14:nvPr/>
              </p14:nvContentPartPr>
              <p14:xfrm>
                <a:off x="2671817" y="4242752"/>
                <a:ext cx="116640" cy="25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BEC4C4F-D620-CF27-AB18-D8AF94E2077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654177" y="4225112"/>
                  <a:ext cx="1522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56E6B66-DE99-A6AB-AA9F-7DB13A7208BA}"/>
                    </a:ext>
                  </a:extLst>
                </p14:cNvPr>
                <p14:cNvContentPartPr/>
                <p14:nvPr/>
              </p14:nvContentPartPr>
              <p14:xfrm>
                <a:off x="2981057" y="4064552"/>
                <a:ext cx="214920" cy="3218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56E6B66-DE99-A6AB-AA9F-7DB13A7208B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963417" y="4046912"/>
                  <a:ext cx="2505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1ACD6EE-F402-9128-044F-B1A488076D4B}"/>
                    </a:ext>
                  </a:extLst>
                </p14:cNvPr>
                <p14:cNvContentPartPr/>
                <p14:nvPr/>
              </p14:nvContentPartPr>
              <p14:xfrm>
                <a:off x="3247097" y="4221152"/>
                <a:ext cx="138960" cy="1850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1ACD6EE-F402-9128-044F-B1A488076D4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229457" y="4203152"/>
                  <a:ext cx="17460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865C4B9-FA9E-E53C-E1B7-A879B6363C5F}"/>
                    </a:ext>
                  </a:extLst>
                </p14:cNvPr>
                <p14:cNvContentPartPr/>
                <p14:nvPr/>
              </p14:nvContentPartPr>
              <p14:xfrm>
                <a:off x="3489377" y="4259672"/>
                <a:ext cx="106200" cy="53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865C4B9-FA9E-E53C-E1B7-A879B6363C5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471377" y="4242032"/>
                  <a:ext cx="1418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3D75B95-EC61-5370-BBFF-391BCA2D19BE}"/>
                    </a:ext>
                  </a:extLst>
                </p14:cNvPr>
                <p14:cNvContentPartPr/>
                <p14:nvPr/>
              </p14:nvContentPartPr>
              <p14:xfrm>
                <a:off x="3702857" y="4188392"/>
                <a:ext cx="32760" cy="140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3D75B95-EC61-5370-BBFF-391BCA2D19B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684857" y="4170392"/>
                  <a:ext cx="68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83FD606C-B016-89C2-A6B8-02A0CBD6DAE9}"/>
                    </a:ext>
                  </a:extLst>
                </p14:cNvPr>
                <p14:cNvContentPartPr/>
                <p14:nvPr/>
              </p14:nvContentPartPr>
              <p14:xfrm>
                <a:off x="3712577" y="4035752"/>
                <a:ext cx="8280" cy="24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83FD606C-B016-89C2-A6B8-02A0CBD6DAE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694937" y="4018112"/>
                  <a:ext cx="43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D2AC221-129E-129C-56A6-E313C7AF86AF}"/>
                    </a:ext>
                  </a:extLst>
                </p14:cNvPr>
                <p14:cNvContentPartPr/>
                <p14:nvPr/>
              </p14:nvContentPartPr>
              <p14:xfrm>
                <a:off x="3874217" y="4120352"/>
                <a:ext cx="104400" cy="195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D2AC221-129E-129C-56A6-E313C7AF86AF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856217" y="4102352"/>
                  <a:ext cx="1400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9F7D426-4691-0992-0C15-FFAF515B6BE5}"/>
                    </a:ext>
                  </a:extLst>
                </p14:cNvPr>
                <p14:cNvContentPartPr/>
                <p14:nvPr/>
              </p14:nvContentPartPr>
              <p14:xfrm>
                <a:off x="4069337" y="4132232"/>
                <a:ext cx="163080" cy="151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9F7D426-4691-0992-0C15-FFAF515B6BE5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051337" y="4114592"/>
                  <a:ext cx="198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64F0531-0F49-A6BF-7D57-FB4D7F2C7C63}"/>
                    </a:ext>
                  </a:extLst>
                </p14:cNvPr>
                <p14:cNvContentPartPr/>
                <p14:nvPr/>
              </p14:nvContentPartPr>
              <p14:xfrm>
                <a:off x="2557697" y="4708952"/>
                <a:ext cx="8640" cy="312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64F0531-0F49-A6BF-7D57-FB4D7F2C7C6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539697" y="4690952"/>
                  <a:ext cx="442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32965F5-0366-2166-C568-16D2725A8CA4}"/>
                    </a:ext>
                  </a:extLst>
                </p14:cNvPr>
                <p14:cNvContentPartPr/>
                <p14:nvPr/>
              </p14:nvContentPartPr>
              <p14:xfrm>
                <a:off x="2524937" y="4728032"/>
                <a:ext cx="344160" cy="1659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32965F5-0366-2166-C568-16D2725A8CA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507297" y="4710392"/>
                  <a:ext cx="37980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7818142-61DC-42D6-4387-91CF8941D2BE}"/>
                    </a:ext>
                  </a:extLst>
                </p14:cNvPr>
                <p14:cNvContentPartPr/>
                <p14:nvPr/>
              </p14:nvContentPartPr>
              <p14:xfrm>
                <a:off x="3027857" y="4677992"/>
                <a:ext cx="195120" cy="238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7818142-61DC-42D6-4387-91CF8941D2B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010217" y="4660352"/>
                  <a:ext cx="2307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ECA72E-9C70-09A0-9665-AA6111528CAA}"/>
                    </a:ext>
                  </a:extLst>
                </p14:cNvPr>
                <p14:cNvContentPartPr/>
                <p14:nvPr/>
              </p14:nvContentPartPr>
              <p14:xfrm>
                <a:off x="1518017" y="3763592"/>
                <a:ext cx="2970000" cy="1472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ECA72E-9C70-09A0-9665-AA6111528CA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500377" y="3745592"/>
                  <a:ext cx="3005640" cy="15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8C169F2-7F59-8213-030F-2268739B5CE6}"/>
                    </a:ext>
                  </a:extLst>
                </p14:cNvPr>
                <p14:cNvContentPartPr/>
                <p14:nvPr/>
              </p14:nvContentPartPr>
              <p14:xfrm>
                <a:off x="1659137" y="4232672"/>
                <a:ext cx="83880" cy="11833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8C169F2-7F59-8213-030F-2268739B5CE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641497" y="4214672"/>
                  <a:ext cx="119520" cy="12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7245002-0A0A-3E76-7052-48E95772D727}"/>
                    </a:ext>
                  </a:extLst>
                </p14:cNvPr>
                <p14:cNvContentPartPr/>
                <p14:nvPr/>
              </p14:nvContentPartPr>
              <p14:xfrm>
                <a:off x="62537" y="3657752"/>
                <a:ext cx="11447640" cy="315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7245002-0A0A-3E76-7052-48E95772D727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4897" y="3640112"/>
                  <a:ext cx="11483280" cy="35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8D9EA78-559E-476B-31E6-52D5FCC3AE98}"/>
              </a:ext>
            </a:extLst>
          </p:cNvPr>
          <p:cNvGrpSpPr/>
          <p:nvPr/>
        </p:nvGrpSpPr>
        <p:grpSpPr>
          <a:xfrm>
            <a:off x="4461017" y="4501232"/>
            <a:ext cx="5279760" cy="2010960"/>
            <a:chOff x="4461017" y="4501232"/>
            <a:chExt cx="5279760" cy="201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76B1C0A-83A1-D2D3-6D4E-7957A357771D}"/>
                    </a:ext>
                  </a:extLst>
                </p14:cNvPr>
                <p14:cNvContentPartPr/>
                <p14:nvPr/>
              </p14:nvContentPartPr>
              <p14:xfrm>
                <a:off x="4754417" y="5481152"/>
                <a:ext cx="158040" cy="413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76B1C0A-83A1-D2D3-6D4E-7957A357771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736777" y="5463512"/>
                  <a:ext cx="19368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F1CD2DD-316E-12AC-6B72-A70B5E7A88B8}"/>
                    </a:ext>
                  </a:extLst>
                </p14:cNvPr>
                <p14:cNvContentPartPr/>
                <p14:nvPr/>
              </p14:nvContentPartPr>
              <p14:xfrm>
                <a:off x="4940537" y="5621192"/>
                <a:ext cx="361440" cy="167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F1CD2DD-316E-12AC-6B72-A70B5E7A88B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2537" y="5603192"/>
                  <a:ext cx="3970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198D424-7C4B-9AB0-5F10-110A9EA67204}"/>
                    </a:ext>
                  </a:extLst>
                </p14:cNvPr>
                <p14:cNvContentPartPr/>
                <p14:nvPr/>
              </p14:nvContentPartPr>
              <p14:xfrm>
                <a:off x="5421497" y="5592752"/>
                <a:ext cx="94320" cy="247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198D424-7C4B-9AB0-5F10-110A9EA6720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403857" y="5574752"/>
                  <a:ext cx="1299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BDC92E0-FE5A-A785-8474-F77B152F2012}"/>
                    </a:ext>
                  </a:extLst>
                </p14:cNvPr>
                <p14:cNvContentPartPr/>
                <p14:nvPr/>
              </p14:nvContentPartPr>
              <p14:xfrm>
                <a:off x="5615537" y="5661872"/>
                <a:ext cx="138240" cy="155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BDC92E0-FE5A-A785-8474-F77B152F201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597897" y="5644232"/>
                  <a:ext cx="1738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7EC2E25-1918-C68B-15A8-E6FD50B6C063}"/>
                    </a:ext>
                  </a:extLst>
                </p14:cNvPr>
                <p14:cNvContentPartPr/>
                <p14:nvPr/>
              </p14:nvContentPartPr>
              <p14:xfrm>
                <a:off x="5774657" y="5596712"/>
                <a:ext cx="162000" cy="195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7EC2E25-1918-C68B-15A8-E6FD50B6C063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757017" y="5579072"/>
                  <a:ext cx="1976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94D31CF-4BE5-1DAB-0603-981CC800D932}"/>
                    </a:ext>
                  </a:extLst>
                </p14:cNvPr>
                <p14:cNvContentPartPr/>
                <p14:nvPr/>
              </p14:nvContentPartPr>
              <p14:xfrm>
                <a:off x="6084617" y="5606072"/>
                <a:ext cx="107280" cy="1980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94D31CF-4BE5-1DAB-0603-981CC800D93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066977" y="5588432"/>
                  <a:ext cx="142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DA34A21-060A-4E5E-77EB-7A48725AB5D9}"/>
                    </a:ext>
                  </a:extLst>
                </p14:cNvPr>
                <p14:cNvContentPartPr/>
                <p14:nvPr/>
              </p14:nvContentPartPr>
              <p14:xfrm>
                <a:off x="4517537" y="5149592"/>
                <a:ext cx="1940040" cy="155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DA34A21-060A-4E5E-77EB-7A48725AB5D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4499537" y="5131592"/>
                  <a:ext cx="19756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6D79D305-0785-F4A2-0D55-17317BE328FF}"/>
                    </a:ext>
                  </a:extLst>
                </p14:cNvPr>
                <p14:cNvContentPartPr/>
                <p14:nvPr/>
              </p14:nvContentPartPr>
              <p14:xfrm>
                <a:off x="4923617" y="5142032"/>
                <a:ext cx="1659240" cy="1215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6D79D305-0785-F4A2-0D55-17317BE328F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905977" y="5124392"/>
                  <a:ext cx="1694880" cy="12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923036DC-068D-B812-D175-97893F2DC2A0}"/>
                    </a:ext>
                  </a:extLst>
                </p14:cNvPr>
                <p14:cNvContentPartPr/>
                <p14:nvPr/>
              </p14:nvContentPartPr>
              <p14:xfrm>
                <a:off x="4461017" y="5323472"/>
                <a:ext cx="131400" cy="916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923036DC-068D-B812-D175-97893F2DC2A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443377" y="5305472"/>
                  <a:ext cx="167040" cy="9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463194B-226F-6033-1B86-EFE4B5825BE6}"/>
                    </a:ext>
                  </a:extLst>
                </p14:cNvPr>
                <p14:cNvContentPartPr/>
                <p14:nvPr/>
              </p14:nvContentPartPr>
              <p14:xfrm>
                <a:off x="6744497" y="5066072"/>
                <a:ext cx="1050120" cy="4093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463194B-226F-6033-1B86-EFE4B5825BE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726497" y="5048072"/>
                  <a:ext cx="10857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6764773-188E-BF11-A653-B6BE5133E9E1}"/>
                    </a:ext>
                  </a:extLst>
                </p14:cNvPr>
                <p14:cNvContentPartPr/>
                <p14:nvPr/>
              </p14:nvContentPartPr>
              <p14:xfrm>
                <a:off x="6645137" y="5211152"/>
                <a:ext cx="254880" cy="4186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6764773-188E-BF11-A653-B6BE5133E9E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627137" y="5193512"/>
                  <a:ext cx="290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BAEC3AE-9400-543A-2829-539F65F2E527}"/>
                    </a:ext>
                  </a:extLst>
                </p14:cNvPr>
                <p14:cNvContentPartPr/>
                <p14:nvPr/>
              </p14:nvContentPartPr>
              <p14:xfrm>
                <a:off x="7634417" y="5001632"/>
                <a:ext cx="185400" cy="196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BAEC3AE-9400-543A-2829-539F65F2E52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616777" y="4983632"/>
                  <a:ext cx="221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75BF741-A7C2-EAD8-03C4-B65F1FEA0AA8}"/>
                    </a:ext>
                  </a:extLst>
                </p14:cNvPr>
                <p14:cNvContentPartPr/>
                <p14:nvPr/>
              </p14:nvContentPartPr>
              <p14:xfrm>
                <a:off x="7870217" y="4713272"/>
                <a:ext cx="154800" cy="1076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75BF741-A7C2-EAD8-03C4-B65F1FEA0AA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852217" y="4695632"/>
                  <a:ext cx="190440" cy="11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B7D9A27-5A3A-BB60-D12B-1F0A978F8B4E}"/>
                    </a:ext>
                  </a:extLst>
                </p14:cNvPr>
                <p14:cNvContentPartPr/>
                <p14:nvPr/>
              </p14:nvContentPartPr>
              <p14:xfrm>
                <a:off x="7881017" y="4508792"/>
                <a:ext cx="1636920" cy="810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B7D9A27-5A3A-BB60-D12B-1F0A978F8B4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863017" y="4490792"/>
                  <a:ext cx="16725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F546666-946E-633D-67A6-C4842423263C}"/>
                    </a:ext>
                  </a:extLst>
                </p14:cNvPr>
                <p14:cNvContentPartPr/>
                <p14:nvPr/>
              </p14:nvContentPartPr>
              <p14:xfrm>
                <a:off x="8059937" y="4501232"/>
                <a:ext cx="1680840" cy="1151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F546666-946E-633D-67A6-C4842423263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1937" y="4483232"/>
                  <a:ext cx="1716480" cy="11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91C54B5-BEF8-AF19-CFBB-06EBA842BA8A}"/>
                    </a:ext>
                  </a:extLst>
                </p14:cNvPr>
                <p14:cNvContentPartPr/>
                <p14:nvPr/>
              </p14:nvContentPartPr>
              <p14:xfrm>
                <a:off x="8139857" y="4858712"/>
                <a:ext cx="42840" cy="358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91C54B5-BEF8-AF19-CFBB-06EBA842BA8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122217" y="4841072"/>
                  <a:ext cx="784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B7BD4F5-4709-E7A5-819A-96C7DF606ACB}"/>
                    </a:ext>
                  </a:extLst>
                </p14:cNvPr>
                <p14:cNvContentPartPr/>
                <p14:nvPr/>
              </p14:nvContentPartPr>
              <p14:xfrm>
                <a:off x="8205737" y="4816952"/>
                <a:ext cx="78840" cy="136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B7BD4F5-4709-E7A5-819A-96C7DF606AC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8188097" y="4799312"/>
                  <a:ext cx="1144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BE0348A-4629-E1E4-A2FD-DB4E64E06882}"/>
                    </a:ext>
                  </a:extLst>
                </p14:cNvPr>
                <p14:cNvContentPartPr/>
                <p14:nvPr/>
              </p14:nvContentPartPr>
              <p14:xfrm>
                <a:off x="8427137" y="4857992"/>
                <a:ext cx="218880" cy="216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BE0348A-4629-E1E4-A2FD-DB4E64E0688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09497" y="4839992"/>
                  <a:ext cx="2545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32030EE-01F8-DDFA-8EFE-C1638C42C270}"/>
                    </a:ext>
                  </a:extLst>
                </p14:cNvPr>
                <p14:cNvContentPartPr/>
                <p14:nvPr/>
              </p14:nvContentPartPr>
              <p14:xfrm>
                <a:off x="8758697" y="4953752"/>
                <a:ext cx="108000" cy="138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32030EE-01F8-DDFA-8EFE-C1638C42C27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41057" y="4936112"/>
                  <a:ext cx="143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864018D-F30D-BC46-D5D1-03147423620A}"/>
                    </a:ext>
                  </a:extLst>
                </p14:cNvPr>
                <p14:cNvContentPartPr/>
                <p14:nvPr/>
              </p14:nvContentPartPr>
              <p14:xfrm>
                <a:off x="8931857" y="4931072"/>
                <a:ext cx="264240" cy="1576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864018D-F30D-BC46-D5D1-03147423620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914217" y="4913072"/>
                  <a:ext cx="2998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01145AE-D75A-3179-72F4-EDE910175213}"/>
                    </a:ext>
                  </a:extLst>
                </p14:cNvPr>
                <p14:cNvContentPartPr/>
                <p14:nvPr/>
              </p14:nvContentPartPr>
              <p14:xfrm>
                <a:off x="9272057" y="4927472"/>
                <a:ext cx="105480" cy="163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01145AE-D75A-3179-72F4-EDE9101752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254057" y="4909832"/>
                  <a:ext cx="1411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4E12399-82AC-F95D-E543-E9A1F2652BEE}"/>
                    </a:ext>
                  </a:extLst>
                </p14:cNvPr>
                <p14:cNvContentPartPr/>
                <p14:nvPr/>
              </p14:nvContentPartPr>
              <p14:xfrm>
                <a:off x="8494097" y="5734952"/>
                <a:ext cx="75240" cy="291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4E12399-82AC-F95D-E543-E9A1F2652BE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476457" y="5717312"/>
                  <a:ext cx="11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9BB3A21-816E-714B-A3D6-8EF03214FFEE}"/>
                    </a:ext>
                  </a:extLst>
                </p14:cNvPr>
                <p14:cNvContentPartPr/>
                <p14:nvPr/>
              </p14:nvContentPartPr>
              <p14:xfrm>
                <a:off x="8674817" y="5888312"/>
                <a:ext cx="107640" cy="1044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9BB3A21-816E-714B-A3D6-8EF03214FFE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656817" y="5870672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08A2930-06CA-0CDB-9581-0C223B2E5007}"/>
                    </a:ext>
                  </a:extLst>
                </p14:cNvPr>
                <p14:cNvContentPartPr/>
                <p14:nvPr/>
              </p14:nvContentPartPr>
              <p14:xfrm>
                <a:off x="8922857" y="5863472"/>
                <a:ext cx="69480" cy="144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08A2930-06CA-0CDB-9581-0C223B2E500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904857" y="5845472"/>
                  <a:ext cx="105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DA78D76-B6AF-A0D2-06EE-54030ED9F520}"/>
                    </a:ext>
                  </a:extLst>
                </p14:cNvPr>
                <p14:cNvContentPartPr/>
                <p14:nvPr/>
              </p14:nvContentPartPr>
              <p14:xfrm>
                <a:off x="9097457" y="5731352"/>
                <a:ext cx="353520" cy="2959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DA78D76-B6AF-A0D2-06EE-54030ED9F5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079457" y="5713352"/>
                  <a:ext cx="38916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4FCF138-1EC0-797B-C653-F8FA4433EC81}"/>
                    </a:ext>
                  </a:extLst>
                </p14:cNvPr>
                <p14:cNvContentPartPr/>
                <p14:nvPr/>
              </p14:nvContentPartPr>
              <p14:xfrm>
                <a:off x="8713337" y="6334352"/>
                <a:ext cx="290880" cy="177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4FCF138-1EC0-797B-C653-F8FA4433EC8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695697" y="6316712"/>
                  <a:ext cx="3265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3B169AE-BBF5-E59D-C23D-E5D6D3CC0AA2}"/>
                    </a:ext>
                  </a:extLst>
                </p14:cNvPr>
                <p14:cNvContentPartPr/>
                <p14:nvPr/>
              </p14:nvContentPartPr>
              <p14:xfrm>
                <a:off x="9187457" y="6262712"/>
                <a:ext cx="189000" cy="2084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3B169AE-BBF5-E59D-C23D-E5D6D3CC0AA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169817" y="6245072"/>
                  <a:ext cx="22464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C15CA11-549D-54EE-A875-CC6B8BD6FD21}"/>
                    </a:ext>
                  </a:extLst>
                </p14:cNvPr>
                <p14:cNvContentPartPr/>
                <p14:nvPr/>
              </p14:nvContentPartPr>
              <p14:xfrm>
                <a:off x="6995057" y="5637392"/>
                <a:ext cx="892800" cy="711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C15CA11-549D-54EE-A875-CC6B8BD6FD2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977417" y="5619752"/>
                  <a:ext cx="92844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4E9B93B-B975-0827-A0C6-F66E1D5D04E7}"/>
                    </a:ext>
                  </a:extLst>
                </p14:cNvPr>
                <p14:cNvContentPartPr/>
                <p14:nvPr/>
              </p14:nvContentPartPr>
              <p14:xfrm>
                <a:off x="6956537" y="6140312"/>
                <a:ext cx="172800" cy="2134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4E9B93B-B975-0827-A0C6-F66E1D5D04E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938897" y="6122312"/>
                  <a:ext cx="208440" cy="24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AF450EE1-CDB6-1475-E0B5-57CDD264DA04}"/>
              </a:ext>
            </a:extLst>
          </p:cNvPr>
          <p:cNvGrpSpPr/>
          <p:nvPr/>
        </p:nvGrpSpPr>
        <p:grpSpPr>
          <a:xfrm>
            <a:off x="1524137" y="5646032"/>
            <a:ext cx="2647800" cy="916560"/>
            <a:chOff x="1524137" y="5646032"/>
            <a:chExt cx="2647800" cy="91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E423E39-FA50-0217-5237-801811B090D8}"/>
                    </a:ext>
                  </a:extLst>
                </p14:cNvPr>
                <p14:cNvContentPartPr/>
                <p14:nvPr/>
              </p14:nvContentPartPr>
              <p14:xfrm>
                <a:off x="1534217" y="5814512"/>
                <a:ext cx="19440" cy="3553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E423E39-FA50-0217-5237-801811B090D8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516577" y="5796872"/>
                  <a:ext cx="5508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F6014C6-A936-BA17-2941-10B963892AAC}"/>
                    </a:ext>
                  </a:extLst>
                </p14:cNvPr>
                <p14:cNvContentPartPr/>
                <p14:nvPr/>
              </p14:nvContentPartPr>
              <p14:xfrm>
                <a:off x="1524137" y="5819552"/>
                <a:ext cx="278640" cy="2203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F6014C6-A936-BA17-2941-10B963892AAC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506497" y="5801912"/>
                  <a:ext cx="31428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C190F68-149C-7CA0-6A1A-7175030A925B}"/>
                    </a:ext>
                  </a:extLst>
                </p14:cNvPr>
                <p14:cNvContentPartPr/>
                <p14:nvPr/>
              </p14:nvContentPartPr>
              <p14:xfrm>
                <a:off x="1873337" y="5876432"/>
                <a:ext cx="142560" cy="185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C190F68-149C-7CA0-6A1A-7175030A925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855337" y="5858792"/>
                  <a:ext cx="1782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CB88796-6618-6872-22F0-AF3583AF4040}"/>
                    </a:ext>
                  </a:extLst>
                </p14:cNvPr>
                <p14:cNvContentPartPr/>
                <p14:nvPr/>
              </p14:nvContentPartPr>
              <p14:xfrm>
                <a:off x="2063057" y="5915312"/>
                <a:ext cx="227160" cy="121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CB88796-6618-6872-22F0-AF3583AF404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045417" y="5897672"/>
                  <a:ext cx="2628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20F38F-7FC0-B7F8-F354-8D5F81F796D7}"/>
                    </a:ext>
                  </a:extLst>
                </p14:cNvPr>
                <p14:cNvContentPartPr/>
                <p14:nvPr/>
              </p14:nvContentPartPr>
              <p14:xfrm>
                <a:off x="2371577" y="5871752"/>
                <a:ext cx="53280" cy="1144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20F38F-7FC0-B7F8-F354-8D5F81F796D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353577" y="5853752"/>
                  <a:ext cx="889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CFF883E-DF77-40D2-30DB-F5EC553A7C3C}"/>
                    </a:ext>
                  </a:extLst>
                </p14:cNvPr>
                <p14:cNvContentPartPr/>
                <p14:nvPr/>
              </p14:nvContentPartPr>
              <p14:xfrm>
                <a:off x="2469137" y="5796512"/>
                <a:ext cx="95760" cy="140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CFF883E-DF77-40D2-30DB-F5EC553A7C3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2451137" y="5778512"/>
                  <a:ext cx="1314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46922C1-1D24-02B4-184E-4F54E1CF6FB8}"/>
                    </a:ext>
                  </a:extLst>
                </p14:cNvPr>
                <p14:cNvContentPartPr/>
                <p14:nvPr/>
              </p14:nvContentPartPr>
              <p14:xfrm>
                <a:off x="2706377" y="5774192"/>
                <a:ext cx="147960" cy="301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46922C1-1D24-02B4-184E-4F54E1CF6FB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88377" y="5756552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D75E31C-691B-42A0-21BB-F6D005FAA937}"/>
                    </a:ext>
                  </a:extLst>
                </p14:cNvPr>
                <p14:cNvContentPartPr/>
                <p14:nvPr/>
              </p14:nvContentPartPr>
              <p14:xfrm>
                <a:off x="3163217" y="5780672"/>
                <a:ext cx="15120" cy="120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D75E31C-691B-42A0-21BB-F6D005FAA93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45217" y="5763032"/>
                  <a:ext cx="507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E5C93F2-7175-F93A-C9AA-93D2CB73EBBA}"/>
                    </a:ext>
                  </a:extLst>
                </p14:cNvPr>
                <p14:cNvContentPartPr/>
                <p14:nvPr/>
              </p14:nvContentPartPr>
              <p14:xfrm>
                <a:off x="3104537" y="5646032"/>
                <a:ext cx="26280" cy="4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E5C93F2-7175-F93A-C9AA-93D2CB73EBBA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086897" y="5628032"/>
                  <a:ext cx="619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F6E0184-D9D3-8842-875F-6A3BBF17C873}"/>
                    </a:ext>
                  </a:extLst>
                </p14:cNvPr>
                <p14:cNvContentPartPr/>
                <p14:nvPr/>
              </p14:nvContentPartPr>
              <p14:xfrm>
                <a:off x="3309737" y="5709032"/>
                <a:ext cx="82440" cy="236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F6E0184-D9D3-8842-875F-6A3BBF17C87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291737" y="5691392"/>
                  <a:ext cx="1180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FA660EA-65F0-3A83-DE57-DA8F0B8B2DF3}"/>
                    </a:ext>
                  </a:extLst>
                </p14:cNvPr>
                <p14:cNvContentPartPr/>
                <p14:nvPr/>
              </p14:nvContentPartPr>
              <p14:xfrm>
                <a:off x="2035697" y="6399512"/>
                <a:ext cx="219600" cy="1630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FA660EA-65F0-3A83-DE57-DA8F0B8B2DF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018057" y="6381872"/>
                  <a:ext cx="255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51EE2A2-6BB9-3AD7-FA24-8DB37D196045}"/>
                    </a:ext>
                  </a:extLst>
                </p14:cNvPr>
                <p14:cNvContentPartPr/>
                <p14:nvPr/>
              </p14:nvContentPartPr>
              <p14:xfrm>
                <a:off x="2342057" y="6295472"/>
                <a:ext cx="151560" cy="2509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51EE2A2-6BB9-3AD7-FA24-8DB37D19604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324417" y="6277832"/>
                  <a:ext cx="1872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FF50E3C-A39A-CC9A-4232-1EB6FAC2C7E8}"/>
                    </a:ext>
                  </a:extLst>
                </p14:cNvPr>
                <p14:cNvContentPartPr/>
                <p14:nvPr/>
              </p14:nvContentPartPr>
              <p14:xfrm>
                <a:off x="2427377" y="6298352"/>
                <a:ext cx="89640" cy="133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FF50E3C-A39A-CC9A-4232-1EB6FAC2C7E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409377" y="6280712"/>
                  <a:ext cx="125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831D72E-817A-3124-3778-7A3611529BD7}"/>
                    </a:ext>
                  </a:extLst>
                </p14:cNvPr>
                <p14:cNvContentPartPr/>
                <p14:nvPr/>
              </p14:nvContentPartPr>
              <p14:xfrm>
                <a:off x="2558057" y="6243632"/>
                <a:ext cx="136080" cy="1724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831D72E-817A-3124-3778-7A3611529BD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540417" y="6225632"/>
                  <a:ext cx="1717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E07D5A8-6B42-CC8B-6401-F6ED1E2B2E99}"/>
                    </a:ext>
                  </a:extLst>
                </p14:cNvPr>
                <p14:cNvContentPartPr/>
                <p14:nvPr/>
              </p14:nvContentPartPr>
              <p14:xfrm>
                <a:off x="2786297" y="6220592"/>
                <a:ext cx="177120" cy="1180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E07D5A8-6B42-CC8B-6401-F6ED1E2B2E9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768657" y="6202592"/>
                  <a:ext cx="212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015C6C24-55B2-B447-8ED2-8751859D62D7}"/>
                    </a:ext>
                  </a:extLst>
                </p14:cNvPr>
                <p14:cNvContentPartPr/>
                <p14:nvPr/>
              </p14:nvContentPartPr>
              <p14:xfrm>
                <a:off x="3071417" y="6122672"/>
                <a:ext cx="90720" cy="1328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015C6C24-55B2-B447-8ED2-8751859D62D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053777" y="6104672"/>
                  <a:ext cx="1263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1F38313-5CAE-DD3A-1008-67C664F82F73}"/>
                    </a:ext>
                  </a:extLst>
                </p14:cNvPr>
                <p14:cNvContentPartPr/>
                <p14:nvPr/>
              </p14:nvContentPartPr>
              <p14:xfrm>
                <a:off x="3267977" y="6089552"/>
                <a:ext cx="91800" cy="204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1F38313-5CAE-DD3A-1008-67C664F82F73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250337" y="6071552"/>
                  <a:ext cx="1274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BB3E96B-E349-0671-9467-B5B6A482373C}"/>
                    </a:ext>
                  </a:extLst>
                </p14:cNvPr>
                <p14:cNvContentPartPr/>
                <p14:nvPr/>
              </p14:nvContentPartPr>
              <p14:xfrm>
                <a:off x="3415577" y="6035912"/>
                <a:ext cx="500040" cy="2199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BB3E96B-E349-0671-9467-B5B6A482373C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397577" y="6017912"/>
                  <a:ext cx="535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1F7F387-2D33-246E-DF2B-CB43CE2A15AD}"/>
                    </a:ext>
                  </a:extLst>
                </p14:cNvPr>
                <p14:cNvContentPartPr/>
                <p14:nvPr/>
              </p14:nvContentPartPr>
              <p14:xfrm>
                <a:off x="4034057" y="5840792"/>
                <a:ext cx="83880" cy="2800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1F7F387-2D33-246E-DF2B-CB43CE2A15AD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16057" y="5823152"/>
                  <a:ext cx="1195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CD2BE06-96D9-ABB5-E91E-7CB9602BBC92}"/>
                    </a:ext>
                  </a:extLst>
                </p14:cNvPr>
                <p14:cNvContentPartPr/>
                <p14:nvPr/>
              </p14:nvContentPartPr>
              <p14:xfrm>
                <a:off x="4166177" y="6295832"/>
                <a:ext cx="5760" cy="140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CD2BE06-96D9-ABB5-E91E-7CB9602BBC9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148177" y="6277832"/>
                  <a:ext cx="41400" cy="4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67072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E3B8-2A85-6BCC-B2D1-C8563DF1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</a:t>
            </a:r>
            <a:r>
              <a:rPr lang="en-US" dirty="0" err="1"/>
              <a:t>mW</a:t>
            </a:r>
            <a:r>
              <a:rPr lang="en-US" dirty="0"/>
              <a:t> computing vs 100s of </a:t>
            </a:r>
            <a:r>
              <a:rPr lang="en-US" dirty="0" err="1"/>
              <a:t>mW</a:t>
            </a:r>
            <a:r>
              <a:rPr lang="en-US" dirty="0"/>
              <a:t> computing</a:t>
            </a:r>
          </a:p>
        </p:txBody>
      </p:sp>
      <p:pic>
        <p:nvPicPr>
          <p:cNvPr id="6" name="Content Placeholder 5" descr="A close-up of a computer chip&#10;&#10;Description automatically generated">
            <a:extLst>
              <a:ext uri="{FF2B5EF4-FFF2-40B4-BE49-F238E27FC236}">
                <a16:creationId xmlns:a16="http://schemas.microsoft.com/office/drawing/2014/main" id="{1BDC843A-FF75-AEC8-AA2B-91EB88814D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746" y="1340595"/>
            <a:ext cx="764050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F22D8-B60A-6961-A6C6-F032B2341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2915C-21CD-6522-BE28-7707467A11A5}"/>
              </a:ext>
            </a:extLst>
          </p:cNvPr>
          <p:cNvGrpSpPr/>
          <p:nvPr/>
        </p:nvGrpSpPr>
        <p:grpSpPr>
          <a:xfrm>
            <a:off x="846977" y="4436792"/>
            <a:ext cx="1434240" cy="1029960"/>
            <a:chOff x="846977" y="4436792"/>
            <a:chExt cx="1434240" cy="102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C9DEEB-C500-A611-7379-0CE5130178D8}"/>
                    </a:ext>
                  </a:extLst>
                </p14:cNvPr>
                <p14:cNvContentPartPr/>
                <p14:nvPr/>
              </p14:nvContentPartPr>
              <p14:xfrm>
                <a:off x="1081697" y="4796072"/>
                <a:ext cx="303120" cy="216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C9DEEB-C500-A611-7379-0CE5130178D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63697" y="4778432"/>
                  <a:ext cx="3387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3DE33C3-B2D9-FDE8-F4B8-EB831D6C48CC}"/>
                    </a:ext>
                  </a:extLst>
                </p14:cNvPr>
                <p14:cNvContentPartPr/>
                <p14:nvPr/>
              </p14:nvContentPartPr>
              <p14:xfrm>
                <a:off x="1454657" y="4537232"/>
                <a:ext cx="364320" cy="339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3DE33C3-B2D9-FDE8-F4B8-EB831D6C48C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37017" y="4519232"/>
                  <a:ext cx="39996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136BE93-E590-2590-A621-1D92DF1F7C88}"/>
                    </a:ext>
                  </a:extLst>
                </p14:cNvPr>
                <p14:cNvContentPartPr/>
                <p14:nvPr/>
              </p14:nvContentPartPr>
              <p14:xfrm>
                <a:off x="846977" y="4436792"/>
                <a:ext cx="1434240" cy="88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136BE93-E590-2590-A621-1D92DF1F7C8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28977" y="4418792"/>
                  <a:ext cx="1469880" cy="9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6473C63-ECDF-3332-79E8-2A6A64FEB139}"/>
                    </a:ext>
                  </a:extLst>
                </p14:cNvPr>
                <p14:cNvContentPartPr/>
                <p14:nvPr/>
              </p14:nvContentPartPr>
              <p14:xfrm>
                <a:off x="868217" y="4784552"/>
                <a:ext cx="170280" cy="682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6473C63-ECDF-3332-79E8-2A6A64FEB13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0217" y="4766912"/>
                  <a:ext cx="205920" cy="71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62AFF2C-53C3-AF52-9E01-6F46EB20EA6B}"/>
              </a:ext>
            </a:extLst>
          </p:cNvPr>
          <p:cNvGrpSpPr/>
          <p:nvPr/>
        </p:nvGrpSpPr>
        <p:grpSpPr>
          <a:xfrm>
            <a:off x="920417" y="1521512"/>
            <a:ext cx="2023200" cy="1130400"/>
            <a:chOff x="920417" y="1521512"/>
            <a:chExt cx="2023200" cy="113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43DB4A9-6DCD-D495-CC7F-43653D72A8E6}"/>
                    </a:ext>
                  </a:extLst>
                </p14:cNvPr>
                <p14:cNvContentPartPr/>
                <p14:nvPr/>
              </p14:nvContentPartPr>
              <p14:xfrm>
                <a:off x="920417" y="1677032"/>
                <a:ext cx="77760" cy="425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43DB4A9-6DCD-D495-CC7F-43653D72A8E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2777" y="1659032"/>
                  <a:ext cx="11340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B14292F-C20A-14F2-28D7-43F3D6EBFA80}"/>
                    </a:ext>
                  </a:extLst>
                </p14:cNvPr>
                <p14:cNvContentPartPr/>
                <p14:nvPr/>
              </p14:nvContentPartPr>
              <p14:xfrm>
                <a:off x="1027697" y="1702232"/>
                <a:ext cx="214200" cy="253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B14292F-C20A-14F2-28D7-43F3D6EBFA8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10057" y="1684232"/>
                  <a:ext cx="249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B7C6F6-E0B6-1FEC-2E7F-BB29AB6355CF}"/>
                    </a:ext>
                  </a:extLst>
                </p14:cNvPr>
                <p14:cNvContentPartPr/>
                <p14:nvPr/>
              </p14:nvContentPartPr>
              <p14:xfrm>
                <a:off x="1301297" y="1706192"/>
                <a:ext cx="113760" cy="168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B7C6F6-E0B6-1FEC-2E7F-BB29AB6355C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83297" y="1688192"/>
                  <a:ext cx="14940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B540432-06C1-8E44-9D23-5DA5484C4AAC}"/>
                    </a:ext>
                  </a:extLst>
                </p14:cNvPr>
                <p14:cNvContentPartPr/>
                <p14:nvPr/>
              </p14:nvContentPartPr>
              <p14:xfrm>
                <a:off x="1595417" y="1730312"/>
                <a:ext cx="123120" cy="224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B540432-06C1-8E44-9D23-5DA5484C4AA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577777" y="1712312"/>
                  <a:ext cx="1587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9EFDFB-7F75-431E-3881-2FA98C2195E1}"/>
                    </a:ext>
                  </a:extLst>
                </p14:cNvPr>
                <p14:cNvContentPartPr/>
                <p14:nvPr/>
              </p14:nvContentPartPr>
              <p14:xfrm>
                <a:off x="1958657" y="1521512"/>
                <a:ext cx="75960" cy="246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9EFDFB-7F75-431E-3881-2FA98C2195E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40657" y="1503512"/>
                  <a:ext cx="1116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D71C216-4152-472F-ACD6-E77BB1094FC5}"/>
                    </a:ext>
                  </a:extLst>
                </p14:cNvPr>
                <p14:cNvContentPartPr/>
                <p14:nvPr/>
              </p14:nvContentPartPr>
              <p14:xfrm>
                <a:off x="1983497" y="1570832"/>
                <a:ext cx="199080" cy="145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D71C216-4152-472F-ACD6-E77BB1094FC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965497" y="1552832"/>
                  <a:ext cx="2347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FF257F9-48C5-F7BB-AEDC-4668D47BB540}"/>
                    </a:ext>
                  </a:extLst>
                </p14:cNvPr>
                <p14:cNvContentPartPr/>
                <p14:nvPr/>
              </p14:nvContentPartPr>
              <p14:xfrm>
                <a:off x="1126697" y="2344832"/>
                <a:ext cx="209160" cy="307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FF257F9-48C5-F7BB-AEDC-4668D47BB5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08697" y="2327192"/>
                  <a:ext cx="2448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8C1CB4E-CB0A-934A-C38B-3D9746F4C886}"/>
                    </a:ext>
                  </a:extLst>
                </p14:cNvPr>
                <p14:cNvContentPartPr/>
                <p14:nvPr/>
              </p14:nvContentPartPr>
              <p14:xfrm>
                <a:off x="1306337" y="2211632"/>
                <a:ext cx="244080" cy="309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8C1CB4E-CB0A-934A-C38B-3D9746F4C88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288697" y="2193992"/>
                  <a:ext cx="2797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FBD4682-A4A4-9F4D-F842-D618AE3D6FC7}"/>
                    </a:ext>
                  </a:extLst>
                </p14:cNvPr>
                <p14:cNvContentPartPr/>
                <p14:nvPr/>
              </p14:nvContentPartPr>
              <p14:xfrm>
                <a:off x="1716017" y="2310272"/>
                <a:ext cx="98280" cy="223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FBD4682-A4A4-9F4D-F842-D618AE3D6FC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98377" y="2292632"/>
                  <a:ext cx="1339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72BCDA6-B05D-B8D6-72E7-A9719B00979A}"/>
                    </a:ext>
                  </a:extLst>
                </p14:cNvPr>
                <p14:cNvContentPartPr/>
                <p14:nvPr/>
              </p14:nvContentPartPr>
              <p14:xfrm>
                <a:off x="2032817" y="2242232"/>
                <a:ext cx="124200" cy="226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72BCDA6-B05D-B8D6-72E7-A9719B0097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014817" y="2224592"/>
                  <a:ext cx="15984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5384BB9-A1E1-60F5-FB7E-9583C7D01E7C}"/>
                    </a:ext>
                  </a:extLst>
                </p14:cNvPr>
                <p14:cNvContentPartPr/>
                <p14:nvPr/>
              </p14:nvContentPartPr>
              <p14:xfrm>
                <a:off x="2059457" y="2163032"/>
                <a:ext cx="81720" cy="127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5384BB9-A1E1-60F5-FB7E-9583C7D01E7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041817" y="2145032"/>
                  <a:ext cx="11736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FEB3C13-5020-4005-CE2B-68C30751A90F}"/>
                    </a:ext>
                  </a:extLst>
                </p14:cNvPr>
                <p14:cNvContentPartPr/>
                <p14:nvPr/>
              </p14:nvContentPartPr>
              <p14:xfrm>
                <a:off x="2197337" y="2097152"/>
                <a:ext cx="113760" cy="158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FEB3C13-5020-4005-CE2B-68C30751A9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79697" y="2079512"/>
                  <a:ext cx="149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579DBA4-7171-FEFC-62DD-1A0940250103}"/>
                    </a:ext>
                  </a:extLst>
                </p14:cNvPr>
                <p14:cNvContentPartPr/>
                <p14:nvPr/>
              </p14:nvContentPartPr>
              <p14:xfrm>
                <a:off x="2394257" y="1989152"/>
                <a:ext cx="213120" cy="1569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579DBA4-7171-FEFC-62DD-1A094025010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376257" y="1971512"/>
                  <a:ext cx="248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CEA58ED-25C2-38A7-F7AA-8502A8B6D15A}"/>
                    </a:ext>
                  </a:extLst>
                </p14:cNvPr>
                <p14:cNvContentPartPr/>
                <p14:nvPr/>
              </p14:nvContentPartPr>
              <p14:xfrm>
                <a:off x="2679017" y="1804112"/>
                <a:ext cx="264600" cy="292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CEA58ED-25C2-38A7-F7AA-8502A8B6D15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661377" y="1786112"/>
                  <a:ext cx="300240" cy="328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1289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20C92-2513-EDF0-8F3C-B9863290A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Cortex-M series microcontrollers are becoming powerful</a:t>
            </a:r>
          </a:p>
        </p:txBody>
      </p:sp>
      <p:pic>
        <p:nvPicPr>
          <p:cNvPr id="6" name="Content Placeholder 5" descr="A graph of energy efficiency&#10;&#10;Description automatically generated">
            <a:extLst>
              <a:ext uri="{FF2B5EF4-FFF2-40B4-BE49-F238E27FC236}">
                <a16:creationId xmlns:a16="http://schemas.microsoft.com/office/drawing/2014/main" id="{207819DC-A7B7-53FF-153D-245A48384C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52" y="1154636"/>
            <a:ext cx="4254555" cy="286544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E5490-F23B-8DCE-148E-1231CF75FC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 shot of a diagram&#10;&#10;Description automatically generated">
            <a:extLst>
              <a:ext uri="{FF2B5EF4-FFF2-40B4-BE49-F238E27FC236}">
                <a16:creationId xmlns:a16="http://schemas.microsoft.com/office/drawing/2014/main" id="{6536B6E3-E2E3-2266-631D-E6C821B449B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32"/>
          <a:stretch/>
        </p:blipFill>
        <p:spPr>
          <a:xfrm>
            <a:off x="2817641" y="2587359"/>
            <a:ext cx="8881607" cy="40880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0F5F7F-DA41-C819-30AA-8DC90D5A3C5D}"/>
              </a:ext>
            </a:extLst>
          </p:cNvPr>
          <p:cNvSpPr txBox="1"/>
          <p:nvPr/>
        </p:nvSpPr>
        <p:spPr>
          <a:xfrm>
            <a:off x="5486439" y="1262614"/>
            <a:ext cx="61900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nRF52840 is built around the 32-bit ARM® Cortex™-M4 CPU with floating point unit running at 64 </a:t>
            </a:r>
            <a:r>
              <a:rPr lang="en-US" dirty="0" err="1">
                <a:latin typeface="PT Sans" panose="020B0503020203020204" pitchFamily="34" charset="0"/>
              </a:rPr>
              <a:t>MHz.</a:t>
            </a:r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140C458-1F69-ED35-E47D-36C902CBAF0F}"/>
              </a:ext>
            </a:extLst>
          </p:cNvPr>
          <p:cNvGrpSpPr/>
          <p:nvPr/>
        </p:nvGrpSpPr>
        <p:grpSpPr>
          <a:xfrm>
            <a:off x="767057" y="3932314"/>
            <a:ext cx="1401840" cy="322560"/>
            <a:chOff x="767057" y="3932314"/>
            <a:chExt cx="1401840" cy="32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03DBBE8-5030-B4E8-9390-C53017010DBC}"/>
                    </a:ext>
                  </a:extLst>
                </p14:cNvPr>
                <p14:cNvContentPartPr/>
                <p14:nvPr/>
              </p14:nvContentPartPr>
              <p14:xfrm>
                <a:off x="767057" y="3949954"/>
                <a:ext cx="165600" cy="304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03DBBE8-5030-B4E8-9390-C53017010DB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9057" y="3932314"/>
                  <a:ext cx="2012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D6D88E5-B36E-F7A1-B25E-59B772675006}"/>
                    </a:ext>
                  </a:extLst>
                </p14:cNvPr>
                <p14:cNvContentPartPr/>
                <p14:nvPr/>
              </p14:nvContentPartPr>
              <p14:xfrm>
                <a:off x="829337" y="3932314"/>
                <a:ext cx="228600" cy="1706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D6D88E5-B36E-F7A1-B25E-59B77267500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11697" y="3914314"/>
                  <a:ext cx="26424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D336E4D-42C8-385B-2063-EA3D8CD32B98}"/>
                    </a:ext>
                  </a:extLst>
                </p14:cNvPr>
                <p14:cNvContentPartPr/>
                <p14:nvPr/>
              </p14:nvContentPartPr>
              <p14:xfrm>
                <a:off x="1090697" y="3949954"/>
                <a:ext cx="150840" cy="146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D336E4D-42C8-385B-2063-EA3D8CD32B9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2697" y="3931954"/>
                  <a:ext cx="1864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3E05D9-23A6-DA20-C2A5-53AD73122DD7}"/>
                    </a:ext>
                  </a:extLst>
                </p14:cNvPr>
                <p14:cNvContentPartPr/>
                <p14:nvPr/>
              </p14:nvContentPartPr>
              <p14:xfrm>
                <a:off x="1454657" y="4023034"/>
                <a:ext cx="642240" cy="22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3E05D9-23A6-DA20-C2A5-53AD73122DD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437017" y="4005034"/>
                  <a:ext cx="677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6F4CF2-F75C-42F1-C426-B889DDD6AE27}"/>
                    </a:ext>
                  </a:extLst>
                </p14:cNvPr>
                <p14:cNvContentPartPr/>
                <p14:nvPr/>
              </p14:nvContentPartPr>
              <p14:xfrm>
                <a:off x="2041457" y="3946714"/>
                <a:ext cx="127440" cy="171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6F4CF2-F75C-42F1-C426-B889DDD6AE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023457" y="3929074"/>
                  <a:ext cx="16308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3A65526-AD37-7B34-4CA1-91A8C7DA2930}"/>
                  </a:ext>
                </a:extLst>
              </p14:cNvPr>
              <p14:cNvContentPartPr/>
              <p14:nvPr/>
            </p14:nvContentPartPr>
            <p14:xfrm>
              <a:off x="5387297" y="1558952"/>
              <a:ext cx="1272600" cy="864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3A65526-AD37-7B34-4CA1-91A8C7DA293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69297" y="1540952"/>
                <a:ext cx="13082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3294796-EE30-3658-313E-AADD8E65A09E}"/>
                  </a:ext>
                </a:extLst>
              </p14:cNvPr>
              <p14:cNvContentPartPr/>
              <p14:nvPr/>
            </p14:nvContentPartPr>
            <p14:xfrm>
              <a:off x="8393657" y="1561472"/>
              <a:ext cx="3266280" cy="56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3294796-EE30-3658-313E-AADD8E65A09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375657" y="1543832"/>
                <a:ext cx="330192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BECDB32-E8E2-688C-772B-2AEFCB49F10D}"/>
                  </a:ext>
                </a:extLst>
              </p14:cNvPr>
              <p14:cNvContentPartPr/>
              <p14:nvPr/>
            </p14:nvContentPartPr>
            <p14:xfrm>
              <a:off x="8984057" y="1945232"/>
              <a:ext cx="838440" cy="252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BECDB32-E8E2-688C-772B-2AEFCB49F10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966417" y="1927592"/>
                <a:ext cx="874080" cy="6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5B080990-F30C-40E1-4E83-1F550EC0D5C7}"/>
              </a:ext>
            </a:extLst>
          </p:cNvPr>
          <p:cNvGrpSpPr/>
          <p:nvPr/>
        </p:nvGrpSpPr>
        <p:grpSpPr>
          <a:xfrm>
            <a:off x="5322497" y="2241152"/>
            <a:ext cx="1535040" cy="388080"/>
            <a:chOff x="5322497" y="2241152"/>
            <a:chExt cx="1535040" cy="3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D5B0EFE-66F1-9889-159C-331DEDD44FA7}"/>
                    </a:ext>
                  </a:extLst>
                </p14:cNvPr>
                <p14:cNvContentPartPr/>
                <p14:nvPr/>
              </p14:nvContentPartPr>
              <p14:xfrm>
                <a:off x="5322497" y="2241152"/>
                <a:ext cx="188640" cy="388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D5B0EFE-66F1-9889-159C-331DEDD44F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04497" y="2223512"/>
                  <a:ext cx="2242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75FBA2-8C50-AD10-BDFE-F0F5F2822521}"/>
                    </a:ext>
                  </a:extLst>
                </p14:cNvPr>
                <p14:cNvContentPartPr/>
                <p14:nvPr/>
              </p14:nvContentPartPr>
              <p14:xfrm>
                <a:off x="5586377" y="2454632"/>
                <a:ext cx="105480" cy="9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75FBA2-8C50-AD10-BDFE-F0F5F282252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68377" y="2436632"/>
                  <a:ext cx="1411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A82D77C-F6C0-4662-42FB-1E939C89420E}"/>
                    </a:ext>
                  </a:extLst>
                </p14:cNvPr>
                <p14:cNvContentPartPr/>
                <p14:nvPr/>
              </p14:nvContentPartPr>
              <p14:xfrm>
                <a:off x="5718857" y="2431952"/>
                <a:ext cx="277200" cy="102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A82D77C-F6C0-4662-42FB-1E939C89420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00857" y="2414312"/>
                  <a:ext cx="312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9A0C29-21A6-7FE3-9FDF-F81F78EEF9A7}"/>
                    </a:ext>
                  </a:extLst>
                </p14:cNvPr>
                <p14:cNvContentPartPr/>
                <p14:nvPr/>
              </p14:nvContentPartPr>
              <p14:xfrm>
                <a:off x="6120977" y="2402792"/>
                <a:ext cx="33480" cy="174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9A0C29-21A6-7FE3-9FDF-F81F78EEF9A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03337" y="2384792"/>
                  <a:ext cx="691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CFEC8F5-4FEE-A840-E03E-0CE8F9D129C6}"/>
                    </a:ext>
                  </a:extLst>
                </p14:cNvPr>
                <p14:cNvContentPartPr/>
                <p14:nvPr/>
              </p14:nvContentPartPr>
              <p14:xfrm>
                <a:off x="6155177" y="2382992"/>
                <a:ext cx="37800" cy="99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CFEC8F5-4FEE-A840-E03E-0CE8F9D129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37177" y="2365352"/>
                  <a:ext cx="734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8332678-FFC1-D26A-33FF-D4264780377D}"/>
                    </a:ext>
                  </a:extLst>
                </p14:cNvPr>
                <p14:cNvContentPartPr/>
                <p14:nvPr/>
              </p14:nvContentPartPr>
              <p14:xfrm>
                <a:off x="6280097" y="2387312"/>
                <a:ext cx="138240" cy="110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8332678-FFC1-D26A-33FF-D4264780377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62097" y="2369672"/>
                  <a:ext cx="1738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C967A1-1A2D-B67A-5386-7D8C858F5E29}"/>
                    </a:ext>
                  </a:extLst>
                </p14:cNvPr>
                <p14:cNvContentPartPr/>
                <p14:nvPr/>
              </p14:nvContentPartPr>
              <p14:xfrm>
                <a:off x="6516617" y="2259512"/>
                <a:ext cx="66240" cy="252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C967A1-1A2D-B67A-5386-7D8C858F5E2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498617" y="2241512"/>
                  <a:ext cx="1018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B6FA279-8E03-5222-FDE7-C903692461BF}"/>
                    </a:ext>
                  </a:extLst>
                </p14:cNvPr>
                <p14:cNvContentPartPr/>
                <p14:nvPr/>
              </p14:nvContentPartPr>
              <p14:xfrm>
                <a:off x="6515537" y="2333312"/>
                <a:ext cx="96120" cy="63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B6FA279-8E03-5222-FDE7-C903692461B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97897" y="2315312"/>
                  <a:ext cx="131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8AFC357-F0C6-A0B9-4E70-554EAE3FFDB8}"/>
                    </a:ext>
                  </a:extLst>
                </p14:cNvPr>
                <p14:cNvContentPartPr/>
                <p14:nvPr/>
              </p14:nvContentPartPr>
              <p14:xfrm>
                <a:off x="6648017" y="2358512"/>
                <a:ext cx="209520" cy="145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8AFC357-F0C6-A0B9-4E70-554EAE3FFD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30017" y="2340512"/>
                  <a:ext cx="245160" cy="18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3D85C3CD-5244-891C-C482-A6E25C372BED}"/>
                  </a:ext>
                </a:extLst>
              </p14:cNvPr>
              <p14:cNvContentPartPr/>
              <p14:nvPr/>
            </p14:nvContentPartPr>
            <p14:xfrm>
              <a:off x="7173617" y="2332952"/>
              <a:ext cx="135720" cy="1753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3D85C3CD-5244-891C-C482-A6E25C372BE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155977" y="2315312"/>
                <a:ext cx="171360" cy="21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E7B35E2C-7DE3-93C5-5EE5-DE80DF3135DD}"/>
              </a:ext>
            </a:extLst>
          </p:cNvPr>
          <p:cNvGrpSpPr/>
          <p:nvPr/>
        </p:nvGrpSpPr>
        <p:grpSpPr>
          <a:xfrm>
            <a:off x="7782377" y="2273912"/>
            <a:ext cx="1169640" cy="262080"/>
            <a:chOff x="7782377" y="2273912"/>
            <a:chExt cx="1169640" cy="2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6E9059A-44F7-2BD3-2EC0-CBF72A3A69BA}"/>
                    </a:ext>
                  </a:extLst>
                </p14:cNvPr>
                <p14:cNvContentPartPr/>
                <p14:nvPr/>
              </p14:nvContentPartPr>
              <p14:xfrm>
                <a:off x="7782377" y="2361392"/>
                <a:ext cx="67320" cy="174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6E9059A-44F7-2BD3-2EC0-CBF72A3A69B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764377" y="2343392"/>
                  <a:ext cx="102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408F621-01F5-0E88-F34F-FD726ADC4F0B}"/>
                    </a:ext>
                  </a:extLst>
                </p14:cNvPr>
                <p14:cNvContentPartPr/>
                <p14:nvPr/>
              </p14:nvContentPartPr>
              <p14:xfrm>
                <a:off x="7937897" y="2393792"/>
                <a:ext cx="124560" cy="132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408F621-01F5-0E88-F34F-FD726ADC4F0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19897" y="2376152"/>
                  <a:ext cx="1602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507A4D-8262-240E-3F4D-BD13CF30F27F}"/>
                    </a:ext>
                  </a:extLst>
                </p14:cNvPr>
                <p14:cNvContentPartPr/>
                <p14:nvPr/>
              </p14:nvContentPartPr>
              <p14:xfrm>
                <a:off x="8102417" y="2408912"/>
                <a:ext cx="126720" cy="93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507A4D-8262-240E-3F4D-BD13CF30F27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4777" y="2391272"/>
                  <a:ext cx="1623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1BE1A1-43BC-EC08-8F22-17592836A4C6}"/>
                    </a:ext>
                  </a:extLst>
                </p14:cNvPr>
                <p14:cNvContentPartPr/>
                <p14:nvPr/>
              </p14:nvContentPartPr>
              <p14:xfrm>
                <a:off x="8326337" y="2276432"/>
                <a:ext cx="66240" cy="198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1BE1A1-43BC-EC08-8F22-17592836A4C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308697" y="2258432"/>
                  <a:ext cx="10188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695CFAD-9729-249D-36C2-8D1F3D977FF7}"/>
                    </a:ext>
                  </a:extLst>
                </p14:cNvPr>
                <p14:cNvContentPartPr/>
                <p14:nvPr/>
              </p14:nvContentPartPr>
              <p14:xfrm>
                <a:off x="8345417" y="2401352"/>
                <a:ext cx="63720" cy="24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695CFAD-9729-249D-36C2-8D1F3D977FF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327777" y="2383352"/>
                  <a:ext cx="993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1C47DD-A558-F59C-94A4-184D5F35EE0A}"/>
                    </a:ext>
                  </a:extLst>
                </p14:cNvPr>
                <p14:cNvContentPartPr/>
                <p14:nvPr/>
              </p14:nvContentPartPr>
              <p14:xfrm>
                <a:off x="8503457" y="2397752"/>
                <a:ext cx="111960" cy="104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1C47DD-A558-F59C-94A4-184D5F35EE0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85817" y="2380112"/>
                  <a:ext cx="1476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4FA82E-0B20-9554-E914-F419EB8A62E2}"/>
                    </a:ext>
                  </a:extLst>
                </p14:cNvPr>
                <p14:cNvContentPartPr/>
                <p14:nvPr/>
              </p14:nvContentPartPr>
              <p14:xfrm>
                <a:off x="8705417" y="2373632"/>
                <a:ext cx="94320" cy="130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4FA82E-0B20-9554-E914-F419EB8A62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87777" y="2355992"/>
                  <a:ext cx="129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9C98D09-41D6-6D12-2631-43BF4C22A231}"/>
                    </a:ext>
                  </a:extLst>
                </p14:cNvPr>
                <p14:cNvContentPartPr/>
                <p14:nvPr/>
              </p14:nvContentPartPr>
              <p14:xfrm>
                <a:off x="8909537" y="2273912"/>
                <a:ext cx="42480" cy="234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9C98D09-41D6-6D12-2631-43BF4C22A23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91897" y="2255912"/>
                  <a:ext cx="7812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6387861-205D-261F-7777-5E49A5EE7AAE}"/>
              </a:ext>
            </a:extLst>
          </p:cNvPr>
          <p:cNvGrpSpPr/>
          <p:nvPr/>
        </p:nvGrpSpPr>
        <p:grpSpPr>
          <a:xfrm>
            <a:off x="9350177" y="2282552"/>
            <a:ext cx="672480" cy="250200"/>
            <a:chOff x="9350177" y="2282552"/>
            <a:chExt cx="672480" cy="25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D8B5600-DD7E-BCDC-361E-F56867EA4963}"/>
                    </a:ext>
                  </a:extLst>
                </p14:cNvPr>
                <p14:cNvContentPartPr/>
                <p14:nvPr/>
              </p14:nvContentPartPr>
              <p14:xfrm>
                <a:off x="9380777" y="2282552"/>
                <a:ext cx="79560" cy="23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D8B5600-DD7E-BCDC-361E-F56867EA496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3137" y="2264552"/>
                  <a:ext cx="1152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A2CAA2D-626B-D3E5-C5E0-7D881ADBB207}"/>
                    </a:ext>
                  </a:extLst>
                </p14:cNvPr>
                <p14:cNvContentPartPr/>
                <p14:nvPr/>
              </p14:nvContentPartPr>
              <p14:xfrm>
                <a:off x="9350177" y="2304872"/>
                <a:ext cx="266760" cy="227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A2CAA2D-626B-D3E5-C5E0-7D881ADBB20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32537" y="2287232"/>
                  <a:ext cx="3024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0841326-DB7D-43E8-84ED-54184368FA1A}"/>
                    </a:ext>
                  </a:extLst>
                </p14:cNvPr>
                <p14:cNvContentPartPr/>
                <p14:nvPr/>
              </p14:nvContentPartPr>
              <p14:xfrm>
                <a:off x="9709457" y="2326472"/>
                <a:ext cx="31320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0841326-DB7D-43E8-84ED-54184368FA1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91457" y="2308832"/>
                  <a:ext cx="34884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FC2F802-E7EC-33CF-2C97-FB3726843D30}"/>
              </a:ext>
            </a:extLst>
          </p:cNvPr>
          <p:cNvGrpSpPr/>
          <p:nvPr/>
        </p:nvGrpSpPr>
        <p:grpSpPr>
          <a:xfrm>
            <a:off x="5516177" y="2951432"/>
            <a:ext cx="819720" cy="298080"/>
            <a:chOff x="5516177" y="2951432"/>
            <a:chExt cx="81972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6F4FD2-6BCA-2F1D-9487-E7C9138AC9F6}"/>
                    </a:ext>
                  </a:extLst>
                </p14:cNvPr>
                <p14:cNvContentPartPr/>
                <p14:nvPr/>
              </p14:nvContentPartPr>
              <p14:xfrm>
                <a:off x="5610137" y="2957912"/>
                <a:ext cx="21960" cy="291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6F4FD2-6BCA-2F1D-9487-E7C9138AC9F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92137" y="2939912"/>
                  <a:ext cx="576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2343150-CFB3-82B7-0233-1240A9E0914C}"/>
                    </a:ext>
                  </a:extLst>
                </p14:cNvPr>
                <p14:cNvContentPartPr/>
                <p14:nvPr/>
              </p14:nvContentPartPr>
              <p14:xfrm>
                <a:off x="5516177" y="3060872"/>
                <a:ext cx="370800" cy="150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2343150-CFB3-82B7-0233-1240A9E0914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98177" y="3043232"/>
                  <a:ext cx="4064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B5DC4E4-753D-C2CB-FD88-1F0D77851B7B}"/>
                    </a:ext>
                  </a:extLst>
                </p14:cNvPr>
                <p14:cNvContentPartPr/>
                <p14:nvPr/>
              </p14:nvContentPartPr>
              <p14:xfrm>
                <a:off x="5969057" y="3096512"/>
                <a:ext cx="126720" cy="107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B5DC4E4-753D-C2CB-FD88-1F0D77851B7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51417" y="3078872"/>
                  <a:ext cx="162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D595751-AB79-0AA0-580F-A9BE28041C34}"/>
                    </a:ext>
                  </a:extLst>
                </p14:cNvPr>
                <p14:cNvContentPartPr/>
                <p14:nvPr/>
              </p14:nvContentPartPr>
              <p14:xfrm>
                <a:off x="6198737" y="2951432"/>
                <a:ext cx="106200" cy="234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D595751-AB79-0AA0-580F-A9BE28041C3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81097" y="2933432"/>
                  <a:ext cx="1418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06B2901-7C51-5043-C674-D6386159848F}"/>
                    </a:ext>
                  </a:extLst>
                </p14:cNvPr>
                <p14:cNvContentPartPr/>
                <p14:nvPr/>
              </p14:nvContentPartPr>
              <p14:xfrm>
                <a:off x="6240137" y="3051152"/>
                <a:ext cx="95760" cy="59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06B2901-7C51-5043-C674-D6386159848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22137" y="3033512"/>
                  <a:ext cx="13140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8EAF56AB-4657-1C6A-CE4E-F65D9CAF7489}"/>
              </a:ext>
            </a:extLst>
          </p:cNvPr>
          <p:cNvGrpSpPr/>
          <p:nvPr/>
        </p:nvGrpSpPr>
        <p:grpSpPr>
          <a:xfrm>
            <a:off x="6767537" y="2994992"/>
            <a:ext cx="773280" cy="168840"/>
            <a:chOff x="6767537" y="2994992"/>
            <a:chExt cx="773280" cy="16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D989C64-BF84-52D3-8F16-8E6548506F09}"/>
                    </a:ext>
                  </a:extLst>
                </p14:cNvPr>
                <p14:cNvContentPartPr/>
                <p14:nvPr/>
              </p14:nvContentPartPr>
              <p14:xfrm>
                <a:off x="6767537" y="2994992"/>
                <a:ext cx="104040" cy="168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D989C64-BF84-52D3-8F16-8E6548506F0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749897" y="2977352"/>
                  <a:ext cx="1396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9A14723-1CE5-7B67-97B1-EAD3518AAD53}"/>
                    </a:ext>
                  </a:extLst>
                </p14:cNvPr>
                <p14:cNvContentPartPr/>
                <p14:nvPr/>
              </p14:nvContentPartPr>
              <p14:xfrm>
                <a:off x="6993617" y="3030632"/>
                <a:ext cx="342000" cy="10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9A14723-1CE5-7B67-97B1-EAD3518AAD5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75617" y="3012632"/>
                  <a:ext cx="377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F6F50D1-9628-F71C-0E88-11C928503603}"/>
                    </a:ext>
                  </a:extLst>
                </p14:cNvPr>
                <p14:cNvContentPartPr/>
                <p14:nvPr/>
              </p14:nvContentPartPr>
              <p14:xfrm>
                <a:off x="7457657" y="3017312"/>
                <a:ext cx="83160" cy="133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F6F50D1-9628-F71C-0E88-11C92850360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439657" y="2999672"/>
                  <a:ext cx="1188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B80548C-19C4-C214-3972-A551C804732E}"/>
              </a:ext>
            </a:extLst>
          </p:cNvPr>
          <p:cNvGrpSpPr/>
          <p:nvPr/>
        </p:nvGrpSpPr>
        <p:grpSpPr>
          <a:xfrm>
            <a:off x="7937897" y="2772152"/>
            <a:ext cx="887760" cy="413640"/>
            <a:chOff x="7937897" y="2772152"/>
            <a:chExt cx="887760" cy="41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6841C18-76B6-D50F-AFDA-77D070F5432F}"/>
                    </a:ext>
                  </a:extLst>
                </p14:cNvPr>
                <p14:cNvContentPartPr/>
                <p14:nvPr/>
              </p14:nvContentPartPr>
              <p14:xfrm>
                <a:off x="7937897" y="2974832"/>
                <a:ext cx="246240" cy="134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6841C18-76B6-D50F-AFDA-77D070F5432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919897" y="2956832"/>
                  <a:ext cx="281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212DAD7-EADA-FCD9-08FE-3B6CBA3C9D67}"/>
                    </a:ext>
                  </a:extLst>
                </p14:cNvPr>
                <p14:cNvContentPartPr/>
                <p14:nvPr/>
              </p14:nvContentPartPr>
              <p14:xfrm>
                <a:off x="8242097" y="2897072"/>
                <a:ext cx="319320" cy="155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212DAD7-EADA-FCD9-08FE-3B6CBA3C9D6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24457" y="2879432"/>
                  <a:ext cx="354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ECF0F4E-FB95-C6C4-E336-36913989D09C}"/>
                    </a:ext>
                  </a:extLst>
                </p14:cNvPr>
                <p14:cNvContentPartPr/>
                <p14:nvPr/>
              </p14:nvContentPartPr>
              <p14:xfrm>
                <a:off x="8709737" y="2772152"/>
                <a:ext cx="115920" cy="314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ECF0F4E-FB95-C6C4-E336-36913989D09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691737" y="2754512"/>
                  <a:ext cx="15156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2856632-4311-E43B-D582-D578ECD077A8}"/>
                    </a:ext>
                  </a:extLst>
                </p14:cNvPr>
                <p14:cNvContentPartPr/>
                <p14:nvPr/>
              </p14:nvContentPartPr>
              <p14:xfrm>
                <a:off x="8725217" y="2884112"/>
                <a:ext cx="74160" cy="301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2856632-4311-E43B-D582-D578ECD077A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07577" y="2866112"/>
                  <a:ext cx="109800" cy="33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9575E6A-C3CE-E551-D1ED-7CCDAC2BCC82}"/>
              </a:ext>
            </a:extLst>
          </p:cNvPr>
          <p:cNvGrpSpPr/>
          <p:nvPr/>
        </p:nvGrpSpPr>
        <p:grpSpPr>
          <a:xfrm>
            <a:off x="5557937" y="3605552"/>
            <a:ext cx="1096200" cy="245160"/>
            <a:chOff x="5557937" y="3605552"/>
            <a:chExt cx="1096200" cy="24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6F10C40-C1DB-914E-A410-EFC44A096468}"/>
                    </a:ext>
                  </a:extLst>
                </p14:cNvPr>
                <p14:cNvContentPartPr/>
                <p14:nvPr/>
              </p14:nvContentPartPr>
              <p14:xfrm>
                <a:off x="5557937" y="3607352"/>
                <a:ext cx="32040" cy="243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6F10C40-C1DB-914E-A410-EFC44A09646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539937" y="3589712"/>
                  <a:ext cx="676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47730B4-4182-A8BC-E12A-4E6A8BBDE609}"/>
                    </a:ext>
                  </a:extLst>
                </p14:cNvPr>
                <p14:cNvContentPartPr/>
                <p14:nvPr/>
              </p14:nvContentPartPr>
              <p14:xfrm>
                <a:off x="5744777" y="3614552"/>
                <a:ext cx="108360" cy="17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47730B4-4182-A8BC-E12A-4E6A8BBDE6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26777" y="3596912"/>
                  <a:ext cx="1440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1ED610E-3E7F-4CC9-84A7-D02205752A53}"/>
                    </a:ext>
                  </a:extLst>
                </p14:cNvPr>
                <p14:cNvContentPartPr/>
                <p14:nvPr/>
              </p14:nvContentPartPr>
              <p14:xfrm>
                <a:off x="5912537" y="3605552"/>
                <a:ext cx="120600" cy="1962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1ED610E-3E7F-4CC9-84A7-D02205752A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94897" y="3587552"/>
                  <a:ext cx="156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87F3578-46DE-E711-6DCF-FD6A7E98E14E}"/>
                    </a:ext>
                  </a:extLst>
                </p14:cNvPr>
                <p14:cNvContentPartPr/>
                <p14:nvPr/>
              </p14:nvContentPartPr>
              <p14:xfrm>
                <a:off x="6159137" y="3697712"/>
                <a:ext cx="290520" cy="118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87F3578-46DE-E711-6DCF-FD6A7E98E14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41137" y="3679712"/>
                  <a:ext cx="3261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FF37BA-3DBC-7E34-273F-EBD3AA97B21C}"/>
                    </a:ext>
                  </a:extLst>
                </p14:cNvPr>
                <p14:cNvContentPartPr/>
                <p14:nvPr/>
              </p14:nvContentPartPr>
              <p14:xfrm>
                <a:off x="6576017" y="3643712"/>
                <a:ext cx="78120" cy="195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FF37BA-3DBC-7E34-273F-EBD3AA97B21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558377" y="3626072"/>
                  <a:ext cx="113760" cy="23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F37348A-6915-C120-EC43-27F916D337A8}"/>
              </a:ext>
            </a:extLst>
          </p:cNvPr>
          <p:cNvGrpSpPr/>
          <p:nvPr/>
        </p:nvGrpSpPr>
        <p:grpSpPr>
          <a:xfrm>
            <a:off x="10605857" y="1897352"/>
            <a:ext cx="1464840" cy="1755720"/>
            <a:chOff x="10605857" y="1897352"/>
            <a:chExt cx="1464840" cy="175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4AF884D-8F78-7492-2DBF-FEFA69B1D05E}"/>
                    </a:ext>
                  </a:extLst>
                </p14:cNvPr>
                <p14:cNvContentPartPr/>
                <p14:nvPr/>
              </p14:nvContentPartPr>
              <p14:xfrm>
                <a:off x="10676057" y="2104352"/>
                <a:ext cx="66600" cy="313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4AF884D-8F78-7492-2DBF-FEFA69B1D05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658057" y="2086352"/>
                  <a:ext cx="10224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06E8207-CABE-BBEC-6848-7F81A892D921}"/>
                    </a:ext>
                  </a:extLst>
                </p14:cNvPr>
                <p14:cNvContentPartPr/>
                <p14:nvPr/>
              </p14:nvContentPartPr>
              <p14:xfrm>
                <a:off x="10605857" y="2246192"/>
                <a:ext cx="159120" cy="68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06E8207-CABE-BBEC-6848-7F81A892D92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588217" y="2228552"/>
                  <a:ext cx="1947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2BAC4F-078B-FFE9-40BD-1E3020A0F5F1}"/>
                    </a:ext>
                  </a:extLst>
                </p14:cNvPr>
                <p14:cNvContentPartPr/>
                <p14:nvPr/>
              </p14:nvContentPartPr>
              <p14:xfrm>
                <a:off x="10907177" y="2265272"/>
                <a:ext cx="66240" cy="17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2BAC4F-078B-FFE9-40BD-1E3020A0F5F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89177" y="2247632"/>
                  <a:ext cx="1018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3956FF1-A5FB-E2A9-55BA-94C6773EF53D}"/>
                    </a:ext>
                  </a:extLst>
                </p14:cNvPr>
                <p14:cNvContentPartPr/>
                <p14:nvPr/>
              </p14:nvContentPartPr>
              <p14:xfrm>
                <a:off x="10935257" y="2325752"/>
                <a:ext cx="104040" cy="29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3956FF1-A5FB-E2A9-55BA-94C6773EF53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917257" y="2308112"/>
                  <a:ext cx="1396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6BB4C11-7B4C-BA18-C6CD-6E14B7C339A1}"/>
                    </a:ext>
                  </a:extLst>
                </p14:cNvPr>
                <p14:cNvContentPartPr/>
                <p14:nvPr/>
              </p14:nvContentPartPr>
              <p14:xfrm>
                <a:off x="11272577" y="1897352"/>
                <a:ext cx="71640" cy="2934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6BB4C11-7B4C-BA18-C6CD-6E14B7C339A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254577" y="1879352"/>
                  <a:ext cx="1072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F9604AA-8855-800B-29D4-FED1C58BBD28}"/>
                    </a:ext>
                  </a:extLst>
                </p14:cNvPr>
                <p14:cNvContentPartPr/>
                <p14:nvPr/>
              </p14:nvContentPartPr>
              <p14:xfrm>
                <a:off x="11110937" y="2164112"/>
                <a:ext cx="549720" cy="1155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F9604AA-8855-800B-29D4-FED1C58BBD2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093297" y="2146112"/>
                  <a:ext cx="58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283FAA6-F60C-B4F6-1D82-AA43B1C229DF}"/>
                    </a:ext>
                  </a:extLst>
                </p14:cNvPr>
                <p14:cNvContentPartPr/>
                <p14:nvPr/>
              </p14:nvContentPartPr>
              <p14:xfrm>
                <a:off x="11338097" y="2406032"/>
                <a:ext cx="223560" cy="55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283FAA6-F60C-B4F6-1D82-AA43B1C229D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320457" y="2388392"/>
                  <a:ext cx="2592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D743B8E-E96C-3E1A-E481-04C5A5511C68}"/>
                    </a:ext>
                  </a:extLst>
                </p14:cNvPr>
                <p14:cNvContentPartPr/>
                <p14:nvPr/>
              </p14:nvContentPartPr>
              <p14:xfrm>
                <a:off x="11473817" y="2454632"/>
                <a:ext cx="23040" cy="251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D743B8E-E96C-3E1A-E481-04C5A5511C6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455817" y="2436632"/>
                  <a:ext cx="58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1E90975-B0AB-8115-D400-E1DCF2E3837A}"/>
                    </a:ext>
                  </a:extLst>
                </p14:cNvPr>
                <p14:cNvContentPartPr/>
                <p14:nvPr/>
              </p14:nvContentPartPr>
              <p14:xfrm>
                <a:off x="10693697" y="3310352"/>
                <a:ext cx="72720" cy="52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1E90975-B0AB-8115-D400-E1DCF2E3837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676057" y="3292352"/>
                  <a:ext cx="1083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463BF6E-3648-116F-41DB-AF3B1C1FFCD4}"/>
                    </a:ext>
                  </a:extLst>
                </p14:cNvPr>
                <p14:cNvContentPartPr/>
                <p14:nvPr/>
              </p14:nvContentPartPr>
              <p14:xfrm>
                <a:off x="10738697" y="3361112"/>
                <a:ext cx="95040" cy="39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463BF6E-3648-116F-41DB-AF3B1C1FFCD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20697" y="3343112"/>
                  <a:ext cx="1306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181D0E4-2D96-064C-50C9-780472877778}"/>
                    </a:ext>
                  </a:extLst>
                </p14:cNvPr>
                <p14:cNvContentPartPr/>
                <p14:nvPr/>
              </p14:nvContentPartPr>
              <p14:xfrm>
                <a:off x="11260337" y="2774312"/>
                <a:ext cx="42120" cy="3902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181D0E4-2D96-064C-50C9-78047287777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242337" y="2756672"/>
                  <a:ext cx="7776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E85C980-FDBC-EA72-CB21-944310F9054D}"/>
                    </a:ext>
                  </a:extLst>
                </p14:cNvPr>
                <p14:cNvContentPartPr/>
                <p14:nvPr/>
              </p14:nvContentPartPr>
              <p14:xfrm>
                <a:off x="11015537" y="3115592"/>
                <a:ext cx="658080" cy="1627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E85C980-FDBC-EA72-CB21-944310F9054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97897" y="3097592"/>
                  <a:ext cx="693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50A3E17-73D8-B7E0-E1B8-BE2A9FCCFCD8}"/>
                    </a:ext>
                  </a:extLst>
                </p14:cNvPr>
                <p14:cNvContentPartPr/>
                <p14:nvPr/>
              </p14:nvContentPartPr>
              <p14:xfrm>
                <a:off x="11145137" y="3444632"/>
                <a:ext cx="20520" cy="208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50A3E17-73D8-B7E0-E1B8-BE2A9FCCFCD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127137" y="3426632"/>
                  <a:ext cx="561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D9BEEB9-1371-4564-60EB-EF51A3D9C202}"/>
                    </a:ext>
                  </a:extLst>
                </p14:cNvPr>
                <p14:cNvContentPartPr/>
                <p14:nvPr/>
              </p14:nvContentPartPr>
              <p14:xfrm>
                <a:off x="11313257" y="3422672"/>
                <a:ext cx="261000" cy="1940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D9BEEB9-1371-4564-60EB-EF51A3D9C20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295257" y="3404672"/>
                  <a:ext cx="2966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E7AEA10-7F23-CAB7-2260-2A6B647CEB30}"/>
                    </a:ext>
                  </a:extLst>
                </p14:cNvPr>
                <p14:cNvContentPartPr/>
                <p14:nvPr/>
              </p14:nvContentPartPr>
              <p14:xfrm>
                <a:off x="11729417" y="3329792"/>
                <a:ext cx="2880" cy="2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E7AEA10-7F23-CAB7-2260-2A6B647CEB3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711777" y="3312152"/>
                  <a:ext cx="385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46D1CA0-1EAB-882C-7588-040C0C680BD0}"/>
                    </a:ext>
                  </a:extLst>
                </p14:cNvPr>
                <p14:cNvContentPartPr/>
                <p14:nvPr/>
              </p14:nvContentPartPr>
              <p14:xfrm>
                <a:off x="11671457" y="3347072"/>
                <a:ext cx="249120" cy="139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46D1CA0-1EAB-882C-7588-040C0C680BD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653817" y="3329432"/>
                  <a:ext cx="2847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0E9DDCA-AF29-CFB2-6423-AFCD2012311D}"/>
                    </a:ext>
                  </a:extLst>
                </p14:cNvPr>
                <p14:cNvContentPartPr/>
                <p14:nvPr/>
              </p14:nvContentPartPr>
              <p14:xfrm>
                <a:off x="11987897" y="3235472"/>
                <a:ext cx="82800" cy="223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0E9DDCA-AF29-CFB2-6423-AFCD2012311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969897" y="3217832"/>
                  <a:ext cx="11844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C5B8AD7D-1EC2-4894-C602-518B663C0E19}"/>
              </a:ext>
            </a:extLst>
          </p:cNvPr>
          <p:cNvGrpSpPr/>
          <p:nvPr/>
        </p:nvGrpSpPr>
        <p:grpSpPr>
          <a:xfrm>
            <a:off x="10748777" y="4083272"/>
            <a:ext cx="1408680" cy="332640"/>
            <a:chOff x="10748777" y="4083272"/>
            <a:chExt cx="1408680" cy="33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D5A94BF-C248-D062-2DBF-FFDD9186E253}"/>
                    </a:ext>
                  </a:extLst>
                </p14:cNvPr>
                <p14:cNvContentPartPr/>
                <p14:nvPr/>
              </p14:nvContentPartPr>
              <p14:xfrm>
                <a:off x="10748777" y="4309352"/>
                <a:ext cx="51840" cy="20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D5A94BF-C248-D062-2DBF-FFDD9186E25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730777" y="4291712"/>
                  <a:ext cx="874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E388899-9974-0D83-4DD7-766FE40E4234}"/>
                    </a:ext>
                  </a:extLst>
                </p14:cNvPr>
                <p14:cNvContentPartPr/>
                <p14:nvPr/>
              </p14:nvContentPartPr>
              <p14:xfrm>
                <a:off x="10808177" y="4363352"/>
                <a:ext cx="62280" cy="39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E388899-9974-0D83-4DD7-766FE40E423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790177" y="4345712"/>
                  <a:ext cx="97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F6C03B0-4488-FFCE-16C0-679C64985726}"/>
                    </a:ext>
                  </a:extLst>
                </p14:cNvPr>
                <p14:cNvContentPartPr/>
                <p14:nvPr/>
              </p14:nvContentPartPr>
              <p14:xfrm>
                <a:off x="10982057" y="4233032"/>
                <a:ext cx="10440" cy="9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F6C03B0-4488-FFCE-16C0-679C6498572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964417" y="4215392"/>
                  <a:ext cx="46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5E60452-8DFE-B952-B180-898694FD77F6}"/>
                    </a:ext>
                  </a:extLst>
                </p14:cNvPr>
                <p14:cNvContentPartPr/>
                <p14:nvPr/>
              </p14:nvContentPartPr>
              <p14:xfrm>
                <a:off x="11153417" y="4191992"/>
                <a:ext cx="90360" cy="221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5E60452-8DFE-B952-B180-898694FD77F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35777" y="4174352"/>
                  <a:ext cx="12600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30A43E4-B4B4-B37D-CDD8-C7A84B008387}"/>
                    </a:ext>
                  </a:extLst>
                </p14:cNvPr>
                <p14:cNvContentPartPr/>
                <p14:nvPr/>
              </p14:nvContentPartPr>
              <p14:xfrm>
                <a:off x="11382377" y="4184072"/>
                <a:ext cx="31680" cy="2005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30A43E4-B4B4-B37D-CDD8-C7A84B00838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364377" y="4166072"/>
                  <a:ext cx="67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90D2E51-BEF6-6E23-E81C-2BF9AF5A42B9}"/>
                    </a:ext>
                  </a:extLst>
                </p14:cNvPr>
                <p14:cNvContentPartPr/>
                <p14:nvPr/>
              </p14:nvContentPartPr>
              <p14:xfrm>
                <a:off x="11581817" y="4096952"/>
                <a:ext cx="28440" cy="3189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90D2E51-BEF6-6E23-E81C-2BF9AF5A42B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564177" y="4079312"/>
                  <a:ext cx="6408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466F97D-64A1-E22D-AAC2-EECA219540A7}"/>
                    </a:ext>
                  </a:extLst>
                </p14:cNvPr>
                <p14:cNvContentPartPr/>
                <p14:nvPr/>
              </p14:nvContentPartPr>
              <p14:xfrm>
                <a:off x="11635817" y="4151312"/>
                <a:ext cx="73080" cy="133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466F97D-64A1-E22D-AAC2-EECA219540A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617817" y="4133672"/>
                  <a:ext cx="1087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5DCBDF0-DE65-375A-C5FE-8AE5B84EC02F}"/>
                    </a:ext>
                  </a:extLst>
                </p14:cNvPr>
                <p14:cNvContentPartPr/>
                <p14:nvPr/>
              </p14:nvContentPartPr>
              <p14:xfrm>
                <a:off x="11833457" y="4156352"/>
                <a:ext cx="8280" cy="175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5DCBDF0-DE65-375A-C5FE-8AE5B84EC02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15457" y="4138712"/>
                  <a:ext cx="43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E0C9DDD-0936-374E-0CA7-EF8D3F8BE624}"/>
                    </a:ext>
                  </a:extLst>
                </p14:cNvPr>
                <p14:cNvContentPartPr/>
                <p14:nvPr/>
              </p14:nvContentPartPr>
              <p14:xfrm>
                <a:off x="11900777" y="4083272"/>
                <a:ext cx="94680" cy="1792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E0C9DDD-0936-374E-0CA7-EF8D3F8BE62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882777" y="4065272"/>
                  <a:ext cx="130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19B67AD-D298-2787-8143-6CCCDAF3605A}"/>
                    </a:ext>
                  </a:extLst>
                </p14:cNvPr>
                <p14:cNvContentPartPr/>
                <p14:nvPr/>
              </p14:nvContentPartPr>
              <p14:xfrm>
                <a:off x="11894657" y="4202072"/>
                <a:ext cx="25560" cy="32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19B67AD-D298-2787-8143-6CCCDAF3605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877017" y="4184432"/>
                  <a:ext cx="61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98AB6D8-9D9F-ECC4-C0C0-CF5155572F1D}"/>
                    </a:ext>
                  </a:extLst>
                </p14:cNvPr>
                <p14:cNvContentPartPr/>
                <p14:nvPr/>
              </p14:nvContentPartPr>
              <p14:xfrm>
                <a:off x="12030737" y="4141232"/>
                <a:ext cx="126720" cy="109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98AB6D8-9D9F-ECC4-C0C0-CF5155572F1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2012737" y="4123232"/>
                  <a:ext cx="162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3717885-8C0D-338C-DE1E-8D4EC7E23AC0}"/>
                    </a:ext>
                  </a:extLst>
                </p14:cNvPr>
                <p14:cNvContentPartPr/>
                <p14:nvPr/>
              </p14:nvContentPartPr>
              <p14:xfrm>
                <a:off x="12052697" y="4195952"/>
                <a:ext cx="44640" cy="14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3717885-8C0D-338C-DE1E-8D4EC7E23AC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035057" y="4178312"/>
                  <a:ext cx="8028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D5AA9D61-3717-0A9C-78FD-A2C6720B6114}"/>
              </a:ext>
            </a:extLst>
          </p:cNvPr>
          <p:cNvGrpSpPr/>
          <p:nvPr/>
        </p:nvGrpSpPr>
        <p:grpSpPr>
          <a:xfrm>
            <a:off x="10315697" y="4137272"/>
            <a:ext cx="173520" cy="417960"/>
            <a:chOff x="10315697" y="4137272"/>
            <a:chExt cx="173520" cy="41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551D846-0F27-C863-FEF2-7409474526F4}"/>
                    </a:ext>
                  </a:extLst>
                </p14:cNvPr>
                <p14:cNvContentPartPr/>
                <p14:nvPr/>
              </p14:nvContentPartPr>
              <p14:xfrm>
                <a:off x="10377257" y="4137272"/>
                <a:ext cx="77760" cy="417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551D846-0F27-C863-FEF2-7409474526F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359257" y="4119272"/>
                  <a:ext cx="1134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DD37259-F48D-4038-6D9E-931D0FBE1D78}"/>
                    </a:ext>
                  </a:extLst>
                </p14:cNvPr>
                <p14:cNvContentPartPr/>
                <p14:nvPr/>
              </p14:nvContentPartPr>
              <p14:xfrm>
                <a:off x="10315697" y="4349672"/>
                <a:ext cx="173520" cy="73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DD37259-F48D-4038-6D9E-931D0FBE1D7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298057" y="4332032"/>
                  <a:ext cx="20916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D183F74E-05D1-D417-95BE-D427C5B63747}"/>
              </a:ext>
            </a:extLst>
          </p:cNvPr>
          <p:cNvGrpSpPr/>
          <p:nvPr/>
        </p:nvGrpSpPr>
        <p:grpSpPr>
          <a:xfrm>
            <a:off x="1130297" y="5081912"/>
            <a:ext cx="1060200" cy="419400"/>
            <a:chOff x="1130297" y="5081912"/>
            <a:chExt cx="1060200" cy="41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3D54290-259E-A644-7E16-6DE431610F1A}"/>
                    </a:ext>
                  </a:extLst>
                </p14:cNvPr>
                <p14:cNvContentPartPr/>
                <p14:nvPr/>
              </p14:nvContentPartPr>
              <p14:xfrm>
                <a:off x="1130297" y="5081912"/>
                <a:ext cx="211680" cy="4114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3D54290-259E-A644-7E16-6DE431610F1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12657" y="5063912"/>
                  <a:ext cx="24732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29FF144-FCB9-58FF-8409-0A2644AABA43}"/>
                    </a:ext>
                  </a:extLst>
                </p14:cNvPr>
                <p14:cNvContentPartPr/>
                <p14:nvPr/>
              </p14:nvContentPartPr>
              <p14:xfrm>
                <a:off x="1512257" y="5162912"/>
                <a:ext cx="203760" cy="1728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29FF144-FCB9-58FF-8409-0A2644AABA4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494257" y="5144912"/>
                  <a:ext cx="2394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17625BC-5322-89E2-FF5E-FFE7E810749B}"/>
                    </a:ext>
                  </a:extLst>
                </p14:cNvPr>
                <p14:cNvContentPartPr/>
                <p14:nvPr/>
              </p14:nvContentPartPr>
              <p14:xfrm>
                <a:off x="1654457" y="5239952"/>
                <a:ext cx="49680" cy="261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17625BC-5322-89E2-FF5E-FFE7E810749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636817" y="5221952"/>
                  <a:ext cx="853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D207CF8-E7F1-183B-1086-159B804E3F00}"/>
                    </a:ext>
                  </a:extLst>
                </p14:cNvPr>
                <p14:cNvContentPartPr/>
                <p14:nvPr/>
              </p14:nvContentPartPr>
              <p14:xfrm>
                <a:off x="1889177" y="5128352"/>
                <a:ext cx="23040" cy="244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D207CF8-E7F1-183B-1086-159B804E3F0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871537" y="5110712"/>
                  <a:ext cx="5868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AAF2A7-CFFD-6A66-82D4-DFE9EF714F82}"/>
                    </a:ext>
                  </a:extLst>
                </p14:cNvPr>
                <p14:cNvContentPartPr/>
                <p14:nvPr/>
              </p14:nvContentPartPr>
              <p14:xfrm>
                <a:off x="1890977" y="5108192"/>
                <a:ext cx="299520" cy="264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AAF2A7-CFFD-6A66-82D4-DFE9EF714F8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873337" y="5090192"/>
                  <a:ext cx="3351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68B23E4-AD8D-B04E-E3ED-8DBAC2CA45EF}"/>
              </a:ext>
            </a:extLst>
          </p:cNvPr>
          <p:cNvGrpSpPr/>
          <p:nvPr/>
        </p:nvGrpSpPr>
        <p:grpSpPr>
          <a:xfrm>
            <a:off x="2397857" y="5076152"/>
            <a:ext cx="443880" cy="396360"/>
            <a:chOff x="2397857" y="5076152"/>
            <a:chExt cx="443880" cy="39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7F58FF9-641A-3D7C-2A4C-EECC843E7331}"/>
                    </a:ext>
                  </a:extLst>
                </p14:cNvPr>
                <p14:cNvContentPartPr/>
                <p14:nvPr/>
              </p14:nvContentPartPr>
              <p14:xfrm>
                <a:off x="2397857" y="5076152"/>
                <a:ext cx="28800" cy="362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7F58FF9-641A-3D7C-2A4C-EECC843E733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379857" y="5058152"/>
                  <a:ext cx="6444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1E6EC-2454-3A09-BBBB-74D3D3BB7E57}"/>
                    </a:ext>
                  </a:extLst>
                </p14:cNvPr>
                <p14:cNvContentPartPr/>
                <p14:nvPr/>
              </p14:nvContentPartPr>
              <p14:xfrm>
                <a:off x="2470937" y="5112512"/>
                <a:ext cx="122040" cy="2995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1E6EC-2454-3A09-BBBB-74D3D3BB7E5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453297" y="5094872"/>
                  <a:ext cx="15768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B6FBAA6-4E71-751E-22B7-962A6120910F}"/>
                    </a:ext>
                  </a:extLst>
                </p14:cNvPr>
                <p14:cNvContentPartPr/>
                <p14:nvPr/>
              </p14:nvContentPartPr>
              <p14:xfrm>
                <a:off x="2468777" y="5254352"/>
                <a:ext cx="102960" cy="55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B6FBAA6-4E71-751E-22B7-962A6120910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451137" y="5236712"/>
                  <a:ext cx="1386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6314E1A-2E28-5884-7ADC-D5935BB99D36}"/>
                    </a:ext>
                  </a:extLst>
                </p14:cNvPr>
                <p14:cNvContentPartPr/>
                <p14:nvPr/>
              </p14:nvContentPartPr>
              <p14:xfrm>
                <a:off x="2698817" y="5243192"/>
                <a:ext cx="142920" cy="229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6314E1A-2E28-5884-7ADC-D5935BB99D3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681177" y="5225192"/>
                  <a:ext cx="1785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5430596-BD3B-EF7B-5753-5866EE04F9FD}"/>
                    </a:ext>
                  </a:extLst>
                </p14:cNvPr>
                <p14:cNvContentPartPr/>
                <p14:nvPr/>
              </p14:nvContentPartPr>
              <p14:xfrm>
                <a:off x="2670737" y="5368112"/>
                <a:ext cx="87480" cy="31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5430596-BD3B-EF7B-5753-5866EE04F9F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652737" y="5350112"/>
                  <a:ext cx="12312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FB23D330-BF01-CA5D-2E7C-8A626A49A51D}"/>
              </a:ext>
            </a:extLst>
          </p:cNvPr>
          <p:cNvGrpSpPr/>
          <p:nvPr/>
        </p:nvGrpSpPr>
        <p:grpSpPr>
          <a:xfrm>
            <a:off x="3183377" y="4948352"/>
            <a:ext cx="475560" cy="301680"/>
            <a:chOff x="3183377" y="4948352"/>
            <a:chExt cx="475560" cy="30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A918B33-4429-459C-6C18-21DA392068F3}"/>
                    </a:ext>
                  </a:extLst>
                </p14:cNvPr>
                <p14:cNvContentPartPr/>
                <p14:nvPr/>
              </p14:nvContentPartPr>
              <p14:xfrm>
                <a:off x="3183377" y="4948352"/>
                <a:ext cx="177840" cy="2397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A918B33-4429-459C-6C18-21DA392068F3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165737" y="4930712"/>
                  <a:ext cx="2134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435AF4C-33F2-A3CD-A1E5-2E8A6FC651E5}"/>
                    </a:ext>
                  </a:extLst>
                </p14:cNvPr>
                <p14:cNvContentPartPr/>
                <p14:nvPr/>
              </p14:nvContentPartPr>
              <p14:xfrm>
                <a:off x="3505937" y="4971752"/>
                <a:ext cx="153000" cy="278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435AF4C-33F2-A3CD-A1E5-2E8A6FC651E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88297" y="4954112"/>
                  <a:ext cx="18864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1CB41328-5208-FE3A-C1E8-5203CFFF36F0}"/>
              </a:ext>
            </a:extLst>
          </p:cNvPr>
          <p:cNvGrpSpPr/>
          <p:nvPr/>
        </p:nvGrpSpPr>
        <p:grpSpPr>
          <a:xfrm>
            <a:off x="3964937" y="4623992"/>
            <a:ext cx="903600" cy="473040"/>
            <a:chOff x="3964937" y="4623992"/>
            <a:chExt cx="903600" cy="47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3CA67C5-27F7-345F-0DF6-51C3F73E33FD}"/>
                    </a:ext>
                  </a:extLst>
                </p14:cNvPr>
                <p14:cNvContentPartPr/>
                <p14:nvPr/>
              </p14:nvContentPartPr>
              <p14:xfrm>
                <a:off x="3964937" y="4921352"/>
                <a:ext cx="232560" cy="1756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3CA67C5-27F7-345F-0DF6-51C3F73E33F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946937" y="4903352"/>
                  <a:ext cx="2682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143D60B-CD33-8616-4A11-26E2292CEACB}"/>
                    </a:ext>
                  </a:extLst>
                </p14:cNvPr>
                <p14:cNvContentPartPr/>
                <p14:nvPr/>
              </p14:nvContentPartPr>
              <p14:xfrm>
                <a:off x="4255817" y="4863032"/>
                <a:ext cx="95760" cy="200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143D60B-CD33-8616-4A11-26E2292CEAC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237817" y="4845392"/>
                  <a:ext cx="1314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453A3A-2E14-DFA2-AE27-2CA1E6028105}"/>
                    </a:ext>
                  </a:extLst>
                </p14:cNvPr>
                <p14:cNvContentPartPr/>
                <p14:nvPr/>
              </p14:nvContentPartPr>
              <p14:xfrm>
                <a:off x="4467497" y="4832792"/>
                <a:ext cx="65880" cy="175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453A3A-2E14-DFA2-AE27-2CA1E602810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449857" y="4815152"/>
                  <a:ext cx="101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A67F448-8BC2-3B34-449F-D856A4F42A99}"/>
                    </a:ext>
                  </a:extLst>
                </p14:cNvPr>
                <p14:cNvContentPartPr/>
                <p14:nvPr/>
              </p14:nvContentPartPr>
              <p14:xfrm>
                <a:off x="4688897" y="4623992"/>
                <a:ext cx="179640" cy="390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A67F448-8BC2-3B34-449F-D856A4F42A9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670897" y="4606352"/>
                  <a:ext cx="215280" cy="42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A4E2E8A-DD2B-F45B-6956-0B41389F939F}"/>
              </a:ext>
            </a:extLst>
          </p:cNvPr>
          <p:cNvGrpSpPr/>
          <p:nvPr/>
        </p:nvGrpSpPr>
        <p:grpSpPr>
          <a:xfrm>
            <a:off x="5401337" y="4392152"/>
            <a:ext cx="1548720" cy="406080"/>
            <a:chOff x="5401337" y="4392152"/>
            <a:chExt cx="154872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C1974A7-3524-D0CC-EA00-E08095C0B632}"/>
                    </a:ext>
                  </a:extLst>
                </p14:cNvPr>
                <p14:cNvContentPartPr/>
                <p14:nvPr/>
              </p14:nvContentPartPr>
              <p14:xfrm>
                <a:off x="5401337" y="4648832"/>
                <a:ext cx="17640" cy="15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C1974A7-3524-D0CC-EA00-E08095C0B6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383697" y="4630832"/>
                  <a:ext cx="532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1D41B57-AE3D-5F4A-9FB4-82C5ABF79AA5}"/>
                    </a:ext>
                  </a:extLst>
                </p14:cNvPr>
                <p14:cNvContentPartPr/>
                <p14:nvPr/>
              </p14:nvContentPartPr>
              <p14:xfrm>
                <a:off x="5525537" y="4525712"/>
                <a:ext cx="189360" cy="2725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1D41B57-AE3D-5F4A-9FB4-82C5ABF79AA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507897" y="4508072"/>
                  <a:ext cx="2250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B84C9D9-F10E-4E61-E70D-859DC40699C5}"/>
                    </a:ext>
                  </a:extLst>
                </p14:cNvPr>
                <p14:cNvContentPartPr/>
                <p14:nvPr/>
              </p14:nvContentPartPr>
              <p14:xfrm>
                <a:off x="5808497" y="4488632"/>
                <a:ext cx="61200" cy="305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B84C9D9-F10E-4E61-E70D-859DC40699C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790497" y="4470992"/>
                  <a:ext cx="9684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CC2A2CF-E10D-75AE-7D69-83C315D9FD8C}"/>
                    </a:ext>
                  </a:extLst>
                </p14:cNvPr>
                <p14:cNvContentPartPr/>
                <p14:nvPr/>
              </p14:nvContentPartPr>
              <p14:xfrm>
                <a:off x="6038537" y="4469192"/>
                <a:ext cx="56160" cy="2952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CC2A2CF-E10D-75AE-7D69-83C315D9FD8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020897" y="4451552"/>
                  <a:ext cx="918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6AE0971-CED3-F269-BFE1-E88AE91A6A54}"/>
                    </a:ext>
                  </a:extLst>
                </p14:cNvPr>
                <p14:cNvContentPartPr/>
                <p14:nvPr/>
              </p14:nvContentPartPr>
              <p14:xfrm>
                <a:off x="6101897" y="4547312"/>
                <a:ext cx="133200" cy="162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6AE0971-CED3-F269-BFE1-E88AE91A6A5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084257" y="4529672"/>
                  <a:ext cx="168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27487DD-5C31-0697-73C4-DCCD1DDB92D0}"/>
                    </a:ext>
                  </a:extLst>
                </p14:cNvPr>
                <p14:cNvContentPartPr/>
                <p14:nvPr/>
              </p14:nvContentPartPr>
              <p14:xfrm>
                <a:off x="6338417" y="4398272"/>
                <a:ext cx="69840" cy="321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27487DD-5C31-0697-73C4-DCCD1DDB92D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320777" y="4380632"/>
                  <a:ext cx="10548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9093E85-A4ED-FD28-4258-0CD50B474738}"/>
                    </a:ext>
                  </a:extLst>
                </p14:cNvPr>
                <p14:cNvContentPartPr/>
                <p14:nvPr/>
              </p14:nvContentPartPr>
              <p14:xfrm>
                <a:off x="6478817" y="4392152"/>
                <a:ext cx="108360" cy="281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9093E85-A4ED-FD28-4258-0CD50B47473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460817" y="4374152"/>
                  <a:ext cx="1440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2CFEAA6-1326-740F-2005-28679C7953F7}"/>
                    </a:ext>
                  </a:extLst>
                </p14:cNvPr>
                <p14:cNvContentPartPr/>
                <p14:nvPr/>
              </p14:nvContentPartPr>
              <p14:xfrm>
                <a:off x="6378737" y="4560632"/>
                <a:ext cx="138600" cy="381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2CFEAA6-1326-740F-2005-28679C7953F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361097" y="4542992"/>
                  <a:ext cx="1742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65728DC-5F8A-F9EA-76FB-F336CE89E108}"/>
                    </a:ext>
                  </a:extLst>
                </p14:cNvPr>
                <p14:cNvContentPartPr/>
                <p14:nvPr/>
              </p14:nvContentPartPr>
              <p14:xfrm>
                <a:off x="6658817" y="4535792"/>
                <a:ext cx="165240" cy="1782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65728DC-5F8A-F9EA-76FB-F336CE89E10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640817" y="4517792"/>
                  <a:ext cx="2008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29027FC-090B-17A2-C7FC-E4FE2E63DE37}"/>
                    </a:ext>
                  </a:extLst>
                </p14:cNvPr>
                <p14:cNvContentPartPr/>
                <p14:nvPr/>
              </p14:nvContentPartPr>
              <p14:xfrm>
                <a:off x="6645137" y="4584032"/>
                <a:ext cx="304920" cy="53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29027FC-090B-17A2-C7FC-E4FE2E63DE3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627137" y="4566032"/>
                  <a:ext cx="340560" cy="8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D0A45B-EFEF-3163-5F22-AEFB26C11ED8}"/>
              </a:ext>
            </a:extLst>
          </p:cNvPr>
          <p:cNvGrpSpPr/>
          <p:nvPr/>
        </p:nvGrpSpPr>
        <p:grpSpPr>
          <a:xfrm>
            <a:off x="8907017" y="5151392"/>
            <a:ext cx="574560" cy="317160"/>
            <a:chOff x="8907017" y="5151392"/>
            <a:chExt cx="574560" cy="31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060474B-8945-FB57-9B21-F3D3C9E83DDF}"/>
                    </a:ext>
                  </a:extLst>
                </p14:cNvPr>
                <p14:cNvContentPartPr/>
                <p14:nvPr/>
              </p14:nvContentPartPr>
              <p14:xfrm>
                <a:off x="8907017" y="5151392"/>
                <a:ext cx="29880" cy="2973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060474B-8945-FB57-9B21-F3D3C9E83DD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889017" y="5133752"/>
                  <a:ext cx="65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022F879-322A-F1F1-2319-1D2B07705B82}"/>
                    </a:ext>
                  </a:extLst>
                </p14:cNvPr>
                <p14:cNvContentPartPr/>
                <p14:nvPr/>
              </p14:nvContentPartPr>
              <p14:xfrm>
                <a:off x="9033377" y="5280992"/>
                <a:ext cx="222840" cy="1508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022F879-322A-F1F1-2319-1D2B07705B8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015377" y="5263352"/>
                  <a:ext cx="258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ABDFF59-65D8-DB80-3FC4-32ADF249A92F}"/>
                    </a:ext>
                  </a:extLst>
                </p14:cNvPr>
                <p14:cNvContentPartPr/>
                <p14:nvPr/>
              </p14:nvContentPartPr>
              <p14:xfrm>
                <a:off x="9365297" y="5260832"/>
                <a:ext cx="116280" cy="207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ABDFF59-65D8-DB80-3FC4-32ADF249A92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347657" y="5242832"/>
                  <a:ext cx="15192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7768DD66-63A7-5B2F-79D5-D5620A4610A9}"/>
              </a:ext>
            </a:extLst>
          </p:cNvPr>
          <p:cNvGrpSpPr/>
          <p:nvPr/>
        </p:nvGrpSpPr>
        <p:grpSpPr>
          <a:xfrm>
            <a:off x="9731777" y="5331752"/>
            <a:ext cx="138960" cy="88920"/>
            <a:chOff x="9731777" y="5331752"/>
            <a:chExt cx="138960" cy="8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F43572F-5659-A15B-10B0-5502485D7658}"/>
                    </a:ext>
                  </a:extLst>
                </p14:cNvPr>
                <p14:cNvContentPartPr/>
                <p14:nvPr/>
              </p14:nvContentPartPr>
              <p14:xfrm>
                <a:off x="9731777" y="5331752"/>
                <a:ext cx="96840" cy="93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F43572F-5659-A15B-10B0-5502485D765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714137" y="5314112"/>
                  <a:ext cx="132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8134B93-8493-D997-23B3-C104EB0F2E5A}"/>
                    </a:ext>
                  </a:extLst>
                </p14:cNvPr>
                <p14:cNvContentPartPr/>
                <p14:nvPr/>
              </p14:nvContentPartPr>
              <p14:xfrm>
                <a:off x="9816377" y="5406272"/>
                <a:ext cx="54360" cy="144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8134B93-8493-D997-23B3-C104EB0F2E5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798737" y="5388632"/>
                  <a:ext cx="900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20E6B9D4-5CBF-1745-61FF-00E369E50EB4}"/>
              </a:ext>
            </a:extLst>
          </p:cNvPr>
          <p:cNvGrpSpPr/>
          <p:nvPr/>
        </p:nvGrpSpPr>
        <p:grpSpPr>
          <a:xfrm>
            <a:off x="10231457" y="5049512"/>
            <a:ext cx="150120" cy="362160"/>
            <a:chOff x="10231457" y="5049512"/>
            <a:chExt cx="150120" cy="36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4C89717-E78A-C9C0-E618-ACE8044F7D8C}"/>
                    </a:ext>
                  </a:extLst>
                </p14:cNvPr>
                <p14:cNvContentPartPr/>
                <p14:nvPr/>
              </p14:nvContentPartPr>
              <p14:xfrm>
                <a:off x="10273217" y="5049512"/>
                <a:ext cx="72360" cy="362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4C89717-E78A-C9C0-E618-ACE8044F7D8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255577" y="5031512"/>
                  <a:ext cx="10800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5C952A90-04F0-3FEF-8453-55AD7838B54B}"/>
                    </a:ext>
                  </a:extLst>
                </p14:cNvPr>
                <p14:cNvContentPartPr/>
                <p14:nvPr/>
              </p14:nvContentPartPr>
              <p14:xfrm>
                <a:off x="10231457" y="5251472"/>
                <a:ext cx="150120" cy="85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5C952A90-04F0-3FEF-8453-55AD7838B54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213817" y="5233472"/>
                  <a:ext cx="185760" cy="12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9B639EEA-C120-DED0-4ADE-D2AE2CF7F932}"/>
              </a:ext>
            </a:extLst>
          </p:cNvPr>
          <p:cNvGrpSpPr/>
          <p:nvPr/>
        </p:nvGrpSpPr>
        <p:grpSpPr>
          <a:xfrm>
            <a:off x="10622057" y="5215832"/>
            <a:ext cx="126000" cy="76680"/>
            <a:chOff x="10622057" y="5215832"/>
            <a:chExt cx="126000" cy="7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271F5C4-520A-02B2-88C7-648561218227}"/>
                    </a:ext>
                  </a:extLst>
                </p14:cNvPr>
                <p14:cNvContentPartPr/>
                <p14:nvPr/>
              </p14:nvContentPartPr>
              <p14:xfrm>
                <a:off x="10622057" y="5215832"/>
                <a:ext cx="70560" cy="252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271F5C4-520A-02B2-88C7-64856121822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04417" y="5198192"/>
                  <a:ext cx="1062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1434BAC-25FD-7643-63A8-1AB677266C0C}"/>
                    </a:ext>
                  </a:extLst>
                </p14:cNvPr>
                <p14:cNvContentPartPr/>
                <p14:nvPr/>
              </p14:nvContentPartPr>
              <p14:xfrm>
                <a:off x="10698377" y="5264792"/>
                <a:ext cx="49680" cy="27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1434BAC-25FD-7643-63A8-1AB677266C0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680737" y="5246792"/>
                  <a:ext cx="85320" cy="6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580BA54D-646C-1897-D49F-21EC08B6A438}"/>
              </a:ext>
            </a:extLst>
          </p:cNvPr>
          <p:cNvGrpSpPr/>
          <p:nvPr/>
        </p:nvGrpSpPr>
        <p:grpSpPr>
          <a:xfrm>
            <a:off x="11131457" y="5364872"/>
            <a:ext cx="532800" cy="216720"/>
            <a:chOff x="11131457" y="5364872"/>
            <a:chExt cx="53280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EA477DE-4079-E52F-197C-A5FC62A899EC}"/>
                    </a:ext>
                  </a:extLst>
                </p14:cNvPr>
                <p14:cNvContentPartPr/>
                <p14:nvPr/>
              </p14:nvContentPartPr>
              <p14:xfrm>
                <a:off x="11131457" y="5408432"/>
                <a:ext cx="55440" cy="173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EA477DE-4079-E52F-197C-A5FC62A899E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113457" y="5390432"/>
                  <a:ext cx="910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65298C7-F7EF-07D3-B5EC-2B7CB0DEAD63}"/>
                    </a:ext>
                  </a:extLst>
                </p14:cNvPr>
                <p14:cNvContentPartPr/>
                <p14:nvPr/>
              </p14:nvContentPartPr>
              <p14:xfrm>
                <a:off x="11271137" y="5424632"/>
                <a:ext cx="196560" cy="878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65298C7-F7EF-07D3-B5EC-2B7CB0DEAD6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253137" y="5406992"/>
                  <a:ext cx="232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ABEFFEE-1252-2002-E16C-96CB3A0489A2}"/>
                    </a:ext>
                  </a:extLst>
                </p14:cNvPr>
                <p14:cNvContentPartPr/>
                <p14:nvPr/>
              </p14:nvContentPartPr>
              <p14:xfrm>
                <a:off x="11610617" y="5364872"/>
                <a:ext cx="53640" cy="152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ABEFFEE-1252-2002-E16C-96CB3A0489A2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592617" y="5346872"/>
                  <a:ext cx="8928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8B2FBED-4DA8-61A9-13DC-4E66FE6EECE8}"/>
              </a:ext>
            </a:extLst>
          </p:cNvPr>
          <p:cNvGrpSpPr/>
          <p:nvPr/>
        </p:nvGrpSpPr>
        <p:grpSpPr>
          <a:xfrm>
            <a:off x="10987097" y="4806152"/>
            <a:ext cx="1576440" cy="400680"/>
            <a:chOff x="10987097" y="4806152"/>
            <a:chExt cx="15764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59603F3-9FB2-B4B5-6C16-04D49E5988A7}"/>
                    </a:ext>
                  </a:extLst>
                </p14:cNvPr>
                <p14:cNvContentPartPr/>
                <p14:nvPr/>
              </p14:nvContentPartPr>
              <p14:xfrm>
                <a:off x="11171777" y="4806152"/>
                <a:ext cx="78120" cy="275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59603F3-9FB2-B4B5-6C16-04D49E5988A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153777" y="4788512"/>
                  <a:ext cx="113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5A5D6CD-3FA6-05A1-00C7-F05357ED61EF}"/>
                    </a:ext>
                  </a:extLst>
                </p14:cNvPr>
                <p14:cNvContentPartPr/>
                <p14:nvPr/>
              </p14:nvContentPartPr>
              <p14:xfrm>
                <a:off x="10987097" y="5122952"/>
                <a:ext cx="503280" cy="83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5A5D6CD-3FA6-05A1-00C7-F05357ED6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969097" y="5104952"/>
                  <a:ext cx="538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B60F6FE-C4B1-8D94-4F4F-B9F3934F694C}"/>
                    </a:ext>
                  </a:extLst>
                </p14:cNvPr>
                <p14:cNvContentPartPr/>
                <p14:nvPr/>
              </p14:nvContentPartPr>
              <p14:xfrm>
                <a:off x="11726177" y="5053832"/>
                <a:ext cx="50400" cy="309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B60F6FE-C4B1-8D94-4F4F-B9F3934F694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708177" y="5035832"/>
                  <a:ext cx="860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5B238AE5-7629-0973-50A8-68FC38DBFF4D}"/>
                    </a:ext>
                  </a:extLst>
                </p14:cNvPr>
                <p14:cNvContentPartPr/>
                <p14:nvPr/>
              </p14:nvContentPartPr>
              <p14:xfrm>
                <a:off x="11693417" y="5145632"/>
                <a:ext cx="99360" cy="27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5B238AE5-7629-0973-50A8-68FC38DBFF4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675777" y="5127992"/>
                  <a:ext cx="1350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63C52E8-95DC-ABCA-62EE-0E34B279DC6F}"/>
                    </a:ext>
                  </a:extLst>
                </p14:cNvPr>
                <p14:cNvContentPartPr/>
                <p14:nvPr/>
              </p14:nvContentPartPr>
              <p14:xfrm>
                <a:off x="11877377" y="4904072"/>
                <a:ext cx="42480" cy="2746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63C52E8-95DC-ABCA-62EE-0E34B279DC6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1859377" y="4886432"/>
                  <a:ext cx="781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28B3749-C668-0E3D-7A3A-11FC4E8850A0}"/>
                    </a:ext>
                  </a:extLst>
                </p14:cNvPr>
                <p14:cNvContentPartPr/>
                <p14:nvPr/>
              </p14:nvContentPartPr>
              <p14:xfrm>
                <a:off x="12012377" y="4870592"/>
                <a:ext cx="130320" cy="22068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28B3749-C668-0E3D-7A3A-11FC4E8850A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994377" y="4852952"/>
                  <a:ext cx="1659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BC19892-D83E-3459-726D-6B077E4E1E27}"/>
                    </a:ext>
                  </a:extLst>
                </p14:cNvPr>
                <p14:cNvContentPartPr/>
                <p14:nvPr/>
              </p14:nvContentPartPr>
              <p14:xfrm>
                <a:off x="12246017" y="4894712"/>
                <a:ext cx="32760" cy="2023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BC19892-D83E-3459-726D-6B077E4E1E27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2228377" y="4877072"/>
                  <a:ext cx="684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C690CDD-D57B-91D3-584E-22E4F48E7E55}"/>
                    </a:ext>
                  </a:extLst>
                </p14:cNvPr>
                <p14:cNvContentPartPr/>
                <p14:nvPr/>
              </p14:nvContentPartPr>
              <p14:xfrm>
                <a:off x="12353657" y="4897592"/>
                <a:ext cx="69120" cy="176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C690CDD-D57B-91D3-584E-22E4F48E7E5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2336017" y="4879952"/>
                  <a:ext cx="104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590D5AC-FAF6-E5A8-D21E-2829E0328981}"/>
                    </a:ext>
                  </a:extLst>
                </p14:cNvPr>
                <p14:cNvContentPartPr/>
                <p14:nvPr/>
              </p14:nvContentPartPr>
              <p14:xfrm>
                <a:off x="12270497" y="4963472"/>
                <a:ext cx="124200" cy="68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590D5AC-FAF6-E5A8-D21E-2829E0328981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2252857" y="4945832"/>
                  <a:ext cx="15984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191F5DF-E033-A22C-0D3F-EB886C0AEF29}"/>
                    </a:ext>
                  </a:extLst>
                </p14:cNvPr>
                <p14:cNvContentPartPr/>
                <p14:nvPr/>
              </p14:nvContentPartPr>
              <p14:xfrm>
                <a:off x="12491177" y="4932512"/>
                <a:ext cx="69480" cy="1717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191F5DF-E033-A22C-0D3F-EB886C0AEF2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473177" y="4914872"/>
                  <a:ext cx="105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2DFF56F6-6294-AEB9-77CF-D46CAECFDD62}"/>
                    </a:ext>
                  </a:extLst>
                </p14:cNvPr>
                <p14:cNvContentPartPr/>
                <p14:nvPr/>
              </p14:nvContentPartPr>
              <p14:xfrm>
                <a:off x="12460217" y="5004872"/>
                <a:ext cx="103320" cy="24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2DFF56F6-6294-AEB9-77CF-D46CAECFDD6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2442577" y="4987232"/>
                  <a:ext cx="138960" cy="6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6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AAA09896-1883-DBBE-7A05-B2ECD4A7BCC9}"/>
                  </a:ext>
                </a:extLst>
              </p14:cNvPr>
              <p14:cNvContentPartPr/>
              <p14:nvPr/>
            </p14:nvContentPartPr>
            <p14:xfrm>
              <a:off x="8876057" y="1586312"/>
              <a:ext cx="74880" cy="45792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AAA09896-1883-DBBE-7A05-B2ECD4A7BCC9}"/>
                  </a:ext>
                </a:extLst>
              </p:cNvPr>
              <p:cNvPicPr/>
              <p:nvPr/>
            </p:nvPicPr>
            <p:blipFill>
              <a:blip r:embed="rId257"/>
              <a:stretch>
                <a:fillRect/>
              </a:stretch>
            </p:blipFill>
            <p:spPr>
              <a:xfrm>
                <a:off x="8858417" y="1568672"/>
                <a:ext cx="110520" cy="49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8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465E3AE3-CD06-3F75-4382-6EEF107E55E0}"/>
                  </a:ext>
                </a:extLst>
              </p14:cNvPr>
              <p14:cNvContentPartPr/>
              <p14:nvPr/>
            </p14:nvContentPartPr>
            <p14:xfrm>
              <a:off x="9810617" y="1593512"/>
              <a:ext cx="88200" cy="40032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465E3AE3-CD06-3F75-4382-6EEF107E55E0}"/>
                  </a:ext>
                </a:extLst>
              </p:cNvPr>
              <p:cNvPicPr/>
              <p:nvPr/>
            </p:nvPicPr>
            <p:blipFill>
              <a:blip r:embed="rId259"/>
              <a:stretch>
                <a:fillRect/>
              </a:stretch>
            </p:blipFill>
            <p:spPr>
              <a:xfrm>
                <a:off x="9792977" y="1575512"/>
                <a:ext cx="123840" cy="43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C606883-343E-8F2C-449D-E048B832A1D6}"/>
              </a:ext>
            </a:extLst>
          </p:cNvPr>
          <p:cNvGrpSpPr/>
          <p:nvPr/>
        </p:nvGrpSpPr>
        <p:grpSpPr>
          <a:xfrm>
            <a:off x="2720057" y="690272"/>
            <a:ext cx="1060560" cy="330480"/>
            <a:chOff x="2720057" y="690272"/>
            <a:chExt cx="1060560" cy="33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04756EC-0322-3A43-25F2-33EBF8D7D132}"/>
                    </a:ext>
                  </a:extLst>
                </p14:cNvPr>
                <p14:cNvContentPartPr/>
                <p14:nvPr/>
              </p14:nvContentPartPr>
              <p14:xfrm>
                <a:off x="2720057" y="756512"/>
                <a:ext cx="217440" cy="206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04756EC-0322-3A43-25F2-33EBF8D7D132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702057" y="738512"/>
                  <a:ext cx="253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5D06C71-DE02-4C3C-14F8-9C06957FCB12}"/>
                    </a:ext>
                  </a:extLst>
                </p14:cNvPr>
                <p14:cNvContentPartPr/>
                <p14:nvPr/>
              </p14:nvContentPartPr>
              <p14:xfrm>
                <a:off x="2979617" y="756512"/>
                <a:ext cx="149760" cy="189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5D06C71-DE02-4C3C-14F8-9C06957FCB1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961617" y="738872"/>
                  <a:ext cx="1854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9C22FCB-0E10-C7C0-744E-CB23C36EAE11}"/>
                    </a:ext>
                  </a:extLst>
                </p14:cNvPr>
                <p14:cNvContentPartPr/>
                <p14:nvPr/>
              </p14:nvContentPartPr>
              <p14:xfrm>
                <a:off x="3212537" y="746792"/>
                <a:ext cx="27720" cy="1926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9C22FCB-0E10-C7C0-744E-CB23C36EAE1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194537" y="729152"/>
                  <a:ext cx="633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EAA721E-AEFB-3C91-3D47-29FAADCADCF6}"/>
                    </a:ext>
                  </a:extLst>
                </p14:cNvPr>
                <p14:cNvContentPartPr/>
                <p14:nvPr/>
              </p14:nvContentPartPr>
              <p14:xfrm>
                <a:off x="3242777" y="738872"/>
                <a:ext cx="209880" cy="1486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EAA721E-AEFB-3C91-3D47-29FAADCADCF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3225137" y="721232"/>
                  <a:ext cx="2455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FE39A9-9C31-BAE1-5C5A-B0175355D2D9}"/>
                    </a:ext>
                  </a:extLst>
                </p14:cNvPr>
                <p14:cNvContentPartPr/>
                <p14:nvPr/>
              </p14:nvContentPartPr>
              <p14:xfrm>
                <a:off x="3586577" y="690272"/>
                <a:ext cx="39600" cy="2340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FE39A9-9C31-BAE1-5C5A-B0175355D2D9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568937" y="672272"/>
                  <a:ext cx="752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6783F2B-7A13-4000-4F5B-7B604AB15524}"/>
                    </a:ext>
                  </a:extLst>
                </p14:cNvPr>
                <p14:cNvContentPartPr/>
                <p14:nvPr/>
              </p14:nvContentPartPr>
              <p14:xfrm>
                <a:off x="3504857" y="712232"/>
                <a:ext cx="275760" cy="308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6783F2B-7A13-4000-4F5B-7B604AB1552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3487217" y="694592"/>
                  <a:ext cx="311400" cy="34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A392E4C-4E4D-430B-EC4A-BD5B51933CC8}"/>
              </a:ext>
            </a:extLst>
          </p:cNvPr>
          <p:cNvGrpSpPr/>
          <p:nvPr/>
        </p:nvGrpSpPr>
        <p:grpSpPr>
          <a:xfrm>
            <a:off x="2959097" y="1121192"/>
            <a:ext cx="989280" cy="396720"/>
            <a:chOff x="2959097" y="1121192"/>
            <a:chExt cx="98928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3660DEC-A9F5-2288-1742-9E5B1D585C73}"/>
                    </a:ext>
                  </a:extLst>
                </p14:cNvPr>
                <p14:cNvContentPartPr/>
                <p14:nvPr/>
              </p14:nvContentPartPr>
              <p14:xfrm>
                <a:off x="2959097" y="1177352"/>
                <a:ext cx="121320" cy="340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3660DEC-A9F5-2288-1742-9E5B1D585C73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941097" y="1159712"/>
                  <a:ext cx="1569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87F6AED-A6FB-43FA-AFEE-54AD7E757CE1}"/>
                    </a:ext>
                  </a:extLst>
                </p14:cNvPr>
                <p14:cNvContentPartPr/>
                <p14:nvPr/>
              </p14:nvContentPartPr>
              <p14:xfrm>
                <a:off x="3193097" y="1197152"/>
                <a:ext cx="25560" cy="1789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87F6AED-A6FB-43FA-AFEE-54AD7E757CE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175457" y="1179152"/>
                  <a:ext cx="61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A67ACB1-2073-9E01-D561-0C556959DE48}"/>
                    </a:ext>
                  </a:extLst>
                </p14:cNvPr>
                <p14:cNvContentPartPr/>
                <p14:nvPr/>
              </p14:nvContentPartPr>
              <p14:xfrm>
                <a:off x="3187697" y="1140632"/>
                <a:ext cx="317520" cy="199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A67ACB1-2073-9E01-D561-0C556959DE4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169697" y="1122632"/>
                  <a:ext cx="35316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422F6B2-AE34-BB53-AB50-462AD89B45E9}"/>
                    </a:ext>
                  </a:extLst>
                </p14:cNvPr>
                <p14:cNvContentPartPr/>
                <p14:nvPr/>
              </p14:nvContentPartPr>
              <p14:xfrm>
                <a:off x="3628337" y="1171952"/>
                <a:ext cx="153720" cy="2005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422F6B2-AE34-BB53-AB50-462AD89B45E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3610697" y="1153952"/>
                  <a:ext cx="18936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0E3BA4D-1F54-AC10-971E-DDD83BAE480A}"/>
                    </a:ext>
                  </a:extLst>
                </p14:cNvPr>
                <p14:cNvContentPartPr/>
                <p14:nvPr/>
              </p14:nvContentPartPr>
              <p14:xfrm>
                <a:off x="3766577" y="1121192"/>
                <a:ext cx="181800" cy="299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0E3BA4D-1F54-AC10-971E-DDD83BAE480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748937" y="1103192"/>
                  <a:ext cx="217440" cy="33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66267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F30C9-294E-D113-DFF8-60F426A0D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ML in microcontrollers </a:t>
            </a:r>
            <a:r>
              <a:rPr lang="en-US" dirty="0" err="1"/>
              <a:t>TinyML</a:t>
            </a:r>
            <a:endParaRPr lang="en-US" dirty="0"/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2F1A8B92-6ACA-E63A-4995-30CD1D9AB7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34740"/>
            <a:ext cx="10515600" cy="417895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A1596-E185-AB6D-B054-4EA69778A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7A7833E-2E0E-5DE9-EA1F-C3B3F53D2E1F}"/>
              </a:ext>
            </a:extLst>
          </p:cNvPr>
          <p:cNvGrpSpPr/>
          <p:nvPr/>
        </p:nvGrpSpPr>
        <p:grpSpPr>
          <a:xfrm>
            <a:off x="1314977" y="1174472"/>
            <a:ext cx="1350720" cy="643320"/>
            <a:chOff x="1314977" y="1174472"/>
            <a:chExt cx="1350720" cy="64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05F56A-04BB-C902-2D7A-849FE9C1DFCC}"/>
                    </a:ext>
                  </a:extLst>
                </p14:cNvPr>
                <p14:cNvContentPartPr/>
                <p14:nvPr/>
              </p14:nvContentPartPr>
              <p14:xfrm>
                <a:off x="1314977" y="1526192"/>
                <a:ext cx="145080" cy="2916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05F56A-04BB-C902-2D7A-849FE9C1DFC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296977" y="1508192"/>
                  <a:ext cx="180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8E010C9-CBA0-006E-57A7-9BD0502758DB}"/>
                    </a:ext>
                  </a:extLst>
                </p14:cNvPr>
                <p14:cNvContentPartPr/>
                <p14:nvPr/>
              </p14:nvContentPartPr>
              <p14:xfrm>
                <a:off x="1489577" y="1532672"/>
                <a:ext cx="305640" cy="199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8E010C9-CBA0-006E-57A7-9BD0502758D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71577" y="1514672"/>
                  <a:ext cx="341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3A28746-6836-0CB3-A295-E950A7904342}"/>
                    </a:ext>
                  </a:extLst>
                </p14:cNvPr>
                <p14:cNvContentPartPr/>
                <p14:nvPr/>
              </p14:nvContentPartPr>
              <p14:xfrm>
                <a:off x="1831577" y="1444832"/>
                <a:ext cx="105120" cy="193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3A28746-6836-0CB3-A295-E950A790434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13937" y="1427192"/>
                  <a:ext cx="1407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2C1B092-41C7-EDD9-ABCB-098882605BD8}"/>
                    </a:ext>
                  </a:extLst>
                </p14:cNvPr>
                <p14:cNvContentPartPr/>
                <p14:nvPr/>
              </p14:nvContentPartPr>
              <p14:xfrm>
                <a:off x="2001497" y="1429712"/>
                <a:ext cx="90720" cy="142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2C1B092-41C7-EDD9-ABCB-098882605B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83857" y="1411712"/>
                  <a:ext cx="12636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2DCC7B-22C9-B5CB-AE2E-CBC578008032}"/>
                    </a:ext>
                  </a:extLst>
                </p14:cNvPr>
                <p14:cNvContentPartPr/>
                <p14:nvPr/>
              </p14:nvContentPartPr>
              <p14:xfrm>
                <a:off x="2131457" y="1285352"/>
                <a:ext cx="101880" cy="18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2DCC7B-22C9-B5CB-AE2E-CBC57800803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113817" y="1267712"/>
                  <a:ext cx="1375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2E11BC8-52A2-E886-B632-D13FE2341718}"/>
                    </a:ext>
                  </a:extLst>
                </p14:cNvPr>
                <p14:cNvContentPartPr/>
                <p14:nvPr/>
              </p14:nvContentPartPr>
              <p14:xfrm>
                <a:off x="2341697" y="1326752"/>
                <a:ext cx="255960" cy="17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2E11BC8-52A2-E886-B632-D13FE234171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24057" y="1309112"/>
                  <a:ext cx="29160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EF2E5D7-ADCC-77FE-0960-CC607537F309}"/>
                    </a:ext>
                  </a:extLst>
                </p14:cNvPr>
                <p14:cNvContentPartPr/>
                <p14:nvPr/>
              </p14:nvContentPartPr>
              <p14:xfrm>
                <a:off x="2524937" y="1174472"/>
                <a:ext cx="140760" cy="281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EF2E5D7-ADCC-77FE-0960-CC607537F30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506937" y="1156832"/>
                  <a:ext cx="17640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A1A0D7E-5337-9C54-AF70-78DDFB1CE52C}"/>
              </a:ext>
            </a:extLst>
          </p:cNvPr>
          <p:cNvGrpSpPr/>
          <p:nvPr/>
        </p:nvGrpSpPr>
        <p:grpSpPr>
          <a:xfrm>
            <a:off x="2901857" y="990512"/>
            <a:ext cx="3989520" cy="1439280"/>
            <a:chOff x="2901857" y="990512"/>
            <a:chExt cx="3989520" cy="14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721E6DC-4D84-D21C-BE3F-2B6B8FC8994D}"/>
                    </a:ext>
                  </a:extLst>
                </p14:cNvPr>
                <p14:cNvContentPartPr/>
                <p14:nvPr/>
              </p14:nvContentPartPr>
              <p14:xfrm>
                <a:off x="2901857" y="1096712"/>
                <a:ext cx="187920" cy="358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721E6DC-4D84-D21C-BE3F-2B6B8FC8994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884217" y="1078712"/>
                  <a:ext cx="2235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1234AE0-9A5A-6A91-A78F-E8B04D6E5E4A}"/>
                    </a:ext>
                  </a:extLst>
                </p14:cNvPr>
                <p14:cNvContentPartPr/>
                <p14:nvPr/>
              </p14:nvContentPartPr>
              <p14:xfrm>
                <a:off x="3145217" y="1259792"/>
                <a:ext cx="176760" cy="164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1234AE0-9A5A-6A91-A78F-E8B04D6E5E4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27577" y="1241792"/>
                  <a:ext cx="2124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EC9A75E-2D74-AF4D-8AC2-3F8C74A7BAAB}"/>
                    </a:ext>
                  </a:extLst>
                </p14:cNvPr>
                <p14:cNvContentPartPr/>
                <p14:nvPr/>
              </p14:nvContentPartPr>
              <p14:xfrm>
                <a:off x="3367697" y="1088792"/>
                <a:ext cx="60480" cy="255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EC9A75E-2D74-AF4D-8AC2-3F8C74A7BAA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350057" y="1071152"/>
                  <a:ext cx="961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1907F82-FAF4-2DD9-9FE8-DE8F346D69DE}"/>
                    </a:ext>
                  </a:extLst>
                </p14:cNvPr>
                <p14:cNvContentPartPr/>
                <p14:nvPr/>
              </p14:nvContentPartPr>
              <p14:xfrm>
                <a:off x="3316577" y="1240712"/>
                <a:ext cx="93960" cy="56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1907F82-FAF4-2DD9-9FE8-DE8F346D69D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98577" y="1223072"/>
                  <a:ext cx="1296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3BB6FE2-7474-0BC8-0783-8AC0C6A7AE3B}"/>
                    </a:ext>
                  </a:extLst>
                </p14:cNvPr>
                <p14:cNvContentPartPr/>
                <p14:nvPr/>
              </p14:nvContentPartPr>
              <p14:xfrm>
                <a:off x="3496937" y="1217672"/>
                <a:ext cx="208080" cy="14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3BB6FE2-7474-0BC8-0783-8AC0C6A7AE3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478937" y="1199672"/>
                  <a:ext cx="2437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EE946AB-49E1-A7AC-CF65-6F67476488AA}"/>
                    </a:ext>
                  </a:extLst>
                </p14:cNvPr>
                <p14:cNvContentPartPr/>
                <p14:nvPr/>
              </p14:nvContentPartPr>
              <p14:xfrm>
                <a:off x="3722297" y="1184192"/>
                <a:ext cx="288720" cy="27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EE946AB-49E1-A7AC-CF65-6F67476488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04297" y="1166192"/>
                  <a:ext cx="3243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66938FD-E895-6C83-4B35-1229ADCD987A}"/>
                    </a:ext>
                  </a:extLst>
                </p14:cNvPr>
                <p14:cNvContentPartPr/>
                <p14:nvPr/>
              </p14:nvContentPartPr>
              <p14:xfrm>
                <a:off x="3920657" y="1093832"/>
                <a:ext cx="135720" cy="26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66938FD-E895-6C83-4B35-1229ADCD987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903017" y="1076192"/>
                  <a:ext cx="1713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AE87FA3-E2B2-596A-121D-6831EE3560D0}"/>
                    </a:ext>
                  </a:extLst>
                </p14:cNvPr>
                <p14:cNvContentPartPr/>
                <p14:nvPr/>
              </p14:nvContentPartPr>
              <p14:xfrm>
                <a:off x="4210097" y="1134512"/>
                <a:ext cx="59760" cy="193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AE87FA3-E2B2-596A-121D-6831EE3560D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92097" y="1116512"/>
                  <a:ext cx="954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21AE1E5-CA34-6174-7F9B-BD1CC90E5DEB}"/>
                    </a:ext>
                  </a:extLst>
                </p14:cNvPr>
                <p14:cNvContentPartPr/>
                <p14:nvPr/>
              </p14:nvContentPartPr>
              <p14:xfrm>
                <a:off x="4194257" y="1111832"/>
                <a:ext cx="105840" cy="165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21AE1E5-CA34-6174-7F9B-BD1CC90E5DE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76617" y="1094192"/>
                  <a:ext cx="141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5AEDEE-9A63-3837-BF63-2ADE15471E35}"/>
                    </a:ext>
                  </a:extLst>
                </p14:cNvPr>
                <p14:cNvContentPartPr/>
                <p14:nvPr/>
              </p14:nvContentPartPr>
              <p14:xfrm>
                <a:off x="4322777" y="1135592"/>
                <a:ext cx="100080" cy="116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5AEDEE-9A63-3837-BF63-2ADE15471E3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04777" y="1117592"/>
                  <a:ext cx="135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829AE4-2449-F060-B75C-F55A0B4E20A6}"/>
                    </a:ext>
                  </a:extLst>
                </p14:cNvPr>
                <p14:cNvContentPartPr/>
                <p14:nvPr/>
              </p14:nvContentPartPr>
              <p14:xfrm>
                <a:off x="4453817" y="1145672"/>
                <a:ext cx="132840" cy="1029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829AE4-2449-F060-B75C-F55A0B4E20A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36177" y="1128032"/>
                  <a:ext cx="1684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0ADAEEE-F130-194C-6AE6-BA53074A26C2}"/>
                    </a:ext>
                  </a:extLst>
                </p14:cNvPr>
                <p14:cNvContentPartPr/>
                <p14:nvPr/>
              </p14:nvContentPartPr>
              <p14:xfrm>
                <a:off x="4725617" y="1120832"/>
                <a:ext cx="32040" cy="198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0ADAEEE-F130-194C-6AE6-BA53074A26C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707617" y="1103192"/>
                  <a:ext cx="676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9AB1F99-58F7-9649-377B-CC1759723AA2}"/>
                    </a:ext>
                  </a:extLst>
                </p14:cNvPr>
                <p14:cNvContentPartPr/>
                <p14:nvPr/>
              </p14:nvContentPartPr>
              <p14:xfrm>
                <a:off x="4736417" y="1080152"/>
                <a:ext cx="82440" cy="175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9AB1F99-58F7-9649-377B-CC1759723AA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718417" y="1062152"/>
                  <a:ext cx="1180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4E67D57-D71E-D37E-BF40-BF5AD5677670}"/>
                    </a:ext>
                  </a:extLst>
                </p14:cNvPr>
                <p14:cNvContentPartPr/>
                <p14:nvPr/>
              </p14:nvContentPartPr>
              <p14:xfrm>
                <a:off x="4813097" y="1135952"/>
                <a:ext cx="91440" cy="64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4E67D57-D71E-D37E-BF40-BF5AD567767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795097" y="1117952"/>
                  <a:ext cx="1270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FE6C1A0-7517-602D-1D3D-6DE6B4741252}"/>
                    </a:ext>
                  </a:extLst>
                </p14:cNvPr>
                <p14:cNvContentPartPr/>
                <p14:nvPr/>
              </p14:nvContentPartPr>
              <p14:xfrm>
                <a:off x="4993817" y="1122992"/>
                <a:ext cx="87120" cy="99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FE6C1A0-7517-602D-1D3D-6DE6B474125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975817" y="1104992"/>
                  <a:ext cx="1227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D3B511-70E9-00A0-CA78-3D96BB64DC08}"/>
                    </a:ext>
                  </a:extLst>
                </p14:cNvPr>
                <p14:cNvContentPartPr/>
                <p14:nvPr/>
              </p14:nvContentPartPr>
              <p14:xfrm>
                <a:off x="5227097" y="1068632"/>
                <a:ext cx="100440" cy="125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D3B511-70E9-00A0-CA78-3D96BB64DC0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209457" y="1050632"/>
                  <a:ext cx="1360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1F5D348-4031-47BC-134E-038E0AA76BDE}"/>
                    </a:ext>
                  </a:extLst>
                </p14:cNvPr>
                <p14:cNvContentPartPr/>
                <p14:nvPr/>
              </p14:nvContentPartPr>
              <p14:xfrm>
                <a:off x="5329697" y="1068632"/>
                <a:ext cx="104040" cy="124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1F5D348-4031-47BC-134E-038E0AA76BD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311697" y="1050632"/>
                  <a:ext cx="139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972DD2B-135C-F77C-6119-4BD0F6500FE0}"/>
                    </a:ext>
                  </a:extLst>
                </p14:cNvPr>
                <p14:cNvContentPartPr/>
                <p14:nvPr/>
              </p14:nvContentPartPr>
              <p14:xfrm>
                <a:off x="5488817" y="1055672"/>
                <a:ext cx="80280" cy="168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972DD2B-135C-F77C-6119-4BD0F6500FE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470817" y="1037672"/>
                  <a:ext cx="115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1031A5-F329-8D33-550F-2FF1E8F00E7A}"/>
                    </a:ext>
                  </a:extLst>
                </p14:cNvPr>
                <p14:cNvContentPartPr/>
                <p14:nvPr/>
              </p14:nvContentPartPr>
              <p14:xfrm>
                <a:off x="5636777" y="1069712"/>
                <a:ext cx="84240" cy="177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1031A5-F329-8D33-550F-2FF1E8F00E7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618777" y="1051712"/>
                  <a:ext cx="1198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BE0F7B0-B41E-D945-2413-39A5069502AB}"/>
                    </a:ext>
                  </a:extLst>
                </p14:cNvPr>
                <p14:cNvContentPartPr/>
                <p14:nvPr/>
              </p14:nvContentPartPr>
              <p14:xfrm>
                <a:off x="5813177" y="1106072"/>
                <a:ext cx="18360" cy="128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BE0F7B0-B41E-D945-2413-39A5069502A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95177" y="1088072"/>
                  <a:ext cx="54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68A6247-AF48-018E-6DA4-6576D8FACBA3}"/>
                    </a:ext>
                  </a:extLst>
                </p14:cNvPr>
                <p14:cNvContentPartPr/>
                <p14:nvPr/>
              </p14:nvContentPartPr>
              <p14:xfrm>
                <a:off x="5833697" y="990512"/>
                <a:ext cx="3960" cy="25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68A6247-AF48-018E-6DA4-6576D8FACBA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16057" y="972512"/>
                  <a:ext cx="39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188EE11-1747-4D44-0004-CD8B1ABBF4C2}"/>
                    </a:ext>
                  </a:extLst>
                </p14:cNvPr>
                <p14:cNvContentPartPr/>
                <p14:nvPr/>
              </p14:nvContentPartPr>
              <p14:xfrm>
                <a:off x="5905697" y="1106432"/>
                <a:ext cx="165600" cy="133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188EE11-1747-4D44-0004-CD8B1ABBF4C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887697" y="1088792"/>
                  <a:ext cx="2012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F3BD42-0E76-F4D9-785B-F983B809CBF8}"/>
                    </a:ext>
                  </a:extLst>
                </p14:cNvPr>
                <p14:cNvContentPartPr/>
                <p14:nvPr/>
              </p14:nvContentPartPr>
              <p14:xfrm>
                <a:off x="6135377" y="1115432"/>
                <a:ext cx="155160" cy="266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F3BD42-0E76-F4D9-785B-F983B809CBF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117737" y="1097792"/>
                  <a:ext cx="19080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E98815A-DE3A-1B73-BF1A-6F45B1F85BCE}"/>
                    </a:ext>
                  </a:extLst>
                </p14:cNvPr>
                <p14:cNvContentPartPr/>
                <p14:nvPr/>
              </p14:nvContentPartPr>
              <p14:xfrm>
                <a:off x="5035577" y="1221992"/>
                <a:ext cx="1855800" cy="1145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E98815A-DE3A-1B73-BF1A-6F45B1F85BC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17577" y="1203992"/>
                  <a:ext cx="1891440" cy="11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C6B49B5-B3C1-58F8-4B05-56CCAEBD6CAD}"/>
                    </a:ext>
                  </a:extLst>
                </p14:cNvPr>
                <p14:cNvContentPartPr/>
                <p14:nvPr/>
              </p14:nvContentPartPr>
              <p14:xfrm>
                <a:off x="5022617" y="2152592"/>
                <a:ext cx="192240" cy="277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C6B49B5-B3C1-58F8-4B05-56CCAEBD6CA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04977" y="2134952"/>
                  <a:ext cx="227880" cy="31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2502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3FBD4-BD64-717B-A278-7527C90D7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28ED7-ED4B-46E0-9EC1-A063FB60EC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DBA9ECA-A362-3076-4487-705D34BE07B7}"/>
              </a:ext>
            </a:extLst>
          </p:cNvPr>
          <p:cNvGrpSpPr/>
          <p:nvPr/>
        </p:nvGrpSpPr>
        <p:grpSpPr>
          <a:xfrm>
            <a:off x="758777" y="1032272"/>
            <a:ext cx="5180400" cy="4022640"/>
            <a:chOff x="758777" y="1032272"/>
            <a:chExt cx="5180400" cy="402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512C746-A6DF-054D-E528-48BF7ED057A1}"/>
                    </a:ext>
                  </a:extLst>
                </p14:cNvPr>
                <p14:cNvContentPartPr/>
                <p14:nvPr/>
              </p14:nvContentPartPr>
              <p14:xfrm>
                <a:off x="1452137" y="1723472"/>
                <a:ext cx="38520" cy="307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512C746-A6DF-054D-E528-48BF7ED057A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34497" y="1705472"/>
                  <a:ext cx="74160" cy="31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C58E173-F275-394D-C832-EB6F8908D8F8}"/>
                    </a:ext>
                  </a:extLst>
                </p14:cNvPr>
                <p14:cNvContentPartPr/>
                <p14:nvPr/>
              </p14:nvContentPartPr>
              <p14:xfrm>
                <a:off x="1450337" y="1574072"/>
                <a:ext cx="3562200" cy="179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C58E173-F275-394D-C832-EB6F8908D8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32697" y="1556072"/>
                  <a:ext cx="35978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131163A-4290-B90D-2BDE-0DBE6D1B4B21}"/>
                    </a:ext>
                  </a:extLst>
                </p14:cNvPr>
                <p14:cNvContentPartPr/>
                <p14:nvPr/>
              </p14:nvContentPartPr>
              <p14:xfrm>
                <a:off x="1728617" y="1570832"/>
                <a:ext cx="3700440" cy="3295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131163A-4290-B90D-2BDE-0DBE6D1B4B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10977" y="1552832"/>
                  <a:ext cx="3736080" cy="33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879082D-A7EA-7388-520C-F3E114DC1272}"/>
                    </a:ext>
                  </a:extLst>
                </p14:cNvPr>
                <p14:cNvContentPartPr/>
                <p14:nvPr/>
              </p14:nvContentPartPr>
              <p14:xfrm>
                <a:off x="3042617" y="1032272"/>
                <a:ext cx="339120" cy="321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879082D-A7EA-7388-520C-F3E114DC127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24977" y="1014272"/>
                  <a:ext cx="3747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B0BE1D-8A6F-6E89-B3F6-751951D56EBF}"/>
                    </a:ext>
                  </a:extLst>
                </p14:cNvPr>
                <p14:cNvContentPartPr/>
                <p14:nvPr/>
              </p14:nvContentPartPr>
              <p14:xfrm>
                <a:off x="758777" y="3015512"/>
                <a:ext cx="372240" cy="39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B0BE1D-8A6F-6E89-B3F6-751951D56E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40777" y="2997512"/>
                  <a:ext cx="4078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AB4F26B-2FFF-82D9-CC9D-EBB52AEBF026}"/>
                    </a:ext>
                  </a:extLst>
                </p14:cNvPr>
                <p14:cNvContentPartPr/>
                <p14:nvPr/>
              </p14:nvContentPartPr>
              <p14:xfrm>
                <a:off x="1006817" y="2055032"/>
                <a:ext cx="81720" cy="824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AB4F26B-2FFF-82D9-CC9D-EBB52AEBF0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88817" y="2037032"/>
                  <a:ext cx="11736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30709F-3AAA-7D53-C129-06D00FCBFACA}"/>
                    </a:ext>
                  </a:extLst>
                </p14:cNvPr>
                <p14:cNvContentPartPr/>
                <p14:nvPr/>
              </p14:nvContentPartPr>
              <p14:xfrm>
                <a:off x="861737" y="2111552"/>
                <a:ext cx="267840" cy="243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30709F-3AAA-7D53-C129-06D00FCBFAC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44097" y="2093552"/>
                  <a:ext cx="3034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24B62E8-2833-95FA-938F-2F2B9F40B3ED}"/>
                    </a:ext>
                  </a:extLst>
                </p14:cNvPr>
                <p14:cNvContentPartPr/>
                <p14:nvPr/>
              </p14:nvContentPartPr>
              <p14:xfrm>
                <a:off x="918617" y="3744512"/>
                <a:ext cx="77760" cy="85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24B62E8-2833-95FA-938F-2F2B9F40B3E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00977" y="3726512"/>
                  <a:ext cx="113400" cy="88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B66A779-1E34-4E05-95A1-29427814D104}"/>
                    </a:ext>
                  </a:extLst>
                </p14:cNvPr>
                <p14:cNvContentPartPr/>
                <p14:nvPr/>
              </p14:nvContentPartPr>
              <p14:xfrm>
                <a:off x="864257" y="4514552"/>
                <a:ext cx="257040" cy="101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B66A779-1E34-4E05-95A1-29427814D10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617" y="4496552"/>
                  <a:ext cx="292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46D0BCA-D74A-9253-252B-8B260F043C5B}"/>
                    </a:ext>
                  </a:extLst>
                </p14:cNvPr>
                <p14:cNvContentPartPr/>
                <p14:nvPr/>
              </p14:nvContentPartPr>
              <p14:xfrm>
                <a:off x="1988897" y="1289312"/>
                <a:ext cx="942480" cy="19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46D0BCA-D74A-9253-252B-8B260F043C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70897" y="1271312"/>
                  <a:ext cx="9781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A52CB60-3D80-BC16-A467-5DDE02DE58CE}"/>
                    </a:ext>
                  </a:extLst>
                </p14:cNvPr>
                <p14:cNvContentPartPr/>
                <p14:nvPr/>
              </p14:nvContentPartPr>
              <p14:xfrm>
                <a:off x="1978817" y="1149272"/>
                <a:ext cx="14616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A52CB60-3D80-BC16-A467-5DDE02DE58C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61177" y="1131632"/>
                  <a:ext cx="1818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8B9CC07-F4A3-1FA5-FEE1-987D189E53A7}"/>
                    </a:ext>
                  </a:extLst>
                </p14:cNvPr>
                <p14:cNvContentPartPr/>
                <p14:nvPr/>
              </p14:nvContentPartPr>
              <p14:xfrm>
                <a:off x="3639497" y="1202912"/>
                <a:ext cx="1483920" cy="51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8B9CC07-F4A3-1FA5-FEE1-987D189E53A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621497" y="1184912"/>
                  <a:ext cx="15195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715493-D61F-B573-970F-E62346DDEEF3}"/>
                    </a:ext>
                  </a:extLst>
                </p14:cNvPr>
                <p14:cNvContentPartPr/>
                <p14:nvPr/>
              </p14:nvContentPartPr>
              <p14:xfrm>
                <a:off x="5030177" y="1147112"/>
                <a:ext cx="113040" cy="196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715493-D61F-B573-970F-E62346DDEEF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012537" y="1129112"/>
                  <a:ext cx="1486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E7CCC5A-879C-6D89-E7F4-03DFF8E85A27}"/>
                    </a:ext>
                  </a:extLst>
                </p14:cNvPr>
                <p14:cNvContentPartPr/>
                <p14:nvPr/>
              </p14:nvContentPartPr>
              <p14:xfrm>
                <a:off x="2031377" y="1657232"/>
                <a:ext cx="30240" cy="3234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E7CCC5A-879C-6D89-E7F4-03DFF8E85A2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13377" y="1639592"/>
                  <a:ext cx="65880" cy="32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99DA4E6-D54D-3D59-7764-9B43CB68AA5E}"/>
                    </a:ext>
                  </a:extLst>
                </p14:cNvPr>
                <p14:cNvContentPartPr/>
                <p14:nvPr/>
              </p14:nvContentPartPr>
              <p14:xfrm>
                <a:off x="2353217" y="1749752"/>
                <a:ext cx="27000" cy="2896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99DA4E6-D54D-3D59-7764-9B43CB68AA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335217" y="1732112"/>
                  <a:ext cx="62640" cy="29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F7906D-386A-486C-35A3-DBED54DF3CE0}"/>
                    </a:ext>
                  </a:extLst>
                </p14:cNvPr>
                <p14:cNvContentPartPr/>
                <p14:nvPr/>
              </p14:nvContentPartPr>
              <p14:xfrm>
                <a:off x="2740577" y="1758392"/>
                <a:ext cx="130680" cy="2927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F7906D-386A-486C-35A3-DBED54DF3CE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22577" y="1740392"/>
                  <a:ext cx="166320" cy="29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0ED157A-FDAD-F913-C28A-6D4D5ED6A53C}"/>
                    </a:ext>
                  </a:extLst>
                </p14:cNvPr>
                <p14:cNvContentPartPr/>
                <p14:nvPr/>
              </p14:nvContentPartPr>
              <p14:xfrm>
                <a:off x="3199937" y="1678112"/>
                <a:ext cx="121320" cy="30621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0ED157A-FDAD-F913-C28A-6D4D5ED6A53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82297" y="1660112"/>
                  <a:ext cx="156960" cy="30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2F8D641-8A4E-83DB-A86E-8E37B1B9DB68}"/>
                    </a:ext>
                  </a:extLst>
                </p14:cNvPr>
                <p14:cNvContentPartPr/>
                <p14:nvPr/>
              </p14:nvContentPartPr>
              <p14:xfrm>
                <a:off x="3733457" y="1603952"/>
                <a:ext cx="397440" cy="2580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2F8D641-8A4E-83DB-A86E-8E37B1B9DB6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15817" y="1585952"/>
                  <a:ext cx="433080" cy="26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F7B97B2-9C6F-7CB8-1FFC-57D2C0494CAA}"/>
                    </a:ext>
                  </a:extLst>
                </p14:cNvPr>
                <p14:cNvContentPartPr/>
                <p14:nvPr/>
              </p14:nvContentPartPr>
              <p14:xfrm>
                <a:off x="4390097" y="1474712"/>
                <a:ext cx="61560" cy="2995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F7B97B2-9C6F-7CB8-1FFC-57D2C0494CA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72457" y="1457072"/>
                  <a:ext cx="97200" cy="30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A380FF3-D949-0526-74A2-91AD0EDD74F6}"/>
                    </a:ext>
                  </a:extLst>
                </p14:cNvPr>
                <p14:cNvContentPartPr/>
                <p14:nvPr/>
              </p14:nvContentPartPr>
              <p14:xfrm>
                <a:off x="4713737" y="1562912"/>
                <a:ext cx="37080" cy="2723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A380FF3-D949-0526-74A2-91AD0EDD74F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695737" y="1545272"/>
                  <a:ext cx="72720" cy="27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F61FB6-0615-DF4D-4E18-692E0A7981E4}"/>
                    </a:ext>
                  </a:extLst>
                </p14:cNvPr>
                <p14:cNvContentPartPr/>
                <p14:nvPr/>
              </p14:nvContentPartPr>
              <p14:xfrm>
                <a:off x="1757417" y="1980152"/>
                <a:ext cx="12600" cy="245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F61FB6-0615-DF4D-4E18-692E0A7981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39417" y="1962152"/>
                  <a:ext cx="482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681E14A-DD0F-3A89-1F0C-0D866F7054BE}"/>
                    </a:ext>
                  </a:extLst>
                </p14:cNvPr>
                <p14:cNvContentPartPr/>
                <p14:nvPr/>
              </p14:nvContentPartPr>
              <p14:xfrm>
                <a:off x="2121737" y="1999952"/>
                <a:ext cx="195120" cy="162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681E14A-DD0F-3A89-1F0C-0D866F7054B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104097" y="1982312"/>
                  <a:ext cx="2307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392E9C-FF74-2A2A-4949-01799C41B753}"/>
                    </a:ext>
                  </a:extLst>
                </p14:cNvPr>
                <p14:cNvContentPartPr/>
                <p14:nvPr/>
              </p14:nvContentPartPr>
              <p14:xfrm>
                <a:off x="2529617" y="2001392"/>
                <a:ext cx="85680" cy="19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392E9C-FF74-2A2A-4949-01799C41B75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511617" y="1983752"/>
                  <a:ext cx="1213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CAE91E4-9EF9-406C-C7F0-60749C6080E0}"/>
                    </a:ext>
                  </a:extLst>
                </p14:cNvPr>
                <p14:cNvContentPartPr/>
                <p14:nvPr/>
              </p14:nvContentPartPr>
              <p14:xfrm>
                <a:off x="2926697" y="1923272"/>
                <a:ext cx="176760" cy="148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CAE91E4-9EF9-406C-C7F0-60749C6080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08697" y="1905632"/>
                  <a:ext cx="212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363CF8E-1470-B4EB-BEFF-4C8B348BF2FA}"/>
                    </a:ext>
                  </a:extLst>
                </p14:cNvPr>
                <p14:cNvContentPartPr/>
                <p14:nvPr/>
              </p14:nvContentPartPr>
              <p14:xfrm>
                <a:off x="3426377" y="1962872"/>
                <a:ext cx="87480" cy="9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363CF8E-1470-B4EB-BEFF-4C8B348BF2F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8377" y="1945232"/>
                  <a:ext cx="1231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0C2896-FF5E-CEC2-89E1-49047534081B}"/>
                    </a:ext>
                  </a:extLst>
                </p14:cNvPr>
                <p14:cNvContentPartPr/>
                <p14:nvPr/>
              </p14:nvContentPartPr>
              <p14:xfrm>
                <a:off x="3429617" y="2023352"/>
                <a:ext cx="79560" cy="137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0C2896-FF5E-CEC2-89E1-49047534081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11977" y="2005712"/>
                  <a:ext cx="115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78C6C39-C11F-8F8A-CA6A-3450D0320E4F}"/>
                    </a:ext>
                  </a:extLst>
                </p14:cNvPr>
                <p14:cNvContentPartPr/>
                <p14:nvPr/>
              </p14:nvContentPartPr>
              <p14:xfrm>
                <a:off x="3867377" y="1938392"/>
                <a:ext cx="101880" cy="138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78C6C39-C11F-8F8A-CA6A-3450D0320E4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849377" y="1920392"/>
                  <a:ext cx="137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50588E-445D-0165-FD5B-9A8CFAE782B3}"/>
                    </a:ext>
                  </a:extLst>
                </p14:cNvPr>
                <p14:cNvContentPartPr/>
                <p14:nvPr/>
              </p14:nvContentPartPr>
              <p14:xfrm>
                <a:off x="4435817" y="1865672"/>
                <a:ext cx="104760" cy="237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50588E-445D-0165-FD5B-9A8CFAE782B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418177" y="1847672"/>
                  <a:ext cx="1404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027CAFA-5DA1-BA22-028A-D4F838EE8030}"/>
                    </a:ext>
                  </a:extLst>
                </p14:cNvPr>
                <p14:cNvContentPartPr/>
                <p14:nvPr/>
              </p14:nvContentPartPr>
              <p14:xfrm>
                <a:off x="4478657" y="2016512"/>
                <a:ext cx="83160" cy="74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027CAFA-5DA1-BA22-028A-D4F838EE80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460657" y="1998512"/>
                  <a:ext cx="118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2CC3FF2-03DB-7A68-59B8-4C7BC23E797E}"/>
                    </a:ext>
                  </a:extLst>
                </p14:cNvPr>
                <p14:cNvContentPartPr/>
                <p14:nvPr/>
              </p14:nvContentPartPr>
              <p14:xfrm>
                <a:off x="4841537" y="1894112"/>
                <a:ext cx="173520" cy="210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2CC3FF2-03DB-7A68-59B8-4C7BC23E79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3537" y="1876472"/>
                  <a:ext cx="2091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555CED2-C5AE-28FB-6055-A2BB494552DB}"/>
                    </a:ext>
                  </a:extLst>
                </p14:cNvPr>
                <p14:cNvContentPartPr/>
                <p14:nvPr/>
              </p14:nvContentPartPr>
              <p14:xfrm>
                <a:off x="1279697" y="2091752"/>
                <a:ext cx="4316040" cy="348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555CED2-C5AE-28FB-6055-A2BB494552D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261697" y="2074112"/>
                  <a:ext cx="435168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CF1418A-BC0B-DF57-C360-D772A40A6782}"/>
                    </a:ext>
                  </a:extLst>
                </p14:cNvPr>
                <p14:cNvContentPartPr/>
                <p14:nvPr/>
              </p14:nvContentPartPr>
              <p14:xfrm>
                <a:off x="1468337" y="2634992"/>
                <a:ext cx="3975480" cy="286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CF1418A-BC0B-DF57-C360-D772A40A678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50697" y="2616992"/>
                  <a:ext cx="40111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6BE162C-AEF7-E3B3-3B1C-2FD0238A687F}"/>
                    </a:ext>
                  </a:extLst>
                </p14:cNvPr>
                <p14:cNvContentPartPr/>
                <p14:nvPr/>
              </p14:nvContentPartPr>
              <p14:xfrm>
                <a:off x="1472297" y="3137552"/>
                <a:ext cx="3925440" cy="92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6BE162C-AEF7-E3B3-3B1C-2FD0238A687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454657" y="3119912"/>
                  <a:ext cx="3961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27BFA08-544F-E023-9A37-65191BC8B004}"/>
                    </a:ext>
                  </a:extLst>
                </p14:cNvPr>
                <p14:cNvContentPartPr/>
                <p14:nvPr/>
              </p14:nvContentPartPr>
              <p14:xfrm>
                <a:off x="1388057" y="3497192"/>
                <a:ext cx="4397040" cy="168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27BFA08-544F-E023-9A37-65191BC8B00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370057" y="3479552"/>
                  <a:ext cx="4432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21ADDED-DBC2-DFB4-3708-BBB5EA9DEEF2}"/>
                    </a:ext>
                  </a:extLst>
                </p14:cNvPr>
                <p14:cNvContentPartPr/>
                <p14:nvPr/>
              </p14:nvContentPartPr>
              <p14:xfrm>
                <a:off x="1460417" y="3965192"/>
                <a:ext cx="3665160" cy="133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21ADDED-DBC2-DFB4-3708-BBB5EA9DEEF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42777" y="3947192"/>
                  <a:ext cx="3700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15130BE-FD88-6390-C2C0-C0AB197055D3}"/>
                    </a:ext>
                  </a:extLst>
                </p14:cNvPr>
                <p14:cNvContentPartPr/>
                <p14:nvPr/>
              </p14:nvContentPartPr>
              <p14:xfrm>
                <a:off x="1650137" y="2486312"/>
                <a:ext cx="166680" cy="183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15130BE-FD88-6390-C2C0-C0AB197055D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2137" y="2468672"/>
                  <a:ext cx="2023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DF622F-42E5-5B52-D8B1-1F317DB72528}"/>
                    </a:ext>
                  </a:extLst>
                </p14:cNvPr>
                <p14:cNvContentPartPr/>
                <p14:nvPr/>
              </p14:nvContentPartPr>
              <p14:xfrm>
                <a:off x="1725377" y="2902112"/>
                <a:ext cx="100800" cy="205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DF622F-42E5-5B52-D8B1-1F317DB7252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07377" y="2884472"/>
                  <a:ext cx="136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E255914-1030-57F8-29E9-1D9496967DA0}"/>
                    </a:ext>
                  </a:extLst>
                </p14:cNvPr>
                <p14:cNvContentPartPr/>
                <p14:nvPr/>
              </p14:nvContentPartPr>
              <p14:xfrm>
                <a:off x="1759577" y="3333752"/>
                <a:ext cx="132840" cy="19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E255914-1030-57F8-29E9-1D9496967DA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41937" y="3316112"/>
                  <a:ext cx="16848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DB4536E-4BE6-28DA-0DA3-BD31E5F20D82}"/>
                    </a:ext>
                  </a:extLst>
                </p14:cNvPr>
                <p14:cNvContentPartPr/>
                <p14:nvPr/>
              </p14:nvContentPartPr>
              <p14:xfrm>
                <a:off x="1736177" y="3749912"/>
                <a:ext cx="82440" cy="241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DB4536E-4BE6-28DA-0DA3-BD31E5F20D8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718177" y="3732272"/>
                  <a:ext cx="1180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556DF90-B761-E73C-80BF-453568087080}"/>
                    </a:ext>
                  </a:extLst>
                </p14:cNvPr>
                <p14:cNvContentPartPr/>
                <p14:nvPr/>
              </p14:nvContentPartPr>
              <p14:xfrm>
                <a:off x="1735457" y="4139072"/>
                <a:ext cx="88920" cy="146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556DF90-B761-E73C-80BF-45356808708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17817" y="4121432"/>
                  <a:ext cx="1245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31F2CC7-E337-0E1F-25D2-C1120A6F2CDC}"/>
                    </a:ext>
                  </a:extLst>
                </p14:cNvPr>
                <p14:cNvContentPartPr/>
                <p14:nvPr/>
              </p14:nvContentPartPr>
              <p14:xfrm>
                <a:off x="1712417" y="4415912"/>
                <a:ext cx="90000" cy="132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31F2CC7-E337-0E1F-25D2-C1120A6F2CD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94417" y="4397912"/>
                  <a:ext cx="1256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FCF8A4A-FD0E-2649-E606-0B0B4338C11F}"/>
                    </a:ext>
                  </a:extLst>
                </p14:cNvPr>
                <p14:cNvContentPartPr/>
                <p14:nvPr/>
              </p14:nvContentPartPr>
              <p14:xfrm>
                <a:off x="1760657" y="4455512"/>
                <a:ext cx="72720" cy="107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FCF8A4A-FD0E-2649-E606-0B0B4338C11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742657" y="4437512"/>
                  <a:ext cx="1083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F282F2F-7A44-312D-1BBD-F1392D940DA9}"/>
                    </a:ext>
                  </a:extLst>
                </p14:cNvPr>
                <p14:cNvContentPartPr/>
                <p14:nvPr/>
              </p14:nvContentPartPr>
              <p14:xfrm>
                <a:off x="1756697" y="4624712"/>
                <a:ext cx="90360" cy="122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F282F2F-7A44-312D-1BBD-F1392D940DA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38697" y="4607072"/>
                  <a:ext cx="126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C31A790-8620-4504-70E8-671582340D0F}"/>
                    </a:ext>
                  </a:extLst>
                </p14:cNvPr>
                <p14:cNvContentPartPr/>
                <p14:nvPr/>
              </p14:nvContentPartPr>
              <p14:xfrm>
                <a:off x="1405697" y="4165352"/>
                <a:ext cx="4533480" cy="2289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C31A790-8620-4504-70E8-671582340D0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388057" y="4147352"/>
                  <a:ext cx="45691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DE77FCF-706B-F8BC-5349-8C55DCD7DBB6}"/>
                    </a:ext>
                  </a:extLst>
                </p14:cNvPr>
                <p14:cNvContentPartPr/>
                <p14:nvPr/>
              </p14:nvContentPartPr>
              <p14:xfrm>
                <a:off x="1302737" y="4363352"/>
                <a:ext cx="4429440" cy="280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DE77FCF-706B-F8BC-5349-8C55DCD7DBB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285097" y="4345712"/>
                  <a:ext cx="44650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9CFA5C-2816-609D-E3FE-D217E9304F05}"/>
                    </a:ext>
                  </a:extLst>
                </p14:cNvPr>
                <p14:cNvContentPartPr/>
                <p14:nvPr/>
              </p14:nvContentPartPr>
              <p14:xfrm>
                <a:off x="4140257" y="4162112"/>
                <a:ext cx="106200" cy="89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9CFA5C-2816-609D-E3FE-D217E9304F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122257" y="4144472"/>
                  <a:ext cx="141840" cy="9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2C05A6F-32B9-89E9-F661-19D5F1701D7A}"/>
                    </a:ext>
                  </a:extLst>
                </p14:cNvPr>
                <p14:cNvContentPartPr/>
                <p14:nvPr/>
              </p14:nvContentPartPr>
              <p14:xfrm>
                <a:off x="4419257" y="4441832"/>
                <a:ext cx="78120" cy="391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2C05A6F-32B9-89E9-F661-19D5F1701D7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01257" y="4423832"/>
                  <a:ext cx="11376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28A2A3-9CA2-D3A6-A7C5-ADE9F81820DE}"/>
                    </a:ext>
                  </a:extLst>
                </p14:cNvPr>
                <p14:cNvContentPartPr/>
                <p14:nvPr/>
              </p14:nvContentPartPr>
              <p14:xfrm>
                <a:off x="4745057" y="4184792"/>
                <a:ext cx="100080" cy="7030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28A2A3-9CA2-D3A6-A7C5-ADE9F81820D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727057" y="4166792"/>
                  <a:ext cx="135720" cy="7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1672BE2-EE20-3A78-FBED-47FC2241162A}"/>
                    </a:ext>
                  </a:extLst>
                </p14:cNvPr>
                <p14:cNvContentPartPr/>
                <p14:nvPr/>
              </p14:nvContentPartPr>
              <p14:xfrm>
                <a:off x="5091377" y="3933512"/>
                <a:ext cx="400320" cy="70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1672BE2-EE20-3A78-FBED-47FC2241162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073737" y="3915872"/>
                  <a:ext cx="43596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BDAA547-8258-B64E-215C-5FDF10EE9DC3}"/>
              </a:ext>
            </a:extLst>
          </p:cNvPr>
          <p:cNvGrpSpPr/>
          <p:nvPr/>
        </p:nvGrpSpPr>
        <p:grpSpPr>
          <a:xfrm>
            <a:off x="6240497" y="892952"/>
            <a:ext cx="480600" cy="416880"/>
            <a:chOff x="6240497" y="892952"/>
            <a:chExt cx="480600" cy="41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54E082F-E8CB-F97A-7543-BEAE51673927}"/>
                    </a:ext>
                  </a:extLst>
                </p14:cNvPr>
                <p14:cNvContentPartPr/>
                <p14:nvPr/>
              </p14:nvContentPartPr>
              <p14:xfrm>
                <a:off x="6240497" y="892952"/>
                <a:ext cx="262440" cy="416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54E082F-E8CB-F97A-7543-BEAE5167392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22857" y="874952"/>
                  <a:ext cx="29808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0377BBE-BAB3-8299-B927-8E95F5940358}"/>
                    </a:ext>
                  </a:extLst>
                </p14:cNvPr>
                <p14:cNvContentPartPr/>
                <p14:nvPr/>
              </p14:nvContentPartPr>
              <p14:xfrm>
                <a:off x="6517697" y="964952"/>
                <a:ext cx="203400" cy="214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0377BBE-BAB3-8299-B927-8E95F59403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499697" y="946952"/>
                  <a:ext cx="2390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D69BFC7-3772-AFB7-7F3B-34BE4176DB65}"/>
                    </a:ext>
                  </a:extLst>
                </p14:cNvPr>
                <p14:cNvContentPartPr/>
                <p14:nvPr/>
              </p14:nvContentPartPr>
              <p14:xfrm>
                <a:off x="6662777" y="1052792"/>
                <a:ext cx="36000" cy="230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D69BFC7-3772-AFB7-7F3B-34BE4176DB6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44777" y="1034792"/>
                  <a:ext cx="7164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6FE03A7E-42EA-F567-1108-18E57834E305}"/>
              </a:ext>
            </a:extLst>
          </p:cNvPr>
          <p:cNvGrpSpPr/>
          <p:nvPr/>
        </p:nvGrpSpPr>
        <p:grpSpPr>
          <a:xfrm>
            <a:off x="6954737" y="878552"/>
            <a:ext cx="947160" cy="423000"/>
            <a:chOff x="6954737" y="878552"/>
            <a:chExt cx="94716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A7BB22-C6F1-D787-11CA-1470F7DFBEF4}"/>
                    </a:ext>
                  </a:extLst>
                </p14:cNvPr>
                <p14:cNvContentPartPr/>
                <p14:nvPr/>
              </p14:nvContentPartPr>
              <p14:xfrm>
                <a:off x="6954737" y="1015712"/>
                <a:ext cx="59760" cy="285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A7BB22-C6F1-D787-11CA-1470F7DFBEF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937097" y="998072"/>
                  <a:ext cx="9540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6CD7FC2-6F0B-682D-5551-961917F3B178}"/>
                    </a:ext>
                  </a:extLst>
                </p14:cNvPr>
                <p14:cNvContentPartPr/>
                <p14:nvPr/>
              </p14:nvContentPartPr>
              <p14:xfrm>
                <a:off x="6964817" y="1024712"/>
                <a:ext cx="114480" cy="144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6CD7FC2-6F0B-682D-5551-961917F3B1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946817" y="1006712"/>
                  <a:ext cx="15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A2C08C-8366-B998-0175-74159A2AD896}"/>
                    </a:ext>
                  </a:extLst>
                </p14:cNvPr>
                <p14:cNvContentPartPr/>
                <p14:nvPr/>
              </p14:nvContentPartPr>
              <p14:xfrm>
                <a:off x="7181537" y="1067192"/>
                <a:ext cx="26280" cy="164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A2C08C-8366-B998-0175-74159A2AD89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163897" y="1049192"/>
                  <a:ext cx="619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17D4CE3-1D34-7F33-26BA-5C52C46E8DD8}"/>
                    </a:ext>
                  </a:extLst>
                </p14:cNvPr>
                <p14:cNvContentPartPr/>
                <p14:nvPr/>
              </p14:nvContentPartPr>
              <p14:xfrm>
                <a:off x="7176137" y="917432"/>
                <a:ext cx="8280" cy="48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17D4CE3-1D34-7F33-26BA-5C52C46E8D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158497" y="899792"/>
                  <a:ext cx="439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598139B-1136-75B3-FF60-59CAF132C006}"/>
                    </a:ext>
                  </a:extLst>
                </p14:cNvPr>
                <p14:cNvContentPartPr/>
                <p14:nvPr/>
              </p14:nvContentPartPr>
              <p14:xfrm>
                <a:off x="7260377" y="1041272"/>
                <a:ext cx="137520" cy="106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598139B-1136-75B3-FF60-59CAF132C00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42737" y="1023632"/>
                  <a:ext cx="1731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9239F75-6E1E-C342-7D72-53F7D8CA419E}"/>
                    </a:ext>
                  </a:extLst>
                </p14:cNvPr>
                <p14:cNvContentPartPr/>
                <p14:nvPr/>
              </p14:nvContentPartPr>
              <p14:xfrm>
                <a:off x="7296017" y="981512"/>
                <a:ext cx="100800" cy="139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9239F75-6E1E-C342-7D72-53F7D8CA419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278017" y="963512"/>
                  <a:ext cx="136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3C14C13-01C1-68C5-B86E-B343692DFD6E}"/>
                    </a:ext>
                  </a:extLst>
                </p14:cNvPr>
                <p14:cNvContentPartPr/>
                <p14:nvPr/>
              </p14:nvContentPartPr>
              <p14:xfrm>
                <a:off x="7434617" y="1025792"/>
                <a:ext cx="169560" cy="1137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3C14C13-01C1-68C5-B86E-B343692DFD6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16977" y="1008152"/>
                  <a:ext cx="2052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57D1851-1334-91A7-CAA7-C7424577CA8E}"/>
                    </a:ext>
                  </a:extLst>
                </p14:cNvPr>
                <p14:cNvContentPartPr/>
                <p14:nvPr/>
              </p14:nvContentPartPr>
              <p14:xfrm>
                <a:off x="7656737" y="878552"/>
                <a:ext cx="69120" cy="3128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57D1851-1334-91A7-CAA7-C7424577CA8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639097" y="860912"/>
                  <a:ext cx="1047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FB17F69-5405-7A27-A856-0BB54EE0806F}"/>
                    </a:ext>
                  </a:extLst>
                </p14:cNvPr>
                <p14:cNvContentPartPr/>
                <p14:nvPr/>
              </p14:nvContentPartPr>
              <p14:xfrm>
                <a:off x="7778777" y="991592"/>
                <a:ext cx="123120" cy="264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FB17F69-5405-7A27-A856-0BB54EE0806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760777" y="973952"/>
                  <a:ext cx="158760" cy="30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9EB20C65-F51C-F03A-1213-2F98BAEE669C}"/>
              </a:ext>
            </a:extLst>
          </p:cNvPr>
          <p:cNvGrpSpPr/>
          <p:nvPr/>
        </p:nvGrpSpPr>
        <p:grpSpPr>
          <a:xfrm>
            <a:off x="2199857" y="1931912"/>
            <a:ext cx="1788480" cy="2372040"/>
            <a:chOff x="2199857" y="1931912"/>
            <a:chExt cx="1788480" cy="237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6B3E77C-8F96-531F-16EE-468C10F34DB3}"/>
                    </a:ext>
                  </a:extLst>
                </p14:cNvPr>
                <p14:cNvContentPartPr/>
                <p14:nvPr/>
              </p14:nvContentPartPr>
              <p14:xfrm>
                <a:off x="2199857" y="2026952"/>
                <a:ext cx="1109520" cy="2277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6B3E77C-8F96-531F-16EE-468C10F34DB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36857" y="1963952"/>
                  <a:ext cx="1235160" cy="240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B52FEE8-A587-81AE-DAEA-820FC475B251}"/>
                    </a:ext>
                  </a:extLst>
                </p14:cNvPr>
                <p14:cNvContentPartPr/>
                <p14:nvPr/>
              </p14:nvContentPartPr>
              <p14:xfrm>
                <a:off x="3324497" y="1931912"/>
                <a:ext cx="663840" cy="2157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B52FEE8-A587-81AE-DAEA-820FC475B25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261857" y="1868912"/>
                  <a:ext cx="789480" cy="22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6C35B48-97C2-DC6D-43F8-7D127F5C46D0}"/>
                    </a:ext>
                  </a:extLst>
                </p14:cNvPr>
                <p14:cNvContentPartPr/>
                <p14:nvPr/>
              </p14:nvContentPartPr>
              <p14:xfrm>
                <a:off x="2483177" y="3293072"/>
                <a:ext cx="1162800" cy="240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6C35B48-97C2-DC6D-43F8-7D127F5C46D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420537" y="3230072"/>
                  <a:ext cx="1288440" cy="36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8017162-05C0-747C-47A7-8EA7AD09A501}"/>
              </a:ext>
            </a:extLst>
          </p:cNvPr>
          <p:cNvGrpSpPr/>
          <p:nvPr/>
        </p:nvGrpSpPr>
        <p:grpSpPr>
          <a:xfrm>
            <a:off x="535217" y="5243192"/>
            <a:ext cx="3893760" cy="1001160"/>
            <a:chOff x="535217" y="5243192"/>
            <a:chExt cx="3893760" cy="100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34069DC-9C55-6600-CA66-9ACA99ECD489}"/>
                    </a:ext>
                  </a:extLst>
                </p14:cNvPr>
                <p14:cNvContentPartPr/>
                <p14:nvPr/>
              </p14:nvContentPartPr>
              <p14:xfrm>
                <a:off x="781097" y="5636312"/>
                <a:ext cx="21600" cy="348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34069DC-9C55-6600-CA66-9ACA99ECD48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63457" y="5618672"/>
                  <a:ext cx="572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8A4475B-83CF-8418-AFDC-5FD9A44D8EE9}"/>
                    </a:ext>
                  </a:extLst>
                </p14:cNvPr>
                <p14:cNvContentPartPr/>
                <p14:nvPr/>
              </p14:nvContentPartPr>
              <p14:xfrm>
                <a:off x="535217" y="5414552"/>
                <a:ext cx="536400" cy="829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8A4475B-83CF-8418-AFDC-5FD9A44D8EE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17577" y="5396552"/>
                  <a:ext cx="572040" cy="86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F39C4A5-20B2-51C0-0598-E16F63D87C09}"/>
                    </a:ext>
                  </a:extLst>
                </p14:cNvPr>
                <p14:cNvContentPartPr/>
                <p14:nvPr/>
              </p14:nvContentPartPr>
              <p14:xfrm>
                <a:off x="1237937" y="5618312"/>
                <a:ext cx="178200" cy="404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F39C4A5-20B2-51C0-0598-E16F63D87C0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19937" y="5600672"/>
                  <a:ext cx="21384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4B990D3-7840-FFEF-DFF0-4A6B55067500}"/>
                    </a:ext>
                  </a:extLst>
                </p14:cNvPr>
                <p14:cNvContentPartPr/>
                <p14:nvPr/>
              </p14:nvContentPartPr>
              <p14:xfrm>
                <a:off x="1460417" y="5731352"/>
                <a:ext cx="353160" cy="200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4B990D3-7840-FFEF-DFF0-4A6B5506750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42777" y="5713712"/>
                  <a:ext cx="388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B140EDF-B96C-1FA9-83D5-A1F8F5FCE63D}"/>
                    </a:ext>
                  </a:extLst>
                </p14:cNvPr>
                <p14:cNvContentPartPr/>
                <p14:nvPr/>
              </p14:nvContentPartPr>
              <p14:xfrm>
                <a:off x="1824377" y="5747192"/>
                <a:ext cx="133560" cy="194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B140EDF-B96C-1FA9-83D5-A1F8F5FCE63D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806737" y="5729192"/>
                  <a:ext cx="16920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759FB42-9CC6-9067-4B5F-330DE7D8A441}"/>
                    </a:ext>
                  </a:extLst>
                </p14:cNvPr>
                <p14:cNvContentPartPr/>
                <p14:nvPr/>
              </p14:nvContentPartPr>
              <p14:xfrm>
                <a:off x="2020937" y="5736032"/>
                <a:ext cx="75960" cy="183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759FB42-9CC6-9067-4B5F-330DE7D8A44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003297" y="5718032"/>
                  <a:ext cx="1116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B7796D5-741E-8CA1-B428-FBD7C88E13D9}"/>
                    </a:ext>
                  </a:extLst>
                </p14:cNvPr>
                <p14:cNvContentPartPr/>
                <p14:nvPr/>
              </p14:nvContentPartPr>
              <p14:xfrm>
                <a:off x="2143697" y="5755472"/>
                <a:ext cx="78840" cy="169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B7796D5-741E-8CA1-B428-FBD7C88E13D9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126057" y="5737472"/>
                  <a:ext cx="1144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60F1096-941D-0BB4-59A6-016FCD8C6EC7}"/>
                    </a:ext>
                  </a:extLst>
                </p14:cNvPr>
                <p14:cNvContentPartPr/>
                <p14:nvPr/>
              </p14:nvContentPartPr>
              <p14:xfrm>
                <a:off x="2299937" y="5679512"/>
                <a:ext cx="99360" cy="178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60F1096-941D-0BB4-59A6-016FCD8C6EC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281937" y="5661512"/>
                  <a:ext cx="1350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1E15EC4-FE28-F40B-651F-4D605B096DD9}"/>
                    </a:ext>
                  </a:extLst>
                </p14:cNvPr>
                <p14:cNvContentPartPr/>
                <p14:nvPr/>
              </p14:nvContentPartPr>
              <p14:xfrm>
                <a:off x="2499377" y="5647472"/>
                <a:ext cx="134640" cy="307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1E15EC4-FE28-F40B-651F-4D605B096DD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481737" y="5629832"/>
                  <a:ext cx="17028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5E8343B-FE3D-5B7F-5CE0-4673A9E21628}"/>
                    </a:ext>
                  </a:extLst>
                </p14:cNvPr>
                <p14:cNvContentPartPr/>
                <p14:nvPr/>
              </p14:nvContentPartPr>
              <p14:xfrm>
                <a:off x="2731217" y="5770592"/>
                <a:ext cx="603360" cy="37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5E8343B-FE3D-5B7F-5CE0-4673A9E21628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713577" y="5752592"/>
                  <a:ext cx="6390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7C6A60A-8DB3-525A-CFEE-3DD0022E507E}"/>
                    </a:ext>
                  </a:extLst>
                </p14:cNvPr>
                <p14:cNvContentPartPr/>
                <p14:nvPr/>
              </p14:nvContentPartPr>
              <p14:xfrm>
                <a:off x="3195977" y="5678432"/>
                <a:ext cx="162720" cy="287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7C6A60A-8DB3-525A-CFEE-3DD0022E507E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177977" y="5660432"/>
                  <a:ext cx="1983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AF4728D-A021-5766-4B88-E8AA092B4B00}"/>
                    </a:ext>
                  </a:extLst>
                </p14:cNvPr>
                <p14:cNvContentPartPr/>
                <p14:nvPr/>
              </p14:nvContentPartPr>
              <p14:xfrm>
                <a:off x="3681977" y="5656832"/>
                <a:ext cx="30960" cy="310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AF4728D-A021-5766-4B88-E8AA092B4B0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663977" y="5639192"/>
                  <a:ext cx="666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50B8D0C-3830-DC04-0767-3566416A7F4D}"/>
                    </a:ext>
                  </a:extLst>
                </p14:cNvPr>
                <p14:cNvContentPartPr/>
                <p14:nvPr/>
              </p14:nvContentPartPr>
              <p14:xfrm>
                <a:off x="3678377" y="5689592"/>
                <a:ext cx="144360" cy="3510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50B8D0C-3830-DC04-0767-3566416A7F4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60737" y="5671952"/>
                  <a:ext cx="18000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EBBF30A-99D6-52CF-E247-14A1CDFF94DD}"/>
                    </a:ext>
                  </a:extLst>
                </p14:cNvPr>
                <p14:cNvContentPartPr/>
                <p14:nvPr/>
              </p14:nvContentPartPr>
              <p14:xfrm>
                <a:off x="3913457" y="5807672"/>
                <a:ext cx="171720" cy="12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EBBF30A-99D6-52CF-E247-14A1CDFF94D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95817" y="5790032"/>
                  <a:ext cx="2073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A07520E-A82B-ABCD-F8EC-AED684CA165A}"/>
                    </a:ext>
                  </a:extLst>
                </p14:cNvPr>
                <p14:cNvContentPartPr/>
                <p14:nvPr/>
              </p14:nvContentPartPr>
              <p14:xfrm>
                <a:off x="4131257" y="5661512"/>
                <a:ext cx="56880" cy="203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A07520E-A82B-ABCD-F8EC-AED684CA165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113617" y="5643872"/>
                  <a:ext cx="92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B51C858-AC8A-1B02-A3E9-EF94E218776B}"/>
                    </a:ext>
                  </a:extLst>
                </p14:cNvPr>
                <p14:cNvContentPartPr/>
                <p14:nvPr/>
              </p14:nvContentPartPr>
              <p14:xfrm>
                <a:off x="4103897" y="5728112"/>
                <a:ext cx="189720" cy="46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B51C858-AC8A-1B02-A3E9-EF94E218776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085897" y="5710112"/>
                  <a:ext cx="225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88CCD0D-1463-2512-E7CB-3A333A97979A}"/>
                    </a:ext>
                  </a:extLst>
                </p14:cNvPr>
                <p14:cNvContentPartPr/>
                <p14:nvPr/>
              </p14:nvContentPartPr>
              <p14:xfrm>
                <a:off x="4277057" y="5699672"/>
                <a:ext cx="151920" cy="160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88CCD0D-1463-2512-E7CB-3A333A97979A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259417" y="5681672"/>
                  <a:ext cx="1875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815916C-9860-F29E-F359-3B0A1196B146}"/>
                    </a:ext>
                  </a:extLst>
                </p14:cNvPr>
                <p14:cNvContentPartPr/>
                <p14:nvPr/>
              </p14:nvContentPartPr>
              <p14:xfrm>
                <a:off x="3392537" y="5335352"/>
                <a:ext cx="168120" cy="271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815916C-9860-F29E-F359-3B0A1196B14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374537" y="5317352"/>
                  <a:ext cx="2037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FCADB29-E120-86B6-55C9-3F6D85964DB0}"/>
                    </a:ext>
                  </a:extLst>
                </p14:cNvPr>
                <p14:cNvContentPartPr/>
                <p14:nvPr/>
              </p14:nvContentPartPr>
              <p14:xfrm>
                <a:off x="3258617" y="5243192"/>
                <a:ext cx="515160" cy="505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FCADB29-E120-86B6-55C9-3F6D85964DB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240617" y="5225192"/>
                  <a:ext cx="550800" cy="54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B470BF8-374F-D0A1-392E-5BCB91D96205}"/>
              </a:ext>
            </a:extLst>
          </p:cNvPr>
          <p:cNvGrpSpPr/>
          <p:nvPr/>
        </p:nvGrpSpPr>
        <p:grpSpPr>
          <a:xfrm>
            <a:off x="562937" y="591632"/>
            <a:ext cx="781920" cy="741240"/>
            <a:chOff x="562937" y="591632"/>
            <a:chExt cx="781920" cy="74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52DCFEB-2F23-D182-8D37-1D321ADBD75A}"/>
                    </a:ext>
                  </a:extLst>
                </p14:cNvPr>
                <p14:cNvContentPartPr/>
                <p14:nvPr/>
              </p14:nvContentPartPr>
              <p14:xfrm>
                <a:off x="810257" y="814832"/>
                <a:ext cx="315360" cy="246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52DCFEB-2F23-D182-8D37-1D321ADBD75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92257" y="796832"/>
                  <a:ext cx="3510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CFDB9B1-68C7-1F73-853B-14760A5D3605}"/>
                    </a:ext>
                  </a:extLst>
                </p14:cNvPr>
                <p14:cNvContentPartPr/>
                <p14:nvPr/>
              </p14:nvContentPartPr>
              <p14:xfrm>
                <a:off x="562937" y="591632"/>
                <a:ext cx="781920" cy="741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CFDB9B1-68C7-1F73-853B-14760A5D3605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45297" y="573992"/>
                  <a:ext cx="817560" cy="77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7BE69D-208D-1804-7F85-BB952342766C}"/>
              </a:ext>
            </a:extLst>
          </p:cNvPr>
          <p:cNvGrpSpPr/>
          <p:nvPr/>
        </p:nvGrpSpPr>
        <p:grpSpPr>
          <a:xfrm>
            <a:off x="4713017" y="5388272"/>
            <a:ext cx="3382920" cy="600840"/>
            <a:chOff x="4713017" y="5388272"/>
            <a:chExt cx="3382920" cy="60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A8E20F9-F47F-439E-081F-40168A463560}"/>
                    </a:ext>
                  </a:extLst>
                </p14:cNvPr>
                <p14:cNvContentPartPr/>
                <p14:nvPr/>
              </p14:nvContentPartPr>
              <p14:xfrm>
                <a:off x="4713017" y="5729912"/>
                <a:ext cx="574560" cy="442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A8E20F9-F47F-439E-081F-40168A46356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695017" y="5712272"/>
                  <a:ext cx="610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B40658D-ED5E-69B0-0F24-E88D377EA043}"/>
                    </a:ext>
                  </a:extLst>
                </p14:cNvPr>
                <p14:cNvContentPartPr/>
                <p14:nvPr/>
              </p14:nvContentPartPr>
              <p14:xfrm>
                <a:off x="5119097" y="5584832"/>
                <a:ext cx="173520" cy="2995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B40658D-ED5E-69B0-0F24-E88D377EA04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101097" y="5567192"/>
                  <a:ext cx="2091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FA4CFBF-9A78-413D-BDF0-5D1B0A7A97AD}"/>
                    </a:ext>
                  </a:extLst>
                </p14:cNvPr>
                <p14:cNvContentPartPr/>
                <p14:nvPr/>
              </p14:nvContentPartPr>
              <p14:xfrm>
                <a:off x="5493137" y="5648192"/>
                <a:ext cx="174240" cy="303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FA4CFBF-9A78-413D-BDF0-5D1B0A7A97AD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475137" y="5630552"/>
                  <a:ext cx="2098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06A4F6A-3588-6391-4C29-634C9B035F6F}"/>
                    </a:ext>
                  </a:extLst>
                </p14:cNvPr>
                <p14:cNvContentPartPr/>
                <p14:nvPr/>
              </p14:nvContentPartPr>
              <p14:xfrm>
                <a:off x="5361017" y="5483672"/>
                <a:ext cx="479520" cy="505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06A4F6A-3588-6391-4C29-634C9B035F6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43017" y="5466032"/>
                  <a:ext cx="5151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3F3D914-59FB-7D17-F548-BF4AECB03C98}"/>
                    </a:ext>
                  </a:extLst>
                </p14:cNvPr>
                <p14:cNvContentPartPr/>
                <p14:nvPr/>
              </p14:nvContentPartPr>
              <p14:xfrm>
                <a:off x="6019457" y="5670512"/>
                <a:ext cx="28080" cy="2217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3F3D914-59FB-7D17-F548-BF4AECB03C9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001457" y="5652872"/>
                  <a:ext cx="637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F1236DB-B3C8-5C7B-1999-8320249DDF1D}"/>
                    </a:ext>
                  </a:extLst>
                </p14:cNvPr>
                <p14:cNvContentPartPr/>
                <p14:nvPr/>
              </p14:nvContentPartPr>
              <p14:xfrm>
                <a:off x="5984897" y="5597432"/>
                <a:ext cx="91800" cy="126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F1236DB-B3C8-5C7B-1999-8320249DDF1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66897" y="5579792"/>
                  <a:ext cx="12744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D569646-E0B7-BF8E-A516-C14D0B971798}"/>
                    </a:ext>
                  </a:extLst>
                </p14:cNvPr>
                <p14:cNvContentPartPr/>
                <p14:nvPr/>
              </p14:nvContentPartPr>
              <p14:xfrm>
                <a:off x="6177497" y="5622272"/>
                <a:ext cx="61920" cy="1306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D569646-E0B7-BF8E-A516-C14D0B97179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159857" y="5604632"/>
                  <a:ext cx="975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626AEFCF-274A-6369-80FD-326B10199029}"/>
                    </a:ext>
                  </a:extLst>
                </p14:cNvPr>
                <p14:cNvContentPartPr/>
                <p14:nvPr/>
              </p14:nvContentPartPr>
              <p14:xfrm>
                <a:off x="6303137" y="5576192"/>
                <a:ext cx="83520" cy="120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626AEFCF-274A-6369-80FD-326B1019902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85137" y="5558192"/>
                  <a:ext cx="1191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79B30F-6F55-EACE-826B-BE34232C8447}"/>
                    </a:ext>
                  </a:extLst>
                </p14:cNvPr>
                <p14:cNvContentPartPr/>
                <p14:nvPr/>
              </p14:nvContentPartPr>
              <p14:xfrm>
                <a:off x="6526697" y="5585912"/>
                <a:ext cx="53280" cy="181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79B30F-6F55-EACE-826B-BE34232C844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508697" y="5568272"/>
                  <a:ext cx="889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ACA698-D64E-0774-7332-96CDD54E8949}"/>
                    </a:ext>
                  </a:extLst>
                </p14:cNvPr>
                <p14:cNvContentPartPr/>
                <p14:nvPr/>
              </p14:nvContentPartPr>
              <p14:xfrm>
                <a:off x="6524897" y="5564312"/>
                <a:ext cx="92880" cy="110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ACA698-D64E-0774-7332-96CDD54E89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507257" y="5546672"/>
                  <a:ext cx="128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8C86A0E-16E3-607E-6F0A-91FFA106C371}"/>
                    </a:ext>
                  </a:extLst>
                </p14:cNvPr>
                <p14:cNvContentPartPr/>
                <p14:nvPr/>
              </p14:nvContentPartPr>
              <p14:xfrm>
                <a:off x="6671057" y="5475392"/>
                <a:ext cx="94320" cy="169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8C86A0E-16E3-607E-6F0A-91FFA106C37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653417" y="5457392"/>
                  <a:ext cx="1299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7C0B4C-A3B5-BD17-2FF5-2B29DA590394}"/>
                    </a:ext>
                  </a:extLst>
                </p14:cNvPr>
                <p14:cNvContentPartPr/>
                <p14:nvPr/>
              </p14:nvContentPartPr>
              <p14:xfrm>
                <a:off x="6832337" y="5553152"/>
                <a:ext cx="109800" cy="957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7C0B4C-A3B5-BD17-2FF5-2B29DA59039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814337" y="5535152"/>
                  <a:ext cx="145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59D72293-5322-8F12-B2EE-55B91A03B499}"/>
                    </a:ext>
                  </a:extLst>
                </p14:cNvPr>
                <p14:cNvContentPartPr/>
                <p14:nvPr/>
              </p14:nvContentPartPr>
              <p14:xfrm>
                <a:off x="6992897" y="5487272"/>
                <a:ext cx="112680" cy="183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59D72293-5322-8F12-B2EE-55B91A03B4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975257" y="5469272"/>
                  <a:ext cx="14832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2B6DE1-1072-F1B3-056B-4D828EE128F4}"/>
                    </a:ext>
                  </a:extLst>
                </p14:cNvPr>
                <p14:cNvContentPartPr/>
                <p14:nvPr/>
              </p14:nvContentPartPr>
              <p14:xfrm>
                <a:off x="7136537" y="5451272"/>
                <a:ext cx="259200" cy="209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2B6DE1-1072-F1B3-056B-4D828EE128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118537" y="5433272"/>
                  <a:ext cx="2948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B95D4AD-0982-6008-1BCB-C82D541EA88A}"/>
                    </a:ext>
                  </a:extLst>
                </p14:cNvPr>
                <p14:cNvContentPartPr/>
                <p14:nvPr/>
              </p14:nvContentPartPr>
              <p14:xfrm>
                <a:off x="7392137" y="5479712"/>
                <a:ext cx="186480" cy="215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B95D4AD-0982-6008-1BCB-C82D541EA88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374497" y="5461712"/>
                  <a:ext cx="222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A77AE0-2AAE-2BC1-5A52-2663F4FD56A2}"/>
                    </a:ext>
                  </a:extLst>
                </p14:cNvPr>
                <p14:cNvContentPartPr/>
                <p14:nvPr/>
              </p14:nvContentPartPr>
              <p14:xfrm>
                <a:off x="7642697" y="5548832"/>
                <a:ext cx="44640" cy="1015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A77AE0-2AAE-2BC1-5A52-2663F4FD56A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7624697" y="5530832"/>
                  <a:ext cx="802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55F003F-6949-DE5E-8641-24A3977383A4}"/>
                    </a:ext>
                  </a:extLst>
                </p14:cNvPr>
                <p14:cNvContentPartPr/>
                <p14:nvPr/>
              </p14:nvContentPartPr>
              <p14:xfrm>
                <a:off x="7690217" y="5388272"/>
                <a:ext cx="11520" cy="36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55F003F-6949-DE5E-8641-24A3977383A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672217" y="5370272"/>
                  <a:ext cx="47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AFCC60D-4BD6-2E3B-209F-6EC2C338AECB}"/>
                    </a:ext>
                  </a:extLst>
                </p14:cNvPr>
                <p14:cNvContentPartPr/>
                <p14:nvPr/>
              </p14:nvContentPartPr>
              <p14:xfrm>
                <a:off x="7770137" y="5450552"/>
                <a:ext cx="141120" cy="1468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AFCC60D-4BD6-2E3B-209F-6EC2C338AEC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752137" y="5432912"/>
                  <a:ext cx="1767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0E18A41-1C1D-3160-A63A-4A29FE68B2B2}"/>
                    </a:ext>
                  </a:extLst>
                </p14:cNvPr>
                <p14:cNvContentPartPr/>
                <p14:nvPr/>
              </p14:nvContentPartPr>
              <p14:xfrm>
                <a:off x="7964897" y="5498072"/>
                <a:ext cx="131040" cy="339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0E18A41-1C1D-3160-A63A-4A29FE68B2B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946897" y="5480072"/>
                  <a:ext cx="166680" cy="37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795F5B-19C0-5B23-34E3-73855C46196A}"/>
                  </a:ext>
                </a:extLst>
              </p14:cNvPr>
              <p14:cNvContentPartPr/>
              <p14:nvPr/>
            </p14:nvContentPartPr>
            <p14:xfrm>
              <a:off x="10916537" y="3254552"/>
              <a:ext cx="531000" cy="9684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795F5B-19C0-5B23-34E3-73855C46196A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0862897" y="3146552"/>
                <a:ext cx="638640" cy="118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77D5475-A12C-9777-C3BF-32552358DB15}"/>
                  </a:ext>
                </a:extLst>
              </p14:cNvPr>
              <p14:cNvContentPartPr/>
              <p14:nvPr/>
            </p14:nvContentPartPr>
            <p14:xfrm>
              <a:off x="11315057" y="4512752"/>
              <a:ext cx="360000" cy="8784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77D5475-A12C-9777-C3BF-32552358DB15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11261057" y="4404752"/>
                <a:ext cx="4676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1DE79BFA-F657-FD23-607C-12563E2C6131}"/>
                  </a:ext>
                </a:extLst>
              </p14:cNvPr>
              <p14:cNvContentPartPr/>
              <p14:nvPr/>
            </p14:nvContentPartPr>
            <p14:xfrm>
              <a:off x="11271857" y="5112152"/>
              <a:ext cx="590760" cy="92844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1DE79BFA-F657-FD23-607C-12563E2C6131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1218217" y="5004512"/>
                <a:ext cx="698400" cy="11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DCA43F74-7913-C7C3-9343-7B13D9116BAA}"/>
                  </a:ext>
                </a:extLst>
              </p14:cNvPr>
              <p14:cNvContentPartPr/>
              <p14:nvPr/>
            </p14:nvContentPartPr>
            <p14:xfrm>
              <a:off x="10794497" y="1452752"/>
              <a:ext cx="434520" cy="98352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DCA43F74-7913-C7C3-9343-7B13D9116BAA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0740497" y="1344752"/>
                <a:ext cx="542160" cy="11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9CC786A5-AC32-CA90-7EFF-F523368ABA99}"/>
                  </a:ext>
                </a:extLst>
              </p14:cNvPr>
              <p14:cNvContentPartPr/>
              <p14:nvPr/>
            </p14:nvContentPartPr>
            <p14:xfrm>
              <a:off x="10959737" y="1897352"/>
              <a:ext cx="312120" cy="644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9CC786A5-AC32-CA90-7EFF-F523368ABA99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10905737" y="1789712"/>
                <a:ext cx="41976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23C62B1C-0101-44F3-AF0A-7B9FAB868CBB}"/>
                  </a:ext>
                </a:extLst>
              </p14:cNvPr>
              <p14:cNvContentPartPr/>
              <p14:nvPr/>
            </p14:nvContentPartPr>
            <p14:xfrm>
              <a:off x="11275817" y="1440152"/>
              <a:ext cx="292320" cy="84312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23C62B1C-0101-44F3-AF0A-7B9FAB868CBB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11222177" y="1332512"/>
                <a:ext cx="399960" cy="1058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EA77DA9-DCCA-97A0-3E6D-4BDB0F788A1B}"/>
              </a:ext>
            </a:extLst>
          </p:cNvPr>
          <p:cNvGrpSpPr/>
          <p:nvPr/>
        </p:nvGrpSpPr>
        <p:grpSpPr>
          <a:xfrm>
            <a:off x="8311577" y="3331592"/>
            <a:ext cx="3485520" cy="2868480"/>
            <a:chOff x="8311577" y="3331592"/>
            <a:chExt cx="3485520" cy="286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3D2D7AA-1BBB-D457-E62F-01BE64B97816}"/>
                    </a:ext>
                  </a:extLst>
                </p14:cNvPr>
                <p14:cNvContentPartPr/>
                <p14:nvPr/>
              </p14:nvContentPartPr>
              <p14:xfrm>
                <a:off x="8337857" y="4081472"/>
                <a:ext cx="101880" cy="2118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3D2D7AA-1BBB-D457-E62F-01BE64B9781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319857" y="4063832"/>
                  <a:ext cx="137520" cy="21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4EE32B8-AF4C-DBA2-4A29-531EFA022437}"/>
                    </a:ext>
                  </a:extLst>
                </p14:cNvPr>
                <p14:cNvContentPartPr/>
                <p14:nvPr/>
              </p14:nvContentPartPr>
              <p14:xfrm>
                <a:off x="8311577" y="4099832"/>
                <a:ext cx="1860840" cy="712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4EE32B8-AF4C-DBA2-4A29-531EFA02243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293577" y="4081832"/>
                  <a:ext cx="1896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9F44837-AFFD-B814-EF8E-C8D62A067E1A}"/>
                    </a:ext>
                  </a:extLst>
                </p14:cNvPr>
                <p14:cNvContentPartPr/>
                <p14:nvPr/>
              </p14:nvContentPartPr>
              <p14:xfrm>
                <a:off x="8655377" y="4181912"/>
                <a:ext cx="1560600" cy="19922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9F44837-AFFD-B814-EF8E-C8D62A067E1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637737" y="4164272"/>
                  <a:ext cx="1596240" cy="20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702CBB0-7DEE-3AB8-CE10-3A5E9B6095AC}"/>
                    </a:ext>
                  </a:extLst>
                </p14:cNvPr>
                <p14:cNvContentPartPr/>
                <p14:nvPr/>
              </p14:nvContentPartPr>
              <p14:xfrm>
                <a:off x="8932217" y="4578992"/>
                <a:ext cx="214560" cy="828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702CBB0-7DEE-3AB8-CE10-3A5E9B6095AC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914577" y="4560992"/>
                  <a:ext cx="250200" cy="86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A2CC780E-2031-BD20-C347-5F0CC4C63EE5}"/>
                    </a:ext>
                  </a:extLst>
                </p14:cNvPr>
                <p14:cNvContentPartPr/>
                <p14:nvPr/>
              </p14:nvContentPartPr>
              <p14:xfrm>
                <a:off x="9130217" y="4609952"/>
                <a:ext cx="414720" cy="6843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A2CC780E-2031-BD20-C347-5F0CC4C63EE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112217" y="4591952"/>
                  <a:ext cx="45036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8465B08-4219-D65B-74A1-09CE85CF977F}"/>
                    </a:ext>
                  </a:extLst>
                </p14:cNvPr>
                <p14:cNvContentPartPr/>
                <p14:nvPr/>
              </p14:nvContentPartPr>
              <p14:xfrm>
                <a:off x="9087017" y="4965632"/>
                <a:ext cx="159840" cy="82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8465B08-4219-D65B-74A1-09CE85CF977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069017" y="4947632"/>
                  <a:ext cx="195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11FF081-1F2E-AB11-0B69-58B4F0EA2192}"/>
                    </a:ext>
                  </a:extLst>
                </p14:cNvPr>
                <p14:cNvContentPartPr/>
                <p14:nvPr/>
              </p14:nvContentPartPr>
              <p14:xfrm>
                <a:off x="9574097" y="3664232"/>
                <a:ext cx="1239120" cy="1356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11FF081-1F2E-AB11-0B69-58B4F0EA2192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556457" y="3646592"/>
                  <a:ext cx="1274760" cy="13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33D6B8B-793F-121C-5D4D-D72BD0B85628}"/>
                    </a:ext>
                  </a:extLst>
                </p14:cNvPr>
                <p14:cNvContentPartPr/>
                <p14:nvPr/>
              </p14:nvContentPartPr>
              <p14:xfrm>
                <a:off x="10610537" y="3633272"/>
                <a:ext cx="271800" cy="260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33D6B8B-793F-121C-5D4D-D72BD0B8562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592897" y="3615272"/>
                  <a:ext cx="30744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82AA102-0AEF-2080-C87E-5240F9CEACC8}"/>
                    </a:ext>
                  </a:extLst>
                </p14:cNvPr>
                <p14:cNvContentPartPr/>
                <p14:nvPr/>
              </p14:nvContentPartPr>
              <p14:xfrm>
                <a:off x="9721337" y="5184512"/>
                <a:ext cx="1047960" cy="4420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82AA102-0AEF-2080-C87E-5240F9CEACC8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703697" y="5166512"/>
                  <a:ext cx="108360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3832633-4ACF-B59A-F745-A194BF16EEA6}"/>
                    </a:ext>
                  </a:extLst>
                </p14:cNvPr>
                <p14:cNvContentPartPr/>
                <p14:nvPr/>
              </p14:nvContentPartPr>
              <p14:xfrm>
                <a:off x="10706297" y="5531912"/>
                <a:ext cx="84240" cy="1832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3832633-4ACF-B59A-F745-A194BF16EEA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688657" y="5513912"/>
                  <a:ext cx="119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85B630-016D-126F-6EE7-18926732A2B2}"/>
                    </a:ext>
                  </a:extLst>
                </p14:cNvPr>
                <p14:cNvContentPartPr/>
                <p14:nvPr/>
              </p14:nvContentPartPr>
              <p14:xfrm>
                <a:off x="10935977" y="3331592"/>
                <a:ext cx="415440" cy="8812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85B630-016D-126F-6EE7-18926732A2B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917977" y="3313952"/>
                  <a:ext cx="451080" cy="9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1431364-C128-3947-1C54-4DB4046844C1}"/>
                    </a:ext>
                  </a:extLst>
                </p14:cNvPr>
                <p14:cNvContentPartPr/>
                <p14:nvPr/>
              </p14:nvContentPartPr>
              <p14:xfrm>
                <a:off x="11323337" y="5174792"/>
                <a:ext cx="473760" cy="8200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1431364-C128-3947-1C54-4DB4046844C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305337" y="5156792"/>
                  <a:ext cx="509400" cy="85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3DDD1B5-5323-6E23-F2E5-489CD01A8F3C}"/>
                    </a:ext>
                  </a:extLst>
                </p14:cNvPr>
                <p14:cNvContentPartPr/>
                <p14:nvPr/>
              </p14:nvContentPartPr>
              <p14:xfrm>
                <a:off x="9854177" y="4712192"/>
                <a:ext cx="1315080" cy="239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3DDD1B5-5323-6E23-F2E5-489CD01A8F3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836177" y="4694552"/>
                  <a:ext cx="13507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AC17D0E7-B947-6D1C-B6C5-C07F0E90F179}"/>
                    </a:ext>
                  </a:extLst>
                </p14:cNvPr>
                <p14:cNvContentPartPr/>
                <p14:nvPr/>
              </p14:nvContentPartPr>
              <p14:xfrm>
                <a:off x="10977017" y="4605992"/>
                <a:ext cx="123120" cy="2181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AC17D0E7-B947-6D1C-B6C5-C07F0E90F179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0959017" y="4588352"/>
                  <a:ext cx="1587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1FFD87A-82AF-D57D-C6DE-FECC21CEBE73}"/>
                    </a:ext>
                  </a:extLst>
                </p14:cNvPr>
                <p14:cNvContentPartPr/>
                <p14:nvPr/>
              </p14:nvContentPartPr>
              <p14:xfrm>
                <a:off x="11351417" y="4593752"/>
                <a:ext cx="291240" cy="25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1FFD87A-82AF-D57D-C6DE-FECC21CEBE73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333417" y="4576112"/>
                  <a:ext cx="326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FCE4C8D-7895-D685-DF3B-8D2190A5D081}"/>
                    </a:ext>
                  </a:extLst>
                </p14:cNvPr>
                <p14:cNvContentPartPr/>
                <p14:nvPr/>
              </p14:nvContentPartPr>
              <p14:xfrm>
                <a:off x="8685617" y="3642272"/>
                <a:ext cx="38160" cy="307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FCE4C8D-7895-D685-DF3B-8D2190A5D08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667617" y="3624632"/>
                  <a:ext cx="7380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6FDCC926-F8D9-D6FB-F29C-EAAEBB172A8E}"/>
                    </a:ext>
                  </a:extLst>
                </p14:cNvPr>
                <p14:cNvContentPartPr/>
                <p14:nvPr/>
              </p14:nvContentPartPr>
              <p14:xfrm>
                <a:off x="8668337" y="3586472"/>
                <a:ext cx="131400" cy="132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6FDCC926-F8D9-D6FB-F29C-EAAEBB172A8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650337" y="3568472"/>
                  <a:ext cx="167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AAB433F-D6FF-4537-3457-480ECC1B8EE4}"/>
                    </a:ext>
                  </a:extLst>
                </p14:cNvPr>
                <p14:cNvContentPartPr/>
                <p14:nvPr/>
              </p14:nvContentPartPr>
              <p14:xfrm>
                <a:off x="8738177" y="3700232"/>
                <a:ext cx="95760" cy="900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AAB433F-D6FF-4537-3457-480ECC1B8EE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720177" y="3682592"/>
                  <a:ext cx="1314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37CDE14-A3E4-A6B6-2A57-6BFFEA3100AC}"/>
                    </a:ext>
                  </a:extLst>
                </p14:cNvPr>
                <p14:cNvContentPartPr/>
                <p14:nvPr/>
              </p14:nvContentPartPr>
              <p14:xfrm>
                <a:off x="8861297" y="3668192"/>
                <a:ext cx="318960" cy="180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37CDE14-A3E4-A6B6-2A57-6BFFEA3100AC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843297" y="3650552"/>
                  <a:ext cx="354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94D4102-A5E5-6787-7E85-43A41B4A34F8}"/>
                    </a:ext>
                  </a:extLst>
                </p14:cNvPr>
                <p14:cNvContentPartPr/>
                <p14:nvPr/>
              </p14:nvContentPartPr>
              <p14:xfrm>
                <a:off x="9252617" y="3545072"/>
                <a:ext cx="60120" cy="1699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94D4102-A5E5-6787-7E85-43A41B4A34F8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234977" y="3527432"/>
                  <a:ext cx="95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D65BB7C-72B8-F235-E77A-7EF3FDBD4745}"/>
                    </a:ext>
                  </a:extLst>
                </p14:cNvPr>
                <p14:cNvContentPartPr/>
                <p14:nvPr/>
              </p14:nvContentPartPr>
              <p14:xfrm>
                <a:off x="9210137" y="3612392"/>
                <a:ext cx="131760" cy="60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D65BB7C-72B8-F235-E77A-7EF3FDBD474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92497" y="3594392"/>
                  <a:ext cx="167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34540C1-0E2B-3A32-01E2-28965EDC9D24}"/>
                    </a:ext>
                  </a:extLst>
                </p14:cNvPr>
                <p14:cNvContentPartPr/>
                <p14:nvPr/>
              </p14:nvContentPartPr>
              <p14:xfrm>
                <a:off x="9408497" y="3626072"/>
                <a:ext cx="163080" cy="97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34540C1-0E2B-3A32-01E2-28965EDC9D24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390497" y="3608432"/>
                  <a:ext cx="198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CBD729C-546B-7A20-FA07-DE145488AD9D}"/>
                    </a:ext>
                  </a:extLst>
                </p14:cNvPr>
                <p14:cNvContentPartPr/>
                <p14:nvPr/>
              </p14:nvContentPartPr>
              <p14:xfrm>
                <a:off x="9605777" y="3592952"/>
                <a:ext cx="78840" cy="9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CBD729C-546B-7A20-FA07-DE145488AD9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588137" y="3575312"/>
                  <a:ext cx="114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D490CA13-E90F-BEBE-E91E-BCC568BB5432}"/>
                    </a:ext>
                  </a:extLst>
                </p14:cNvPr>
                <p14:cNvContentPartPr/>
                <p14:nvPr/>
              </p14:nvContentPartPr>
              <p14:xfrm>
                <a:off x="9758777" y="3469472"/>
                <a:ext cx="301320" cy="150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D490CA13-E90F-BEBE-E91E-BCC568BB543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741137" y="3451832"/>
                  <a:ext cx="336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2656FC4-885F-17EC-5440-968D5D0C35D0}"/>
                    </a:ext>
                  </a:extLst>
                </p14:cNvPr>
                <p14:cNvContentPartPr/>
                <p14:nvPr/>
              </p14:nvContentPartPr>
              <p14:xfrm>
                <a:off x="10086377" y="3557312"/>
                <a:ext cx="39600" cy="30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2656FC4-885F-17EC-5440-968D5D0C35D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068737" y="3539312"/>
                  <a:ext cx="75240" cy="65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71319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735AE-4764-33DB-DA64-582F2ADE3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Motion classification from accelerometer data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F212A1F6-3BD0-D3A8-CEB4-BBC2B61E4E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050" y="1141813"/>
            <a:ext cx="817213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7BE359-9A32-2FE4-1112-B3D45B7C07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8C762B6-B4F8-A432-669C-BA757FC7C11F}"/>
              </a:ext>
            </a:extLst>
          </p:cNvPr>
          <p:cNvGrpSpPr/>
          <p:nvPr/>
        </p:nvGrpSpPr>
        <p:grpSpPr>
          <a:xfrm>
            <a:off x="9583817" y="3822514"/>
            <a:ext cx="367200" cy="1310040"/>
            <a:chOff x="9583817" y="3822514"/>
            <a:chExt cx="367200" cy="131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6A8281B-BF61-8AC6-B71C-341F13EEF8D2}"/>
                    </a:ext>
                  </a:extLst>
                </p14:cNvPr>
                <p14:cNvContentPartPr/>
                <p14:nvPr/>
              </p14:nvContentPartPr>
              <p14:xfrm>
                <a:off x="9583817" y="3822514"/>
                <a:ext cx="213480" cy="46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6A8281B-BF61-8AC6-B71C-341F13EEF8D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565817" y="3804874"/>
                  <a:ext cx="249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7A4BDB9-3A44-2EB3-B9B5-FF2DD7D6615D}"/>
                    </a:ext>
                  </a:extLst>
                </p14:cNvPr>
                <p14:cNvContentPartPr/>
                <p14:nvPr/>
              </p14:nvContentPartPr>
              <p14:xfrm>
                <a:off x="9726017" y="3850594"/>
                <a:ext cx="225000" cy="1281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7A4BDB9-3A44-2EB3-B9B5-FF2DD7D6615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708377" y="3832594"/>
                  <a:ext cx="260640" cy="131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6B0BCEB-600E-155D-B9E9-AF0C144D4BA3}"/>
              </a:ext>
            </a:extLst>
          </p:cNvPr>
          <p:cNvGrpSpPr/>
          <p:nvPr/>
        </p:nvGrpSpPr>
        <p:grpSpPr>
          <a:xfrm>
            <a:off x="10112657" y="3872554"/>
            <a:ext cx="815400" cy="263880"/>
            <a:chOff x="10112657" y="3872554"/>
            <a:chExt cx="815400" cy="26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8B0B61E-5F28-5962-0A2F-B62FFEEDBB2E}"/>
                    </a:ext>
                  </a:extLst>
                </p14:cNvPr>
                <p14:cNvContentPartPr/>
                <p14:nvPr/>
              </p14:nvContentPartPr>
              <p14:xfrm>
                <a:off x="10112657" y="4008274"/>
                <a:ext cx="59400" cy="128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8B0B61E-5F28-5962-0A2F-B62FFEEDBB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94657" y="3990634"/>
                  <a:ext cx="950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FF47914-C027-04A8-7DBA-5BE5D74CE653}"/>
                    </a:ext>
                  </a:extLst>
                </p14:cNvPr>
                <p14:cNvContentPartPr/>
                <p14:nvPr/>
              </p14:nvContentPartPr>
              <p14:xfrm>
                <a:off x="10295897" y="3907474"/>
                <a:ext cx="56520" cy="163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FF47914-C027-04A8-7DBA-5BE5D74CE65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278257" y="3889834"/>
                  <a:ext cx="92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7D186B8-8D11-9D86-7563-454FF6764898}"/>
                    </a:ext>
                  </a:extLst>
                </p14:cNvPr>
                <p14:cNvContentPartPr/>
                <p14:nvPr/>
              </p14:nvContentPartPr>
              <p14:xfrm>
                <a:off x="10466537" y="4025194"/>
                <a:ext cx="77400" cy="87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7D186B8-8D11-9D86-7563-454FF676489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448537" y="4007194"/>
                  <a:ext cx="1130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DC4FCC5-7844-E10E-4A20-D1E1F27FD407}"/>
                    </a:ext>
                  </a:extLst>
                </p14:cNvPr>
                <p14:cNvContentPartPr/>
                <p14:nvPr/>
              </p14:nvContentPartPr>
              <p14:xfrm>
                <a:off x="10605137" y="3984874"/>
                <a:ext cx="100440" cy="128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DC4FCC5-7844-E10E-4A20-D1E1F27FD40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587137" y="3966874"/>
                  <a:ext cx="1360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2841392-DF69-EE77-6223-5D09C6E3A4BF}"/>
                    </a:ext>
                  </a:extLst>
                </p14:cNvPr>
                <p14:cNvContentPartPr/>
                <p14:nvPr/>
              </p14:nvContentPartPr>
              <p14:xfrm>
                <a:off x="10746617" y="3943114"/>
                <a:ext cx="106920" cy="169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2841392-DF69-EE77-6223-5D09C6E3A4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728977" y="3925114"/>
                  <a:ext cx="1425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A23D24E-8218-88D4-A5BA-98D94469E663}"/>
                    </a:ext>
                  </a:extLst>
                </p14:cNvPr>
                <p14:cNvContentPartPr/>
                <p14:nvPr/>
              </p14:nvContentPartPr>
              <p14:xfrm>
                <a:off x="10917617" y="3872554"/>
                <a:ext cx="10440" cy="157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A23D24E-8218-88D4-A5BA-98D94469E66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899617" y="3854914"/>
                  <a:ext cx="46080" cy="19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6351F1A-41E4-F88A-CD6D-403B34170B2D}"/>
              </a:ext>
            </a:extLst>
          </p:cNvPr>
          <p:cNvGrpSpPr/>
          <p:nvPr/>
        </p:nvGrpSpPr>
        <p:grpSpPr>
          <a:xfrm>
            <a:off x="10606217" y="4355314"/>
            <a:ext cx="137160" cy="430920"/>
            <a:chOff x="10606217" y="4355314"/>
            <a:chExt cx="13716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A61EF2-38A7-E85D-2778-ED79331E9823}"/>
                    </a:ext>
                  </a:extLst>
                </p14:cNvPr>
                <p14:cNvContentPartPr/>
                <p14:nvPr/>
              </p14:nvContentPartPr>
              <p14:xfrm>
                <a:off x="10627457" y="4355314"/>
                <a:ext cx="58320" cy="4309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A61EF2-38A7-E85D-2778-ED79331E982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609817" y="4337314"/>
                  <a:ext cx="9396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63871E-521E-815E-A0D2-BB508205D06C}"/>
                    </a:ext>
                  </a:extLst>
                </p14:cNvPr>
                <p14:cNvContentPartPr/>
                <p14:nvPr/>
              </p14:nvContentPartPr>
              <p14:xfrm>
                <a:off x="10606217" y="4716394"/>
                <a:ext cx="137160" cy="5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63871E-521E-815E-A0D2-BB508205D06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588577" y="4698394"/>
                  <a:ext cx="1728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2C94466-5A54-4777-70CD-7BE550B72736}"/>
              </a:ext>
            </a:extLst>
          </p:cNvPr>
          <p:cNvGrpSpPr/>
          <p:nvPr/>
        </p:nvGrpSpPr>
        <p:grpSpPr>
          <a:xfrm>
            <a:off x="10321457" y="4999714"/>
            <a:ext cx="982440" cy="259920"/>
            <a:chOff x="10321457" y="4999714"/>
            <a:chExt cx="98244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BC2024-80F5-3404-913D-8C3F4129C8DB}"/>
                    </a:ext>
                  </a:extLst>
                </p14:cNvPr>
                <p14:cNvContentPartPr/>
                <p14:nvPr/>
              </p14:nvContentPartPr>
              <p14:xfrm>
                <a:off x="10321457" y="5076394"/>
                <a:ext cx="111600" cy="160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BC2024-80F5-3404-913D-8C3F4129C8D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03817" y="5058754"/>
                  <a:ext cx="1472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41908D-2E0D-79C3-50E2-CAC17931E663}"/>
                    </a:ext>
                  </a:extLst>
                </p14:cNvPr>
                <p14:cNvContentPartPr/>
                <p14:nvPr/>
              </p14:nvContentPartPr>
              <p14:xfrm>
                <a:off x="10541057" y="4999714"/>
                <a:ext cx="73080" cy="253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41908D-2E0D-79C3-50E2-CAC17931E6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523057" y="4982074"/>
                  <a:ext cx="1087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1F0586A-A80D-2C0C-C974-865366B0FB4B}"/>
                    </a:ext>
                  </a:extLst>
                </p14:cNvPr>
                <p14:cNvContentPartPr/>
                <p14:nvPr/>
              </p14:nvContentPartPr>
              <p14:xfrm>
                <a:off x="10685417" y="5113114"/>
                <a:ext cx="103680" cy="117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1F0586A-A80D-2C0C-C974-865366B0FB4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667777" y="5095474"/>
                  <a:ext cx="139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6ED2534-6694-135A-18BD-D03D2493802D}"/>
                    </a:ext>
                  </a:extLst>
                </p14:cNvPr>
                <p14:cNvContentPartPr/>
                <p14:nvPr/>
              </p14:nvContentPartPr>
              <p14:xfrm>
                <a:off x="10857857" y="5057674"/>
                <a:ext cx="91800" cy="147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6ED2534-6694-135A-18BD-D03D2493802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839857" y="5040034"/>
                  <a:ext cx="1274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B11DB3F-FA52-D596-314B-F2936EF68134}"/>
                    </a:ext>
                  </a:extLst>
                </p14:cNvPr>
                <p14:cNvContentPartPr/>
                <p14:nvPr/>
              </p14:nvContentPartPr>
              <p14:xfrm>
                <a:off x="10991057" y="5068834"/>
                <a:ext cx="106200" cy="159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B11DB3F-FA52-D596-314B-F2936EF6813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973057" y="5051194"/>
                  <a:ext cx="141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06F3BD0-36B9-C807-12AE-3CAE783AF42A}"/>
                    </a:ext>
                  </a:extLst>
                </p14:cNvPr>
                <p14:cNvContentPartPr/>
                <p14:nvPr/>
              </p14:nvContentPartPr>
              <p14:xfrm>
                <a:off x="11170697" y="5001514"/>
                <a:ext cx="125280" cy="192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06F3BD0-36B9-C807-12AE-3CAE783AF42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153057" y="4983874"/>
                  <a:ext cx="1609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C84A2B-521F-B6EC-F4F6-8454869AE615}"/>
                    </a:ext>
                  </a:extLst>
                </p14:cNvPr>
                <p14:cNvContentPartPr/>
                <p14:nvPr/>
              </p14:nvContentPartPr>
              <p14:xfrm>
                <a:off x="11266097" y="5017354"/>
                <a:ext cx="37800" cy="242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C84A2B-521F-B6EC-F4F6-8454869AE61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248457" y="4999714"/>
                  <a:ext cx="73440" cy="27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49D4CAA-E39E-0180-A608-14C2EBA5F2DB}"/>
              </a:ext>
            </a:extLst>
          </p:cNvPr>
          <p:cNvGrpSpPr/>
          <p:nvPr/>
        </p:nvGrpSpPr>
        <p:grpSpPr>
          <a:xfrm>
            <a:off x="476537" y="478592"/>
            <a:ext cx="2509560" cy="2726782"/>
            <a:chOff x="476537" y="478592"/>
            <a:chExt cx="2509560" cy="2726782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817AA52-C73C-2B40-6D94-D390929F9F30}"/>
                    </a:ext>
                  </a:extLst>
                </p14:cNvPr>
                <p14:cNvContentPartPr/>
                <p14:nvPr/>
              </p14:nvContentPartPr>
              <p14:xfrm>
                <a:off x="1208417" y="2597912"/>
                <a:ext cx="201240" cy="382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817AA52-C73C-2B40-6D94-D390929F9F3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0777" y="2580272"/>
                  <a:ext cx="23688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3021497-9C36-BA38-8FDD-1694149D8ECA}"/>
                    </a:ext>
                  </a:extLst>
                </p14:cNvPr>
                <p14:cNvContentPartPr/>
                <p14:nvPr/>
              </p14:nvContentPartPr>
              <p14:xfrm>
                <a:off x="1236137" y="2730392"/>
                <a:ext cx="178560" cy="117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3021497-9C36-BA38-8FDD-1694149D8EC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218137" y="2712752"/>
                  <a:ext cx="21420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3299F7-1A71-BDBF-4340-2005781DEAC3}"/>
                    </a:ext>
                  </a:extLst>
                </p14:cNvPr>
                <p14:cNvContentPartPr/>
                <p14:nvPr/>
              </p14:nvContentPartPr>
              <p14:xfrm>
                <a:off x="476537" y="1521152"/>
                <a:ext cx="73080" cy="299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3299F7-1A71-BDBF-4340-2005781DEA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8897" y="1503152"/>
                  <a:ext cx="1087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69D2553-6ACC-8946-A209-AC50E478EB9D}"/>
                    </a:ext>
                  </a:extLst>
                </p14:cNvPr>
                <p14:cNvContentPartPr/>
                <p14:nvPr/>
              </p14:nvContentPartPr>
              <p14:xfrm>
                <a:off x="484097" y="1472552"/>
                <a:ext cx="211680" cy="248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69D2553-6ACC-8946-A209-AC50E478EB9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66457" y="1454912"/>
                  <a:ext cx="2473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E380829-5C62-2134-8F58-6C6A3429B1A8}"/>
                    </a:ext>
                  </a:extLst>
                </p14:cNvPr>
                <p14:cNvContentPartPr/>
                <p14:nvPr/>
              </p14:nvContentPartPr>
              <p14:xfrm>
                <a:off x="565097" y="1590632"/>
                <a:ext cx="92520" cy="140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E380829-5C62-2134-8F58-6C6A3429B1A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47457" y="1572632"/>
                  <a:ext cx="1281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343D88-2F3B-32FD-DEA4-19385531D9A8}"/>
                    </a:ext>
                  </a:extLst>
                </p14:cNvPr>
                <p14:cNvContentPartPr/>
                <p14:nvPr/>
              </p14:nvContentPartPr>
              <p14:xfrm>
                <a:off x="731417" y="1530872"/>
                <a:ext cx="83160" cy="97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343D88-2F3B-32FD-DEA4-19385531D9A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3417" y="1512872"/>
                  <a:ext cx="118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35ABA5B-F663-39E1-38CD-EAB4211EC658}"/>
                    </a:ext>
                  </a:extLst>
                </p14:cNvPr>
                <p14:cNvContentPartPr/>
                <p14:nvPr/>
              </p14:nvContentPartPr>
              <p14:xfrm>
                <a:off x="889457" y="1438352"/>
                <a:ext cx="78120" cy="87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35ABA5B-F663-39E1-38CD-EAB4211EC6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71817" y="1420352"/>
                  <a:ext cx="1137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EFBCE00-14D4-3201-2D2D-E0B4DED15C21}"/>
                    </a:ext>
                  </a:extLst>
                </p14:cNvPr>
                <p14:cNvContentPartPr/>
                <p14:nvPr/>
              </p14:nvContentPartPr>
              <p14:xfrm>
                <a:off x="1015097" y="1308032"/>
                <a:ext cx="77760" cy="158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EFBCE00-14D4-3201-2D2D-E0B4DED15C2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97457" y="1290032"/>
                  <a:ext cx="113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B527A9F-9F3C-F70A-DB14-A7D405E4F9F7}"/>
                    </a:ext>
                  </a:extLst>
                </p14:cNvPr>
                <p14:cNvContentPartPr/>
                <p14:nvPr/>
              </p14:nvContentPartPr>
              <p14:xfrm>
                <a:off x="1041737" y="1125512"/>
                <a:ext cx="121680" cy="207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B527A9F-9F3C-F70A-DB14-A7D405E4F9F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23737" y="1107872"/>
                  <a:ext cx="1573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80D7458-209E-D1C0-E981-856D83C5DC82}"/>
                    </a:ext>
                  </a:extLst>
                </p14:cNvPr>
                <p14:cNvContentPartPr/>
                <p14:nvPr/>
              </p14:nvContentPartPr>
              <p14:xfrm>
                <a:off x="1202297" y="1229912"/>
                <a:ext cx="75600" cy="71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80D7458-209E-D1C0-E981-856D83C5DC8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84657" y="1211912"/>
                  <a:ext cx="1112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E0327B-97A9-3CBC-876E-B9236B923672}"/>
                    </a:ext>
                  </a:extLst>
                </p14:cNvPr>
                <p14:cNvContentPartPr/>
                <p14:nvPr/>
              </p14:nvContentPartPr>
              <p14:xfrm>
                <a:off x="1267097" y="1116872"/>
                <a:ext cx="81360" cy="85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E0327B-97A9-3CBC-876E-B9236B92367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249457" y="1098872"/>
                  <a:ext cx="117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624C2E-A103-1BDE-1EB1-D317DF859A92}"/>
                    </a:ext>
                  </a:extLst>
                </p14:cNvPr>
                <p14:cNvContentPartPr/>
                <p14:nvPr/>
              </p14:nvContentPartPr>
              <p14:xfrm>
                <a:off x="1397057" y="1047392"/>
                <a:ext cx="65880" cy="90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624C2E-A103-1BDE-1EB1-D317DF859A9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379417" y="1029752"/>
                  <a:ext cx="101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EFA1EB9-B000-AF87-A069-BE4A5AE6FA24}"/>
                    </a:ext>
                  </a:extLst>
                </p14:cNvPr>
                <p14:cNvContentPartPr/>
                <p14:nvPr/>
              </p14:nvContentPartPr>
              <p14:xfrm>
                <a:off x="1462577" y="905912"/>
                <a:ext cx="266400" cy="181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EFA1EB9-B000-AF87-A069-BE4A5AE6FA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444577" y="887912"/>
                  <a:ext cx="302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496EB87-9CBC-F0BA-4769-8D933C5C989B}"/>
                    </a:ext>
                  </a:extLst>
                </p14:cNvPr>
                <p14:cNvContentPartPr/>
                <p14:nvPr/>
              </p14:nvContentPartPr>
              <p14:xfrm>
                <a:off x="1785857" y="804392"/>
                <a:ext cx="70560" cy="106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496EB87-9CBC-F0BA-4769-8D933C5C989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767857" y="786392"/>
                  <a:ext cx="106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AA744F-B6AA-DE25-AE59-954C354DD1A6}"/>
                    </a:ext>
                  </a:extLst>
                </p14:cNvPr>
                <p14:cNvContentPartPr/>
                <p14:nvPr/>
              </p14:nvContentPartPr>
              <p14:xfrm>
                <a:off x="1835537" y="618272"/>
                <a:ext cx="144720" cy="194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AA744F-B6AA-DE25-AE59-954C354DD1A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817537" y="600272"/>
                  <a:ext cx="18036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4E319C7-4244-27B3-F4B5-6B4B0614DD91}"/>
                    </a:ext>
                  </a:extLst>
                </p14:cNvPr>
                <p14:cNvContentPartPr/>
                <p14:nvPr/>
              </p14:nvContentPartPr>
              <p14:xfrm>
                <a:off x="1923737" y="653912"/>
                <a:ext cx="104040" cy="115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4E319C7-4244-27B3-F4B5-6B4B0614DD9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905737" y="635912"/>
                  <a:ext cx="1396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BA5104F-743F-3075-D368-3D18CD40E130}"/>
                    </a:ext>
                  </a:extLst>
                </p14:cNvPr>
                <p14:cNvContentPartPr/>
                <p14:nvPr/>
              </p14:nvContentPartPr>
              <p14:xfrm>
                <a:off x="2108417" y="674072"/>
                <a:ext cx="28080" cy="48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BA5104F-743F-3075-D368-3D18CD40E13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090777" y="656432"/>
                  <a:ext cx="637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C990BA2-824A-59F2-03E3-ECA7C2901C15}"/>
                    </a:ext>
                  </a:extLst>
                </p14:cNvPr>
                <p14:cNvContentPartPr/>
                <p14:nvPr/>
              </p14:nvContentPartPr>
              <p14:xfrm>
                <a:off x="2072777" y="478592"/>
                <a:ext cx="233280" cy="261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C990BA2-824A-59F2-03E3-ECA7C2901C1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054777" y="460952"/>
                  <a:ext cx="26892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43F0CA6-D48A-2565-0386-E0F74EEDF1FB}"/>
                    </a:ext>
                  </a:extLst>
                </p14:cNvPr>
                <p14:cNvContentPartPr/>
                <p14:nvPr/>
              </p14:nvContentPartPr>
              <p14:xfrm>
                <a:off x="1159457" y="1686392"/>
                <a:ext cx="318600" cy="196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43F0CA6-D48A-2565-0386-E0F74EEDF1F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41817" y="1668752"/>
                  <a:ext cx="354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67C3282-D551-FACB-7E2C-B27EE428C24E}"/>
                    </a:ext>
                  </a:extLst>
                </p14:cNvPr>
                <p14:cNvContentPartPr/>
                <p14:nvPr/>
              </p14:nvContentPartPr>
              <p14:xfrm>
                <a:off x="1198697" y="1553912"/>
                <a:ext cx="216720" cy="502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67C3282-D551-FACB-7E2C-B27EE428C24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81057" y="1536272"/>
                  <a:ext cx="25236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22C3DA6-E6E2-7F6B-AD1C-C09B818CA5A0}"/>
                    </a:ext>
                  </a:extLst>
                </p14:cNvPr>
                <p14:cNvContentPartPr/>
                <p14:nvPr/>
              </p14:nvContentPartPr>
              <p14:xfrm>
                <a:off x="1152977" y="2072672"/>
                <a:ext cx="221760" cy="217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22C3DA6-E6E2-7F6B-AD1C-C09B818CA5A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35337" y="2055032"/>
                  <a:ext cx="25740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728BD73-23A4-4C6C-F784-9B4ABC4B9E42}"/>
                    </a:ext>
                  </a:extLst>
                </p14:cNvPr>
                <p14:cNvContentPartPr/>
                <p14:nvPr/>
              </p14:nvContentPartPr>
              <p14:xfrm>
                <a:off x="1305257" y="2283272"/>
                <a:ext cx="24480" cy="177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728BD73-23A4-4C6C-F784-9B4ABC4B9E4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287257" y="2265272"/>
                  <a:ext cx="601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A8537AC-BE15-9D61-CE46-A8827FED503D}"/>
                    </a:ext>
                  </a:extLst>
                </p14:cNvPr>
                <p14:cNvContentPartPr/>
                <p14:nvPr/>
              </p14:nvContentPartPr>
              <p14:xfrm>
                <a:off x="983417" y="1362032"/>
                <a:ext cx="709200" cy="708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A8537AC-BE15-9D61-CE46-A8827FED503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5777" y="1344032"/>
                  <a:ext cx="744840" cy="74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35E09F7-8309-4EC3-44DC-18F1A4E44F09}"/>
                    </a:ext>
                  </a:extLst>
                </p14:cNvPr>
                <p14:cNvContentPartPr/>
                <p14:nvPr/>
              </p14:nvContentPartPr>
              <p14:xfrm>
                <a:off x="1611977" y="1629512"/>
                <a:ext cx="929520" cy="249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35E09F7-8309-4EC3-44DC-18F1A4E44F0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594337" y="1611512"/>
                  <a:ext cx="9651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F4AA122-91F8-6735-7DAA-CE2D8EC3EDC5}"/>
                    </a:ext>
                  </a:extLst>
                </p14:cNvPr>
                <p14:cNvContentPartPr/>
                <p14:nvPr/>
              </p14:nvContentPartPr>
              <p14:xfrm>
                <a:off x="1037417" y="1943214"/>
                <a:ext cx="539640" cy="606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F4AA122-91F8-6735-7DAA-CE2D8EC3EDC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9777" y="1925214"/>
                  <a:ext cx="57528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F3D3074-7384-268F-E178-04A276330E89}"/>
                    </a:ext>
                  </a:extLst>
                </p14:cNvPr>
                <p14:cNvContentPartPr/>
                <p14:nvPr/>
              </p14:nvContentPartPr>
              <p14:xfrm>
                <a:off x="1470497" y="1869414"/>
                <a:ext cx="1312920" cy="614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F3D3074-7384-268F-E178-04A276330E8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52857" y="1851414"/>
                  <a:ext cx="1348560" cy="65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0EC7953-E358-09F5-937F-B5FAE43068CA}"/>
                    </a:ext>
                  </a:extLst>
                </p14:cNvPr>
                <p14:cNvContentPartPr/>
                <p14:nvPr/>
              </p14:nvContentPartPr>
              <p14:xfrm>
                <a:off x="1027697" y="2456934"/>
                <a:ext cx="577800" cy="748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0EC7953-E358-09F5-937F-B5FAE43068C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09697" y="2438934"/>
                  <a:ext cx="61344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0115389-9511-56C0-9F9D-5F7D18B777BF}"/>
                    </a:ext>
                  </a:extLst>
                </p14:cNvPr>
                <p14:cNvContentPartPr/>
                <p14:nvPr/>
              </p14:nvContentPartPr>
              <p14:xfrm>
                <a:off x="1556177" y="1624614"/>
                <a:ext cx="1429920" cy="1382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0115389-9511-56C0-9F9D-5F7D18B777B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538177" y="1606974"/>
                  <a:ext cx="1465560" cy="1418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8483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DDEE1-E505-05A8-BD25-4B9F37F98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Motion classification from accelerometer data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FE8B73A5-CCBA-77F0-0DB1-C0E4F420DD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8481" y="1094105"/>
            <a:ext cx="863747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9C85D5-F138-A2D7-11CD-1CA8878371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0053ADA-CCF8-DAB0-C383-F6902103D959}"/>
              </a:ext>
            </a:extLst>
          </p:cNvPr>
          <p:cNvGrpSpPr/>
          <p:nvPr/>
        </p:nvGrpSpPr>
        <p:grpSpPr>
          <a:xfrm>
            <a:off x="1183217" y="3525154"/>
            <a:ext cx="944640" cy="1341720"/>
            <a:chOff x="1183217" y="3525154"/>
            <a:chExt cx="944640" cy="134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1471400-FC5E-094E-FEA0-8513BC5D1F13}"/>
                    </a:ext>
                  </a:extLst>
                </p14:cNvPr>
                <p14:cNvContentPartPr/>
                <p14:nvPr/>
              </p14:nvContentPartPr>
              <p14:xfrm>
                <a:off x="1764977" y="3759874"/>
                <a:ext cx="328320" cy="468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1471400-FC5E-094E-FEA0-8513BC5D1F1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47337" y="3741874"/>
                  <a:ext cx="36396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FAC4560-E3E8-501E-A8A3-75C1F5FDA845}"/>
                    </a:ext>
                  </a:extLst>
                </p14:cNvPr>
                <p14:cNvContentPartPr/>
                <p14:nvPr/>
              </p14:nvContentPartPr>
              <p14:xfrm>
                <a:off x="1754537" y="4147594"/>
                <a:ext cx="356400" cy="339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FAC4560-E3E8-501E-A8A3-75C1F5FDA84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736537" y="4129594"/>
                  <a:ext cx="39204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20E1E8E-03B2-EB5F-9FBC-98E60D2CCF54}"/>
                    </a:ext>
                  </a:extLst>
                </p14:cNvPr>
                <p14:cNvContentPartPr/>
                <p14:nvPr/>
              </p14:nvContentPartPr>
              <p14:xfrm>
                <a:off x="1771457" y="4524874"/>
                <a:ext cx="356400" cy="342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20E1E8E-03B2-EB5F-9FBC-98E60D2CCF5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753457" y="4507234"/>
                  <a:ext cx="39204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71B0529-7A9E-E86E-402B-841086E37B65}"/>
                    </a:ext>
                  </a:extLst>
                </p14:cNvPr>
                <p14:cNvContentPartPr/>
                <p14:nvPr/>
              </p14:nvContentPartPr>
              <p14:xfrm>
                <a:off x="1183217" y="3585994"/>
                <a:ext cx="245880" cy="135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71B0529-7A9E-E86E-402B-841086E37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165217" y="3568354"/>
                  <a:ext cx="281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EFC2693-E02F-9541-E769-B5676A06D156}"/>
                    </a:ext>
                  </a:extLst>
                </p14:cNvPr>
                <p14:cNvContentPartPr/>
                <p14:nvPr/>
              </p14:nvContentPartPr>
              <p14:xfrm>
                <a:off x="1321817" y="3525154"/>
                <a:ext cx="67320" cy="274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EFC2693-E02F-9541-E769-B5676A06D15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04177" y="3507154"/>
                  <a:ext cx="1029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525DE20-BBE4-D751-D01B-8C161C3571DC}"/>
                    </a:ext>
                  </a:extLst>
                </p14:cNvPr>
                <p14:cNvContentPartPr/>
                <p14:nvPr/>
              </p14:nvContentPartPr>
              <p14:xfrm>
                <a:off x="1220657" y="4015114"/>
                <a:ext cx="155160" cy="13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525DE20-BBE4-D751-D01B-8C161C3571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03017" y="3997474"/>
                  <a:ext cx="1908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7884395-3035-73DA-2A8C-7F288BDB8391}"/>
                    </a:ext>
                  </a:extLst>
                </p14:cNvPr>
                <p14:cNvContentPartPr/>
                <p14:nvPr/>
              </p14:nvContentPartPr>
              <p14:xfrm>
                <a:off x="1338377" y="4115194"/>
                <a:ext cx="91440" cy="213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7884395-3035-73DA-2A8C-7F288BDB839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20737" y="4097194"/>
                  <a:ext cx="12708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CCB92C-1E04-82A2-052D-6F510113A92B}"/>
                    </a:ext>
                  </a:extLst>
                </p14:cNvPr>
                <p14:cNvContentPartPr/>
                <p14:nvPr/>
              </p14:nvContentPartPr>
              <p14:xfrm>
                <a:off x="1247657" y="4600474"/>
                <a:ext cx="256680" cy="241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CCB92C-1E04-82A2-052D-6F510113A92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230017" y="4582474"/>
                  <a:ext cx="2923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F80A9C-578C-F35F-82D7-90827D661551}"/>
                    </a:ext>
                  </a:extLst>
                </p14:cNvPr>
                <p14:cNvContentPartPr/>
                <p14:nvPr/>
              </p14:nvContentPartPr>
              <p14:xfrm>
                <a:off x="1333337" y="4681834"/>
                <a:ext cx="138600" cy="127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F80A9C-578C-F35F-82D7-90827D66155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315337" y="4664194"/>
                  <a:ext cx="17424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ED464C-ED87-9DA0-3D2D-408DFF2D68E2}"/>
              </a:ext>
            </a:extLst>
          </p:cNvPr>
          <p:cNvGrpSpPr/>
          <p:nvPr/>
        </p:nvGrpSpPr>
        <p:grpSpPr>
          <a:xfrm>
            <a:off x="2748497" y="751714"/>
            <a:ext cx="1371240" cy="335880"/>
            <a:chOff x="2748497" y="751714"/>
            <a:chExt cx="137124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3D220E2-D054-B457-8B67-7F457DB0AB23}"/>
                    </a:ext>
                  </a:extLst>
                </p14:cNvPr>
                <p14:cNvContentPartPr/>
                <p14:nvPr/>
              </p14:nvContentPartPr>
              <p14:xfrm>
                <a:off x="2771897" y="954394"/>
                <a:ext cx="360" cy="2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3D220E2-D054-B457-8B67-7F457DB0AB2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754257" y="936754"/>
                  <a:ext cx="36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E6E866-F541-030E-C6D8-CDD1D5A9E5E1}"/>
                    </a:ext>
                  </a:extLst>
                </p14:cNvPr>
                <p14:cNvContentPartPr/>
                <p14:nvPr/>
              </p14:nvContentPartPr>
              <p14:xfrm>
                <a:off x="2748497" y="793114"/>
                <a:ext cx="1332360" cy="158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E6E866-F541-030E-C6D8-CDD1D5A9E5E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730857" y="775474"/>
                  <a:ext cx="1368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DC13A51-A312-7B9E-0662-073202FF9FD8}"/>
                    </a:ext>
                  </a:extLst>
                </p14:cNvPr>
                <p14:cNvContentPartPr/>
                <p14:nvPr/>
              </p14:nvContentPartPr>
              <p14:xfrm>
                <a:off x="3945857" y="757834"/>
                <a:ext cx="173880" cy="285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DC13A51-A312-7B9E-0662-073202FF9FD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927857" y="739834"/>
                  <a:ext cx="20952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B2E25A-00C8-108B-6B8A-4794D30EC7D1}"/>
                    </a:ext>
                  </a:extLst>
                </p14:cNvPr>
                <p14:cNvContentPartPr/>
                <p14:nvPr/>
              </p14:nvContentPartPr>
              <p14:xfrm>
                <a:off x="2752457" y="751714"/>
                <a:ext cx="177840" cy="188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B2E25A-00C8-108B-6B8A-4794D30EC7D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734457" y="733714"/>
                  <a:ext cx="2134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74108A6-E9B7-F1EA-D002-B9BACE07C9D6}"/>
                    </a:ext>
                  </a:extLst>
                </p14:cNvPr>
                <p14:cNvContentPartPr/>
                <p14:nvPr/>
              </p14:nvContentPartPr>
              <p14:xfrm>
                <a:off x="3253937" y="897514"/>
                <a:ext cx="99000" cy="1900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74108A6-E9B7-F1EA-D002-B9BACE07C9D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235937" y="879514"/>
                  <a:ext cx="1346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4097B20-2BFE-9069-7D81-118B5704A7CE}"/>
                    </a:ext>
                  </a:extLst>
                </p14:cNvPr>
                <p14:cNvContentPartPr/>
                <p14:nvPr/>
              </p14:nvContentPartPr>
              <p14:xfrm>
                <a:off x="3230177" y="968434"/>
                <a:ext cx="104760" cy="73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4097B20-2BFE-9069-7D81-118B5704A7C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212177" y="950434"/>
                  <a:ext cx="1404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72DEE2D-1C5F-C59B-73AD-1FA363E3574C}"/>
              </a:ext>
            </a:extLst>
          </p:cNvPr>
          <p:cNvGrpSpPr/>
          <p:nvPr/>
        </p:nvGrpSpPr>
        <p:grpSpPr>
          <a:xfrm>
            <a:off x="4034417" y="5572114"/>
            <a:ext cx="1273680" cy="395280"/>
            <a:chOff x="4034417" y="5572114"/>
            <a:chExt cx="1273680" cy="3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25A6831-A93E-FBA7-8021-CB8AC7743BC6}"/>
                    </a:ext>
                  </a:extLst>
                </p14:cNvPr>
                <p14:cNvContentPartPr/>
                <p14:nvPr/>
              </p14:nvContentPartPr>
              <p14:xfrm>
                <a:off x="4034417" y="5707474"/>
                <a:ext cx="87840" cy="259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25A6831-A93E-FBA7-8021-CB8AC7743B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016417" y="5689834"/>
                  <a:ext cx="1234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9321B55-5380-1559-123D-FA00A7528200}"/>
                    </a:ext>
                  </a:extLst>
                </p14:cNvPr>
                <p14:cNvContentPartPr/>
                <p14:nvPr/>
              </p14:nvContentPartPr>
              <p14:xfrm>
                <a:off x="4189217" y="5704234"/>
                <a:ext cx="177840" cy="172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9321B55-5380-1559-123D-FA00A75282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171217" y="5686234"/>
                  <a:ext cx="213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FDBEBBE-8AC3-7BE5-31CC-7E2637068D9B}"/>
                    </a:ext>
                  </a:extLst>
                </p14:cNvPr>
                <p14:cNvContentPartPr/>
                <p14:nvPr/>
              </p14:nvContentPartPr>
              <p14:xfrm>
                <a:off x="4484057" y="5629354"/>
                <a:ext cx="117360" cy="49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FDBEBBE-8AC3-7BE5-31CC-7E2637068D9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66417" y="5611354"/>
                  <a:ext cx="1530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E3D19B8-7A6E-B6CD-F197-B1055E8C0419}"/>
                    </a:ext>
                  </a:extLst>
                </p14:cNvPr>
                <p14:cNvContentPartPr/>
                <p14:nvPr/>
              </p14:nvContentPartPr>
              <p14:xfrm>
                <a:off x="4508537" y="5666074"/>
                <a:ext cx="106200" cy="218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E3D19B8-7A6E-B6CD-F197-B1055E8C041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90897" y="5648074"/>
                  <a:ext cx="1418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9C1A554-E769-FB70-BF46-7459B7E43101}"/>
                    </a:ext>
                  </a:extLst>
                </p14:cNvPr>
                <p14:cNvContentPartPr/>
                <p14:nvPr/>
              </p14:nvContentPartPr>
              <p14:xfrm>
                <a:off x="4713017" y="5740954"/>
                <a:ext cx="203040" cy="99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9C1A554-E769-FB70-BF46-7459B7E4310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695377" y="5723314"/>
                  <a:ext cx="2386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30169ED-8982-8117-F7AA-D5F0E2C4F079}"/>
                    </a:ext>
                  </a:extLst>
                </p14:cNvPr>
                <p14:cNvContentPartPr/>
                <p14:nvPr/>
              </p14:nvContentPartPr>
              <p14:xfrm>
                <a:off x="4805177" y="5692354"/>
                <a:ext cx="6984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30169ED-8982-8117-F7AA-D5F0E2C4F07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787537" y="5674354"/>
                  <a:ext cx="1054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F391C44-A582-BAAE-EB97-D13F8CB5755F}"/>
                    </a:ext>
                  </a:extLst>
                </p14:cNvPr>
                <p14:cNvContentPartPr/>
                <p14:nvPr/>
              </p14:nvContentPartPr>
              <p14:xfrm>
                <a:off x="5114057" y="5572114"/>
                <a:ext cx="194040" cy="274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F391C44-A582-BAAE-EB97-D13F8CB5755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096417" y="5554114"/>
                  <a:ext cx="229680" cy="31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3BBBEBE-9EE3-6B41-FA74-BC67C5412C91}"/>
              </a:ext>
            </a:extLst>
          </p:cNvPr>
          <p:cNvGrpSpPr/>
          <p:nvPr/>
        </p:nvGrpSpPr>
        <p:grpSpPr>
          <a:xfrm>
            <a:off x="9849497" y="1449034"/>
            <a:ext cx="1258920" cy="1213200"/>
            <a:chOff x="9849497" y="1449034"/>
            <a:chExt cx="1258920" cy="121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FEFCE26-9B1E-BA20-3D88-2169DE482417}"/>
                    </a:ext>
                  </a:extLst>
                </p14:cNvPr>
                <p14:cNvContentPartPr/>
                <p14:nvPr/>
              </p14:nvContentPartPr>
              <p14:xfrm>
                <a:off x="10293377" y="1455514"/>
                <a:ext cx="53640" cy="6901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FEFCE26-9B1E-BA20-3D88-2169DE48241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275377" y="1437874"/>
                  <a:ext cx="8928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9370265-484E-D151-E68E-DC614AF0DE1E}"/>
                    </a:ext>
                  </a:extLst>
                </p14:cNvPr>
                <p14:cNvContentPartPr/>
                <p14:nvPr/>
              </p14:nvContentPartPr>
              <p14:xfrm>
                <a:off x="10290137" y="2167234"/>
                <a:ext cx="729360" cy="77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9370265-484E-D151-E68E-DC614AF0DE1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272497" y="2149594"/>
                  <a:ext cx="7650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4F37F1-BA2F-9D2B-54A7-4BD282810C77}"/>
                    </a:ext>
                  </a:extLst>
                </p14:cNvPr>
                <p14:cNvContentPartPr/>
                <p14:nvPr/>
              </p14:nvContentPartPr>
              <p14:xfrm>
                <a:off x="10266377" y="1449034"/>
                <a:ext cx="698040" cy="89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4F37F1-BA2F-9D2B-54A7-4BD282810C7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248377" y="1431034"/>
                  <a:ext cx="733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3206FBF-C848-25E5-9173-FAFAC52438F5}"/>
                    </a:ext>
                  </a:extLst>
                </p14:cNvPr>
                <p14:cNvContentPartPr/>
                <p14:nvPr/>
              </p14:nvContentPartPr>
              <p14:xfrm>
                <a:off x="10984937" y="1505914"/>
                <a:ext cx="70920" cy="722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3206FBF-C848-25E5-9173-FAFAC52438F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967297" y="1488274"/>
                  <a:ext cx="10656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4EB2268-5B00-3028-E1E6-1A67362BEFD1}"/>
                    </a:ext>
                  </a:extLst>
                </p14:cNvPr>
                <p14:cNvContentPartPr/>
                <p14:nvPr/>
              </p14:nvContentPartPr>
              <p14:xfrm>
                <a:off x="10468697" y="2415634"/>
                <a:ext cx="156240" cy="161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4EB2268-5B00-3028-E1E6-1A67362BEFD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451057" y="2397634"/>
                  <a:ext cx="191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84EB34D-30E1-9B26-DD6B-6BAB9A9504AA}"/>
                    </a:ext>
                  </a:extLst>
                </p14:cNvPr>
                <p14:cNvContentPartPr/>
                <p14:nvPr/>
              </p14:nvContentPartPr>
              <p14:xfrm>
                <a:off x="10656257" y="2431474"/>
                <a:ext cx="106920" cy="154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84EB34D-30E1-9B26-DD6B-6BAB9A9504A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638257" y="2413474"/>
                  <a:ext cx="14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BA5D8B-D4E1-0748-BF6D-D937A7A42360}"/>
                    </a:ext>
                  </a:extLst>
                </p14:cNvPr>
                <p14:cNvContentPartPr/>
                <p14:nvPr/>
              </p14:nvContentPartPr>
              <p14:xfrm>
                <a:off x="9849497" y="1840354"/>
                <a:ext cx="189360" cy="130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BA5D8B-D4E1-0748-BF6D-D937A7A4236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831497" y="1822714"/>
                  <a:ext cx="22500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BF3CFE3-3027-7AEF-71BA-F3B33A4209A9}"/>
                    </a:ext>
                  </a:extLst>
                </p14:cNvPr>
                <p14:cNvContentPartPr/>
                <p14:nvPr/>
              </p14:nvContentPartPr>
              <p14:xfrm>
                <a:off x="10039937" y="1783114"/>
                <a:ext cx="115200" cy="136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BF3CFE3-3027-7AEF-71BA-F3B33A4209A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21937" y="1765114"/>
                  <a:ext cx="1508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DF1281E-B0D0-B17F-8E9D-536463F52CB4}"/>
                    </a:ext>
                  </a:extLst>
                </p14:cNvPr>
                <p14:cNvContentPartPr/>
                <p14:nvPr/>
              </p14:nvContentPartPr>
              <p14:xfrm>
                <a:off x="9957857" y="1496914"/>
                <a:ext cx="28080" cy="181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DF1281E-B0D0-B17F-8E9D-536463F52C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940217" y="1479274"/>
                  <a:ext cx="637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29692F4-3441-AC36-5E19-5F17757DACD9}"/>
                    </a:ext>
                  </a:extLst>
                </p14:cNvPr>
                <p14:cNvContentPartPr/>
                <p14:nvPr/>
              </p14:nvContentPartPr>
              <p14:xfrm>
                <a:off x="9946337" y="1473874"/>
                <a:ext cx="130680" cy="1015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29692F4-3441-AC36-5E19-5F17757DACD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928697" y="1456234"/>
                  <a:ext cx="166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F184BE4-8EC7-0008-D315-85AB12D2A228}"/>
                    </a:ext>
                  </a:extLst>
                </p14:cNvPr>
                <p14:cNvContentPartPr/>
                <p14:nvPr/>
              </p14:nvContentPartPr>
              <p14:xfrm>
                <a:off x="10922297" y="2391154"/>
                <a:ext cx="160200" cy="19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F184BE4-8EC7-0008-D315-85AB12D2A22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904297" y="2373514"/>
                  <a:ext cx="19584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63433FE-A619-E7F5-C650-B9CA4B767542}"/>
                    </a:ext>
                  </a:extLst>
                </p14:cNvPr>
                <p14:cNvContentPartPr/>
                <p14:nvPr/>
              </p14:nvContentPartPr>
              <p14:xfrm>
                <a:off x="11052257" y="2345794"/>
                <a:ext cx="56160" cy="136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63433FE-A619-E7F5-C650-B9CA4B76754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34257" y="2327794"/>
                  <a:ext cx="91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079F491-6E0A-2AE7-103B-27BA27984967}"/>
                    </a:ext>
                  </a:extLst>
                </p14:cNvPr>
                <p14:cNvContentPartPr/>
                <p14:nvPr/>
              </p14:nvContentPartPr>
              <p14:xfrm>
                <a:off x="10185737" y="2526874"/>
                <a:ext cx="96840" cy="608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079F491-6E0A-2AE7-103B-27BA2798496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168097" y="2508874"/>
                  <a:ext cx="132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8D95B79-C9EF-8872-EFC4-F539D957BD50}"/>
                    </a:ext>
                  </a:extLst>
                </p14:cNvPr>
                <p14:cNvContentPartPr/>
                <p14:nvPr/>
              </p14:nvContentPartPr>
              <p14:xfrm>
                <a:off x="10227137" y="2505994"/>
                <a:ext cx="66600" cy="1562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8D95B79-C9EF-8872-EFC4-F539D957BD5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209497" y="2488354"/>
                  <a:ext cx="102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C980402-9BFD-34AC-E928-EFF999F7DBB1}"/>
                    </a:ext>
                  </a:extLst>
                </p14:cNvPr>
                <p14:cNvContentPartPr/>
                <p14:nvPr/>
              </p14:nvContentPartPr>
              <p14:xfrm>
                <a:off x="9981617" y="2109634"/>
                <a:ext cx="147600" cy="41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C980402-9BFD-34AC-E928-EFF999F7DBB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963977" y="2091634"/>
                  <a:ext cx="1832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72F9F33-0A83-1CFF-6E4B-07A255C9379B}"/>
                    </a:ext>
                  </a:extLst>
                </p14:cNvPr>
                <p14:cNvContentPartPr/>
                <p14:nvPr/>
              </p14:nvContentPartPr>
              <p14:xfrm>
                <a:off x="10095737" y="2133754"/>
                <a:ext cx="20520" cy="117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72F9F33-0A83-1CFF-6E4B-07A255C9379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077737" y="2115754"/>
                  <a:ext cx="5616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1D45297-D98A-9803-879E-783E7BFDA8DC}"/>
              </a:ext>
            </a:extLst>
          </p:cNvPr>
          <p:cNvGrpSpPr/>
          <p:nvPr/>
        </p:nvGrpSpPr>
        <p:grpSpPr>
          <a:xfrm>
            <a:off x="10147577" y="3051754"/>
            <a:ext cx="762480" cy="444240"/>
            <a:chOff x="10147577" y="3051754"/>
            <a:chExt cx="762480" cy="44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938158A-02D6-E551-144D-8F42C68832BD}"/>
                    </a:ext>
                  </a:extLst>
                </p14:cNvPr>
                <p14:cNvContentPartPr/>
                <p14:nvPr/>
              </p14:nvContentPartPr>
              <p14:xfrm>
                <a:off x="10154057" y="3157954"/>
                <a:ext cx="129960" cy="254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938158A-02D6-E551-144D-8F42C68832B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36417" y="3140314"/>
                  <a:ext cx="16560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E75D046-D0E0-24C8-E794-69B189EEE85C}"/>
                    </a:ext>
                  </a:extLst>
                </p14:cNvPr>
                <p14:cNvContentPartPr/>
                <p14:nvPr/>
              </p14:nvContentPartPr>
              <p14:xfrm>
                <a:off x="10147577" y="3241474"/>
                <a:ext cx="136080" cy="93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E75D046-D0E0-24C8-E794-69B189EEE85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29577" y="3223834"/>
                  <a:ext cx="171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14917DC-D69B-7136-F159-60D6D95D6051}"/>
                    </a:ext>
                  </a:extLst>
                </p14:cNvPr>
                <p14:cNvContentPartPr/>
                <p14:nvPr/>
              </p14:nvContentPartPr>
              <p14:xfrm>
                <a:off x="10367897" y="3193954"/>
                <a:ext cx="132480" cy="213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14917DC-D69B-7136-F159-60D6D95D605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350257" y="3175954"/>
                  <a:ext cx="1681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81156EB-9414-D8CD-16F5-1BB1AAF7B920}"/>
                    </a:ext>
                  </a:extLst>
                </p14:cNvPr>
                <p14:cNvContentPartPr/>
                <p14:nvPr/>
              </p14:nvContentPartPr>
              <p14:xfrm>
                <a:off x="10547537" y="3213394"/>
                <a:ext cx="155520" cy="162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81156EB-9414-D8CD-16F5-1BB1AAF7B92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529897" y="3195754"/>
                  <a:ext cx="19116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18BBBFB-A8D3-1695-24AB-8822EC5B5CC0}"/>
                    </a:ext>
                  </a:extLst>
                </p14:cNvPr>
                <p14:cNvContentPartPr/>
                <p14:nvPr/>
              </p14:nvContentPartPr>
              <p14:xfrm>
                <a:off x="10649057" y="3296554"/>
                <a:ext cx="19440" cy="1994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18BBBFB-A8D3-1695-24AB-8822EC5B5CC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31057" y="3278914"/>
                  <a:ext cx="550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B38F129-D772-1916-8D93-429156ADE5F1}"/>
                    </a:ext>
                  </a:extLst>
                </p14:cNvPr>
                <p14:cNvContentPartPr/>
                <p14:nvPr/>
              </p14:nvContentPartPr>
              <p14:xfrm>
                <a:off x="10844177" y="3051754"/>
                <a:ext cx="51840" cy="5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B38F129-D772-1916-8D93-429156ADE5F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826537" y="3033754"/>
                  <a:ext cx="87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B1E8F2-1E2C-3848-C99E-E4DF6C5C383E}"/>
                    </a:ext>
                  </a:extLst>
                </p14:cNvPr>
                <p14:cNvContentPartPr/>
                <p14:nvPr/>
              </p14:nvContentPartPr>
              <p14:xfrm>
                <a:off x="10875497" y="3282874"/>
                <a:ext cx="34560" cy="72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B1E8F2-1E2C-3848-C99E-E4DF6C5C383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857497" y="3265234"/>
                  <a:ext cx="7020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00602372-C582-7C31-7CDE-3B5C8A6628E1}"/>
                  </a:ext>
                </a:extLst>
              </p14:cNvPr>
              <p14:cNvContentPartPr/>
              <p14:nvPr/>
            </p14:nvContentPartPr>
            <p14:xfrm>
              <a:off x="10876217" y="3607594"/>
              <a:ext cx="6840" cy="44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00602372-C582-7C31-7CDE-3B5C8A6628E1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0858577" y="3589594"/>
                <a:ext cx="42480" cy="8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292B204-6A4D-41BA-40C9-C5FD5D47EC87}"/>
                  </a:ext>
                </a:extLst>
              </p14:cNvPr>
              <p14:cNvContentPartPr/>
              <p14:nvPr/>
            </p14:nvContentPartPr>
            <p14:xfrm>
              <a:off x="10872257" y="3822514"/>
              <a:ext cx="29880" cy="511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292B204-6A4D-41BA-40C9-C5FD5D47EC87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0854257" y="3804514"/>
                <a:ext cx="6552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959304E4-0B84-4F4C-F171-FD5639DE520B}"/>
                  </a:ext>
                </a:extLst>
              </p14:cNvPr>
              <p14:cNvContentPartPr/>
              <p14:nvPr/>
            </p14:nvContentPartPr>
            <p14:xfrm>
              <a:off x="10897097" y="4089994"/>
              <a:ext cx="23400" cy="637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959304E4-0B84-4F4C-F171-FD5639DE520B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10879097" y="4072354"/>
                <a:ext cx="590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E3AA58A1-55BD-50B4-3E83-B5374F4E1D81}"/>
                  </a:ext>
                </a:extLst>
              </p14:cNvPr>
              <p14:cNvContentPartPr/>
              <p14:nvPr/>
            </p14:nvContentPartPr>
            <p14:xfrm>
              <a:off x="11945777" y="4113754"/>
              <a:ext cx="25560" cy="4464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E3AA58A1-55BD-50B4-3E83-B5374F4E1D81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11927777" y="4095754"/>
                <a:ext cx="61200" cy="80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DEBA592F-9391-0138-08D4-8EB5A8C463FA}"/>
              </a:ext>
            </a:extLst>
          </p:cNvPr>
          <p:cNvGrpSpPr/>
          <p:nvPr/>
        </p:nvGrpSpPr>
        <p:grpSpPr>
          <a:xfrm>
            <a:off x="10338377" y="4388794"/>
            <a:ext cx="692280" cy="291240"/>
            <a:chOff x="10338377" y="4388794"/>
            <a:chExt cx="69228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39FFEA4-A0B8-2B27-24FD-2F07558A7FC5}"/>
                    </a:ext>
                  </a:extLst>
                </p14:cNvPr>
                <p14:cNvContentPartPr/>
                <p14:nvPr/>
              </p14:nvContentPartPr>
              <p14:xfrm>
                <a:off x="10346297" y="4490674"/>
                <a:ext cx="36360" cy="189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39FFEA4-A0B8-2B27-24FD-2F07558A7FC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328297" y="4473034"/>
                  <a:ext cx="720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7C37937-4FED-2975-4C3C-2D45628D9ABA}"/>
                    </a:ext>
                  </a:extLst>
                </p14:cNvPr>
                <p14:cNvContentPartPr/>
                <p14:nvPr/>
              </p14:nvContentPartPr>
              <p14:xfrm>
                <a:off x="10338377" y="4388794"/>
                <a:ext cx="14400" cy="23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7C37937-4FED-2975-4C3C-2D45628D9AB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20737" y="4370794"/>
                  <a:ext cx="500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91A4E2-8ED4-2314-20AC-1DBEFA0684CA}"/>
                    </a:ext>
                  </a:extLst>
                </p14:cNvPr>
                <p14:cNvContentPartPr/>
                <p14:nvPr/>
              </p14:nvContentPartPr>
              <p14:xfrm>
                <a:off x="10457537" y="4448194"/>
                <a:ext cx="130680" cy="192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91A4E2-8ED4-2314-20AC-1DBEFA0684C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439537" y="4430554"/>
                  <a:ext cx="1663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422E979-C20E-2572-0DCA-0C3614D2B98D}"/>
                    </a:ext>
                  </a:extLst>
                </p14:cNvPr>
                <p14:cNvContentPartPr/>
                <p14:nvPr/>
              </p14:nvContentPartPr>
              <p14:xfrm>
                <a:off x="10646897" y="4513354"/>
                <a:ext cx="81720" cy="160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422E979-C20E-2572-0DCA-0C3614D2B98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628897" y="4495354"/>
                  <a:ext cx="11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D26DD39-7921-8E9F-9445-E2560917B2C6}"/>
                    </a:ext>
                  </a:extLst>
                </p14:cNvPr>
                <p14:cNvContentPartPr/>
                <p14:nvPr/>
              </p14:nvContentPartPr>
              <p14:xfrm>
                <a:off x="10764617" y="4473394"/>
                <a:ext cx="51840" cy="148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D26DD39-7921-8E9F-9445-E2560917B2C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746977" y="4455394"/>
                  <a:ext cx="874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9C3FCB7-9129-ECEB-1FD8-0A0C63823170}"/>
                    </a:ext>
                  </a:extLst>
                </p14:cNvPr>
                <p14:cNvContentPartPr/>
                <p14:nvPr/>
              </p14:nvContentPartPr>
              <p14:xfrm>
                <a:off x="10814657" y="4542514"/>
                <a:ext cx="36720" cy="86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9C3FCB7-9129-ECEB-1FD8-0A0C6382317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96657" y="4524874"/>
                  <a:ext cx="723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31E1941-EF8D-3954-CED5-7AD38FDDCE7B}"/>
                    </a:ext>
                  </a:extLst>
                </p14:cNvPr>
                <p14:cNvContentPartPr/>
                <p14:nvPr/>
              </p14:nvContentPartPr>
              <p14:xfrm>
                <a:off x="10868657" y="4484554"/>
                <a:ext cx="32400" cy="1274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31E1941-EF8D-3954-CED5-7AD38FDDCE7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851017" y="4466914"/>
                  <a:ext cx="68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15E6504-ACBB-53FF-A9B5-72ABC498005F}"/>
                    </a:ext>
                  </a:extLst>
                </p14:cNvPr>
                <p14:cNvContentPartPr/>
                <p14:nvPr/>
              </p14:nvContentPartPr>
              <p14:xfrm>
                <a:off x="10925897" y="4410394"/>
                <a:ext cx="104760" cy="2235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15E6504-ACBB-53FF-A9B5-72ABC498005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907897" y="4392394"/>
                  <a:ext cx="1404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073D843-C636-4AF7-1A93-F1AAFD043FAD}"/>
              </a:ext>
            </a:extLst>
          </p:cNvPr>
          <p:cNvGrpSpPr/>
          <p:nvPr/>
        </p:nvGrpSpPr>
        <p:grpSpPr>
          <a:xfrm>
            <a:off x="11757137" y="4318234"/>
            <a:ext cx="340560" cy="232560"/>
            <a:chOff x="11757137" y="4318234"/>
            <a:chExt cx="340560" cy="23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CCA0167-FEC1-6E0B-4A9F-0ADEE827F42C}"/>
                    </a:ext>
                  </a:extLst>
                </p14:cNvPr>
                <p14:cNvContentPartPr/>
                <p14:nvPr/>
              </p14:nvContentPartPr>
              <p14:xfrm>
                <a:off x="11757137" y="4416154"/>
                <a:ext cx="102240" cy="134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CCA0167-FEC1-6E0B-4A9F-0ADEE827F42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739497" y="4398514"/>
                  <a:ext cx="1378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152EAC1-AFC2-D6D4-6863-6577225990E9}"/>
                    </a:ext>
                  </a:extLst>
                </p14:cNvPr>
                <p14:cNvContentPartPr/>
                <p14:nvPr/>
              </p14:nvContentPartPr>
              <p14:xfrm>
                <a:off x="11887457" y="4413274"/>
                <a:ext cx="83160" cy="91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152EAC1-AFC2-D6D4-6863-6577225990E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869457" y="4395634"/>
                  <a:ext cx="118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F506E66-336F-38F3-BA5B-6F7F684CCB32}"/>
                    </a:ext>
                  </a:extLst>
                </p14:cNvPr>
                <p14:cNvContentPartPr/>
                <p14:nvPr/>
              </p14:nvContentPartPr>
              <p14:xfrm>
                <a:off x="12045857" y="4318234"/>
                <a:ext cx="36720" cy="155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F506E66-336F-38F3-BA5B-6F7F684CCB3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2027857" y="4300594"/>
                  <a:ext cx="7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A1DCEFD-7DD9-FDC4-2033-1D8B24F9E0E0}"/>
                    </a:ext>
                  </a:extLst>
                </p14:cNvPr>
                <p14:cNvContentPartPr/>
                <p14:nvPr/>
              </p14:nvContentPartPr>
              <p14:xfrm>
                <a:off x="12053057" y="4374754"/>
                <a:ext cx="44640" cy="48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A1DCEFD-7DD9-FDC4-2033-1D8B24F9E0E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2035417" y="4357114"/>
                  <a:ext cx="80280" cy="8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8FBFC77-6810-C278-123B-BD6523785681}"/>
              </a:ext>
            </a:extLst>
          </p:cNvPr>
          <p:cNvGrpSpPr/>
          <p:nvPr/>
        </p:nvGrpSpPr>
        <p:grpSpPr>
          <a:xfrm>
            <a:off x="11327297" y="2595994"/>
            <a:ext cx="751680" cy="1364040"/>
            <a:chOff x="11327297" y="2595994"/>
            <a:chExt cx="751680" cy="136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95396-C242-0B87-980E-9487591FE303}"/>
                    </a:ext>
                  </a:extLst>
                </p14:cNvPr>
                <p14:cNvContentPartPr/>
                <p14:nvPr/>
              </p14:nvContentPartPr>
              <p14:xfrm>
                <a:off x="11335937" y="3254794"/>
                <a:ext cx="2880" cy="7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95396-C242-0B87-980E-9487591FE30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18297" y="3236794"/>
                  <a:ext cx="385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C23EA1F-267C-65BF-6BE0-BEE381D8339A}"/>
                    </a:ext>
                  </a:extLst>
                </p14:cNvPr>
                <p14:cNvContentPartPr/>
                <p14:nvPr/>
              </p14:nvContentPartPr>
              <p14:xfrm>
                <a:off x="11327297" y="3552514"/>
                <a:ext cx="2880" cy="3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C23EA1F-267C-65BF-6BE0-BEE381D8339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309297" y="3534514"/>
                  <a:ext cx="385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0639016-0C24-4148-4565-D17795C478DB}"/>
                    </a:ext>
                  </a:extLst>
                </p14:cNvPr>
                <p14:cNvContentPartPr/>
                <p14:nvPr/>
              </p14:nvContentPartPr>
              <p14:xfrm>
                <a:off x="11367617" y="3759154"/>
                <a:ext cx="11520" cy="18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0639016-0C24-4148-4565-D17795C478D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349617" y="3741154"/>
                  <a:ext cx="47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C2E7DE9-E7C8-2727-832D-4B9CE001B4F6}"/>
                    </a:ext>
                  </a:extLst>
                </p14:cNvPr>
                <p14:cNvContentPartPr/>
                <p14:nvPr/>
              </p14:nvContentPartPr>
              <p14:xfrm>
                <a:off x="11523857" y="3305914"/>
                <a:ext cx="9360" cy="208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C2E7DE9-E7C8-2727-832D-4B9CE001B4F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506217" y="3287914"/>
                  <a:ext cx="450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6F7425B-7AAE-EF43-4E21-BF68BBC81218}"/>
                    </a:ext>
                  </a:extLst>
                </p14:cNvPr>
                <p14:cNvContentPartPr/>
                <p14:nvPr/>
              </p14:nvContentPartPr>
              <p14:xfrm>
                <a:off x="11536097" y="3468634"/>
                <a:ext cx="50760" cy="1490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6F7425B-7AAE-EF43-4E21-BF68BBC8121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518097" y="3450994"/>
                  <a:ext cx="864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35D4AB-9482-C358-9E5F-E83F2835108F}"/>
                    </a:ext>
                  </a:extLst>
                </p14:cNvPr>
                <p14:cNvContentPartPr/>
                <p14:nvPr/>
              </p14:nvContentPartPr>
              <p14:xfrm>
                <a:off x="11571377" y="3793354"/>
                <a:ext cx="10440" cy="166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35D4AB-9482-C358-9E5F-E83F2835108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553377" y="3775714"/>
                  <a:ext cx="460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51A4746-5EE3-7198-9F70-AA88DA74FEFE}"/>
                    </a:ext>
                  </a:extLst>
                </p14:cNvPr>
                <p14:cNvContentPartPr/>
                <p14:nvPr/>
              </p14:nvContentPartPr>
              <p14:xfrm>
                <a:off x="11855057" y="3082714"/>
                <a:ext cx="21960" cy="32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51A4746-5EE3-7198-9F70-AA88DA74FEF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837417" y="3064714"/>
                  <a:ext cx="576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7219205-8674-DAE1-3964-36CC0E0D34F1}"/>
                    </a:ext>
                  </a:extLst>
                </p14:cNvPr>
                <p14:cNvContentPartPr/>
                <p14:nvPr/>
              </p14:nvContentPartPr>
              <p14:xfrm>
                <a:off x="11913377" y="3178114"/>
                <a:ext cx="25200" cy="161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7219205-8674-DAE1-3964-36CC0E0D34F1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95737" y="3160114"/>
                  <a:ext cx="6084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C78A5AD-2AD8-83E0-1361-40984CF9F3BA}"/>
                    </a:ext>
                  </a:extLst>
                </p14:cNvPr>
                <p14:cNvContentPartPr/>
                <p14:nvPr/>
              </p14:nvContentPartPr>
              <p14:xfrm>
                <a:off x="11915537" y="3501394"/>
                <a:ext cx="31320" cy="213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C78A5AD-2AD8-83E0-1361-40984CF9F3B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897537" y="3483394"/>
                  <a:ext cx="66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58FF545-816B-7CD2-E1AA-D578DD3EC834}"/>
                    </a:ext>
                  </a:extLst>
                </p14:cNvPr>
                <p14:cNvContentPartPr/>
                <p14:nvPr/>
              </p14:nvContentPartPr>
              <p14:xfrm>
                <a:off x="11841737" y="3043114"/>
                <a:ext cx="100440" cy="835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58FF545-816B-7CD2-E1AA-D578DD3EC834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823737" y="3025474"/>
                  <a:ext cx="136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993F16D-DBCF-D87A-DDF2-44C0EEEF45D3}"/>
                    </a:ext>
                  </a:extLst>
                </p14:cNvPr>
                <p14:cNvContentPartPr/>
                <p14:nvPr/>
              </p14:nvContentPartPr>
              <p14:xfrm>
                <a:off x="11872337" y="3330034"/>
                <a:ext cx="102600" cy="117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993F16D-DBCF-D87A-DDF2-44C0EEEF45D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854337" y="3312394"/>
                  <a:ext cx="13824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5E546F1-B372-6515-A2C9-FA761496276B}"/>
                    </a:ext>
                  </a:extLst>
                </p14:cNvPr>
                <p14:cNvContentPartPr/>
                <p14:nvPr/>
              </p14:nvContentPartPr>
              <p14:xfrm>
                <a:off x="11887097" y="3582394"/>
                <a:ext cx="69120" cy="932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5E546F1-B372-6515-A2C9-FA761496276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869097" y="3564394"/>
                  <a:ext cx="104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D1D0530-7C72-264D-A530-6B01B4920602}"/>
                    </a:ext>
                  </a:extLst>
                </p14:cNvPr>
                <p14:cNvContentPartPr/>
                <p14:nvPr/>
              </p14:nvContentPartPr>
              <p14:xfrm>
                <a:off x="11886377" y="3821434"/>
                <a:ext cx="98640" cy="119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D1D0530-7C72-264D-A530-6B01B492060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868737" y="3803794"/>
                  <a:ext cx="1342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143EF10-A227-DEE6-A665-140887A158A1}"/>
                    </a:ext>
                  </a:extLst>
                </p14:cNvPr>
                <p14:cNvContentPartPr/>
                <p14:nvPr/>
              </p14:nvContentPartPr>
              <p14:xfrm>
                <a:off x="11779817" y="2756914"/>
                <a:ext cx="21600" cy="139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143EF10-A227-DEE6-A665-140887A158A1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761817" y="2739274"/>
                  <a:ext cx="57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635D563-A9DE-EE77-CC5B-8F3996DEADCE}"/>
                    </a:ext>
                  </a:extLst>
                </p14:cNvPr>
                <p14:cNvContentPartPr/>
                <p14:nvPr/>
              </p14:nvContentPartPr>
              <p14:xfrm>
                <a:off x="11878097" y="2711194"/>
                <a:ext cx="88200" cy="156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635D563-A9DE-EE77-CC5B-8F3996DEADC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860097" y="2693554"/>
                  <a:ext cx="1238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64917BC-C841-911D-25BF-93774DF3EA77}"/>
                    </a:ext>
                  </a:extLst>
                </p14:cNvPr>
                <p14:cNvContentPartPr/>
                <p14:nvPr/>
              </p14:nvContentPartPr>
              <p14:xfrm>
                <a:off x="11640857" y="2595994"/>
                <a:ext cx="438120" cy="3762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64917BC-C841-911D-25BF-93774DF3EA7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623217" y="2578354"/>
                  <a:ext cx="4737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2A29FB6-8026-F12A-647E-A2D4DACBD085}"/>
                    </a:ext>
                  </a:extLst>
                </p14:cNvPr>
                <p14:cNvContentPartPr/>
                <p14:nvPr/>
              </p14:nvContentPartPr>
              <p14:xfrm>
                <a:off x="11586857" y="2735314"/>
                <a:ext cx="48240" cy="258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2A29FB6-8026-F12A-647E-A2D4DACBD08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569217" y="2717314"/>
                  <a:ext cx="83880" cy="29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6EB24AD4-8D00-3E7E-515F-0A7E4B65C36C}"/>
              </a:ext>
            </a:extLst>
          </p:cNvPr>
          <p:cNvGrpSpPr/>
          <p:nvPr/>
        </p:nvGrpSpPr>
        <p:grpSpPr>
          <a:xfrm>
            <a:off x="2106257" y="3509934"/>
            <a:ext cx="3162960" cy="723600"/>
            <a:chOff x="2106257" y="3509934"/>
            <a:chExt cx="3162960" cy="72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783EAD6-DE93-87D1-FF4A-84FFFC0C6818}"/>
                    </a:ext>
                  </a:extLst>
                </p14:cNvPr>
                <p14:cNvContentPartPr/>
                <p14:nvPr/>
              </p14:nvContentPartPr>
              <p14:xfrm>
                <a:off x="2106257" y="3680934"/>
                <a:ext cx="632520" cy="552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783EAD6-DE93-87D1-FF4A-84FFFC0C681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088617" y="3663294"/>
                  <a:ext cx="66816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FE9EEEA-6AEB-849F-4221-DC20DA273F01}"/>
                    </a:ext>
                  </a:extLst>
                </p14:cNvPr>
                <p14:cNvContentPartPr/>
                <p14:nvPr/>
              </p14:nvContentPartPr>
              <p14:xfrm>
                <a:off x="2726537" y="3642774"/>
                <a:ext cx="596520" cy="575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FE9EEEA-6AEB-849F-4221-DC20DA273F0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08537" y="3625134"/>
                  <a:ext cx="63216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6237415-94C0-C8D2-C8EA-B5E77F3D8C95}"/>
                    </a:ext>
                  </a:extLst>
                </p14:cNvPr>
                <p14:cNvContentPartPr/>
                <p14:nvPr/>
              </p14:nvContentPartPr>
              <p14:xfrm>
                <a:off x="3333497" y="3648894"/>
                <a:ext cx="682920" cy="547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6237415-94C0-C8D2-C8EA-B5E77F3D8C9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15497" y="3631254"/>
                  <a:ext cx="718560" cy="58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4449E2-58E6-5123-31F0-2074D9B49A43}"/>
                    </a:ext>
                  </a:extLst>
                </p14:cNvPr>
                <p14:cNvContentPartPr/>
                <p14:nvPr/>
              </p14:nvContentPartPr>
              <p14:xfrm>
                <a:off x="4038017" y="3652134"/>
                <a:ext cx="689760" cy="569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4449E2-58E6-5123-31F0-2074D9B49A4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020017" y="3634494"/>
                  <a:ext cx="725400" cy="60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6799F34-A75E-BC8F-1E26-874C46938106}"/>
                    </a:ext>
                  </a:extLst>
                </p14:cNvPr>
                <p14:cNvContentPartPr/>
                <p14:nvPr/>
              </p14:nvContentPartPr>
              <p14:xfrm>
                <a:off x="4647497" y="3509934"/>
                <a:ext cx="621720" cy="700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6799F34-A75E-BC8F-1E26-874C469381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29857" y="3491934"/>
                  <a:ext cx="657360" cy="73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D87D84FC-7460-1F5E-F6BB-296D8694315B}"/>
                  </a:ext>
                </a:extLst>
              </p14:cNvPr>
              <p14:cNvContentPartPr/>
              <p14:nvPr/>
            </p14:nvContentPartPr>
            <p14:xfrm>
              <a:off x="3305057" y="5263494"/>
              <a:ext cx="2048760" cy="5796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D87D84FC-7460-1F5E-F6BB-296D8694315B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3287417" y="5245854"/>
                <a:ext cx="208440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CDA06F21-F968-2174-C664-27B997721C72}"/>
                  </a:ext>
                </a:extLst>
              </p14:cNvPr>
              <p14:cNvContentPartPr/>
              <p14:nvPr/>
            </p14:nvContentPartPr>
            <p14:xfrm>
              <a:off x="6088217" y="5369334"/>
              <a:ext cx="330480" cy="356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CDA06F21-F968-2174-C664-27B997721C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6070217" y="5351334"/>
                <a:ext cx="366120" cy="71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32826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C81F4-FAEF-A899-86D8-7BE992764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 too many inputs to the model </a:t>
            </a:r>
          </a:p>
        </p:txBody>
      </p:sp>
      <p:pic>
        <p:nvPicPr>
          <p:cNvPr id="6" name="Content Placeholder 5" descr="A diagram of a complex learning&#10;&#10;Description automatically generated with medium confidence">
            <a:extLst>
              <a:ext uri="{FF2B5EF4-FFF2-40B4-BE49-F238E27FC236}">
                <a16:creationId xmlns:a16="http://schemas.microsoft.com/office/drawing/2014/main" id="{049BD94A-22ED-92BA-7DAB-5DAC8BA4DE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3501" y="1253331"/>
            <a:ext cx="931465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ED58A8-E822-20D6-972F-1B23DB7A8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B884A2F-49E0-E919-C36D-2B07FE3A6010}"/>
                  </a:ext>
                </a:extLst>
              </p14:cNvPr>
              <p14:cNvContentPartPr/>
              <p14:nvPr/>
            </p14:nvContentPartPr>
            <p14:xfrm>
              <a:off x="7190177" y="3031134"/>
              <a:ext cx="2685240" cy="6987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B884A2F-49E0-E919-C36D-2B07FE3A601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172537" y="3013134"/>
                <a:ext cx="2720880" cy="73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32FBF524-4363-62F2-7747-62A07E682497}"/>
              </a:ext>
            </a:extLst>
          </p:cNvPr>
          <p:cNvGrpSpPr/>
          <p:nvPr/>
        </p:nvGrpSpPr>
        <p:grpSpPr>
          <a:xfrm>
            <a:off x="5816057" y="3486894"/>
            <a:ext cx="1727280" cy="793800"/>
            <a:chOff x="5816057" y="3486894"/>
            <a:chExt cx="1727280" cy="79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DF91022-B5D6-3BDE-9081-FCBE5E306F1D}"/>
                    </a:ext>
                  </a:extLst>
                </p14:cNvPr>
                <p14:cNvContentPartPr/>
                <p14:nvPr/>
              </p14:nvContentPartPr>
              <p14:xfrm>
                <a:off x="5878697" y="3486894"/>
                <a:ext cx="1664640" cy="7369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DF91022-B5D6-3BDE-9081-FCBE5E306F1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860697" y="3468894"/>
                  <a:ext cx="1700280" cy="77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67E6992-610D-51BC-66F4-0D3D26FC2641}"/>
                    </a:ext>
                  </a:extLst>
                </p14:cNvPr>
                <p14:cNvContentPartPr/>
                <p14:nvPr/>
              </p14:nvContentPartPr>
              <p14:xfrm>
                <a:off x="5816057" y="4045254"/>
                <a:ext cx="278280" cy="235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67E6992-610D-51BC-66F4-0D3D26FC264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98057" y="4027614"/>
                  <a:ext cx="31392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2662A7-A69B-6C45-938A-AEFE5C999DE9}"/>
              </a:ext>
            </a:extLst>
          </p:cNvPr>
          <p:cNvGrpSpPr/>
          <p:nvPr/>
        </p:nvGrpSpPr>
        <p:grpSpPr>
          <a:xfrm>
            <a:off x="3764417" y="4486254"/>
            <a:ext cx="2701440" cy="509040"/>
            <a:chOff x="3764417" y="4486254"/>
            <a:chExt cx="2701440" cy="50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EDD6B28-F636-C41B-7214-6DB10E89997A}"/>
                    </a:ext>
                  </a:extLst>
                </p14:cNvPr>
                <p14:cNvContentPartPr/>
                <p14:nvPr/>
              </p14:nvContentPartPr>
              <p14:xfrm>
                <a:off x="3796817" y="4707294"/>
                <a:ext cx="42480" cy="288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EDD6B28-F636-C41B-7214-6DB10E89997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79177" y="4689654"/>
                  <a:ext cx="7812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F7B0AFF-6FC4-B4DB-C223-D19FB2306D1A}"/>
                    </a:ext>
                  </a:extLst>
                </p14:cNvPr>
                <p14:cNvContentPartPr/>
                <p14:nvPr/>
              </p14:nvContentPartPr>
              <p14:xfrm>
                <a:off x="3764417" y="4663374"/>
                <a:ext cx="168120" cy="18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F7B0AFF-6FC4-B4DB-C223-D19FB2306D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6417" y="4645734"/>
                  <a:ext cx="2037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25282-DA07-7A75-CEBB-10D9B1370303}"/>
                    </a:ext>
                  </a:extLst>
                </p14:cNvPr>
                <p14:cNvContentPartPr/>
                <p14:nvPr/>
              </p14:nvContentPartPr>
              <p14:xfrm>
                <a:off x="3994817" y="4773894"/>
                <a:ext cx="120240" cy="118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25282-DA07-7A75-CEBB-10D9B137030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977177" y="4755894"/>
                  <a:ext cx="1558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3BC0751-9287-1FF3-0E03-6112288B4CE2}"/>
                    </a:ext>
                  </a:extLst>
                </p14:cNvPr>
                <p14:cNvContentPartPr/>
                <p14:nvPr/>
              </p14:nvContentPartPr>
              <p14:xfrm>
                <a:off x="4221257" y="4652574"/>
                <a:ext cx="163800" cy="218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3BC0751-9287-1FF3-0E03-6112288B4CE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203617" y="4634574"/>
                  <a:ext cx="1994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70A2D38-E91F-3D02-3459-414FFF43C1DE}"/>
                    </a:ext>
                  </a:extLst>
                </p14:cNvPr>
                <p14:cNvContentPartPr/>
                <p14:nvPr/>
              </p14:nvContentPartPr>
              <p14:xfrm>
                <a:off x="4414217" y="4710174"/>
                <a:ext cx="180360" cy="169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70A2D38-E91F-3D02-3459-414FFF43C1D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96577" y="4692534"/>
                  <a:ext cx="2160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4AB50-EDE8-AE0E-5857-869926B38D16}"/>
                    </a:ext>
                  </a:extLst>
                </p14:cNvPr>
                <p14:cNvContentPartPr/>
                <p14:nvPr/>
              </p14:nvContentPartPr>
              <p14:xfrm>
                <a:off x="4679897" y="4740054"/>
                <a:ext cx="83520" cy="12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4AB50-EDE8-AE0E-5857-869926B38D1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661897" y="4722054"/>
                  <a:ext cx="1191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899B3CB-F4E1-E0C1-AACE-86D227220B2E}"/>
                    </a:ext>
                  </a:extLst>
                </p14:cNvPr>
                <p14:cNvContentPartPr/>
                <p14:nvPr/>
              </p14:nvContentPartPr>
              <p14:xfrm>
                <a:off x="4843697" y="4713414"/>
                <a:ext cx="105840" cy="117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899B3CB-F4E1-E0C1-AACE-86D227220B2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826057" y="4695774"/>
                  <a:ext cx="14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0784897-BC46-6810-0E05-57D8D138775D}"/>
                    </a:ext>
                  </a:extLst>
                </p14:cNvPr>
                <p14:cNvContentPartPr/>
                <p14:nvPr/>
              </p14:nvContentPartPr>
              <p14:xfrm>
                <a:off x="4998137" y="4722414"/>
                <a:ext cx="58680" cy="160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0784897-BC46-6810-0E05-57D8D13877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980497" y="4704414"/>
                  <a:ext cx="94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E5EC4E-8240-1184-FD26-520BDA6BED93}"/>
                    </a:ext>
                  </a:extLst>
                </p14:cNvPr>
                <p14:cNvContentPartPr/>
                <p14:nvPr/>
              </p14:nvContentPartPr>
              <p14:xfrm>
                <a:off x="5367497" y="4703694"/>
                <a:ext cx="310320" cy="108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E5EC4E-8240-1184-FD26-520BDA6BED9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349497" y="4686054"/>
                  <a:ext cx="3459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047406F-AD86-EE72-5A95-74BCED3A261E}"/>
                    </a:ext>
                  </a:extLst>
                </p14:cNvPr>
                <p14:cNvContentPartPr/>
                <p14:nvPr/>
              </p14:nvContentPartPr>
              <p14:xfrm>
                <a:off x="5762417" y="4701894"/>
                <a:ext cx="50040" cy="76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047406F-AD86-EE72-5A95-74BCED3A261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744777" y="4683894"/>
                  <a:ext cx="85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8B7BE41-2F0C-42BF-BCB1-B240B9522A75}"/>
                    </a:ext>
                  </a:extLst>
                </p14:cNvPr>
                <p14:cNvContentPartPr/>
                <p14:nvPr/>
              </p14:nvContentPartPr>
              <p14:xfrm>
                <a:off x="5777897" y="4670214"/>
                <a:ext cx="123840" cy="160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8B7BE41-2F0C-42BF-BCB1-B240B9522A7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59897" y="4652574"/>
                  <a:ext cx="1594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C010584-31DC-5E70-DA24-75C0B296F1ED}"/>
                    </a:ext>
                  </a:extLst>
                </p14:cNvPr>
                <p14:cNvContentPartPr/>
                <p14:nvPr/>
              </p14:nvContentPartPr>
              <p14:xfrm>
                <a:off x="5973737" y="4547454"/>
                <a:ext cx="139680" cy="246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C010584-31DC-5E70-DA24-75C0B296F1E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956097" y="4529814"/>
                  <a:ext cx="17532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6DF5800-51DD-D5AD-24FE-E22B978A98A0}"/>
                    </a:ext>
                  </a:extLst>
                </p14:cNvPr>
                <p14:cNvContentPartPr/>
                <p14:nvPr/>
              </p14:nvContentPartPr>
              <p14:xfrm>
                <a:off x="6170297" y="4638174"/>
                <a:ext cx="136800" cy="119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6DF5800-51DD-D5AD-24FE-E22B978A98A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152297" y="4620174"/>
                  <a:ext cx="1724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4B4B33-2C33-7152-0427-FB21881E9368}"/>
                    </a:ext>
                  </a:extLst>
                </p14:cNvPr>
                <p14:cNvContentPartPr/>
                <p14:nvPr/>
              </p14:nvContentPartPr>
              <p14:xfrm>
                <a:off x="6417617" y="4486254"/>
                <a:ext cx="48240" cy="285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4B4B33-2C33-7152-0427-FB21881E9368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99977" y="4468614"/>
                  <a:ext cx="83880" cy="32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2B29FEF-BC5D-56E1-F75F-0DB25192F7BF}"/>
              </a:ext>
            </a:extLst>
          </p:cNvPr>
          <p:cNvGrpSpPr/>
          <p:nvPr/>
        </p:nvGrpSpPr>
        <p:grpSpPr>
          <a:xfrm>
            <a:off x="4822817" y="5079894"/>
            <a:ext cx="810360" cy="298080"/>
            <a:chOff x="4822817" y="5079894"/>
            <a:chExt cx="810360" cy="29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78ED47F-40F1-C43F-EEF4-A9894FF0BB4E}"/>
                    </a:ext>
                  </a:extLst>
                </p14:cNvPr>
                <p14:cNvContentPartPr/>
                <p14:nvPr/>
              </p14:nvContentPartPr>
              <p14:xfrm>
                <a:off x="4822817" y="5140014"/>
                <a:ext cx="181440" cy="215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78ED47F-40F1-C43F-EEF4-A9894FF0BB4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805177" y="5122014"/>
                  <a:ext cx="2170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E433F8B-2C56-0E8B-D78D-29C0A2EF3CE3}"/>
                    </a:ext>
                  </a:extLst>
                </p14:cNvPr>
                <p14:cNvContentPartPr/>
                <p14:nvPr/>
              </p14:nvContentPartPr>
              <p14:xfrm>
                <a:off x="5074817" y="5228934"/>
                <a:ext cx="18720" cy="149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E433F8B-2C56-0E8B-D78D-29C0A2EF3CE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056817" y="5210934"/>
                  <a:ext cx="543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3F7368F-01F7-5F66-0B8F-E9DF16867009}"/>
                    </a:ext>
                  </a:extLst>
                </p14:cNvPr>
                <p14:cNvContentPartPr/>
                <p14:nvPr/>
              </p14:nvContentPartPr>
              <p14:xfrm>
                <a:off x="5078057" y="5079894"/>
                <a:ext cx="18000" cy="25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3F7368F-01F7-5F66-0B8F-E9DF1686700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060417" y="5061894"/>
                  <a:ext cx="5364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CDC4B0-4ACF-EE69-5F69-E9017D6F10C3}"/>
                    </a:ext>
                  </a:extLst>
                </p14:cNvPr>
                <p14:cNvContentPartPr/>
                <p14:nvPr/>
              </p14:nvContentPartPr>
              <p14:xfrm>
                <a:off x="5192897" y="5162694"/>
                <a:ext cx="97200" cy="147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CDC4B0-4ACF-EE69-5F69-E9017D6F10C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74897" y="5144694"/>
                  <a:ext cx="1328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1FD43BC-F4DB-222C-1AEF-EA3441667E85}"/>
                    </a:ext>
                  </a:extLst>
                </p14:cNvPr>
                <p14:cNvContentPartPr/>
                <p14:nvPr/>
              </p14:nvContentPartPr>
              <p14:xfrm>
                <a:off x="5202977" y="5203374"/>
                <a:ext cx="74880" cy="33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1FD43BC-F4DB-222C-1AEF-EA3441667E8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184977" y="5185374"/>
                  <a:ext cx="1105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C9B785C-347F-EF6E-170B-461A9C2629E0}"/>
                    </a:ext>
                  </a:extLst>
                </p14:cNvPr>
                <p14:cNvContentPartPr/>
                <p14:nvPr/>
              </p14:nvContentPartPr>
              <p14:xfrm>
                <a:off x="5337617" y="5110494"/>
                <a:ext cx="295560" cy="149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C9B785C-347F-EF6E-170B-461A9C2629E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319977" y="5092494"/>
                  <a:ext cx="33120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6D269C0-DD86-7F97-CB67-633BBD86AE10}"/>
              </a:ext>
            </a:extLst>
          </p:cNvPr>
          <p:cNvGrpSpPr/>
          <p:nvPr/>
        </p:nvGrpSpPr>
        <p:grpSpPr>
          <a:xfrm>
            <a:off x="5178497" y="5540334"/>
            <a:ext cx="196200" cy="334080"/>
            <a:chOff x="5178497" y="5540334"/>
            <a:chExt cx="19620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18D4FD0-081D-E15B-1F52-F1E1593FFAD6}"/>
                    </a:ext>
                  </a:extLst>
                </p14:cNvPr>
                <p14:cNvContentPartPr/>
                <p14:nvPr/>
              </p14:nvContentPartPr>
              <p14:xfrm>
                <a:off x="5209457" y="5540334"/>
                <a:ext cx="38880" cy="33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18D4FD0-081D-E15B-1F52-F1E1593FFAD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191457" y="5522334"/>
                  <a:ext cx="7452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CC2B1D1-F280-C4E0-1DFF-00BD322C58EA}"/>
                    </a:ext>
                  </a:extLst>
                </p14:cNvPr>
                <p14:cNvContentPartPr/>
                <p14:nvPr/>
              </p14:nvContentPartPr>
              <p14:xfrm>
                <a:off x="5178497" y="5756694"/>
                <a:ext cx="196200" cy="115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CC2B1D1-F280-C4E0-1DFF-00BD322C58E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160857" y="5739054"/>
                  <a:ext cx="23184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384ED73-BCBB-BE30-3141-44028F5DCB06}"/>
              </a:ext>
            </a:extLst>
          </p:cNvPr>
          <p:cNvGrpSpPr/>
          <p:nvPr/>
        </p:nvGrpSpPr>
        <p:grpSpPr>
          <a:xfrm>
            <a:off x="4261217" y="6087174"/>
            <a:ext cx="1189800" cy="343800"/>
            <a:chOff x="4261217" y="6087174"/>
            <a:chExt cx="1189800" cy="34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BD2575D-41A4-05F3-5EDA-BDB46CED0608}"/>
                    </a:ext>
                  </a:extLst>
                </p14:cNvPr>
                <p14:cNvContentPartPr/>
                <p14:nvPr/>
              </p14:nvContentPartPr>
              <p14:xfrm>
                <a:off x="4261217" y="6087174"/>
                <a:ext cx="34560" cy="334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BD2575D-41A4-05F3-5EDA-BDB46CED060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243217" y="6069534"/>
                  <a:ext cx="702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F7652A5-DB21-C9A2-C054-039FE9155AA9}"/>
                    </a:ext>
                  </a:extLst>
                </p14:cNvPr>
                <p14:cNvContentPartPr/>
                <p14:nvPr/>
              </p14:nvContentPartPr>
              <p14:xfrm>
                <a:off x="4265537" y="6158814"/>
                <a:ext cx="170280" cy="258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F7652A5-DB21-C9A2-C054-039FE9155AA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247897" y="6140814"/>
                  <a:ext cx="205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5757EAB-4208-80B7-FF3B-295D5383F7B7}"/>
                    </a:ext>
                  </a:extLst>
                </p14:cNvPr>
                <p14:cNvContentPartPr/>
                <p14:nvPr/>
              </p14:nvContentPartPr>
              <p14:xfrm>
                <a:off x="4492337" y="6254934"/>
                <a:ext cx="102960" cy="176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5757EAB-4208-80B7-FF3B-295D5383F7B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474337" y="6237294"/>
                  <a:ext cx="13860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51C147F-C5D5-E2EA-F913-115165DCE063}"/>
                    </a:ext>
                  </a:extLst>
                </p14:cNvPr>
                <p14:cNvContentPartPr/>
                <p14:nvPr/>
              </p14:nvContentPartPr>
              <p14:xfrm>
                <a:off x="4658297" y="6268974"/>
                <a:ext cx="75240" cy="124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51C147F-C5D5-E2EA-F913-115165DCE06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640297" y="6251334"/>
                  <a:ext cx="1108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3FE0C6-0E14-F835-1047-2A923442EC98}"/>
                    </a:ext>
                  </a:extLst>
                </p14:cNvPr>
                <p14:cNvContentPartPr/>
                <p14:nvPr/>
              </p14:nvContentPartPr>
              <p14:xfrm>
                <a:off x="4898417" y="6209934"/>
                <a:ext cx="69840" cy="2095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3FE0C6-0E14-F835-1047-2A923442EC9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880417" y="6191934"/>
                  <a:ext cx="1054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D8B0B9-292F-D84D-765F-FFDF9465217B}"/>
                    </a:ext>
                  </a:extLst>
                </p14:cNvPr>
                <p14:cNvContentPartPr/>
                <p14:nvPr/>
              </p14:nvContentPartPr>
              <p14:xfrm>
                <a:off x="5096417" y="6121734"/>
                <a:ext cx="28800" cy="250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D8B0B9-292F-D84D-765F-FFDF9465217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078417" y="6104094"/>
                  <a:ext cx="644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4F2FDB-E186-27B8-24DF-4E461CF8CCBE}"/>
                    </a:ext>
                  </a:extLst>
                </p14:cNvPr>
                <p14:cNvContentPartPr/>
                <p14:nvPr/>
              </p14:nvContentPartPr>
              <p14:xfrm>
                <a:off x="5104337" y="6204894"/>
                <a:ext cx="139320" cy="106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4F2FDB-E186-27B8-24DF-4E461CF8CCB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086697" y="6187254"/>
                  <a:ext cx="1749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EF1C490-4EB9-2235-9D30-B0C417308008}"/>
                    </a:ext>
                  </a:extLst>
                </p14:cNvPr>
                <p14:cNvContentPartPr/>
                <p14:nvPr/>
              </p14:nvContentPartPr>
              <p14:xfrm>
                <a:off x="5329697" y="6088614"/>
                <a:ext cx="62280" cy="259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EF1C490-4EB9-2235-9D30-B0C41730800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311697" y="6070974"/>
                  <a:ext cx="979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5959E8E-A641-9E4D-BF1D-04233E9E14ED}"/>
                    </a:ext>
                  </a:extLst>
                </p14:cNvPr>
                <p14:cNvContentPartPr/>
                <p14:nvPr/>
              </p14:nvContentPartPr>
              <p14:xfrm>
                <a:off x="5309537" y="6203454"/>
                <a:ext cx="141480" cy="356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5959E8E-A641-9E4D-BF1D-04233E9E14E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291537" y="6185454"/>
                  <a:ext cx="17712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F561BE-FC05-1D6F-00E5-023A7018AD98}"/>
              </a:ext>
            </a:extLst>
          </p:cNvPr>
          <p:cNvGrpSpPr/>
          <p:nvPr/>
        </p:nvGrpSpPr>
        <p:grpSpPr>
          <a:xfrm>
            <a:off x="5775737" y="6045414"/>
            <a:ext cx="657720" cy="302400"/>
            <a:chOff x="5775737" y="6045414"/>
            <a:chExt cx="657720" cy="30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41DED9-8A45-107D-FEB5-D3F75E64F554}"/>
                    </a:ext>
                  </a:extLst>
                </p14:cNvPr>
                <p14:cNvContentPartPr/>
                <p14:nvPr/>
              </p14:nvContentPartPr>
              <p14:xfrm>
                <a:off x="5775737" y="6180054"/>
                <a:ext cx="207360" cy="146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41DED9-8A45-107D-FEB5-D3F75E64F55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758097" y="6162414"/>
                  <a:ext cx="2430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6906BCB-D63B-6EB1-18F5-1B3E710C32B5}"/>
                    </a:ext>
                  </a:extLst>
                </p14:cNvPr>
                <p14:cNvContentPartPr/>
                <p14:nvPr/>
              </p14:nvContentPartPr>
              <p14:xfrm>
                <a:off x="6029177" y="6169974"/>
                <a:ext cx="67680" cy="1616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6906BCB-D63B-6EB1-18F5-1B3E710C32B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011177" y="6152334"/>
                  <a:ext cx="1033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5A7E104-3FD7-98FC-2418-37E6B972025B}"/>
                    </a:ext>
                  </a:extLst>
                </p14:cNvPr>
                <p14:cNvContentPartPr/>
                <p14:nvPr/>
              </p14:nvContentPartPr>
              <p14:xfrm>
                <a:off x="6156977" y="6216774"/>
                <a:ext cx="69480" cy="105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5A7E104-3FD7-98FC-2418-37E6B972025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139337" y="6198774"/>
                  <a:ext cx="105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20831E-9458-907C-7F07-FD9F3FF7840F}"/>
                    </a:ext>
                  </a:extLst>
                </p14:cNvPr>
                <p14:cNvContentPartPr/>
                <p14:nvPr/>
              </p14:nvContentPartPr>
              <p14:xfrm>
                <a:off x="6324017" y="6045414"/>
                <a:ext cx="109440" cy="302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20831E-9458-907C-7F07-FD9F3FF7840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306017" y="6027414"/>
                  <a:ext cx="145080" cy="33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5D1590E-2CC6-3BAD-F2F3-01EC3EA64893}"/>
              </a:ext>
            </a:extLst>
          </p:cNvPr>
          <p:cNvGrpSpPr/>
          <p:nvPr/>
        </p:nvGrpSpPr>
        <p:grpSpPr>
          <a:xfrm>
            <a:off x="6826217" y="5943174"/>
            <a:ext cx="1793520" cy="468720"/>
            <a:chOff x="6826217" y="5943174"/>
            <a:chExt cx="1793520" cy="46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A32019B-9480-1465-BBDD-3F49FE2541B4}"/>
                    </a:ext>
                  </a:extLst>
                </p14:cNvPr>
                <p14:cNvContentPartPr/>
                <p14:nvPr/>
              </p14:nvContentPartPr>
              <p14:xfrm>
                <a:off x="6826217" y="6121734"/>
                <a:ext cx="108360" cy="224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A32019B-9480-1465-BBDD-3F49FE2541B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08577" y="610409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337C4AE-60F1-011F-F1CE-53C4EA355471}"/>
                    </a:ext>
                  </a:extLst>
                </p14:cNvPr>
                <p14:cNvContentPartPr/>
                <p14:nvPr/>
              </p14:nvContentPartPr>
              <p14:xfrm>
                <a:off x="7030697" y="6202014"/>
                <a:ext cx="49680" cy="1015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337C4AE-60F1-011F-F1CE-53C4EA35547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12697" y="6184374"/>
                  <a:ext cx="85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0AC4132-9B31-66F9-A9E8-9B3E95CC8F60}"/>
                    </a:ext>
                  </a:extLst>
                </p14:cNvPr>
                <p14:cNvContentPartPr/>
                <p14:nvPr/>
              </p14:nvContentPartPr>
              <p14:xfrm>
                <a:off x="7053377" y="6121374"/>
                <a:ext cx="6840" cy="32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0AC4132-9B31-66F9-A9E8-9B3E95CC8F6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035377" y="6103374"/>
                  <a:ext cx="424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5455E83-272F-F7BB-AB56-A49C95946430}"/>
                    </a:ext>
                  </a:extLst>
                </p14:cNvPr>
                <p14:cNvContentPartPr/>
                <p14:nvPr/>
              </p14:nvContentPartPr>
              <p14:xfrm>
                <a:off x="7142657" y="6189774"/>
                <a:ext cx="120240" cy="222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5455E83-272F-F7BB-AB56-A49C9594643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125017" y="6172134"/>
                  <a:ext cx="1558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0A898F-6865-C369-0B8C-CC32D7B3B9B3}"/>
                    </a:ext>
                  </a:extLst>
                </p14:cNvPr>
                <p14:cNvContentPartPr/>
                <p14:nvPr/>
              </p14:nvContentPartPr>
              <p14:xfrm>
                <a:off x="7333457" y="6175014"/>
                <a:ext cx="162000" cy="127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0A898F-6865-C369-0B8C-CC32D7B3B9B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315817" y="6157014"/>
                  <a:ext cx="197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ABC76C-67D9-FBE9-1E3F-D81095ACDA2C}"/>
                    </a:ext>
                  </a:extLst>
                </p14:cNvPr>
                <p14:cNvContentPartPr/>
                <p14:nvPr/>
              </p14:nvContentPartPr>
              <p14:xfrm>
                <a:off x="7552697" y="6187974"/>
                <a:ext cx="7560" cy="79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ABC76C-67D9-FBE9-1E3F-D81095ACDA2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535057" y="6170334"/>
                  <a:ext cx="43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34D63EA-B1B9-BE47-1651-373BB776A347}"/>
                    </a:ext>
                  </a:extLst>
                </p14:cNvPr>
                <p14:cNvContentPartPr/>
                <p14:nvPr/>
              </p14:nvContentPartPr>
              <p14:xfrm>
                <a:off x="7545497" y="6060894"/>
                <a:ext cx="10440" cy="302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34D63EA-B1B9-BE47-1651-373BB776A34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527497" y="6042894"/>
                  <a:ext cx="460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8F6151B-E930-BDE9-AD21-759749AC8548}"/>
                    </a:ext>
                  </a:extLst>
                </p14:cNvPr>
                <p14:cNvContentPartPr/>
                <p14:nvPr/>
              </p14:nvContentPartPr>
              <p14:xfrm>
                <a:off x="7690217" y="6033534"/>
                <a:ext cx="71280" cy="312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8F6151B-E930-BDE9-AD21-759749AC854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672577" y="6015534"/>
                  <a:ext cx="10692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638E139-7993-DFCE-3871-9D296CE1C523}"/>
                    </a:ext>
                  </a:extLst>
                </p14:cNvPr>
                <p14:cNvContentPartPr/>
                <p14:nvPr/>
              </p14:nvContentPartPr>
              <p14:xfrm>
                <a:off x="7624697" y="6162414"/>
                <a:ext cx="133560" cy="63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638E139-7993-DFCE-3871-9D296CE1C52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606697" y="6144774"/>
                  <a:ext cx="1692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E7A44F1-84EB-9B4F-0DBC-9AB3387CC461}"/>
                    </a:ext>
                  </a:extLst>
                </p14:cNvPr>
                <p14:cNvContentPartPr/>
                <p14:nvPr/>
              </p14:nvContentPartPr>
              <p14:xfrm>
                <a:off x="7796057" y="6154134"/>
                <a:ext cx="25920" cy="102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E7A44F1-84EB-9B4F-0DBC-9AB3387CC46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78417" y="6136494"/>
                  <a:ext cx="615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E8D2DCF-15FB-58CF-6EC5-5A194832D84A}"/>
                    </a:ext>
                  </a:extLst>
                </p14:cNvPr>
                <p14:cNvContentPartPr/>
                <p14:nvPr/>
              </p14:nvContentPartPr>
              <p14:xfrm>
                <a:off x="7815857" y="6059094"/>
                <a:ext cx="6120" cy="24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E8D2DCF-15FB-58CF-6EC5-5A194832D84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797857" y="6041454"/>
                  <a:ext cx="417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72CAE93-D7DB-6D30-57C6-B2762DCE461D}"/>
                    </a:ext>
                  </a:extLst>
                </p14:cNvPr>
                <p14:cNvContentPartPr/>
                <p14:nvPr/>
              </p14:nvContentPartPr>
              <p14:xfrm>
                <a:off x="7936817" y="6095814"/>
                <a:ext cx="124200" cy="180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72CAE93-D7DB-6D30-57C6-B2762DCE461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19177" y="6077814"/>
                  <a:ext cx="1598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E40F881-656E-78A6-3648-B19E3EB54892}"/>
                    </a:ext>
                  </a:extLst>
                </p14:cNvPr>
                <p14:cNvContentPartPr/>
                <p14:nvPr/>
              </p14:nvContentPartPr>
              <p14:xfrm>
                <a:off x="8078657" y="6127134"/>
                <a:ext cx="301680" cy="129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E40F881-656E-78A6-3648-B19E3EB5489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061017" y="6109134"/>
                  <a:ext cx="3373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5947081-D232-E5E7-EF3C-380EABDDE17A}"/>
                    </a:ext>
                  </a:extLst>
                </p14:cNvPr>
                <p14:cNvContentPartPr/>
                <p14:nvPr/>
              </p14:nvContentPartPr>
              <p14:xfrm>
                <a:off x="8509217" y="5943174"/>
                <a:ext cx="36000" cy="319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5947081-D232-E5E7-EF3C-380EABDDE17A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491577" y="5925174"/>
                  <a:ext cx="7164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FE2BDCA-C761-2DFF-3B37-1962A3F95844}"/>
                    </a:ext>
                  </a:extLst>
                </p14:cNvPr>
                <p14:cNvContentPartPr/>
                <p14:nvPr/>
              </p14:nvContentPartPr>
              <p14:xfrm>
                <a:off x="8456657" y="6115254"/>
                <a:ext cx="163080" cy="8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FE2BDCA-C761-2DFF-3B37-1962A3F9584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439017" y="6097614"/>
                  <a:ext cx="198720" cy="4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20BA800-8A43-434C-33FF-A58982EAC9DE}"/>
              </a:ext>
            </a:extLst>
          </p:cNvPr>
          <p:cNvGrpSpPr/>
          <p:nvPr/>
        </p:nvGrpSpPr>
        <p:grpSpPr>
          <a:xfrm>
            <a:off x="8903417" y="6038934"/>
            <a:ext cx="1228680" cy="303120"/>
            <a:chOff x="8903417" y="6038934"/>
            <a:chExt cx="122868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808BA6D-7921-F816-DA43-0B4776539C9A}"/>
                    </a:ext>
                  </a:extLst>
                </p14:cNvPr>
                <p14:cNvContentPartPr/>
                <p14:nvPr/>
              </p14:nvContentPartPr>
              <p14:xfrm>
                <a:off x="8903417" y="6114534"/>
                <a:ext cx="93240" cy="173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808BA6D-7921-F816-DA43-0B4776539C9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885777" y="6096894"/>
                  <a:ext cx="12888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B6CA81A-42AD-91D3-CB78-93C35963BB26}"/>
                    </a:ext>
                  </a:extLst>
                </p14:cNvPr>
                <p14:cNvContentPartPr/>
                <p14:nvPr/>
              </p14:nvContentPartPr>
              <p14:xfrm>
                <a:off x="9070097" y="6160614"/>
                <a:ext cx="75240" cy="114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B6CA81A-42AD-91D3-CB78-93C35963BB26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052457" y="6142614"/>
                  <a:ext cx="1108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F7F6028-A6A2-38B8-7F22-DC47C1058EE4}"/>
                    </a:ext>
                  </a:extLst>
                </p14:cNvPr>
                <p14:cNvContentPartPr/>
                <p14:nvPr/>
              </p14:nvContentPartPr>
              <p14:xfrm>
                <a:off x="9189617" y="6136494"/>
                <a:ext cx="245880" cy="83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F7F6028-A6A2-38B8-7F22-DC47C1058EE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171977" y="6118494"/>
                  <a:ext cx="28152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1A7B994-A6CA-13BE-EF5D-AE935BCE2C3C}"/>
                    </a:ext>
                  </a:extLst>
                </p14:cNvPr>
                <p14:cNvContentPartPr/>
                <p14:nvPr/>
              </p14:nvContentPartPr>
              <p14:xfrm>
                <a:off x="9491297" y="6136854"/>
                <a:ext cx="52920" cy="2052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1A7B994-A6CA-13BE-EF5D-AE935BCE2C3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473297" y="6119214"/>
                  <a:ext cx="885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A50F937-0B5D-6A09-00E2-56E9878327B7}"/>
                    </a:ext>
                  </a:extLst>
                </p14:cNvPr>
                <p14:cNvContentPartPr/>
                <p14:nvPr/>
              </p14:nvContentPartPr>
              <p14:xfrm>
                <a:off x="9481937" y="6098334"/>
                <a:ext cx="126000" cy="1285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A50F937-0B5D-6A09-00E2-56E9878327B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464297" y="6080694"/>
                  <a:ext cx="1616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4A14251-86C3-10C1-0E54-0C00A5E2D204}"/>
                    </a:ext>
                  </a:extLst>
                </p14:cNvPr>
                <p14:cNvContentPartPr/>
                <p14:nvPr/>
              </p14:nvContentPartPr>
              <p14:xfrm>
                <a:off x="9599657" y="6128574"/>
                <a:ext cx="190080" cy="100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4A14251-86C3-10C1-0E54-0C00A5E2D20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581657" y="6110934"/>
                  <a:ext cx="2257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95FCBE1-2BA0-92FB-E7BF-F21346100449}"/>
                    </a:ext>
                  </a:extLst>
                </p14:cNvPr>
                <p14:cNvContentPartPr/>
                <p14:nvPr/>
              </p14:nvContentPartPr>
              <p14:xfrm>
                <a:off x="9856697" y="6038934"/>
                <a:ext cx="63360" cy="150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95FCBE1-2BA0-92FB-E7BF-F2134610044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839057" y="6021294"/>
                  <a:ext cx="990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BE0F0D6-D04E-A152-8A3A-E1C82ED75A7F}"/>
                    </a:ext>
                  </a:extLst>
                </p14:cNvPr>
                <p14:cNvContentPartPr/>
                <p14:nvPr/>
              </p14:nvContentPartPr>
              <p14:xfrm>
                <a:off x="9832937" y="6083214"/>
                <a:ext cx="106920" cy="47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BE0F0D6-D04E-A152-8A3A-E1C82ED75A7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815297" y="6065574"/>
                  <a:ext cx="1425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C257BB1-F43F-D9A1-DA51-406B233631D0}"/>
                    </a:ext>
                  </a:extLst>
                </p14:cNvPr>
                <p14:cNvContentPartPr/>
                <p14:nvPr/>
              </p14:nvContentPartPr>
              <p14:xfrm>
                <a:off x="10059017" y="6094374"/>
                <a:ext cx="73080" cy="95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C257BB1-F43F-D9A1-DA51-406B233631D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041377" y="6076374"/>
                  <a:ext cx="10872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79659B7-B525-AB5D-39D2-B5DE40C93EFB}"/>
              </a:ext>
            </a:extLst>
          </p:cNvPr>
          <p:cNvGrpSpPr/>
          <p:nvPr/>
        </p:nvGrpSpPr>
        <p:grpSpPr>
          <a:xfrm>
            <a:off x="10429817" y="5999334"/>
            <a:ext cx="967320" cy="282960"/>
            <a:chOff x="10429817" y="5999334"/>
            <a:chExt cx="967320" cy="2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77D28C0-CF3B-503E-BD1A-DA42FE37EBF7}"/>
                    </a:ext>
                  </a:extLst>
                </p14:cNvPr>
                <p14:cNvContentPartPr/>
                <p14:nvPr/>
              </p14:nvContentPartPr>
              <p14:xfrm>
                <a:off x="10475177" y="6091854"/>
                <a:ext cx="55440" cy="190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77D28C0-CF3B-503E-BD1A-DA42FE37EBF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57177" y="6073854"/>
                  <a:ext cx="910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F403402-4DF3-B828-C1DF-53D933B22988}"/>
                    </a:ext>
                  </a:extLst>
                </p14:cNvPr>
                <p14:cNvContentPartPr/>
                <p14:nvPr/>
              </p14:nvContentPartPr>
              <p14:xfrm>
                <a:off x="10429817" y="6014454"/>
                <a:ext cx="153000" cy="113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F403402-4DF3-B828-C1DF-53D933B2298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412177" y="5996814"/>
                  <a:ext cx="188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C0BA4A0-F701-C94F-03F7-EFC9D34DD695}"/>
                    </a:ext>
                  </a:extLst>
                </p14:cNvPr>
                <p14:cNvContentPartPr/>
                <p14:nvPr/>
              </p14:nvContentPartPr>
              <p14:xfrm>
                <a:off x="10612697" y="6042174"/>
                <a:ext cx="105480" cy="126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C0BA4A0-F701-C94F-03F7-EFC9D34DD69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595057" y="6024174"/>
                  <a:ext cx="141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B906318-90A6-6853-F1A2-9554F8130152}"/>
                    </a:ext>
                  </a:extLst>
                </p14:cNvPr>
                <p14:cNvContentPartPr/>
                <p14:nvPr/>
              </p14:nvContentPartPr>
              <p14:xfrm>
                <a:off x="10665977" y="5999334"/>
                <a:ext cx="295200" cy="86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B906318-90A6-6853-F1A2-9554F813015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648337" y="5981694"/>
                  <a:ext cx="3308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2FC4F64-2E8F-8A07-F2A3-F330AB29B123}"/>
                    </a:ext>
                  </a:extLst>
                </p14:cNvPr>
                <p14:cNvContentPartPr/>
                <p14:nvPr/>
              </p14:nvContentPartPr>
              <p14:xfrm>
                <a:off x="10985657" y="6019854"/>
                <a:ext cx="280800" cy="84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2FC4F64-2E8F-8A07-F2A3-F330AB29B12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968017" y="6002214"/>
                  <a:ext cx="316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6078A4A-E6E5-8F4D-BADB-C30082994A1A}"/>
                    </a:ext>
                  </a:extLst>
                </p14:cNvPr>
                <p14:cNvContentPartPr/>
                <p14:nvPr/>
              </p14:nvContentPartPr>
              <p14:xfrm>
                <a:off x="11382377" y="6030294"/>
                <a:ext cx="14760" cy="22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6078A4A-E6E5-8F4D-BADB-C30082994A1A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364377" y="6012294"/>
                  <a:ext cx="5040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0DB53BCB-34E1-3B8D-8F1C-E0F54355D7EF}"/>
              </a:ext>
            </a:extLst>
          </p:cNvPr>
          <p:cNvGrpSpPr/>
          <p:nvPr/>
        </p:nvGrpSpPr>
        <p:grpSpPr>
          <a:xfrm>
            <a:off x="3055937" y="4546734"/>
            <a:ext cx="397440" cy="538920"/>
            <a:chOff x="3055937" y="4546734"/>
            <a:chExt cx="397440" cy="53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6E2365F-DF1C-2484-835F-B32E908D274A}"/>
                    </a:ext>
                  </a:extLst>
                </p14:cNvPr>
                <p14:cNvContentPartPr/>
                <p14:nvPr/>
              </p14:nvContentPartPr>
              <p14:xfrm>
                <a:off x="3262577" y="4688214"/>
                <a:ext cx="65160" cy="312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6E2365F-DF1C-2484-835F-B32E908D274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244577" y="4670574"/>
                  <a:ext cx="1008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7D636AB-A3DE-0C55-04D3-E6A3174758E3}"/>
                    </a:ext>
                  </a:extLst>
                </p14:cNvPr>
                <p14:cNvContentPartPr/>
                <p14:nvPr/>
              </p14:nvContentPartPr>
              <p14:xfrm>
                <a:off x="3055937" y="4546734"/>
                <a:ext cx="397440" cy="538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7D636AB-A3DE-0C55-04D3-E6A3174758E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038297" y="4528734"/>
                  <a:ext cx="433080" cy="57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0C8158A-B6B9-D106-EED2-AA4576129374}"/>
              </a:ext>
            </a:extLst>
          </p:cNvPr>
          <p:cNvGrpSpPr/>
          <p:nvPr/>
        </p:nvGrpSpPr>
        <p:grpSpPr>
          <a:xfrm>
            <a:off x="3301817" y="5791254"/>
            <a:ext cx="444240" cy="555840"/>
            <a:chOff x="3301817" y="5791254"/>
            <a:chExt cx="444240" cy="55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B1131AA-61DC-2643-891E-CE6CD8576534}"/>
                    </a:ext>
                  </a:extLst>
                </p14:cNvPr>
                <p14:cNvContentPartPr/>
                <p14:nvPr/>
              </p14:nvContentPartPr>
              <p14:xfrm>
                <a:off x="3408737" y="5867574"/>
                <a:ext cx="257760" cy="272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B1131AA-61DC-2643-891E-CE6CD857653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391097" y="5849574"/>
                  <a:ext cx="293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50BE64-C3BA-8E58-E848-1FCBF046D100}"/>
                    </a:ext>
                  </a:extLst>
                </p14:cNvPr>
                <p14:cNvContentPartPr/>
                <p14:nvPr/>
              </p14:nvContentPartPr>
              <p14:xfrm>
                <a:off x="3301817" y="5791254"/>
                <a:ext cx="444240" cy="555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50BE64-C3BA-8E58-E848-1FCBF046D100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284177" y="5773614"/>
                  <a:ext cx="479880" cy="591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81162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169BD-4A84-7584-2F9E-3849B46E8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extraction</a:t>
            </a:r>
          </a:p>
        </p:txBody>
      </p:sp>
      <p:pic>
        <p:nvPicPr>
          <p:cNvPr id="6" name="Content Placeholder 5" descr="A diagram of a machine&#10;&#10;Description automatically generated with medium confidence">
            <a:extLst>
              <a:ext uri="{FF2B5EF4-FFF2-40B4-BE49-F238E27FC236}">
                <a16:creationId xmlns:a16="http://schemas.microsoft.com/office/drawing/2014/main" id="{3045A801-75C2-41DE-0B0A-5BDD26844C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460" y="784004"/>
            <a:ext cx="958873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5581BD-A281-BD64-627B-9E3AAC3FC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A8E3A7-5824-B843-9655-4429F37E6ED3}"/>
              </a:ext>
            </a:extLst>
          </p:cNvPr>
          <p:cNvGrpSpPr/>
          <p:nvPr/>
        </p:nvGrpSpPr>
        <p:grpSpPr>
          <a:xfrm>
            <a:off x="3879977" y="5325514"/>
            <a:ext cx="935640" cy="388440"/>
            <a:chOff x="3879977" y="5325514"/>
            <a:chExt cx="93564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897783-1CBA-0C2E-BC12-761F1C9AB9A1}"/>
                    </a:ext>
                  </a:extLst>
                </p14:cNvPr>
                <p14:cNvContentPartPr/>
                <p14:nvPr/>
              </p14:nvContentPartPr>
              <p14:xfrm>
                <a:off x="3879977" y="5399674"/>
                <a:ext cx="20160" cy="314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897783-1CBA-0C2E-BC12-761F1C9AB9A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61977" y="5381674"/>
                  <a:ext cx="5580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7C5282F-C937-93CF-862C-6BE6EE3DD4DD}"/>
                    </a:ext>
                  </a:extLst>
                </p14:cNvPr>
                <p14:cNvContentPartPr/>
                <p14:nvPr/>
              </p14:nvContentPartPr>
              <p14:xfrm>
                <a:off x="4004897" y="5403274"/>
                <a:ext cx="136080" cy="170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7C5282F-C937-93CF-862C-6BE6EE3DD4D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987257" y="5385634"/>
                  <a:ext cx="1717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C430DCF-DF6E-052F-D2E4-E29A38E08D43}"/>
                    </a:ext>
                  </a:extLst>
                </p14:cNvPr>
                <p14:cNvContentPartPr/>
                <p14:nvPr/>
              </p14:nvContentPartPr>
              <p14:xfrm>
                <a:off x="4160777" y="5391394"/>
                <a:ext cx="100800" cy="45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C430DCF-DF6E-052F-D2E4-E29A38E08D4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42777" y="5373394"/>
                  <a:ext cx="1364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9914C05-C46A-7A0F-31C7-2F3DDEF1DB40}"/>
                    </a:ext>
                  </a:extLst>
                </p14:cNvPr>
                <p14:cNvContentPartPr/>
                <p14:nvPr/>
              </p14:nvContentPartPr>
              <p14:xfrm>
                <a:off x="4161137" y="5431714"/>
                <a:ext cx="97920" cy="160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9914C05-C46A-7A0F-31C7-2F3DDEF1DB4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43497" y="5413714"/>
                  <a:ext cx="1335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40E4BAB-CA97-349F-648B-EADE6E58A680}"/>
                    </a:ext>
                  </a:extLst>
                </p14:cNvPr>
                <p14:cNvContentPartPr/>
                <p14:nvPr/>
              </p14:nvContentPartPr>
              <p14:xfrm>
                <a:off x="4400177" y="5425594"/>
                <a:ext cx="138600" cy="63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40E4BAB-CA97-349F-648B-EADE6E58A68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382537" y="5407954"/>
                  <a:ext cx="1742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BD8E3E6-449B-2851-72EB-D037F2A56BBE}"/>
                    </a:ext>
                  </a:extLst>
                </p14:cNvPr>
                <p14:cNvContentPartPr/>
                <p14:nvPr/>
              </p14:nvContentPartPr>
              <p14:xfrm>
                <a:off x="4479737" y="5372674"/>
                <a:ext cx="59400" cy="158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BD8E3E6-449B-2851-72EB-D037F2A56BB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461737" y="5355034"/>
                  <a:ext cx="95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F8D8631-BE08-D1D5-AA31-9578608B9473}"/>
                    </a:ext>
                  </a:extLst>
                </p14:cNvPr>
                <p14:cNvContentPartPr/>
                <p14:nvPr/>
              </p14:nvContentPartPr>
              <p14:xfrm>
                <a:off x="4670537" y="5325514"/>
                <a:ext cx="145080" cy="231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F8D8631-BE08-D1D5-AA31-9578608B94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52537" y="5307514"/>
                  <a:ext cx="18072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48A4C7A-2534-72B1-896A-C721A9657DCD}"/>
              </a:ext>
            </a:extLst>
          </p:cNvPr>
          <p:cNvGrpSpPr/>
          <p:nvPr/>
        </p:nvGrpSpPr>
        <p:grpSpPr>
          <a:xfrm>
            <a:off x="6551897" y="3335074"/>
            <a:ext cx="457200" cy="1125000"/>
            <a:chOff x="6551897" y="3335074"/>
            <a:chExt cx="457200" cy="112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0504064-2E97-D2BA-E77E-B34D4E60569B}"/>
                    </a:ext>
                  </a:extLst>
                </p14:cNvPr>
                <p14:cNvContentPartPr/>
                <p14:nvPr/>
              </p14:nvContentPartPr>
              <p14:xfrm>
                <a:off x="6572777" y="3335074"/>
                <a:ext cx="419400" cy="388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0504064-2E97-D2BA-E77E-B34D4E60569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55137" y="3317434"/>
                  <a:ext cx="4550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CDADFA-3BCB-4DD0-8F6B-2115DBA50D35}"/>
                    </a:ext>
                  </a:extLst>
                </p14:cNvPr>
                <p14:cNvContentPartPr/>
                <p14:nvPr/>
              </p14:nvContentPartPr>
              <p14:xfrm>
                <a:off x="6570257" y="3715954"/>
                <a:ext cx="438840" cy="370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CDADFA-3BCB-4DD0-8F6B-2115DBA50D3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552617" y="3698314"/>
                  <a:ext cx="47448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4885BEA-F330-6249-AE1A-9738B243BFAF}"/>
                    </a:ext>
                  </a:extLst>
                </p14:cNvPr>
                <p14:cNvContentPartPr/>
                <p14:nvPr/>
              </p14:nvContentPartPr>
              <p14:xfrm>
                <a:off x="6551897" y="4069114"/>
                <a:ext cx="444600" cy="39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4885BEA-F330-6249-AE1A-9738B243BFA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34257" y="4051114"/>
                  <a:ext cx="480240" cy="42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2E62FE0-1A03-E688-3045-6341666C5A97}"/>
              </a:ext>
            </a:extLst>
          </p:cNvPr>
          <p:cNvGrpSpPr/>
          <p:nvPr/>
        </p:nvGrpSpPr>
        <p:grpSpPr>
          <a:xfrm>
            <a:off x="5596817" y="5469154"/>
            <a:ext cx="2997720" cy="437400"/>
            <a:chOff x="5596817" y="5469154"/>
            <a:chExt cx="2997720" cy="4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EB4B7EA-3E99-E1F6-2323-848D145FEC2A}"/>
                    </a:ext>
                  </a:extLst>
                </p14:cNvPr>
                <p14:cNvContentPartPr/>
                <p14:nvPr/>
              </p14:nvContentPartPr>
              <p14:xfrm>
                <a:off x="5596817" y="5684074"/>
                <a:ext cx="173520" cy="222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EB4B7EA-3E99-E1F6-2323-848D145FEC2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578817" y="5666074"/>
                  <a:ext cx="2091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AF63EA2-6992-BF39-D445-CA6C516EEB2B}"/>
                    </a:ext>
                  </a:extLst>
                </p14:cNvPr>
                <p14:cNvContentPartPr/>
                <p14:nvPr/>
              </p14:nvContentPartPr>
              <p14:xfrm>
                <a:off x="5876177" y="5628274"/>
                <a:ext cx="103320" cy="2224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AF63EA2-6992-BF39-D445-CA6C516EEB2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58177" y="5610634"/>
                  <a:ext cx="1389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53D2107-4958-6EA9-BE20-48B5CCF47A56}"/>
                    </a:ext>
                  </a:extLst>
                </p14:cNvPr>
                <p14:cNvContentPartPr/>
                <p14:nvPr/>
              </p14:nvContentPartPr>
              <p14:xfrm>
                <a:off x="5903177" y="5735914"/>
                <a:ext cx="114480" cy="57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53D2107-4958-6EA9-BE20-48B5CCF47A5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885537" y="5718274"/>
                  <a:ext cx="1501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B84CCF5-34C9-5271-FA36-EB07A9A69795}"/>
                    </a:ext>
                  </a:extLst>
                </p14:cNvPr>
                <p14:cNvContentPartPr/>
                <p14:nvPr/>
              </p14:nvContentPartPr>
              <p14:xfrm>
                <a:off x="6104417" y="5673274"/>
                <a:ext cx="122400" cy="30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B84CCF5-34C9-5271-FA36-EB07A9A6979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086417" y="5655274"/>
                  <a:ext cx="1580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B2ACF-4AC8-E222-0D18-C7C54F3BA407}"/>
                    </a:ext>
                  </a:extLst>
                </p14:cNvPr>
                <p14:cNvContentPartPr/>
                <p14:nvPr/>
              </p14:nvContentPartPr>
              <p14:xfrm>
                <a:off x="6151577" y="5663194"/>
                <a:ext cx="53640" cy="21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B2ACF-4AC8-E222-0D18-C7C54F3BA40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133577" y="5645554"/>
                  <a:ext cx="892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0F59E2D-F769-65F7-80C1-E5520BEAE3AC}"/>
                    </a:ext>
                  </a:extLst>
                </p14:cNvPr>
                <p14:cNvContentPartPr/>
                <p14:nvPr/>
              </p14:nvContentPartPr>
              <p14:xfrm>
                <a:off x="6412937" y="5709994"/>
                <a:ext cx="500040" cy="75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0F59E2D-F769-65F7-80C1-E5520BEAE3A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394937" y="5691994"/>
                  <a:ext cx="535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E6B8AA-2214-377F-5C00-CD7EE768E9AD}"/>
                    </a:ext>
                  </a:extLst>
                </p14:cNvPr>
                <p14:cNvContentPartPr/>
                <p14:nvPr/>
              </p14:nvContentPartPr>
              <p14:xfrm>
                <a:off x="6862577" y="5616394"/>
                <a:ext cx="109440" cy="155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E6B8AA-2214-377F-5C00-CD7EE768E9A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844577" y="5598394"/>
                  <a:ext cx="1450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577E357-0C70-C011-0A02-710EBB4A1F87}"/>
                    </a:ext>
                  </a:extLst>
                </p14:cNvPr>
                <p14:cNvContentPartPr/>
                <p14:nvPr/>
              </p14:nvContentPartPr>
              <p14:xfrm>
                <a:off x="7164977" y="5592634"/>
                <a:ext cx="164520" cy="248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577E357-0C70-C011-0A02-710EBB4A1F8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147337" y="5574634"/>
                  <a:ext cx="2001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B21B083-9536-FB2D-BAB1-757430D26280}"/>
                    </a:ext>
                  </a:extLst>
                </p14:cNvPr>
                <p14:cNvContentPartPr/>
                <p14:nvPr/>
              </p14:nvContentPartPr>
              <p14:xfrm>
                <a:off x="7539017" y="5614234"/>
                <a:ext cx="38520" cy="158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B21B083-9536-FB2D-BAB1-757430D2628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521377" y="5596234"/>
                  <a:ext cx="741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1C6F10-20F0-9847-C1FE-8CD462F50AE4}"/>
                    </a:ext>
                  </a:extLst>
                </p14:cNvPr>
                <p14:cNvContentPartPr/>
                <p14:nvPr/>
              </p14:nvContentPartPr>
              <p14:xfrm>
                <a:off x="7528217" y="5499394"/>
                <a:ext cx="20520" cy="61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1C6F10-20F0-9847-C1FE-8CD462F50A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510217" y="5481394"/>
                  <a:ext cx="561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FB0B282-586A-E216-9192-98E325C692CE}"/>
                    </a:ext>
                  </a:extLst>
                </p14:cNvPr>
                <p14:cNvContentPartPr/>
                <p14:nvPr/>
              </p14:nvContentPartPr>
              <p14:xfrm>
                <a:off x="7649537" y="5645194"/>
                <a:ext cx="153360" cy="7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FB0B282-586A-E216-9192-98E325C692C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31537" y="5627194"/>
                  <a:ext cx="1890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B217903-6D2E-2609-D926-CE9B53DE3C32}"/>
                    </a:ext>
                  </a:extLst>
                </p14:cNvPr>
                <p14:cNvContentPartPr/>
                <p14:nvPr/>
              </p14:nvContentPartPr>
              <p14:xfrm>
                <a:off x="7912337" y="5614954"/>
                <a:ext cx="90360" cy="186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B217903-6D2E-2609-D926-CE9B53DE3C3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94337" y="5597314"/>
                  <a:ext cx="1260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87CBD53-82BC-077F-FD52-8C4738BC3886}"/>
                    </a:ext>
                  </a:extLst>
                </p14:cNvPr>
                <p14:cNvContentPartPr/>
                <p14:nvPr/>
              </p14:nvContentPartPr>
              <p14:xfrm>
                <a:off x="8045537" y="5587594"/>
                <a:ext cx="180360" cy="9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87CBD53-82BC-077F-FD52-8C4738BC388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027537" y="5569594"/>
                  <a:ext cx="216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39A490A-C4E8-E88E-BE25-118016461A58}"/>
                    </a:ext>
                  </a:extLst>
                </p14:cNvPr>
                <p14:cNvContentPartPr/>
                <p14:nvPr/>
              </p14:nvContentPartPr>
              <p14:xfrm>
                <a:off x="8279537" y="5469154"/>
                <a:ext cx="94680" cy="185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39A490A-C4E8-E88E-BE25-118016461A5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61897" y="5451514"/>
                  <a:ext cx="130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2D92A98-D0A3-2DE0-7BA0-B1EDCFDA18F0}"/>
                    </a:ext>
                  </a:extLst>
                </p14:cNvPr>
                <p14:cNvContentPartPr/>
                <p14:nvPr/>
              </p14:nvContentPartPr>
              <p14:xfrm>
                <a:off x="8257937" y="5505514"/>
                <a:ext cx="155880" cy="961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2D92A98-D0A3-2DE0-7BA0-B1EDCFDA18F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40297" y="5487514"/>
                  <a:ext cx="1915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97B1C9E-1306-B2D2-CB3F-5C743012A906}"/>
                    </a:ext>
                  </a:extLst>
                </p14:cNvPr>
                <p14:cNvContentPartPr/>
                <p14:nvPr/>
              </p14:nvContentPartPr>
              <p14:xfrm>
                <a:off x="8517497" y="5526034"/>
                <a:ext cx="77040" cy="173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97B1C9E-1306-B2D2-CB3F-5C743012A90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499497" y="5508394"/>
                  <a:ext cx="11268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BB030CD-55C7-7796-B0E2-1FD17CA6D47F}"/>
              </a:ext>
            </a:extLst>
          </p:cNvPr>
          <p:cNvGrpSpPr/>
          <p:nvPr/>
        </p:nvGrpSpPr>
        <p:grpSpPr>
          <a:xfrm>
            <a:off x="5339417" y="5272134"/>
            <a:ext cx="2138760" cy="1607760"/>
            <a:chOff x="5339417" y="5272134"/>
            <a:chExt cx="2138760" cy="160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124D771-735C-F94B-9D20-947D8D673198}"/>
                    </a:ext>
                  </a:extLst>
                </p14:cNvPr>
                <p14:cNvContentPartPr/>
                <p14:nvPr/>
              </p14:nvContentPartPr>
              <p14:xfrm>
                <a:off x="5776457" y="6141894"/>
                <a:ext cx="38160" cy="230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124D771-735C-F94B-9D20-947D8D67319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758457" y="6123894"/>
                  <a:ext cx="7380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A0F176-3D5E-F47F-569A-301B5958BCCF}"/>
                    </a:ext>
                  </a:extLst>
                </p14:cNvPr>
                <p14:cNvContentPartPr/>
                <p14:nvPr/>
              </p14:nvContentPartPr>
              <p14:xfrm>
                <a:off x="5772857" y="6064494"/>
                <a:ext cx="181800" cy="189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A0F176-3D5E-F47F-569A-301B5958BCC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54857" y="6046854"/>
                  <a:ext cx="2174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D48EAC-2157-B891-26BA-BDE2A96CB6BD}"/>
                    </a:ext>
                  </a:extLst>
                </p14:cNvPr>
                <p14:cNvContentPartPr/>
                <p14:nvPr/>
              </p14:nvContentPartPr>
              <p14:xfrm>
                <a:off x="5974817" y="6162774"/>
                <a:ext cx="147240" cy="96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D48EAC-2157-B891-26BA-BDE2A96CB6B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956817" y="6145134"/>
                  <a:ext cx="1828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EA13488-9713-FDAD-D03E-F83D0B8E6FAB}"/>
                    </a:ext>
                  </a:extLst>
                </p14:cNvPr>
                <p14:cNvContentPartPr/>
                <p14:nvPr/>
              </p14:nvContentPartPr>
              <p14:xfrm>
                <a:off x="6175697" y="6077814"/>
                <a:ext cx="118800" cy="137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EA13488-9713-FDAD-D03E-F83D0B8E6FA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158057" y="6059814"/>
                  <a:ext cx="1544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3F4BD25-81F1-6AB9-53ED-C069FA146805}"/>
                    </a:ext>
                  </a:extLst>
                </p14:cNvPr>
                <p14:cNvContentPartPr/>
                <p14:nvPr/>
              </p14:nvContentPartPr>
              <p14:xfrm>
                <a:off x="6047177" y="6471654"/>
                <a:ext cx="111960" cy="183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3F4BD25-81F1-6AB9-53ED-C069FA14680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029537" y="6453654"/>
                  <a:ext cx="1476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F934179-42CA-BD37-53BF-86D7063B026D}"/>
                    </a:ext>
                  </a:extLst>
                </p14:cNvPr>
                <p14:cNvContentPartPr/>
                <p14:nvPr/>
              </p14:nvContentPartPr>
              <p14:xfrm>
                <a:off x="6120977" y="6327294"/>
                <a:ext cx="100080" cy="284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F934179-42CA-BD37-53BF-86D7063B026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03337" y="6309294"/>
                  <a:ext cx="13572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8C47535-D0BE-24F7-F181-4546CDB1A7D8}"/>
                    </a:ext>
                  </a:extLst>
                </p14:cNvPr>
                <p14:cNvContentPartPr/>
                <p14:nvPr/>
              </p14:nvContentPartPr>
              <p14:xfrm>
                <a:off x="6250217" y="6470934"/>
                <a:ext cx="170280" cy="138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8C47535-D0BE-24F7-F181-4546CDB1A7D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32217" y="6453294"/>
                  <a:ext cx="2059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985878B-AC5A-95CF-F23B-8F1393C99AD4}"/>
                    </a:ext>
                  </a:extLst>
                </p14:cNvPr>
                <p14:cNvContentPartPr/>
                <p14:nvPr/>
              </p14:nvContentPartPr>
              <p14:xfrm>
                <a:off x="6455777" y="6324414"/>
                <a:ext cx="70200" cy="192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985878B-AC5A-95CF-F23B-8F1393C99AD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37777" y="6306774"/>
                  <a:ext cx="10584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BCBB4A9-0726-EE16-31F0-052FA89F1FE0}"/>
                    </a:ext>
                  </a:extLst>
                </p14:cNvPr>
                <p14:cNvContentPartPr/>
                <p14:nvPr/>
              </p14:nvContentPartPr>
              <p14:xfrm>
                <a:off x="6459737" y="6432774"/>
                <a:ext cx="61560" cy="54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BCBB4A9-0726-EE16-31F0-052FA89F1FE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441737" y="6414774"/>
                  <a:ext cx="972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56988D2-A6D8-A138-E57E-829652BDDC62}"/>
                    </a:ext>
                  </a:extLst>
                </p14:cNvPr>
                <p14:cNvContentPartPr/>
                <p14:nvPr/>
              </p14:nvContentPartPr>
              <p14:xfrm>
                <a:off x="6658097" y="6368694"/>
                <a:ext cx="135000" cy="117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56988D2-A6D8-A138-E57E-829652BDDC6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40097" y="6350694"/>
                  <a:ext cx="170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05618D9-A9D0-3B3C-AD46-19D5E4A10447}"/>
                    </a:ext>
                  </a:extLst>
                </p14:cNvPr>
                <p14:cNvContentPartPr/>
                <p14:nvPr/>
              </p14:nvContentPartPr>
              <p14:xfrm>
                <a:off x="5339417" y="5334054"/>
                <a:ext cx="1286280" cy="131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05618D9-A9D0-3B3C-AD46-19D5E4A1044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321777" y="5316414"/>
                  <a:ext cx="1321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3A5B157-50EC-8113-C160-CD5817EF6D6E}"/>
                    </a:ext>
                  </a:extLst>
                </p14:cNvPr>
                <p14:cNvContentPartPr/>
                <p14:nvPr/>
              </p14:nvContentPartPr>
              <p14:xfrm>
                <a:off x="5885537" y="5339454"/>
                <a:ext cx="1349640" cy="1437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3A5B157-50EC-8113-C160-CD5817EF6D6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867537" y="5321814"/>
                  <a:ext cx="1385280" cy="14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7C6FBB8-F219-BB77-4EC9-F7E568183EAF}"/>
                    </a:ext>
                  </a:extLst>
                </p14:cNvPr>
                <p14:cNvContentPartPr/>
                <p14:nvPr/>
              </p14:nvContentPartPr>
              <p14:xfrm>
                <a:off x="5466497" y="5514414"/>
                <a:ext cx="340560" cy="1365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7C6FBB8-F219-BB77-4EC9-F7E568183EA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448857" y="5496774"/>
                  <a:ext cx="376200" cy="14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AEFA36F-968F-7935-4386-30AC2F7C617F}"/>
                    </a:ext>
                  </a:extLst>
                </p14:cNvPr>
                <p14:cNvContentPartPr/>
                <p14:nvPr/>
              </p14:nvContentPartPr>
              <p14:xfrm>
                <a:off x="7039697" y="5272134"/>
                <a:ext cx="438480" cy="783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AEFA36F-968F-7935-4386-30AC2F7C617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21697" y="5254134"/>
                  <a:ext cx="474120" cy="818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0E86D8F-5A74-6DB7-3441-67DC8157F8A2}"/>
                  </a:ext>
                </a:extLst>
              </p14:cNvPr>
              <p14:cNvContentPartPr/>
              <p14:nvPr/>
            </p14:nvContentPartPr>
            <p14:xfrm>
              <a:off x="7240937" y="2675094"/>
              <a:ext cx="30240" cy="3888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0E86D8F-5A74-6DB7-3441-67DC8157F8A2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7222937" y="2657094"/>
                <a:ext cx="6588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F6DAB669-3070-6D2B-C988-83B130E31987}"/>
              </a:ext>
            </a:extLst>
          </p:cNvPr>
          <p:cNvGrpSpPr/>
          <p:nvPr/>
        </p:nvGrpSpPr>
        <p:grpSpPr>
          <a:xfrm>
            <a:off x="4310897" y="2812254"/>
            <a:ext cx="618480" cy="344160"/>
            <a:chOff x="4310897" y="2812254"/>
            <a:chExt cx="618480" cy="3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F3D3B9C-2089-0D13-14EB-37B1515DDCB5}"/>
                    </a:ext>
                  </a:extLst>
                </p14:cNvPr>
                <p14:cNvContentPartPr/>
                <p14:nvPr/>
              </p14:nvContentPartPr>
              <p14:xfrm>
                <a:off x="4335377" y="2812254"/>
                <a:ext cx="26640" cy="344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F3D3B9C-2089-0D13-14EB-37B1515DDCB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317377" y="2794254"/>
                  <a:ext cx="622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245F67D-3F6B-6A97-E27A-EE774EDB30E5}"/>
                    </a:ext>
                  </a:extLst>
                </p14:cNvPr>
                <p14:cNvContentPartPr/>
                <p14:nvPr/>
              </p14:nvContentPartPr>
              <p14:xfrm>
                <a:off x="4310897" y="2812974"/>
                <a:ext cx="178920" cy="261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245F67D-3F6B-6A97-E27A-EE774EDB30E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292897" y="2794974"/>
                  <a:ext cx="21456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949777B-C82C-CDF7-C435-2F98EA0D2FBD}"/>
                    </a:ext>
                  </a:extLst>
                </p14:cNvPr>
                <p14:cNvContentPartPr/>
                <p14:nvPr/>
              </p14:nvContentPartPr>
              <p14:xfrm>
                <a:off x="4515017" y="2986854"/>
                <a:ext cx="195840" cy="156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949777B-C82C-CDF7-C435-2F98EA0D2FB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497377" y="2969214"/>
                  <a:ext cx="2314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80A167D-462C-F0E5-1FB8-7A6607A339DE}"/>
                    </a:ext>
                  </a:extLst>
                </p14:cNvPr>
                <p14:cNvContentPartPr/>
                <p14:nvPr/>
              </p14:nvContentPartPr>
              <p14:xfrm>
                <a:off x="4709777" y="2903334"/>
                <a:ext cx="219600" cy="2012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80A167D-462C-F0E5-1FB8-7A6607A339D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692137" y="2885334"/>
                  <a:ext cx="255240" cy="23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77F6782-D3D2-4092-5A82-FED251220FB2}"/>
              </a:ext>
            </a:extLst>
          </p:cNvPr>
          <p:cNvGrpSpPr/>
          <p:nvPr/>
        </p:nvGrpSpPr>
        <p:grpSpPr>
          <a:xfrm>
            <a:off x="5227457" y="2787054"/>
            <a:ext cx="1491840" cy="340560"/>
            <a:chOff x="5227457" y="2787054"/>
            <a:chExt cx="149184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ED11059-90D4-F61E-C8B1-F4A10078FA75}"/>
                    </a:ext>
                  </a:extLst>
                </p14:cNvPr>
                <p14:cNvContentPartPr/>
                <p14:nvPr/>
              </p14:nvContentPartPr>
              <p14:xfrm>
                <a:off x="5227457" y="2787054"/>
                <a:ext cx="214560" cy="340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ED11059-90D4-F61E-C8B1-F4A10078FA7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209457" y="2769414"/>
                  <a:ext cx="250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789B5BE-492A-6D07-EC4B-E8B16043D001}"/>
                    </a:ext>
                  </a:extLst>
                </p14:cNvPr>
                <p14:cNvContentPartPr/>
                <p14:nvPr/>
              </p14:nvContentPartPr>
              <p14:xfrm>
                <a:off x="5487017" y="2927094"/>
                <a:ext cx="161640" cy="148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789B5BE-492A-6D07-EC4B-E8B16043D00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469377" y="2909094"/>
                  <a:ext cx="1972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34BB1D7-882E-4614-8C41-3F14CDB1B270}"/>
                    </a:ext>
                  </a:extLst>
                </p14:cNvPr>
                <p14:cNvContentPartPr/>
                <p14:nvPr/>
              </p14:nvContentPartPr>
              <p14:xfrm>
                <a:off x="5650457" y="2800014"/>
                <a:ext cx="99720" cy="2458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34BB1D7-882E-4614-8C41-3F14CDB1B27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2457" y="2782374"/>
                  <a:ext cx="1353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AC87E86-F379-DD78-192C-8284AC44A260}"/>
                    </a:ext>
                  </a:extLst>
                </p14:cNvPr>
                <p14:cNvContentPartPr/>
                <p14:nvPr/>
              </p14:nvContentPartPr>
              <p14:xfrm>
                <a:off x="5667017" y="2932494"/>
                <a:ext cx="109440" cy="3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AC87E86-F379-DD78-192C-8284AC44A26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649377" y="2914854"/>
                  <a:ext cx="14508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3CB45F-66A4-DDAC-FBDC-EF17026A9E98}"/>
                    </a:ext>
                  </a:extLst>
                </p14:cNvPr>
                <p14:cNvContentPartPr/>
                <p14:nvPr/>
              </p14:nvContentPartPr>
              <p14:xfrm>
                <a:off x="5842337" y="2914134"/>
                <a:ext cx="153720" cy="1249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3CB45F-66A4-DDAC-FBDC-EF17026A9E9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824697" y="2896494"/>
                  <a:ext cx="189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59DF454-C5BA-AA59-DC3D-E593B04AD95B}"/>
                    </a:ext>
                  </a:extLst>
                </p14:cNvPr>
                <p14:cNvContentPartPr/>
                <p14:nvPr/>
              </p14:nvContentPartPr>
              <p14:xfrm>
                <a:off x="6231137" y="2900814"/>
                <a:ext cx="483120" cy="71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59DF454-C5BA-AA59-DC3D-E593B04AD95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213137" y="2883174"/>
                  <a:ext cx="51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CB98E20-3071-6141-FABD-1514AB338083}"/>
                    </a:ext>
                  </a:extLst>
                </p14:cNvPr>
                <p14:cNvContentPartPr/>
                <p14:nvPr/>
              </p14:nvContentPartPr>
              <p14:xfrm>
                <a:off x="6599417" y="2800014"/>
                <a:ext cx="119880" cy="246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CB98E20-3071-6141-FABD-1514AB33808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581777" y="2782014"/>
                  <a:ext cx="15552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9E7809D-0F6C-19D3-D737-52D81D4DF23B}"/>
              </a:ext>
            </a:extLst>
          </p:cNvPr>
          <p:cNvGrpSpPr/>
          <p:nvPr/>
        </p:nvGrpSpPr>
        <p:grpSpPr>
          <a:xfrm>
            <a:off x="7194137" y="2707134"/>
            <a:ext cx="757080" cy="326520"/>
            <a:chOff x="7194137" y="2707134"/>
            <a:chExt cx="757080" cy="32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C7F8103-D135-3597-5B51-FDB3347C68FA}"/>
                    </a:ext>
                  </a:extLst>
                </p14:cNvPr>
                <p14:cNvContentPartPr/>
                <p14:nvPr/>
              </p14:nvContentPartPr>
              <p14:xfrm>
                <a:off x="7194137" y="2787054"/>
                <a:ext cx="56160" cy="246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C7F8103-D135-3597-5B51-FDB3347C68F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176497" y="2769054"/>
                  <a:ext cx="9180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A2E574-9BEF-F9BB-48C9-619D42D66BFA}"/>
                    </a:ext>
                  </a:extLst>
                </p14:cNvPr>
                <p14:cNvContentPartPr/>
                <p14:nvPr/>
              </p14:nvContentPartPr>
              <p14:xfrm>
                <a:off x="7223297" y="2707134"/>
                <a:ext cx="105480" cy="223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A2E574-9BEF-F9BB-48C9-619D42D66BF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205297" y="2689134"/>
                  <a:ext cx="1411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43011B2-9C0F-E7A0-7BB5-1F5EF3CAF432}"/>
                    </a:ext>
                  </a:extLst>
                </p14:cNvPr>
                <p14:cNvContentPartPr/>
                <p14:nvPr/>
              </p14:nvContentPartPr>
              <p14:xfrm>
                <a:off x="7511297" y="2719014"/>
                <a:ext cx="252000" cy="213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43011B2-9C0F-E7A0-7BB5-1F5EF3CAF4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493657" y="2701374"/>
                  <a:ext cx="2876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E587EAF-01A0-B990-DDE8-88B0106EE17A}"/>
                    </a:ext>
                  </a:extLst>
                </p14:cNvPr>
                <p14:cNvContentPartPr/>
                <p14:nvPr/>
              </p14:nvContentPartPr>
              <p14:xfrm>
                <a:off x="7850777" y="2778774"/>
                <a:ext cx="100440" cy="199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E587EAF-01A0-B990-DDE8-88B0106EE17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777" y="2761134"/>
                  <a:ext cx="13608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88872F6-304A-DFAF-566C-69DC1223491D}"/>
              </a:ext>
            </a:extLst>
          </p:cNvPr>
          <p:cNvGrpSpPr/>
          <p:nvPr/>
        </p:nvGrpSpPr>
        <p:grpSpPr>
          <a:xfrm>
            <a:off x="8305817" y="2722614"/>
            <a:ext cx="345600" cy="331200"/>
            <a:chOff x="8305817" y="2722614"/>
            <a:chExt cx="345600" cy="33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CFC13E1-EDFE-B0C7-68D3-6ACB3CE6A562}"/>
                    </a:ext>
                  </a:extLst>
                </p14:cNvPr>
                <p14:cNvContentPartPr/>
                <p14:nvPr/>
              </p14:nvContentPartPr>
              <p14:xfrm>
                <a:off x="8305817" y="2846454"/>
                <a:ext cx="120960" cy="154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CFC13E1-EDFE-B0C7-68D3-6ACB3CE6A56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287817" y="2828814"/>
                  <a:ext cx="156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D66B3B3-E038-6DE3-56A9-44EEBBB318F5}"/>
                    </a:ext>
                  </a:extLst>
                </p14:cNvPr>
                <p14:cNvContentPartPr/>
                <p14:nvPr/>
              </p14:nvContentPartPr>
              <p14:xfrm>
                <a:off x="8572937" y="2722614"/>
                <a:ext cx="77760" cy="3312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D66B3B3-E038-6DE3-56A9-44EEBBB318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555297" y="2704974"/>
                  <a:ext cx="113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07883FD-DB81-769C-1B83-7A0CE2AC9DFA}"/>
                    </a:ext>
                  </a:extLst>
                </p14:cNvPr>
                <p14:cNvContentPartPr/>
                <p14:nvPr/>
              </p14:nvContentPartPr>
              <p14:xfrm>
                <a:off x="8544857" y="2895054"/>
                <a:ext cx="106560" cy="99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07883FD-DB81-769C-1B83-7A0CE2AC9DF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27217" y="2877414"/>
                  <a:ext cx="14220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5666A02-00D2-DAF5-548B-2BE85FCCC1FB}"/>
              </a:ext>
            </a:extLst>
          </p:cNvPr>
          <p:cNvGrpSpPr/>
          <p:nvPr/>
        </p:nvGrpSpPr>
        <p:grpSpPr>
          <a:xfrm>
            <a:off x="9143177" y="2630454"/>
            <a:ext cx="2215440" cy="339480"/>
            <a:chOff x="9143177" y="2630454"/>
            <a:chExt cx="2215440" cy="33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E96773A-522A-D026-02BB-F1E42717981C}"/>
                    </a:ext>
                  </a:extLst>
                </p14:cNvPr>
                <p14:cNvContentPartPr/>
                <p14:nvPr/>
              </p14:nvContentPartPr>
              <p14:xfrm>
                <a:off x="9143177" y="2797134"/>
                <a:ext cx="170280" cy="13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E96773A-522A-D026-02BB-F1E42717981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125537" y="2779494"/>
                  <a:ext cx="2059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3F6B4B9-C1DD-08D3-A48E-F1C31963CE08}"/>
                    </a:ext>
                  </a:extLst>
                </p14:cNvPr>
                <p14:cNvContentPartPr/>
                <p14:nvPr/>
              </p14:nvContentPartPr>
              <p14:xfrm>
                <a:off x="9362777" y="2825574"/>
                <a:ext cx="101520" cy="119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3F6B4B9-C1DD-08D3-A48E-F1C31963CE0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344777" y="2807574"/>
                  <a:ext cx="137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6292ED5-1349-8F7B-91D4-0AD79F2FA934}"/>
                    </a:ext>
                  </a:extLst>
                </p14:cNvPr>
                <p14:cNvContentPartPr/>
                <p14:nvPr/>
              </p14:nvContentPartPr>
              <p14:xfrm>
                <a:off x="9556457" y="2819454"/>
                <a:ext cx="96840" cy="150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6292ED5-1349-8F7B-91D4-0AD79F2FA93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538457" y="2801454"/>
                  <a:ext cx="132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82E5654-F5FF-49E6-D011-8AE6832EFC2F}"/>
                    </a:ext>
                  </a:extLst>
                </p14:cNvPr>
                <p14:cNvContentPartPr/>
                <p14:nvPr/>
              </p14:nvContentPartPr>
              <p14:xfrm>
                <a:off x="9683177" y="2851494"/>
                <a:ext cx="79560" cy="1018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82E5654-F5FF-49E6-D011-8AE6832EFC2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665177" y="2833854"/>
                  <a:ext cx="1152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D480224-3945-0FA3-6C1A-D1D00909D950}"/>
                    </a:ext>
                  </a:extLst>
                </p14:cNvPr>
                <p14:cNvContentPartPr/>
                <p14:nvPr/>
              </p14:nvContentPartPr>
              <p14:xfrm>
                <a:off x="9884417" y="2660694"/>
                <a:ext cx="32400" cy="258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D480224-3945-0FA3-6C1A-D1D00909D95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866417" y="2642694"/>
                  <a:ext cx="680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90F880C-FB5B-4900-205F-10F5BF273981}"/>
                    </a:ext>
                  </a:extLst>
                </p14:cNvPr>
                <p14:cNvContentPartPr/>
                <p14:nvPr/>
              </p14:nvContentPartPr>
              <p14:xfrm>
                <a:off x="9978737" y="2837454"/>
                <a:ext cx="61200" cy="1281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90F880C-FB5B-4900-205F-10F5BF27398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961097" y="2819814"/>
                  <a:ext cx="96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E7B436B-71F0-99CF-B793-317E6303F8AF}"/>
                    </a:ext>
                  </a:extLst>
                </p14:cNvPr>
                <p14:cNvContentPartPr/>
                <p14:nvPr/>
              </p14:nvContentPartPr>
              <p14:xfrm>
                <a:off x="10114817" y="2824854"/>
                <a:ext cx="114480" cy="716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E7B436B-71F0-99CF-B793-317E6303F8A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096817" y="2806854"/>
                  <a:ext cx="1501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B9C7FC8-71CD-C36B-FACD-DFBDFA4A3623}"/>
                    </a:ext>
                  </a:extLst>
                </p14:cNvPr>
                <p14:cNvContentPartPr/>
                <p14:nvPr/>
              </p14:nvContentPartPr>
              <p14:xfrm>
                <a:off x="10351697" y="2763294"/>
                <a:ext cx="149760" cy="13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B9C7FC8-71CD-C36B-FACD-DFBDFA4A362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334057" y="2745654"/>
                  <a:ext cx="1854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25FD05E-133E-4F8C-CC3E-98B3BE036F3C}"/>
                    </a:ext>
                  </a:extLst>
                </p14:cNvPr>
                <p14:cNvContentPartPr/>
                <p14:nvPr/>
              </p14:nvContentPartPr>
              <p14:xfrm>
                <a:off x="10562297" y="2685534"/>
                <a:ext cx="54720" cy="161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25FD05E-133E-4F8C-CC3E-98B3BE036F3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544657" y="2667894"/>
                  <a:ext cx="903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A83C2C9-1B78-65BD-10E4-70D1EEABF384}"/>
                    </a:ext>
                  </a:extLst>
                </p14:cNvPr>
                <p14:cNvContentPartPr/>
                <p14:nvPr/>
              </p14:nvContentPartPr>
              <p14:xfrm>
                <a:off x="10560497" y="2751054"/>
                <a:ext cx="234000" cy="127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A83C2C9-1B78-65BD-10E4-70D1EEABF38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542497" y="2733054"/>
                  <a:ext cx="2696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C01DB89-44DC-0BC5-D5F5-EEB1142AF5BD}"/>
                    </a:ext>
                  </a:extLst>
                </p14:cNvPr>
                <p14:cNvContentPartPr/>
                <p14:nvPr/>
              </p14:nvContentPartPr>
              <p14:xfrm>
                <a:off x="10798817" y="2630454"/>
                <a:ext cx="10800" cy="468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C01DB89-44DC-0BC5-D5F5-EEB1142AF5B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780817" y="2612454"/>
                  <a:ext cx="464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51B251E-91B1-F986-5228-F06BEC1FEF36}"/>
                    </a:ext>
                  </a:extLst>
                </p14:cNvPr>
                <p14:cNvContentPartPr/>
                <p14:nvPr/>
              </p14:nvContentPartPr>
              <p14:xfrm>
                <a:off x="10918697" y="2710734"/>
                <a:ext cx="292320" cy="116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51B251E-91B1-F986-5228-F06BEC1FEF36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901057" y="2692734"/>
                  <a:ext cx="3279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4977F0-3F50-7D24-7B27-5E073207C574}"/>
                    </a:ext>
                  </a:extLst>
                </p14:cNvPr>
                <p14:cNvContentPartPr/>
                <p14:nvPr/>
              </p14:nvContentPartPr>
              <p14:xfrm>
                <a:off x="11351777" y="2814054"/>
                <a:ext cx="6840" cy="9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4977F0-3F50-7D24-7B27-5E073207C57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333777" y="2796054"/>
                  <a:ext cx="42480" cy="4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24AA1B63-EC3D-735A-50AF-868D6B44FE88}"/>
              </a:ext>
            </a:extLst>
          </p:cNvPr>
          <p:cNvGrpSpPr/>
          <p:nvPr/>
        </p:nvGrpSpPr>
        <p:grpSpPr>
          <a:xfrm>
            <a:off x="4878617" y="3167574"/>
            <a:ext cx="1081080" cy="441000"/>
            <a:chOff x="4878617" y="3167574"/>
            <a:chExt cx="1081080" cy="44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428516D-57BD-E5A8-6146-3E058756C002}"/>
                    </a:ext>
                  </a:extLst>
                </p14:cNvPr>
                <p14:cNvContentPartPr/>
                <p14:nvPr/>
              </p14:nvContentPartPr>
              <p14:xfrm>
                <a:off x="4878617" y="3223374"/>
                <a:ext cx="280800" cy="346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428516D-57BD-E5A8-6146-3E058756C00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815977" y="3160374"/>
                  <a:ext cx="40644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CEE900-E5A0-2B10-9F5E-4F69A6F674F1}"/>
                    </a:ext>
                  </a:extLst>
                </p14:cNvPr>
                <p14:cNvContentPartPr/>
                <p14:nvPr/>
              </p14:nvContentPartPr>
              <p14:xfrm>
                <a:off x="5303057" y="3242814"/>
                <a:ext cx="188280" cy="3657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CEE900-E5A0-2B10-9F5E-4F69A6F674F1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40417" y="3179814"/>
                  <a:ext cx="3139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FA03A7C-DCA5-87CE-D3B1-871C6E7A872F}"/>
                    </a:ext>
                  </a:extLst>
                </p14:cNvPr>
                <p14:cNvContentPartPr/>
                <p14:nvPr/>
              </p14:nvContentPartPr>
              <p14:xfrm>
                <a:off x="5363897" y="3345414"/>
                <a:ext cx="221400" cy="1173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FA03A7C-DCA5-87CE-D3B1-871C6E7A872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300897" y="3282414"/>
                  <a:ext cx="3470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9D0E847-B161-5572-4088-BEDE7DDF5065}"/>
                    </a:ext>
                  </a:extLst>
                </p14:cNvPr>
                <p14:cNvContentPartPr/>
                <p14:nvPr/>
              </p14:nvContentPartPr>
              <p14:xfrm>
                <a:off x="5756297" y="3179454"/>
                <a:ext cx="199080" cy="50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9D0E847-B161-5572-4088-BEDE7DDF5065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693657" y="3116814"/>
                  <a:ext cx="324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5D8FFE7-BF95-ADEA-6D0C-941DBEF97B9A}"/>
                    </a:ext>
                  </a:extLst>
                </p14:cNvPr>
                <p14:cNvContentPartPr/>
                <p14:nvPr/>
              </p14:nvContentPartPr>
              <p14:xfrm>
                <a:off x="5799137" y="3167574"/>
                <a:ext cx="160560" cy="4262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5D8FFE7-BF95-ADEA-6D0C-941DBEF97B9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736137" y="3104934"/>
                  <a:ext cx="286200" cy="55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9D2682F-3C33-22A7-0A3B-6EBEBEE7370E}"/>
              </a:ext>
            </a:extLst>
          </p:cNvPr>
          <p:cNvGrpSpPr/>
          <p:nvPr/>
        </p:nvGrpSpPr>
        <p:grpSpPr>
          <a:xfrm>
            <a:off x="6280097" y="3106374"/>
            <a:ext cx="743400" cy="200880"/>
            <a:chOff x="6280097" y="3106374"/>
            <a:chExt cx="74340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B47381E-1295-EE8B-256C-21ECE80EEF65}"/>
                    </a:ext>
                  </a:extLst>
                </p14:cNvPr>
                <p14:cNvContentPartPr/>
                <p14:nvPr/>
              </p14:nvContentPartPr>
              <p14:xfrm>
                <a:off x="6280097" y="3244254"/>
                <a:ext cx="629280" cy="590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B47381E-1295-EE8B-256C-21ECE80EEF6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217457" y="3181254"/>
                  <a:ext cx="754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8BBE891-A7A3-79C5-1047-F0CBDD12C8C9}"/>
                    </a:ext>
                  </a:extLst>
                </p14:cNvPr>
                <p14:cNvContentPartPr/>
                <p14:nvPr/>
              </p14:nvContentPartPr>
              <p14:xfrm>
                <a:off x="6795977" y="3106374"/>
                <a:ext cx="227520" cy="2008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8BBE891-A7A3-79C5-1047-F0CBDD12C8C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732977" y="3043734"/>
                  <a:ext cx="353160" cy="32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8EB0A5C3-0BFA-FB1F-C312-54B679895C43}"/>
                  </a:ext>
                </a:extLst>
              </p14:cNvPr>
              <p14:cNvContentPartPr/>
              <p14:nvPr/>
            </p14:nvContentPartPr>
            <p14:xfrm>
              <a:off x="7470617" y="3148494"/>
              <a:ext cx="292680" cy="37944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8EB0A5C3-0BFA-FB1F-C312-54B679895C43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407617" y="3085854"/>
                <a:ext cx="418320" cy="505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3960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03C1F-B2AF-F975-F2C7-BBB10B69E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1BB94-FD18-6E72-BDD6-CA6D7BD015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Individual measurable property or characteristic of a phenomenon being observed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FDBE2-ECDB-84F5-D9E5-C73E9D9C63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D9DABB8-69C6-0E05-448B-5A49DCD233AD}"/>
              </a:ext>
            </a:extLst>
          </p:cNvPr>
          <p:cNvGrpSpPr/>
          <p:nvPr/>
        </p:nvGrpSpPr>
        <p:grpSpPr>
          <a:xfrm>
            <a:off x="1418657" y="3485094"/>
            <a:ext cx="2603880" cy="2623320"/>
            <a:chOff x="1418657" y="3485094"/>
            <a:chExt cx="2603880" cy="262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3F47836-A569-7E59-65D5-DF3B11D07895}"/>
                    </a:ext>
                  </a:extLst>
                </p14:cNvPr>
                <p14:cNvContentPartPr/>
                <p14:nvPr/>
              </p14:nvContentPartPr>
              <p14:xfrm>
                <a:off x="1460417" y="3485094"/>
                <a:ext cx="77400" cy="25912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3F47836-A569-7E59-65D5-DF3B11D0789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42417" y="3467094"/>
                  <a:ext cx="113040" cy="262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6D8744B-481C-AB75-2C44-4D25C3396CF8}"/>
                    </a:ext>
                  </a:extLst>
                </p14:cNvPr>
                <p14:cNvContentPartPr/>
                <p14:nvPr/>
              </p14:nvContentPartPr>
              <p14:xfrm>
                <a:off x="1418657" y="3608574"/>
                <a:ext cx="2198160" cy="3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6D8744B-481C-AB75-2C44-4D25C3396CF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01017" y="3590574"/>
                  <a:ext cx="2233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C58F2B-4A7F-8A6F-921D-AC7B8119D43E}"/>
                    </a:ext>
                  </a:extLst>
                </p14:cNvPr>
                <p14:cNvContentPartPr/>
                <p14:nvPr/>
              </p14:nvContentPartPr>
              <p14:xfrm>
                <a:off x="1543217" y="3553494"/>
                <a:ext cx="2479320" cy="2554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C58F2B-4A7F-8A6F-921D-AC7B8119D43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525577" y="3535494"/>
                  <a:ext cx="2514960" cy="259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BE07A4D-EEDE-C5EA-76AD-76BB278930A2}"/>
              </a:ext>
            </a:extLst>
          </p:cNvPr>
          <p:cNvGrpSpPr/>
          <p:nvPr/>
        </p:nvGrpSpPr>
        <p:grpSpPr>
          <a:xfrm>
            <a:off x="1835537" y="3618294"/>
            <a:ext cx="1310760" cy="1822680"/>
            <a:chOff x="1835537" y="3618294"/>
            <a:chExt cx="1310760" cy="182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3ADB5CD-AFEA-5DE7-AAEA-E89E735EFF5F}"/>
                    </a:ext>
                  </a:extLst>
                </p14:cNvPr>
                <p14:cNvContentPartPr/>
                <p14:nvPr/>
              </p14:nvContentPartPr>
              <p14:xfrm>
                <a:off x="1835537" y="3618294"/>
                <a:ext cx="1310760" cy="1822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3ADB5CD-AFEA-5DE7-AAEA-E89E735EFF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772897" y="3555294"/>
                  <a:ext cx="1436400" cy="19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655E2B-72DC-0926-59A6-D30A39FBF464}"/>
                    </a:ext>
                  </a:extLst>
                </p14:cNvPr>
                <p14:cNvContentPartPr/>
                <p14:nvPr/>
              </p14:nvContentPartPr>
              <p14:xfrm>
                <a:off x="2191217" y="4756254"/>
                <a:ext cx="396720" cy="36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655E2B-72DC-0926-59A6-D30A39FBF46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28217" y="4693254"/>
                  <a:ext cx="522360" cy="16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A834476-1CC5-FE1C-371D-5BCA24B345B9}"/>
              </a:ext>
            </a:extLst>
          </p:cNvPr>
          <p:cNvGrpSpPr/>
          <p:nvPr/>
        </p:nvGrpSpPr>
        <p:grpSpPr>
          <a:xfrm>
            <a:off x="4287137" y="4575534"/>
            <a:ext cx="1026360" cy="260640"/>
            <a:chOff x="4287137" y="4575534"/>
            <a:chExt cx="1026360" cy="26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273C08-E672-53B1-3107-34ED18BC4C6B}"/>
                    </a:ext>
                  </a:extLst>
                </p14:cNvPr>
                <p14:cNvContentPartPr/>
                <p14:nvPr/>
              </p14:nvContentPartPr>
              <p14:xfrm>
                <a:off x="4287137" y="4670214"/>
                <a:ext cx="997920" cy="77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273C08-E672-53B1-3107-34ED18BC4C6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269497" y="4652574"/>
                  <a:ext cx="10335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B7AC284-A078-1C07-7282-5D5D52A5A6DF}"/>
                    </a:ext>
                  </a:extLst>
                </p14:cNvPr>
                <p14:cNvContentPartPr/>
                <p14:nvPr/>
              </p14:nvContentPartPr>
              <p14:xfrm>
                <a:off x="5119097" y="4575534"/>
                <a:ext cx="194400" cy="260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B7AC284-A078-1C07-7282-5D5D52A5A6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101457" y="4557894"/>
                  <a:ext cx="230040" cy="29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5369DD7C-627E-009E-DCF5-C99E0F3757E3}"/>
                  </a:ext>
                </a:extLst>
              </p14:cNvPr>
              <p14:cNvContentPartPr/>
              <p14:nvPr/>
            </p14:nvContentPartPr>
            <p14:xfrm>
              <a:off x="5422217" y="3503814"/>
              <a:ext cx="1403280" cy="2046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5369DD7C-627E-009E-DCF5-C99E0F3757E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359217" y="3440814"/>
                <a:ext cx="1528920" cy="217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34837AB0-EC89-7130-85EA-214B02A29271}"/>
              </a:ext>
            </a:extLst>
          </p:cNvPr>
          <p:cNvGrpSpPr/>
          <p:nvPr/>
        </p:nvGrpSpPr>
        <p:grpSpPr>
          <a:xfrm>
            <a:off x="7000817" y="3521454"/>
            <a:ext cx="1807560" cy="2026440"/>
            <a:chOff x="7000817" y="3521454"/>
            <a:chExt cx="1807560" cy="20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A743EC-7019-B7B6-E42D-926C8A2B5E9E}"/>
                    </a:ext>
                  </a:extLst>
                </p14:cNvPr>
                <p14:cNvContentPartPr/>
                <p14:nvPr/>
              </p14:nvContentPartPr>
              <p14:xfrm>
                <a:off x="7000817" y="4718094"/>
                <a:ext cx="532080" cy="45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A743EC-7019-B7B6-E42D-926C8A2B5E9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38177" y="4655454"/>
                  <a:ext cx="6577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B7478A9-F904-C190-BFCC-2DC0A15A9AFD}"/>
                    </a:ext>
                  </a:extLst>
                </p14:cNvPr>
                <p14:cNvContentPartPr/>
                <p14:nvPr/>
              </p14:nvContentPartPr>
              <p14:xfrm>
                <a:off x="7999817" y="3521454"/>
                <a:ext cx="808560" cy="2026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B7478A9-F904-C190-BFCC-2DC0A15A9AF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36817" y="3458454"/>
                  <a:ext cx="934200" cy="215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1230F56-F235-6540-3F6C-B664CFC2728A}"/>
              </a:ext>
            </a:extLst>
          </p:cNvPr>
          <p:cNvGrpSpPr/>
          <p:nvPr/>
        </p:nvGrpSpPr>
        <p:grpSpPr>
          <a:xfrm>
            <a:off x="5631737" y="3373494"/>
            <a:ext cx="472320" cy="661680"/>
            <a:chOff x="5631737" y="3373494"/>
            <a:chExt cx="472320" cy="66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C822098-CF69-819F-3C6D-B46291F0AB3C}"/>
                    </a:ext>
                  </a:extLst>
                </p14:cNvPr>
                <p14:cNvContentPartPr/>
                <p14:nvPr/>
              </p14:nvContentPartPr>
              <p14:xfrm>
                <a:off x="5769257" y="3593454"/>
                <a:ext cx="78120" cy="437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C822098-CF69-819F-3C6D-B46291F0AB3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51617" y="3575814"/>
                  <a:ext cx="113760" cy="47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9F501CA-9C2B-DDC6-8F5A-33CD18F8EF0C}"/>
                    </a:ext>
                  </a:extLst>
                </p14:cNvPr>
                <p14:cNvContentPartPr/>
                <p14:nvPr/>
              </p14:nvContentPartPr>
              <p14:xfrm>
                <a:off x="5631737" y="3373494"/>
                <a:ext cx="472320" cy="661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9F501CA-9C2B-DDC6-8F5A-33CD18F8EF0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613737" y="3355494"/>
                  <a:ext cx="507960" cy="69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94C7367-BEB4-FE4C-087A-0F33BED17DBD}"/>
              </a:ext>
            </a:extLst>
          </p:cNvPr>
          <p:cNvGrpSpPr/>
          <p:nvPr/>
        </p:nvGrpSpPr>
        <p:grpSpPr>
          <a:xfrm>
            <a:off x="6861857" y="4021494"/>
            <a:ext cx="607680" cy="608040"/>
            <a:chOff x="6861857" y="4021494"/>
            <a:chExt cx="607680" cy="60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DEEF9A5-8160-D0DB-1DFE-187F5F3EEA42}"/>
                    </a:ext>
                  </a:extLst>
                </p14:cNvPr>
                <p14:cNvContentPartPr/>
                <p14:nvPr/>
              </p14:nvContentPartPr>
              <p14:xfrm>
                <a:off x="7029977" y="4147134"/>
                <a:ext cx="196920" cy="230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DEEF9A5-8160-D0DB-1DFE-187F5F3EE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012337" y="4129134"/>
                  <a:ext cx="2325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BD53DD5-564B-CAA8-F9D7-A2C65C47F56A}"/>
                    </a:ext>
                  </a:extLst>
                </p14:cNvPr>
                <p14:cNvContentPartPr/>
                <p14:nvPr/>
              </p14:nvContentPartPr>
              <p14:xfrm>
                <a:off x="6861857" y="4021494"/>
                <a:ext cx="607680" cy="608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BD53DD5-564B-CAA8-F9D7-A2C65C47F5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44217" y="4003494"/>
                  <a:ext cx="643320" cy="64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2A4B1D0-A482-18B5-E6EC-60435BEF11BF}"/>
              </a:ext>
            </a:extLst>
          </p:cNvPr>
          <p:cNvGrpSpPr/>
          <p:nvPr/>
        </p:nvGrpSpPr>
        <p:grpSpPr>
          <a:xfrm>
            <a:off x="8183417" y="2787054"/>
            <a:ext cx="787680" cy="850320"/>
            <a:chOff x="8183417" y="2787054"/>
            <a:chExt cx="787680" cy="85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67B257A-34AF-57D5-4F22-F5030169557E}"/>
                    </a:ext>
                  </a:extLst>
                </p14:cNvPr>
                <p14:cNvContentPartPr/>
                <p14:nvPr/>
              </p14:nvContentPartPr>
              <p14:xfrm>
                <a:off x="8299697" y="3028614"/>
                <a:ext cx="341280" cy="473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67B257A-34AF-57D5-4F22-F503016955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281697" y="3010974"/>
                  <a:ext cx="37692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B2D2B7B-434C-A4D0-64FD-3AA29DB2359F}"/>
                    </a:ext>
                  </a:extLst>
                </p14:cNvPr>
                <p14:cNvContentPartPr/>
                <p14:nvPr/>
              </p14:nvContentPartPr>
              <p14:xfrm>
                <a:off x="8183417" y="2787054"/>
                <a:ext cx="787680" cy="850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B2D2B7B-434C-A4D0-64FD-3AA29DB2359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65777" y="2769414"/>
                  <a:ext cx="823320" cy="885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0A25479-0B37-20CD-3898-FB3321385140}"/>
                  </a:ext>
                </a:extLst>
              </p14:cNvPr>
              <p14:cNvContentPartPr/>
              <p14:nvPr/>
            </p14:nvContentPartPr>
            <p14:xfrm>
              <a:off x="4948457" y="4870014"/>
              <a:ext cx="1089000" cy="107244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0A25479-0B37-20CD-3898-FB3321385140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930457" y="4852374"/>
                <a:ext cx="1124640" cy="110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C04291EE-0E78-C599-F5F7-AFB9DE5B905C}"/>
              </a:ext>
            </a:extLst>
          </p:cNvPr>
          <p:cNvGrpSpPr/>
          <p:nvPr/>
        </p:nvGrpSpPr>
        <p:grpSpPr>
          <a:xfrm>
            <a:off x="8089097" y="4792254"/>
            <a:ext cx="2440440" cy="1266840"/>
            <a:chOff x="8089097" y="4792254"/>
            <a:chExt cx="2440440" cy="12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7C7BD1F-40CB-C412-5108-9FC5D989260D}"/>
                    </a:ext>
                  </a:extLst>
                </p14:cNvPr>
                <p14:cNvContentPartPr/>
                <p14:nvPr/>
              </p14:nvContentPartPr>
              <p14:xfrm>
                <a:off x="8089097" y="4966134"/>
                <a:ext cx="1029960" cy="1092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7C7BD1F-40CB-C412-5108-9FC5D989260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071097" y="4948494"/>
                  <a:ext cx="1065600" cy="11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1D9673E-10B3-D6B2-D91F-057FA62647A5}"/>
                    </a:ext>
                  </a:extLst>
                </p14:cNvPr>
                <p14:cNvContentPartPr/>
                <p14:nvPr/>
              </p14:nvContentPartPr>
              <p14:xfrm>
                <a:off x="8850497" y="5041014"/>
                <a:ext cx="716760" cy="191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1D9673E-10B3-D6B2-D91F-057FA62647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832857" y="5023014"/>
                  <a:ext cx="7524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1B0A8AC-9BBF-44AB-FD8F-B4CCBA3A6244}"/>
                    </a:ext>
                  </a:extLst>
                </p14:cNvPr>
                <p14:cNvContentPartPr/>
                <p14:nvPr/>
              </p14:nvContentPartPr>
              <p14:xfrm>
                <a:off x="9333977" y="4995294"/>
                <a:ext cx="215640" cy="214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1B0A8AC-9BBF-44AB-FD8F-B4CCBA3A62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16337" y="4977654"/>
                  <a:ext cx="251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C0E40BB-2FC3-3C8C-DC96-26B2580590A5}"/>
                    </a:ext>
                  </a:extLst>
                </p14:cNvPr>
                <p14:cNvContentPartPr/>
                <p14:nvPr/>
              </p14:nvContentPartPr>
              <p14:xfrm>
                <a:off x="9891977" y="4915014"/>
                <a:ext cx="14040" cy="272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C0E40BB-2FC3-3C8C-DC96-26B2580590A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873977" y="4897374"/>
                  <a:ext cx="49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920892C-73A3-5A45-21D9-CAD195E543FA}"/>
                    </a:ext>
                  </a:extLst>
                </p14:cNvPr>
                <p14:cNvContentPartPr/>
                <p14:nvPr/>
              </p14:nvContentPartPr>
              <p14:xfrm>
                <a:off x="9891257" y="4829694"/>
                <a:ext cx="81000" cy="16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920892C-73A3-5A45-21D9-CAD195E543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73257" y="4811694"/>
                  <a:ext cx="1166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EEF6BAD-D5D3-E8E8-C606-04BAC8B7D393}"/>
                    </a:ext>
                  </a:extLst>
                </p14:cNvPr>
                <p14:cNvContentPartPr/>
                <p14:nvPr/>
              </p14:nvContentPartPr>
              <p14:xfrm>
                <a:off x="10055417" y="4989894"/>
                <a:ext cx="55080" cy="104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EEF6BAD-D5D3-E8E8-C606-04BAC8B7D39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037777" y="4971894"/>
                  <a:ext cx="90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57781BC-DEF1-FE50-D5ED-9D08BEA157C5}"/>
                    </a:ext>
                  </a:extLst>
                </p14:cNvPr>
                <p14:cNvContentPartPr/>
                <p14:nvPr/>
              </p14:nvContentPartPr>
              <p14:xfrm>
                <a:off x="10074857" y="4843374"/>
                <a:ext cx="22320" cy="7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57781BC-DEF1-FE50-D5ED-9D08BEA157C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056857" y="4825374"/>
                  <a:ext cx="57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8A152B8-A44A-4F50-CB7D-B956273C860D}"/>
                    </a:ext>
                  </a:extLst>
                </p14:cNvPr>
                <p14:cNvContentPartPr/>
                <p14:nvPr/>
              </p14:nvContentPartPr>
              <p14:xfrm>
                <a:off x="10142537" y="5012574"/>
                <a:ext cx="86760" cy="73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8A152B8-A44A-4F50-CB7D-B956273C86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24897" y="4994574"/>
                  <a:ext cx="122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957F21E-E155-3FE3-86F4-B4DCFA7D2F30}"/>
                    </a:ext>
                  </a:extLst>
                </p14:cNvPr>
                <p14:cNvContentPartPr/>
                <p14:nvPr/>
              </p14:nvContentPartPr>
              <p14:xfrm>
                <a:off x="10174217" y="4993494"/>
                <a:ext cx="79560" cy="1090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957F21E-E155-3FE3-86F4-B4DCFA7D2F30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56217" y="4975494"/>
                  <a:ext cx="1152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551FAFF-4553-5ABC-A6B0-91068F880FB4}"/>
                    </a:ext>
                  </a:extLst>
                </p14:cNvPr>
                <p14:cNvContentPartPr/>
                <p14:nvPr/>
              </p14:nvContentPartPr>
              <p14:xfrm>
                <a:off x="10295897" y="4965414"/>
                <a:ext cx="158760" cy="148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551FAFF-4553-5ABC-A6B0-91068F880FB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278257" y="4947414"/>
                  <a:ext cx="19440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EA2FFDE-6591-5E04-A94A-D50E77F995DD}"/>
                    </a:ext>
                  </a:extLst>
                </p14:cNvPr>
                <p14:cNvContentPartPr/>
                <p14:nvPr/>
              </p14:nvContentPartPr>
              <p14:xfrm>
                <a:off x="10483457" y="4792254"/>
                <a:ext cx="46080" cy="339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EA2FFDE-6591-5E04-A94A-D50E77F995D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465457" y="4774614"/>
                  <a:ext cx="8172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8FD3542-0498-3E45-7DC9-76E7DFB2CC35}"/>
              </a:ext>
            </a:extLst>
          </p:cNvPr>
          <p:cNvGrpSpPr/>
          <p:nvPr/>
        </p:nvGrpSpPr>
        <p:grpSpPr>
          <a:xfrm>
            <a:off x="10882337" y="4742934"/>
            <a:ext cx="1087920" cy="349200"/>
            <a:chOff x="10882337" y="4742934"/>
            <a:chExt cx="1087920" cy="34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126A2D9-AF64-29DC-1E2E-75D752A95E0D}"/>
                    </a:ext>
                  </a:extLst>
                </p14:cNvPr>
                <p14:cNvContentPartPr/>
                <p14:nvPr/>
              </p14:nvContentPartPr>
              <p14:xfrm>
                <a:off x="10882337" y="4961814"/>
                <a:ext cx="250560" cy="130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126A2D9-AF64-29DC-1E2E-75D752A95E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864697" y="4943814"/>
                  <a:ext cx="2862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C5EEBB0-B404-7FCD-D6DF-BC68129DB599}"/>
                    </a:ext>
                  </a:extLst>
                </p14:cNvPr>
                <p14:cNvContentPartPr/>
                <p14:nvPr/>
              </p14:nvContentPartPr>
              <p14:xfrm>
                <a:off x="11247017" y="4943094"/>
                <a:ext cx="6120" cy="126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C5EEBB0-B404-7FCD-D6DF-BC68129DB59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229017" y="4925094"/>
                  <a:ext cx="417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45A680D-CEB5-CFDE-7594-9309531D367D}"/>
                    </a:ext>
                  </a:extLst>
                </p14:cNvPr>
                <p14:cNvContentPartPr/>
                <p14:nvPr/>
              </p14:nvContentPartPr>
              <p14:xfrm>
                <a:off x="11199137" y="4790454"/>
                <a:ext cx="11520" cy="36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45A680D-CEB5-CFDE-7594-9309531D367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181497" y="4772814"/>
                  <a:ext cx="471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FEBB10B-54EE-4BA7-DC5C-AF1147F1C9C5}"/>
                    </a:ext>
                  </a:extLst>
                </p14:cNvPr>
                <p14:cNvContentPartPr/>
                <p14:nvPr/>
              </p14:nvContentPartPr>
              <p14:xfrm>
                <a:off x="11338817" y="4742934"/>
                <a:ext cx="150840" cy="330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FEBB10B-54EE-4BA7-DC5C-AF1147F1C9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321177" y="4725294"/>
                  <a:ext cx="18648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5067332-D0D3-1863-0C5A-13154BE8BD40}"/>
                    </a:ext>
                  </a:extLst>
                </p14:cNvPr>
                <p14:cNvContentPartPr/>
                <p14:nvPr/>
              </p14:nvContentPartPr>
              <p14:xfrm>
                <a:off x="11627537" y="4837254"/>
                <a:ext cx="54360" cy="203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5067332-D0D3-1863-0C5A-13154BE8BD4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609897" y="4819614"/>
                  <a:ext cx="900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9662123-A2ED-099A-6C76-6675DC4699D6}"/>
                    </a:ext>
                  </a:extLst>
                </p14:cNvPr>
                <p14:cNvContentPartPr/>
                <p14:nvPr/>
              </p14:nvContentPartPr>
              <p14:xfrm>
                <a:off x="11573897" y="4851294"/>
                <a:ext cx="396360" cy="1605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9662123-A2ED-099A-6C76-6675DC4699D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56257" y="4833294"/>
                  <a:ext cx="43200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D18C8EA-B1E3-0A2A-EB5E-5CF58B3255D0}"/>
              </a:ext>
            </a:extLst>
          </p:cNvPr>
          <p:cNvGrpSpPr/>
          <p:nvPr/>
        </p:nvGrpSpPr>
        <p:grpSpPr>
          <a:xfrm>
            <a:off x="9237857" y="5662734"/>
            <a:ext cx="1249200" cy="357480"/>
            <a:chOff x="9237857" y="5662734"/>
            <a:chExt cx="124920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6604C13-6F3A-7D9F-6E0F-C237F9B0204A}"/>
                    </a:ext>
                  </a:extLst>
                </p14:cNvPr>
                <p14:cNvContentPartPr/>
                <p14:nvPr/>
              </p14:nvContentPartPr>
              <p14:xfrm>
                <a:off x="9237857" y="5885574"/>
                <a:ext cx="373680" cy="29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6604C13-6F3A-7D9F-6E0F-C237F9B0204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219857" y="5867934"/>
                  <a:ext cx="4093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ADB755-723B-8EB0-145D-790E2C273D98}"/>
                    </a:ext>
                  </a:extLst>
                </p14:cNvPr>
                <p14:cNvContentPartPr/>
                <p14:nvPr/>
              </p14:nvContentPartPr>
              <p14:xfrm>
                <a:off x="9501017" y="5790534"/>
                <a:ext cx="163800" cy="229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ADB755-723B-8EB0-145D-790E2C273D9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483017" y="5772894"/>
                  <a:ext cx="1994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B5036CF-181B-148B-E620-5600C6414BED}"/>
                    </a:ext>
                  </a:extLst>
                </p14:cNvPr>
                <p14:cNvContentPartPr/>
                <p14:nvPr/>
              </p14:nvContentPartPr>
              <p14:xfrm>
                <a:off x="9867857" y="5662734"/>
                <a:ext cx="10080" cy="249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B5036CF-181B-148B-E620-5600C6414BE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849857" y="5644734"/>
                  <a:ext cx="457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A820E27-3C1B-B2C1-78E9-39949E4D7287}"/>
                    </a:ext>
                  </a:extLst>
                </p14:cNvPr>
                <p14:cNvContentPartPr/>
                <p14:nvPr/>
              </p14:nvContentPartPr>
              <p14:xfrm>
                <a:off x="9981257" y="5751654"/>
                <a:ext cx="52920" cy="165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A820E27-3C1B-B2C1-78E9-39949E4D728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963257" y="5734014"/>
                  <a:ext cx="88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1A0C149-03C4-F061-DB5A-FA9ED3EB6B46}"/>
                    </a:ext>
                  </a:extLst>
                </p14:cNvPr>
                <p14:cNvContentPartPr/>
                <p14:nvPr/>
              </p14:nvContentPartPr>
              <p14:xfrm>
                <a:off x="9898097" y="5811414"/>
                <a:ext cx="330120" cy="154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1A0C149-03C4-F061-DB5A-FA9ED3EB6B4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880097" y="5793774"/>
                  <a:ext cx="3657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56120DC-9EC3-975E-9546-88897DB0DF4F}"/>
                    </a:ext>
                  </a:extLst>
                </p14:cNvPr>
                <p14:cNvContentPartPr/>
                <p14:nvPr/>
              </p14:nvContentPartPr>
              <p14:xfrm>
                <a:off x="10286177" y="5834094"/>
                <a:ext cx="200880" cy="128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56120DC-9EC3-975E-9546-88897DB0DF4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268537" y="5816454"/>
                  <a:ext cx="236520" cy="16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CCCE4D9-7C46-FEF0-0AEA-E073DA3440C5}"/>
              </a:ext>
            </a:extLst>
          </p:cNvPr>
          <p:cNvGrpSpPr/>
          <p:nvPr/>
        </p:nvGrpSpPr>
        <p:grpSpPr>
          <a:xfrm>
            <a:off x="10816097" y="5618454"/>
            <a:ext cx="918720" cy="385560"/>
            <a:chOff x="10816097" y="5618454"/>
            <a:chExt cx="91872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309D663-DDC8-970D-BFD9-AE363369D204}"/>
                    </a:ext>
                  </a:extLst>
                </p14:cNvPr>
                <p14:cNvContentPartPr/>
                <p14:nvPr/>
              </p14:nvContentPartPr>
              <p14:xfrm>
                <a:off x="10834097" y="5810694"/>
                <a:ext cx="31320" cy="193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309D663-DDC8-970D-BFD9-AE363369D2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816457" y="5793054"/>
                  <a:ext cx="669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1E8298-C244-C248-EB94-46A11C23CD67}"/>
                    </a:ext>
                  </a:extLst>
                </p14:cNvPr>
                <p14:cNvContentPartPr/>
                <p14:nvPr/>
              </p14:nvContentPartPr>
              <p14:xfrm>
                <a:off x="10816097" y="5790174"/>
                <a:ext cx="84960" cy="99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1E8298-C244-C248-EB94-46A11C23CD6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798097" y="5772534"/>
                  <a:ext cx="1206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8988AA2-23BF-321E-102A-F93639C278E9}"/>
                    </a:ext>
                  </a:extLst>
                </p14:cNvPr>
                <p14:cNvContentPartPr/>
                <p14:nvPr/>
              </p14:nvContentPartPr>
              <p14:xfrm>
                <a:off x="10966217" y="5817174"/>
                <a:ext cx="25560" cy="1011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8988AA2-23BF-321E-102A-F93639C278E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948577" y="5799534"/>
                  <a:ext cx="612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0B9A0FF-BB6A-BFC5-AD3E-DDE061DB5D14}"/>
                    </a:ext>
                  </a:extLst>
                </p14:cNvPr>
                <p14:cNvContentPartPr/>
                <p14:nvPr/>
              </p14:nvContentPartPr>
              <p14:xfrm>
                <a:off x="10974497" y="5678934"/>
                <a:ext cx="55080" cy="52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0B9A0FF-BB6A-BFC5-AD3E-DDE061DB5D1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956497" y="5661294"/>
                  <a:ext cx="907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7BF2FCC-C37F-7104-15B8-01A408550611}"/>
                    </a:ext>
                  </a:extLst>
                </p14:cNvPr>
                <p14:cNvContentPartPr/>
                <p14:nvPr/>
              </p14:nvContentPartPr>
              <p14:xfrm>
                <a:off x="11086457" y="5827974"/>
                <a:ext cx="110880" cy="1303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7BF2FCC-C37F-7104-15B8-01A40855061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068817" y="5810334"/>
                  <a:ext cx="1465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95ED9E5-3C81-A758-ACC2-40913DA1723D}"/>
                    </a:ext>
                  </a:extLst>
                </p14:cNvPr>
                <p14:cNvContentPartPr/>
                <p14:nvPr/>
              </p14:nvContentPartPr>
              <p14:xfrm>
                <a:off x="11075297" y="5834814"/>
                <a:ext cx="130680" cy="150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95ED9E5-3C81-A758-ACC2-40913DA172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57657" y="5817174"/>
                  <a:ext cx="166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38513D2-1BE5-E69B-3B95-37234AE69EB4}"/>
                    </a:ext>
                  </a:extLst>
                </p14:cNvPr>
                <p14:cNvContentPartPr/>
                <p14:nvPr/>
              </p14:nvContentPartPr>
              <p14:xfrm>
                <a:off x="11220377" y="5807454"/>
                <a:ext cx="138600" cy="13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38513D2-1BE5-E69B-3B95-37234AE69EB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202737" y="5789814"/>
                  <a:ext cx="174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788EAE8-5B8C-D79E-7405-33B791B2635F}"/>
                    </a:ext>
                  </a:extLst>
                </p14:cNvPr>
                <p14:cNvContentPartPr/>
                <p14:nvPr/>
              </p14:nvContentPartPr>
              <p14:xfrm>
                <a:off x="11475617" y="5618454"/>
                <a:ext cx="70200" cy="288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788EAE8-5B8C-D79E-7405-33B791B2635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457977" y="5600814"/>
                  <a:ext cx="1058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FA194B2-19EC-B583-C7FA-5F4B4C1A7AF8}"/>
                    </a:ext>
                  </a:extLst>
                </p14:cNvPr>
                <p14:cNvContentPartPr/>
                <p14:nvPr/>
              </p14:nvContentPartPr>
              <p14:xfrm>
                <a:off x="11679737" y="5791974"/>
                <a:ext cx="55080" cy="1944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FA194B2-19EC-B583-C7FA-5F4B4C1A7AF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661737" y="5774334"/>
                  <a:ext cx="9072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DAD2E5D-A440-52C5-649C-0C98D3D5CD72}"/>
              </a:ext>
            </a:extLst>
          </p:cNvPr>
          <p:cNvGrpSpPr/>
          <p:nvPr/>
        </p:nvGrpSpPr>
        <p:grpSpPr>
          <a:xfrm>
            <a:off x="9833297" y="6367254"/>
            <a:ext cx="551520" cy="149400"/>
            <a:chOff x="9833297" y="6367254"/>
            <a:chExt cx="551520" cy="14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690F351-D9AC-B4AB-8D85-6AB2F0CFE058}"/>
                    </a:ext>
                  </a:extLst>
                </p14:cNvPr>
                <p14:cNvContentPartPr/>
                <p14:nvPr/>
              </p14:nvContentPartPr>
              <p14:xfrm>
                <a:off x="9833297" y="6367254"/>
                <a:ext cx="221040" cy="1494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690F351-D9AC-B4AB-8D85-6AB2F0CFE05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815657" y="6349254"/>
                  <a:ext cx="2566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BDB356-CF75-80B7-2A3F-C27B04917E70}"/>
                    </a:ext>
                  </a:extLst>
                </p14:cNvPr>
                <p14:cNvContentPartPr/>
                <p14:nvPr/>
              </p14:nvContentPartPr>
              <p14:xfrm>
                <a:off x="10096817" y="6375174"/>
                <a:ext cx="91440" cy="104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BDB356-CF75-80B7-2A3F-C27B04917E70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079177" y="6357174"/>
                  <a:ext cx="1270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DC73EB8-C514-A6F6-002E-A35CC8098147}"/>
                    </a:ext>
                  </a:extLst>
                </p14:cNvPr>
                <p14:cNvContentPartPr/>
                <p14:nvPr/>
              </p14:nvContentPartPr>
              <p14:xfrm>
                <a:off x="10292297" y="6372654"/>
                <a:ext cx="92520" cy="83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DC73EB8-C514-A6F6-002E-A35CC809814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74657" y="6354654"/>
                  <a:ext cx="128160" cy="11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D15CDD3D-371A-1531-94BC-4CCC08880184}"/>
              </a:ext>
            </a:extLst>
          </p:cNvPr>
          <p:cNvGrpSpPr/>
          <p:nvPr/>
        </p:nvGrpSpPr>
        <p:grpSpPr>
          <a:xfrm>
            <a:off x="10669577" y="6292374"/>
            <a:ext cx="1324800" cy="274320"/>
            <a:chOff x="10669577" y="6292374"/>
            <a:chExt cx="1324800" cy="27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226A3BB-AD84-3D83-02D2-1F0D108A9FD8}"/>
                    </a:ext>
                  </a:extLst>
                </p14:cNvPr>
                <p14:cNvContentPartPr/>
                <p14:nvPr/>
              </p14:nvContentPartPr>
              <p14:xfrm>
                <a:off x="10669577" y="6357174"/>
                <a:ext cx="195120" cy="172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226A3BB-AD84-3D83-02D2-1F0D108A9FD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51937" y="6339174"/>
                  <a:ext cx="2307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C0E0D0F-EFE5-7A92-2E51-50927A236CCA}"/>
                    </a:ext>
                  </a:extLst>
                </p14:cNvPr>
                <p14:cNvContentPartPr/>
                <p14:nvPr/>
              </p14:nvContentPartPr>
              <p14:xfrm>
                <a:off x="10826897" y="6370854"/>
                <a:ext cx="104040" cy="174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C0E0D0F-EFE5-7A92-2E51-50927A236CC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808897" y="6353214"/>
                  <a:ext cx="139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5BA333C-7F5D-A365-C147-F84ED8EFAC99}"/>
                    </a:ext>
                  </a:extLst>
                </p14:cNvPr>
                <p14:cNvContentPartPr/>
                <p14:nvPr/>
              </p14:nvContentPartPr>
              <p14:xfrm>
                <a:off x="10945337" y="6380214"/>
                <a:ext cx="213480" cy="142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5BA333C-7F5D-A365-C147-F84ED8EFAC9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927697" y="6362574"/>
                  <a:ext cx="2491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5A112B6-2938-CA11-915E-7248AEFB76B7}"/>
                    </a:ext>
                  </a:extLst>
                </p14:cNvPr>
                <p14:cNvContentPartPr/>
                <p14:nvPr/>
              </p14:nvContentPartPr>
              <p14:xfrm>
                <a:off x="11162417" y="6382014"/>
                <a:ext cx="158400" cy="184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5A112B6-2938-CA11-915E-7248AEFB76B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1144417" y="6364374"/>
                  <a:ext cx="1940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374179C-FA02-EC75-D2ED-292512FF5591}"/>
                    </a:ext>
                  </a:extLst>
                </p14:cNvPr>
                <p14:cNvContentPartPr/>
                <p14:nvPr/>
              </p14:nvContentPartPr>
              <p14:xfrm>
                <a:off x="11294537" y="6420894"/>
                <a:ext cx="105480" cy="86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374179C-FA02-EC75-D2ED-292512FF559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276897" y="6403254"/>
                  <a:ext cx="141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04A8CC1-601A-6960-2D2B-C6C06EB4BE06}"/>
                    </a:ext>
                  </a:extLst>
                </p14:cNvPr>
                <p14:cNvContentPartPr/>
                <p14:nvPr/>
              </p14:nvContentPartPr>
              <p14:xfrm>
                <a:off x="11421257" y="6423054"/>
                <a:ext cx="92160" cy="123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04A8CC1-601A-6960-2D2B-C6C06EB4BE0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403617" y="6405414"/>
                  <a:ext cx="1278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6A90D3C-6FBA-D387-AD72-20468F0DF05E}"/>
                    </a:ext>
                  </a:extLst>
                </p14:cNvPr>
                <p14:cNvContentPartPr/>
                <p14:nvPr/>
              </p14:nvContentPartPr>
              <p14:xfrm>
                <a:off x="11585777" y="6391014"/>
                <a:ext cx="82080" cy="1206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6A90D3C-6FBA-D387-AD72-20468F0DF0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568137" y="6373014"/>
                  <a:ext cx="117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060AE14-20CF-8627-3828-31FFFC36D29F}"/>
                    </a:ext>
                  </a:extLst>
                </p14:cNvPr>
                <p14:cNvContentPartPr/>
                <p14:nvPr/>
              </p14:nvContentPartPr>
              <p14:xfrm>
                <a:off x="11709257" y="6292374"/>
                <a:ext cx="70200" cy="194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060AE14-20CF-8627-3828-31FFFC36D29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691257" y="6274734"/>
                  <a:ext cx="10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BC9CFB2-6676-3E71-9F1F-97CBAF138BF4}"/>
                    </a:ext>
                  </a:extLst>
                </p14:cNvPr>
                <p14:cNvContentPartPr/>
                <p14:nvPr/>
              </p14:nvContentPartPr>
              <p14:xfrm>
                <a:off x="11736977" y="6333414"/>
                <a:ext cx="132120" cy="1346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BC9CFB2-6676-3E71-9F1F-97CBAF138BF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718977" y="6315414"/>
                  <a:ext cx="167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92FD25C-2899-0D61-4ECD-EBFA0657FD50}"/>
                    </a:ext>
                  </a:extLst>
                </p14:cNvPr>
                <p14:cNvContentPartPr/>
                <p14:nvPr/>
              </p14:nvContentPartPr>
              <p14:xfrm>
                <a:off x="11954417" y="6304614"/>
                <a:ext cx="39960" cy="83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92FD25C-2899-0D61-4ECD-EBFA0657FD5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936777" y="6286974"/>
                  <a:ext cx="75600" cy="119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6665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487EB-4E6F-422B-8DFF-ED963B7EF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data 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0CF5B2DF-C549-548A-1273-E526AB418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154" y="1157716"/>
            <a:ext cx="967724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D339A-ADD0-1E41-2675-E6FB833C62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C43AD5-B6D7-ED11-95DB-D0128CC018EF}"/>
              </a:ext>
            </a:extLst>
          </p:cNvPr>
          <p:cNvGrpSpPr/>
          <p:nvPr/>
        </p:nvGrpSpPr>
        <p:grpSpPr>
          <a:xfrm>
            <a:off x="10629257" y="1950774"/>
            <a:ext cx="359640" cy="1158120"/>
            <a:chOff x="10629257" y="1950774"/>
            <a:chExt cx="359640" cy="115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18C99F-C6A4-46BF-0B39-98E655C2E083}"/>
                    </a:ext>
                  </a:extLst>
                </p14:cNvPr>
                <p14:cNvContentPartPr/>
                <p14:nvPr/>
              </p14:nvContentPartPr>
              <p14:xfrm>
                <a:off x="10739777" y="2060934"/>
                <a:ext cx="38160" cy="170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18C99F-C6A4-46BF-0B39-98E655C2E08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721777" y="2042934"/>
                  <a:ext cx="738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419E968-5FED-143C-78BA-3266EE2699F4}"/>
                    </a:ext>
                  </a:extLst>
                </p14:cNvPr>
                <p14:cNvContentPartPr/>
                <p14:nvPr/>
              </p14:nvContentPartPr>
              <p14:xfrm>
                <a:off x="10629257" y="1950774"/>
                <a:ext cx="271080" cy="329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419E968-5FED-143C-78BA-3266EE2699F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611257" y="1933134"/>
                  <a:ext cx="30672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14A57F4-FF64-57C6-EDF0-305359CC7AE2}"/>
                    </a:ext>
                  </a:extLst>
                </p14:cNvPr>
                <p14:cNvContentPartPr/>
                <p14:nvPr/>
              </p14:nvContentPartPr>
              <p14:xfrm>
                <a:off x="10743377" y="2306094"/>
                <a:ext cx="99720" cy="176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14A57F4-FF64-57C6-EDF0-305359CC7AE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725377" y="2288094"/>
                  <a:ext cx="1353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FB553E8-ED2B-EE62-A679-09AA59DCDCAB}"/>
                    </a:ext>
                  </a:extLst>
                </p14:cNvPr>
                <p14:cNvContentPartPr/>
                <p14:nvPr/>
              </p14:nvContentPartPr>
              <p14:xfrm>
                <a:off x="10647977" y="2225094"/>
                <a:ext cx="245520" cy="321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FB553E8-ED2B-EE62-A679-09AA59DCDCA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630337" y="2207094"/>
                  <a:ext cx="2811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3AA84E8-E0CE-EB70-5224-383F9212B60D}"/>
                    </a:ext>
                  </a:extLst>
                </p14:cNvPr>
                <p14:cNvContentPartPr/>
                <p14:nvPr/>
              </p14:nvContentPartPr>
              <p14:xfrm>
                <a:off x="10763897" y="2589774"/>
                <a:ext cx="66960" cy="124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3AA84E8-E0CE-EB70-5224-383F9212B60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745897" y="2571774"/>
                  <a:ext cx="1026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ED454EA-F5A2-459C-B644-9161DB845936}"/>
                    </a:ext>
                  </a:extLst>
                </p14:cNvPr>
                <p14:cNvContentPartPr/>
                <p14:nvPr/>
              </p14:nvContentPartPr>
              <p14:xfrm>
                <a:off x="10652657" y="2541534"/>
                <a:ext cx="263520" cy="269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ED454EA-F5A2-459C-B644-9161DB84593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635017" y="2523534"/>
                  <a:ext cx="2991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96EEB2-019D-B557-0DDC-3591DB62E984}"/>
                    </a:ext>
                  </a:extLst>
                </p14:cNvPr>
                <p14:cNvContentPartPr/>
                <p14:nvPr/>
              </p14:nvContentPartPr>
              <p14:xfrm>
                <a:off x="10763537" y="2928534"/>
                <a:ext cx="114120" cy="75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96EEB2-019D-B557-0DDC-3591DB62E98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745897" y="2910534"/>
                  <a:ext cx="1497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5CC9FCB-C8BD-7597-99EB-C17A480C70BA}"/>
                    </a:ext>
                  </a:extLst>
                </p14:cNvPr>
                <p14:cNvContentPartPr/>
                <p14:nvPr/>
              </p14:nvContentPartPr>
              <p14:xfrm>
                <a:off x="10816817" y="2921694"/>
                <a:ext cx="14400" cy="185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5CC9FCB-C8BD-7597-99EB-C17A480C70B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798817" y="2904054"/>
                  <a:ext cx="500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597CC8D-D3A7-A5BE-BF18-FCD5BEEAD9E6}"/>
                    </a:ext>
                  </a:extLst>
                </p14:cNvPr>
                <p14:cNvContentPartPr/>
                <p14:nvPr/>
              </p14:nvContentPartPr>
              <p14:xfrm>
                <a:off x="10687217" y="2773374"/>
                <a:ext cx="301680" cy="335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597CC8D-D3A7-A5BE-BF18-FCD5BEEAD9E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669217" y="2755734"/>
                  <a:ext cx="337320" cy="371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38188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C69F8-C754-DF0C-C2A4-7E1EAF991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RMS of acceleration in each axis as the feature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9F556B18-ED18-3F5D-22AB-DBC7FE912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0056" y="1094104"/>
            <a:ext cx="5585791" cy="481894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899E1-59FF-7CFB-6842-6C0637618C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F250F28-1236-3C1F-BF00-156E06218429}"/>
                  </a:ext>
                </a:extLst>
              </p14:cNvPr>
              <p14:cNvContentPartPr/>
              <p14:nvPr/>
            </p14:nvContentPartPr>
            <p14:xfrm>
              <a:off x="3289937" y="1387014"/>
              <a:ext cx="239040" cy="396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F250F28-1236-3C1F-BF00-156E062184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71937" y="1369374"/>
                <a:ext cx="27468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8C7C8A0-8B74-989F-9523-B58B88385B0A}"/>
                  </a:ext>
                </a:extLst>
              </p14:cNvPr>
              <p14:cNvContentPartPr/>
              <p14:nvPr/>
            </p14:nvContentPartPr>
            <p14:xfrm>
              <a:off x="5266697" y="1445694"/>
              <a:ext cx="182160" cy="399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8C7C8A0-8B74-989F-9523-B58B88385B0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249057" y="1428054"/>
                <a:ext cx="217800" cy="43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6E18EB1-AB51-2305-0A59-3153F957BC14}"/>
                  </a:ext>
                </a:extLst>
              </p14:cNvPr>
              <p14:cNvContentPartPr/>
              <p14:nvPr/>
            </p14:nvContentPartPr>
            <p14:xfrm>
              <a:off x="7141577" y="1487814"/>
              <a:ext cx="217080" cy="3632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6E18EB1-AB51-2305-0A59-3153F957BC1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123937" y="1470174"/>
                <a:ext cx="252720" cy="39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E8717BE-2391-A501-DFB1-2FC577A408E7}"/>
                  </a:ext>
                </a:extLst>
              </p14:cNvPr>
              <p14:cNvContentPartPr/>
              <p14:nvPr/>
            </p14:nvContentPartPr>
            <p14:xfrm>
              <a:off x="5705177" y="3038334"/>
              <a:ext cx="910440" cy="1504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E8717BE-2391-A501-DFB1-2FC577A408E7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87537" y="3020334"/>
                <a:ext cx="946080" cy="154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44991483-8FDB-341C-D594-005BEC3FFDE4}"/>
              </a:ext>
            </a:extLst>
          </p:cNvPr>
          <p:cNvGrpSpPr/>
          <p:nvPr/>
        </p:nvGrpSpPr>
        <p:grpSpPr>
          <a:xfrm>
            <a:off x="6879497" y="3470694"/>
            <a:ext cx="938160" cy="273240"/>
            <a:chOff x="6879497" y="3470694"/>
            <a:chExt cx="938160" cy="27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98AA246-3372-4C54-E2ED-C17EFA727390}"/>
                    </a:ext>
                  </a:extLst>
                </p14:cNvPr>
                <p14:cNvContentPartPr/>
                <p14:nvPr/>
              </p14:nvContentPartPr>
              <p14:xfrm>
                <a:off x="6879497" y="3517494"/>
                <a:ext cx="203400" cy="226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98AA246-3372-4C54-E2ED-C17EFA7273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61497" y="3499854"/>
                  <a:ext cx="2390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C746500-0818-AC48-CC63-89F227222AFC}"/>
                    </a:ext>
                  </a:extLst>
                </p14:cNvPr>
                <p14:cNvContentPartPr/>
                <p14:nvPr/>
              </p14:nvContentPartPr>
              <p14:xfrm>
                <a:off x="7131497" y="3614334"/>
                <a:ext cx="10080" cy="124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C746500-0818-AC48-CC63-89F227222AF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113857" y="3596694"/>
                  <a:ext cx="457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0E6036-65C2-C450-417A-BC3F44E55EBF}"/>
                    </a:ext>
                  </a:extLst>
                </p14:cNvPr>
                <p14:cNvContentPartPr/>
                <p14:nvPr/>
              </p14:nvContentPartPr>
              <p14:xfrm>
                <a:off x="7118897" y="3505254"/>
                <a:ext cx="5040" cy="44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0E6036-65C2-C450-417A-BC3F44E55EB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01257" y="3487614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61D699-B809-15FD-76E4-5D8643AFECAF}"/>
                    </a:ext>
                  </a:extLst>
                </p14:cNvPr>
                <p14:cNvContentPartPr/>
                <p14:nvPr/>
              </p14:nvContentPartPr>
              <p14:xfrm>
                <a:off x="7247417" y="3585894"/>
                <a:ext cx="93960" cy="96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61D699-B809-15FD-76E4-5D8643AFECA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29417" y="3567894"/>
                  <a:ext cx="1296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3466A55-A5C2-81B4-E130-3CC49C78E1A8}"/>
                    </a:ext>
                  </a:extLst>
                </p14:cNvPr>
                <p14:cNvContentPartPr/>
                <p14:nvPr/>
              </p14:nvContentPartPr>
              <p14:xfrm>
                <a:off x="7440017" y="3571134"/>
                <a:ext cx="74160" cy="136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3466A55-A5C2-81B4-E130-3CC49C78E1A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22017" y="3553134"/>
                  <a:ext cx="109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72DE53C-D04D-DEB9-6521-7B053BCED7B1}"/>
                    </a:ext>
                  </a:extLst>
                </p14:cNvPr>
                <p14:cNvContentPartPr/>
                <p14:nvPr/>
              </p14:nvContentPartPr>
              <p14:xfrm>
                <a:off x="7610657" y="3470694"/>
                <a:ext cx="28440" cy="177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72DE53C-D04D-DEB9-6521-7B053BCED7B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92657" y="3452694"/>
                  <a:ext cx="640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49A247-05BF-0805-4498-040570B58D37}"/>
                    </a:ext>
                  </a:extLst>
                </p14:cNvPr>
                <p14:cNvContentPartPr/>
                <p14:nvPr/>
              </p14:nvContentPartPr>
              <p14:xfrm>
                <a:off x="7695257" y="3546294"/>
                <a:ext cx="122400" cy="142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49A247-05BF-0805-4498-040570B58D3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77257" y="3528294"/>
                  <a:ext cx="158040" cy="17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8D8F99C-60E3-D093-5E1B-01FFC065F54E}"/>
              </a:ext>
            </a:extLst>
          </p:cNvPr>
          <p:cNvGrpSpPr/>
          <p:nvPr/>
        </p:nvGrpSpPr>
        <p:grpSpPr>
          <a:xfrm>
            <a:off x="4719137" y="2097654"/>
            <a:ext cx="2153520" cy="2544840"/>
            <a:chOff x="4719137" y="2097654"/>
            <a:chExt cx="2153520" cy="254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874A440-E415-A63C-95FD-24487E9D8A91}"/>
                    </a:ext>
                  </a:extLst>
                </p14:cNvPr>
                <p14:cNvContentPartPr/>
                <p14:nvPr/>
              </p14:nvContentPartPr>
              <p14:xfrm>
                <a:off x="4719137" y="2388894"/>
                <a:ext cx="1250280" cy="22536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874A440-E415-A63C-95FD-24487E9D8A9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701497" y="2370894"/>
                  <a:ext cx="1285920" cy="22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0898346-D475-99FA-E036-5BC9005BE86D}"/>
                    </a:ext>
                  </a:extLst>
                </p14:cNvPr>
                <p14:cNvContentPartPr/>
                <p14:nvPr/>
              </p14:nvContentPartPr>
              <p14:xfrm>
                <a:off x="5540297" y="2183334"/>
                <a:ext cx="194760" cy="172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0898346-D475-99FA-E036-5BC9005BE86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522297" y="2165694"/>
                  <a:ext cx="230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0ED30D-0B4B-BA5E-E5A5-37E2492A1E24}"/>
                    </a:ext>
                  </a:extLst>
                </p14:cNvPr>
                <p14:cNvContentPartPr/>
                <p14:nvPr/>
              </p14:nvContentPartPr>
              <p14:xfrm>
                <a:off x="5807057" y="2261454"/>
                <a:ext cx="42120" cy="151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0ED30D-0B4B-BA5E-E5A5-37E2492A1E2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89417" y="2243814"/>
                  <a:ext cx="777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AF38FE4-53BF-30BE-64F0-C7EDEC97871E}"/>
                    </a:ext>
                  </a:extLst>
                </p14:cNvPr>
                <p14:cNvContentPartPr/>
                <p14:nvPr/>
              </p14:nvContentPartPr>
              <p14:xfrm>
                <a:off x="5823977" y="2229774"/>
                <a:ext cx="70200" cy="92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AF38FE4-53BF-30BE-64F0-C7EDEC97871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805977" y="2211774"/>
                  <a:ext cx="1058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8B2FE34-AF8E-AC72-796F-E83605264E08}"/>
                    </a:ext>
                  </a:extLst>
                </p14:cNvPr>
                <p14:cNvContentPartPr/>
                <p14:nvPr/>
              </p14:nvContentPartPr>
              <p14:xfrm>
                <a:off x="5961857" y="2285574"/>
                <a:ext cx="57960" cy="2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8B2FE34-AF8E-AC72-796F-E83605264E0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943857" y="2267934"/>
                  <a:ext cx="93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70ED7F-0C40-715F-8E73-E16E0C49B4CC}"/>
                    </a:ext>
                  </a:extLst>
                </p14:cNvPr>
                <p14:cNvContentPartPr/>
                <p14:nvPr/>
              </p14:nvContentPartPr>
              <p14:xfrm>
                <a:off x="6096497" y="2109894"/>
                <a:ext cx="133200" cy="2041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70ED7F-0C40-715F-8E73-E16E0C49B4C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078857" y="2091894"/>
                  <a:ext cx="168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7CD280-FA18-10FE-119A-D51EE5279113}"/>
                    </a:ext>
                  </a:extLst>
                </p14:cNvPr>
                <p14:cNvContentPartPr/>
                <p14:nvPr/>
              </p14:nvContentPartPr>
              <p14:xfrm>
                <a:off x="6312137" y="2130774"/>
                <a:ext cx="57960" cy="144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7CD280-FA18-10FE-119A-D51EE527911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294137" y="2113134"/>
                  <a:ext cx="936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E1E10A2-80A2-D02D-2A21-B4DEE6D1FA9E}"/>
                    </a:ext>
                  </a:extLst>
                </p14:cNvPr>
                <p14:cNvContentPartPr/>
                <p14:nvPr/>
              </p14:nvContentPartPr>
              <p14:xfrm>
                <a:off x="6459377" y="2151294"/>
                <a:ext cx="174600" cy="106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E1E10A2-80A2-D02D-2A21-B4DEE6D1FA9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41737" y="2133294"/>
                  <a:ext cx="2102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2F1DE62-0919-B336-D453-DAD636637771}"/>
                    </a:ext>
                  </a:extLst>
                </p14:cNvPr>
                <p14:cNvContentPartPr/>
                <p14:nvPr/>
              </p14:nvContentPartPr>
              <p14:xfrm>
                <a:off x="6710297" y="2097654"/>
                <a:ext cx="162360" cy="95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2F1DE62-0919-B336-D453-DAD63663777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692657" y="2080014"/>
                  <a:ext cx="1980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2748BC1-2329-9E42-7AB7-328A01C8C1A7}"/>
              </a:ext>
            </a:extLst>
          </p:cNvPr>
          <p:cNvGrpSpPr/>
          <p:nvPr/>
        </p:nvGrpSpPr>
        <p:grpSpPr>
          <a:xfrm>
            <a:off x="5134577" y="4784694"/>
            <a:ext cx="1978920" cy="1407240"/>
            <a:chOff x="5134577" y="4784694"/>
            <a:chExt cx="1978920" cy="140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67DDBA5-04B9-03D4-F237-1729CDCB51B3}"/>
                    </a:ext>
                  </a:extLst>
                </p14:cNvPr>
                <p14:cNvContentPartPr/>
                <p14:nvPr/>
              </p14:nvContentPartPr>
              <p14:xfrm>
                <a:off x="5134577" y="4784694"/>
                <a:ext cx="660960" cy="1031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67DDBA5-04B9-03D4-F237-1729CDCB51B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116577" y="4767054"/>
                  <a:ext cx="696600" cy="10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8983962-D49A-F1D0-C843-EDC44D2B021B}"/>
                    </a:ext>
                  </a:extLst>
                </p14:cNvPr>
                <p14:cNvContentPartPr/>
                <p14:nvPr/>
              </p14:nvContentPartPr>
              <p14:xfrm>
                <a:off x="5686817" y="5723214"/>
                <a:ext cx="469080" cy="303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8983962-D49A-F1D0-C843-EDC44D2B021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68817" y="5705574"/>
                  <a:ext cx="50472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BBE552D-BFDF-C72A-3834-09CB21098E31}"/>
                    </a:ext>
                  </a:extLst>
                </p14:cNvPr>
                <p14:cNvContentPartPr/>
                <p14:nvPr/>
              </p14:nvContentPartPr>
              <p14:xfrm>
                <a:off x="6117017" y="5855694"/>
                <a:ext cx="115920" cy="216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BBE552D-BFDF-C72A-3834-09CB21098E3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099017" y="5837694"/>
                  <a:ext cx="1515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30F9E1B-A133-BEF4-B3AC-35A65B339274}"/>
                    </a:ext>
                  </a:extLst>
                </p14:cNvPr>
                <p14:cNvContentPartPr/>
                <p14:nvPr/>
              </p14:nvContentPartPr>
              <p14:xfrm>
                <a:off x="6469817" y="5979534"/>
                <a:ext cx="41760" cy="212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30F9E1B-A133-BEF4-B3AC-35A65B33927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451817" y="5961894"/>
                  <a:ext cx="774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48AF348-970A-1A5D-039E-8BCF15653372}"/>
                    </a:ext>
                  </a:extLst>
                </p14:cNvPr>
                <p14:cNvContentPartPr/>
                <p14:nvPr/>
              </p14:nvContentPartPr>
              <p14:xfrm>
                <a:off x="6475577" y="5906454"/>
                <a:ext cx="16920" cy="48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48AF348-970A-1A5D-039E-8BCF1565337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57577" y="5888814"/>
                  <a:ext cx="525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00D297E-8820-A964-15D2-AECFE17E661B}"/>
                    </a:ext>
                  </a:extLst>
                </p14:cNvPr>
                <p14:cNvContentPartPr/>
                <p14:nvPr/>
              </p14:nvContentPartPr>
              <p14:xfrm>
                <a:off x="6650537" y="5949294"/>
                <a:ext cx="109080" cy="23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00D297E-8820-A964-15D2-AECFE17E66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32897" y="5931294"/>
                  <a:ext cx="1447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7A1222C-A198-7F5C-C854-CCB48689CA5B}"/>
                    </a:ext>
                  </a:extLst>
                </p14:cNvPr>
                <p14:cNvContentPartPr/>
                <p14:nvPr/>
              </p14:nvContentPartPr>
              <p14:xfrm>
                <a:off x="6870497" y="5968734"/>
                <a:ext cx="48240" cy="168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7A1222C-A198-7F5C-C854-CCB48689CA5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852857" y="5951094"/>
                  <a:ext cx="838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EAAAAAF-D69E-26D4-C5BA-083D8D085CB5}"/>
                    </a:ext>
                  </a:extLst>
                </p14:cNvPr>
                <p14:cNvContentPartPr/>
                <p14:nvPr/>
              </p14:nvContentPartPr>
              <p14:xfrm>
                <a:off x="6974537" y="6035334"/>
                <a:ext cx="138960" cy="138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EAAAAAF-D69E-26D4-C5BA-083D8D085CB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956897" y="6017334"/>
                  <a:ext cx="174600" cy="17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19BD4F0-AB40-84F6-2B6E-210475D5E4FC}"/>
              </a:ext>
            </a:extLst>
          </p:cNvPr>
          <p:cNvGrpSpPr/>
          <p:nvPr/>
        </p:nvGrpSpPr>
        <p:grpSpPr>
          <a:xfrm>
            <a:off x="5829017" y="4369614"/>
            <a:ext cx="3579840" cy="808920"/>
            <a:chOff x="5829017" y="4369614"/>
            <a:chExt cx="3579840" cy="80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5BBE198-EA51-2B90-2D64-BEDB500E1E82}"/>
                    </a:ext>
                  </a:extLst>
                </p14:cNvPr>
                <p14:cNvContentPartPr/>
                <p14:nvPr/>
              </p14:nvContentPartPr>
              <p14:xfrm>
                <a:off x="5829017" y="4369614"/>
                <a:ext cx="1223280" cy="808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5BBE198-EA51-2B90-2D64-BEDB500E1E8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811377" y="4351974"/>
                  <a:ext cx="1258920" cy="84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7424F8C-BB84-A785-938F-DB7ED8F3A842}"/>
                    </a:ext>
                  </a:extLst>
                </p14:cNvPr>
                <p14:cNvContentPartPr/>
                <p14:nvPr/>
              </p14:nvContentPartPr>
              <p14:xfrm>
                <a:off x="6948617" y="4763454"/>
                <a:ext cx="762120" cy="66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7424F8C-BB84-A785-938F-DB7ED8F3A84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30977" y="4745814"/>
                  <a:ext cx="7977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B271BCB-6986-423D-1B3E-68C65DF2A481}"/>
                    </a:ext>
                  </a:extLst>
                </p14:cNvPr>
                <p14:cNvContentPartPr/>
                <p14:nvPr/>
              </p14:nvContentPartPr>
              <p14:xfrm>
                <a:off x="7886057" y="4627014"/>
                <a:ext cx="28080" cy="221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B271BCB-6986-423D-1B3E-68C65DF2A48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68057" y="4609014"/>
                  <a:ext cx="637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36BB17A-0ACD-0FAE-B793-A7CA555A5207}"/>
                    </a:ext>
                  </a:extLst>
                </p14:cNvPr>
                <p14:cNvContentPartPr/>
                <p14:nvPr/>
              </p14:nvContentPartPr>
              <p14:xfrm>
                <a:off x="7965257" y="4758414"/>
                <a:ext cx="81000" cy="103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36BB17A-0ACD-0FAE-B793-A7CA555A520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47617" y="4740774"/>
                  <a:ext cx="116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056ED0-54C1-8322-2DF9-D6E2D3B1DE34}"/>
                    </a:ext>
                  </a:extLst>
                </p14:cNvPr>
                <p14:cNvContentPartPr/>
                <p14:nvPr/>
              </p14:nvContentPartPr>
              <p14:xfrm>
                <a:off x="8159657" y="4642134"/>
                <a:ext cx="29880" cy="233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056ED0-54C1-8322-2DF9-D6E2D3B1DE34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141657" y="4624494"/>
                  <a:ext cx="655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435839A-C331-6315-588E-6B6D9273B89E}"/>
                    </a:ext>
                  </a:extLst>
                </p14:cNvPr>
                <p14:cNvContentPartPr/>
                <p14:nvPr/>
              </p14:nvContentPartPr>
              <p14:xfrm>
                <a:off x="8141297" y="4789014"/>
                <a:ext cx="85680" cy="63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435839A-C331-6315-588E-6B6D9273B89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23657" y="4771374"/>
                  <a:ext cx="12132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E6C77EF-3FEE-8031-DE97-D82027FA5FEA}"/>
                    </a:ext>
                  </a:extLst>
                </p14:cNvPr>
                <p14:cNvContentPartPr/>
                <p14:nvPr/>
              </p14:nvContentPartPr>
              <p14:xfrm>
                <a:off x="8362337" y="4673454"/>
                <a:ext cx="21960" cy="146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E6C77EF-3FEE-8031-DE97-D82027FA5F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344337" y="4655814"/>
                  <a:ext cx="576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219D826-61C0-6CB7-BD38-BF36D2CBAB26}"/>
                    </a:ext>
                  </a:extLst>
                </p14:cNvPr>
                <p14:cNvContentPartPr/>
                <p14:nvPr/>
              </p14:nvContentPartPr>
              <p14:xfrm>
                <a:off x="8608937" y="4742214"/>
                <a:ext cx="29880" cy="1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219D826-61C0-6CB7-BD38-BF36D2CBAB2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590937" y="4724214"/>
                  <a:ext cx="655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D3DC454-18C1-FF63-F52B-4F8ACB3E2925}"/>
                    </a:ext>
                  </a:extLst>
                </p14:cNvPr>
                <p14:cNvContentPartPr/>
                <p14:nvPr/>
              </p14:nvContentPartPr>
              <p14:xfrm>
                <a:off x="8315537" y="4722054"/>
                <a:ext cx="112680" cy="11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D3DC454-18C1-FF63-F52B-4F8ACB3E292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297537" y="4704414"/>
                  <a:ext cx="148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624078A-D533-12EA-0FF2-C27EDA2176BB}"/>
                    </a:ext>
                  </a:extLst>
                </p14:cNvPr>
                <p14:cNvContentPartPr/>
                <p14:nvPr/>
              </p14:nvContentPartPr>
              <p14:xfrm>
                <a:off x="8586977" y="4721334"/>
                <a:ext cx="108720" cy="99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624078A-D533-12EA-0FF2-C27EDA2176B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569337" y="4703334"/>
                  <a:ext cx="144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2E275C8-D5AD-490C-E8E9-423B527C7E84}"/>
                    </a:ext>
                  </a:extLst>
                </p14:cNvPr>
                <p14:cNvContentPartPr/>
                <p14:nvPr/>
              </p14:nvContentPartPr>
              <p14:xfrm>
                <a:off x="8787497" y="4682454"/>
                <a:ext cx="20520" cy="94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2E275C8-D5AD-490C-E8E9-423B527C7E8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769497" y="4664454"/>
                  <a:ext cx="561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4A920DB-5E55-E93C-5245-827E64E3F1EB}"/>
                    </a:ext>
                  </a:extLst>
                </p14:cNvPr>
                <p14:cNvContentPartPr/>
                <p14:nvPr/>
              </p14:nvContentPartPr>
              <p14:xfrm>
                <a:off x="8751857" y="4610094"/>
                <a:ext cx="33480" cy="234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4A920DB-5E55-E93C-5245-827E64E3F1E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734217" y="4592094"/>
                  <a:ext cx="69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74A63ED-23A7-25EF-C714-608624CE63FE}"/>
                    </a:ext>
                  </a:extLst>
                </p14:cNvPr>
                <p14:cNvContentPartPr/>
                <p14:nvPr/>
              </p14:nvContentPartPr>
              <p14:xfrm>
                <a:off x="8833937" y="4610454"/>
                <a:ext cx="282600" cy="249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74A63ED-23A7-25EF-C714-608624CE63F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15937" y="4592814"/>
                  <a:ext cx="318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F72D1C0-D3F3-9163-0522-88938954A9FD}"/>
                    </a:ext>
                  </a:extLst>
                </p14:cNvPr>
                <p14:cNvContentPartPr/>
                <p14:nvPr/>
              </p14:nvContentPartPr>
              <p14:xfrm>
                <a:off x="9221657" y="4587054"/>
                <a:ext cx="28800" cy="1634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F72D1C0-D3F3-9163-0522-88938954A9F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204017" y="4569054"/>
                  <a:ext cx="64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5B0EBA4-D4A5-B40A-F012-B20B9DB85648}"/>
                    </a:ext>
                  </a:extLst>
                </p14:cNvPr>
                <p14:cNvContentPartPr/>
                <p14:nvPr/>
              </p14:nvContentPartPr>
              <p14:xfrm>
                <a:off x="9198617" y="4666254"/>
                <a:ext cx="136800" cy="752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5B0EBA4-D4A5-B40A-F012-B20B9DB8564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80617" y="4648254"/>
                  <a:ext cx="172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CCDCB64-20B7-717E-8974-227C08AF5336}"/>
                    </a:ext>
                  </a:extLst>
                </p14:cNvPr>
                <p14:cNvContentPartPr/>
                <p14:nvPr/>
              </p14:nvContentPartPr>
              <p14:xfrm>
                <a:off x="9393737" y="4751214"/>
                <a:ext cx="15120" cy="18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CCDCB64-20B7-717E-8974-227C08AF533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376097" y="4733574"/>
                  <a:ext cx="50760" cy="5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83656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8490B-4E24-457C-A793-9B960D838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E963EF-7387-D92D-8887-E6C02011EB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9F2739-ED4A-2392-8C5D-BB5799711BDE}"/>
                  </a:ext>
                </a:extLst>
              </p14:cNvPr>
              <p14:cNvContentPartPr/>
              <p14:nvPr/>
            </p14:nvContentPartPr>
            <p14:xfrm>
              <a:off x="1916177" y="1889792"/>
              <a:ext cx="307440" cy="4179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9F2739-ED4A-2392-8C5D-BB5799711B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98177" y="1872152"/>
                <a:ext cx="343080" cy="45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1CA3625-28C8-F79C-1442-A0627FF5BC57}"/>
                  </a:ext>
                </a:extLst>
              </p14:cNvPr>
              <p14:cNvContentPartPr/>
              <p14:nvPr/>
            </p14:nvContentPartPr>
            <p14:xfrm>
              <a:off x="1948577" y="2478752"/>
              <a:ext cx="316080" cy="463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1CA3625-28C8-F79C-1442-A0627FF5BC5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30937" y="2461112"/>
                <a:ext cx="351720" cy="49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AA8E9C94-2A00-6040-7928-E40EBAB55055}"/>
                  </a:ext>
                </a:extLst>
              </p14:cNvPr>
              <p14:cNvContentPartPr/>
              <p14:nvPr/>
            </p14:nvContentPartPr>
            <p14:xfrm>
              <a:off x="1952177" y="3169592"/>
              <a:ext cx="261360" cy="3373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AA8E9C94-2A00-6040-7928-E40EBAB5505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34537" y="3151952"/>
                <a:ext cx="297000" cy="37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0A5BA1B-40EA-F152-315D-ACA50C6C2775}"/>
                  </a:ext>
                </a:extLst>
              </p14:cNvPr>
              <p14:cNvContentPartPr/>
              <p14:nvPr/>
            </p14:nvContentPartPr>
            <p14:xfrm>
              <a:off x="1991417" y="3822992"/>
              <a:ext cx="342360" cy="3535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0A5BA1B-40EA-F152-315D-ACA50C6C277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973777" y="3804992"/>
                <a:ext cx="378000" cy="38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AFB0056-2097-3E02-8429-6CCF3DFA6897}"/>
                  </a:ext>
                </a:extLst>
              </p14:cNvPr>
              <p14:cNvContentPartPr/>
              <p14:nvPr/>
            </p14:nvContentPartPr>
            <p14:xfrm>
              <a:off x="3058817" y="2238632"/>
              <a:ext cx="229680" cy="3844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AFB0056-2097-3E02-8429-6CCF3DFA689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40817" y="2220632"/>
                <a:ext cx="265320" cy="42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D93A1A5-BF6D-E1E1-D805-542E294DC5E8}"/>
                  </a:ext>
                </a:extLst>
              </p14:cNvPr>
              <p14:cNvContentPartPr/>
              <p14:nvPr/>
            </p14:nvContentPartPr>
            <p14:xfrm>
              <a:off x="3071057" y="2934512"/>
              <a:ext cx="254520" cy="326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D93A1A5-BF6D-E1E1-D805-542E294DC5E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053057" y="2916872"/>
                <a:ext cx="290160" cy="36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3676C3F-4533-A85B-8EFF-2669A2351DC5}"/>
                  </a:ext>
                </a:extLst>
              </p14:cNvPr>
              <p14:cNvContentPartPr/>
              <p14:nvPr/>
            </p14:nvContentPartPr>
            <p14:xfrm>
              <a:off x="3094457" y="3536072"/>
              <a:ext cx="230760" cy="3416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3676C3F-4533-A85B-8EFF-2669A2351DC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076817" y="3518072"/>
                <a:ext cx="266400" cy="37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D9D9523-F28D-9239-F642-CC4B8B3187EA}"/>
                  </a:ext>
                </a:extLst>
              </p14:cNvPr>
              <p14:cNvContentPartPr/>
              <p14:nvPr/>
            </p14:nvContentPartPr>
            <p14:xfrm>
              <a:off x="4191737" y="2761712"/>
              <a:ext cx="244080" cy="3952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D9D9523-F28D-9239-F642-CC4B8B3187EA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173737" y="2744072"/>
                <a:ext cx="279720" cy="4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9FDF045-3BE2-2C13-FC72-44E95C5CB534}"/>
                  </a:ext>
                </a:extLst>
              </p14:cNvPr>
              <p14:cNvContentPartPr/>
              <p14:nvPr/>
            </p14:nvContentPartPr>
            <p14:xfrm>
              <a:off x="1677497" y="1450232"/>
              <a:ext cx="33120" cy="21960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9FDF045-3BE2-2C13-FC72-44E95C5CB534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659857" y="1432592"/>
                <a:ext cx="68760" cy="25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2DB90D0-8564-D222-90DB-93771E7DE2A9}"/>
                  </a:ext>
                </a:extLst>
              </p14:cNvPr>
              <p14:cNvContentPartPr/>
              <p14:nvPr/>
            </p14:nvContentPartPr>
            <p14:xfrm>
              <a:off x="1642577" y="1308032"/>
              <a:ext cx="17640" cy="417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2DB90D0-8564-D222-90DB-93771E7DE2A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624937" y="1290392"/>
                <a:ext cx="5328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47F2FA6-E742-4992-D9F2-236FD5EB8BC9}"/>
                  </a:ext>
                </a:extLst>
              </p14:cNvPr>
              <p14:cNvContentPartPr/>
              <p14:nvPr/>
            </p14:nvContentPartPr>
            <p14:xfrm>
              <a:off x="1831937" y="1462472"/>
              <a:ext cx="151560" cy="1303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47F2FA6-E742-4992-D9F2-236FD5EB8BC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13937" y="1444832"/>
                <a:ext cx="18720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EBBD6EE-9A1F-F805-4B11-2D29F35B7B42}"/>
                  </a:ext>
                </a:extLst>
              </p14:cNvPr>
              <p14:cNvContentPartPr/>
              <p14:nvPr/>
            </p14:nvContentPartPr>
            <p14:xfrm>
              <a:off x="2057657" y="1484792"/>
              <a:ext cx="51120" cy="11700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EBBD6EE-9A1F-F805-4B11-2D29F35B7B4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040017" y="1466792"/>
                <a:ext cx="86760" cy="15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1B33BA8-D9F5-5521-3AC8-10A6C4341D52}"/>
                  </a:ext>
                </a:extLst>
              </p14:cNvPr>
              <p14:cNvContentPartPr/>
              <p14:nvPr/>
            </p14:nvContentPartPr>
            <p14:xfrm>
              <a:off x="2038217" y="1373912"/>
              <a:ext cx="101520" cy="11988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1B33BA8-D9F5-5521-3AC8-10A6C4341D5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020217" y="1355912"/>
                <a:ext cx="137160" cy="1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E4CD8B73-D11E-5773-6CEC-F88C2B43EE4E}"/>
                  </a:ext>
                </a:extLst>
              </p14:cNvPr>
              <p14:cNvContentPartPr/>
              <p14:nvPr/>
            </p14:nvContentPartPr>
            <p14:xfrm>
              <a:off x="2192657" y="1368512"/>
              <a:ext cx="180000" cy="1429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E4CD8B73-D11E-5773-6CEC-F88C2B43EE4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174657" y="1350872"/>
                <a:ext cx="215640" cy="17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79F5B34-A6A1-3532-7107-BEB4FFE65143}"/>
                  </a:ext>
                </a:extLst>
              </p14:cNvPr>
              <p14:cNvContentPartPr/>
              <p14:nvPr/>
            </p14:nvContentPartPr>
            <p14:xfrm>
              <a:off x="2449697" y="1157552"/>
              <a:ext cx="117720" cy="34920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79F5B34-A6A1-3532-7107-BEB4FFE6514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432057" y="1139912"/>
                <a:ext cx="153360" cy="38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8BFE02BE-4C12-971A-68D3-E21CB364007E}"/>
                  </a:ext>
                </a:extLst>
              </p14:cNvPr>
              <p14:cNvContentPartPr/>
              <p14:nvPr/>
            </p14:nvContentPartPr>
            <p14:xfrm>
              <a:off x="2477057" y="1295432"/>
              <a:ext cx="154440" cy="586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8BFE02BE-4C12-971A-68D3-E21CB364007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459057" y="1277432"/>
                <a:ext cx="19008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CE0344D-2719-A075-D99C-ED0C3D8B3FD9}"/>
                  </a:ext>
                </a:extLst>
              </p14:cNvPr>
              <p14:cNvContentPartPr/>
              <p14:nvPr/>
            </p14:nvContentPartPr>
            <p14:xfrm>
              <a:off x="2942177" y="1688912"/>
              <a:ext cx="79200" cy="28260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CE0344D-2719-A075-D99C-ED0C3D8B3FD9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924537" y="1671272"/>
                <a:ext cx="114840" cy="31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1D7266D9-75D5-BEDB-3C99-431FF6BA5AE9}"/>
                  </a:ext>
                </a:extLst>
              </p14:cNvPr>
              <p14:cNvContentPartPr/>
              <p14:nvPr/>
            </p14:nvContentPartPr>
            <p14:xfrm>
              <a:off x="3003737" y="1805912"/>
              <a:ext cx="158760" cy="11052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1D7266D9-75D5-BEDB-3C99-431FF6BA5AE9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2986097" y="1788272"/>
                <a:ext cx="194400" cy="1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3DF066D-4283-84CE-3A95-30EA71B325E3}"/>
                  </a:ext>
                </a:extLst>
              </p14:cNvPr>
              <p14:cNvContentPartPr/>
              <p14:nvPr/>
            </p14:nvContentPartPr>
            <p14:xfrm>
              <a:off x="3226577" y="1795472"/>
              <a:ext cx="60840" cy="1656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3DF066D-4283-84CE-3A95-30EA71B325E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08937" y="1777832"/>
                <a:ext cx="9648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034CB297-9977-9769-4AB9-3180DB9DEB1A}"/>
                  </a:ext>
                </a:extLst>
              </p14:cNvPr>
              <p14:cNvContentPartPr/>
              <p14:nvPr/>
            </p14:nvContentPartPr>
            <p14:xfrm>
              <a:off x="3259697" y="1655792"/>
              <a:ext cx="4680" cy="403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034CB297-9977-9769-4AB9-3180DB9DEB1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41697" y="1638152"/>
                <a:ext cx="4032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C080C238-13CF-C928-E68D-6A7FE1DBBE7F}"/>
                  </a:ext>
                </a:extLst>
              </p14:cNvPr>
              <p14:cNvContentPartPr/>
              <p14:nvPr/>
            </p14:nvContentPartPr>
            <p14:xfrm>
              <a:off x="3366617" y="1633832"/>
              <a:ext cx="158040" cy="2736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C080C238-13CF-C928-E68D-6A7FE1DBBE7F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348617" y="1615832"/>
                <a:ext cx="193680" cy="30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9107440D-19A4-4917-689F-6A6CE214FC60}"/>
                  </a:ext>
                </a:extLst>
              </p14:cNvPr>
              <p14:cNvContentPartPr/>
              <p14:nvPr/>
            </p14:nvContentPartPr>
            <p14:xfrm>
              <a:off x="3641297" y="1795472"/>
              <a:ext cx="360" cy="3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9107440D-19A4-4917-689F-6A6CE214FC6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623297" y="1777832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BE1D900-8C6C-8C45-3B54-30C5F8C72D09}"/>
                  </a:ext>
                </a:extLst>
              </p14:cNvPr>
              <p14:cNvContentPartPr/>
              <p14:nvPr/>
            </p14:nvContentPartPr>
            <p14:xfrm>
              <a:off x="3587657" y="1577312"/>
              <a:ext cx="142920" cy="2883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BE1D900-8C6C-8C45-3B54-30C5F8C72D0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570017" y="1559672"/>
                <a:ext cx="178560" cy="32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75D5A44-07C5-9B8F-CA92-8964C8F78787}"/>
                  </a:ext>
                </a:extLst>
              </p14:cNvPr>
              <p14:cNvContentPartPr/>
              <p14:nvPr/>
            </p14:nvContentPartPr>
            <p14:xfrm>
              <a:off x="3777017" y="1698272"/>
              <a:ext cx="286560" cy="1317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75D5A44-07C5-9B8F-CA92-8964C8F78787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59377" y="1680272"/>
                <a:ext cx="322200" cy="16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C11262DB-6DFB-C524-D8DE-3D965F95A263}"/>
                  </a:ext>
                </a:extLst>
              </p14:cNvPr>
              <p14:cNvContentPartPr/>
              <p14:nvPr/>
            </p14:nvContentPartPr>
            <p14:xfrm>
              <a:off x="4027937" y="2305592"/>
              <a:ext cx="110880" cy="2707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C11262DB-6DFB-C524-D8DE-3D965F95A26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009937" y="2287952"/>
                <a:ext cx="14652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62E3DBB-5668-9B00-4B00-2288C5CB6BDA}"/>
                  </a:ext>
                </a:extLst>
              </p14:cNvPr>
              <p14:cNvContentPartPr/>
              <p14:nvPr/>
            </p14:nvContentPartPr>
            <p14:xfrm>
              <a:off x="4273097" y="2348792"/>
              <a:ext cx="161280" cy="1468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62E3DBB-5668-9B00-4B00-2288C5CB6BD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255097" y="2330792"/>
                <a:ext cx="196920" cy="18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FB49E169-2125-B1F8-A95A-718A42FADC52}"/>
                  </a:ext>
                </a:extLst>
              </p14:cNvPr>
              <p14:cNvContentPartPr/>
              <p14:nvPr/>
            </p14:nvContentPartPr>
            <p14:xfrm>
              <a:off x="4514657" y="2155832"/>
              <a:ext cx="70560" cy="3135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FB49E169-2125-B1F8-A95A-718A42FADC52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497017" y="2138192"/>
                <a:ext cx="106200" cy="34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0EC3110-0EDA-E1A9-C54C-5759C5181565}"/>
                  </a:ext>
                </a:extLst>
              </p14:cNvPr>
              <p14:cNvContentPartPr/>
              <p14:nvPr/>
            </p14:nvContentPartPr>
            <p14:xfrm>
              <a:off x="4469297" y="2264552"/>
              <a:ext cx="96120" cy="730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0EC3110-0EDA-E1A9-C54C-5759C518156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451297" y="2246552"/>
                <a:ext cx="131760" cy="10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6B93167-00D7-E411-A897-0ED5BC6A3743}"/>
                  </a:ext>
                </a:extLst>
              </p14:cNvPr>
              <p14:cNvContentPartPr/>
              <p14:nvPr/>
            </p14:nvContentPartPr>
            <p14:xfrm>
              <a:off x="4701497" y="2346272"/>
              <a:ext cx="55800" cy="2026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6B93167-00D7-E411-A897-0ED5BC6A374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4683857" y="2328632"/>
                <a:ext cx="9144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0750C01-4F9F-2848-22AB-3DA315FB71D9}"/>
                  </a:ext>
                </a:extLst>
              </p14:cNvPr>
              <p14:cNvContentPartPr/>
              <p14:nvPr/>
            </p14:nvContentPartPr>
            <p14:xfrm>
              <a:off x="4691417" y="2263112"/>
              <a:ext cx="68760" cy="1306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0750C01-4F9F-2848-22AB-3DA315FB71D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4673777" y="2245472"/>
                <a:ext cx="10440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DE01036-460E-7E0A-7352-9D8A1CEAB7B0}"/>
                  </a:ext>
                </a:extLst>
              </p14:cNvPr>
              <p14:cNvContentPartPr/>
              <p14:nvPr/>
            </p14:nvContentPartPr>
            <p14:xfrm>
              <a:off x="4846577" y="2258072"/>
              <a:ext cx="138600" cy="975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DE01036-460E-7E0A-7352-9D8A1CEAB7B0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828577" y="2240072"/>
                <a:ext cx="174240" cy="13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547E38AA-FA2E-AAE8-0071-84D80DAE3E31}"/>
                  </a:ext>
                </a:extLst>
              </p14:cNvPr>
              <p14:cNvContentPartPr/>
              <p14:nvPr/>
            </p14:nvContentPartPr>
            <p14:xfrm>
              <a:off x="5060417" y="2079512"/>
              <a:ext cx="74520" cy="20880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547E38AA-FA2E-AAE8-0071-84D80DAE3E31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5042777" y="2061872"/>
                <a:ext cx="110160" cy="24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FCEBE7FD-125B-0858-D726-31E7F3F32F50}"/>
                  </a:ext>
                </a:extLst>
              </p14:cNvPr>
              <p14:cNvContentPartPr/>
              <p14:nvPr/>
            </p14:nvContentPartPr>
            <p14:xfrm>
              <a:off x="5071217" y="2083472"/>
              <a:ext cx="145080" cy="10080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FCEBE7FD-125B-0858-D726-31E7F3F32F50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5053577" y="2065472"/>
                <a:ext cx="18072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81AC510-7742-EC53-1428-9DB6BE3BBB68}"/>
                  </a:ext>
                </a:extLst>
              </p14:cNvPr>
              <p14:cNvContentPartPr/>
              <p14:nvPr/>
            </p14:nvContentPartPr>
            <p14:xfrm>
              <a:off x="1163417" y="864512"/>
              <a:ext cx="4487400" cy="1108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81AC510-7742-EC53-1428-9DB6BE3BBB68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1145417" y="846872"/>
                <a:ext cx="452304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5B84B7E-0368-6810-960B-9A87C38C56B3}"/>
                  </a:ext>
                </a:extLst>
              </p14:cNvPr>
              <p14:cNvContentPartPr/>
              <p14:nvPr/>
            </p14:nvContentPartPr>
            <p14:xfrm>
              <a:off x="5784737" y="981152"/>
              <a:ext cx="82440" cy="35474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5B84B7E-0368-6810-960B-9A87C38C56B3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766737" y="963152"/>
                <a:ext cx="118080" cy="358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22F748D3-0009-5A88-B341-3E3783DEAAEA}"/>
                  </a:ext>
                </a:extLst>
              </p14:cNvPr>
              <p14:cNvContentPartPr/>
              <p14:nvPr/>
            </p14:nvContentPartPr>
            <p14:xfrm>
              <a:off x="1483457" y="4572152"/>
              <a:ext cx="4377600" cy="37440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22F748D3-0009-5A88-B341-3E3783DEAAE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465457" y="4554152"/>
                <a:ext cx="4413240" cy="4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FF8C27D-84D6-2138-324A-E54BA6BD3FDC}"/>
                  </a:ext>
                </a:extLst>
              </p14:cNvPr>
              <p14:cNvContentPartPr/>
              <p14:nvPr/>
            </p14:nvContentPartPr>
            <p14:xfrm>
              <a:off x="1205177" y="854432"/>
              <a:ext cx="96120" cy="447300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FF8C27D-84D6-2138-324A-E54BA6BD3FDC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187537" y="836792"/>
                <a:ext cx="131760" cy="450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2DA2A07-9EFC-3886-2D82-BF4FDDC77034}"/>
                  </a:ext>
                </a:extLst>
              </p14:cNvPr>
              <p14:cNvContentPartPr/>
              <p14:nvPr/>
            </p14:nvContentPartPr>
            <p14:xfrm>
              <a:off x="2423417" y="5472512"/>
              <a:ext cx="32040" cy="40320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2DA2A07-9EFC-3886-2D82-BF4FDDC77034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405777" y="5454512"/>
                <a:ext cx="67680" cy="43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7AC165A-FE26-E5E7-5E9C-C9E063805255}"/>
                  </a:ext>
                </a:extLst>
              </p14:cNvPr>
              <p14:cNvContentPartPr/>
              <p14:nvPr/>
            </p14:nvContentPartPr>
            <p14:xfrm>
              <a:off x="2439257" y="5384312"/>
              <a:ext cx="208080" cy="35244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7AC165A-FE26-E5E7-5E9C-C9E063805255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2421617" y="5366312"/>
                <a:ext cx="243720" cy="38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3C65C124-6817-55A4-6FF1-ED5A32A1EB0B}"/>
                  </a:ext>
                </a:extLst>
              </p14:cNvPr>
              <p14:cNvContentPartPr/>
              <p14:nvPr/>
            </p14:nvContentPartPr>
            <p14:xfrm>
              <a:off x="2833457" y="5367032"/>
              <a:ext cx="66960" cy="4525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3C65C124-6817-55A4-6FF1-ED5A32A1EB0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2815817" y="5349032"/>
                <a:ext cx="102600" cy="48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B489117-2687-C965-BDB6-F3C604062272}"/>
                  </a:ext>
                </a:extLst>
              </p14:cNvPr>
              <p14:cNvContentPartPr/>
              <p14:nvPr/>
            </p14:nvContentPartPr>
            <p14:xfrm>
              <a:off x="2829137" y="5311592"/>
              <a:ext cx="271080" cy="29988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B489117-2687-C965-BDB6-F3C604062272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2811497" y="5293592"/>
                <a:ext cx="306720" cy="33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0FDD5150-6AB7-9BE9-7DBA-9E73E5F508CF}"/>
              </a:ext>
            </a:extLst>
          </p:cNvPr>
          <p:cNvGrpSpPr/>
          <p:nvPr/>
        </p:nvGrpSpPr>
        <p:grpSpPr>
          <a:xfrm>
            <a:off x="6461897" y="821312"/>
            <a:ext cx="4422240" cy="4207320"/>
            <a:chOff x="6461897" y="821312"/>
            <a:chExt cx="4422240" cy="420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BDB6B1-FF93-0D62-DCD7-6F6A2A15ED06}"/>
                    </a:ext>
                  </a:extLst>
                </p14:cNvPr>
                <p14:cNvContentPartPr/>
                <p14:nvPr/>
              </p14:nvContentPartPr>
              <p14:xfrm>
                <a:off x="6556937" y="821312"/>
                <a:ext cx="248040" cy="3731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BDB6B1-FF93-0D62-DCD7-6F6A2A15ED0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539297" y="803672"/>
                  <a:ext cx="283680" cy="37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B07570-867D-7992-2454-BD66CC2BA5FB}"/>
                    </a:ext>
                  </a:extLst>
                </p14:cNvPr>
                <p14:cNvContentPartPr/>
                <p14:nvPr/>
              </p14:nvContentPartPr>
              <p14:xfrm>
                <a:off x="6461897" y="873872"/>
                <a:ext cx="4328640" cy="50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B07570-867D-7992-2454-BD66CC2BA5F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44257" y="855872"/>
                  <a:ext cx="4364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B2DD752-9D2B-3C5E-3E55-E1FB0F142EC8}"/>
                    </a:ext>
                  </a:extLst>
                </p14:cNvPr>
                <p14:cNvContentPartPr/>
                <p14:nvPr/>
              </p14:nvContentPartPr>
              <p14:xfrm>
                <a:off x="6867257" y="932192"/>
                <a:ext cx="4016880" cy="4096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B2DD752-9D2B-3C5E-3E55-E1FB0F142EC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49617" y="914192"/>
                  <a:ext cx="4052520" cy="41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0CF45DE-F05C-4D74-A1CA-C0C0E303820F}"/>
                    </a:ext>
                  </a:extLst>
                </p14:cNvPr>
                <p14:cNvContentPartPr/>
                <p14:nvPr/>
              </p14:nvContentPartPr>
              <p14:xfrm>
                <a:off x="6900377" y="1696832"/>
                <a:ext cx="279000" cy="344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0CF45DE-F05C-4D74-A1CA-C0C0E303820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82377" y="1679192"/>
                  <a:ext cx="3146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5164689-57AC-BB54-8420-9FA73F52CABF}"/>
                    </a:ext>
                  </a:extLst>
                </p14:cNvPr>
                <p14:cNvContentPartPr/>
                <p14:nvPr/>
              </p14:nvContentPartPr>
              <p14:xfrm>
                <a:off x="6964097" y="2237552"/>
                <a:ext cx="261720" cy="409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5164689-57AC-BB54-8420-9FA73F52CAB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46097" y="2219552"/>
                  <a:ext cx="29736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4F5E46-591F-9FEF-003D-7258BCCAF594}"/>
                    </a:ext>
                  </a:extLst>
                </p14:cNvPr>
                <p14:cNvContentPartPr/>
                <p14:nvPr/>
              </p14:nvContentPartPr>
              <p14:xfrm>
                <a:off x="7001897" y="2861792"/>
                <a:ext cx="288360" cy="357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4F5E46-591F-9FEF-003D-7258BCCAF59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84257" y="2843792"/>
                  <a:ext cx="32400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0ABAE6A-2B7C-D2E5-EBC4-497F0139C0C3}"/>
                    </a:ext>
                  </a:extLst>
                </p14:cNvPr>
                <p14:cNvContentPartPr/>
                <p14:nvPr/>
              </p14:nvContentPartPr>
              <p14:xfrm>
                <a:off x="7054457" y="3411512"/>
                <a:ext cx="229680" cy="414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0ABAE6A-2B7C-D2E5-EBC4-497F0139C0C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036817" y="3393872"/>
                  <a:ext cx="265320" cy="44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8C20516-26CF-4A7F-1A96-C090A95EB6ED}"/>
              </a:ext>
            </a:extLst>
          </p:cNvPr>
          <p:cNvGrpSpPr/>
          <p:nvPr/>
        </p:nvGrpSpPr>
        <p:grpSpPr>
          <a:xfrm>
            <a:off x="2108057" y="2109392"/>
            <a:ext cx="2250000" cy="1884960"/>
            <a:chOff x="2108057" y="2109392"/>
            <a:chExt cx="2250000" cy="188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4DFE897-584B-FC81-371F-5D82DCA3EE92}"/>
                    </a:ext>
                  </a:extLst>
                </p14:cNvPr>
                <p14:cNvContentPartPr/>
                <p14:nvPr/>
              </p14:nvContentPartPr>
              <p14:xfrm>
                <a:off x="2135417" y="2109392"/>
                <a:ext cx="990000" cy="330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4DFE897-584B-FC81-371F-5D82DCA3EE9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17777" y="2091752"/>
                  <a:ext cx="10256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23700C5-10D2-1777-4E6D-C4B342975CEB}"/>
                    </a:ext>
                  </a:extLst>
                </p14:cNvPr>
                <p14:cNvContentPartPr/>
                <p14:nvPr/>
              </p14:nvContentPartPr>
              <p14:xfrm>
                <a:off x="2150177" y="2293712"/>
                <a:ext cx="1073160" cy="555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23700C5-10D2-1777-4E6D-C4B342975CE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132537" y="2276072"/>
                  <a:ext cx="110880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8F49826-AD0B-6AFE-5807-50398B8ADD45}"/>
                    </a:ext>
                  </a:extLst>
                </p14:cNvPr>
                <p14:cNvContentPartPr/>
                <p14:nvPr/>
              </p14:nvContentPartPr>
              <p14:xfrm>
                <a:off x="2108057" y="3050432"/>
                <a:ext cx="1049040" cy="392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8F49826-AD0B-6AFE-5807-50398B8ADD4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90057" y="3032792"/>
                  <a:ext cx="10846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FEB719F-9B33-B76B-D528-766271315C1C}"/>
                    </a:ext>
                  </a:extLst>
                </p14:cNvPr>
                <p14:cNvContentPartPr/>
                <p14:nvPr/>
              </p14:nvContentPartPr>
              <p14:xfrm>
                <a:off x="2208137" y="2799512"/>
                <a:ext cx="945360" cy="336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FEB719F-9B33-B76B-D528-766271315C1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190497" y="2781872"/>
                  <a:ext cx="9810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B982186-20E0-5E1F-76D0-6F6211303E3A}"/>
                    </a:ext>
                  </a:extLst>
                </p14:cNvPr>
                <p14:cNvContentPartPr/>
                <p14:nvPr/>
              </p14:nvContentPartPr>
              <p14:xfrm>
                <a:off x="2306057" y="3078512"/>
                <a:ext cx="929520" cy="915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B982186-20E0-5E1F-76D0-6F6211303E3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288417" y="3060872"/>
                  <a:ext cx="96516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4DFEB97-5A76-EA96-DC20-C1DC3F33BD1D}"/>
                    </a:ext>
                  </a:extLst>
                </p14:cNvPr>
                <p14:cNvContentPartPr/>
                <p14:nvPr/>
              </p14:nvContentPartPr>
              <p14:xfrm>
                <a:off x="2275817" y="3341312"/>
                <a:ext cx="972720" cy="3600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4DFEB97-5A76-EA96-DC20-C1DC3F33BD1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257817" y="3323312"/>
                  <a:ext cx="100836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210098-8668-B685-04D2-AE58566DCFAE}"/>
                    </a:ext>
                  </a:extLst>
                </p14:cNvPr>
                <p14:cNvContentPartPr/>
                <p14:nvPr/>
              </p14:nvContentPartPr>
              <p14:xfrm>
                <a:off x="3035777" y="2351312"/>
                <a:ext cx="1322280" cy="594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210098-8668-B685-04D2-AE58566DCFA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017777" y="2333672"/>
                  <a:ext cx="135792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64ED32E-76F9-1F2B-F8F4-514396A7F045}"/>
                    </a:ext>
                  </a:extLst>
                </p14:cNvPr>
                <p14:cNvContentPartPr/>
                <p14:nvPr/>
              </p14:nvContentPartPr>
              <p14:xfrm>
                <a:off x="3160697" y="2988152"/>
                <a:ext cx="1049040" cy="863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64ED32E-76F9-1F2B-F8F4-514396A7F04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142697" y="2970152"/>
                  <a:ext cx="1084680" cy="8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24E13F7-5A10-6A04-C90F-EB2F045172F1}"/>
                    </a:ext>
                  </a:extLst>
                </p14:cNvPr>
                <p14:cNvContentPartPr/>
                <p14:nvPr/>
              </p14:nvContentPartPr>
              <p14:xfrm>
                <a:off x="3192017" y="2958272"/>
                <a:ext cx="1035360" cy="122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24E13F7-5A10-6A04-C90F-EB2F045172F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174377" y="2940272"/>
                  <a:ext cx="107100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332DF214-0A10-52C8-9B5B-DC2794CAC278}"/>
              </a:ext>
            </a:extLst>
          </p:cNvPr>
          <p:cNvGrpSpPr/>
          <p:nvPr/>
        </p:nvGrpSpPr>
        <p:grpSpPr>
          <a:xfrm>
            <a:off x="7004777" y="1013552"/>
            <a:ext cx="3334320" cy="3351600"/>
            <a:chOff x="7004777" y="1013552"/>
            <a:chExt cx="3334320" cy="335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0F0ACD-1010-F195-BE76-B77BD3CA956D}"/>
                    </a:ext>
                  </a:extLst>
                </p14:cNvPr>
                <p14:cNvContentPartPr/>
                <p14:nvPr/>
              </p14:nvContentPartPr>
              <p14:xfrm>
                <a:off x="9215537" y="2398112"/>
                <a:ext cx="155520" cy="2250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0F0ACD-1010-F195-BE76-B77BD3CA956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97537" y="2380472"/>
                  <a:ext cx="1911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278A543-488F-3525-83FA-BB519D1D83A2}"/>
                    </a:ext>
                  </a:extLst>
                </p14:cNvPr>
                <p14:cNvContentPartPr/>
                <p14:nvPr/>
              </p14:nvContentPartPr>
              <p14:xfrm>
                <a:off x="9273857" y="2929832"/>
                <a:ext cx="139320" cy="187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278A543-488F-3525-83FA-BB519D1D83A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55857" y="2912192"/>
                  <a:ext cx="174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8CC034E-B752-FF7A-DA22-C9DFF2D0BDE4}"/>
                    </a:ext>
                  </a:extLst>
                </p14:cNvPr>
                <p14:cNvContentPartPr/>
                <p14:nvPr/>
              </p14:nvContentPartPr>
              <p14:xfrm>
                <a:off x="7726217" y="2169512"/>
                <a:ext cx="215640" cy="293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8CC034E-B752-FF7A-DA22-C9DFF2D0BDE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08577" y="2151872"/>
                  <a:ext cx="2512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80A07F8-E0ED-1481-E104-60AD54E9A4A4}"/>
                    </a:ext>
                  </a:extLst>
                </p14:cNvPr>
                <p14:cNvContentPartPr/>
                <p14:nvPr/>
              </p14:nvContentPartPr>
              <p14:xfrm>
                <a:off x="7717217" y="2766032"/>
                <a:ext cx="254520" cy="2401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80A07F8-E0ED-1481-E104-60AD54E9A4A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699577" y="2748392"/>
                  <a:ext cx="290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0F02001-ACCA-4C39-1703-765D18B5B480}"/>
                    </a:ext>
                  </a:extLst>
                </p14:cNvPr>
                <p14:cNvContentPartPr/>
                <p14:nvPr/>
              </p14:nvContentPartPr>
              <p14:xfrm>
                <a:off x="7757537" y="3277592"/>
                <a:ext cx="198360" cy="178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0F02001-ACCA-4C39-1703-765D18B5B48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739897" y="3259592"/>
                  <a:ext cx="2340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F443A32-A918-F31C-30FC-AB457418405B}"/>
                    </a:ext>
                  </a:extLst>
                </p14:cNvPr>
                <p14:cNvContentPartPr/>
                <p14:nvPr/>
              </p14:nvContentPartPr>
              <p14:xfrm>
                <a:off x="8329577" y="2170952"/>
                <a:ext cx="149400" cy="2088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F443A32-A918-F31C-30FC-AB457418405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311937" y="2152952"/>
                  <a:ext cx="185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581BA4A-C6FB-D3D6-0DF4-2B7A20E6FACB}"/>
                    </a:ext>
                  </a:extLst>
                </p14:cNvPr>
                <p14:cNvContentPartPr/>
                <p14:nvPr/>
              </p14:nvContentPartPr>
              <p14:xfrm>
                <a:off x="8325617" y="2738672"/>
                <a:ext cx="192960" cy="2358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581BA4A-C6FB-D3D6-0DF4-2B7A20E6FAC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307617" y="2720672"/>
                  <a:ext cx="2286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FE87BF-5953-16DC-CBC5-AEF5976B7D35}"/>
                    </a:ext>
                  </a:extLst>
                </p14:cNvPr>
                <p14:cNvContentPartPr/>
                <p14:nvPr/>
              </p14:nvContentPartPr>
              <p14:xfrm>
                <a:off x="8412377" y="3212792"/>
                <a:ext cx="133200" cy="219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FE87BF-5953-16DC-CBC5-AEF5976B7D3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394737" y="3194792"/>
                  <a:ext cx="1688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5864346-AF72-7974-13A2-8452C7C68919}"/>
                    </a:ext>
                  </a:extLst>
                </p14:cNvPr>
                <p14:cNvContentPartPr/>
                <p14:nvPr/>
              </p14:nvContentPartPr>
              <p14:xfrm>
                <a:off x="7004777" y="1851272"/>
                <a:ext cx="864000" cy="533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5864346-AF72-7974-13A2-8452C7C6891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987137" y="1833632"/>
                  <a:ext cx="89964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BF12BAB-DB07-347F-ECBF-CE04A4B57152}"/>
                    </a:ext>
                  </a:extLst>
                </p14:cNvPr>
                <p14:cNvContentPartPr/>
                <p14:nvPr/>
              </p14:nvContentPartPr>
              <p14:xfrm>
                <a:off x="7164617" y="2300912"/>
                <a:ext cx="583920" cy="199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BF12BAB-DB07-347F-ECBF-CE04A4B57152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146977" y="2282912"/>
                  <a:ext cx="6195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74CEB68-12F8-F8FF-34F2-24F5C229FA77}"/>
                    </a:ext>
                  </a:extLst>
                </p14:cNvPr>
                <p14:cNvContentPartPr/>
                <p14:nvPr/>
              </p14:nvContentPartPr>
              <p14:xfrm>
                <a:off x="7208897" y="2360672"/>
                <a:ext cx="607680" cy="7221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74CEB68-12F8-F8FF-34F2-24F5C229FA7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191257" y="2343032"/>
                  <a:ext cx="64332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6385A70-60A3-5931-CB3B-FBACBD6B9C46}"/>
                    </a:ext>
                  </a:extLst>
                </p14:cNvPr>
                <p14:cNvContentPartPr/>
                <p14:nvPr/>
              </p14:nvContentPartPr>
              <p14:xfrm>
                <a:off x="7225097" y="2929112"/>
                <a:ext cx="564120" cy="211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6385A70-60A3-5931-CB3B-FBACBD6B9C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207457" y="2911112"/>
                  <a:ext cx="5997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20C527E-5546-86EA-CFB9-E987A318F4C7}"/>
                    </a:ext>
                  </a:extLst>
                </p14:cNvPr>
                <p14:cNvContentPartPr/>
                <p14:nvPr/>
              </p14:nvContentPartPr>
              <p14:xfrm>
                <a:off x="7225457" y="3027032"/>
                <a:ext cx="411480" cy="721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20C527E-5546-86EA-CFB9-E987A318F4C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207817" y="3009032"/>
                  <a:ext cx="44712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69F6B71-82CA-00DE-E5ED-93B9C24F0A10}"/>
                    </a:ext>
                  </a:extLst>
                </p14:cNvPr>
                <p14:cNvContentPartPr/>
                <p14:nvPr/>
              </p14:nvContentPartPr>
              <p14:xfrm>
                <a:off x="7691297" y="2933792"/>
                <a:ext cx="360" cy="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69F6B71-82CA-00DE-E5ED-93B9C24F0A1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673657" y="2916152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FE5C3EA-9E9A-10E3-E8C2-AF2CFF12D927}"/>
                    </a:ext>
                  </a:extLst>
                </p14:cNvPr>
                <p14:cNvContentPartPr/>
                <p14:nvPr/>
              </p14:nvContentPartPr>
              <p14:xfrm>
                <a:off x="7343537" y="3373352"/>
                <a:ext cx="621720" cy="368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FE5C3EA-9E9A-10E3-E8C2-AF2CFF12D92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325537" y="3355352"/>
                  <a:ext cx="65736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2DE44C1-6DE5-8059-0E05-875DAD909208}"/>
                    </a:ext>
                  </a:extLst>
                </p14:cNvPr>
                <p14:cNvContentPartPr/>
                <p14:nvPr/>
              </p14:nvContentPartPr>
              <p14:xfrm>
                <a:off x="7920977" y="2281472"/>
                <a:ext cx="485280" cy="223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2DE44C1-6DE5-8059-0E05-875DAD90920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903337" y="2263832"/>
                  <a:ext cx="5209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BE22AA3-38DA-BDC6-D049-25A930C0B2B6}"/>
                    </a:ext>
                  </a:extLst>
                </p14:cNvPr>
                <p14:cNvContentPartPr/>
                <p14:nvPr/>
              </p14:nvContentPartPr>
              <p14:xfrm>
                <a:off x="7928537" y="2293352"/>
                <a:ext cx="482400" cy="705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BE22AA3-38DA-BDC6-D049-25A930C0B2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910897" y="2275352"/>
                  <a:ext cx="51804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4791BA4-3E49-293D-0813-87F23E37611A}"/>
                    </a:ext>
                  </a:extLst>
                </p14:cNvPr>
                <p14:cNvContentPartPr/>
                <p14:nvPr/>
              </p14:nvContentPartPr>
              <p14:xfrm>
                <a:off x="7931417" y="2831552"/>
                <a:ext cx="579240" cy="43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4791BA4-3E49-293D-0813-87F23E37611A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913417" y="2813912"/>
                  <a:ext cx="6148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E08F1B0-FAAC-7366-DD60-74B803D4A88F}"/>
                    </a:ext>
                  </a:extLst>
                </p14:cNvPr>
                <p14:cNvContentPartPr/>
                <p14:nvPr/>
              </p14:nvContentPartPr>
              <p14:xfrm>
                <a:off x="7840697" y="3277952"/>
                <a:ext cx="635040" cy="1306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E08F1B0-FAAC-7366-DD60-74B803D4A88F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22697" y="3259952"/>
                  <a:ext cx="67068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EB4AB1A-7BCD-EAF6-BA99-6C4B2E5575D2}"/>
                    </a:ext>
                  </a:extLst>
                </p14:cNvPr>
                <p14:cNvContentPartPr/>
                <p14:nvPr/>
              </p14:nvContentPartPr>
              <p14:xfrm>
                <a:off x="7878137" y="3012992"/>
                <a:ext cx="626760" cy="294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EB4AB1A-7BCD-EAF6-BA99-6C4B2E5575D2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860497" y="2995352"/>
                  <a:ext cx="6624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B9F4A02-773A-1C19-2C20-67D616E155C4}"/>
                    </a:ext>
                  </a:extLst>
                </p14:cNvPr>
                <p14:cNvContentPartPr/>
                <p14:nvPr/>
              </p14:nvContentPartPr>
              <p14:xfrm>
                <a:off x="8424257" y="2241872"/>
                <a:ext cx="841320" cy="282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B9F4A02-773A-1C19-2C20-67D616E155C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06617" y="2223872"/>
                  <a:ext cx="8769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D51648-3F3E-0DF9-5DEA-35FCC8D6E8BC}"/>
                    </a:ext>
                  </a:extLst>
                </p14:cNvPr>
                <p14:cNvContentPartPr/>
                <p14:nvPr/>
              </p14:nvContentPartPr>
              <p14:xfrm>
                <a:off x="8450177" y="2492072"/>
                <a:ext cx="527760" cy="416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D51648-3F3E-0DF9-5DEA-35FCC8D6E8B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432177" y="2474432"/>
                  <a:ext cx="5634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29D98E2-6684-A1BF-F366-68ECC5E215FB}"/>
                    </a:ext>
                  </a:extLst>
                </p14:cNvPr>
                <p14:cNvContentPartPr/>
                <p14:nvPr/>
              </p14:nvContentPartPr>
              <p14:xfrm>
                <a:off x="8586977" y="2313512"/>
                <a:ext cx="685440" cy="250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29D98E2-6684-A1BF-F366-68ECC5E215F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569337" y="2295872"/>
                  <a:ext cx="7210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3FC1BF5-9A55-D70D-2690-D4D107FB7C8D}"/>
                    </a:ext>
                  </a:extLst>
                </p14:cNvPr>
                <p14:cNvContentPartPr/>
                <p14:nvPr/>
              </p14:nvContentPartPr>
              <p14:xfrm>
                <a:off x="8540537" y="3044312"/>
                <a:ext cx="746640" cy="3686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3FC1BF5-9A55-D70D-2690-D4D107FB7C8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22537" y="3026312"/>
                  <a:ext cx="78228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DB010F3-5071-16E2-D6CB-F6B19421263A}"/>
                    </a:ext>
                  </a:extLst>
                </p14:cNvPr>
                <p14:cNvContentPartPr/>
                <p14:nvPr/>
              </p14:nvContentPartPr>
              <p14:xfrm>
                <a:off x="8410577" y="2858192"/>
                <a:ext cx="958680" cy="2073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DB010F3-5071-16E2-D6CB-F6B19421263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92577" y="2840192"/>
                  <a:ext cx="99432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D610C77-F274-9BDC-DA21-1DFAEE325384}"/>
                    </a:ext>
                  </a:extLst>
                </p14:cNvPr>
                <p14:cNvContentPartPr/>
                <p14:nvPr/>
              </p14:nvContentPartPr>
              <p14:xfrm>
                <a:off x="7457657" y="1490192"/>
                <a:ext cx="84240" cy="2782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D610C77-F274-9BDC-DA21-1DFAEE32538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439657" y="1472552"/>
                  <a:ext cx="119880" cy="28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006CC97-408A-A240-DB0C-7102E8AFE293}"/>
                    </a:ext>
                  </a:extLst>
                </p14:cNvPr>
                <p14:cNvContentPartPr/>
                <p14:nvPr/>
              </p14:nvContentPartPr>
              <p14:xfrm>
                <a:off x="7382417" y="1394072"/>
                <a:ext cx="1398960" cy="29710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006CC97-408A-A240-DB0C-7102E8AFE293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64417" y="1376432"/>
                  <a:ext cx="1434600" cy="30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94E13A1-CF7A-4273-379B-2D4830251CC9}"/>
                    </a:ext>
                  </a:extLst>
                </p14:cNvPr>
                <p14:cNvContentPartPr/>
                <p14:nvPr/>
              </p14:nvContentPartPr>
              <p14:xfrm>
                <a:off x="7708577" y="1043072"/>
                <a:ext cx="55440" cy="260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94E13A1-CF7A-4273-379B-2D4830251CC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690577" y="1025432"/>
                  <a:ext cx="910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988016B-1685-1C24-6813-D651AB16DF2A}"/>
                    </a:ext>
                  </a:extLst>
                </p14:cNvPr>
                <p14:cNvContentPartPr/>
                <p14:nvPr/>
              </p14:nvContentPartPr>
              <p14:xfrm>
                <a:off x="7684097" y="1048112"/>
                <a:ext cx="241560" cy="1861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988016B-1685-1C24-6813-D651AB16DF2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666097" y="1030472"/>
                  <a:ext cx="27720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249E243-216E-14C6-9C85-50514725B8DF}"/>
                    </a:ext>
                  </a:extLst>
                </p14:cNvPr>
                <p14:cNvContentPartPr/>
                <p14:nvPr/>
              </p14:nvContentPartPr>
              <p14:xfrm>
                <a:off x="7952657" y="1138472"/>
                <a:ext cx="203040" cy="1728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249E243-216E-14C6-9C85-50514725B8D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935017" y="1120832"/>
                  <a:ext cx="238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786164B-FDC1-30BE-752B-76C8E5569AA0}"/>
                    </a:ext>
                  </a:extLst>
                </p14:cNvPr>
                <p14:cNvContentPartPr/>
                <p14:nvPr/>
              </p14:nvContentPartPr>
              <p14:xfrm>
                <a:off x="8180537" y="1154672"/>
                <a:ext cx="155520" cy="871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786164B-FDC1-30BE-752B-76C8E5569AA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162897" y="1136672"/>
                  <a:ext cx="1911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3EC5A8D-22A6-4DCA-F130-2F3C63DB6A69}"/>
                    </a:ext>
                  </a:extLst>
                </p14:cNvPr>
                <p14:cNvContentPartPr/>
                <p14:nvPr/>
              </p14:nvContentPartPr>
              <p14:xfrm>
                <a:off x="8415617" y="1135232"/>
                <a:ext cx="108000" cy="1036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3EC5A8D-22A6-4DCA-F130-2F3C63DB6A6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397977" y="1117592"/>
                  <a:ext cx="14364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300F1D6-A803-3948-4BAA-C31B813B06DD}"/>
                    </a:ext>
                  </a:extLst>
                </p14:cNvPr>
                <p14:cNvContentPartPr/>
                <p14:nvPr/>
              </p14:nvContentPartPr>
              <p14:xfrm>
                <a:off x="8428217" y="1114352"/>
                <a:ext cx="128520" cy="4035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300F1D6-A803-3948-4BAA-C31B813B06DD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10577" y="1096352"/>
                  <a:ext cx="16416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77823AA-CBCC-9C1A-2081-BC213EAA4BEF}"/>
                    </a:ext>
                  </a:extLst>
                </p14:cNvPr>
                <p14:cNvContentPartPr/>
                <p14:nvPr/>
              </p14:nvContentPartPr>
              <p14:xfrm>
                <a:off x="8813777" y="1052792"/>
                <a:ext cx="236880" cy="2278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77823AA-CBCC-9C1A-2081-BC213EAA4BE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96137" y="1035152"/>
                  <a:ext cx="272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95E6D0C-8FCD-F256-6E4B-A3F88343B66F}"/>
                    </a:ext>
                  </a:extLst>
                </p14:cNvPr>
                <p14:cNvContentPartPr/>
                <p14:nvPr/>
              </p14:nvContentPartPr>
              <p14:xfrm>
                <a:off x="9103577" y="1148912"/>
                <a:ext cx="44280" cy="1188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95E6D0C-8FCD-F256-6E4B-A3F88343B66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085937" y="1131272"/>
                  <a:ext cx="799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7F8EFC-D6FA-A3D1-6EFC-5434D509121D}"/>
                    </a:ext>
                  </a:extLst>
                </p14:cNvPr>
                <p14:cNvContentPartPr/>
                <p14:nvPr/>
              </p14:nvContentPartPr>
              <p14:xfrm>
                <a:off x="9116537" y="1013552"/>
                <a:ext cx="13320" cy="435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7F8EFC-D6FA-A3D1-6EFC-5434D509121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098537" y="995552"/>
                  <a:ext cx="489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A39A4E4-8F88-65F0-612A-71B0701C9A92}"/>
                    </a:ext>
                  </a:extLst>
                </p14:cNvPr>
                <p14:cNvContentPartPr/>
                <p14:nvPr/>
              </p14:nvContentPartPr>
              <p14:xfrm>
                <a:off x="9193217" y="1013552"/>
                <a:ext cx="154800" cy="2278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A39A4E4-8F88-65F0-612A-71B0701C9A9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175577" y="995552"/>
                  <a:ext cx="1904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CE44BDB-1B59-5165-BA76-968C76AAFFBB}"/>
                    </a:ext>
                  </a:extLst>
                </p14:cNvPr>
                <p14:cNvContentPartPr/>
                <p14:nvPr/>
              </p14:nvContentPartPr>
              <p14:xfrm>
                <a:off x="9386897" y="1031552"/>
                <a:ext cx="112680" cy="1965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CE44BDB-1B59-5165-BA76-968C76AAFFB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368897" y="1013552"/>
                  <a:ext cx="148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0F38692-A6CD-C9E1-8FC1-5F1DCCF6D3D2}"/>
                    </a:ext>
                  </a:extLst>
                </p14:cNvPr>
                <p14:cNvContentPartPr/>
                <p14:nvPr/>
              </p14:nvContentPartPr>
              <p14:xfrm>
                <a:off x="9559697" y="1117952"/>
                <a:ext cx="278280" cy="1036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0F38692-A6CD-C9E1-8FC1-5F1DCCF6D3D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541697" y="1100312"/>
                  <a:ext cx="3139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656D7BC-FDFA-A0EB-4931-638C57EF6EB9}"/>
                    </a:ext>
                  </a:extLst>
                </p14:cNvPr>
                <p14:cNvContentPartPr/>
                <p14:nvPr/>
              </p14:nvContentPartPr>
              <p14:xfrm>
                <a:off x="9127697" y="1456352"/>
                <a:ext cx="22320" cy="121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656D7BC-FDFA-A0EB-4931-638C57EF6EB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110057" y="1438352"/>
                  <a:ext cx="579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CC746C5-B35B-0672-DB2E-D711F74F7760}"/>
                    </a:ext>
                  </a:extLst>
                </p14:cNvPr>
                <p14:cNvContentPartPr/>
                <p14:nvPr/>
              </p14:nvContentPartPr>
              <p14:xfrm>
                <a:off x="9297977" y="1476512"/>
                <a:ext cx="168480" cy="112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CC746C5-B35B-0672-DB2E-D711F74F776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279977" y="1458512"/>
                  <a:ext cx="204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AFFAD2ED-5EEC-6FE2-5756-19284D06C370}"/>
                    </a:ext>
                  </a:extLst>
                </p14:cNvPr>
                <p14:cNvContentPartPr/>
                <p14:nvPr/>
              </p14:nvContentPartPr>
              <p14:xfrm>
                <a:off x="9543497" y="1443032"/>
                <a:ext cx="141480" cy="2617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AFFAD2ED-5EEC-6FE2-5756-19284D06C37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25857" y="1425032"/>
                  <a:ext cx="1771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7CBACD4-06FB-C0F4-5C5E-EEE74FE46424}"/>
                    </a:ext>
                  </a:extLst>
                </p14:cNvPr>
                <p14:cNvContentPartPr/>
                <p14:nvPr/>
              </p14:nvContentPartPr>
              <p14:xfrm>
                <a:off x="9785417" y="1382552"/>
                <a:ext cx="301320" cy="150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7CBACD4-06FB-C0F4-5C5E-EEE74FE4642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67777" y="1364552"/>
                  <a:ext cx="3369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B2BB6F6-52E7-0BF8-4529-31FA4C5241C4}"/>
                    </a:ext>
                  </a:extLst>
                </p14:cNvPr>
                <p14:cNvContentPartPr/>
                <p14:nvPr/>
              </p14:nvContentPartPr>
              <p14:xfrm>
                <a:off x="10258097" y="1308032"/>
                <a:ext cx="81000" cy="1843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B2BB6F6-52E7-0BF8-4529-31FA4C5241C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240457" y="1290392"/>
                  <a:ext cx="116640" cy="21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17779CEB-4FF3-F7DB-59C1-40A21AD8E87C}"/>
              </a:ext>
            </a:extLst>
          </p:cNvPr>
          <p:cNvGrpSpPr/>
          <p:nvPr/>
        </p:nvGrpSpPr>
        <p:grpSpPr>
          <a:xfrm>
            <a:off x="7903337" y="5189552"/>
            <a:ext cx="1030320" cy="461520"/>
            <a:chOff x="7903337" y="5189552"/>
            <a:chExt cx="1030320" cy="46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64F8D9A4-D32E-4876-9C5C-BB686DC6F226}"/>
                    </a:ext>
                  </a:extLst>
                </p14:cNvPr>
                <p14:cNvContentPartPr/>
                <p14:nvPr/>
              </p14:nvContentPartPr>
              <p14:xfrm>
                <a:off x="7937177" y="5189552"/>
                <a:ext cx="16200" cy="4615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64F8D9A4-D32E-4876-9C5C-BB686DC6F22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919537" y="5171552"/>
                  <a:ext cx="5184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65663D6-84DC-7AA0-27EA-469AD51A7E4D}"/>
                    </a:ext>
                  </a:extLst>
                </p14:cNvPr>
                <p14:cNvContentPartPr/>
                <p14:nvPr/>
              </p14:nvContentPartPr>
              <p14:xfrm>
                <a:off x="7903337" y="5284592"/>
                <a:ext cx="263160" cy="299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65663D6-84DC-7AA0-27EA-469AD51A7E4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885697" y="5266952"/>
                  <a:ext cx="298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E99D704-2269-0C95-6751-53843C38549B}"/>
                    </a:ext>
                  </a:extLst>
                </p14:cNvPr>
                <p14:cNvContentPartPr/>
                <p14:nvPr/>
              </p14:nvContentPartPr>
              <p14:xfrm>
                <a:off x="8323817" y="5328512"/>
                <a:ext cx="38160" cy="2811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E99D704-2269-0C95-6751-53843C38549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306177" y="5310872"/>
                  <a:ext cx="738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1B082DE-98BE-C85F-A30F-EA7F6D1AC584}"/>
                    </a:ext>
                  </a:extLst>
                </p14:cNvPr>
                <p14:cNvContentPartPr/>
                <p14:nvPr/>
              </p14:nvContentPartPr>
              <p14:xfrm>
                <a:off x="8366657" y="5216552"/>
                <a:ext cx="234360" cy="2642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1B082DE-98BE-C85F-A30F-EA7F6D1AC58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349017" y="5198552"/>
                  <a:ext cx="2700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04CB403-09D1-E29A-47AB-0C36C7C1704E}"/>
                    </a:ext>
                  </a:extLst>
                </p14:cNvPr>
                <p14:cNvContentPartPr/>
                <p14:nvPr/>
              </p14:nvContentPartPr>
              <p14:xfrm>
                <a:off x="8752577" y="5296472"/>
                <a:ext cx="29880" cy="248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04CB403-09D1-E29A-47AB-0C36C7C1704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734577" y="5278832"/>
                  <a:ext cx="655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9FB8CE0-C2E8-3C97-21C1-67986949F113}"/>
                    </a:ext>
                  </a:extLst>
                </p14:cNvPr>
                <p14:cNvContentPartPr/>
                <p14:nvPr/>
              </p14:nvContentPartPr>
              <p14:xfrm>
                <a:off x="8725217" y="5242472"/>
                <a:ext cx="208440" cy="2196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9FB8CE0-C2E8-3C97-21C1-67986949F11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707577" y="5224832"/>
                  <a:ext cx="244080" cy="25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3D9D670-2499-19AF-D4FF-543B8BE88628}"/>
              </a:ext>
            </a:extLst>
          </p:cNvPr>
          <p:cNvGrpSpPr/>
          <p:nvPr/>
        </p:nvGrpSpPr>
        <p:grpSpPr>
          <a:xfrm>
            <a:off x="5832977" y="4567832"/>
            <a:ext cx="1343160" cy="2002320"/>
            <a:chOff x="5832977" y="4567832"/>
            <a:chExt cx="1343160" cy="200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2DCFCC8-65B2-594A-3E7E-46607EEE46FA}"/>
                    </a:ext>
                  </a:extLst>
                </p14:cNvPr>
                <p14:cNvContentPartPr/>
                <p14:nvPr/>
              </p14:nvContentPartPr>
              <p14:xfrm>
                <a:off x="5832977" y="4645952"/>
                <a:ext cx="698400" cy="19242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2DCFCC8-65B2-594A-3E7E-46607EEE46F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69977" y="4582952"/>
                  <a:ext cx="824040" cy="20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D754A934-DDB3-4664-B381-E1A0A8C814BF}"/>
                    </a:ext>
                  </a:extLst>
                </p14:cNvPr>
                <p14:cNvContentPartPr/>
                <p14:nvPr/>
              </p14:nvContentPartPr>
              <p14:xfrm>
                <a:off x="6461177" y="4567832"/>
                <a:ext cx="714960" cy="1849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D754A934-DDB3-4664-B381-E1A0A8C814B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398177" y="4504832"/>
                  <a:ext cx="840600" cy="19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464D980-A49B-C5C4-A010-322F0D87EB0C}"/>
                    </a:ext>
                  </a:extLst>
                </p14:cNvPr>
                <p14:cNvContentPartPr/>
                <p14:nvPr/>
              </p14:nvContentPartPr>
              <p14:xfrm>
                <a:off x="5958257" y="5793632"/>
                <a:ext cx="817560" cy="1576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464D980-A49B-C5C4-A010-322F0D87EB0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5895617" y="5730632"/>
                  <a:ext cx="943200" cy="28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3C4D184-B485-6A4D-9FAB-F7ACFFBA2290}"/>
              </a:ext>
            </a:extLst>
          </p:cNvPr>
          <p:cNvGrpSpPr/>
          <p:nvPr/>
        </p:nvGrpSpPr>
        <p:grpSpPr>
          <a:xfrm>
            <a:off x="8072177" y="4505552"/>
            <a:ext cx="1184040" cy="1802520"/>
            <a:chOff x="8072177" y="4505552"/>
            <a:chExt cx="1184040" cy="180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08CE916-8F44-DD90-B07A-A291CB2172F8}"/>
                    </a:ext>
                  </a:extLst>
                </p14:cNvPr>
                <p14:cNvContentPartPr/>
                <p14:nvPr/>
              </p14:nvContentPartPr>
              <p14:xfrm>
                <a:off x="8072177" y="4505552"/>
                <a:ext cx="618840" cy="1802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08CE916-8F44-DD90-B07A-A291CB2172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009177" y="4442552"/>
                  <a:ext cx="744480" cy="19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9D3E554-5959-9B33-CF01-8DF1B0E7E848}"/>
                    </a:ext>
                  </a:extLst>
                </p14:cNvPr>
                <p14:cNvContentPartPr/>
                <p14:nvPr/>
              </p14:nvContentPartPr>
              <p14:xfrm>
                <a:off x="8778497" y="4578632"/>
                <a:ext cx="183600" cy="865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9D3E554-5959-9B33-CF01-8DF1B0E7E848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8715497" y="4515632"/>
                  <a:ext cx="309240" cy="9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0BABAD3-C628-58F1-9BA0-B17E7D80F732}"/>
                    </a:ext>
                  </a:extLst>
                </p14:cNvPr>
                <p14:cNvContentPartPr/>
                <p14:nvPr/>
              </p14:nvContentPartPr>
              <p14:xfrm>
                <a:off x="8807657" y="4547672"/>
                <a:ext cx="448560" cy="1585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0BABAD3-C628-58F1-9BA0-B17E7D80F73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8744657" y="4485032"/>
                  <a:ext cx="574200" cy="171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6DCA2801-8AEC-B042-5389-FEAB00589C1E}"/>
                    </a:ext>
                  </a:extLst>
                </p14:cNvPr>
                <p14:cNvContentPartPr/>
                <p14:nvPr/>
              </p14:nvContentPartPr>
              <p14:xfrm>
                <a:off x="8354417" y="5607152"/>
                <a:ext cx="255240" cy="1270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6DCA2801-8AEC-B042-5389-FEAB00589C1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8291777" y="5544152"/>
                  <a:ext cx="38088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179846A-6261-29A9-52A6-6B859768B76D}"/>
              </a:ext>
            </a:extLst>
          </p:cNvPr>
          <p:cNvGrpSpPr/>
          <p:nvPr/>
        </p:nvGrpSpPr>
        <p:grpSpPr>
          <a:xfrm>
            <a:off x="7734857" y="2007872"/>
            <a:ext cx="1917000" cy="4599720"/>
            <a:chOff x="7734857" y="2007872"/>
            <a:chExt cx="1917000" cy="459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5C6F14A-E434-0F50-D8B1-6F8F75305445}"/>
                    </a:ext>
                  </a:extLst>
                </p14:cNvPr>
                <p14:cNvContentPartPr/>
                <p14:nvPr/>
              </p14:nvContentPartPr>
              <p14:xfrm>
                <a:off x="7734857" y="4238792"/>
                <a:ext cx="919440" cy="23688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5C6F14A-E434-0F50-D8B1-6F8F7530544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716857" y="4220792"/>
                  <a:ext cx="955080" cy="240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B49F436-0685-F4F1-1852-1D7267FA98AF}"/>
                    </a:ext>
                  </a:extLst>
                </p14:cNvPr>
                <p14:cNvContentPartPr/>
                <p14:nvPr/>
              </p14:nvContentPartPr>
              <p14:xfrm>
                <a:off x="8017457" y="2007872"/>
                <a:ext cx="498240" cy="24516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B49F436-0685-F4F1-1852-1D7267FA98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999817" y="1990232"/>
                  <a:ext cx="533880" cy="24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29B80B-0328-9B13-D8F9-F5A1AD886E65}"/>
                    </a:ext>
                  </a:extLst>
                </p14:cNvPr>
                <p14:cNvContentPartPr/>
                <p14:nvPr/>
              </p14:nvContentPartPr>
              <p14:xfrm>
                <a:off x="8263697" y="5346152"/>
                <a:ext cx="723600" cy="5803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29B80B-0328-9B13-D8F9-F5A1AD886E6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8245697" y="5328512"/>
                  <a:ext cx="75924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6670623-D62A-50E3-BD6F-EE48351FF322}"/>
                    </a:ext>
                  </a:extLst>
                </p14:cNvPr>
                <p14:cNvContentPartPr/>
                <p14:nvPr/>
              </p14:nvContentPartPr>
              <p14:xfrm>
                <a:off x="8220857" y="2928392"/>
                <a:ext cx="482400" cy="26719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6670623-D62A-50E3-BD6F-EE48351FF32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203217" y="2910752"/>
                  <a:ext cx="518040" cy="270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E5A64BA-7AFD-948B-E000-62569DA0F64B}"/>
                    </a:ext>
                  </a:extLst>
                </p14:cNvPr>
                <p14:cNvContentPartPr/>
                <p14:nvPr/>
              </p14:nvContentPartPr>
              <p14:xfrm>
                <a:off x="8753657" y="4425632"/>
                <a:ext cx="898200" cy="21247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E5A64BA-7AFD-948B-E000-62569DA0F64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736017" y="4407992"/>
                  <a:ext cx="933840" cy="21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EF4D1C2-6313-CCBF-599C-57DD58366CB2}"/>
                    </a:ext>
                  </a:extLst>
                </p14:cNvPr>
                <p14:cNvContentPartPr/>
                <p14:nvPr/>
              </p14:nvContentPartPr>
              <p14:xfrm>
                <a:off x="8612897" y="3357152"/>
                <a:ext cx="920880" cy="16405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EF4D1C2-6313-CCBF-599C-57DD58366CB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94897" y="3339152"/>
                  <a:ext cx="956520" cy="167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ACA5DF01-6349-BC76-081B-4D9DB1E4425C}"/>
              </a:ext>
            </a:extLst>
          </p:cNvPr>
          <p:cNvGrpSpPr/>
          <p:nvPr/>
        </p:nvGrpSpPr>
        <p:grpSpPr>
          <a:xfrm>
            <a:off x="9579857" y="2118392"/>
            <a:ext cx="661680" cy="1460880"/>
            <a:chOff x="9579857" y="2118392"/>
            <a:chExt cx="661680" cy="146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E5D8DD1-40A3-0C92-3108-484406CECCF3}"/>
                    </a:ext>
                  </a:extLst>
                </p14:cNvPr>
                <p14:cNvContentPartPr/>
                <p14:nvPr/>
              </p14:nvContentPartPr>
              <p14:xfrm>
                <a:off x="9765617" y="2118392"/>
                <a:ext cx="97920" cy="4582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E5D8DD1-40A3-0C92-3108-484406CECCF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9747617" y="2100752"/>
                  <a:ext cx="133560" cy="4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26FB70C-EC66-CD36-8FF1-178E07D8885B}"/>
                    </a:ext>
                  </a:extLst>
                </p14:cNvPr>
                <p14:cNvContentPartPr/>
                <p14:nvPr/>
              </p14:nvContentPartPr>
              <p14:xfrm>
                <a:off x="9792617" y="2166632"/>
                <a:ext cx="249840" cy="34308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26FB70C-EC66-CD36-8FF1-178E07D8885B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774977" y="2148632"/>
                  <a:ext cx="28548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D23DA1D-9964-AA7E-1B24-25D974397D89}"/>
                    </a:ext>
                  </a:extLst>
                </p14:cNvPr>
                <p14:cNvContentPartPr/>
                <p14:nvPr/>
              </p14:nvContentPartPr>
              <p14:xfrm>
                <a:off x="9802337" y="2416832"/>
                <a:ext cx="199440" cy="946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D23DA1D-9964-AA7E-1B24-25D974397D8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784337" y="2399192"/>
                  <a:ext cx="2350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71FAB81C-F638-022A-2D43-64952A572510}"/>
                    </a:ext>
                  </a:extLst>
                </p14:cNvPr>
                <p14:cNvContentPartPr/>
                <p14:nvPr/>
              </p14:nvContentPartPr>
              <p14:xfrm>
                <a:off x="9781817" y="2935592"/>
                <a:ext cx="4320" cy="223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71FAB81C-F638-022A-2D43-64952A572510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764177" y="2917592"/>
                  <a:ext cx="399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0F914F7-A1AA-80F8-6CE1-42690A13FE89}"/>
                    </a:ext>
                  </a:extLst>
                </p14:cNvPr>
                <p14:cNvContentPartPr/>
                <p14:nvPr/>
              </p14:nvContentPartPr>
              <p14:xfrm>
                <a:off x="9781457" y="2970872"/>
                <a:ext cx="2160" cy="28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0F914F7-A1AA-80F8-6CE1-42690A13FE8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763817" y="2952872"/>
                  <a:ext cx="378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A2B62B6-D42A-1BC8-D603-8AF66909498D}"/>
                    </a:ext>
                  </a:extLst>
                </p14:cNvPr>
                <p14:cNvContentPartPr/>
                <p14:nvPr/>
              </p14:nvContentPartPr>
              <p14:xfrm>
                <a:off x="9720977" y="3280832"/>
                <a:ext cx="72720" cy="241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A2B62B6-D42A-1BC8-D603-8AF66909498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703337" y="3262832"/>
                  <a:ext cx="108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818666D-31BD-B869-1B76-2F5E19718075}"/>
                    </a:ext>
                  </a:extLst>
                </p14:cNvPr>
                <p14:cNvContentPartPr/>
                <p14:nvPr/>
              </p14:nvContentPartPr>
              <p14:xfrm>
                <a:off x="9637817" y="2966552"/>
                <a:ext cx="603720" cy="486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818666D-31BD-B869-1B76-2F5E1971807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620177" y="2948552"/>
                  <a:ext cx="639360" cy="5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55F5A72-5E9D-1314-37E0-37CD27D4F049}"/>
                    </a:ext>
                  </a:extLst>
                </p14:cNvPr>
                <p14:cNvContentPartPr/>
                <p14:nvPr/>
              </p14:nvContentPartPr>
              <p14:xfrm>
                <a:off x="9579857" y="2851352"/>
                <a:ext cx="564120" cy="7279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55F5A72-5E9D-1314-37E0-37CD27D4F04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561857" y="2833352"/>
                  <a:ext cx="599760" cy="763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61660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93A74-6490-FE44-53F2-C9136A537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don’t need to be only in the time domain</a:t>
            </a:r>
          </a:p>
        </p:txBody>
      </p:sp>
      <p:pic>
        <p:nvPicPr>
          <p:cNvPr id="6" name="Content Placeholder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0DCC4F71-EAE5-B798-0A60-57B50BF2B8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8403" y="1348547"/>
            <a:ext cx="570006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98D2F5-C18C-3C3B-F7A0-A08EDF2849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C7EFF21-0C4B-A9AF-4783-056A53703C03}"/>
              </a:ext>
            </a:extLst>
          </p:cNvPr>
          <p:cNvGrpSpPr/>
          <p:nvPr/>
        </p:nvGrpSpPr>
        <p:grpSpPr>
          <a:xfrm>
            <a:off x="8864897" y="1489832"/>
            <a:ext cx="2290320" cy="1458360"/>
            <a:chOff x="8864897" y="1489832"/>
            <a:chExt cx="2290320" cy="145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E9D0D56-0310-D001-A0F7-296CC311FED6}"/>
                    </a:ext>
                  </a:extLst>
                </p14:cNvPr>
                <p14:cNvContentPartPr/>
                <p14:nvPr/>
              </p14:nvContentPartPr>
              <p14:xfrm>
                <a:off x="8876417" y="1489832"/>
                <a:ext cx="58320" cy="14349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E9D0D56-0310-D001-A0F7-296CC311FED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858417" y="1471832"/>
                  <a:ext cx="93960" cy="147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E76BF9C-BA6A-1EB8-62A7-D959BC7DA1E5}"/>
                    </a:ext>
                  </a:extLst>
                </p14:cNvPr>
                <p14:cNvContentPartPr/>
                <p14:nvPr/>
              </p14:nvContentPartPr>
              <p14:xfrm>
                <a:off x="8864897" y="2848112"/>
                <a:ext cx="2181600" cy="100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E76BF9C-BA6A-1EB8-62A7-D959BC7DA1E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847257" y="2830472"/>
                  <a:ext cx="22172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72C20FA-9722-266C-9A6F-59201666F5CF}"/>
                    </a:ext>
                  </a:extLst>
                </p14:cNvPr>
                <p14:cNvContentPartPr/>
                <p14:nvPr/>
              </p14:nvContentPartPr>
              <p14:xfrm>
                <a:off x="9021497" y="1623032"/>
                <a:ext cx="2133720" cy="1106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72C20FA-9722-266C-9A6F-59201666F5C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003497" y="1605392"/>
                  <a:ext cx="2169360" cy="114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E947A34-D33B-31A0-8E48-ABDCE5AF5DD3}"/>
              </a:ext>
            </a:extLst>
          </p:cNvPr>
          <p:cNvGrpSpPr/>
          <p:nvPr/>
        </p:nvGrpSpPr>
        <p:grpSpPr>
          <a:xfrm>
            <a:off x="9708377" y="3030272"/>
            <a:ext cx="748080" cy="310680"/>
            <a:chOff x="9708377" y="3030272"/>
            <a:chExt cx="748080" cy="31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AC3D4C-5CEE-BFCB-84F1-D32ABBAB945E}"/>
                    </a:ext>
                  </a:extLst>
                </p14:cNvPr>
                <p14:cNvContentPartPr/>
                <p14:nvPr/>
              </p14:nvContentPartPr>
              <p14:xfrm>
                <a:off x="9708377" y="3030272"/>
                <a:ext cx="277200" cy="72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AC3D4C-5CEE-BFCB-84F1-D32ABBAB945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690737" y="3012632"/>
                  <a:ext cx="3128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02E9AEB-B715-FFD8-9777-BDDB624937D5}"/>
                    </a:ext>
                  </a:extLst>
                </p14:cNvPr>
                <p14:cNvContentPartPr/>
                <p14:nvPr/>
              </p14:nvContentPartPr>
              <p14:xfrm>
                <a:off x="9800177" y="3083912"/>
                <a:ext cx="86760" cy="257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02E9AEB-B715-FFD8-9777-BDDB624937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782537" y="3066272"/>
                  <a:ext cx="12240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1AF7D2-A58F-44C6-53F3-A13AEECE61AF}"/>
                    </a:ext>
                  </a:extLst>
                </p14:cNvPr>
                <p14:cNvContentPartPr/>
                <p14:nvPr/>
              </p14:nvContentPartPr>
              <p14:xfrm>
                <a:off x="10076297" y="3147992"/>
                <a:ext cx="380160" cy="58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1AF7D2-A58F-44C6-53F3-A13AEECE61A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58297" y="3129992"/>
                  <a:ext cx="415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1104C45-351A-F92E-C4E5-07E1F4B0958B}"/>
                    </a:ext>
                  </a:extLst>
                </p14:cNvPr>
                <p14:cNvContentPartPr/>
                <p14:nvPr/>
              </p14:nvContentPartPr>
              <p14:xfrm>
                <a:off x="10341257" y="3064472"/>
                <a:ext cx="108720" cy="217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1104C45-351A-F92E-C4E5-07E1F4B0958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323257" y="3046472"/>
                  <a:ext cx="14436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E68C341-B508-83A8-8E63-02F2881C2F79}"/>
              </a:ext>
            </a:extLst>
          </p:cNvPr>
          <p:cNvGrpSpPr/>
          <p:nvPr/>
        </p:nvGrpSpPr>
        <p:grpSpPr>
          <a:xfrm>
            <a:off x="8953097" y="3801752"/>
            <a:ext cx="2608920" cy="2126160"/>
            <a:chOff x="8953097" y="3801752"/>
            <a:chExt cx="2608920" cy="212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9635961-5558-FF33-20F7-87724EC8B5D9}"/>
                    </a:ext>
                  </a:extLst>
                </p14:cNvPr>
                <p14:cNvContentPartPr/>
                <p14:nvPr/>
              </p14:nvContentPartPr>
              <p14:xfrm>
                <a:off x="9038057" y="3801752"/>
                <a:ext cx="173520" cy="1590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9635961-5558-FF33-20F7-87724EC8B5D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020057" y="3784112"/>
                  <a:ext cx="209160" cy="16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4369331-DCEE-DD14-5D56-77CF6064FC5E}"/>
                    </a:ext>
                  </a:extLst>
                </p14:cNvPr>
                <p14:cNvContentPartPr/>
                <p14:nvPr/>
              </p14:nvContentPartPr>
              <p14:xfrm>
                <a:off x="9183857" y="5309432"/>
                <a:ext cx="2378160" cy="107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4369331-DCEE-DD14-5D56-77CF6064FC5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166217" y="5291792"/>
                  <a:ext cx="2413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C68DF56-AEB9-4E92-80DB-0724C35A55ED}"/>
                    </a:ext>
                  </a:extLst>
                </p14:cNvPr>
                <p14:cNvContentPartPr/>
                <p14:nvPr/>
              </p14:nvContentPartPr>
              <p14:xfrm>
                <a:off x="8953097" y="3809672"/>
                <a:ext cx="208440" cy="174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C68DF56-AEB9-4E92-80DB-0724C35A55E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35457" y="3792032"/>
                  <a:ext cx="24408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0075055-0884-546F-D450-DE42E84842EF}"/>
                    </a:ext>
                  </a:extLst>
                </p14:cNvPr>
                <p14:cNvContentPartPr/>
                <p14:nvPr/>
              </p14:nvContentPartPr>
              <p14:xfrm>
                <a:off x="10435937" y="5505272"/>
                <a:ext cx="92520" cy="422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0075055-0884-546F-D450-DE42E84842E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18297" y="5487632"/>
                  <a:ext cx="12816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08D2896-EB44-9C22-5DB2-B142DD0EB3AA}"/>
                    </a:ext>
                  </a:extLst>
                </p14:cNvPr>
                <p14:cNvContentPartPr/>
                <p14:nvPr/>
              </p14:nvContentPartPr>
              <p14:xfrm>
                <a:off x="10360697" y="5772752"/>
                <a:ext cx="120960" cy="109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08D2896-EB44-9C22-5DB2-B142DD0EB3A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343057" y="5755112"/>
                  <a:ext cx="1566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30D4D74-11E1-9E8D-22FF-48F8A2EF6B2C}"/>
                    </a:ext>
                  </a:extLst>
                </p14:cNvPr>
                <p14:cNvContentPartPr/>
                <p14:nvPr/>
              </p14:nvContentPartPr>
              <p14:xfrm>
                <a:off x="10668137" y="5698952"/>
                <a:ext cx="506520" cy="69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30D4D74-11E1-9E8D-22FF-48F8A2EF6B2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650497" y="5681312"/>
                  <a:ext cx="5421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3D36AC8-7E1C-A9BE-B707-E61B3800905B}"/>
                    </a:ext>
                  </a:extLst>
                </p14:cNvPr>
                <p14:cNvContentPartPr/>
                <p14:nvPr/>
              </p14:nvContentPartPr>
              <p14:xfrm>
                <a:off x="11115257" y="5619032"/>
                <a:ext cx="107280" cy="201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3D36AC8-7E1C-A9BE-B707-E61B3800905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097257" y="5601392"/>
                  <a:ext cx="1429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ED81333B-C5E9-31B4-7D64-6AD8BAF4295A}"/>
              </a:ext>
            </a:extLst>
          </p:cNvPr>
          <p:cNvGrpSpPr/>
          <p:nvPr/>
        </p:nvGrpSpPr>
        <p:grpSpPr>
          <a:xfrm>
            <a:off x="9645737" y="894032"/>
            <a:ext cx="1009440" cy="284400"/>
            <a:chOff x="9645737" y="894032"/>
            <a:chExt cx="1009440" cy="28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2D51B1A-6192-E565-F1CF-3C68E6B5D88F}"/>
                    </a:ext>
                  </a:extLst>
                </p14:cNvPr>
                <p14:cNvContentPartPr/>
                <p14:nvPr/>
              </p14:nvContentPartPr>
              <p14:xfrm>
                <a:off x="9645737" y="955952"/>
                <a:ext cx="205200" cy="73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2D51B1A-6192-E565-F1CF-3C68E6B5D88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28097" y="937952"/>
                  <a:ext cx="2408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693A50D-063B-9DC4-87CD-4D4ADBBED15B}"/>
                    </a:ext>
                  </a:extLst>
                </p14:cNvPr>
                <p14:cNvContentPartPr/>
                <p14:nvPr/>
              </p14:nvContentPartPr>
              <p14:xfrm>
                <a:off x="9754097" y="993752"/>
                <a:ext cx="74160" cy="184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693A50D-063B-9DC4-87CD-4D4ADBBED15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36097" y="976112"/>
                  <a:ext cx="109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06273FB-F7AE-6718-729B-B73B3483E037}"/>
                    </a:ext>
                  </a:extLst>
                </p14:cNvPr>
                <p14:cNvContentPartPr/>
                <p14:nvPr/>
              </p14:nvContentPartPr>
              <p14:xfrm>
                <a:off x="9958937" y="1037672"/>
                <a:ext cx="12960" cy="119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06273FB-F7AE-6718-729B-B73B3483E03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41297" y="1019672"/>
                  <a:ext cx="486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718CB12-0CF9-457D-E3F1-4846AC1B26BD}"/>
                    </a:ext>
                  </a:extLst>
                </p14:cNvPr>
                <p14:cNvContentPartPr/>
                <p14:nvPr/>
              </p14:nvContentPartPr>
              <p14:xfrm>
                <a:off x="9963617" y="894032"/>
                <a:ext cx="8280" cy="31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718CB12-0CF9-457D-E3F1-4846AC1B26B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45617" y="876032"/>
                  <a:ext cx="439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9AA5B3-18D5-340A-00E8-774F65245558}"/>
                    </a:ext>
                  </a:extLst>
                </p14:cNvPr>
                <p14:cNvContentPartPr/>
                <p14:nvPr/>
              </p14:nvContentPartPr>
              <p14:xfrm>
                <a:off x="10044617" y="966752"/>
                <a:ext cx="267480" cy="122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9AA5B3-18D5-340A-00E8-774F6524555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26977" y="948752"/>
                  <a:ext cx="3031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13EEBDC-82C3-3386-E378-9DC47B821448}"/>
                    </a:ext>
                  </a:extLst>
                </p14:cNvPr>
                <p14:cNvContentPartPr/>
                <p14:nvPr/>
              </p14:nvContentPartPr>
              <p14:xfrm>
                <a:off x="10406057" y="943712"/>
                <a:ext cx="249120" cy="161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13EEBDC-82C3-3386-E378-9DC47B82144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388417" y="926072"/>
                  <a:ext cx="284760" cy="19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41851C5-2C2B-403B-4504-033551BB613D}"/>
              </a:ext>
            </a:extLst>
          </p:cNvPr>
          <p:cNvGrpSpPr/>
          <p:nvPr/>
        </p:nvGrpSpPr>
        <p:grpSpPr>
          <a:xfrm>
            <a:off x="9949217" y="3570992"/>
            <a:ext cx="829440" cy="295920"/>
            <a:chOff x="9949217" y="3570992"/>
            <a:chExt cx="82944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277C327-9E82-9A8C-260B-A2A98831F782}"/>
                    </a:ext>
                  </a:extLst>
                </p14:cNvPr>
                <p14:cNvContentPartPr/>
                <p14:nvPr/>
              </p14:nvContentPartPr>
              <p14:xfrm>
                <a:off x="9949217" y="3672872"/>
                <a:ext cx="67320" cy="19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277C327-9E82-9A8C-260B-A2A98831F78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31577" y="3654872"/>
                  <a:ext cx="1029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7A5514B-CC70-5CD1-C77E-8B7B681ABF18}"/>
                    </a:ext>
                  </a:extLst>
                </p14:cNvPr>
                <p14:cNvContentPartPr/>
                <p14:nvPr/>
              </p14:nvContentPartPr>
              <p14:xfrm>
                <a:off x="9970097" y="3600872"/>
                <a:ext cx="88200" cy="65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7A5514B-CC70-5CD1-C77E-8B7B681ABF1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952457" y="3583232"/>
                  <a:ext cx="1238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62F630E-BCD8-497A-EFE9-BECCAC9DA608}"/>
                    </a:ext>
                  </a:extLst>
                </p14:cNvPr>
                <p14:cNvContentPartPr/>
                <p14:nvPr/>
              </p14:nvContentPartPr>
              <p14:xfrm>
                <a:off x="10005737" y="3723632"/>
                <a:ext cx="43920" cy="49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62F630E-BCD8-497A-EFE9-BECCAC9DA60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987737" y="3705632"/>
                  <a:ext cx="795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1955A77-A4D8-788D-C6B7-362F4542DF94}"/>
                    </a:ext>
                  </a:extLst>
                </p14:cNvPr>
                <p14:cNvContentPartPr/>
                <p14:nvPr/>
              </p14:nvContentPartPr>
              <p14:xfrm>
                <a:off x="10165217" y="3704912"/>
                <a:ext cx="104040" cy="72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1955A77-A4D8-788D-C6B7-362F4542DF9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147217" y="3686912"/>
                  <a:ext cx="139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0A9944F-DF81-4C4F-B21B-EB8604C22814}"/>
                    </a:ext>
                  </a:extLst>
                </p14:cNvPr>
                <p14:cNvContentPartPr/>
                <p14:nvPr/>
              </p14:nvContentPartPr>
              <p14:xfrm>
                <a:off x="10362857" y="3628232"/>
                <a:ext cx="58680" cy="138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0A9944F-DF81-4C4F-B21B-EB8604C2281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345217" y="3610232"/>
                  <a:ext cx="943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CDA04D2-E14E-9AC3-5923-8911FEED9B3A}"/>
                    </a:ext>
                  </a:extLst>
                </p14:cNvPr>
                <p14:cNvContentPartPr/>
                <p14:nvPr/>
              </p14:nvContentPartPr>
              <p14:xfrm>
                <a:off x="10511177" y="3634352"/>
                <a:ext cx="148680" cy="162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CDA04D2-E14E-9AC3-5923-8911FEED9B3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493177" y="3616712"/>
                  <a:ext cx="1843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6B219DD-B3B2-1EA8-3B84-D185D8779E2A}"/>
                    </a:ext>
                  </a:extLst>
                </p14:cNvPr>
                <p14:cNvContentPartPr/>
                <p14:nvPr/>
              </p14:nvContentPartPr>
              <p14:xfrm>
                <a:off x="10746977" y="3570992"/>
                <a:ext cx="31680" cy="25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6B219DD-B3B2-1EA8-3B84-D185D8779E2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728977" y="3552992"/>
                  <a:ext cx="6732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82AE0FE5-425E-A962-A2E4-F1BC20A7540C}"/>
              </a:ext>
            </a:extLst>
          </p:cNvPr>
          <p:cNvGrpSpPr/>
          <p:nvPr/>
        </p:nvGrpSpPr>
        <p:grpSpPr>
          <a:xfrm>
            <a:off x="9739337" y="4240952"/>
            <a:ext cx="205200" cy="825840"/>
            <a:chOff x="9739337" y="4240952"/>
            <a:chExt cx="205200" cy="82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ACC9F3C-C250-B8F8-B521-BC55622C1C90}"/>
                    </a:ext>
                  </a:extLst>
                </p14:cNvPr>
                <p14:cNvContentPartPr/>
                <p14:nvPr/>
              </p14:nvContentPartPr>
              <p14:xfrm>
                <a:off x="9834017" y="4240952"/>
                <a:ext cx="50760" cy="825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ACC9F3C-C250-B8F8-B521-BC55622C1C9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816017" y="4223312"/>
                  <a:ext cx="86400" cy="86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6248FF3-C9FA-F42C-43F8-F010345D6B79}"/>
                    </a:ext>
                  </a:extLst>
                </p14:cNvPr>
                <p14:cNvContentPartPr/>
                <p14:nvPr/>
              </p14:nvContentPartPr>
              <p14:xfrm>
                <a:off x="9739337" y="4248152"/>
                <a:ext cx="205200" cy="186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6248FF3-C9FA-F42C-43F8-F010345D6B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721697" y="4230512"/>
                  <a:ext cx="24084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93F5F1-96BB-D3EB-6B4C-5D18FB984C69}"/>
              </a:ext>
            </a:extLst>
          </p:cNvPr>
          <p:cNvGrpSpPr/>
          <p:nvPr/>
        </p:nvGrpSpPr>
        <p:grpSpPr>
          <a:xfrm>
            <a:off x="10741217" y="1208312"/>
            <a:ext cx="1476000" cy="432360"/>
            <a:chOff x="10741217" y="1208312"/>
            <a:chExt cx="1476000" cy="43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6F2AD19-D38B-EE37-6C5D-7D5C761C25D4}"/>
                    </a:ext>
                  </a:extLst>
                </p14:cNvPr>
                <p14:cNvContentPartPr/>
                <p14:nvPr/>
              </p14:nvContentPartPr>
              <p14:xfrm>
                <a:off x="10741217" y="1268792"/>
                <a:ext cx="78120" cy="371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6F2AD19-D38B-EE37-6C5D-7D5C761C25D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723577" y="1250792"/>
                  <a:ext cx="11376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BE9AD7C-B895-0C0F-B66D-424927021E08}"/>
                    </a:ext>
                  </a:extLst>
                </p14:cNvPr>
                <p14:cNvContentPartPr/>
                <p14:nvPr/>
              </p14:nvContentPartPr>
              <p14:xfrm>
                <a:off x="10907897" y="1208312"/>
                <a:ext cx="198000" cy="250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BE9AD7C-B895-0C0F-B66D-424927021E0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890257" y="1190312"/>
                  <a:ext cx="2336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372EF9-A87F-DB07-C0F7-264E7746CB33}"/>
                    </a:ext>
                  </a:extLst>
                </p14:cNvPr>
                <p14:cNvContentPartPr/>
                <p14:nvPr/>
              </p14:nvContentPartPr>
              <p14:xfrm>
                <a:off x="11167097" y="1216232"/>
                <a:ext cx="130680" cy="604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372EF9-A87F-DB07-C0F7-264E7746CB3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149457" y="1198232"/>
                  <a:ext cx="1663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EEF2F36-6BA0-97ED-32C6-7939E37E0051}"/>
                    </a:ext>
                  </a:extLst>
                </p14:cNvPr>
                <p14:cNvContentPartPr/>
                <p14:nvPr/>
              </p14:nvContentPartPr>
              <p14:xfrm>
                <a:off x="11222897" y="1240352"/>
                <a:ext cx="64800" cy="220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EEF2F36-6BA0-97ED-32C6-7939E37E005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204897" y="1222352"/>
                  <a:ext cx="1004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30F78D1-A358-E90A-C661-133A876CF34E}"/>
                    </a:ext>
                  </a:extLst>
                </p14:cNvPr>
                <p14:cNvContentPartPr/>
                <p14:nvPr/>
              </p14:nvContentPartPr>
              <p14:xfrm>
                <a:off x="11515217" y="1305152"/>
                <a:ext cx="66960" cy="150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30F78D1-A358-E90A-C661-133A876CF34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497217" y="1287152"/>
                  <a:ext cx="1026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03B18B-02E5-ED7C-B3EC-11C6DFDC3E2F}"/>
                    </a:ext>
                  </a:extLst>
                </p14:cNvPr>
                <p14:cNvContentPartPr/>
                <p14:nvPr/>
              </p14:nvContentPartPr>
              <p14:xfrm>
                <a:off x="11650577" y="1355192"/>
                <a:ext cx="282240" cy="76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03B18B-02E5-ED7C-B3EC-11C6DFDC3E2F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632937" y="1337552"/>
                  <a:ext cx="317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2EFA6A-AA21-C0DA-10D0-15CC5F7E49DE}"/>
                    </a:ext>
                  </a:extLst>
                </p14:cNvPr>
                <p14:cNvContentPartPr/>
                <p14:nvPr/>
              </p14:nvContentPartPr>
              <p14:xfrm>
                <a:off x="11982497" y="1336112"/>
                <a:ext cx="24840" cy="118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2EFA6A-AA21-C0DA-10D0-15CC5F7E49D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964497" y="1318472"/>
                  <a:ext cx="60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1D546C2-342F-5BA8-3E31-EB2C90AE9EFF}"/>
                    </a:ext>
                  </a:extLst>
                </p14:cNvPr>
                <p14:cNvContentPartPr/>
                <p14:nvPr/>
              </p14:nvContentPartPr>
              <p14:xfrm>
                <a:off x="11991857" y="1333952"/>
                <a:ext cx="42480" cy="61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1D546C2-342F-5BA8-3E31-EB2C90AE9EF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973857" y="1315952"/>
                  <a:ext cx="781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DA96F19-F4BA-1E23-0324-8344215301A4}"/>
                    </a:ext>
                  </a:extLst>
                </p14:cNvPr>
                <p14:cNvContentPartPr/>
                <p14:nvPr/>
              </p14:nvContentPartPr>
              <p14:xfrm>
                <a:off x="12051617" y="1244312"/>
                <a:ext cx="24480" cy="128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DA96F19-F4BA-1E23-0324-8344215301A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2033977" y="1226672"/>
                  <a:ext cx="601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7FBC889-07E3-D0E5-A98B-5E257FA420C7}"/>
                    </a:ext>
                  </a:extLst>
                </p14:cNvPr>
                <p14:cNvContentPartPr/>
                <p14:nvPr/>
              </p14:nvContentPartPr>
              <p14:xfrm>
                <a:off x="12105257" y="1311272"/>
                <a:ext cx="111960" cy="137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7FBC889-07E3-D0E5-A98B-5E257FA420C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2087257" y="1293632"/>
                  <a:ext cx="14760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5F85AD1-DD30-DEBA-B44B-8ADC412DA6BA}"/>
              </a:ext>
            </a:extLst>
          </p:cNvPr>
          <p:cNvGrpSpPr/>
          <p:nvPr/>
        </p:nvGrpSpPr>
        <p:grpSpPr>
          <a:xfrm>
            <a:off x="11090417" y="3376232"/>
            <a:ext cx="981360" cy="270000"/>
            <a:chOff x="11090417" y="3376232"/>
            <a:chExt cx="98136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8C497AD-F94E-BDFE-B819-1F6DC7047915}"/>
                    </a:ext>
                  </a:extLst>
                </p14:cNvPr>
                <p14:cNvContentPartPr/>
                <p14:nvPr/>
              </p14:nvContentPartPr>
              <p14:xfrm>
                <a:off x="11090417" y="3377312"/>
                <a:ext cx="46080" cy="228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8C497AD-F94E-BDFE-B819-1F6DC7047915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072777" y="3359312"/>
                  <a:ext cx="81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8954908-A738-9947-1CFF-4677C742B19B}"/>
                    </a:ext>
                  </a:extLst>
                </p14:cNvPr>
                <p14:cNvContentPartPr/>
                <p14:nvPr/>
              </p14:nvContentPartPr>
              <p14:xfrm>
                <a:off x="11313977" y="3481352"/>
                <a:ext cx="70920" cy="164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8954908-A738-9947-1CFF-4677C742B19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295977" y="3463352"/>
                  <a:ext cx="1065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F6E53C7-49EB-C2D5-D8CA-E11950E8D165}"/>
                    </a:ext>
                  </a:extLst>
                </p14:cNvPr>
                <p14:cNvContentPartPr/>
                <p14:nvPr/>
              </p14:nvContentPartPr>
              <p14:xfrm>
                <a:off x="11471657" y="3503312"/>
                <a:ext cx="320400" cy="106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F6E53C7-49EB-C2D5-D8CA-E11950E8D16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453657" y="3485672"/>
                  <a:ext cx="356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1B89404-230E-7920-A0F0-0E7D7AAA2AEA}"/>
                    </a:ext>
                  </a:extLst>
                </p14:cNvPr>
                <p14:cNvContentPartPr/>
                <p14:nvPr/>
              </p14:nvContentPartPr>
              <p14:xfrm>
                <a:off x="11844257" y="3496112"/>
                <a:ext cx="30960" cy="1497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1B89404-230E-7920-A0F0-0E7D7AAA2AE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826257" y="3478472"/>
                  <a:ext cx="666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75CD54-9733-9764-2F12-7683AA97138D}"/>
                    </a:ext>
                  </a:extLst>
                </p14:cNvPr>
                <p14:cNvContentPartPr/>
                <p14:nvPr/>
              </p14:nvContentPartPr>
              <p14:xfrm>
                <a:off x="11864777" y="3469112"/>
                <a:ext cx="70200" cy="53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75CD54-9733-9764-2F12-7683AA97138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847137" y="3451112"/>
                  <a:ext cx="1058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1F71D51-CC1C-F478-7586-AC7B419B0DF8}"/>
                    </a:ext>
                  </a:extLst>
                </p14:cNvPr>
                <p14:cNvContentPartPr/>
                <p14:nvPr/>
              </p14:nvContentPartPr>
              <p14:xfrm>
                <a:off x="11955497" y="3376232"/>
                <a:ext cx="22320" cy="152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1F71D51-CC1C-F478-7586-AC7B419B0DF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937497" y="3358232"/>
                  <a:ext cx="579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06163FF-4248-C3AE-AC9D-466A88AABFE1}"/>
                    </a:ext>
                  </a:extLst>
                </p14:cNvPr>
                <p14:cNvContentPartPr/>
                <p14:nvPr/>
              </p14:nvContentPartPr>
              <p14:xfrm>
                <a:off x="11996177" y="3462272"/>
                <a:ext cx="75600" cy="80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06163FF-4248-C3AE-AC9D-466A88AABFE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978177" y="3444632"/>
                  <a:ext cx="111240" cy="11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6B60B61-17B8-95E6-2DB6-8B66D0574FE7}"/>
              </a:ext>
            </a:extLst>
          </p:cNvPr>
          <p:cNvGrpSpPr/>
          <p:nvPr/>
        </p:nvGrpSpPr>
        <p:grpSpPr>
          <a:xfrm>
            <a:off x="4032257" y="783152"/>
            <a:ext cx="783720" cy="339840"/>
            <a:chOff x="4032257" y="783152"/>
            <a:chExt cx="78372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94BB1E0-2905-824D-7913-1F2490D2B9D6}"/>
                    </a:ext>
                  </a:extLst>
                </p14:cNvPr>
                <p14:cNvContentPartPr/>
                <p14:nvPr/>
              </p14:nvContentPartPr>
              <p14:xfrm>
                <a:off x="4032257" y="783152"/>
                <a:ext cx="240120" cy="1090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94BB1E0-2905-824D-7913-1F2490D2B9D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014257" y="765152"/>
                  <a:ext cx="2757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B871F07-9CFA-F721-1E93-A6F783600080}"/>
                    </a:ext>
                  </a:extLst>
                </p14:cNvPr>
                <p14:cNvContentPartPr/>
                <p14:nvPr/>
              </p14:nvContentPartPr>
              <p14:xfrm>
                <a:off x="4126577" y="849752"/>
                <a:ext cx="73440" cy="273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B871F07-9CFA-F721-1E93-A6F78360008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108577" y="831752"/>
                  <a:ext cx="1090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58A8D38-71C0-96A7-3B17-EC9AED0D5CD6}"/>
                    </a:ext>
                  </a:extLst>
                </p14:cNvPr>
                <p14:cNvContentPartPr/>
                <p14:nvPr/>
              </p14:nvContentPartPr>
              <p14:xfrm>
                <a:off x="4338257" y="945152"/>
                <a:ext cx="7560" cy="139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58A8D38-71C0-96A7-3B17-EC9AED0D5CD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320617" y="927152"/>
                  <a:ext cx="432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407600D-0759-DF62-1BFC-31D996EEFD25}"/>
                    </a:ext>
                  </a:extLst>
                </p14:cNvPr>
                <p14:cNvContentPartPr/>
                <p14:nvPr/>
              </p14:nvContentPartPr>
              <p14:xfrm>
                <a:off x="4290017" y="819512"/>
                <a:ext cx="9720" cy="45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407600D-0759-DF62-1BFC-31D996EEFD2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272377" y="801872"/>
                  <a:ext cx="45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B47512C-36AA-4540-4254-6A32C1B3CD34}"/>
                    </a:ext>
                  </a:extLst>
                </p14:cNvPr>
                <p14:cNvContentPartPr/>
                <p14:nvPr/>
              </p14:nvContentPartPr>
              <p14:xfrm>
                <a:off x="4370657" y="927872"/>
                <a:ext cx="300960" cy="153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B47512C-36AA-4540-4254-6A32C1B3CD3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353017" y="909872"/>
                  <a:ext cx="3366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78988CB-16AD-600F-6C14-897E0291008D}"/>
                    </a:ext>
                  </a:extLst>
                </p14:cNvPr>
                <p14:cNvContentPartPr/>
                <p14:nvPr/>
              </p14:nvContentPartPr>
              <p14:xfrm>
                <a:off x="4738937" y="935072"/>
                <a:ext cx="77040" cy="117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78988CB-16AD-600F-6C14-897E0291008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721297" y="917432"/>
                  <a:ext cx="11268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CC581A6-F902-DAFE-B1E5-AA93B6F35E16}"/>
              </a:ext>
            </a:extLst>
          </p:cNvPr>
          <p:cNvGrpSpPr/>
          <p:nvPr/>
        </p:nvGrpSpPr>
        <p:grpSpPr>
          <a:xfrm>
            <a:off x="5156537" y="715472"/>
            <a:ext cx="1466640" cy="333360"/>
            <a:chOff x="5156537" y="715472"/>
            <a:chExt cx="146664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05F90F0-B421-2A92-CBEF-192DC8C1AE85}"/>
                    </a:ext>
                  </a:extLst>
                </p14:cNvPr>
                <p14:cNvContentPartPr/>
                <p14:nvPr/>
              </p14:nvContentPartPr>
              <p14:xfrm>
                <a:off x="5156537" y="918512"/>
                <a:ext cx="105120" cy="110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05F90F0-B421-2A92-CBEF-192DC8C1AE8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138537" y="900872"/>
                  <a:ext cx="140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3D12264-80FF-F4B7-33F3-139D2BACF720}"/>
                    </a:ext>
                  </a:extLst>
                </p14:cNvPr>
                <p14:cNvContentPartPr/>
                <p14:nvPr/>
              </p14:nvContentPartPr>
              <p14:xfrm>
                <a:off x="5235377" y="756152"/>
                <a:ext cx="56160" cy="292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3D12264-80FF-F4B7-33F3-139D2BACF72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217737" y="738512"/>
                  <a:ext cx="918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5382299-D0B1-F4A1-977F-4F6B0154150B}"/>
                    </a:ext>
                  </a:extLst>
                </p14:cNvPr>
                <p14:cNvContentPartPr/>
                <p14:nvPr/>
              </p14:nvContentPartPr>
              <p14:xfrm>
                <a:off x="5415377" y="875672"/>
                <a:ext cx="88560" cy="108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5382299-D0B1-F4A1-977F-4F6B0154150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397377" y="858032"/>
                  <a:ext cx="124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1E3902E-4CFB-B011-D129-A1BE2297174A}"/>
                    </a:ext>
                  </a:extLst>
                </p14:cNvPr>
                <p14:cNvContentPartPr/>
                <p14:nvPr/>
              </p14:nvContentPartPr>
              <p14:xfrm>
                <a:off x="5668457" y="884672"/>
                <a:ext cx="216360" cy="97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1E3902E-4CFB-B011-D129-A1BE2297174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650817" y="866672"/>
                  <a:ext cx="2520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9208E3-67AF-EB05-4095-2F20C06A291E}"/>
                    </a:ext>
                  </a:extLst>
                </p14:cNvPr>
                <p14:cNvContentPartPr/>
                <p14:nvPr/>
              </p14:nvContentPartPr>
              <p14:xfrm>
                <a:off x="6003257" y="856592"/>
                <a:ext cx="235440" cy="1224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9208E3-67AF-EB05-4095-2F20C06A291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985617" y="838592"/>
                  <a:ext cx="2710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F45C07F-79B7-E856-8480-80EBDBFC8A7F}"/>
                    </a:ext>
                  </a:extLst>
                </p14:cNvPr>
                <p14:cNvContentPartPr/>
                <p14:nvPr/>
              </p14:nvContentPartPr>
              <p14:xfrm>
                <a:off x="6284777" y="873872"/>
                <a:ext cx="28440" cy="83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F45C07F-79B7-E856-8480-80EBDBFC8A7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267137" y="855872"/>
                  <a:ext cx="640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9911D8F-47C7-8DA5-5AFF-28DAE0A7CF0D}"/>
                    </a:ext>
                  </a:extLst>
                </p14:cNvPr>
                <p14:cNvContentPartPr/>
                <p14:nvPr/>
              </p14:nvContentPartPr>
              <p14:xfrm>
                <a:off x="6318977" y="715472"/>
                <a:ext cx="15480" cy="43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9911D8F-47C7-8DA5-5AFF-28DAE0A7CF0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00977" y="697472"/>
                  <a:ext cx="51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1A8971E-B67E-7AE3-243C-761A984C735D}"/>
                    </a:ext>
                  </a:extLst>
                </p14:cNvPr>
                <p14:cNvContentPartPr/>
                <p14:nvPr/>
              </p14:nvContentPartPr>
              <p14:xfrm>
                <a:off x="6462617" y="851192"/>
                <a:ext cx="160560" cy="95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1A8971E-B67E-7AE3-243C-761A984C735D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444617" y="833192"/>
                  <a:ext cx="19620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5ABB3695-7904-4DA5-9A6A-15A85B73C51A}"/>
              </a:ext>
            </a:extLst>
          </p:cNvPr>
          <p:cNvGrpSpPr/>
          <p:nvPr/>
        </p:nvGrpSpPr>
        <p:grpSpPr>
          <a:xfrm>
            <a:off x="7051577" y="722312"/>
            <a:ext cx="1026360" cy="311400"/>
            <a:chOff x="7051577" y="722312"/>
            <a:chExt cx="102636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2E09D6E-4760-2E5F-8A54-20FA9A6363F2}"/>
                    </a:ext>
                  </a:extLst>
                </p14:cNvPr>
                <p14:cNvContentPartPr/>
                <p14:nvPr/>
              </p14:nvContentPartPr>
              <p14:xfrm>
                <a:off x="7051577" y="833192"/>
                <a:ext cx="123840" cy="160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2E09D6E-4760-2E5F-8A54-20FA9A6363F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033937" y="815192"/>
                  <a:ext cx="1594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27E223D-48BC-272F-54B3-FD2755144561}"/>
                    </a:ext>
                  </a:extLst>
                </p14:cNvPr>
                <p14:cNvContentPartPr/>
                <p14:nvPr/>
              </p14:nvContentPartPr>
              <p14:xfrm>
                <a:off x="7218257" y="856952"/>
                <a:ext cx="18720" cy="116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27E223D-48BC-272F-54B3-FD275514456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00257" y="838952"/>
                  <a:ext cx="54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13F0AE9-5206-CA0A-61AF-675DC7FC471B}"/>
                    </a:ext>
                  </a:extLst>
                </p14:cNvPr>
                <p14:cNvContentPartPr/>
                <p14:nvPr/>
              </p14:nvContentPartPr>
              <p14:xfrm>
                <a:off x="7266857" y="722312"/>
                <a:ext cx="11160" cy="32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13F0AE9-5206-CA0A-61AF-675DC7FC471B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248857" y="704312"/>
                  <a:ext cx="468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9D3A1DC-A804-E8AF-3AD6-C93041DC934D}"/>
                    </a:ext>
                  </a:extLst>
                </p14:cNvPr>
                <p14:cNvContentPartPr/>
                <p14:nvPr/>
              </p14:nvContentPartPr>
              <p14:xfrm>
                <a:off x="7310417" y="835352"/>
                <a:ext cx="104760" cy="198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9D3A1DC-A804-E8AF-3AD6-C93041DC934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292417" y="817352"/>
                  <a:ext cx="1404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07AC3D1-DD7F-5C08-A861-9EA9C0B54380}"/>
                    </a:ext>
                  </a:extLst>
                </p14:cNvPr>
                <p14:cNvContentPartPr/>
                <p14:nvPr/>
              </p14:nvContentPartPr>
              <p14:xfrm>
                <a:off x="7506617" y="852632"/>
                <a:ext cx="182160" cy="1335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07AC3D1-DD7F-5C08-A861-9EA9C0B5438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488977" y="834992"/>
                  <a:ext cx="217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8B049EE-970C-1C58-8C42-9D70135C799A}"/>
                    </a:ext>
                  </a:extLst>
                </p14:cNvPr>
                <p14:cNvContentPartPr/>
                <p14:nvPr/>
              </p14:nvContentPartPr>
              <p14:xfrm>
                <a:off x="7770857" y="738152"/>
                <a:ext cx="307080" cy="294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8B049EE-970C-1C58-8C42-9D70135C799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753217" y="720512"/>
                  <a:ext cx="342720" cy="33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5780AD4-B6A0-6A2E-D095-4F4F4043CE10}"/>
              </a:ext>
            </a:extLst>
          </p:cNvPr>
          <p:cNvGrpSpPr/>
          <p:nvPr/>
        </p:nvGrpSpPr>
        <p:grpSpPr>
          <a:xfrm>
            <a:off x="6514817" y="3305312"/>
            <a:ext cx="602280" cy="319680"/>
            <a:chOff x="6514817" y="3305312"/>
            <a:chExt cx="602280" cy="31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5BE3C50-FC24-87D9-F23A-68F765EAB40C}"/>
                    </a:ext>
                  </a:extLst>
                </p14:cNvPr>
                <p14:cNvContentPartPr/>
                <p14:nvPr/>
              </p14:nvContentPartPr>
              <p14:xfrm>
                <a:off x="6528857" y="3343112"/>
                <a:ext cx="27720" cy="2818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5BE3C50-FC24-87D9-F23A-68F765EAB40C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510857" y="3325472"/>
                  <a:ext cx="63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8D6178CF-CC09-42A1-E8C9-2B1151FEAF8C}"/>
                    </a:ext>
                  </a:extLst>
                </p14:cNvPr>
                <p14:cNvContentPartPr/>
                <p14:nvPr/>
              </p14:nvContentPartPr>
              <p14:xfrm>
                <a:off x="6514817" y="3305312"/>
                <a:ext cx="189720" cy="37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8D6178CF-CC09-42A1-E8C9-2B1151FEAF8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496817" y="3287312"/>
                  <a:ext cx="225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A2448D-3F00-F62E-6361-9CCF5A69A718}"/>
                    </a:ext>
                  </a:extLst>
                </p14:cNvPr>
                <p14:cNvContentPartPr/>
                <p14:nvPr/>
              </p14:nvContentPartPr>
              <p14:xfrm>
                <a:off x="6523457" y="3392792"/>
                <a:ext cx="185760" cy="810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A2448D-3F00-F62E-6361-9CCF5A69A71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505817" y="3375152"/>
                  <a:ext cx="2214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A96E2EC-9B4C-398A-A9CA-BC73D348FB7D}"/>
                    </a:ext>
                  </a:extLst>
                </p14:cNvPr>
                <p14:cNvContentPartPr/>
                <p14:nvPr/>
              </p14:nvContentPartPr>
              <p14:xfrm>
                <a:off x="6796697" y="3357152"/>
                <a:ext cx="16200" cy="1814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A96E2EC-9B4C-398A-A9CA-BC73D348FB7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778697" y="3339152"/>
                  <a:ext cx="518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3428B35-97A1-2245-5504-E6BC2350B353}"/>
                    </a:ext>
                  </a:extLst>
                </p14:cNvPr>
                <p14:cNvContentPartPr/>
                <p14:nvPr/>
              </p14:nvContentPartPr>
              <p14:xfrm>
                <a:off x="6802817" y="3320792"/>
                <a:ext cx="82080" cy="36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3428B35-97A1-2245-5504-E6BC2350B35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785177" y="3302792"/>
                  <a:ext cx="1177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37E11CF-75FB-F767-AEE2-4DF1D2C7A641}"/>
                    </a:ext>
                  </a:extLst>
                </p14:cNvPr>
                <p14:cNvContentPartPr/>
                <p14:nvPr/>
              </p14:nvContentPartPr>
              <p14:xfrm>
                <a:off x="6811097" y="3443552"/>
                <a:ext cx="90360" cy="288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37E11CF-75FB-F767-AEE2-4DF1D2C7A64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793457" y="3425912"/>
                  <a:ext cx="1260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EC2F641-2CA0-0148-3F7E-C739D4C5904B}"/>
                    </a:ext>
                  </a:extLst>
                </p14:cNvPr>
                <p14:cNvContentPartPr/>
                <p14:nvPr/>
              </p14:nvContentPartPr>
              <p14:xfrm>
                <a:off x="6973457" y="3310352"/>
                <a:ext cx="143640" cy="51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EC2F641-2CA0-0148-3F7E-C739D4C5904B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955817" y="3292352"/>
                  <a:ext cx="179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E58CDC5-29AF-9350-28B9-8C563E0C6D69}"/>
                    </a:ext>
                  </a:extLst>
                </p14:cNvPr>
                <p14:cNvContentPartPr/>
                <p14:nvPr/>
              </p14:nvContentPartPr>
              <p14:xfrm>
                <a:off x="7044017" y="3346352"/>
                <a:ext cx="25920" cy="194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E58CDC5-29AF-9350-28B9-8C563E0C6D6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026017" y="3328352"/>
                  <a:ext cx="6156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9092D33-1C1D-9F64-AE02-7D5281AA3311}"/>
              </a:ext>
            </a:extLst>
          </p:cNvPr>
          <p:cNvGrpSpPr/>
          <p:nvPr/>
        </p:nvGrpSpPr>
        <p:grpSpPr>
          <a:xfrm>
            <a:off x="6437417" y="3894992"/>
            <a:ext cx="729360" cy="305280"/>
            <a:chOff x="6437417" y="3894992"/>
            <a:chExt cx="729360" cy="30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D668214-DB2D-C84F-2103-4048C790E457}"/>
                    </a:ext>
                  </a:extLst>
                </p14:cNvPr>
                <p14:cNvContentPartPr/>
                <p14:nvPr/>
              </p14:nvContentPartPr>
              <p14:xfrm>
                <a:off x="6530297" y="3894992"/>
                <a:ext cx="46080" cy="305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D668214-DB2D-C84F-2103-4048C790E45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512657" y="3877352"/>
                  <a:ext cx="8172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6944CA0-ABA9-54BE-FA9D-F8EEF695C573}"/>
                    </a:ext>
                  </a:extLst>
                </p14:cNvPr>
                <p14:cNvContentPartPr/>
                <p14:nvPr/>
              </p14:nvContentPartPr>
              <p14:xfrm>
                <a:off x="6437417" y="4027472"/>
                <a:ext cx="204120" cy="47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6944CA0-ABA9-54BE-FA9D-F8EEF695C573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419417" y="4009832"/>
                  <a:ext cx="2397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0C1E116-95C3-34F9-731F-29D530189A23}"/>
                    </a:ext>
                  </a:extLst>
                </p14:cNvPr>
                <p14:cNvContentPartPr/>
                <p14:nvPr/>
              </p14:nvContentPartPr>
              <p14:xfrm>
                <a:off x="6676457" y="4010192"/>
                <a:ext cx="101880" cy="149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0C1E116-95C3-34F9-731F-29D530189A2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658817" y="3992552"/>
                  <a:ext cx="137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9F7DB01-9610-35C1-ACB3-B0E36458E8C4}"/>
                    </a:ext>
                  </a:extLst>
                </p14:cNvPr>
                <p14:cNvContentPartPr/>
                <p14:nvPr/>
              </p14:nvContentPartPr>
              <p14:xfrm>
                <a:off x="6835937" y="3970952"/>
                <a:ext cx="92880" cy="163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9F7DB01-9610-35C1-ACB3-B0E36458E8C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817937" y="3953312"/>
                  <a:ext cx="1285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6477C01-3599-BC0B-0CA0-3B0437836C9C}"/>
                    </a:ext>
                  </a:extLst>
                </p14:cNvPr>
                <p14:cNvContentPartPr/>
                <p14:nvPr/>
              </p14:nvContentPartPr>
              <p14:xfrm>
                <a:off x="7004417" y="3996512"/>
                <a:ext cx="162360" cy="172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6477C01-3599-BC0B-0CA0-3B0437836C9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986777" y="3978512"/>
                  <a:ext cx="1980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BC21D11-FAFB-88A7-8A03-EB09CA7127D2}"/>
              </a:ext>
            </a:extLst>
          </p:cNvPr>
          <p:cNvGrpSpPr/>
          <p:nvPr/>
        </p:nvGrpSpPr>
        <p:grpSpPr>
          <a:xfrm>
            <a:off x="6748817" y="4351832"/>
            <a:ext cx="222480" cy="340920"/>
            <a:chOff x="6748817" y="4351832"/>
            <a:chExt cx="22248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6E08B93-1992-200E-96F9-C37FC9EF4DB0}"/>
                    </a:ext>
                  </a:extLst>
                </p14:cNvPr>
                <p14:cNvContentPartPr/>
                <p14:nvPr/>
              </p14:nvContentPartPr>
              <p14:xfrm>
                <a:off x="6779057" y="4351832"/>
                <a:ext cx="55080" cy="319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6E08B93-1992-200E-96F9-C37FC9EF4DB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761057" y="4333832"/>
                  <a:ext cx="907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952E8B8-6AD7-D595-0EC7-937F9EB61FEA}"/>
                    </a:ext>
                  </a:extLst>
                </p14:cNvPr>
                <p14:cNvContentPartPr/>
                <p14:nvPr/>
              </p14:nvContentPartPr>
              <p14:xfrm>
                <a:off x="6748817" y="4542992"/>
                <a:ext cx="222480" cy="1497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952E8B8-6AD7-D595-0EC7-937F9EB61FEA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731177" y="4524992"/>
                  <a:ext cx="258120" cy="185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6010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507E-DD09-36E2-0A1F-4B3B16AE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the frequency domain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7BB6D81D-5F50-125B-EE09-FDC06DEE94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891" y="1253331"/>
            <a:ext cx="795021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69B952-0031-1C1F-8A1C-1F32EE7CA3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EBB0421-EA20-C2EE-8077-841837906A14}"/>
              </a:ext>
            </a:extLst>
          </p:cNvPr>
          <p:cNvGrpSpPr/>
          <p:nvPr/>
        </p:nvGrpSpPr>
        <p:grpSpPr>
          <a:xfrm>
            <a:off x="4013177" y="854072"/>
            <a:ext cx="1134720" cy="384480"/>
            <a:chOff x="4013177" y="854072"/>
            <a:chExt cx="113472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269FD7A-3368-F070-F9C6-8DAD4335BA4B}"/>
                    </a:ext>
                  </a:extLst>
                </p14:cNvPr>
                <p14:cNvContentPartPr/>
                <p14:nvPr/>
              </p14:nvContentPartPr>
              <p14:xfrm>
                <a:off x="4013177" y="927872"/>
                <a:ext cx="327240" cy="123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269FD7A-3368-F070-F9C6-8DAD4335BA4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995177" y="909872"/>
                  <a:ext cx="362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16D4B5-ECF8-7B39-2F90-93F6E21A8A8D}"/>
                    </a:ext>
                  </a:extLst>
                </p14:cNvPr>
                <p14:cNvContentPartPr/>
                <p14:nvPr/>
              </p14:nvContentPartPr>
              <p14:xfrm>
                <a:off x="4190657" y="981512"/>
                <a:ext cx="94680" cy="2570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16D4B5-ECF8-7B39-2F90-93F6E21A8A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173017" y="963512"/>
                  <a:ext cx="13032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57FF863-DDE2-E660-DDC1-E238E6DF5731}"/>
                    </a:ext>
                  </a:extLst>
                </p14:cNvPr>
                <p14:cNvContentPartPr/>
                <p14:nvPr/>
              </p14:nvContentPartPr>
              <p14:xfrm>
                <a:off x="4470737" y="1040192"/>
                <a:ext cx="22680" cy="99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57FF863-DDE2-E660-DDC1-E238E6DF573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452737" y="1022192"/>
                  <a:ext cx="583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3492126-89EE-539F-F62F-5DC12F2D8084}"/>
                    </a:ext>
                  </a:extLst>
                </p14:cNvPr>
                <p14:cNvContentPartPr/>
                <p14:nvPr/>
              </p14:nvContentPartPr>
              <p14:xfrm>
                <a:off x="4465697" y="907712"/>
                <a:ext cx="11520" cy="9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3492126-89EE-539F-F62F-5DC12F2D808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448057" y="889712"/>
                  <a:ext cx="471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57FD3F5-A1E0-47AE-92F3-1662654E0424}"/>
                    </a:ext>
                  </a:extLst>
                </p14:cNvPr>
                <p14:cNvContentPartPr/>
                <p14:nvPr/>
              </p14:nvContentPartPr>
              <p14:xfrm>
                <a:off x="4610777" y="930032"/>
                <a:ext cx="231120" cy="173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57FD3F5-A1E0-47AE-92F3-1662654E042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593137" y="912032"/>
                  <a:ext cx="2667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7A8658-CA7F-36AE-0C11-D7C2F64CBB7C}"/>
                    </a:ext>
                  </a:extLst>
                </p14:cNvPr>
                <p14:cNvContentPartPr/>
                <p14:nvPr/>
              </p14:nvContentPartPr>
              <p14:xfrm>
                <a:off x="4906697" y="854072"/>
                <a:ext cx="241200" cy="150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7A8658-CA7F-36AE-0C11-D7C2F64CBB7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889057" y="836432"/>
                  <a:ext cx="27684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6BE0D29-53D7-3B1E-1515-9C7256FF2ED0}"/>
              </a:ext>
            </a:extLst>
          </p:cNvPr>
          <p:cNvGrpSpPr/>
          <p:nvPr/>
        </p:nvGrpSpPr>
        <p:grpSpPr>
          <a:xfrm>
            <a:off x="5226017" y="3211712"/>
            <a:ext cx="783360" cy="474120"/>
            <a:chOff x="5226017" y="3211712"/>
            <a:chExt cx="783360" cy="47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B8D64BA-E03F-4F5D-E3DD-63F969CC87D2}"/>
                    </a:ext>
                  </a:extLst>
                </p14:cNvPr>
                <p14:cNvContentPartPr/>
                <p14:nvPr/>
              </p14:nvContentPartPr>
              <p14:xfrm>
                <a:off x="5255537" y="3401792"/>
                <a:ext cx="108000" cy="284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B8D64BA-E03F-4F5D-E3DD-63F969CC87D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37897" y="3383792"/>
                  <a:ext cx="1436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4CC64F-B87A-11A3-ED30-2C433AE4F78A}"/>
                    </a:ext>
                  </a:extLst>
                </p14:cNvPr>
                <p14:cNvContentPartPr/>
                <p14:nvPr/>
              </p14:nvContentPartPr>
              <p14:xfrm>
                <a:off x="5226017" y="3360752"/>
                <a:ext cx="123840" cy="159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4CC64F-B87A-11A3-ED30-2C433AE4F78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208377" y="3342752"/>
                  <a:ext cx="1594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6F623E-CA5C-E70F-5231-22BCDA129091}"/>
                    </a:ext>
                  </a:extLst>
                </p14:cNvPr>
                <p14:cNvContentPartPr/>
                <p14:nvPr/>
              </p14:nvContentPartPr>
              <p14:xfrm>
                <a:off x="5305937" y="3487832"/>
                <a:ext cx="103680" cy="116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6F623E-CA5C-E70F-5231-22BCDA12909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87937" y="3470192"/>
                  <a:ext cx="1393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2B8C6FC-8703-8AE4-193A-70EB9368A906}"/>
                    </a:ext>
                  </a:extLst>
                </p14:cNvPr>
                <p14:cNvContentPartPr/>
                <p14:nvPr/>
              </p14:nvContentPartPr>
              <p14:xfrm>
                <a:off x="5481617" y="3426272"/>
                <a:ext cx="55080" cy="139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2B8C6FC-8703-8AE4-193A-70EB9368A90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63617" y="3408632"/>
                  <a:ext cx="907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E73E501-1393-0129-4119-6C3D70466AB3}"/>
                    </a:ext>
                  </a:extLst>
                </p14:cNvPr>
                <p14:cNvContentPartPr/>
                <p14:nvPr/>
              </p14:nvContentPartPr>
              <p14:xfrm>
                <a:off x="5651897" y="3398192"/>
                <a:ext cx="90720" cy="164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E73E501-1393-0129-4119-6C3D70466AB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34257" y="3380192"/>
                  <a:ext cx="1263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533C725-F45A-6BC8-318A-B32318F0A7A4}"/>
                    </a:ext>
                  </a:extLst>
                </p14:cNvPr>
                <p14:cNvContentPartPr/>
                <p14:nvPr/>
              </p14:nvContentPartPr>
              <p14:xfrm>
                <a:off x="5854937" y="3211712"/>
                <a:ext cx="154440" cy="236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533C725-F45A-6BC8-318A-B32318F0A7A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37297" y="3194072"/>
                  <a:ext cx="190080" cy="271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9BBAE8D-F365-851F-079C-848C608697C6}"/>
                  </a:ext>
                </a:extLst>
              </p14:cNvPr>
              <p14:cNvContentPartPr/>
              <p14:nvPr/>
            </p14:nvContentPartPr>
            <p14:xfrm>
              <a:off x="7483217" y="2682512"/>
              <a:ext cx="1335240" cy="428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9BBAE8D-F365-851F-079C-848C608697C6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465217" y="2664872"/>
                <a:ext cx="1370880" cy="7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7887525B-0DA0-7057-5C71-4A55A64E0054}"/>
              </a:ext>
            </a:extLst>
          </p:cNvPr>
          <p:cNvGrpSpPr/>
          <p:nvPr/>
        </p:nvGrpSpPr>
        <p:grpSpPr>
          <a:xfrm>
            <a:off x="7107737" y="2271032"/>
            <a:ext cx="241200" cy="348480"/>
            <a:chOff x="7107737" y="2271032"/>
            <a:chExt cx="24120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1E67DA8-2E3D-59BC-8DED-E0578FDAACCE}"/>
                    </a:ext>
                  </a:extLst>
                </p14:cNvPr>
                <p14:cNvContentPartPr/>
                <p14:nvPr/>
              </p14:nvContentPartPr>
              <p14:xfrm>
                <a:off x="7107737" y="2271032"/>
                <a:ext cx="130680" cy="3484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1E67DA8-2E3D-59BC-8DED-E0578FDAACC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089737" y="2253032"/>
                  <a:ext cx="1663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21BC937-D2C7-C43E-965B-913B83B557DF}"/>
                    </a:ext>
                  </a:extLst>
                </p14:cNvPr>
                <p14:cNvContentPartPr/>
                <p14:nvPr/>
              </p14:nvContentPartPr>
              <p14:xfrm>
                <a:off x="7143017" y="2457152"/>
                <a:ext cx="205920" cy="162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21BC937-D2C7-C43E-965B-913B83B557D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125017" y="2439152"/>
                  <a:ext cx="241560" cy="19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11FCC93-6BFE-10C1-6B1B-DF1930AD8F5E}"/>
              </a:ext>
            </a:extLst>
          </p:cNvPr>
          <p:cNvGrpSpPr/>
          <p:nvPr/>
        </p:nvGrpSpPr>
        <p:grpSpPr>
          <a:xfrm>
            <a:off x="7044017" y="3210992"/>
            <a:ext cx="1378080" cy="1388880"/>
            <a:chOff x="7044017" y="3210992"/>
            <a:chExt cx="1378080" cy="138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DE9B969-6E7D-7DD9-2F23-C255664E82DD}"/>
                    </a:ext>
                  </a:extLst>
                </p14:cNvPr>
                <p14:cNvContentPartPr/>
                <p14:nvPr/>
              </p14:nvContentPartPr>
              <p14:xfrm>
                <a:off x="7217537" y="3253832"/>
                <a:ext cx="52920" cy="982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DE9B969-6E7D-7DD9-2F23-C255664E82D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199897" y="3236192"/>
                  <a:ext cx="88560" cy="10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8583DB4-8817-AB81-97B8-61958DB0CBC7}"/>
                    </a:ext>
                  </a:extLst>
                </p14:cNvPr>
                <p14:cNvContentPartPr/>
                <p14:nvPr/>
              </p14:nvContentPartPr>
              <p14:xfrm>
                <a:off x="7147337" y="4205672"/>
                <a:ext cx="69480" cy="92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8583DB4-8817-AB81-97B8-61958DB0CBC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129337" y="4187672"/>
                  <a:ext cx="1051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1D19EDD-7FE6-7439-27CA-516FD8D2BF54}"/>
                    </a:ext>
                  </a:extLst>
                </p14:cNvPr>
                <p14:cNvContentPartPr/>
                <p14:nvPr/>
              </p14:nvContentPartPr>
              <p14:xfrm>
                <a:off x="7044017" y="4504112"/>
                <a:ext cx="11520" cy="14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1D19EDD-7FE6-7439-27CA-516FD8D2BF5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26377" y="4486472"/>
                  <a:ext cx="471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924C4C-18A6-69AF-B740-9A8F103C06D2}"/>
                    </a:ext>
                  </a:extLst>
                </p14:cNvPr>
                <p14:cNvContentPartPr/>
                <p14:nvPr/>
              </p14:nvContentPartPr>
              <p14:xfrm>
                <a:off x="7145177" y="4419152"/>
                <a:ext cx="66960" cy="86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924C4C-18A6-69AF-B740-9A8F103C06D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127177" y="4401152"/>
                  <a:ext cx="1026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4D80D86-CE38-A02C-B3A9-363893C454D1}"/>
                    </a:ext>
                  </a:extLst>
                </p14:cNvPr>
                <p14:cNvContentPartPr/>
                <p14:nvPr/>
              </p14:nvContentPartPr>
              <p14:xfrm>
                <a:off x="7156337" y="4461992"/>
                <a:ext cx="103680" cy="137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4D80D86-CE38-A02C-B3A9-363893C454D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138697" y="4443992"/>
                  <a:ext cx="1393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F5D932C-73AB-8C9B-FE0A-3122DF28CE37}"/>
                    </a:ext>
                  </a:extLst>
                </p14:cNvPr>
                <p14:cNvContentPartPr/>
                <p14:nvPr/>
              </p14:nvContentPartPr>
              <p14:xfrm>
                <a:off x="7619657" y="3237632"/>
                <a:ext cx="148320" cy="328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F5D932C-73AB-8C9B-FE0A-3122DF28CE3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02017" y="3219632"/>
                  <a:ext cx="1839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74557AA-8060-DB75-0112-9A7A3C0C309D}"/>
                    </a:ext>
                  </a:extLst>
                </p14:cNvPr>
                <p14:cNvContentPartPr/>
                <p14:nvPr/>
              </p14:nvContentPartPr>
              <p14:xfrm>
                <a:off x="7679057" y="3210992"/>
                <a:ext cx="122400" cy="10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74557AA-8060-DB75-0112-9A7A3C0C309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61057" y="3192992"/>
                  <a:ext cx="1580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C3E8F8-E60D-5C9E-9732-2547C8844165}"/>
                    </a:ext>
                  </a:extLst>
                </p14:cNvPr>
                <p14:cNvContentPartPr/>
                <p14:nvPr/>
              </p14:nvContentPartPr>
              <p14:xfrm>
                <a:off x="8240297" y="3318272"/>
                <a:ext cx="181800" cy="291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C3E8F8-E60D-5C9E-9732-2547C884416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222297" y="3300272"/>
                  <a:ext cx="2174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55E66D-4A76-6203-06AA-459A85D06581}"/>
                    </a:ext>
                  </a:extLst>
                </p14:cNvPr>
                <p14:cNvContentPartPr/>
                <p14:nvPr/>
              </p14:nvContentPartPr>
              <p14:xfrm>
                <a:off x="8221937" y="3307112"/>
                <a:ext cx="164880" cy="98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55E66D-4A76-6203-06AA-459A85D0658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03937" y="3289112"/>
                  <a:ext cx="2005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D18E8CF-1EC7-E5C9-F099-D2DDF6606AD7}"/>
                    </a:ext>
                  </a:extLst>
                </p14:cNvPr>
                <p14:cNvContentPartPr/>
                <p14:nvPr/>
              </p14:nvContentPartPr>
              <p14:xfrm>
                <a:off x="7787777" y="3368672"/>
                <a:ext cx="18720" cy="734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D18E8CF-1EC7-E5C9-F099-D2DDF6606AD7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769777" y="3351032"/>
                  <a:ext cx="54360" cy="76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D6B47A1-CF57-0928-C212-D2B3495CEA1C}"/>
                    </a:ext>
                  </a:extLst>
                </p14:cNvPr>
                <p14:cNvContentPartPr/>
                <p14:nvPr/>
              </p14:nvContentPartPr>
              <p14:xfrm>
                <a:off x="7797497" y="4190552"/>
                <a:ext cx="123840" cy="117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D6B47A1-CF57-0928-C212-D2B3495CEA1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79857" y="4172552"/>
                  <a:ext cx="159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CDA903A-19D2-75D0-111C-DAD6991C8505}"/>
                    </a:ext>
                  </a:extLst>
                </p14:cNvPr>
                <p14:cNvContentPartPr/>
                <p14:nvPr/>
              </p14:nvContentPartPr>
              <p14:xfrm>
                <a:off x="7926737" y="4157072"/>
                <a:ext cx="74160" cy="92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CDA903A-19D2-75D0-111C-DAD6991C850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909097" y="4139432"/>
                  <a:ext cx="10980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E175B9E-EF56-0205-35E3-F2A8E4F5A810}"/>
                    </a:ext>
                  </a:extLst>
                </p14:cNvPr>
                <p14:cNvContentPartPr/>
                <p14:nvPr/>
              </p14:nvContentPartPr>
              <p14:xfrm>
                <a:off x="7972097" y="4082912"/>
                <a:ext cx="90720" cy="101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E175B9E-EF56-0205-35E3-F2A8E4F5A81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954097" y="4065272"/>
                  <a:ext cx="1263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9D6C04B-0B51-C4BE-A158-CE8EC69A71F1}"/>
                    </a:ext>
                  </a:extLst>
                </p14:cNvPr>
                <p14:cNvContentPartPr/>
                <p14:nvPr/>
              </p14:nvContentPartPr>
              <p14:xfrm>
                <a:off x="7963097" y="4077512"/>
                <a:ext cx="71280" cy="126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9D6C04B-0B51-C4BE-A158-CE8EC69A71F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945457" y="4059872"/>
                  <a:ext cx="1069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277680-CD69-F3EE-E152-0FED093DF91D}"/>
                    </a:ext>
                  </a:extLst>
                </p14:cNvPr>
                <p14:cNvContentPartPr/>
                <p14:nvPr/>
              </p14:nvContentPartPr>
              <p14:xfrm>
                <a:off x="8065697" y="4077152"/>
                <a:ext cx="102240" cy="568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277680-CD69-F3EE-E152-0FED093DF91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047697" y="4059512"/>
                  <a:ext cx="1378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539003-3642-61AA-A7CD-A01A3C294E02}"/>
                    </a:ext>
                  </a:extLst>
                </p14:cNvPr>
                <p14:cNvContentPartPr/>
                <p14:nvPr/>
              </p14:nvContentPartPr>
              <p14:xfrm>
                <a:off x="8124737" y="4029992"/>
                <a:ext cx="49680" cy="67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539003-3642-61AA-A7CD-A01A3C294E0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106737" y="4011992"/>
                  <a:ext cx="853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C4713A2-306D-6F8B-EEC5-70FFDE3DD171}"/>
                    </a:ext>
                  </a:extLst>
                </p14:cNvPr>
                <p14:cNvContentPartPr/>
                <p14:nvPr/>
              </p14:nvContentPartPr>
              <p14:xfrm>
                <a:off x="7361897" y="4431392"/>
                <a:ext cx="61560" cy="87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C4713A2-306D-6F8B-EEC5-70FFDE3DD17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343897" y="4413752"/>
                  <a:ext cx="972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876404-7E4E-E249-8769-550283B5C70E}"/>
                    </a:ext>
                  </a:extLst>
                </p14:cNvPr>
                <p14:cNvContentPartPr/>
                <p14:nvPr/>
              </p14:nvContentPartPr>
              <p14:xfrm>
                <a:off x="7415177" y="4383872"/>
                <a:ext cx="68400" cy="853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876404-7E4E-E249-8769-550283B5C70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397177" y="4365872"/>
                  <a:ext cx="1040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0E87CD-5A2D-650A-E8A1-D21CC636259B}"/>
                    </a:ext>
                  </a:extLst>
                </p14:cNvPr>
                <p14:cNvContentPartPr/>
                <p14:nvPr/>
              </p14:nvContentPartPr>
              <p14:xfrm>
                <a:off x="7430657" y="4370912"/>
                <a:ext cx="179640" cy="120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0E87CD-5A2D-650A-E8A1-D21CC636259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412657" y="4352912"/>
                  <a:ext cx="215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4062DC9-6EFC-B8CB-42B8-8321C901EA7D}"/>
                    </a:ext>
                  </a:extLst>
                </p14:cNvPr>
                <p14:cNvContentPartPr/>
                <p14:nvPr/>
              </p14:nvContentPartPr>
              <p14:xfrm>
                <a:off x="7546217" y="4342472"/>
                <a:ext cx="57960" cy="565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4062DC9-6EFC-B8CB-42B8-8321C901EA7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528217" y="4324472"/>
                  <a:ext cx="9360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FB40910-74A0-6B8B-3AC8-E8EB64C9F826}"/>
              </a:ext>
            </a:extLst>
          </p:cNvPr>
          <p:cNvGrpSpPr/>
          <p:nvPr/>
        </p:nvGrpSpPr>
        <p:grpSpPr>
          <a:xfrm>
            <a:off x="8036177" y="1936952"/>
            <a:ext cx="2322720" cy="1028880"/>
            <a:chOff x="8036177" y="1936952"/>
            <a:chExt cx="2322720" cy="102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8729480-195C-3623-F47D-1EF7E0ADE606}"/>
                    </a:ext>
                  </a:extLst>
                </p14:cNvPr>
                <p14:cNvContentPartPr/>
                <p14:nvPr/>
              </p14:nvContentPartPr>
              <p14:xfrm>
                <a:off x="8036177" y="2016512"/>
                <a:ext cx="78120" cy="254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8729480-195C-3623-F47D-1EF7E0ADE60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018537" y="1998512"/>
                  <a:ext cx="11376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A4D00E-C883-43FC-0EDD-9E9A7AE80311}"/>
                    </a:ext>
                  </a:extLst>
                </p14:cNvPr>
                <p14:cNvContentPartPr/>
                <p14:nvPr/>
              </p14:nvContentPartPr>
              <p14:xfrm>
                <a:off x="8042657" y="1950272"/>
                <a:ext cx="138960" cy="163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A4D00E-C883-43FC-0EDD-9E9A7AE8031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024657" y="1932632"/>
                  <a:ext cx="1746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1FE6137-6644-08F8-6627-16036970ADDC}"/>
                    </a:ext>
                  </a:extLst>
                </p14:cNvPr>
                <p14:cNvContentPartPr/>
                <p14:nvPr/>
              </p14:nvContentPartPr>
              <p14:xfrm>
                <a:off x="8087657" y="2105072"/>
                <a:ext cx="80640" cy="331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1FE6137-6644-08F8-6627-16036970ADD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070017" y="2087072"/>
                  <a:ext cx="1162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4061367-BA8E-1517-CEF4-0AEFE4865A96}"/>
                    </a:ext>
                  </a:extLst>
                </p14:cNvPr>
                <p14:cNvContentPartPr/>
                <p14:nvPr/>
              </p14:nvContentPartPr>
              <p14:xfrm>
                <a:off x="8203577" y="2033072"/>
                <a:ext cx="122760" cy="158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4061367-BA8E-1517-CEF4-0AEFE4865A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185577" y="2015432"/>
                  <a:ext cx="15840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15F9F1F-05E8-CB53-B761-DBAE2E3D4BA0}"/>
                    </a:ext>
                  </a:extLst>
                </p14:cNvPr>
                <p14:cNvContentPartPr/>
                <p14:nvPr/>
              </p14:nvContentPartPr>
              <p14:xfrm>
                <a:off x="8382497" y="2029832"/>
                <a:ext cx="159120" cy="125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15F9F1F-05E8-CB53-B761-DBAE2E3D4BA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64497" y="2011832"/>
                  <a:ext cx="1947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F30DE3D-5480-8D19-70E0-2EE4D3B4E205}"/>
                    </a:ext>
                  </a:extLst>
                </p14:cNvPr>
                <p14:cNvContentPartPr/>
                <p14:nvPr/>
              </p14:nvContentPartPr>
              <p14:xfrm>
                <a:off x="8613257" y="1940912"/>
                <a:ext cx="161280" cy="208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F30DE3D-5480-8D19-70E0-2EE4D3B4E20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595257" y="1922912"/>
                  <a:ext cx="19692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1EDDE5A-312E-982C-F776-5F5B6E33D57F}"/>
                    </a:ext>
                  </a:extLst>
                </p14:cNvPr>
                <p14:cNvContentPartPr/>
                <p14:nvPr/>
              </p14:nvContentPartPr>
              <p14:xfrm>
                <a:off x="8263337" y="2271032"/>
                <a:ext cx="1383120" cy="6948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1EDDE5A-312E-982C-F776-5F5B6E33D57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45697" y="2253032"/>
                  <a:ext cx="1418760" cy="73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F934241-BE6E-DE3E-2963-3EFD9189C49B}"/>
                    </a:ext>
                  </a:extLst>
                </p14:cNvPr>
                <p14:cNvContentPartPr/>
                <p14:nvPr/>
              </p14:nvContentPartPr>
              <p14:xfrm>
                <a:off x="9551417" y="2202992"/>
                <a:ext cx="131400" cy="218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F934241-BE6E-DE3E-2963-3EFD9189C49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533417" y="2184992"/>
                  <a:ext cx="167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DEDAB07-57F9-913A-5985-AE4719C04FA3}"/>
                    </a:ext>
                  </a:extLst>
                </p14:cNvPr>
                <p14:cNvContentPartPr/>
                <p14:nvPr/>
              </p14:nvContentPartPr>
              <p14:xfrm>
                <a:off x="9813857" y="2062952"/>
                <a:ext cx="156240" cy="216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DEDAB07-57F9-913A-5985-AE4719C04FA3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795857" y="2044952"/>
                  <a:ext cx="1918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7C0D464-306E-7851-2336-D72E0842FD27}"/>
                    </a:ext>
                  </a:extLst>
                </p14:cNvPr>
                <p14:cNvContentPartPr/>
                <p14:nvPr/>
              </p14:nvContentPartPr>
              <p14:xfrm>
                <a:off x="10005017" y="2048552"/>
                <a:ext cx="78120" cy="102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7C0D464-306E-7851-2336-D72E0842FD2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987017" y="2030552"/>
                  <a:ext cx="1137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2D5AC5C-8C8E-7CF2-FBDF-F052267D8A8F}"/>
                    </a:ext>
                  </a:extLst>
                </p14:cNvPr>
                <p14:cNvContentPartPr/>
                <p14:nvPr/>
              </p14:nvContentPartPr>
              <p14:xfrm>
                <a:off x="10121297" y="1936952"/>
                <a:ext cx="111960" cy="128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2D5AC5C-8C8E-7CF2-FBDF-F052267D8A8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103657" y="1918952"/>
                  <a:ext cx="1476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CAAB096-C9D9-E511-928C-0FEB8111974F}"/>
                    </a:ext>
                  </a:extLst>
                </p14:cNvPr>
                <p14:cNvContentPartPr/>
                <p14:nvPr/>
              </p14:nvContentPartPr>
              <p14:xfrm>
                <a:off x="10069097" y="2005712"/>
                <a:ext cx="108720" cy="121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CAAB096-C9D9-E511-928C-0FEB8111974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051457" y="1987712"/>
                  <a:ext cx="1443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AB5B8DB-C1F2-82DA-EBA3-09E7A0B77F86}"/>
                    </a:ext>
                  </a:extLst>
                </p14:cNvPr>
                <p14:cNvContentPartPr/>
                <p14:nvPr/>
              </p14:nvContentPartPr>
              <p14:xfrm>
                <a:off x="10261697" y="1940552"/>
                <a:ext cx="97200" cy="112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AB5B8DB-C1F2-82DA-EBA3-09E7A0B77F8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243697" y="1922552"/>
                  <a:ext cx="1328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CCAB544-137D-E52E-88D9-38CFC10ED72D}"/>
                    </a:ext>
                  </a:extLst>
                </p14:cNvPr>
                <p14:cNvContentPartPr/>
                <p14:nvPr/>
              </p14:nvContentPartPr>
              <p14:xfrm>
                <a:off x="10280417" y="1949552"/>
                <a:ext cx="58320" cy="46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CCAB544-137D-E52E-88D9-38CFC10ED72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262417" y="1931912"/>
                  <a:ext cx="9396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4E37CAF-2B52-316B-1002-4DAC2197B621}"/>
              </a:ext>
            </a:extLst>
          </p:cNvPr>
          <p:cNvGrpSpPr/>
          <p:nvPr/>
        </p:nvGrpSpPr>
        <p:grpSpPr>
          <a:xfrm>
            <a:off x="7060577" y="504152"/>
            <a:ext cx="585000" cy="366120"/>
            <a:chOff x="7060577" y="504152"/>
            <a:chExt cx="58500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2E9B219-6FD5-C44E-C070-7A41501A75FB}"/>
                    </a:ext>
                  </a:extLst>
                </p14:cNvPr>
                <p14:cNvContentPartPr/>
                <p14:nvPr/>
              </p14:nvContentPartPr>
              <p14:xfrm>
                <a:off x="7060577" y="567512"/>
                <a:ext cx="64440" cy="302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2E9B219-6FD5-C44E-C070-7A41501A75F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042577" y="549872"/>
                  <a:ext cx="1000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F39D4C3-3F2E-3A9E-B9DE-F113D80257D8}"/>
                    </a:ext>
                  </a:extLst>
                </p14:cNvPr>
                <p14:cNvContentPartPr/>
                <p14:nvPr/>
              </p14:nvContentPartPr>
              <p14:xfrm>
                <a:off x="7089737" y="504152"/>
                <a:ext cx="159120" cy="36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F39D4C3-3F2E-3A9E-B9DE-F113D80257D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071737" y="486512"/>
                  <a:ext cx="194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B07A8F2-86AA-B928-5242-6653DA0C7E2F}"/>
                    </a:ext>
                  </a:extLst>
                </p14:cNvPr>
                <p14:cNvContentPartPr/>
                <p14:nvPr/>
              </p14:nvContentPartPr>
              <p14:xfrm>
                <a:off x="7092617" y="656432"/>
                <a:ext cx="126360" cy="475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B07A8F2-86AA-B928-5242-6653DA0C7E2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074977" y="638432"/>
                  <a:ext cx="162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6C6971-6045-CCB7-9647-3C11ACD80118}"/>
                    </a:ext>
                  </a:extLst>
                </p14:cNvPr>
                <p14:cNvContentPartPr/>
                <p14:nvPr/>
              </p14:nvContentPartPr>
              <p14:xfrm>
                <a:off x="7296017" y="562472"/>
                <a:ext cx="37080" cy="2376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6C6971-6045-CCB7-9647-3C11ACD8011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278017" y="544472"/>
                  <a:ext cx="727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6A9AE75-BD9A-D831-9723-C34F2D1A48A7}"/>
                    </a:ext>
                  </a:extLst>
                </p14:cNvPr>
                <p14:cNvContentPartPr/>
                <p14:nvPr/>
              </p14:nvContentPartPr>
              <p14:xfrm>
                <a:off x="7359377" y="517472"/>
                <a:ext cx="77400" cy="428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6A9AE75-BD9A-D831-9723-C34F2D1A48A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341377" y="499472"/>
                  <a:ext cx="1130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FD22883-9E34-A653-058B-8CE997082BD0}"/>
                    </a:ext>
                  </a:extLst>
                </p14:cNvPr>
                <p14:cNvContentPartPr/>
                <p14:nvPr/>
              </p14:nvContentPartPr>
              <p14:xfrm>
                <a:off x="7329857" y="628352"/>
                <a:ext cx="117720" cy="64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FD22883-9E34-A653-058B-8CE997082BD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312217" y="610352"/>
                  <a:ext cx="15336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262F40F-8B43-529B-C16E-8BE8C14F1534}"/>
                    </a:ext>
                  </a:extLst>
                </p14:cNvPr>
                <p14:cNvContentPartPr/>
                <p14:nvPr/>
              </p14:nvContentPartPr>
              <p14:xfrm>
                <a:off x="7479617" y="565352"/>
                <a:ext cx="124560" cy="313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262F40F-8B43-529B-C16E-8BE8C14F153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461617" y="547352"/>
                  <a:ext cx="1602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8C8C4E9-AAD4-A984-A3F3-933B691D63E5}"/>
                    </a:ext>
                  </a:extLst>
                </p14:cNvPr>
                <p14:cNvContentPartPr/>
                <p14:nvPr/>
              </p14:nvContentPartPr>
              <p14:xfrm>
                <a:off x="7570337" y="597392"/>
                <a:ext cx="75240" cy="132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8C8C4E9-AAD4-A984-A3F3-933B691D63E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552337" y="579392"/>
                  <a:ext cx="11088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3E3962CE-437B-CABA-DD14-205C828BB011}"/>
              </a:ext>
            </a:extLst>
          </p:cNvPr>
          <p:cNvGrpSpPr/>
          <p:nvPr/>
        </p:nvGrpSpPr>
        <p:grpSpPr>
          <a:xfrm>
            <a:off x="7964177" y="543032"/>
            <a:ext cx="1068840" cy="284040"/>
            <a:chOff x="7964177" y="543032"/>
            <a:chExt cx="106884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3FBDD3A-5106-C1C9-59D5-7C4D0AFE3B37}"/>
                    </a:ext>
                  </a:extLst>
                </p14:cNvPr>
                <p14:cNvContentPartPr/>
                <p14:nvPr/>
              </p14:nvContentPartPr>
              <p14:xfrm>
                <a:off x="7964177" y="555992"/>
                <a:ext cx="161280" cy="222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3FBDD3A-5106-C1C9-59D5-7C4D0AFE3B3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946537" y="538352"/>
                  <a:ext cx="1969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D8CBE77-0025-E5F6-B12A-68C592D3F67C}"/>
                    </a:ext>
                  </a:extLst>
                </p14:cNvPr>
                <p14:cNvContentPartPr/>
                <p14:nvPr/>
              </p14:nvContentPartPr>
              <p14:xfrm>
                <a:off x="8172977" y="661112"/>
                <a:ext cx="10800" cy="40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D8CBE77-0025-E5F6-B12A-68C592D3F67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154977" y="643472"/>
                  <a:ext cx="464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C48B040-549D-9E27-23A2-51A8587B1947}"/>
                    </a:ext>
                  </a:extLst>
                </p14:cNvPr>
                <p14:cNvContentPartPr/>
                <p14:nvPr/>
              </p14:nvContentPartPr>
              <p14:xfrm>
                <a:off x="8180897" y="543032"/>
                <a:ext cx="5760" cy="97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C48B040-549D-9E27-23A2-51A8587B194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162897" y="525392"/>
                  <a:ext cx="414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D5A2641-502D-2662-9266-5ABA48C974D8}"/>
                    </a:ext>
                  </a:extLst>
                </p14:cNvPr>
                <p14:cNvContentPartPr/>
                <p14:nvPr/>
              </p14:nvContentPartPr>
              <p14:xfrm>
                <a:off x="8249297" y="561392"/>
                <a:ext cx="76680" cy="265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D5A2641-502D-2662-9266-5ABA48C974D8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231657" y="543392"/>
                  <a:ext cx="112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4149061-8F04-64DD-1700-AB35D736CD4A}"/>
                    </a:ext>
                  </a:extLst>
                </p14:cNvPr>
                <p14:cNvContentPartPr/>
                <p14:nvPr/>
              </p14:nvContentPartPr>
              <p14:xfrm>
                <a:off x="8242097" y="703232"/>
                <a:ext cx="98640" cy="752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4149061-8F04-64DD-1700-AB35D736CD4A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224457" y="685232"/>
                  <a:ext cx="1342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673A759-52C7-58CF-05CC-A5D825CF88BF}"/>
                    </a:ext>
                  </a:extLst>
                </p14:cNvPr>
                <p14:cNvContentPartPr/>
                <p14:nvPr/>
              </p14:nvContentPartPr>
              <p14:xfrm>
                <a:off x="8418497" y="548432"/>
                <a:ext cx="98640" cy="229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673A759-52C7-58CF-05CC-A5D825CF88B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400857" y="530792"/>
                  <a:ext cx="13428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1190B86-4329-7873-64E0-4D86E92EF835}"/>
                    </a:ext>
                  </a:extLst>
                </p14:cNvPr>
                <p14:cNvContentPartPr/>
                <p14:nvPr/>
              </p14:nvContentPartPr>
              <p14:xfrm>
                <a:off x="8415617" y="668672"/>
                <a:ext cx="135000" cy="1000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1190B86-4329-7873-64E0-4D86E92EF83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397977" y="650672"/>
                  <a:ext cx="170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4CA7ED9-C09E-BBFA-88FE-A51713BEAF36}"/>
                    </a:ext>
                  </a:extLst>
                </p14:cNvPr>
                <p14:cNvContentPartPr/>
                <p14:nvPr/>
              </p14:nvContentPartPr>
              <p14:xfrm>
                <a:off x="8567537" y="656072"/>
                <a:ext cx="126360" cy="104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4CA7ED9-C09E-BBFA-88FE-A51713BEAF36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549537" y="638432"/>
                  <a:ext cx="162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3F11574-88E0-30D3-C825-FB415B64C812}"/>
                    </a:ext>
                  </a:extLst>
                </p14:cNvPr>
                <p14:cNvContentPartPr/>
                <p14:nvPr/>
              </p14:nvContentPartPr>
              <p14:xfrm>
                <a:off x="8743217" y="573272"/>
                <a:ext cx="81360" cy="1717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3F11574-88E0-30D3-C825-FB415B64C81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725217" y="555272"/>
                  <a:ext cx="1170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27B4331-9DD7-CDC4-64BE-BDD8F877A549}"/>
                    </a:ext>
                  </a:extLst>
                </p14:cNvPr>
                <p14:cNvContentPartPr/>
                <p14:nvPr/>
              </p14:nvContentPartPr>
              <p14:xfrm>
                <a:off x="8943377" y="580472"/>
                <a:ext cx="89640" cy="162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27B4331-9DD7-CDC4-64BE-BDD8F877A549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925377" y="562832"/>
                  <a:ext cx="125280" cy="19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7EEB3A0-CA72-A66C-D51B-AFD17526E534}"/>
              </a:ext>
            </a:extLst>
          </p:cNvPr>
          <p:cNvGrpSpPr/>
          <p:nvPr/>
        </p:nvGrpSpPr>
        <p:grpSpPr>
          <a:xfrm>
            <a:off x="9259817" y="494072"/>
            <a:ext cx="226080" cy="237240"/>
            <a:chOff x="9259817" y="494072"/>
            <a:chExt cx="226080" cy="2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66EF3CF-D37D-517D-F73A-53791C603D50}"/>
                    </a:ext>
                  </a:extLst>
                </p14:cNvPr>
                <p14:cNvContentPartPr/>
                <p14:nvPr/>
              </p14:nvContentPartPr>
              <p14:xfrm>
                <a:off x="9259817" y="641672"/>
                <a:ext cx="12960" cy="896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66EF3CF-D37D-517D-F73A-53791C603D5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241817" y="623672"/>
                  <a:ext cx="486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C5F40C4-2EF3-FD9A-B7D1-023DCAA1E5B9}"/>
                    </a:ext>
                  </a:extLst>
                </p14:cNvPr>
                <p14:cNvContentPartPr/>
                <p14:nvPr/>
              </p14:nvContentPartPr>
              <p14:xfrm>
                <a:off x="9274217" y="494072"/>
                <a:ext cx="16200" cy="67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C5F40C4-2EF3-FD9A-B7D1-023DCAA1E5B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256577" y="476072"/>
                  <a:ext cx="5184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A36FF19-759D-602B-BD5E-9DB76E9EB947}"/>
                    </a:ext>
                  </a:extLst>
                </p14:cNvPr>
                <p14:cNvContentPartPr/>
                <p14:nvPr/>
              </p14:nvContentPartPr>
              <p14:xfrm>
                <a:off x="9352697" y="610352"/>
                <a:ext cx="133200" cy="1177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A36FF19-759D-602B-BD5E-9DB76E9EB947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334697" y="592352"/>
                  <a:ext cx="16884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186C690-F0B5-35D3-20D4-7F88D135E985}"/>
              </a:ext>
            </a:extLst>
          </p:cNvPr>
          <p:cNvGrpSpPr/>
          <p:nvPr/>
        </p:nvGrpSpPr>
        <p:grpSpPr>
          <a:xfrm>
            <a:off x="7065977" y="1226312"/>
            <a:ext cx="409320" cy="281520"/>
            <a:chOff x="7065977" y="1226312"/>
            <a:chExt cx="40932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17764C5-B79A-3311-3F1A-B277CA990940}"/>
                    </a:ext>
                  </a:extLst>
                </p14:cNvPr>
                <p14:cNvContentPartPr/>
                <p14:nvPr/>
              </p14:nvContentPartPr>
              <p14:xfrm>
                <a:off x="7065977" y="1332512"/>
                <a:ext cx="3960" cy="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17764C5-B79A-3311-3F1A-B277CA99094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048337" y="1314512"/>
                  <a:ext cx="396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7AB2B36-A4EC-7E54-3465-53E1AC8B6673}"/>
                    </a:ext>
                  </a:extLst>
                </p14:cNvPr>
                <p14:cNvContentPartPr/>
                <p14:nvPr/>
              </p14:nvContentPartPr>
              <p14:xfrm>
                <a:off x="7203857" y="1226312"/>
                <a:ext cx="135720" cy="7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7AB2B36-A4EC-7E54-3465-53E1AC8B667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185857" y="1208672"/>
                  <a:ext cx="1713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D6328160-E81F-2089-B55A-79CD219C973A}"/>
                    </a:ext>
                  </a:extLst>
                </p14:cNvPr>
                <p14:cNvContentPartPr/>
                <p14:nvPr/>
              </p14:nvContentPartPr>
              <p14:xfrm>
                <a:off x="7227977" y="1232792"/>
                <a:ext cx="78840" cy="156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D6328160-E81F-2089-B55A-79CD219C973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210337" y="1215152"/>
                  <a:ext cx="1144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EEA30DE-66B7-F0A3-AF7F-BA16089451BD}"/>
                    </a:ext>
                  </a:extLst>
                </p14:cNvPr>
                <p14:cNvContentPartPr/>
                <p14:nvPr/>
              </p14:nvContentPartPr>
              <p14:xfrm>
                <a:off x="7438577" y="1337192"/>
                <a:ext cx="36720" cy="170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EEA30DE-66B7-F0A3-AF7F-BA16089451B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420937" y="1319192"/>
                  <a:ext cx="7236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6DE9140C-3EFD-4A9F-F7EA-9A784087F898}"/>
              </a:ext>
            </a:extLst>
          </p:cNvPr>
          <p:cNvGrpSpPr/>
          <p:nvPr/>
        </p:nvGrpSpPr>
        <p:grpSpPr>
          <a:xfrm>
            <a:off x="7685177" y="1137032"/>
            <a:ext cx="1048320" cy="314640"/>
            <a:chOff x="7685177" y="1137032"/>
            <a:chExt cx="1048320" cy="31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960504-A121-BF71-F8E4-FEE4D2215680}"/>
                    </a:ext>
                  </a:extLst>
                </p14:cNvPr>
                <p14:cNvContentPartPr/>
                <p14:nvPr/>
              </p14:nvContentPartPr>
              <p14:xfrm>
                <a:off x="7685177" y="1202192"/>
                <a:ext cx="116280" cy="1972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960504-A121-BF71-F8E4-FEE4D221568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667177" y="1184192"/>
                  <a:ext cx="15192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CD86E7D-DAC8-4493-F190-505FF9D5D8FA}"/>
                    </a:ext>
                  </a:extLst>
                </p14:cNvPr>
                <p14:cNvContentPartPr/>
                <p14:nvPr/>
              </p14:nvContentPartPr>
              <p14:xfrm>
                <a:off x="7887497" y="1338992"/>
                <a:ext cx="47160" cy="1126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CD86E7D-DAC8-4493-F190-505FF9D5D8F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69857" y="1321352"/>
                  <a:ext cx="828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E44435B-8A41-48AA-E526-499A311EF91A}"/>
                    </a:ext>
                  </a:extLst>
                </p14:cNvPr>
                <p14:cNvContentPartPr/>
                <p14:nvPr/>
              </p14:nvContentPartPr>
              <p14:xfrm>
                <a:off x="8083697" y="1193552"/>
                <a:ext cx="116640" cy="239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E44435B-8A41-48AA-E526-499A311EF91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066057" y="1175552"/>
                  <a:ext cx="1522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FC448B4-9642-D4C9-0C21-1BDDEF158389}"/>
                    </a:ext>
                  </a:extLst>
                </p14:cNvPr>
                <p14:cNvContentPartPr/>
                <p14:nvPr/>
              </p14:nvContentPartPr>
              <p14:xfrm>
                <a:off x="8361257" y="1174832"/>
                <a:ext cx="23760" cy="244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FC448B4-9642-D4C9-0C21-1BDDEF15838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343257" y="1157192"/>
                  <a:ext cx="594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91CABE7-0C3C-77B3-EA68-DDC8384BC87C}"/>
                    </a:ext>
                  </a:extLst>
                </p14:cNvPr>
                <p14:cNvContentPartPr/>
                <p14:nvPr/>
              </p14:nvContentPartPr>
              <p14:xfrm>
                <a:off x="8511737" y="1137032"/>
                <a:ext cx="31680" cy="1922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91CABE7-0C3C-77B3-EA68-DDC8384BC87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493737" y="1119032"/>
                  <a:ext cx="6732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43B506C-1893-4F71-2B19-4C6DD60881BC}"/>
                    </a:ext>
                  </a:extLst>
                </p14:cNvPr>
                <p14:cNvContentPartPr/>
                <p14:nvPr/>
              </p14:nvContentPartPr>
              <p14:xfrm>
                <a:off x="8363777" y="1264832"/>
                <a:ext cx="134280" cy="38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43B506C-1893-4F71-2B19-4C6DD60881B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346137" y="1247192"/>
                  <a:ext cx="1699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B8B811D-C87A-48A0-E8AD-A32A38A71EE9}"/>
                    </a:ext>
                  </a:extLst>
                </p14:cNvPr>
                <p14:cNvContentPartPr/>
                <p14:nvPr/>
              </p14:nvContentPartPr>
              <p14:xfrm>
                <a:off x="8628017" y="1231352"/>
                <a:ext cx="105480" cy="1738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B8B811D-C87A-48A0-E8AD-A32A38A71EE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610017" y="1213712"/>
                  <a:ext cx="141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70C99E-B66A-E516-6EBE-339E7DB8EBC3}"/>
                    </a:ext>
                  </a:extLst>
                </p14:cNvPr>
                <p14:cNvContentPartPr/>
                <p14:nvPr/>
              </p14:nvContentPartPr>
              <p14:xfrm>
                <a:off x="8637377" y="1305512"/>
                <a:ext cx="72360" cy="29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70C99E-B66A-E516-6EBE-339E7DB8EBC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619737" y="1287872"/>
                  <a:ext cx="10800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7969949-D6F4-39B2-1EB2-167C230C6B8F}"/>
              </a:ext>
            </a:extLst>
          </p:cNvPr>
          <p:cNvGrpSpPr/>
          <p:nvPr/>
        </p:nvGrpSpPr>
        <p:grpSpPr>
          <a:xfrm>
            <a:off x="7241657" y="1714832"/>
            <a:ext cx="535320" cy="181440"/>
            <a:chOff x="7241657" y="1714832"/>
            <a:chExt cx="535320" cy="18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3D87B49-DDBD-680B-7E39-94E27AD43569}"/>
                    </a:ext>
                  </a:extLst>
                </p14:cNvPr>
                <p14:cNvContentPartPr/>
                <p14:nvPr/>
              </p14:nvContentPartPr>
              <p14:xfrm>
                <a:off x="7241657" y="1714832"/>
                <a:ext cx="126720" cy="181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3D87B49-DDBD-680B-7E39-94E27AD4356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24017" y="1697192"/>
                  <a:ext cx="1623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B192069-3FD8-1366-FB7C-13C4385ABE24}"/>
                    </a:ext>
                  </a:extLst>
                </p14:cNvPr>
                <p14:cNvContentPartPr/>
                <p14:nvPr/>
              </p14:nvContentPartPr>
              <p14:xfrm>
                <a:off x="7429217" y="1767392"/>
                <a:ext cx="347760" cy="11736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B192069-3FD8-1366-FB7C-13C4385ABE2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411217" y="1749752"/>
                  <a:ext cx="38340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D8AB8DB-9FD6-6C9C-A76E-72FFA4EC0518}"/>
              </a:ext>
            </a:extLst>
          </p:cNvPr>
          <p:cNvGrpSpPr/>
          <p:nvPr/>
        </p:nvGrpSpPr>
        <p:grpSpPr>
          <a:xfrm>
            <a:off x="7998017" y="1656512"/>
            <a:ext cx="239760" cy="163440"/>
            <a:chOff x="7998017" y="1656512"/>
            <a:chExt cx="239760" cy="16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322C59B-1C6E-B070-20DF-6C70DB9A58D7}"/>
                    </a:ext>
                  </a:extLst>
                </p14:cNvPr>
                <p14:cNvContentPartPr/>
                <p14:nvPr/>
              </p14:nvContentPartPr>
              <p14:xfrm>
                <a:off x="7998017" y="1656512"/>
                <a:ext cx="110880" cy="1634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322C59B-1C6E-B070-20DF-6C70DB9A58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80377" y="1638872"/>
                  <a:ext cx="1465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FFCA2B2-FEBD-A6F1-A2EE-84F83D3F5568}"/>
                    </a:ext>
                  </a:extLst>
                </p14:cNvPr>
                <p14:cNvContentPartPr/>
                <p14:nvPr/>
              </p14:nvContentPartPr>
              <p14:xfrm>
                <a:off x="8144537" y="1700792"/>
                <a:ext cx="93240" cy="846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FFCA2B2-FEBD-A6F1-A2EE-84F83D3F556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126537" y="1683152"/>
                  <a:ext cx="128880" cy="12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06D731D-F393-72A0-03F0-0450D5DF544A}"/>
              </a:ext>
            </a:extLst>
          </p:cNvPr>
          <p:cNvGrpSpPr/>
          <p:nvPr/>
        </p:nvGrpSpPr>
        <p:grpSpPr>
          <a:xfrm>
            <a:off x="8547017" y="1530152"/>
            <a:ext cx="608400" cy="288360"/>
            <a:chOff x="8547017" y="1530152"/>
            <a:chExt cx="608400" cy="28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70ED772-CAAE-B598-891C-4DC7F12E3013}"/>
                    </a:ext>
                  </a:extLst>
                </p14:cNvPr>
                <p14:cNvContentPartPr/>
                <p14:nvPr/>
              </p14:nvContentPartPr>
              <p14:xfrm>
                <a:off x="8547017" y="1709432"/>
                <a:ext cx="183240" cy="109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70ED772-CAAE-B598-891C-4DC7F12E301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529017" y="1691792"/>
                  <a:ext cx="2188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F76C6C51-6F36-44CE-F82D-0378A70CD722}"/>
                    </a:ext>
                  </a:extLst>
                </p14:cNvPr>
                <p14:cNvContentPartPr/>
                <p14:nvPr/>
              </p14:nvContentPartPr>
              <p14:xfrm>
                <a:off x="8786417" y="1666232"/>
                <a:ext cx="59400" cy="150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F76C6C51-6F36-44CE-F82D-0378A70CD72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768417" y="1648592"/>
                  <a:ext cx="950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C50B0EE-40D2-511D-3DC2-AFD9F7B510DF}"/>
                    </a:ext>
                  </a:extLst>
                </p14:cNvPr>
                <p14:cNvContentPartPr/>
                <p14:nvPr/>
              </p14:nvContentPartPr>
              <p14:xfrm>
                <a:off x="8872097" y="1687472"/>
                <a:ext cx="106560" cy="1112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C50B0EE-40D2-511D-3DC2-AFD9F7B510D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54097" y="1669472"/>
                  <a:ext cx="142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AE837C-EF5F-A6A9-74A8-81B5A940DDDA}"/>
                    </a:ext>
                  </a:extLst>
                </p14:cNvPr>
                <p14:cNvContentPartPr/>
                <p14:nvPr/>
              </p14:nvContentPartPr>
              <p14:xfrm>
                <a:off x="9039137" y="1584152"/>
                <a:ext cx="9000" cy="428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AE837C-EF5F-A6A9-74A8-81B5A940DDD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021137" y="1566152"/>
                  <a:ext cx="44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4FF58D5-5769-368B-409C-80CD28701E16}"/>
                    </a:ext>
                  </a:extLst>
                </p14:cNvPr>
                <p14:cNvContentPartPr/>
                <p14:nvPr/>
              </p14:nvContentPartPr>
              <p14:xfrm>
                <a:off x="9045977" y="1530152"/>
                <a:ext cx="109440" cy="2469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4FF58D5-5769-368B-409C-80CD28701E16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028337" y="1512152"/>
                  <a:ext cx="14508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D6C6FD08-0339-9A59-2C4E-BFE8726ACC4F}"/>
              </a:ext>
            </a:extLst>
          </p:cNvPr>
          <p:cNvGrpSpPr/>
          <p:nvPr/>
        </p:nvGrpSpPr>
        <p:grpSpPr>
          <a:xfrm>
            <a:off x="9465377" y="1592432"/>
            <a:ext cx="329760" cy="153000"/>
            <a:chOff x="9465377" y="1592432"/>
            <a:chExt cx="329760" cy="15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D75BF9D-F7CE-8107-CE16-C340A38F2B97}"/>
                    </a:ext>
                  </a:extLst>
                </p14:cNvPr>
                <p14:cNvContentPartPr/>
                <p14:nvPr/>
              </p14:nvContentPartPr>
              <p14:xfrm>
                <a:off x="9465377" y="1592432"/>
                <a:ext cx="158400" cy="1292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D75BF9D-F7CE-8107-CE16-C340A38F2B97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447737" y="1574792"/>
                  <a:ext cx="194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3200722-603A-4543-CF0E-A8F80CA3E65A}"/>
                    </a:ext>
                  </a:extLst>
                </p14:cNvPr>
                <p14:cNvContentPartPr/>
                <p14:nvPr/>
              </p14:nvContentPartPr>
              <p14:xfrm>
                <a:off x="9742217" y="1611152"/>
                <a:ext cx="52920" cy="134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3200722-603A-4543-CF0E-A8F80CA3E65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724577" y="1593152"/>
                  <a:ext cx="88560" cy="16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64AE362A-C8CF-172D-1763-A138EB833582}"/>
                  </a:ext>
                </a:extLst>
              </p14:cNvPr>
              <p14:cNvContentPartPr/>
              <p14:nvPr/>
            </p14:nvContentPartPr>
            <p14:xfrm>
              <a:off x="10011137" y="1617272"/>
              <a:ext cx="154080" cy="8172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64AE362A-C8CF-172D-1763-A138EB833582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9993137" y="1599632"/>
                <a:ext cx="189720" cy="11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10C3A63F-8355-E9D9-FE48-526FA63216C9}"/>
              </a:ext>
            </a:extLst>
          </p:cNvPr>
          <p:cNvGrpSpPr/>
          <p:nvPr/>
        </p:nvGrpSpPr>
        <p:grpSpPr>
          <a:xfrm>
            <a:off x="10460417" y="1436912"/>
            <a:ext cx="1532160" cy="284040"/>
            <a:chOff x="10460417" y="1436912"/>
            <a:chExt cx="1532160" cy="28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FB66E0E-B6B9-8AA4-68EE-0F3BBB626467}"/>
                    </a:ext>
                  </a:extLst>
                </p14:cNvPr>
                <p14:cNvContentPartPr/>
                <p14:nvPr/>
              </p14:nvContentPartPr>
              <p14:xfrm>
                <a:off x="10532417" y="1436912"/>
                <a:ext cx="86760" cy="2840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FB66E0E-B6B9-8AA4-68EE-0F3BBB62646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514417" y="1419272"/>
                  <a:ext cx="1224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7F4046E-F3FF-98D9-F289-37AAFEFD738B}"/>
                    </a:ext>
                  </a:extLst>
                </p14:cNvPr>
                <p14:cNvContentPartPr/>
                <p14:nvPr/>
              </p14:nvContentPartPr>
              <p14:xfrm>
                <a:off x="10460417" y="1575152"/>
                <a:ext cx="189360" cy="1018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7F4046E-F3FF-98D9-F289-37AAFEFD738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442417" y="1557152"/>
                  <a:ext cx="2250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FBBC328-7011-9679-235F-F23E904D0033}"/>
                    </a:ext>
                  </a:extLst>
                </p14:cNvPr>
                <p14:cNvContentPartPr/>
                <p14:nvPr/>
              </p14:nvContentPartPr>
              <p14:xfrm>
                <a:off x="10698017" y="1580912"/>
                <a:ext cx="44280" cy="84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FBBC328-7011-9679-235F-F23E904D0033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680017" y="1562912"/>
                  <a:ext cx="799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95A71C-C672-3C78-CB70-00EB49855C70}"/>
                    </a:ext>
                  </a:extLst>
                </p14:cNvPr>
                <p14:cNvContentPartPr/>
                <p14:nvPr/>
              </p14:nvContentPartPr>
              <p14:xfrm>
                <a:off x="10840937" y="1563272"/>
                <a:ext cx="102960" cy="103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95A71C-C672-3C78-CB70-00EB49855C70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823297" y="1545632"/>
                  <a:ext cx="138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80D547E-15DE-4C86-9503-FAC2154B515E}"/>
                    </a:ext>
                  </a:extLst>
                </p14:cNvPr>
                <p14:cNvContentPartPr/>
                <p14:nvPr/>
              </p14:nvContentPartPr>
              <p14:xfrm>
                <a:off x="11006177" y="1582712"/>
                <a:ext cx="112320" cy="102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80D547E-15DE-4C86-9503-FAC2154B515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0988537" y="1565072"/>
                  <a:ext cx="147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88A63EE-FB2A-01D8-477B-8E2B881EB6D9}"/>
                    </a:ext>
                  </a:extLst>
                </p14:cNvPr>
                <p14:cNvContentPartPr/>
                <p14:nvPr/>
              </p14:nvContentPartPr>
              <p14:xfrm>
                <a:off x="11187617" y="1463552"/>
                <a:ext cx="36720" cy="2084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88A63EE-FB2A-01D8-477B-8E2B881EB6D9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169617" y="1445912"/>
                  <a:ext cx="723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E8CAA21-FC19-1A4B-1AA8-87B454FD0429}"/>
                    </a:ext>
                  </a:extLst>
                </p14:cNvPr>
                <p14:cNvContentPartPr/>
                <p14:nvPr/>
              </p14:nvContentPartPr>
              <p14:xfrm>
                <a:off x="11169257" y="1556432"/>
                <a:ext cx="70200" cy="723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E8CAA21-FC19-1A4B-1AA8-87B454FD0429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151617" y="1538792"/>
                  <a:ext cx="1058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28D69A8-117A-D653-A37B-250BC6391CA9}"/>
                    </a:ext>
                  </a:extLst>
                </p14:cNvPr>
                <p14:cNvContentPartPr/>
                <p14:nvPr/>
              </p14:nvContentPartPr>
              <p14:xfrm>
                <a:off x="11279057" y="1547792"/>
                <a:ext cx="85320" cy="1051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28D69A8-117A-D653-A37B-250BC6391CA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1261057" y="1529792"/>
                  <a:ext cx="1209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20804F-3F72-690A-33FC-0447FD5E4A85}"/>
                    </a:ext>
                  </a:extLst>
                </p14:cNvPr>
                <p14:cNvContentPartPr/>
                <p14:nvPr/>
              </p14:nvContentPartPr>
              <p14:xfrm>
                <a:off x="11335577" y="1521872"/>
                <a:ext cx="166680" cy="1695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20804F-3F72-690A-33FC-0447FD5E4A8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317577" y="1503872"/>
                  <a:ext cx="202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AEE9889-47DC-98BE-7BB8-4D72ABF755F2}"/>
                    </a:ext>
                  </a:extLst>
                </p14:cNvPr>
                <p14:cNvContentPartPr/>
                <p14:nvPr/>
              </p14:nvContentPartPr>
              <p14:xfrm>
                <a:off x="11518097" y="1512872"/>
                <a:ext cx="110160" cy="119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AEE9889-47DC-98BE-7BB8-4D72ABF755F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500097" y="1494872"/>
                  <a:ext cx="1458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B206765-2D96-7ACE-3862-3F59FF34D038}"/>
                    </a:ext>
                  </a:extLst>
                </p14:cNvPr>
                <p14:cNvContentPartPr/>
                <p14:nvPr/>
              </p14:nvContentPartPr>
              <p14:xfrm>
                <a:off x="11685857" y="1482272"/>
                <a:ext cx="175320" cy="140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B206765-2D96-7ACE-3862-3F59FF34D038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667857" y="1464632"/>
                  <a:ext cx="2109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91E8558-9C94-7C31-F722-124F83E8FD5B}"/>
                    </a:ext>
                  </a:extLst>
                </p14:cNvPr>
                <p14:cNvContentPartPr/>
                <p14:nvPr/>
              </p14:nvContentPartPr>
              <p14:xfrm>
                <a:off x="11988617" y="1573712"/>
                <a:ext cx="3960" cy="100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91E8558-9C94-7C31-F722-124F83E8FD5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970977" y="1556072"/>
                  <a:ext cx="3960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FAA214C8-E00D-0A75-E556-112927610FB5}"/>
              </a:ext>
            </a:extLst>
          </p:cNvPr>
          <p:cNvGrpSpPr/>
          <p:nvPr/>
        </p:nvGrpSpPr>
        <p:grpSpPr>
          <a:xfrm>
            <a:off x="497417" y="1115792"/>
            <a:ext cx="1416960" cy="366120"/>
            <a:chOff x="497417" y="1115792"/>
            <a:chExt cx="141696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3184D89-D9B9-D6E7-FD6C-B1AF37A92144}"/>
                    </a:ext>
                  </a:extLst>
                </p14:cNvPr>
                <p14:cNvContentPartPr/>
                <p14:nvPr/>
              </p14:nvContentPartPr>
              <p14:xfrm>
                <a:off x="497417" y="1140272"/>
                <a:ext cx="221760" cy="232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3184D89-D9B9-D6E7-FD6C-B1AF37A9214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479777" y="1122272"/>
                  <a:ext cx="2574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BE50CFB-6532-F2E1-F247-4B56A99CFF5F}"/>
                    </a:ext>
                  </a:extLst>
                </p14:cNvPr>
                <p14:cNvContentPartPr/>
                <p14:nvPr/>
              </p14:nvContentPartPr>
              <p14:xfrm>
                <a:off x="944177" y="1115792"/>
                <a:ext cx="55080" cy="225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BE50CFB-6532-F2E1-F247-4B56A99CFF5F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26177" y="1097792"/>
                  <a:ext cx="9072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C2D78C8-CD50-4B83-640B-6F8ED2FA1953}"/>
                    </a:ext>
                  </a:extLst>
                </p14:cNvPr>
                <p14:cNvContentPartPr/>
                <p14:nvPr/>
              </p14:nvContentPartPr>
              <p14:xfrm>
                <a:off x="888737" y="1272392"/>
                <a:ext cx="114480" cy="309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C2D78C8-CD50-4B83-640B-6F8ED2FA195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871097" y="1254392"/>
                  <a:ext cx="1501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5278B95-E17A-7004-3990-6A760270050A}"/>
                    </a:ext>
                  </a:extLst>
                </p14:cNvPr>
                <p14:cNvContentPartPr/>
                <p14:nvPr/>
              </p14:nvContentPartPr>
              <p14:xfrm>
                <a:off x="1128497" y="1214432"/>
                <a:ext cx="121320" cy="2444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5278B95-E17A-7004-3990-6A760270050A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10857" y="1196792"/>
                  <a:ext cx="1569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96A5786-6141-9C30-4928-F08E4701C6A7}"/>
                    </a:ext>
                  </a:extLst>
                </p14:cNvPr>
                <p14:cNvContentPartPr/>
                <p14:nvPr/>
              </p14:nvContentPartPr>
              <p14:xfrm>
                <a:off x="1396697" y="1275992"/>
                <a:ext cx="71280" cy="2059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96A5786-6141-9C30-4928-F08E4701C6A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378697" y="1258352"/>
                  <a:ext cx="106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B40C7D53-71F0-9A45-3A66-272EEABE655E}"/>
                    </a:ext>
                  </a:extLst>
                </p14:cNvPr>
                <p14:cNvContentPartPr/>
                <p14:nvPr/>
              </p14:nvContentPartPr>
              <p14:xfrm>
                <a:off x="1476257" y="1292912"/>
                <a:ext cx="61920" cy="70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B40C7D53-71F0-9A45-3A66-272EEABE655E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458257" y="1275272"/>
                  <a:ext cx="975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778311D-C205-9EF7-2CB3-4CE4FF89B5D4}"/>
                    </a:ext>
                  </a:extLst>
                </p14:cNvPr>
                <p14:cNvContentPartPr/>
                <p14:nvPr/>
              </p14:nvContentPartPr>
              <p14:xfrm>
                <a:off x="1594337" y="1266992"/>
                <a:ext cx="82080" cy="90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778311D-C205-9EF7-2CB3-4CE4FF89B5D4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576697" y="1248992"/>
                  <a:ext cx="117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6E1DF5B-0032-0969-D310-0C1700DDCACD}"/>
                    </a:ext>
                  </a:extLst>
                </p14:cNvPr>
                <p14:cNvContentPartPr/>
                <p14:nvPr/>
              </p14:nvContentPartPr>
              <p14:xfrm>
                <a:off x="1813577" y="1206872"/>
                <a:ext cx="100800" cy="1998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6E1DF5B-0032-0969-D310-0C1700DDCACD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795577" y="1189232"/>
                  <a:ext cx="136440" cy="2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9C34B5B8-BE84-FE60-1D7F-30B93EE4BE18}"/>
              </a:ext>
            </a:extLst>
          </p:cNvPr>
          <p:cNvGrpSpPr/>
          <p:nvPr/>
        </p:nvGrpSpPr>
        <p:grpSpPr>
          <a:xfrm>
            <a:off x="2206697" y="1057832"/>
            <a:ext cx="392400" cy="254160"/>
            <a:chOff x="2206697" y="1057832"/>
            <a:chExt cx="39240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5236A9D-6E6E-9D5F-3F16-81BED631C4D2}"/>
                    </a:ext>
                  </a:extLst>
                </p14:cNvPr>
                <p14:cNvContentPartPr/>
                <p14:nvPr/>
              </p14:nvContentPartPr>
              <p14:xfrm>
                <a:off x="2206697" y="1164392"/>
                <a:ext cx="144720" cy="147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5236A9D-6E6E-9D5F-3F16-81BED631C4D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2188697" y="1146752"/>
                  <a:ext cx="1803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9DA2CE2-9EB8-69AF-76B0-278FBDE5B171}"/>
                    </a:ext>
                  </a:extLst>
                </p14:cNvPr>
                <p14:cNvContentPartPr/>
                <p14:nvPr/>
              </p14:nvContentPartPr>
              <p14:xfrm>
                <a:off x="2445377" y="1057832"/>
                <a:ext cx="62280" cy="2152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9DA2CE2-9EB8-69AF-76B0-278FBDE5B171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2427737" y="1040192"/>
                  <a:ext cx="97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B47EBE99-4EA4-FB30-0DA5-F880FD0D2019}"/>
                    </a:ext>
                  </a:extLst>
                </p14:cNvPr>
                <p14:cNvContentPartPr/>
                <p14:nvPr/>
              </p14:nvContentPartPr>
              <p14:xfrm>
                <a:off x="2419817" y="1161512"/>
                <a:ext cx="179280" cy="716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B47EBE99-4EA4-FB30-0DA5-F880FD0D201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2402177" y="1143872"/>
                  <a:ext cx="21492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96F64254-D9F8-9E21-3B6C-322F22AF1D75}"/>
              </a:ext>
            </a:extLst>
          </p:cNvPr>
          <p:cNvGrpSpPr/>
          <p:nvPr/>
        </p:nvGrpSpPr>
        <p:grpSpPr>
          <a:xfrm>
            <a:off x="559337" y="1944512"/>
            <a:ext cx="891000" cy="356760"/>
            <a:chOff x="559337" y="1944512"/>
            <a:chExt cx="89100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248FE42E-D404-2B4D-83C2-6B1F1D06B40D}"/>
                    </a:ext>
                  </a:extLst>
                </p14:cNvPr>
                <p14:cNvContentPartPr/>
                <p14:nvPr/>
              </p14:nvContentPartPr>
              <p14:xfrm>
                <a:off x="638177" y="1944512"/>
                <a:ext cx="43560" cy="3567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248FE42E-D404-2B4D-83C2-6B1F1D06B40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20537" y="1926872"/>
                  <a:ext cx="7920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9F6DAA6-6880-C9F1-DA48-900608F7E855}"/>
                    </a:ext>
                  </a:extLst>
                </p14:cNvPr>
                <p14:cNvContentPartPr/>
                <p14:nvPr/>
              </p14:nvContentPartPr>
              <p14:xfrm>
                <a:off x="559337" y="2095352"/>
                <a:ext cx="195120" cy="727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9F6DAA6-6880-C9F1-DA48-900608F7E85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541697" y="2077352"/>
                  <a:ext cx="2307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5659353-ED63-C2F8-8281-75C3AD04D1B5}"/>
                    </a:ext>
                  </a:extLst>
                </p14:cNvPr>
                <p14:cNvContentPartPr/>
                <p14:nvPr/>
              </p14:nvContentPartPr>
              <p14:xfrm>
                <a:off x="798017" y="2117312"/>
                <a:ext cx="85320" cy="97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5659353-ED63-C2F8-8281-75C3AD04D1B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80017" y="2099312"/>
                  <a:ext cx="120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EEF914E-C841-9460-C32C-F407D0D40370}"/>
                    </a:ext>
                  </a:extLst>
                </p14:cNvPr>
                <p14:cNvContentPartPr/>
                <p14:nvPr/>
              </p14:nvContentPartPr>
              <p14:xfrm>
                <a:off x="817097" y="2103632"/>
                <a:ext cx="94320" cy="136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EEF914E-C841-9460-C32C-F407D0D4037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9457" y="2085632"/>
                  <a:ext cx="1299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90E9466-BABF-910F-7CCC-75394703E109}"/>
                    </a:ext>
                  </a:extLst>
                </p14:cNvPr>
                <p14:cNvContentPartPr/>
                <p14:nvPr/>
              </p14:nvContentPartPr>
              <p14:xfrm>
                <a:off x="963977" y="2105072"/>
                <a:ext cx="123840" cy="11844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90E9466-BABF-910F-7CCC-75394703E109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5977" y="2087072"/>
                  <a:ext cx="1594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2B3B8B1-1C3B-CA9E-66CA-41C0DABF64C3}"/>
                    </a:ext>
                  </a:extLst>
                </p14:cNvPr>
                <p14:cNvContentPartPr/>
                <p14:nvPr/>
              </p14:nvContentPartPr>
              <p14:xfrm>
                <a:off x="1183937" y="1976912"/>
                <a:ext cx="38880" cy="2174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2B3B8B1-1C3B-CA9E-66CA-41C0DABF64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66297" y="1959272"/>
                  <a:ext cx="74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53F8571-A262-1DAA-2BAA-52599FAEA78D}"/>
                    </a:ext>
                  </a:extLst>
                </p14:cNvPr>
                <p14:cNvContentPartPr/>
                <p14:nvPr/>
              </p14:nvContentPartPr>
              <p14:xfrm>
                <a:off x="1133897" y="2087792"/>
                <a:ext cx="104760" cy="342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53F8571-A262-1DAA-2BAA-52599FAEA78D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16257" y="2070152"/>
                  <a:ext cx="1404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9C1BEA2-1F81-1BD5-43D9-D59DC965FEC1}"/>
                    </a:ext>
                  </a:extLst>
                </p14:cNvPr>
                <p14:cNvContentPartPr/>
                <p14:nvPr/>
              </p14:nvContentPartPr>
              <p14:xfrm>
                <a:off x="1297337" y="2063672"/>
                <a:ext cx="153000" cy="1227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9C1BEA2-1F81-1BD5-43D9-D59DC965FEC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279697" y="2046032"/>
                  <a:ext cx="18864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93BDE1C-DEAB-F7E6-7929-78618D664E44}"/>
              </a:ext>
            </a:extLst>
          </p:cNvPr>
          <p:cNvGrpSpPr/>
          <p:nvPr/>
        </p:nvGrpSpPr>
        <p:grpSpPr>
          <a:xfrm>
            <a:off x="1530617" y="2037032"/>
            <a:ext cx="414720" cy="176040"/>
            <a:chOff x="1530617" y="2037032"/>
            <a:chExt cx="414720" cy="17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49A9793-93B3-1CF2-22B2-B381E8ED4F2A}"/>
                    </a:ext>
                  </a:extLst>
                </p14:cNvPr>
                <p14:cNvContentPartPr/>
                <p14:nvPr/>
              </p14:nvContentPartPr>
              <p14:xfrm>
                <a:off x="1530617" y="2044952"/>
                <a:ext cx="91800" cy="1422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49A9793-93B3-1CF2-22B2-B381E8ED4F2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512617" y="2027312"/>
                  <a:ext cx="1274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3D4C871-BBE5-460C-D071-6FE71B1C4AE1}"/>
                    </a:ext>
                  </a:extLst>
                </p14:cNvPr>
                <p14:cNvContentPartPr/>
                <p14:nvPr/>
              </p14:nvContentPartPr>
              <p14:xfrm>
                <a:off x="1649057" y="2057552"/>
                <a:ext cx="121320" cy="155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3D4C871-BBE5-460C-D071-6FE71B1C4AE1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631057" y="2039912"/>
                  <a:ext cx="1569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4E0B8DA-4530-A18D-B344-44466AC328D2}"/>
                    </a:ext>
                  </a:extLst>
                </p14:cNvPr>
                <p14:cNvContentPartPr/>
                <p14:nvPr/>
              </p14:nvContentPartPr>
              <p14:xfrm>
                <a:off x="1855337" y="2037032"/>
                <a:ext cx="90000" cy="1591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4E0B8DA-4530-A18D-B344-44466AC328D2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837697" y="2019392"/>
                  <a:ext cx="12564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6EC75CC9-3A4B-B619-7706-DC259582ED0B}"/>
              </a:ext>
            </a:extLst>
          </p:cNvPr>
          <p:cNvGrpSpPr/>
          <p:nvPr/>
        </p:nvGrpSpPr>
        <p:grpSpPr>
          <a:xfrm>
            <a:off x="128777" y="2674592"/>
            <a:ext cx="385200" cy="562320"/>
            <a:chOff x="128777" y="2674592"/>
            <a:chExt cx="385200" cy="56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024067A-F676-1A15-F72F-176BE05E28D5}"/>
                    </a:ext>
                  </a:extLst>
                </p14:cNvPr>
                <p14:cNvContentPartPr/>
                <p14:nvPr/>
              </p14:nvContentPartPr>
              <p14:xfrm>
                <a:off x="305897" y="2835872"/>
                <a:ext cx="18000" cy="2005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024067A-F676-1A15-F72F-176BE05E28D5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88257" y="2818232"/>
                  <a:ext cx="536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C0F2EB8-E0DF-7887-35EE-EA7E52B1D3F9}"/>
                    </a:ext>
                  </a:extLst>
                </p14:cNvPr>
                <p14:cNvContentPartPr/>
                <p14:nvPr/>
              </p14:nvContentPartPr>
              <p14:xfrm>
                <a:off x="128777" y="2674592"/>
                <a:ext cx="385200" cy="5623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C0F2EB8-E0DF-7887-35EE-EA7E52B1D3F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10777" y="2656592"/>
                  <a:ext cx="420840" cy="59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3264C389-2668-B271-5900-524D066F085A}"/>
              </a:ext>
            </a:extLst>
          </p:cNvPr>
          <p:cNvGrpSpPr/>
          <p:nvPr/>
        </p:nvGrpSpPr>
        <p:grpSpPr>
          <a:xfrm>
            <a:off x="712337" y="2817872"/>
            <a:ext cx="763560" cy="290160"/>
            <a:chOff x="712337" y="2817872"/>
            <a:chExt cx="76356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E86D3C16-D6E9-AFE0-0CB4-2BACC34F6B39}"/>
                    </a:ext>
                  </a:extLst>
                </p14:cNvPr>
                <p14:cNvContentPartPr/>
                <p14:nvPr/>
              </p14:nvContentPartPr>
              <p14:xfrm>
                <a:off x="712337" y="2859632"/>
                <a:ext cx="128160" cy="37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E86D3C16-D6E9-AFE0-0CB4-2BACC34F6B39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94697" y="2841992"/>
                  <a:ext cx="1638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98D604C-EEA8-B041-8B2E-11B2773F092C}"/>
                    </a:ext>
                  </a:extLst>
                </p14:cNvPr>
                <p14:cNvContentPartPr/>
                <p14:nvPr/>
              </p14:nvContentPartPr>
              <p14:xfrm>
                <a:off x="769937" y="2862152"/>
                <a:ext cx="32400" cy="2458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98D604C-EEA8-B041-8B2E-11B2773F092C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51937" y="2844152"/>
                  <a:ext cx="680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EDC860D-C143-F11C-4681-A57217653ACD}"/>
                    </a:ext>
                  </a:extLst>
                </p14:cNvPr>
                <p14:cNvContentPartPr/>
                <p14:nvPr/>
              </p14:nvContentPartPr>
              <p14:xfrm>
                <a:off x="934097" y="2951072"/>
                <a:ext cx="7560" cy="1072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EDC860D-C143-F11C-4681-A57217653ACD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916457" y="2933432"/>
                  <a:ext cx="43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61E7A0D-1FA4-0A23-6B3A-B4E06B9B4EDA}"/>
                    </a:ext>
                  </a:extLst>
                </p14:cNvPr>
                <p14:cNvContentPartPr/>
                <p14:nvPr/>
              </p14:nvContentPartPr>
              <p14:xfrm>
                <a:off x="972257" y="2817872"/>
                <a:ext cx="6840" cy="165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61E7A0D-1FA4-0A23-6B3A-B4E06B9B4ED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954257" y="2799872"/>
                  <a:ext cx="42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C483118-FCC7-EAB4-99E6-B1E72F1D80CB}"/>
                    </a:ext>
                  </a:extLst>
                </p14:cNvPr>
                <p14:cNvContentPartPr/>
                <p14:nvPr/>
              </p14:nvContentPartPr>
              <p14:xfrm>
                <a:off x="1074497" y="2956832"/>
                <a:ext cx="228240" cy="810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C483118-FCC7-EAB4-99E6-B1E72F1D80C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56497" y="2939192"/>
                  <a:ext cx="263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4E74821-3BE5-89C3-90F5-D96AF53814EB}"/>
                    </a:ext>
                  </a:extLst>
                </p14:cNvPr>
                <p14:cNvContentPartPr/>
                <p14:nvPr/>
              </p14:nvContentPartPr>
              <p14:xfrm>
                <a:off x="1385177" y="2892032"/>
                <a:ext cx="90720" cy="1530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4E74821-3BE5-89C3-90F5-D96AF53814EB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367537" y="2874392"/>
                  <a:ext cx="126360" cy="18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9569F33D-AB48-6997-0D8A-3FFFF6F0D7DF}"/>
              </a:ext>
            </a:extLst>
          </p:cNvPr>
          <p:cNvGrpSpPr/>
          <p:nvPr/>
        </p:nvGrpSpPr>
        <p:grpSpPr>
          <a:xfrm>
            <a:off x="1807817" y="2722832"/>
            <a:ext cx="1349640" cy="281880"/>
            <a:chOff x="1807817" y="2722832"/>
            <a:chExt cx="134964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F439412-18CA-43C7-B999-17053209D539}"/>
                    </a:ext>
                  </a:extLst>
                </p14:cNvPr>
                <p14:cNvContentPartPr/>
                <p14:nvPr/>
              </p14:nvContentPartPr>
              <p14:xfrm>
                <a:off x="1807817" y="2722832"/>
                <a:ext cx="127080" cy="2818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F439412-18CA-43C7-B999-17053209D53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790177" y="2704832"/>
                  <a:ext cx="162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D010EC8-BC6B-ACFB-4A1D-D354188AAFAA}"/>
                    </a:ext>
                  </a:extLst>
                </p14:cNvPr>
                <p14:cNvContentPartPr/>
                <p14:nvPr/>
              </p14:nvContentPartPr>
              <p14:xfrm>
                <a:off x="2053337" y="2838032"/>
                <a:ext cx="73440" cy="1191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D010EC8-BC6B-ACFB-4A1D-D354188AAFAA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2035697" y="2820032"/>
                  <a:ext cx="1090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BFD6BE6-57B8-0017-585D-40F584F42887}"/>
                    </a:ext>
                  </a:extLst>
                </p14:cNvPr>
                <p14:cNvContentPartPr/>
                <p14:nvPr/>
              </p14:nvContentPartPr>
              <p14:xfrm>
                <a:off x="2220017" y="2828312"/>
                <a:ext cx="295920" cy="8856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BFD6BE6-57B8-0017-585D-40F584F4288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2202377" y="2810672"/>
                  <a:ext cx="331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D14CF750-7FF2-C562-FD39-2AE41B81F176}"/>
                    </a:ext>
                  </a:extLst>
                </p14:cNvPr>
                <p14:cNvContentPartPr/>
                <p14:nvPr/>
              </p14:nvContentPartPr>
              <p14:xfrm>
                <a:off x="2611697" y="2817512"/>
                <a:ext cx="257760" cy="1116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D14CF750-7FF2-C562-FD39-2AE41B81F1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2594057" y="2799872"/>
                  <a:ext cx="293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50B51F9-E34A-4C9D-0BF0-E3CBC1F20126}"/>
                    </a:ext>
                  </a:extLst>
                </p14:cNvPr>
                <p14:cNvContentPartPr/>
                <p14:nvPr/>
              </p14:nvContentPartPr>
              <p14:xfrm>
                <a:off x="2838137" y="2731472"/>
                <a:ext cx="13320" cy="349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50B51F9-E34A-4C9D-0BF0-E3CBC1F20126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2820137" y="2713832"/>
                  <a:ext cx="48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E9BD76F-5079-24D1-2E6C-E83787E2B9ED}"/>
                    </a:ext>
                  </a:extLst>
                </p14:cNvPr>
                <p14:cNvContentPartPr/>
                <p14:nvPr/>
              </p14:nvContentPartPr>
              <p14:xfrm>
                <a:off x="3000137" y="2832992"/>
                <a:ext cx="157320" cy="482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E9BD76F-5079-24D1-2E6C-E83787E2B9ED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2982497" y="2814992"/>
                  <a:ext cx="19296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71B5A06-D72E-9FEB-ED7B-CE8C813475BC}"/>
              </a:ext>
            </a:extLst>
          </p:cNvPr>
          <p:cNvGrpSpPr/>
          <p:nvPr/>
        </p:nvGrpSpPr>
        <p:grpSpPr>
          <a:xfrm>
            <a:off x="191777" y="3448952"/>
            <a:ext cx="509400" cy="518400"/>
            <a:chOff x="191777" y="3448952"/>
            <a:chExt cx="509400" cy="51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59A82B3-911B-B518-93EC-99AFA3E4E049}"/>
                    </a:ext>
                  </a:extLst>
                </p14:cNvPr>
                <p14:cNvContentPartPr/>
                <p14:nvPr/>
              </p14:nvContentPartPr>
              <p14:xfrm>
                <a:off x="272057" y="3635792"/>
                <a:ext cx="207000" cy="1519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59A82B3-911B-B518-93EC-99AFA3E4E049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254417" y="3618152"/>
                  <a:ext cx="2426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A102335-7510-CC5C-DC23-77A2AB66F1FE}"/>
                    </a:ext>
                  </a:extLst>
                </p14:cNvPr>
                <p14:cNvContentPartPr/>
                <p14:nvPr/>
              </p14:nvContentPartPr>
              <p14:xfrm>
                <a:off x="191777" y="3448952"/>
                <a:ext cx="509400" cy="5184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A102335-7510-CC5C-DC23-77A2AB66F1FE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73777" y="3430952"/>
                  <a:ext cx="545040" cy="55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9B44AB68-4ADE-71EE-A184-8F330618176B}"/>
              </a:ext>
            </a:extLst>
          </p:cNvPr>
          <p:cNvGrpSpPr/>
          <p:nvPr/>
        </p:nvGrpSpPr>
        <p:grpSpPr>
          <a:xfrm>
            <a:off x="895217" y="3515552"/>
            <a:ext cx="896400" cy="260640"/>
            <a:chOff x="895217" y="3515552"/>
            <a:chExt cx="89640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BF0BB5F-0636-3442-603A-B8B43F37AFF8}"/>
                    </a:ext>
                  </a:extLst>
                </p14:cNvPr>
                <p14:cNvContentPartPr/>
                <p14:nvPr/>
              </p14:nvContentPartPr>
              <p14:xfrm>
                <a:off x="903137" y="3556592"/>
                <a:ext cx="36000" cy="177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BF0BB5F-0636-3442-603A-B8B43F37AFF8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85497" y="3538952"/>
                  <a:ext cx="7164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A73DC7A8-16EC-2748-9622-E1E71A930DB8}"/>
                    </a:ext>
                  </a:extLst>
                </p14:cNvPr>
                <p14:cNvContentPartPr/>
                <p14:nvPr/>
              </p14:nvContentPartPr>
              <p14:xfrm>
                <a:off x="895217" y="3515552"/>
                <a:ext cx="84600" cy="914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A73DC7A8-16EC-2748-9622-E1E71A930DB8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877577" y="3497552"/>
                  <a:ext cx="120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930370A-DC83-9F9B-AF0E-E2200F151290}"/>
                    </a:ext>
                  </a:extLst>
                </p14:cNvPr>
                <p14:cNvContentPartPr/>
                <p14:nvPr/>
              </p14:nvContentPartPr>
              <p14:xfrm>
                <a:off x="915017" y="3654512"/>
                <a:ext cx="84600" cy="428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930370A-DC83-9F9B-AF0E-E2200F151290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97377" y="3636872"/>
                  <a:ext cx="1202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A82C98B-2B87-FFF9-59A5-7D590AD686E2}"/>
                    </a:ext>
                  </a:extLst>
                </p14:cNvPr>
                <p14:cNvContentPartPr/>
                <p14:nvPr/>
              </p14:nvContentPartPr>
              <p14:xfrm>
                <a:off x="1104017" y="3644432"/>
                <a:ext cx="75960" cy="925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A82C98B-2B87-FFF9-59A5-7D590AD686E2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86017" y="3626792"/>
                  <a:ext cx="111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0D9C2E3-F516-536F-34CF-AFF0100BF15B}"/>
                    </a:ext>
                  </a:extLst>
                </p14:cNvPr>
                <p14:cNvContentPartPr/>
                <p14:nvPr/>
              </p14:nvContentPartPr>
              <p14:xfrm>
                <a:off x="1244777" y="3578552"/>
                <a:ext cx="93240" cy="1472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0D9C2E3-F516-536F-34CF-AFF0100BF15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226777" y="3560552"/>
                  <a:ext cx="128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99FCD67-B329-F8EB-F317-56659C272629}"/>
                    </a:ext>
                  </a:extLst>
                </p14:cNvPr>
                <p14:cNvContentPartPr/>
                <p14:nvPr/>
              </p14:nvContentPartPr>
              <p14:xfrm>
                <a:off x="1481297" y="3571712"/>
                <a:ext cx="172440" cy="2044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99FCD67-B329-F8EB-F317-56659C272629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463297" y="3554072"/>
                  <a:ext cx="2080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E63B242-E7C8-78BD-3C5F-56509E299D25}"/>
                    </a:ext>
                  </a:extLst>
                </p14:cNvPr>
                <p14:cNvContentPartPr/>
                <p14:nvPr/>
              </p14:nvContentPartPr>
              <p14:xfrm>
                <a:off x="1776497" y="3687632"/>
                <a:ext cx="15120" cy="342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E63B242-E7C8-78BD-3C5F-56509E299D2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758497" y="3669632"/>
                  <a:ext cx="5076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ECA073A3-2ECD-6CFE-9AF9-23A00EE9FD52}"/>
              </a:ext>
            </a:extLst>
          </p:cNvPr>
          <p:cNvGrpSpPr/>
          <p:nvPr/>
        </p:nvGrpSpPr>
        <p:grpSpPr>
          <a:xfrm>
            <a:off x="1991057" y="3325832"/>
            <a:ext cx="1375920" cy="338760"/>
            <a:chOff x="1991057" y="3325832"/>
            <a:chExt cx="137592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B21A073-618E-DF76-ED28-7CD89555CC2F}"/>
                    </a:ext>
                  </a:extLst>
                </p14:cNvPr>
                <p14:cNvContentPartPr/>
                <p14:nvPr/>
              </p14:nvContentPartPr>
              <p14:xfrm>
                <a:off x="1991057" y="3379832"/>
                <a:ext cx="221040" cy="2847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B21A073-618E-DF76-ED28-7CD89555CC2F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973417" y="3361832"/>
                  <a:ext cx="2566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93121D05-6A73-8BF9-B4C7-BA1B1FD28E0B}"/>
                    </a:ext>
                  </a:extLst>
                </p14:cNvPr>
                <p14:cNvContentPartPr/>
                <p14:nvPr/>
              </p14:nvContentPartPr>
              <p14:xfrm>
                <a:off x="2310737" y="3484592"/>
                <a:ext cx="88920" cy="14688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93121D05-6A73-8BF9-B4C7-BA1B1FD28E0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293097" y="3466592"/>
                  <a:ext cx="12456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04C097D-646C-EA23-45A0-626797FDE843}"/>
                    </a:ext>
                  </a:extLst>
                </p14:cNvPr>
                <p14:cNvContentPartPr/>
                <p14:nvPr/>
              </p14:nvContentPartPr>
              <p14:xfrm>
                <a:off x="2494697" y="3488552"/>
                <a:ext cx="252000" cy="910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04C097D-646C-EA23-45A0-626797FDE84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476697" y="3470552"/>
                  <a:ext cx="28764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3B8A755-3A5A-7514-D7CD-371915480EE0}"/>
                    </a:ext>
                  </a:extLst>
                </p14:cNvPr>
                <p14:cNvContentPartPr/>
                <p14:nvPr/>
              </p14:nvContentPartPr>
              <p14:xfrm>
                <a:off x="2773337" y="3466232"/>
                <a:ext cx="335160" cy="1404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3B8A755-3A5A-7514-D7CD-371915480EE0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755337" y="3448592"/>
                  <a:ext cx="3708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D13F28E-8F13-6E2B-1456-08CA115B983C}"/>
                    </a:ext>
                  </a:extLst>
                </p14:cNvPr>
                <p14:cNvContentPartPr/>
                <p14:nvPr/>
              </p14:nvContentPartPr>
              <p14:xfrm>
                <a:off x="3059897" y="3325832"/>
                <a:ext cx="24840" cy="54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D13F28E-8F13-6E2B-1456-08CA115B983C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3041897" y="3308192"/>
                  <a:ext cx="604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507FEF8-8BED-11E6-4A08-7DDEA38238BA}"/>
                    </a:ext>
                  </a:extLst>
                </p14:cNvPr>
                <p14:cNvContentPartPr/>
                <p14:nvPr/>
              </p14:nvContentPartPr>
              <p14:xfrm>
                <a:off x="3196337" y="3468392"/>
                <a:ext cx="170640" cy="1216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507FEF8-8BED-11E6-4A08-7DDEA38238B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3178337" y="3450752"/>
                  <a:ext cx="206280" cy="157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9883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95240-63F2-DD1C-6267-5C4F30FA0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both time and frequency domain features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CAB141-84B1-518F-28E0-3190D6401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7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52E58F1E-26FD-905D-E42F-F38D7BA8CD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7881" y="1253331"/>
            <a:ext cx="9627556" cy="4351338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2C47B3A-62B1-CD00-9C6D-F744E16CF896}"/>
              </a:ext>
            </a:extLst>
          </p:cNvPr>
          <p:cNvGrpSpPr/>
          <p:nvPr/>
        </p:nvGrpSpPr>
        <p:grpSpPr>
          <a:xfrm>
            <a:off x="9905297" y="1006352"/>
            <a:ext cx="1845000" cy="437040"/>
            <a:chOff x="9905297" y="1006352"/>
            <a:chExt cx="1845000" cy="43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6CDDC6-6032-F8D3-B35E-B91824037E26}"/>
                    </a:ext>
                  </a:extLst>
                </p14:cNvPr>
                <p14:cNvContentPartPr/>
                <p14:nvPr/>
              </p14:nvContentPartPr>
              <p14:xfrm>
                <a:off x="9905297" y="1006352"/>
                <a:ext cx="62280" cy="328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6CDDC6-6032-F8D3-B35E-B91824037E2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887297" y="988352"/>
                  <a:ext cx="9792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78B3439-63F5-8B03-723B-237E26BA1412}"/>
                    </a:ext>
                  </a:extLst>
                </p14:cNvPr>
                <p14:cNvContentPartPr/>
                <p14:nvPr/>
              </p14:nvContentPartPr>
              <p14:xfrm>
                <a:off x="10105817" y="1009952"/>
                <a:ext cx="56520" cy="245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78B3439-63F5-8B03-723B-237E26BA141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087817" y="991952"/>
                  <a:ext cx="921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F316B4-72A5-9F09-2BDE-E4935C8B5708}"/>
                    </a:ext>
                  </a:extLst>
                </p14:cNvPr>
                <p14:cNvContentPartPr/>
                <p14:nvPr/>
              </p14:nvContentPartPr>
              <p14:xfrm>
                <a:off x="10386257" y="1022912"/>
                <a:ext cx="111960" cy="3164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F316B4-72A5-9F09-2BDE-E4935C8B570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68617" y="1005272"/>
                  <a:ext cx="14760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8BAA997-8BC2-0EBE-4F11-56BECCED533C}"/>
                    </a:ext>
                  </a:extLst>
                </p14:cNvPr>
                <p14:cNvContentPartPr/>
                <p14:nvPr/>
              </p14:nvContentPartPr>
              <p14:xfrm>
                <a:off x="10366457" y="1216952"/>
                <a:ext cx="101880" cy="57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8BAA997-8BC2-0EBE-4F11-56BECCED533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48457" y="1199312"/>
                  <a:ext cx="13752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DCE819E-6B1E-204A-6A12-26BB2110EC51}"/>
                    </a:ext>
                  </a:extLst>
                </p14:cNvPr>
                <p14:cNvContentPartPr/>
                <p14:nvPr/>
              </p14:nvContentPartPr>
              <p14:xfrm>
                <a:off x="10565537" y="1209752"/>
                <a:ext cx="99720" cy="110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DCE819E-6B1E-204A-6A12-26BB2110EC5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547897" y="1191752"/>
                  <a:ext cx="135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F8B65F1-27DB-9B44-16A4-C504A93C244D}"/>
                    </a:ext>
                  </a:extLst>
                </p14:cNvPr>
                <p14:cNvContentPartPr/>
                <p14:nvPr/>
              </p14:nvContentPartPr>
              <p14:xfrm>
                <a:off x="10722857" y="1220192"/>
                <a:ext cx="151560" cy="123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F8B65F1-27DB-9B44-16A4-C504A93C244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705217" y="1202552"/>
                  <a:ext cx="187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13D481F-81BB-5B0B-99DE-6044B839E6EB}"/>
                    </a:ext>
                  </a:extLst>
                </p14:cNvPr>
                <p14:cNvContentPartPr/>
                <p14:nvPr/>
              </p14:nvContentPartPr>
              <p14:xfrm>
                <a:off x="10947857" y="1248992"/>
                <a:ext cx="15480" cy="12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13D481F-81BB-5B0B-99DE-6044B839E6E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930217" y="1231352"/>
                  <a:ext cx="511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715590A-0D4D-E73E-EEF3-936FC7FD2D77}"/>
                    </a:ext>
                  </a:extLst>
                </p14:cNvPr>
                <p14:cNvContentPartPr/>
                <p14:nvPr/>
              </p14:nvContentPartPr>
              <p14:xfrm>
                <a:off x="10963697" y="1250072"/>
                <a:ext cx="1800" cy="4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715590A-0D4D-E73E-EEF3-936FC7FD2D7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945697" y="1232432"/>
                  <a:ext cx="374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E50DB44-8410-0F03-E606-3049EF206F40}"/>
                    </a:ext>
                  </a:extLst>
                </p14:cNvPr>
                <p14:cNvContentPartPr/>
                <p14:nvPr/>
              </p14:nvContentPartPr>
              <p14:xfrm>
                <a:off x="10953617" y="1128752"/>
                <a:ext cx="70200" cy="207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E50DB44-8410-0F03-E606-3049EF206F4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935977" y="1110752"/>
                  <a:ext cx="1058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E1D55DB-35CA-7BEA-F077-5FD48122407A}"/>
                    </a:ext>
                  </a:extLst>
                </p14:cNvPr>
                <p14:cNvContentPartPr/>
                <p14:nvPr/>
              </p14:nvContentPartPr>
              <p14:xfrm>
                <a:off x="10959017" y="1246472"/>
                <a:ext cx="283320" cy="1040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E1D55DB-35CA-7BEA-F077-5FD48122407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941017" y="1228472"/>
                  <a:ext cx="318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A68D88-CD8D-249A-4DE5-E65B27E923D8}"/>
                    </a:ext>
                  </a:extLst>
                </p14:cNvPr>
                <p14:cNvContentPartPr/>
                <p14:nvPr/>
              </p14:nvContentPartPr>
              <p14:xfrm>
                <a:off x="11201297" y="1270232"/>
                <a:ext cx="74160" cy="105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A68D88-CD8D-249A-4DE5-E65B27E923D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183297" y="1252592"/>
                  <a:ext cx="1098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3B0B0BB-439A-22EB-3F58-4AE02D04C074}"/>
                    </a:ext>
                  </a:extLst>
                </p14:cNvPr>
                <p14:cNvContentPartPr/>
                <p14:nvPr/>
              </p14:nvContentPartPr>
              <p14:xfrm>
                <a:off x="11321177" y="1272392"/>
                <a:ext cx="81360" cy="105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3B0B0BB-439A-22EB-3F58-4AE02D04C07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1303537" y="1254392"/>
                  <a:ext cx="1170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4A65582-5FC4-FADB-FCD9-F5165103EFC9}"/>
                    </a:ext>
                  </a:extLst>
                </p14:cNvPr>
                <p14:cNvContentPartPr/>
                <p14:nvPr/>
              </p14:nvContentPartPr>
              <p14:xfrm>
                <a:off x="11451497" y="1271312"/>
                <a:ext cx="75600" cy="86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4A65582-5FC4-FADB-FCD9-F5165103EFC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433857" y="1253312"/>
                  <a:ext cx="1112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E6E0DFC-962D-DC22-F486-989AE7A80B39}"/>
                    </a:ext>
                  </a:extLst>
                </p14:cNvPr>
                <p14:cNvContentPartPr/>
                <p14:nvPr/>
              </p14:nvContentPartPr>
              <p14:xfrm>
                <a:off x="11635097" y="1223792"/>
                <a:ext cx="115200" cy="219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E6E0DFC-962D-DC22-F486-989AE7A80B3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617097" y="1205792"/>
                  <a:ext cx="150840" cy="25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A6D06EA-32AB-9522-BB36-07C0AA735358}"/>
              </a:ext>
            </a:extLst>
          </p:cNvPr>
          <p:cNvGrpSpPr/>
          <p:nvPr/>
        </p:nvGrpSpPr>
        <p:grpSpPr>
          <a:xfrm>
            <a:off x="9885137" y="1666592"/>
            <a:ext cx="1248120" cy="452160"/>
            <a:chOff x="9885137" y="1666592"/>
            <a:chExt cx="1248120" cy="45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BD18C3-6FB8-5A81-A74E-1D5250DF15D6}"/>
                    </a:ext>
                  </a:extLst>
                </p14:cNvPr>
                <p14:cNvContentPartPr/>
                <p14:nvPr/>
              </p14:nvContentPartPr>
              <p14:xfrm>
                <a:off x="10026617" y="1829312"/>
                <a:ext cx="16200" cy="151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BD18C3-6FB8-5A81-A74E-1D5250DF15D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008617" y="1811672"/>
                  <a:ext cx="518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37DCDA9-7342-204F-4E18-A934E323CABA}"/>
                    </a:ext>
                  </a:extLst>
                </p14:cNvPr>
                <p14:cNvContentPartPr/>
                <p14:nvPr/>
              </p14:nvContentPartPr>
              <p14:xfrm>
                <a:off x="9885137" y="1666592"/>
                <a:ext cx="407520" cy="452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37DCDA9-7342-204F-4E18-A934E323CAB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67497" y="1648952"/>
                  <a:ext cx="44316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4BF9C13-0F3C-88F6-5327-BF69592F2430}"/>
                    </a:ext>
                  </a:extLst>
                </p14:cNvPr>
                <p14:cNvContentPartPr/>
                <p14:nvPr/>
              </p14:nvContentPartPr>
              <p14:xfrm>
                <a:off x="10442057" y="1767392"/>
                <a:ext cx="37800" cy="210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4BF9C13-0F3C-88F6-5327-BF69592F243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424417" y="1749392"/>
                  <a:ext cx="7344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854FF39-5B53-04FE-BA83-FD75F2C760D7}"/>
                    </a:ext>
                  </a:extLst>
                </p14:cNvPr>
                <p14:cNvContentPartPr/>
                <p14:nvPr/>
              </p14:nvContentPartPr>
              <p14:xfrm>
                <a:off x="10471217" y="1715912"/>
                <a:ext cx="192240" cy="160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854FF39-5B53-04FE-BA83-FD75F2C760D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453217" y="1697912"/>
                  <a:ext cx="2278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F47D92B-86EE-4A54-FB60-95171EF298E5}"/>
                    </a:ext>
                  </a:extLst>
                </p14:cNvPr>
                <p14:cNvContentPartPr/>
                <p14:nvPr/>
              </p14:nvContentPartPr>
              <p14:xfrm>
                <a:off x="10720697" y="1749752"/>
                <a:ext cx="37800" cy="2098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F47D92B-86EE-4A54-FB60-95171EF298E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703057" y="1731752"/>
                  <a:ext cx="734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5A55B9-3F61-AAD2-DC1F-76572155A268}"/>
                    </a:ext>
                  </a:extLst>
                </p14:cNvPr>
                <p14:cNvContentPartPr/>
                <p14:nvPr/>
              </p14:nvContentPartPr>
              <p14:xfrm>
                <a:off x="10734377" y="1724552"/>
                <a:ext cx="210240" cy="165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5A55B9-3F61-AAD2-DC1F-76572155A26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716377" y="1706552"/>
                  <a:ext cx="2458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3F0DA35-D6C5-735E-1D23-EA96529BA895}"/>
                    </a:ext>
                  </a:extLst>
                </p14:cNvPr>
                <p14:cNvContentPartPr/>
                <p14:nvPr/>
              </p14:nvContentPartPr>
              <p14:xfrm>
                <a:off x="11052257" y="1720232"/>
                <a:ext cx="81000" cy="205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3F0DA35-D6C5-735E-1D23-EA96529BA89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034257" y="1702232"/>
                  <a:ext cx="116640" cy="2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910B45CE-79FB-864C-CF6E-52402A5E906C}"/>
              </a:ext>
            </a:extLst>
          </p:cNvPr>
          <p:cNvGrpSpPr/>
          <p:nvPr/>
        </p:nvGrpSpPr>
        <p:grpSpPr>
          <a:xfrm>
            <a:off x="7021337" y="2142872"/>
            <a:ext cx="5058360" cy="1525320"/>
            <a:chOff x="7021337" y="2142872"/>
            <a:chExt cx="5058360" cy="152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4BBEFA7-8EA7-F6BF-4718-187D2AC57646}"/>
                    </a:ext>
                  </a:extLst>
                </p14:cNvPr>
                <p14:cNvContentPartPr/>
                <p14:nvPr/>
              </p14:nvContentPartPr>
              <p14:xfrm>
                <a:off x="7021337" y="2284712"/>
                <a:ext cx="2729880" cy="861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4BBEFA7-8EA7-F6BF-4718-187D2AC5764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003697" y="2266712"/>
                  <a:ext cx="276552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8944D3-9602-F7B9-7013-B60EF9D8D05C}"/>
                    </a:ext>
                  </a:extLst>
                </p14:cNvPr>
                <p14:cNvContentPartPr/>
                <p14:nvPr/>
              </p14:nvContentPartPr>
              <p14:xfrm>
                <a:off x="9584897" y="2240792"/>
                <a:ext cx="144000" cy="209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8944D3-9602-F7B9-7013-B60EF9D8D05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566897" y="2222792"/>
                  <a:ext cx="1796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C1FF306-1F9E-20C6-4667-4989508300C8}"/>
                    </a:ext>
                  </a:extLst>
                </p14:cNvPr>
                <p14:cNvContentPartPr/>
                <p14:nvPr/>
              </p14:nvContentPartPr>
              <p14:xfrm>
                <a:off x="10014737" y="2379392"/>
                <a:ext cx="172080" cy="161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C1FF306-1F9E-20C6-4667-4989508300C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996737" y="2361752"/>
                  <a:ext cx="20772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8A94DFD-C31F-A99A-92CE-36EB3E659C43}"/>
                    </a:ext>
                  </a:extLst>
                </p14:cNvPr>
                <p14:cNvContentPartPr/>
                <p14:nvPr/>
              </p14:nvContentPartPr>
              <p14:xfrm>
                <a:off x="10083497" y="2811032"/>
                <a:ext cx="140040" cy="262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8A94DFD-C31F-A99A-92CE-36EB3E659C4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065497" y="2793392"/>
                  <a:ext cx="1756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BE20B45-E185-2877-BB4F-7A1B62A399A9}"/>
                    </a:ext>
                  </a:extLst>
                </p14:cNvPr>
                <p14:cNvContentPartPr/>
                <p14:nvPr/>
              </p14:nvContentPartPr>
              <p14:xfrm>
                <a:off x="10559417" y="2368592"/>
                <a:ext cx="25200" cy="1504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BE20B45-E185-2877-BB4F-7A1B62A399A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541417" y="2350952"/>
                  <a:ext cx="608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B907FFD-8961-8A6E-BCE2-F6A3E3C8F6FC}"/>
                    </a:ext>
                  </a:extLst>
                </p14:cNvPr>
                <p14:cNvContentPartPr/>
                <p14:nvPr/>
              </p14:nvContentPartPr>
              <p14:xfrm>
                <a:off x="10567337" y="2314232"/>
                <a:ext cx="119520" cy="1494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B907FFD-8961-8A6E-BCE2-F6A3E3C8F6F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549697" y="2296232"/>
                  <a:ext cx="1551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EE5356-8573-2F41-2931-861FB3A62ACB}"/>
                    </a:ext>
                  </a:extLst>
                </p14:cNvPr>
                <p14:cNvContentPartPr/>
                <p14:nvPr/>
              </p14:nvContentPartPr>
              <p14:xfrm>
                <a:off x="10726457" y="2333312"/>
                <a:ext cx="121320" cy="131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EE5356-8573-2F41-2931-861FB3A62ACB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708817" y="2315672"/>
                  <a:ext cx="156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FBA768-2B8A-18EC-1596-1421AD0A6D44}"/>
                    </a:ext>
                  </a:extLst>
                </p14:cNvPr>
                <p14:cNvContentPartPr/>
                <p14:nvPr/>
              </p14:nvContentPartPr>
              <p14:xfrm>
                <a:off x="10933097" y="2371472"/>
                <a:ext cx="94680" cy="70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FBA768-2B8A-18EC-1596-1421AD0A6D4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915457" y="2353472"/>
                  <a:ext cx="1303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AB62DDE-FA24-97D8-4385-8E3D9E440D0A}"/>
                    </a:ext>
                  </a:extLst>
                </p14:cNvPr>
                <p14:cNvContentPartPr/>
                <p14:nvPr/>
              </p14:nvContentPartPr>
              <p14:xfrm>
                <a:off x="11085377" y="2246912"/>
                <a:ext cx="29880" cy="183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AB62DDE-FA24-97D8-4385-8E3D9E440D0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067377" y="2228912"/>
                  <a:ext cx="655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D84DE42-3868-EBAF-8A5D-02D3D7A540D3}"/>
                    </a:ext>
                  </a:extLst>
                </p14:cNvPr>
                <p14:cNvContentPartPr/>
                <p14:nvPr/>
              </p14:nvContentPartPr>
              <p14:xfrm>
                <a:off x="11120657" y="2302352"/>
                <a:ext cx="87480" cy="102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D84DE42-3868-EBAF-8A5D-02D3D7A540D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102657" y="2284352"/>
                  <a:ext cx="123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52C178E-7B09-3E26-57DF-3B9617F4BF30}"/>
                    </a:ext>
                  </a:extLst>
                </p14:cNvPr>
                <p14:cNvContentPartPr/>
                <p14:nvPr/>
              </p14:nvContentPartPr>
              <p14:xfrm>
                <a:off x="11274737" y="2317832"/>
                <a:ext cx="112680" cy="184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52C178E-7B09-3E26-57DF-3B9617F4BF3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56737" y="2300192"/>
                  <a:ext cx="14832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5F55BAE-3133-D017-70E6-BC3C599BD943}"/>
                    </a:ext>
                  </a:extLst>
                </p14:cNvPr>
                <p14:cNvContentPartPr/>
                <p14:nvPr/>
              </p14:nvContentPartPr>
              <p14:xfrm>
                <a:off x="10856417" y="2584952"/>
                <a:ext cx="33840" cy="207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5F55BAE-3133-D017-70E6-BC3C599BD943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838777" y="2566952"/>
                  <a:ext cx="69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2DECBD3-E410-1B5F-2577-484A7394A1A7}"/>
                    </a:ext>
                  </a:extLst>
                </p14:cNvPr>
                <p14:cNvContentPartPr/>
                <p14:nvPr/>
              </p14:nvContentPartPr>
              <p14:xfrm>
                <a:off x="10809257" y="2670632"/>
                <a:ext cx="113040" cy="428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2DECBD3-E410-1B5F-2577-484A7394A1A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91257" y="2652992"/>
                  <a:ext cx="1486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CC17FA2-033D-F561-6224-FFAA4EF5CD18}"/>
                    </a:ext>
                  </a:extLst>
                </p14:cNvPr>
                <p14:cNvContentPartPr/>
                <p14:nvPr/>
              </p14:nvContentPartPr>
              <p14:xfrm>
                <a:off x="11044697" y="2616632"/>
                <a:ext cx="91440" cy="108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CC17FA2-033D-F561-6224-FFAA4EF5CD1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027057" y="2598992"/>
                  <a:ext cx="1270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CDE124-71EE-0D62-16B8-A0F0B6D09057}"/>
                    </a:ext>
                  </a:extLst>
                </p14:cNvPr>
                <p14:cNvContentPartPr/>
                <p14:nvPr/>
              </p14:nvContentPartPr>
              <p14:xfrm>
                <a:off x="11247737" y="2615192"/>
                <a:ext cx="297720" cy="892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CDE124-71EE-0D62-16B8-A0F0B6D0905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230097" y="2597192"/>
                  <a:ext cx="3333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503B18C-C435-E3B6-A252-D2A0AB0A0D80}"/>
                    </a:ext>
                  </a:extLst>
                </p14:cNvPr>
                <p14:cNvContentPartPr/>
                <p14:nvPr/>
              </p14:nvContentPartPr>
              <p14:xfrm>
                <a:off x="11663537" y="2526632"/>
                <a:ext cx="33840" cy="1868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503B18C-C435-E3B6-A252-D2A0AB0A0D8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45537" y="2508992"/>
                  <a:ext cx="69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655D62-AFF7-D5D3-61B1-A1B2684CF612}"/>
                    </a:ext>
                  </a:extLst>
                </p14:cNvPr>
                <p14:cNvContentPartPr/>
                <p14:nvPr/>
              </p14:nvContentPartPr>
              <p14:xfrm>
                <a:off x="11665697" y="2473712"/>
                <a:ext cx="93960" cy="106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655D62-AFF7-D5D3-61B1-A1B2684CF61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647697" y="2455712"/>
                  <a:ext cx="1296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01CC182-B6BD-AD8A-71C5-220498B8C3EE}"/>
                    </a:ext>
                  </a:extLst>
                </p14:cNvPr>
                <p14:cNvContentPartPr/>
                <p14:nvPr/>
              </p14:nvContentPartPr>
              <p14:xfrm>
                <a:off x="11787017" y="2517632"/>
                <a:ext cx="96840" cy="172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01CC182-B6BD-AD8A-71C5-220498B8C3E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769377" y="2499992"/>
                  <a:ext cx="132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D5C2E51-2256-5D73-9C40-8F4E3F197A4E}"/>
                    </a:ext>
                  </a:extLst>
                </p14:cNvPr>
                <p14:cNvContentPartPr/>
                <p14:nvPr/>
              </p14:nvContentPartPr>
              <p14:xfrm>
                <a:off x="11970617" y="2507192"/>
                <a:ext cx="27360" cy="183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D5C2E51-2256-5D73-9C40-8F4E3F197A4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952617" y="2489192"/>
                  <a:ext cx="630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FF10C9A-686D-7A89-62AF-C363479EACBA}"/>
                    </a:ext>
                  </a:extLst>
                </p14:cNvPr>
                <p14:cNvContentPartPr/>
                <p14:nvPr/>
              </p14:nvContentPartPr>
              <p14:xfrm>
                <a:off x="11961257" y="2506472"/>
                <a:ext cx="118440" cy="192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FF10C9A-686D-7A89-62AF-C363479EACB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943257" y="2488832"/>
                  <a:ext cx="1540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CB2F3AB-2C0B-5D23-C971-F9A526930BA6}"/>
                    </a:ext>
                  </a:extLst>
                </p14:cNvPr>
                <p14:cNvContentPartPr/>
                <p14:nvPr/>
              </p14:nvContentPartPr>
              <p14:xfrm>
                <a:off x="9838697" y="2142872"/>
                <a:ext cx="520560" cy="518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CB2F3AB-2C0B-5D23-C971-F9A526930BA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821057" y="2124872"/>
                  <a:ext cx="556200" cy="55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929D838-29E1-0884-87BC-C0F1A1A4B921}"/>
                    </a:ext>
                  </a:extLst>
                </p14:cNvPr>
                <p14:cNvContentPartPr/>
                <p14:nvPr/>
              </p14:nvContentPartPr>
              <p14:xfrm>
                <a:off x="9889097" y="2696192"/>
                <a:ext cx="555840" cy="506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929D838-29E1-0884-87BC-C0F1A1A4B92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871097" y="2678552"/>
                  <a:ext cx="59148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CBF9612-61C7-63B8-B44E-DB3B65337AEC}"/>
                    </a:ext>
                  </a:extLst>
                </p14:cNvPr>
                <p14:cNvContentPartPr/>
                <p14:nvPr/>
              </p14:nvContentPartPr>
              <p14:xfrm>
                <a:off x="10214177" y="3407912"/>
                <a:ext cx="109080" cy="1044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CBF9612-61C7-63B8-B44E-DB3B65337AEC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196537" y="3389912"/>
                  <a:ext cx="1447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B95FB7-0570-BAE6-6226-D910F4DABCCF}"/>
                    </a:ext>
                  </a:extLst>
                </p14:cNvPr>
                <p14:cNvContentPartPr/>
                <p14:nvPr/>
              </p14:nvContentPartPr>
              <p14:xfrm>
                <a:off x="10320377" y="3420872"/>
                <a:ext cx="18000" cy="156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B95FB7-0570-BAE6-6226-D910F4DABCC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302377" y="3403232"/>
                  <a:ext cx="536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09F8656-06AA-61FE-0814-9876AE764EC6}"/>
                    </a:ext>
                  </a:extLst>
                </p14:cNvPr>
                <p14:cNvContentPartPr/>
                <p14:nvPr/>
              </p14:nvContentPartPr>
              <p14:xfrm>
                <a:off x="10036697" y="3224312"/>
                <a:ext cx="520200" cy="443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09F8656-06AA-61FE-0814-9876AE764EC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018697" y="3206312"/>
                  <a:ext cx="555840" cy="47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DB76821-D84F-FAB7-CAC7-C1F0DCAE5BD2}"/>
              </a:ext>
            </a:extLst>
          </p:cNvPr>
          <p:cNvGrpSpPr/>
          <p:nvPr/>
        </p:nvGrpSpPr>
        <p:grpSpPr>
          <a:xfrm>
            <a:off x="10726097" y="3255272"/>
            <a:ext cx="1163160" cy="624600"/>
            <a:chOff x="10726097" y="3255272"/>
            <a:chExt cx="1163160" cy="62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780F0F8-381E-1717-5A67-1FD6586E2567}"/>
                    </a:ext>
                  </a:extLst>
                </p14:cNvPr>
                <p14:cNvContentPartPr/>
                <p14:nvPr/>
              </p14:nvContentPartPr>
              <p14:xfrm>
                <a:off x="10726097" y="3381992"/>
                <a:ext cx="108000" cy="151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780F0F8-381E-1717-5A67-1FD6586E256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708097" y="3364352"/>
                  <a:ext cx="1436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4B2F6D9-9092-778F-544F-E843DA134EE0}"/>
                    </a:ext>
                  </a:extLst>
                </p14:cNvPr>
                <p14:cNvContentPartPr/>
                <p14:nvPr/>
              </p14:nvContentPartPr>
              <p14:xfrm>
                <a:off x="10887377" y="3412592"/>
                <a:ext cx="107280" cy="235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4B2F6D9-9092-778F-544F-E843DA134EE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869377" y="3394592"/>
                  <a:ext cx="1429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809B40B-418A-D249-7AA7-1D96F5ADCBCE}"/>
                    </a:ext>
                  </a:extLst>
                </p14:cNvPr>
                <p14:cNvContentPartPr/>
                <p14:nvPr/>
              </p14:nvContentPartPr>
              <p14:xfrm>
                <a:off x="10968017" y="3377672"/>
                <a:ext cx="76320" cy="88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809B40B-418A-D249-7AA7-1D96F5ADCBC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950377" y="3360032"/>
                  <a:ext cx="111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2FEB766-994A-2C33-D36C-2A4017536444}"/>
                    </a:ext>
                  </a:extLst>
                </p14:cNvPr>
                <p14:cNvContentPartPr/>
                <p14:nvPr/>
              </p14:nvContentPartPr>
              <p14:xfrm>
                <a:off x="11001137" y="3383792"/>
                <a:ext cx="186480" cy="86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2FEB766-994A-2C33-D36C-2A401753644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983137" y="3366152"/>
                  <a:ext cx="2221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8EF33B2-A3AB-B23D-4C6D-95B1ECDC1789}"/>
                    </a:ext>
                  </a:extLst>
                </p14:cNvPr>
                <p14:cNvContentPartPr/>
                <p14:nvPr/>
              </p14:nvContentPartPr>
              <p14:xfrm>
                <a:off x="11249897" y="3378032"/>
                <a:ext cx="53640" cy="105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8EF33B2-A3AB-B23D-4C6D-95B1ECDC178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231897" y="3360032"/>
                  <a:ext cx="892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FCB3CFB-43A1-95F9-6062-FB3F38938191}"/>
                    </a:ext>
                  </a:extLst>
                </p14:cNvPr>
                <p14:cNvContentPartPr/>
                <p14:nvPr/>
              </p14:nvContentPartPr>
              <p14:xfrm>
                <a:off x="11370137" y="3295592"/>
                <a:ext cx="64440" cy="1771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FCB3CFB-43A1-95F9-6062-FB3F3893819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352137" y="3277952"/>
                  <a:ext cx="1000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DF586AF-3035-689C-343D-6A0913ED99AB}"/>
                    </a:ext>
                  </a:extLst>
                </p14:cNvPr>
                <p14:cNvContentPartPr/>
                <p14:nvPr/>
              </p14:nvContentPartPr>
              <p14:xfrm>
                <a:off x="11371577" y="3336992"/>
                <a:ext cx="51480" cy="86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DF586AF-3035-689C-343D-6A0913ED99A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353577" y="3319352"/>
                  <a:ext cx="871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787B696-E5FA-EF71-01A9-8CDB35068E3E}"/>
                    </a:ext>
                  </a:extLst>
                </p14:cNvPr>
                <p14:cNvContentPartPr/>
                <p14:nvPr/>
              </p14:nvContentPartPr>
              <p14:xfrm>
                <a:off x="11484977" y="3363992"/>
                <a:ext cx="57600" cy="80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787B696-E5FA-EF71-01A9-8CDB35068E3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467337" y="3345992"/>
                  <a:ext cx="932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E732F40-1DE8-5EFB-9828-198514B2A2C1}"/>
                    </a:ext>
                  </a:extLst>
                </p14:cNvPr>
                <p14:cNvContentPartPr/>
                <p14:nvPr/>
              </p14:nvContentPartPr>
              <p14:xfrm>
                <a:off x="11579297" y="3362552"/>
                <a:ext cx="91440" cy="788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E732F40-1DE8-5EFB-9828-198514B2A2C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561657" y="3344552"/>
                  <a:ext cx="1270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E574E60-FD2E-BD23-4A19-6B07AA13655B}"/>
                    </a:ext>
                  </a:extLst>
                </p14:cNvPr>
                <p14:cNvContentPartPr/>
                <p14:nvPr/>
              </p14:nvContentPartPr>
              <p14:xfrm>
                <a:off x="11736257" y="3255272"/>
                <a:ext cx="40320" cy="216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E574E60-FD2E-BD23-4A19-6B07AA13655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718617" y="3237272"/>
                  <a:ext cx="75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4A66A4D-CEA5-A4F9-F62C-3CAFD779AC55}"/>
                    </a:ext>
                  </a:extLst>
                </p14:cNvPr>
                <p14:cNvContentPartPr/>
                <p14:nvPr/>
              </p14:nvContentPartPr>
              <p14:xfrm>
                <a:off x="11148017" y="3730472"/>
                <a:ext cx="119880" cy="149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4A66A4D-CEA5-A4F9-F62C-3CAFD779AC5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130377" y="3712832"/>
                  <a:ext cx="155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327BEAD-7910-5BAD-C33A-54F58797497F}"/>
                    </a:ext>
                  </a:extLst>
                </p14:cNvPr>
                <p14:cNvContentPartPr/>
                <p14:nvPr/>
              </p14:nvContentPartPr>
              <p14:xfrm>
                <a:off x="11405777" y="3777272"/>
                <a:ext cx="29520" cy="720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327BEAD-7910-5BAD-C33A-54F58797497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388137" y="3759272"/>
                  <a:ext cx="651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FE1C30A-EA54-3D01-B1B0-3DACA0CFA202}"/>
                    </a:ext>
                  </a:extLst>
                </p14:cNvPr>
                <p14:cNvContentPartPr/>
                <p14:nvPr/>
              </p14:nvContentPartPr>
              <p14:xfrm>
                <a:off x="11405417" y="3639752"/>
                <a:ext cx="7560" cy="180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FE1C30A-EA54-3D01-B1B0-3DACA0CFA20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387417" y="3622112"/>
                  <a:ext cx="43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CBB8EC-8BC8-1305-FA2F-2A485E2977EA}"/>
                    </a:ext>
                  </a:extLst>
                </p14:cNvPr>
                <p14:cNvContentPartPr/>
                <p14:nvPr/>
              </p14:nvContentPartPr>
              <p14:xfrm>
                <a:off x="11497217" y="3726512"/>
                <a:ext cx="146160" cy="795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CBB8EC-8BC8-1305-FA2F-2A485E2977E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479577" y="3708872"/>
                  <a:ext cx="181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4918E3-4BB3-16F0-263E-81FDD614D4AB}"/>
                    </a:ext>
                  </a:extLst>
                </p14:cNvPr>
                <p14:cNvContentPartPr/>
                <p14:nvPr/>
              </p14:nvContentPartPr>
              <p14:xfrm>
                <a:off x="11721857" y="3685472"/>
                <a:ext cx="90720" cy="153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4918E3-4BB3-16F0-263E-81FDD614D4A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703857" y="3667832"/>
                  <a:ext cx="1263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3791B62-8551-245E-0B15-E4C8AB5B025E}"/>
                    </a:ext>
                  </a:extLst>
                </p14:cNvPr>
                <p14:cNvContentPartPr/>
                <p14:nvPr/>
              </p14:nvContentPartPr>
              <p14:xfrm>
                <a:off x="11867657" y="3803552"/>
                <a:ext cx="21600" cy="169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3791B62-8551-245E-0B15-E4C8AB5B025E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850017" y="3785912"/>
                  <a:ext cx="57240" cy="5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986876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7C4B2-C040-CA5C-1058-1071CF351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Holdout Method for training, validation, and testing</a:t>
            </a:r>
          </a:p>
        </p:txBody>
      </p:sp>
      <p:pic>
        <p:nvPicPr>
          <p:cNvPr id="6" name="Content Placeholder 5" descr="A diagram of a training model&#10;&#10;Description automatically generated">
            <a:extLst>
              <a:ext uri="{FF2B5EF4-FFF2-40B4-BE49-F238E27FC236}">
                <a16:creationId xmlns:a16="http://schemas.microsoft.com/office/drawing/2014/main" id="{C6F0D66A-115B-7F68-CD8B-26D6A9E39A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744" y="1174271"/>
            <a:ext cx="10083432" cy="471296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9B368-C1B8-ADE1-CD94-898BD0B45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85545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FC4F-EB40-3277-AE37-C416546A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balance</a:t>
            </a:r>
          </a:p>
        </p:txBody>
      </p:sp>
      <p:pic>
        <p:nvPicPr>
          <p:cNvPr id="6" name="Content Placeholder 5" descr="A graph showing a field and a blue circle&#10;&#10;Description automatically generated with medium confidence">
            <a:extLst>
              <a:ext uri="{FF2B5EF4-FFF2-40B4-BE49-F238E27FC236}">
                <a16:creationId xmlns:a16="http://schemas.microsoft.com/office/drawing/2014/main" id="{C8D9A18E-ED71-0114-51BC-921A5F01AA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440" y="935279"/>
            <a:ext cx="7703323" cy="36031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FD07E-BD15-2B2D-A723-56410B4C8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model&#10;&#10;Description automatically generated">
            <a:extLst>
              <a:ext uri="{FF2B5EF4-FFF2-40B4-BE49-F238E27FC236}">
                <a16:creationId xmlns:a16="http://schemas.microsoft.com/office/drawing/2014/main" id="{FBB2C19F-9A06-028D-1EBC-5951E927D2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498" y="3817710"/>
            <a:ext cx="5343840" cy="274497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3F0FBDB-A6FD-4245-F8D8-F3D6ED6E2EE9}"/>
                  </a:ext>
                </a:extLst>
              </p14:cNvPr>
              <p14:cNvContentPartPr/>
              <p14:nvPr/>
            </p14:nvContentPartPr>
            <p14:xfrm>
              <a:off x="9108977" y="3450392"/>
              <a:ext cx="152280" cy="2620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3F0FBDB-A6FD-4245-F8D8-F3D6ED6E2EE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90977" y="3432752"/>
                <a:ext cx="187920" cy="29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D3E88FE3-DF73-C194-0856-31B89FE1758C}"/>
              </a:ext>
            </a:extLst>
          </p:cNvPr>
          <p:cNvGrpSpPr/>
          <p:nvPr/>
        </p:nvGrpSpPr>
        <p:grpSpPr>
          <a:xfrm>
            <a:off x="9468617" y="3446432"/>
            <a:ext cx="785520" cy="298080"/>
            <a:chOff x="9468617" y="3446432"/>
            <a:chExt cx="78552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6406A67-C66D-2A6A-1897-9F3A87AD40BD}"/>
                    </a:ext>
                  </a:extLst>
                </p14:cNvPr>
                <p14:cNvContentPartPr/>
                <p14:nvPr/>
              </p14:nvContentPartPr>
              <p14:xfrm>
                <a:off x="9468617" y="3446432"/>
                <a:ext cx="240840" cy="207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6406A67-C66D-2A6A-1897-9F3A87AD40B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50977" y="3428432"/>
                  <a:ext cx="2764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AD5DBEC-46F9-D860-C5B8-0542AED626DC}"/>
                    </a:ext>
                  </a:extLst>
                </p14:cNvPr>
                <p14:cNvContentPartPr/>
                <p14:nvPr/>
              </p14:nvContentPartPr>
              <p14:xfrm>
                <a:off x="9799457" y="3539672"/>
                <a:ext cx="165960" cy="97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AD5DBEC-46F9-D860-C5B8-0542AED626D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81457" y="3521672"/>
                  <a:ext cx="2016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CBF3EFA-B00C-B297-B5B5-8E1FFDC6332C}"/>
                    </a:ext>
                  </a:extLst>
                </p14:cNvPr>
                <p14:cNvContentPartPr/>
                <p14:nvPr/>
              </p14:nvContentPartPr>
              <p14:xfrm>
                <a:off x="9981617" y="3526712"/>
                <a:ext cx="92520" cy="217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CBF3EFA-B00C-B297-B5B5-8E1FFDC6332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63617" y="3509072"/>
                  <a:ext cx="128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468554F-73E0-B24E-6ABB-E56F15C5CFB4}"/>
                    </a:ext>
                  </a:extLst>
                </p14:cNvPr>
                <p14:cNvContentPartPr/>
                <p14:nvPr/>
              </p14:nvContentPartPr>
              <p14:xfrm>
                <a:off x="10221377" y="3510872"/>
                <a:ext cx="32760" cy="160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468554F-73E0-B24E-6ABB-E56F15C5CFB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203377" y="3493232"/>
                  <a:ext cx="6840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EDFFED3-E3D5-A5F3-DA93-EF59B7AB505D}"/>
              </a:ext>
            </a:extLst>
          </p:cNvPr>
          <p:cNvGrpSpPr/>
          <p:nvPr/>
        </p:nvGrpSpPr>
        <p:grpSpPr>
          <a:xfrm>
            <a:off x="10591817" y="3429512"/>
            <a:ext cx="325080" cy="248400"/>
            <a:chOff x="10591817" y="3429512"/>
            <a:chExt cx="32508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32CC301-3222-54F8-54E5-B16E47D1A1EA}"/>
                    </a:ext>
                  </a:extLst>
                </p14:cNvPr>
                <p14:cNvContentPartPr/>
                <p14:nvPr/>
              </p14:nvContentPartPr>
              <p14:xfrm>
                <a:off x="10662017" y="3429512"/>
                <a:ext cx="17640" cy="248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32CC301-3222-54F8-54E5-B16E47D1A1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644377" y="3411872"/>
                  <a:ext cx="532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FAFC0D1-7D1C-87F0-8FA0-E893E341CC4D}"/>
                    </a:ext>
                  </a:extLst>
                </p14:cNvPr>
                <p14:cNvContentPartPr/>
                <p14:nvPr/>
              </p14:nvContentPartPr>
              <p14:xfrm>
                <a:off x="10591817" y="3513392"/>
                <a:ext cx="127800" cy="568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FAFC0D1-7D1C-87F0-8FA0-E893E341CC4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573817" y="3495752"/>
                  <a:ext cx="1634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35669C2-3B80-A6B5-1F38-FE4CEF07D128}"/>
                    </a:ext>
                  </a:extLst>
                </p14:cNvPr>
                <p14:cNvContentPartPr/>
                <p14:nvPr/>
              </p14:nvContentPartPr>
              <p14:xfrm>
                <a:off x="10800257" y="3526352"/>
                <a:ext cx="116640" cy="1220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35669C2-3B80-A6B5-1F38-FE4CEF07D12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782257" y="3508352"/>
                  <a:ext cx="152280" cy="15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F6A278A-D159-79EE-366C-B2D663612D31}"/>
              </a:ext>
            </a:extLst>
          </p:cNvPr>
          <p:cNvGrpSpPr/>
          <p:nvPr/>
        </p:nvGrpSpPr>
        <p:grpSpPr>
          <a:xfrm>
            <a:off x="9403817" y="4029992"/>
            <a:ext cx="637920" cy="173880"/>
            <a:chOff x="9403817" y="4029992"/>
            <a:chExt cx="637920" cy="17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510B4DF-BD13-441E-AD15-23F8EB2D9D68}"/>
                    </a:ext>
                  </a:extLst>
                </p14:cNvPr>
                <p14:cNvContentPartPr/>
                <p14:nvPr/>
              </p14:nvContentPartPr>
              <p14:xfrm>
                <a:off x="9403817" y="4090832"/>
                <a:ext cx="311760" cy="113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510B4DF-BD13-441E-AD15-23F8EB2D9D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385817" y="4072832"/>
                  <a:ext cx="347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9A5E8E5-C4DD-9AB4-58C8-F8911ACC91D2}"/>
                    </a:ext>
                  </a:extLst>
                </p14:cNvPr>
                <p14:cNvContentPartPr/>
                <p14:nvPr/>
              </p14:nvContentPartPr>
              <p14:xfrm>
                <a:off x="9771377" y="4037192"/>
                <a:ext cx="109800" cy="128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9A5E8E5-C4DD-9AB4-58C8-F8911ACC91D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53377" y="4019192"/>
                  <a:ext cx="1454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711CB36-0B45-0EA2-1517-DE637B982ADF}"/>
                    </a:ext>
                  </a:extLst>
                </p14:cNvPr>
                <p14:cNvContentPartPr/>
                <p14:nvPr/>
              </p14:nvContentPartPr>
              <p14:xfrm>
                <a:off x="9913937" y="4029992"/>
                <a:ext cx="127800" cy="154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711CB36-0B45-0EA2-1517-DE637B982AD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95937" y="4012352"/>
                  <a:ext cx="1634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882E79B-34F7-59FF-A405-85FDF17F6220}"/>
              </a:ext>
            </a:extLst>
          </p:cNvPr>
          <p:cNvGrpSpPr/>
          <p:nvPr/>
        </p:nvGrpSpPr>
        <p:grpSpPr>
          <a:xfrm>
            <a:off x="10170617" y="4025312"/>
            <a:ext cx="730440" cy="205200"/>
            <a:chOff x="10170617" y="4025312"/>
            <a:chExt cx="73044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B4E6D1F-05A7-ADC5-549B-6AB7219E8028}"/>
                    </a:ext>
                  </a:extLst>
                </p14:cNvPr>
                <p14:cNvContentPartPr/>
                <p14:nvPr/>
              </p14:nvContentPartPr>
              <p14:xfrm>
                <a:off x="10170617" y="4025312"/>
                <a:ext cx="115200" cy="205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B4E6D1F-05A7-ADC5-549B-6AB7219E802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152977" y="4007312"/>
                  <a:ext cx="1508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23576FB-FA30-869B-4167-1B2C9396151F}"/>
                    </a:ext>
                  </a:extLst>
                </p14:cNvPr>
                <p14:cNvContentPartPr/>
                <p14:nvPr/>
              </p14:nvContentPartPr>
              <p14:xfrm>
                <a:off x="10341257" y="4088312"/>
                <a:ext cx="201240" cy="114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23576FB-FA30-869B-4167-1B2C939615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323617" y="4070672"/>
                  <a:ext cx="2368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951F9EA-65D8-D5A9-62F7-378C54428C76}"/>
                    </a:ext>
                  </a:extLst>
                </p14:cNvPr>
                <p14:cNvContentPartPr/>
                <p14:nvPr/>
              </p14:nvContentPartPr>
              <p14:xfrm>
                <a:off x="10636817" y="4071752"/>
                <a:ext cx="66600" cy="106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951F9EA-65D8-D5A9-62F7-378C54428C7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619177" y="4054112"/>
                  <a:ext cx="1022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F627367-D26F-36C3-A7BF-3E0787696F58}"/>
                    </a:ext>
                  </a:extLst>
                </p14:cNvPr>
                <p14:cNvContentPartPr/>
                <p14:nvPr/>
              </p14:nvContentPartPr>
              <p14:xfrm>
                <a:off x="10764257" y="4051592"/>
                <a:ext cx="136800" cy="111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F627367-D26F-36C3-A7BF-3E0787696F5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746617" y="4033952"/>
                  <a:ext cx="17244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27528A7-B054-83FC-D21B-273444AD5E46}"/>
              </a:ext>
            </a:extLst>
          </p:cNvPr>
          <p:cNvGrpSpPr/>
          <p:nvPr/>
        </p:nvGrpSpPr>
        <p:grpSpPr>
          <a:xfrm>
            <a:off x="9044177" y="4458392"/>
            <a:ext cx="1206360" cy="299880"/>
            <a:chOff x="9044177" y="4458392"/>
            <a:chExt cx="1206360" cy="29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E01907-4154-431A-23A0-E0CDBBD7CC5A}"/>
                    </a:ext>
                  </a:extLst>
                </p14:cNvPr>
                <p14:cNvContentPartPr/>
                <p14:nvPr/>
              </p14:nvContentPartPr>
              <p14:xfrm>
                <a:off x="9044177" y="4599152"/>
                <a:ext cx="388080" cy="159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E01907-4154-431A-23A0-E0CDBBD7CC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026177" y="4581512"/>
                  <a:ext cx="4237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06A81D-4403-C66A-FBD8-8E11A44D0FA4}"/>
                    </a:ext>
                  </a:extLst>
                </p14:cNvPr>
                <p14:cNvContentPartPr/>
                <p14:nvPr/>
              </p14:nvContentPartPr>
              <p14:xfrm>
                <a:off x="9557897" y="4595192"/>
                <a:ext cx="107640" cy="126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06A81D-4403-C66A-FBD8-8E11A44D0FA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539897" y="4577552"/>
                  <a:ext cx="1432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5BC1475-63F4-0960-B241-77A34A9E63DB}"/>
                    </a:ext>
                  </a:extLst>
                </p14:cNvPr>
                <p14:cNvContentPartPr/>
                <p14:nvPr/>
              </p14:nvContentPartPr>
              <p14:xfrm>
                <a:off x="9755537" y="4458392"/>
                <a:ext cx="150120" cy="234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5BC1475-63F4-0960-B241-77A34A9E63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737897" y="4440392"/>
                  <a:ext cx="18576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548E4AE-8C9F-6AEF-FA1A-BBEAF12E11DB}"/>
                    </a:ext>
                  </a:extLst>
                </p14:cNvPr>
                <p14:cNvContentPartPr/>
                <p14:nvPr/>
              </p14:nvContentPartPr>
              <p14:xfrm>
                <a:off x="9980177" y="4590872"/>
                <a:ext cx="65880" cy="109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548E4AE-8C9F-6AEF-FA1A-BBEAF12E11D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962177" y="4572872"/>
                  <a:ext cx="1015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57832E6-BADE-A89C-5A50-3A8334C453D8}"/>
                    </a:ext>
                  </a:extLst>
                </p14:cNvPr>
                <p14:cNvContentPartPr/>
                <p14:nvPr/>
              </p14:nvContentPartPr>
              <p14:xfrm>
                <a:off x="10214897" y="4466312"/>
                <a:ext cx="35640" cy="235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57832E6-BADE-A89C-5A50-3A8334C453D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197257" y="4448312"/>
                  <a:ext cx="71280" cy="271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0EAEE8E3-A232-7471-BE56-CD50C213FAE7}"/>
              </a:ext>
            </a:extLst>
          </p:cNvPr>
          <p:cNvGrpSpPr/>
          <p:nvPr/>
        </p:nvGrpSpPr>
        <p:grpSpPr>
          <a:xfrm>
            <a:off x="10631057" y="4420232"/>
            <a:ext cx="1710720" cy="375120"/>
            <a:chOff x="10631057" y="4420232"/>
            <a:chExt cx="171072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B7E39B-3E0C-257A-12E3-0AA06937DBF2}"/>
                    </a:ext>
                  </a:extLst>
                </p14:cNvPr>
                <p14:cNvContentPartPr/>
                <p14:nvPr/>
              </p14:nvContentPartPr>
              <p14:xfrm>
                <a:off x="10631057" y="4616432"/>
                <a:ext cx="76680" cy="178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B7E39B-3E0C-257A-12E3-0AA06937DBF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613417" y="4598432"/>
                  <a:ext cx="112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D255270-4F3A-5778-9686-C3AC139D58EB}"/>
                    </a:ext>
                  </a:extLst>
                </p14:cNvPr>
                <p14:cNvContentPartPr/>
                <p14:nvPr/>
              </p14:nvContentPartPr>
              <p14:xfrm>
                <a:off x="10638617" y="4543352"/>
                <a:ext cx="97920" cy="828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D255270-4F3A-5778-9686-C3AC139D58E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620617" y="4525712"/>
                  <a:ext cx="1335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237CD95-F9F6-546F-F4FF-30133A182C3A}"/>
                    </a:ext>
                  </a:extLst>
                </p14:cNvPr>
                <p14:cNvContentPartPr/>
                <p14:nvPr/>
              </p14:nvContentPartPr>
              <p14:xfrm>
                <a:off x="10797737" y="4546952"/>
                <a:ext cx="100080" cy="97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237CD95-F9F6-546F-F4FF-30133A182C3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80097" y="4528952"/>
                  <a:ext cx="1357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21297C-E0B1-4FC1-FBD3-3540EF8E261F}"/>
                    </a:ext>
                  </a:extLst>
                </p14:cNvPr>
                <p14:cNvContentPartPr/>
                <p14:nvPr/>
              </p14:nvContentPartPr>
              <p14:xfrm>
                <a:off x="10939577" y="4524992"/>
                <a:ext cx="60840" cy="1036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21297C-E0B1-4FC1-FBD3-3540EF8E26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921577" y="4506992"/>
                  <a:ext cx="96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F03CB43-7D41-B4CD-824B-1D66189E54B5}"/>
                    </a:ext>
                  </a:extLst>
                </p14:cNvPr>
                <p14:cNvContentPartPr/>
                <p14:nvPr/>
              </p14:nvContentPartPr>
              <p14:xfrm>
                <a:off x="11119577" y="4420232"/>
                <a:ext cx="74880" cy="309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F03CB43-7D41-B4CD-824B-1D66189E54B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01937" y="4402232"/>
                  <a:ext cx="11052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6E7DD9-A26E-2E3E-62E4-C21DCBF44EE6}"/>
                    </a:ext>
                  </a:extLst>
                </p14:cNvPr>
                <p14:cNvContentPartPr/>
                <p14:nvPr/>
              </p14:nvContentPartPr>
              <p14:xfrm>
                <a:off x="11071337" y="4559552"/>
                <a:ext cx="104760" cy="59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6E7DD9-A26E-2E3E-62E4-C21DCBF44EE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53337" y="4541552"/>
                  <a:ext cx="1404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11BCC45-432D-6348-69E2-CD24740D34D8}"/>
                    </a:ext>
                  </a:extLst>
                </p14:cNvPr>
                <p14:cNvContentPartPr/>
                <p14:nvPr/>
              </p14:nvContentPartPr>
              <p14:xfrm>
                <a:off x="11236217" y="4516352"/>
                <a:ext cx="76320" cy="134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11BCC45-432D-6348-69E2-CD24740D34D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218217" y="4498712"/>
                  <a:ext cx="111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9AB9FF4-6D64-5366-3FFD-D191746B385E}"/>
                    </a:ext>
                  </a:extLst>
                </p14:cNvPr>
                <p14:cNvContentPartPr/>
                <p14:nvPr/>
              </p14:nvContentPartPr>
              <p14:xfrm>
                <a:off x="11399297" y="4544072"/>
                <a:ext cx="70200" cy="71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9AB9FF4-6D64-5366-3FFD-D191746B385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381657" y="4526072"/>
                  <a:ext cx="1058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2F6BB97-1B4A-7396-0036-BBEA63554687}"/>
                    </a:ext>
                  </a:extLst>
                </p14:cNvPr>
                <p14:cNvContentPartPr/>
                <p14:nvPr/>
              </p14:nvContentPartPr>
              <p14:xfrm>
                <a:off x="11577497" y="4535792"/>
                <a:ext cx="167760" cy="95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2F6BB97-1B4A-7396-0036-BBEA6355468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559857" y="4517792"/>
                  <a:ext cx="203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B93E8CD-19D4-6213-EA6C-C5EF98747FBB}"/>
                    </a:ext>
                  </a:extLst>
                </p14:cNvPr>
                <p14:cNvContentPartPr/>
                <p14:nvPr/>
              </p14:nvContentPartPr>
              <p14:xfrm>
                <a:off x="11787737" y="4526072"/>
                <a:ext cx="235440" cy="85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B93E8CD-19D4-6213-EA6C-C5EF98747FB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770097" y="4508432"/>
                  <a:ext cx="2710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B63C08-534F-6D28-7F03-6FBDF3145C34}"/>
                    </a:ext>
                  </a:extLst>
                </p14:cNvPr>
                <p14:cNvContentPartPr/>
                <p14:nvPr/>
              </p14:nvContentPartPr>
              <p14:xfrm>
                <a:off x="12091217" y="4494752"/>
                <a:ext cx="42840" cy="113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B63C08-534F-6D28-7F03-6FBDF3145C3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2073217" y="4476752"/>
                  <a:ext cx="784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642EEC8-61C9-9CD4-5700-A0133F03FCBA}"/>
                    </a:ext>
                  </a:extLst>
                </p14:cNvPr>
                <p14:cNvContentPartPr/>
                <p14:nvPr/>
              </p14:nvContentPartPr>
              <p14:xfrm>
                <a:off x="12152057" y="4488992"/>
                <a:ext cx="189720" cy="124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642EEC8-61C9-9CD4-5700-A0133F03FCB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2134417" y="4471352"/>
                  <a:ext cx="22536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7B6117D-751B-4F95-1312-BB0614D5C0C4}"/>
              </a:ext>
            </a:extLst>
          </p:cNvPr>
          <p:cNvGrpSpPr/>
          <p:nvPr/>
        </p:nvGrpSpPr>
        <p:grpSpPr>
          <a:xfrm>
            <a:off x="8621897" y="5076872"/>
            <a:ext cx="442440" cy="598320"/>
            <a:chOff x="8621897" y="5076872"/>
            <a:chExt cx="442440" cy="59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C5A8136-D66C-EE37-E187-36076F3D1226}"/>
                    </a:ext>
                  </a:extLst>
                </p14:cNvPr>
                <p14:cNvContentPartPr/>
                <p14:nvPr/>
              </p14:nvContentPartPr>
              <p14:xfrm>
                <a:off x="8751137" y="5258312"/>
                <a:ext cx="54720" cy="238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C5A8136-D66C-EE37-E187-36076F3D122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733137" y="5240672"/>
                  <a:ext cx="903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53A34A-5071-ABC7-8232-2BFF8D1F00B6}"/>
                    </a:ext>
                  </a:extLst>
                </p14:cNvPr>
                <p14:cNvContentPartPr/>
                <p14:nvPr/>
              </p14:nvContentPartPr>
              <p14:xfrm>
                <a:off x="8621897" y="5076872"/>
                <a:ext cx="442440" cy="598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53A34A-5071-ABC7-8232-2BFF8D1F00B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604257" y="5058872"/>
                  <a:ext cx="478080" cy="63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A1FA0E0-2799-A24D-1803-079B802F6869}"/>
              </a:ext>
            </a:extLst>
          </p:cNvPr>
          <p:cNvGrpSpPr/>
          <p:nvPr/>
        </p:nvGrpSpPr>
        <p:grpSpPr>
          <a:xfrm>
            <a:off x="9242537" y="5217992"/>
            <a:ext cx="1522800" cy="359640"/>
            <a:chOff x="9242537" y="5217992"/>
            <a:chExt cx="1522800" cy="35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F430BCB-B0F5-0889-68D2-F6918554E517}"/>
                    </a:ext>
                  </a:extLst>
                </p14:cNvPr>
                <p14:cNvContentPartPr/>
                <p14:nvPr/>
              </p14:nvContentPartPr>
              <p14:xfrm>
                <a:off x="9242537" y="5217992"/>
                <a:ext cx="91440" cy="238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F430BCB-B0F5-0889-68D2-F6918554E51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24537" y="5199992"/>
                  <a:ext cx="1270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45D0732-40DE-2132-F117-66EAE3FDDF39}"/>
                    </a:ext>
                  </a:extLst>
                </p14:cNvPr>
                <p14:cNvContentPartPr/>
                <p14:nvPr/>
              </p14:nvContentPartPr>
              <p14:xfrm>
                <a:off x="9247937" y="5226632"/>
                <a:ext cx="137520" cy="168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45D0732-40DE-2132-F117-66EAE3FDDF3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229937" y="5208992"/>
                  <a:ext cx="173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6EB7641-B969-3B41-B96F-1B764DEF005A}"/>
                    </a:ext>
                  </a:extLst>
                </p14:cNvPr>
                <p14:cNvContentPartPr/>
                <p14:nvPr/>
              </p14:nvContentPartPr>
              <p14:xfrm>
                <a:off x="9280697" y="5352992"/>
                <a:ext cx="139320" cy="42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6EB7641-B969-3B41-B96F-1B764DEF005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3057" y="5335352"/>
                  <a:ext cx="174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C219763-118C-992E-ABEF-930C91CA7E3F}"/>
                    </a:ext>
                  </a:extLst>
                </p14:cNvPr>
                <p14:cNvContentPartPr/>
                <p14:nvPr/>
              </p14:nvContentPartPr>
              <p14:xfrm>
                <a:off x="9521897" y="5294672"/>
                <a:ext cx="96120" cy="156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C219763-118C-992E-ABEF-930C91CA7E3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504257" y="5276672"/>
                  <a:ext cx="131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370F17-9608-CB27-DD73-FBFBBAD44D52}"/>
                    </a:ext>
                  </a:extLst>
                </p14:cNvPr>
                <p14:cNvContentPartPr/>
                <p14:nvPr/>
              </p14:nvContentPartPr>
              <p14:xfrm>
                <a:off x="9710537" y="5288912"/>
                <a:ext cx="61200" cy="145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370F17-9608-CB27-DD73-FBFBBAD44D5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692537" y="5270912"/>
                  <a:ext cx="968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A5EC75E-D381-225B-883F-C131DF345D01}"/>
                    </a:ext>
                  </a:extLst>
                </p14:cNvPr>
                <p14:cNvContentPartPr/>
                <p14:nvPr/>
              </p14:nvContentPartPr>
              <p14:xfrm>
                <a:off x="9903497" y="5295032"/>
                <a:ext cx="75600" cy="129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A5EC75E-D381-225B-883F-C131DF345D0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885857" y="5277392"/>
                  <a:ext cx="1112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0415D22-AECF-1485-9437-697FC7C4454C}"/>
                    </a:ext>
                  </a:extLst>
                </p14:cNvPr>
                <p14:cNvContentPartPr/>
                <p14:nvPr/>
              </p14:nvContentPartPr>
              <p14:xfrm>
                <a:off x="9991337" y="5304752"/>
                <a:ext cx="46080" cy="150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0415D22-AECF-1485-9437-697FC7C4454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973697" y="5286752"/>
                  <a:ext cx="81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FD4119-C299-1E7B-8688-215038EF2B35}"/>
                    </a:ext>
                  </a:extLst>
                </p14:cNvPr>
                <p14:cNvContentPartPr/>
                <p14:nvPr/>
              </p14:nvContentPartPr>
              <p14:xfrm>
                <a:off x="10095737" y="5322752"/>
                <a:ext cx="75240" cy="83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FD4119-C299-1E7B-8688-215038EF2B3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078097" y="5304752"/>
                  <a:ext cx="1108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7A2F978-D15A-39F0-B4C5-F519E94DC987}"/>
                    </a:ext>
                  </a:extLst>
                </p14:cNvPr>
                <p14:cNvContentPartPr/>
                <p14:nvPr/>
              </p14:nvContentPartPr>
              <p14:xfrm>
                <a:off x="10284017" y="5288912"/>
                <a:ext cx="117720" cy="118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7A2F978-D15A-39F0-B4C5-F519E94DC98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266017" y="5270912"/>
                  <a:ext cx="1533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405980-C041-7B3F-BDA7-5B472A7255E3}"/>
                    </a:ext>
                  </a:extLst>
                </p14:cNvPr>
                <p14:cNvContentPartPr/>
                <p14:nvPr/>
              </p14:nvContentPartPr>
              <p14:xfrm>
                <a:off x="10483457" y="5260832"/>
                <a:ext cx="281880" cy="316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405980-C041-7B3F-BDA7-5B472A7255E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465457" y="5242832"/>
                  <a:ext cx="317520" cy="35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1DC924A-6A1C-39CC-24D4-8F441B1B19ED}"/>
              </a:ext>
            </a:extLst>
          </p:cNvPr>
          <p:cNvGrpSpPr/>
          <p:nvPr/>
        </p:nvGrpSpPr>
        <p:grpSpPr>
          <a:xfrm>
            <a:off x="8614337" y="5863112"/>
            <a:ext cx="593280" cy="632880"/>
            <a:chOff x="8614337" y="5863112"/>
            <a:chExt cx="593280" cy="63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4FE73C-6FE3-3BB4-6AB5-46CBF87EB9A0}"/>
                    </a:ext>
                  </a:extLst>
                </p14:cNvPr>
                <p14:cNvContentPartPr/>
                <p14:nvPr/>
              </p14:nvContentPartPr>
              <p14:xfrm>
                <a:off x="8799017" y="6003152"/>
                <a:ext cx="199440" cy="207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4FE73C-6FE3-3BB4-6AB5-46CBF87EB9A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781017" y="5985152"/>
                  <a:ext cx="2350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DB370CE-9914-A16F-84CB-233298F8A093}"/>
                    </a:ext>
                  </a:extLst>
                </p14:cNvPr>
                <p14:cNvContentPartPr/>
                <p14:nvPr/>
              </p14:nvContentPartPr>
              <p14:xfrm>
                <a:off x="8614337" y="5863112"/>
                <a:ext cx="593280" cy="632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DB370CE-9914-A16F-84CB-233298F8A09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96337" y="5845472"/>
                  <a:ext cx="628920" cy="66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8B2254A-4142-E08E-2FA2-B70BEB1F7FA7}"/>
              </a:ext>
            </a:extLst>
          </p:cNvPr>
          <p:cNvGrpSpPr/>
          <p:nvPr/>
        </p:nvGrpSpPr>
        <p:grpSpPr>
          <a:xfrm>
            <a:off x="9428297" y="5959232"/>
            <a:ext cx="183240" cy="357480"/>
            <a:chOff x="9428297" y="5959232"/>
            <a:chExt cx="183240" cy="35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4F766C-ABB6-54E1-918A-C9524B48821B}"/>
                    </a:ext>
                  </a:extLst>
                </p14:cNvPr>
                <p14:cNvContentPartPr/>
                <p14:nvPr/>
              </p14:nvContentPartPr>
              <p14:xfrm>
                <a:off x="9480497" y="5959232"/>
                <a:ext cx="41760" cy="357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4F766C-ABB6-54E1-918A-C9524B48821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62857" y="5941592"/>
                  <a:ext cx="7740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88990E5-BF94-0574-6C00-2953B0BBF96B}"/>
                    </a:ext>
                  </a:extLst>
                </p14:cNvPr>
                <p14:cNvContentPartPr/>
                <p14:nvPr/>
              </p14:nvContentPartPr>
              <p14:xfrm>
                <a:off x="9428297" y="5971112"/>
                <a:ext cx="139680" cy="896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88990E5-BF94-0574-6C00-2953B0BBF96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410297" y="5953472"/>
                  <a:ext cx="175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ED9AB127-19C0-5C2E-3D98-FE09383402F2}"/>
                    </a:ext>
                  </a:extLst>
                </p14:cNvPr>
                <p14:cNvContentPartPr/>
                <p14:nvPr/>
              </p14:nvContentPartPr>
              <p14:xfrm>
                <a:off x="9513977" y="6126992"/>
                <a:ext cx="97560" cy="42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ED9AB127-19C0-5C2E-3D98-FE09383402F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496337" y="6109352"/>
                  <a:ext cx="133200" cy="7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3B01A725-0305-717E-7C59-D64339AC8625}"/>
                  </a:ext>
                </a:extLst>
              </p14:cNvPr>
              <p14:cNvContentPartPr/>
              <p14:nvPr/>
            </p14:nvContentPartPr>
            <p14:xfrm>
              <a:off x="9797297" y="6002072"/>
              <a:ext cx="13320" cy="32868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3B01A725-0305-717E-7C59-D64339AC8625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779657" y="5984072"/>
                <a:ext cx="48960" cy="364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40A9F747-D16C-16C7-D2F6-548BFAFC2817}"/>
              </a:ext>
            </a:extLst>
          </p:cNvPr>
          <p:cNvGrpSpPr/>
          <p:nvPr/>
        </p:nvGrpSpPr>
        <p:grpSpPr>
          <a:xfrm>
            <a:off x="10235057" y="5948432"/>
            <a:ext cx="827280" cy="232560"/>
            <a:chOff x="10235057" y="5948432"/>
            <a:chExt cx="827280" cy="23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4529123-A242-3CDC-D728-F6ED86DC0115}"/>
                    </a:ext>
                  </a:extLst>
                </p14:cNvPr>
                <p14:cNvContentPartPr/>
                <p14:nvPr/>
              </p14:nvContentPartPr>
              <p14:xfrm>
                <a:off x="10235057" y="5984432"/>
                <a:ext cx="132120" cy="196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4529123-A242-3CDC-D728-F6ED86DC011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0217057" y="5966792"/>
                  <a:ext cx="16776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C7F818-03C2-4D45-5554-5016765F4113}"/>
                    </a:ext>
                  </a:extLst>
                </p14:cNvPr>
                <p14:cNvContentPartPr/>
                <p14:nvPr/>
              </p14:nvContentPartPr>
              <p14:xfrm>
                <a:off x="10453577" y="6025472"/>
                <a:ext cx="76320" cy="154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C7F818-03C2-4D45-5554-5016765F41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435937" y="6007472"/>
                  <a:ext cx="1119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BBA0617-F980-7B4F-C884-ECDF81401E27}"/>
                    </a:ext>
                  </a:extLst>
                </p14:cNvPr>
                <p14:cNvContentPartPr/>
                <p14:nvPr/>
              </p14:nvContentPartPr>
              <p14:xfrm>
                <a:off x="10593977" y="6036992"/>
                <a:ext cx="83520" cy="139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BBA0617-F980-7B4F-C884-ECDF81401E2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575977" y="6019352"/>
                  <a:ext cx="119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3076D39-04DD-687A-3BC1-B09A991CAA16}"/>
                    </a:ext>
                  </a:extLst>
                </p14:cNvPr>
                <p14:cNvContentPartPr/>
                <p14:nvPr/>
              </p14:nvContentPartPr>
              <p14:xfrm>
                <a:off x="10775777" y="5996672"/>
                <a:ext cx="83160" cy="149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3076D39-04DD-687A-3BC1-B09A991CAA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758137" y="5979032"/>
                  <a:ext cx="118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DA3D27A-31F4-0375-6F4C-9307E9FE4DC7}"/>
                    </a:ext>
                  </a:extLst>
                </p14:cNvPr>
                <p14:cNvContentPartPr/>
                <p14:nvPr/>
              </p14:nvContentPartPr>
              <p14:xfrm>
                <a:off x="10937057" y="5948432"/>
                <a:ext cx="125280" cy="1375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DA3D27A-31F4-0375-6F4C-9307E9FE4DC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919057" y="5930792"/>
                  <a:ext cx="160920" cy="17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40263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0099C-2FB5-1991-680F-268DAD792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 diagram</a:t>
            </a:r>
          </a:p>
        </p:txBody>
      </p:sp>
      <p:pic>
        <p:nvPicPr>
          <p:cNvPr id="6" name="Content Placeholder 5" descr="A diagram of a data flow&#10;&#10;Description automatically generated">
            <a:extLst>
              <a:ext uri="{FF2B5EF4-FFF2-40B4-BE49-F238E27FC236}">
                <a16:creationId xmlns:a16="http://schemas.microsoft.com/office/drawing/2014/main" id="{20B098A5-E4DF-1D5B-2603-84880F7CCA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453" y="1117958"/>
            <a:ext cx="8639908" cy="501249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66EA1-98B1-6724-4276-AFF02A6DDD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792843-1BAB-10C1-826C-9DB30C2D6D3E}"/>
              </a:ext>
            </a:extLst>
          </p:cNvPr>
          <p:cNvSpPr/>
          <p:nvPr/>
        </p:nvSpPr>
        <p:spPr>
          <a:xfrm>
            <a:off x="5257800" y="5876014"/>
            <a:ext cx="1033670" cy="2544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BB04481-16EE-BDB5-F5B6-89CF16DF1F4A}"/>
              </a:ext>
            </a:extLst>
          </p:cNvPr>
          <p:cNvGrpSpPr/>
          <p:nvPr/>
        </p:nvGrpSpPr>
        <p:grpSpPr>
          <a:xfrm>
            <a:off x="3831737" y="306872"/>
            <a:ext cx="1124640" cy="349560"/>
            <a:chOff x="3831737" y="306872"/>
            <a:chExt cx="112464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7348A77-90D3-BC31-EAC3-70D3FC4AAD2C}"/>
                    </a:ext>
                  </a:extLst>
                </p14:cNvPr>
                <p14:cNvContentPartPr/>
                <p14:nvPr/>
              </p14:nvContentPartPr>
              <p14:xfrm>
                <a:off x="3831737" y="364832"/>
                <a:ext cx="28440" cy="259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7348A77-90D3-BC31-EAC3-70D3FC4AAD2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13737" y="346832"/>
                  <a:ext cx="6408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98C1DC1-CD07-21F8-FCCC-6AD1B69EFFC3}"/>
                    </a:ext>
                  </a:extLst>
                </p14:cNvPr>
                <p14:cNvContentPartPr/>
                <p14:nvPr/>
              </p14:nvContentPartPr>
              <p14:xfrm>
                <a:off x="3848297" y="327032"/>
                <a:ext cx="109440" cy="36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98C1DC1-CD07-21F8-FCCC-6AD1B69EFFC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30657" y="309032"/>
                  <a:ext cx="1450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5FE05F6-B80A-2B3D-F7ED-C31C3841BE58}"/>
                    </a:ext>
                  </a:extLst>
                </p14:cNvPr>
                <p14:cNvContentPartPr/>
                <p14:nvPr/>
              </p14:nvContentPartPr>
              <p14:xfrm>
                <a:off x="3846497" y="487952"/>
                <a:ext cx="98640" cy="25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5FE05F6-B80A-2B3D-F7ED-C31C3841BE5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28497" y="470312"/>
                  <a:ext cx="134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E296CC-8770-DE08-FBC7-CE774F448433}"/>
                    </a:ext>
                  </a:extLst>
                </p14:cNvPr>
                <p14:cNvContentPartPr/>
                <p14:nvPr/>
              </p14:nvContentPartPr>
              <p14:xfrm>
                <a:off x="3983297" y="483632"/>
                <a:ext cx="34920" cy="159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E296CC-8770-DE08-FBC7-CE774F44843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965657" y="465992"/>
                  <a:ext cx="70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07711D2-3698-DFC1-70C5-9EB870D9C7ED}"/>
                    </a:ext>
                  </a:extLst>
                </p14:cNvPr>
                <p14:cNvContentPartPr/>
                <p14:nvPr/>
              </p14:nvContentPartPr>
              <p14:xfrm>
                <a:off x="3994817" y="419912"/>
                <a:ext cx="27360" cy="45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07711D2-3698-DFC1-70C5-9EB870D9C7E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977177" y="402272"/>
                  <a:ext cx="6300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68E7D74-CB44-6615-E4DE-368A4FF3A2FE}"/>
                    </a:ext>
                  </a:extLst>
                </p14:cNvPr>
                <p14:cNvContentPartPr/>
                <p14:nvPr/>
              </p14:nvContentPartPr>
              <p14:xfrm>
                <a:off x="4066457" y="482912"/>
                <a:ext cx="131040" cy="77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68E7D74-CB44-6615-E4DE-368A4FF3A2F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048457" y="465272"/>
                  <a:ext cx="1666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0768BD-3F40-9B3D-DF7D-6E56C64A0B42}"/>
                    </a:ext>
                  </a:extLst>
                </p14:cNvPr>
                <p14:cNvContentPartPr/>
                <p14:nvPr/>
              </p14:nvContentPartPr>
              <p14:xfrm>
                <a:off x="4218737" y="306872"/>
                <a:ext cx="232920" cy="286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0768BD-3F40-9B3D-DF7D-6E56C64A0B4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201097" y="288872"/>
                  <a:ext cx="26856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EEC564D-1AB7-74E4-CC9A-6D94BD189642}"/>
                    </a:ext>
                  </a:extLst>
                </p14:cNvPr>
                <p14:cNvContentPartPr/>
                <p14:nvPr/>
              </p14:nvContentPartPr>
              <p14:xfrm>
                <a:off x="4519337" y="469952"/>
                <a:ext cx="31680" cy="112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EEC564D-1AB7-74E4-CC9A-6D94BD18964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501697" y="451952"/>
                  <a:ext cx="673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6DCC3C5-FEF1-0CA0-3A82-3C3F94FCF0C2}"/>
                    </a:ext>
                  </a:extLst>
                </p14:cNvPr>
                <p14:cNvContentPartPr/>
                <p14:nvPr/>
              </p14:nvContentPartPr>
              <p14:xfrm>
                <a:off x="4531577" y="352232"/>
                <a:ext cx="16560" cy="28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6DCC3C5-FEF1-0CA0-3A82-3C3F94FCF0C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13937" y="334592"/>
                  <a:ext cx="522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64628FC-7133-BB59-27C1-B14D412513EE}"/>
                    </a:ext>
                  </a:extLst>
                </p14:cNvPr>
                <p14:cNvContentPartPr/>
                <p14:nvPr/>
              </p14:nvContentPartPr>
              <p14:xfrm>
                <a:off x="4644977" y="446912"/>
                <a:ext cx="111960" cy="86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64628FC-7133-BB59-27C1-B14D412513E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27337" y="429272"/>
                  <a:ext cx="1476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18F79B-C01C-FA53-FE50-F00740C7B1B9}"/>
                    </a:ext>
                  </a:extLst>
                </p14:cNvPr>
                <p14:cNvContentPartPr/>
                <p14:nvPr/>
              </p14:nvContentPartPr>
              <p14:xfrm>
                <a:off x="4854137" y="433592"/>
                <a:ext cx="102240" cy="222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18F79B-C01C-FA53-FE50-F00740C7B1B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836137" y="415952"/>
                  <a:ext cx="13788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1B28CE0-B191-B3E4-C5F7-983BD65ED8C8}"/>
              </a:ext>
            </a:extLst>
          </p:cNvPr>
          <p:cNvGrpSpPr/>
          <p:nvPr/>
        </p:nvGrpSpPr>
        <p:grpSpPr>
          <a:xfrm>
            <a:off x="5297297" y="238112"/>
            <a:ext cx="642240" cy="355320"/>
            <a:chOff x="5297297" y="238112"/>
            <a:chExt cx="642240" cy="35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EED47D7-5ED8-3FAC-1B8B-C5D9560CC0A8}"/>
                    </a:ext>
                  </a:extLst>
                </p14:cNvPr>
                <p14:cNvContentPartPr/>
                <p14:nvPr/>
              </p14:nvContentPartPr>
              <p14:xfrm>
                <a:off x="5297297" y="238112"/>
                <a:ext cx="145440" cy="268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EED47D7-5ED8-3FAC-1B8B-C5D9560CC0A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279297" y="220112"/>
                  <a:ext cx="18108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6BFE57D-AD97-01B7-CC55-C983BECAE65F}"/>
                    </a:ext>
                  </a:extLst>
                </p14:cNvPr>
                <p14:cNvContentPartPr/>
                <p14:nvPr/>
              </p14:nvContentPartPr>
              <p14:xfrm>
                <a:off x="5517257" y="393992"/>
                <a:ext cx="71640" cy="110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6BFE57D-AD97-01B7-CC55-C983BECAE65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499617" y="375992"/>
                  <a:ext cx="10728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9CEC739-1F9A-5247-E6B0-7F1AF503FA10}"/>
                    </a:ext>
                  </a:extLst>
                </p14:cNvPr>
                <p14:cNvContentPartPr/>
                <p14:nvPr/>
              </p14:nvContentPartPr>
              <p14:xfrm>
                <a:off x="5655857" y="347552"/>
                <a:ext cx="153720" cy="245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9CEC739-1F9A-5247-E6B0-7F1AF503FA1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637857" y="329552"/>
                  <a:ext cx="1893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12FADC2-78A9-24F3-BB5E-8FBF30D442CF}"/>
                    </a:ext>
                  </a:extLst>
                </p14:cNvPr>
                <p14:cNvContentPartPr/>
                <p14:nvPr/>
              </p14:nvContentPartPr>
              <p14:xfrm>
                <a:off x="5854937" y="354032"/>
                <a:ext cx="84600" cy="197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12FADC2-78A9-24F3-BB5E-8FBF30D442C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837297" y="336392"/>
                  <a:ext cx="12024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58822-797C-7269-15DF-E831133A8C0D}"/>
              </a:ext>
            </a:extLst>
          </p:cNvPr>
          <p:cNvGrpSpPr/>
          <p:nvPr/>
        </p:nvGrpSpPr>
        <p:grpSpPr>
          <a:xfrm>
            <a:off x="2169257" y="2301272"/>
            <a:ext cx="1522080" cy="356040"/>
            <a:chOff x="2169257" y="2301272"/>
            <a:chExt cx="1522080" cy="35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C03A52D-D0B9-1F55-8B74-BA4963A0AC3A}"/>
                    </a:ext>
                  </a:extLst>
                </p14:cNvPr>
                <p14:cNvContentPartPr/>
                <p14:nvPr/>
              </p14:nvContentPartPr>
              <p14:xfrm>
                <a:off x="2169257" y="2332952"/>
                <a:ext cx="48240" cy="2538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C03A52D-D0B9-1F55-8B74-BA4963A0AC3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151257" y="2315312"/>
                  <a:ext cx="838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63234E3-DB28-F372-B414-07C9E015B23D}"/>
                    </a:ext>
                  </a:extLst>
                </p14:cNvPr>
                <p14:cNvContentPartPr/>
                <p14:nvPr/>
              </p14:nvContentPartPr>
              <p14:xfrm>
                <a:off x="2185097" y="2301272"/>
                <a:ext cx="175320" cy="186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63234E3-DB28-F372-B414-07C9E015B23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167457" y="2283632"/>
                  <a:ext cx="21096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5E216BA-7795-CA27-D697-EA6F4B035931}"/>
                    </a:ext>
                  </a:extLst>
                </p14:cNvPr>
                <p14:cNvContentPartPr/>
                <p14:nvPr/>
              </p14:nvContentPartPr>
              <p14:xfrm>
                <a:off x="2411537" y="2398112"/>
                <a:ext cx="172440" cy="137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5E216BA-7795-CA27-D697-EA6F4B03593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393537" y="2380472"/>
                  <a:ext cx="2080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D5436C8-40B0-DB3B-E514-ADE052603545}"/>
                    </a:ext>
                  </a:extLst>
                </p14:cNvPr>
                <p14:cNvContentPartPr/>
                <p14:nvPr/>
              </p14:nvContentPartPr>
              <p14:xfrm>
                <a:off x="2653097" y="2365712"/>
                <a:ext cx="207000" cy="159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D5436C8-40B0-DB3B-E514-ADE05260354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635457" y="2348072"/>
                  <a:ext cx="2426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DBDDC14-5564-B55F-02E3-022F4C6DCAAF}"/>
                    </a:ext>
                  </a:extLst>
                </p14:cNvPr>
                <p14:cNvContentPartPr/>
                <p14:nvPr/>
              </p14:nvContentPartPr>
              <p14:xfrm>
                <a:off x="3006617" y="2407472"/>
                <a:ext cx="116280" cy="236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DBDDC14-5564-B55F-02E3-022F4C6DCAA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988617" y="2389472"/>
                  <a:ext cx="1519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2CD994D-B4BB-A6D4-4C5A-8CDF993E5DA9}"/>
                    </a:ext>
                  </a:extLst>
                </p14:cNvPr>
                <p14:cNvContentPartPr/>
                <p14:nvPr/>
              </p14:nvContentPartPr>
              <p14:xfrm>
                <a:off x="3186977" y="2520152"/>
                <a:ext cx="136440" cy="137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2CD994D-B4BB-A6D4-4C5A-8CDF993E5DA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168977" y="2502152"/>
                  <a:ext cx="1720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287CE8E-E42B-6F40-3E62-AEFF2EA95BE5}"/>
                    </a:ext>
                  </a:extLst>
                </p14:cNvPr>
                <p14:cNvContentPartPr/>
                <p14:nvPr/>
              </p14:nvContentPartPr>
              <p14:xfrm>
                <a:off x="3327737" y="2415752"/>
                <a:ext cx="84960" cy="204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287CE8E-E42B-6F40-3E62-AEFF2EA95BE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310097" y="2398112"/>
                  <a:ext cx="1206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3F5C43E-BDF0-42EC-411D-C089FC6A9A77}"/>
                    </a:ext>
                  </a:extLst>
                </p14:cNvPr>
                <p14:cNvContentPartPr/>
                <p14:nvPr/>
              </p14:nvContentPartPr>
              <p14:xfrm>
                <a:off x="3314057" y="2510432"/>
                <a:ext cx="138240" cy="32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3F5C43E-BDF0-42EC-411D-C089FC6A9A7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296417" y="2492432"/>
                  <a:ext cx="1738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2B209AC-524D-A4F1-7336-54065DBB0D88}"/>
                    </a:ext>
                  </a:extLst>
                </p14:cNvPr>
                <p14:cNvContentPartPr/>
                <p14:nvPr/>
              </p14:nvContentPartPr>
              <p14:xfrm>
                <a:off x="3548777" y="2471912"/>
                <a:ext cx="90720" cy="1198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2B209AC-524D-A4F1-7336-54065DBB0D8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531137" y="2454272"/>
                  <a:ext cx="126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595612B-6BC9-E32F-16E7-09F462C576D2}"/>
                    </a:ext>
                  </a:extLst>
                </p14:cNvPr>
                <p14:cNvContentPartPr/>
                <p14:nvPr/>
              </p14:nvContentPartPr>
              <p14:xfrm>
                <a:off x="3552737" y="2495672"/>
                <a:ext cx="138600" cy="98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595612B-6BC9-E32F-16E7-09F462C576D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535097" y="2478032"/>
                  <a:ext cx="17424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BD9F741-EFC9-D669-E53C-BEC4CEA292D0}"/>
              </a:ext>
            </a:extLst>
          </p:cNvPr>
          <p:cNvGrpSpPr/>
          <p:nvPr/>
        </p:nvGrpSpPr>
        <p:grpSpPr>
          <a:xfrm>
            <a:off x="4155377" y="2575232"/>
            <a:ext cx="573480" cy="215280"/>
            <a:chOff x="4155377" y="2575232"/>
            <a:chExt cx="573480" cy="21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C4710E3-F377-276A-3100-F203DFCAC5D3}"/>
                    </a:ext>
                  </a:extLst>
                </p14:cNvPr>
                <p14:cNvContentPartPr/>
                <p14:nvPr/>
              </p14:nvContentPartPr>
              <p14:xfrm>
                <a:off x="4155377" y="2670272"/>
                <a:ext cx="531720" cy="226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C4710E3-F377-276A-3100-F203DFCAC5D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137377" y="2652272"/>
                  <a:ext cx="5673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7ECB7DB-38BD-A65B-60A0-85D57598FF41}"/>
                    </a:ext>
                  </a:extLst>
                </p14:cNvPr>
                <p14:cNvContentPartPr/>
                <p14:nvPr/>
              </p14:nvContentPartPr>
              <p14:xfrm>
                <a:off x="4600697" y="2575232"/>
                <a:ext cx="128160" cy="2152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7ECB7DB-38BD-A65B-60A0-85D57598FF4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82697" y="2557592"/>
                  <a:ext cx="16380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4D13DC3-0850-9545-0355-E9CFCED93F53}"/>
              </a:ext>
            </a:extLst>
          </p:cNvPr>
          <p:cNvGrpSpPr/>
          <p:nvPr/>
        </p:nvGrpSpPr>
        <p:grpSpPr>
          <a:xfrm>
            <a:off x="5173817" y="2372192"/>
            <a:ext cx="724680" cy="362520"/>
            <a:chOff x="5173817" y="2372192"/>
            <a:chExt cx="724680" cy="36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B1872B1-9B98-97BA-26A3-16983523736A}"/>
                    </a:ext>
                  </a:extLst>
                </p14:cNvPr>
                <p14:cNvContentPartPr/>
                <p14:nvPr/>
              </p14:nvContentPartPr>
              <p14:xfrm>
                <a:off x="5198297" y="2456072"/>
                <a:ext cx="14040" cy="190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B1872B1-9B98-97BA-26A3-16983523736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80297" y="2438072"/>
                  <a:ext cx="49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4413770-070B-76F6-586C-3C4EECC06158}"/>
                    </a:ext>
                  </a:extLst>
                </p14:cNvPr>
                <p14:cNvContentPartPr/>
                <p14:nvPr/>
              </p14:nvContentPartPr>
              <p14:xfrm>
                <a:off x="5173817" y="2372192"/>
                <a:ext cx="86400" cy="66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4413770-070B-76F6-586C-3C4EECC0615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155817" y="2354552"/>
                  <a:ext cx="1220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1053E8D-23FB-3240-F483-307936715114}"/>
                    </a:ext>
                  </a:extLst>
                </p14:cNvPr>
                <p14:cNvContentPartPr/>
                <p14:nvPr/>
              </p14:nvContentPartPr>
              <p14:xfrm>
                <a:off x="5227097" y="2488112"/>
                <a:ext cx="72000" cy="47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1053E8D-23FB-3240-F483-30793671511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209457" y="2470472"/>
                  <a:ext cx="10764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F962D20-5DD4-E09D-CE03-FFC506C4FDAD}"/>
                    </a:ext>
                  </a:extLst>
                </p14:cNvPr>
                <p14:cNvContentPartPr/>
                <p14:nvPr/>
              </p14:nvContentPartPr>
              <p14:xfrm>
                <a:off x="5254097" y="2595392"/>
                <a:ext cx="56160" cy="9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F962D20-5DD4-E09D-CE03-FFC506C4FDA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236097" y="2577392"/>
                  <a:ext cx="918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AC69834-6D2C-2EF8-A420-88A4D670F66D}"/>
                    </a:ext>
                  </a:extLst>
                </p14:cNvPr>
                <p14:cNvContentPartPr/>
                <p14:nvPr/>
              </p14:nvContentPartPr>
              <p14:xfrm>
                <a:off x="5391257" y="2426192"/>
                <a:ext cx="101520" cy="232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AC69834-6D2C-2EF8-A420-88A4D670F66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373257" y="2408192"/>
                  <a:ext cx="1371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EC87014-2496-2C1F-320E-F7C2FB530519}"/>
                    </a:ext>
                  </a:extLst>
                </p14:cNvPr>
                <p14:cNvContentPartPr/>
                <p14:nvPr/>
              </p14:nvContentPartPr>
              <p14:xfrm>
                <a:off x="5583497" y="2529512"/>
                <a:ext cx="77760" cy="2052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EC87014-2496-2C1F-320E-F7C2FB53051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65857" y="2511512"/>
                  <a:ext cx="113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C573818-AD0A-7F48-7116-1317F2F1F39A}"/>
                    </a:ext>
                  </a:extLst>
                </p14:cNvPr>
                <p14:cNvContentPartPr/>
                <p14:nvPr/>
              </p14:nvContentPartPr>
              <p14:xfrm>
                <a:off x="5772857" y="2534912"/>
                <a:ext cx="125640" cy="93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C573818-AD0A-7F48-7116-1317F2F1F39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755217" y="2517272"/>
                  <a:ext cx="16128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14817980-67AC-DC40-C2B9-4FD57FA064BC}"/>
              </a:ext>
            </a:extLst>
          </p:cNvPr>
          <p:cNvGrpSpPr/>
          <p:nvPr/>
        </p:nvGrpSpPr>
        <p:grpSpPr>
          <a:xfrm>
            <a:off x="6153377" y="2361752"/>
            <a:ext cx="1240920" cy="276120"/>
            <a:chOff x="6153377" y="2361752"/>
            <a:chExt cx="124092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327F880-FAB4-DC46-8B74-ACAD8E6263C5}"/>
                    </a:ext>
                  </a:extLst>
                </p14:cNvPr>
                <p14:cNvContentPartPr/>
                <p14:nvPr/>
              </p14:nvContentPartPr>
              <p14:xfrm>
                <a:off x="6153377" y="2415752"/>
                <a:ext cx="99360" cy="2131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327F880-FAB4-DC46-8B74-ACAD8E6263C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135737" y="2397752"/>
                  <a:ext cx="135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6BB66B-6A08-8A69-9703-EEDDC2B7EA20}"/>
                    </a:ext>
                  </a:extLst>
                </p14:cNvPr>
                <p14:cNvContentPartPr/>
                <p14:nvPr/>
              </p14:nvContentPartPr>
              <p14:xfrm>
                <a:off x="6320057" y="2544272"/>
                <a:ext cx="65160" cy="936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6BB66B-6A08-8A69-9703-EEDDC2B7EA20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302417" y="2526272"/>
                  <a:ext cx="100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0DA3A1F-5B80-AB40-8931-C0CF08FA5980}"/>
                    </a:ext>
                  </a:extLst>
                </p14:cNvPr>
                <p14:cNvContentPartPr/>
                <p14:nvPr/>
              </p14:nvContentPartPr>
              <p14:xfrm>
                <a:off x="6447857" y="2454992"/>
                <a:ext cx="36360" cy="158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0DA3A1F-5B80-AB40-8931-C0CF08FA598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29857" y="2436992"/>
                  <a:ext cx="72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DF1C59F-22E0-8434-9199-D38298481C3A}"/>
                    </a:ext>
                  </a:extLst>
                </p14:cNvPr>
                <p14:cNvContentPartPr/>
                <p14:nvPr/>
              </p14:nvContentPartPr>
              <p14:xfrm>
                <a:off x="6425897" y="2529152"/>
                <a:ext cx="70200" cy="489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DF1C59F-22E0-8434-9199-D38298481C3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408257" y="2511512"/>
                  <a:ext cx="105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E039FA2-F11A-11B5-FCDE-9B9E36892D92}"/>
                    </a:ext>
                  </a:extLst>
                </p14:cNvPr>
                <p14:cNvContentPartPr/>
                <p14:nvPr/>
              </p14:nvContentPartPr>
              <p14:xfrm>
                <a:off x="6554057" y="2551112"/>
                <a:ext cx="54360" cy="828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E039FA2-F11A-11B5-FCDE-9B9E36892D9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536057" y="2533112"/>
                  <a:ext cx="900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1C6194E-5C04-F608-4CD4-FA235BE822CD}"/>
                    </a:ext>
                  </a:extLst>
                </p14:cNvPr>
                <p14:cNvContentPartPr/>
                <p14:nvPr/>
              </p14:nvContentPartPr>
              <p14:xfrm>
                <a:off x="6712817" y="2541392"/>
                <a:ext cx="61920" cy="867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1C6194E-5C04-F608-4CD4-FA235BE822C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694817" y="2523392"/>
                  <a:ext cx="975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6E295E8-46CF-7083-F312-E217AD690858}"/>
                    </a:ext>
                  </a:extLst>
                </p14:cNvPr>
                <p14:cNvContentPartPr/>
                <p14:nvPr/>
              </p14:nvContentPartPr>
              <p14:xfrm>
                <a:off x="6810377" y="2426912"/>
                <a:ext cx="22320" cy="166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6E295E8-46CF-7083-F312-E217AD6908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792737" y="2409272"/>
                  <a:ext cx="57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4A496B3-E9DC-234F-9375-9B61E3C09958}"/>
                    </a:ext>
                  </a:extLst>
                </p14:cNvPr>
                <p14:cNvContentPartPr/>
                <p14:nvPr/>
              </p14:nvContentPartPr>
              <p14:xfrm>
                <a:off x="6834137" y="2497832"/>
                <a:ext cx="115560" cy="90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4A496B3-E9DC-234F-9375-9B61E3C0995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816137" y="2480192"/>
                  <a:ext cx="151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5C01875-FC69-5354-D64C-D787B743E66B}"/>
                    </a:ext>
                  </a:extLst>
                </p14:cNvPr>
                <p14:cNvContentPartPr/>
                <p14:nvPr/>
              </p14:nvContentPartPr>
              <p14:xfrm>
                <a:off x="6956897" y="2361752"/>
                <a:ext cx="8280" cy="46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5C01875-FC69-5354-D64C-D787B743E66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938897" y="2343752"/>
                  <a:ext cx="43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BA8092F-E57E-C729-DD78-646A1450650F}"/>
                    </a:ext>
                  </a:extLst>
                </p14:cNvPr>
                <p14:cNvContentPartPr/>
                <p14:nvPr/>
              </p14:nvContentPartPr>
              <p14:xfrm>
                <a:off x="7046897" y="2472272"/>
                <a:ext cx="197640" cy="97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BA8092F-E57E-C729-DD78-646A1450650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28897" y="2454272"/>
                  <a:ext cx="2332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7282510-775C-20ED-0C95-8ADF4CA1F2B0}"/>
                    </a:ext>
                  </a:extLst>
                </p14:cNvPr>
                <p14:cNvContentPartPr/>
                <p14:nvPr/>
              </p14:nvContentPartPr>
              <p14:xfrm>
                <a:off x="7384937" y="2538872"/>
                <a:ext cx="9360" cy="4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7282510-775C-20ED-0C95-8ADF4CA1F2B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66937" y="2521232"/>
                  <a:ext cx="450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BD17FB0-DF9A-4EE2-0A10-2FE8DF3CAF0A}"/>
              </a:ext>
            </a:extLst>
          </p:cNvPr>
          <p:cNvGrpSpPr/>
          <p:nvPr/>
        </p:nvGrpSpPr>
        <p:grpSpPr>
          <a:xfrm>
            <a:off x="7778057" y="717632"/>
            <a:ext cx="4115520" cy="2117520"/>
            <a:chOff x="7778057" y="717632"/>
            <a:chExt cx="4115520" cy="21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E577AC0-BDE9-DA54-2F4B-26FB8DC25592}"/>
                    </a:ext>
                  </a:extLst>
                </p14:cNvPr>
                <p14:cNvContentPartPr/>
                <p14:nvPr/>
              </p14:nvContentPartPr>
              <p14:xfrm>
                <a:off x="11222537" y="2213432"/>
                <a:ext cx="86040" cy="453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E577AC0-BDE9-DA54-2F4B-26FB8DC255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204537" y="2195432"/>
                  <a:ext cx="12168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9E2745B-F68E-01D0-4995-4D36B4DBB8E7}"/>
                    </a:ext>
                  </a:extLst>
                </p14:cNvPr>
                <p14:cNvContentPartPr/>
                <p14:nvPr/>
              </p14:nvContentPartPr>
              <p14:xfrm>
                <a:off x="11199857" y="2151152"/>
                <a:ext cx="693720" cy="676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9E2745B-F68E-01D0-4995-4D36B4DBB8E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181857" y="2133512"/>
                  <a:ext cx="729360" cy="71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F8AB556-003C-A023-F1E9-4C3D35B377C5}"/>
                    </a:ext>
                  </a:extLst>
                </p14:cNvPr>
                <p14:cNvContentPartPr/>
                <p14:nvPr/>
              </p14:nvContentPartPr>
              <p14:xfrm>
                <a:off x="7802537" y="723392"/>
                <a:ext cx="173880" cy="56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F8AB556-003C-A023-F1E9-4C3D35B377C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84897" y="705392"/>
                  <a:ext cx="2095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8BBA0A-9C5D-19E0-CF98-5153D7DDBC76}"/>
                    </a:ext>
                  </a:extLst>
                </p14:cNvPr>
                <p14:cNvContentPartPr/>
                <p14:nvPr/>
              </p14:nvContentPartPr>
              <p14:xfrm>
                <a:off x="7795337" y="741752"/>
                <a:ext cx="141840" cy="222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8BBA0A-9C5D-19E0-CF98-5153D7DDBC7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777337" y="724112"/>
                  <a:ext cx="1774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9474504-945B-E532-CF49-34BA272EE36A}"/>
                    </a:ext>
                  </a:extLst>
                </p14:cNvPr>
                <p14:cNvContentPartPr/>
                <p14:nvPr/>
              </p14:nvContentPartPr>
              <p14:xfrm>
                <a:off x="8005577" y="773432"/>
                <a:ext cx="110880" cy="1630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9474504-945B-E532-CF49-34BA272EE36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987937" y="755432"/>
                  <a:ext cx="1465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70BB34E-B173-3C63-E3CF-E57E40C3C464}"/>
                    </a:ext>
                  </a:extLst>
                </p14:cNvPr>
                <p14:cNvContentPartPr/>
                <p14:nvPr/>
              </p14:nvContentPartPr>
              <p14:xfrm>
                <a:off x="8215097" y="719432"/>
                <a:ext cx="81360" cy="2034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70BB34E-B173-3C63-E3CF-E57E40C3C46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197457" y="701792"/>
                  <a:ext cx="117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10F6217-B710-280A-C4EF-7C15515CEF95}"/>
                    </a:ext>
                  </a:extLst>
                </p14:cNvPr>
                <p14:cNvContentPartPr/>
                <p14:nvPr/>
              </p14:nvContentPartPr>
              <p14:xfrm>
                <a:off x="8180897" y="767672"/>
                <a:ext cx="24120" cy="16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10F6217-B710-280A-C4EF-7C15515CEF95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8162897" y="749672"/>
                  <a:ext cx="597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479ABED-2A52-C5D9-92B3-2DA92461C1DB}"/>
                    </a:ext>
                  </a:extLst>
                </p14:cNvPr>
                <p14:cNvContentPartPr/>
                <p14:nvPr/>
              </p14:nvContentPartPr>
              <p14:xfrm>
                <a:off x="8376017" y="839672"/>
                <a:ext cx="15120" cy="22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479ABED-2A52-C5D9-92B3-2DA92461C1D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358377" y="822032"/>
                  <a:ext cx="507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2EBA743-4B73-3804-9E8C-C1A137B7AED0}"/>
                    </a:ext>
                  </a:extLst>
                </p14:cNvPr>
                <p14:cNvContentPartPr/>
                <p14:nvPr/>
              </p14:nvContentPartPr>
              <p14:xfrm>
                <a:off x="8622977" y="742472"/>
                <a:ext cx="33480" cy="214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2EBA743-4B73-3804-9E8C-C1A137B7AED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604977" y="724832"/>
                  <a:ext cx="691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9C68E3-7C04-5C93-139D-7682494759B2}"/>
                    </a:ext>
                  </a:extLst>
                </p14:cNvPr>
                <p14:cNvContentPartPr/>
                <p14:nvPr/>
              </p14:nvContentPartPr>
              <p14:xfrm>
                <a:off x="8613257" y="717632"/>
                <a:ext cx="103320" cy="209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9C68E3-7C04-5C93-139D-7682494759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595617" y="699992"/>
                  <a:ext cx="13896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BD2A05B-3116-92E0-7A2D-88BBBE04323C}"/>
                    </a:ext>
                  </a:extLst>
                </p14:cNvPr>
                <p14:cNvContentPartPr/>
                <p14:nvPr/>
              </p14:nvContentPartPr>
              <p14:xfrm>
                <a:off x="8778497" y="827792"/>
                <a:ext cx="89280" cy="87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BD2A05B-3116-92E0-7A2D-88BBBE04323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760857" y="809792"/>
                  <a:ext cx="1249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0638BBD-89D6-0C31-775E-76C0B2511B13}"/>
                    </a:ext>
                  </a:extLst>
                </p14:cNvPr>
                <p14:cNvContentPartPr/>
                <p14:nvPr/>
              </p14:nvContentPartPr>
              <p14:xfrm>
                <a:off x="8977937" y="793232"/>
                <a:ext cx="122040" cy="225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0638BBD-89D6-0C31-775E-76C0B2511B13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960297" y="775232"/>
                  <a:ext cx="15768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3B520F0-8093-76A8-CDC0-4953BFD41F80}"/>
                    </a:ext>
                  </a:extLst>
                </p14:cNvPr>
                <p14:cNvContentPartPr/>
                <p14:nvPr/>
              </p14:nvContentPartPr>
              <p14:xfrm>
                <a:off x="9181697" y="778832"/>
                <a:ext cx="80280" cy="185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3B520F0-8093-76A8-CDC0-4953BFD41F80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164057" y="760832"/>
                  <a:ext cx="115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EB9DEE-58D1-003A-24B0-8E004D8B40F0}"/>
                    </a:ext>
                  </a:extLst>
                </p14:cNvPr>
                <p14:cNvContentPartPr/>
                <p14:nvPr/>
              </p14:nvContentPartPr>
              <p14:xfrm>
                <a:off x="7869497" y="1271312"/>
                <a:ext cx="129600" cy="34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EB9DEE-58D1-003A-24B0-8E004D8B40F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51497" y="1253672"/>
                  <a:ext cx="16524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9BFBCD2-92A4-531C-4B0D-88C2A7FB83AB}"/>
                    </a:ext>
                  </a:extLst>
                </p14:cNvPr>
                <p14:cNvContentPartPr/>
                <p14:nvPr/>
              </p14:nvContentPartPr>
              <p14:xfrm>
                <a:off x="7873817" y="1337192"/>
                <a:ext cx="78480" cy="117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9BFBCD2-92A4-531C-4B0D-88C2A7FB83AB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55817" y="1319192"/>
                  <a:ext cx="1141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549D23C-68D4-3791-B887-8AE166C1260C}"/>
                    </a:ext>
                  </a:extLst>
                </p14:cNvPr>
                <p14:cNvContentPartPr/>
                <p14:nvPr/>
              </p14:nvContentPartPr>
              <p14:xfrm>
                <a:off x="8072537" y="1275632"/>
                <a:ext cx="89280" cy="165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549D23C-68D4-3791-B887-8AE166C1260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054897" y="1257992"/>
                  <a:ext cx="1249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C455A4A-3643-31DC-C25F-CA22276C9B2B}"/>
                    </a:ext>
                  </a:extLst>
                </p14:cNvPr>
                <p14:cNvContentPartPr/>
                <p14:nvPr/>
              </p14:nvContentPartPr>
              <p14:xfrm>
                <a:off x="8239217" y="1252592"/>
                <a:ext cx="105120" cy="195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C455A4A-3643-31DC-C25F-CA22276C9B2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221577" y="1234592"/>
                  <a:ext cx="14076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2BC911C-5BA9-543D-502C-D132DB021AB7}"/>
                    </a:ext>
                  </a:extLst>
                </p14:cNvPr>
                <p14:cNvContentPartPr/>
                <p14:nvPr/>
              </p14:nvContentPartPr>
              <p14:xfrm>
                <a:off x="8234897" y="1284272"/>
                <a:ext cx="15480" cy="16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2BC911C-5BA9-543D-502C-D132DB021AB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217257" y="1266632"/>
                  <a:ext cx="511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3CE6CC8-93F0-EF8C-EBE7-51A74010150B}"/>
                    </a:ext>
                  </a:extLst>
                </p14:cNvPr>
                <p14:cNvContentPartPr/>
                <p14:nvPr/>
              </p14:nvContentPartPr>
              <p14:xfrm>
                <a:off x="8430017" y="1395152"/>
                <a:ext cx="4320" cy="10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3CE6CC8-93F0-EF8C-EBE7-51A74010150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412377" y="1377512"/>
                  <a:ext cx="39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319972-4120-A0DC-64D0-F2255FCF9FB8}"/>
                    </a:ext>
                  </a:extLst>
                </p14:cNvPr>
                <p14:cNvContentPartPr/>
                <p14:nvPr/>
              </p14:nvContentPartPr>
              <p14:xfrm>
                <a:off x="8725937" y="1331792"/>
                <a:ext cx="177480" cy="112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319972-4120-A0DC-64D0-F2255FCF9FB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707937" y="1314152"/>
                  <a:ext cx="2131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B32E7A9-E1A3-3B50-3896-33CBE16CC93A}"/>
                    </a:ext>
                  </a:extLst>
                </p14:cNvPr>
                <p14:cNvContentPartPr/>
                <p14:nvPr/>
              </p14:nvContentPartPr>
              <p14:xfrm>
                <a:off x="8976857" y="1324232"/>
                <a:ext cx="114120" cy="132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B32E7A9-E1A3-3B50-3896-33CBE16CC93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959217" y="1306592"/>
                  <a:ext cx="1497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4303000-CB79-9414-4751-C55D6C396732}"/>
                    </a:ext>
                  </a:extLst>
                </p14:cNvPr>
                <p14:cNvContentPartPr/>
                <p14:nvPr/>
              </p14:nvContentPartPr>
              <p14:xfrm>
                <a:off x="9382217" y="1191392"/>
                <a:ext cx="127080" cy="230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4303000-CB79-9414-4751-C55D6C39673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364577" y="1173392"/>
                  <a:ext cx="1627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4A8E28F-6880-581B-FCAC-CC311A437C7E}"/>
                    </a:ext>
                  </a:extLst>
                </p14:cNvPr>
                <p14:cNvContentPartPr/>
                <p14:nvPr/>
              </p14:nvContentPartPr>
              <p14:xfrm>
                <a:off x="9637817" y="1299392"/>
                <a:ext cx="69480" cy="88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4A8E28F-6880-581B-FCAC-CC311A437C7E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620177" y="1281752"/>
                  <a:ext cx="1051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35F0506-572C-B98E-3C0D-D87501E0E9BE}"/>
                    </a:ext>
                  </a:extLst>
                </p14:cNvPr>
                <p14:cNvContentPartPr/>
                <p14:nvPr/>
              </p14:nvContentPartPr>
              <p14:xfrm>
                <a:off x="9788297" y="1326752"/>
                <a:ext cx="72000" cy="174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35F0506-572C-B98E-3C0D-D87501E0E9B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770657" y="1309112"/>
                  <a:ext cx="1076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7063F4-3DF1-7936-E887-0DEE009C9306}"/>
                    </a:ext>
                  </a:extLst>
                </p14:cNvPr>
                <p14:cNvContentPartPr/>
                <p14:nvPr/>
              </p14:nvContentPartPr>
              <p14:xfrm>
                <a:off x="10005377" y="1231352"/>
                <a:ext cx="59400" cy="216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7063F4-3DF1-7936-E887-0DEE009C930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987737" y="1213712"/>
                  <a:ext cx="950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D5A91F7-EDD6-22A7-CDC1-5926D7574735}"/>
                    </a:ext>
                  </a:extLst>
                </p14:cNvPr>
                <p14:cNvContentPartPr/>
                <p14:nvPr/>
              </p14:nvContentPartPr>
              <p14:xfrm>
                <a:off x="10143257" y="1317392"/>
                <a:ext cx="5400" cy="4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D5A91F7-EDD6-22A7-CDC1-5926D7574735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125257" y="1299752"/>
                  <a:ext cx="41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2849A65-FEAA-D677-856E-B257CC134AD3}"/>
                    </a:ext>
                  </a:extLst>
                </p14:cNvPr>
                <p14:cNvContentPartPr/>
                <p14:nvPr/>
              </p14:nvContentPartPr>
              <p14:xfrm>
                <a:off x="7778057" y="2016512"/>
                <a:ext cx="38520" cy="646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2849A65-FEAA-D677-856E-B257CC134AD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760057" y="1998512"/>
                  <a:ext cx="7416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7F8F4F2-AEE9-CDBB-38A3-232F140AA6A7}"/>
                    </a:ext>
                  </a:extLst>
                </p14:cNvPr>
                <p14:cNvContentPartPr/>
                <p14:nvPr/>
              </p14:nvContentPartPr>
              <p14:xfrm>
                <a:off x="7803977" y="2065472"/>
                <a:ext cx="745560" cy="6181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7F8F4F2-AEE9-CDBB-38A3-232F140AA6A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785977" y="2047472"/>
                  <a:ext cx="781200" cy="65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EA46DF6-4957-4134-E091-FE2228FC92C6}"/>
                    </a:ext>
                  </a:extLst>
                </p14:cNvPr>
                <p14:cNvContentPartPr/>
                <p14:nvPr/>
              </p14:nvContentPartPr>
              <p14:xfrm>
                <a:off x="8819537" y="2072672"/>
                <a:ext cx="32040" cy="615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EA46DF6-4957-4134-E091-FE2228FC92C6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801537" y="2055032"/>
                  <a:ext cx="6768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88B5591-108D-2218-C82E-5191E34F5326}"/>
                    </a:ext>
                  </a:extLst>
                </p14:cNvPr>
                <p14:cNvContentPartPr/>
                <p14:nvPr/>
              </p14:nvContentPartPr>
              <p14:xfrm>
                <a:off x="8840777" y="2109392"/>
                <a:ext cx="819360" cy="6645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88B5591-108D-2218-C82E-5191E34F5326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822777" y="2091752"/>
                  <a:ext cx="855000" cy="70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C22D38C-5F44-6024-7539-E107477D2292}"/>
                    </a:ext>
                  </a:extLst>
                </p14:cNvPr>
                <p14:cNvContentPartPr/>
                <p14:nvPr/>
              </p14:nvContentPartPr>
              <p14:xfrm>
                <a:off x="9081617" y="2345912"/>
                <a:ext cx="191160" cy="276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C22D38C-5F44-6024-7539-E107477D229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9063617" y="2328272"/>
                  <a:ext cx="2268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B488BBB-BB6B-E7D7-7310-B9EAF539B8E0}"/>
                    </a:ext>
                  </a:extLst>
                </p14:cNvPr>
                <p14:cNvContentPartPr/>
                <p14:nvPr/>
              </p14:nvContentPartPr>
              <p14:xfrm>
                <a:off x="10061897" y="2148992"/>
                <a:ext cx="90000" cy="5875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B488BBB-BB6B-E7D7-7310-B9EAF539B8E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043897" y="2131352"/>
                  <a:ext cx="125640" cy="62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8AB0F11-C85C-1853-52B4-245743DE7689}"/>
                    </a:ext>
                  </a:extLst>
                </p14:cNvPr>
                <p14:cNvContentPartPr/>
                <p14:nvPr/>
              </p14:nvContentPartPr>
              <p14:xfrm>
                <a:off x="10011857" y="2088512"/>
                <a:ext cx="852120" cy="7466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8AB0F11-C85C-1853-52B4-245743DE768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993857" y="2070512"/>
                  <a:ext cx="887760" cy="78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B75AF68-8C92-A792-FEF5-41D46794700C}"/>
                    </a:ext>
                  </a:extLst>
                </p14:cNvPr>
                <p14:cNvContentPartPr/>
                <p14:nvPr/>
              </p14:nvContentPartPr>
              <p14:xfrm>
                <a:off x="10283297" y="2400272"/>
                <a:ext cx="251280" cy="2574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B75AF68-8C92-A792-FEF5-41D46794700C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265297" y="2382272"/>
                  <a:ext cx="28692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801C803-F90A-4134-F3DB-6EF1F3439260}"/>
                    </a:ext>
                  </a:extLst>
                </p14:cNvPr>
                <p14:cNvContentPartPr/>
                <p14:nvPr/>
              </p14:nvContentPartPr>
              <p14:xfrm>
                <a:off x="8473217" y="1047032"/>
                <a:ext cx="446040" cy="921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801C803-F90A-4134-F3DB-6EF1F343926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455577" y="1029392"/>
                  <a:ext cx="481680" cy="9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6089DD2-9575-CE6E-EAEF-FCDBCE3FA6E3}"/>
                    </a:ext>
                  </a:extLst>
                </p14:cNvPr>
                <p14:cNvContentPartPr/>
                <p14:nvPr/>
              </p14:nvContentPartPr>
              <p14:xfrm>
                <a:off x="8867417" y="1876112"/>
                <a:ext cx="117000" cy="1648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6089DD2-9575-CE6E-EAEF-FCDBCE3FA6E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849777" y="1858472"/>
                  <a:ext cx="1526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25CEFC6-2CB1-9505-C23F-27225396B1D2}"/>
                    </a:ext>
                  </a:extLst>
                </p14:cNvPr>
                <p14:cNvContentPartPr/>
                <p14:nvPr/>
              </p14:nvContentPartPr>
              <p14:xfrm>
                <a:off x="8804417" y="1066112"/>
                <a:ext cx="1547280" cy="886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25CEFC6-2CB1-9505-C23F-27225396B1D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86777" y="1048472"/>
                  <a:ext cx="1582920" cy="9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845D3DA-458B-CA78-6951-3B2902489EB4}"/>
                    </a:ext>
                  </a:extLst>
                </p14:cNvPr>
                <p14:cNvContentPartPr/>
                <p14:nvPr/>
              </p14:nvContentPartPr>
              <p14:xfrm>
                <a:off x="10248377" y="1899872"/>
                <a:ext cx="226080" cy="1000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845D3DA-458B-CA78-6951-3B2902489EB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230737" y="1882232"/>
                  <a:ext cx="2617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C076A1A-7F25-F03E-0569-E0AD7831D8C0}"/>
                    </a:ext>
                  </a:extLst>
                </p14:cNvPr>
                <p14:cNvContentPartPr/>
                <p14:nvPr/>
              </p14:nvContentPartPr>
              <p14:xfrm>
                <a:off x="8187017" y="1527632"/>
                <a:ext cx="870480" cy="4579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C076A1A-7F25-F03E-0569-E0AD7831D8C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169377" y="1509632"/>
                  <a:ext cx="90612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AB749D9-DC37-7D0C-9A50-12A88DF0B13E}"/>
                    </a:ext>
                  </a:extLst>
                </p14:cNvPr>
                <p14:cNvContentPartPr/>
                <p14:nvPr/>
              </p14:nvContentPartPr>
              <p14:xfrm>
                <a:off x="8213297" y="1871792"/>
                <a:ext cx="84960" cy="1526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AB749D9-DC37-7D0C-9A50-12A88DF0B13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195297" y="1854152"/>
                  <a:ext cx="1206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4DCC324-1EFC-C099-59D0-6A1A6C0948A4}"/>
                    </a:ext>
                  </a:extLst>
                </p14:cNvPr>
                <p14:cNvContentPartPr/>
                <p14:nvPr/>
              </p14:nvContentPartPr>
              <p14:xfrm>
                <a:off x="10204097" y="1527272"/>
                <a:ext cx="1119600" cy="5032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4DCC324-1EFC-C099-59D0-6A1A6C0948A4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186097" y="1509272"/>
                  <a:ext cx="1155240" cy="53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297FEA5-DE9E-3FCE-40EC-CDED1F7D88B2}"/>
                    </a:ext>
                  </a:extLst>
                </p14:cNvPr>
                <p14:cNvContentPartPr/>
                <p14:nvPr/>
              </p14:nvContentPartPr>
              <p14:xfrm>
                <a:off x="11153417" y="1935152"/>
                <a:ext cx="228240" cy="119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297FEA5-DE9E-3FCE-40EC-CDED1F7D88B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135777" y="1917512"/>
                  <a:ext cx="26388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4F8AF45E-67EC-54C3-1A6E-0D93D53309DF}"/>
              </a:ext>
            </a:extLst>
          </p:cNvPr>
          <p:cNvGrpSpPr/>
          <p:nvPr/>
        </p:nvGrpSpPr>
        <p:grpSpPr>
          <a:xfrm>
            <a:off x="7903697" y="2187512"/>
            <a:ext cx="438120" cy="289440"/>
            <a:chOff x="7903697" y="2187512"/>
            <a:chExt cx="43812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8F71092-5D35-CE47-894D-6FCAB224FE5B}"/>
                    </a:ext>
                  </a:extLst>
                </p14:cNvPr>
                <p14:cNvContentPartPr/>
                <p14:nvPr/>
              </p14:nvContentPartPr>
              <p14:xfrm>
                <a:off x="7903697" y="2255912"/>
                <a:ext cx="28440" cy="2210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8F71092-5D35-CE47-894D-6FCAB224FE5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886057" y="2237912"/>
                  <a:ext cx="640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78F7ACC-F473-EBDF-AAD0-519DBE823BF5}"/>
                    </a:ext>
                  </a:extLst>
                </p14:cNvPr>
                <p14:cNvContentPartPr/>
                <p14:nvPr/>
              </p14:nvContentPartPr>
              <p14:xfrm>
                <a:off x="7921697" y="2187512"/>
                <a:ext cx="228600" cy="1965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78F7ACC-F473-EBDF-AAD0-519DBE823BF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903697" y="2169872"/>
                  <a:ext cx="2642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BD0129F-13C0-DBE5-3AF2-A0AA4E069CA1}"/>
                    </a:ext>
                  </a:extLst>
                </p14:cNvPr>
                <p14:cNvContentPartPr/>
                <p14:nvPr/>
              </p14:nvContentPartPr>
              <p14:xfrm>
                <a:off x="8271257" y="2232872"/>
                <a:ext cx="70560" cy="137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BD0129F-13C0-DBE5-3AF2-A0AA4E069CA1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8253617" y="2215232"/>
                  <a:ext cx="106200" cy="17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4FAB189-5013-B1C4-7683-C09FBD98FBC5}"/>
              </a:ext>
            </a:extLst>
          </p:cNvPr>
          <p:cNvGrpSpPr/>
          <p:nvPr/>
        </p:nvGrpSpPr>
        <p:grpSpPr>
          <a:xfrm>
            <a:off x="11193017" y="1819232"/>
            <a:ext cx="446760" cy="264600"/>
            <a:chOff x="11193017" y="1819232"/>
            <a:chExt cx="446760" cy="26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12838E5-0FF5-DD49-E090-6529EA30B0D5}"/>
                    </a:ext>
                  </a:extLst>
                </p14:cNvPr>
                <p14:cNvContentPartPr/>
                <p14:nvPr/>
              </p14:nvContentPartPr>
              <p14:xfrm>
                <a:off x="11193017" y="1887632"/>
                <a:ext cx="64800" cy="196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12838E5-0FF5-DD49-E090-6529EA30B0D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175017" y="1869632"/>
                  <a:ext cx="1004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A44AF4F-46A8-E4B4-ED5E-9469F0063F80}"/>
                    </a:ext>
                  </a:extLst>
                </p14:cNvPr>
                <p14:cNvContentPartPr/>
                <p14:nvPr/>
              </p14:nvContentPartPr>
              <p14:xfrm>
                <a:off x="11223257" y="1819232"/>
                <a:ext cx="175320" cy="1576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A44AF4F-46A8-E4B4-ED5E-9469F0063F80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205617" y="1801592"/>
                  <a:ext cx="210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E7F2652-4558-7EAB-E1AF-052E92089E0D}"/>
                    </a:ext>
                  </a:extLst>
                </p14:cNvPr>
                <p14:cNvContentPartPr/>
                <p14:nvPr/>
              </p14:nvContentPartPr>
              <p14:xfrm>
                <a:off x="11519177" y="1822112"/>
                <a:ext cx="120600" cy="1490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E7F2652-4558-7EAB-E1AF-052E92089E0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01537" y="1804472"/>
                  <a:ext cx="15624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34AABD57-FD61-A082-9447-11DAD68AA2CB}"/>
              </a:ext>
            </a:extLst>
          </p:cNvPr>
          <p:cNvGrpSpPr/>
          <p:nvPr/>
        </p:nvGrpSpPr>
        <p:grpSpPr>
          <a:xfrm>
            <a:off x="9092417" y="1752272"/>
            <a:ext cx="1524240" cy="1547280"/>
            <a:chOff x="9092417" y="1752272"/>
            <a:chExt cx="1524240" cy="154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A0B6531-6D32-59BF-7B8C-C97FA6CCD9D9}"/>
                    </a:ext>
                  </a:extLst>
                </p14:cNvPr>
                <p14:cNvContentPartPr/>
                <p14:nvPr/>
              </p14:nvContentPartPr>
              <p14:xfrm>
                <a:off x="9126257" y="1799432"/>
                <a:ext cx="144000" cy="149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A0B6531-6D32-59BF-7B8C-C97FA6CCD9D9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108617" y="1781432"/>
                  <a:ext cx="1796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63D8180-B7D7-E493-11D6-8D9A43DCCAB2}"/>
                    </a:ext>
                  </a:extLst>
                </p14:cNvPr>
                <p14:cNvContentPartPr/>
                <p14:nvPr/>
              </p14:nvContentPartPr>
              <p14:xfrm>
                <a:off x="9202217" y="1898432"/>
                <a:ext cx="8280" cy="201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63D8180-B7D7-E493-11D6-8D9A43DCCAB2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9184217" y="1880792"/>
                  <a:ext cx="439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1911EB5-BA98-2015-CF38-365EE362851B}"/>
                    </a:ext>
                  </a:extLst>
                </p14:cNvPr>
                <p14:cNvContentPartPr/>
                <p14:nvPr/>
              </p14:nvContentPartPr>
              <p14:xfrm>
                <a:off x="9350177" y="1867832"/>
                <a:ext cx="8640" cy="12564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1911EB5-BA98-2015-CF38-365EE362851B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332177" y="1850192"/>
                  <a:ext cx="442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2EFFAF2-E765-D82D-255E-3E436FC42D5C}"/>
                    </a:ext>
                  </a:extLst>
                </p14:cNvPr>
                <p14:cNvContentPartPr/>
                <p14:nvPr/>
              </p14:nvContentPartPr>
              <p14:xfrm>
                <a:off x="9344777" y="1793672"/>
                <a:ext cx="72720" cy="69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2EFFAF2-E765-D82D-255E-3E436FC42D5C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26777" y="1776032"/>
                  <a:ext cx="1083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A408C86-E539-B89C-994E-B0527C7FB169}"/>
                    </a:ext>
                  </a:extLst>
                </p14:cNvPr>
                <p14:cNvContentPartPr/>
                <p14:nvPr/>
              </p14:nvContentPartPr>
              <p14:xfrm>
                <a:off x="9336857" y="1891592"/>
                <a:ext cx="107280" cy="88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A408C86-E539-B89C-994E-B0527C7FB16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319217" y="1873592"/>
                  <a:ext cx="14292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8076B2EB-308B-E1A0-5DDE-CC9416694D33}"/>
                    </a:ext>
                  </a:extLst>
                </p14:cNvPr>
                <p14:cNvContentPartPr/>
                <p14:nvPr/>
              </p14:nvContentPartPr>
              <p14:xfrm>
                <a:off x="9519737" y="1791872"/>
                <a:ext cx="81000" cy="2422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8076B2EB-308B-E1A0-5DDE-CC9416694D3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501737" y="1774232"/>
                  <a:ext cx="1166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B236A19-9B93-AD87-222D-13746B73AAB3}"/>
                    </a:ext>
                  </a:extLst>
                </p14:cNvPr>
                <p14:cNvContentPartPr/>
                <p14:nvPr/>
              </p14:nvContentPartPr>
              <p14:xfrm>
                <a:off x="10057577" y="1804832"/>
                <a:ext cx="131400" cy="1101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B236A19-9B93-AD87-222D-13746B73AAB3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039937" y="1787192"/>
                  <a:ext cx="1670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3F1F95E-1D97-7A52-59C4-9CAD04D1AF29}"/>
                    </a:ext>
                  </a:extLst>
                </p14:cNvPr>
                <p14:cNvContentPartPr/>
                <p14:nvPr/>
              </p14:nvContentPartPr>
              <p14:xfrm>
                <a:off x="10148657" y="1867832"/>
                <a:ext cx="19800" cy="1339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3F1F95E-1D97-7A52-59C4-9CAD04D1AF29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130657" y="1850192"/>
                  <a:ext cx="55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18FE4D1-97B5-BAA1-B4E7-A14C48FCF753}"/>
                    </a:ext>
                  </a:extLst>
                </p14:cNvPr>
                <p14:cNvContentPartPr/>
                <p14:nvPr/>
              </p14:nvContentPartPr>
              <p14:xfrm>
                <a:off x="10289417" y="1812752"/>
                <a:ext cx="35640" cy="1778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18FE4D1-97B5-BAA1-B4E7-A14C48FCF75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271417" y="1795112"/>
                  <a:ext cx="7128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199903B-C4A2-B1CA-5E1F-F78BF4AFE716}"/>
                    </a:ext>
                  </a:extLst>
                </p14:cNvPr>
                <p14:cNvContentPartPr/>
                <p14:nvPr/>
              </p14:nvContentPartPr>
              <p14:xfrm>
                <a:off x="10313897" y="1752272"/>
                <a:ext cx="88200" cy="70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199903B-C4A2-B1CA-5E1F-F78BF4AFE716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295897" y="1734632"/>
                  <a:ext cx="1238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F38D02B-750D-96BB-E189-6277C28759EB}"/>
                    </a:ext>
                  </a:extLst>
                </p14:cNvPr>
                <p14:cNvContentPartPr/>
                <p14:nvPr/>
              </p14:nvContentPartPr>
              <p14:xfrm>
                <a:off x="10300577" y="1865312"/>
                <a:ext cx="59400" cy="234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F38D02B-750D-96BB-E189-6277C28759E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282577" y="1847312"/>
                  <a:ext cx="95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126A796-B969-C91B-A1BE-9CE8512CEA1A}"/>
                    </a:ext>
                  </a:extLst>
                </p14:cNvPr>
                <p14:cNvContentPartPr/>
                <p14:nvPr/>
              </p14:nvContentPartPr>
              <p14:xfrm>
                <a:off x="10299857" y="1963952"/>
                <a:ext cx="101880" cy="374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126A796-B969-C91B-A1BE-9CE8512CEA1A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281857" y="1945952"/>
                  <a:ext cx="1375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E7963AD-D7CE-DDBA-6D20-B55C544E7653}"/>
                    </a:ext>
                  </a:extLst>
                </p14:cNvPr>
                <p14:cNvContentPartPr/>
                <p14:nvPr/>
              </p14:nvContentPartPr>
              <p14:xfrm>
                <a:off x="10533137" y="1779992"/>
                <a:ext cx="83520" cy="1868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E7963AD-D7CE-DDBA-6D20-B55C544E765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515497" y="1762352"/>
                  <a:ext cx="1191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1E05F03-0D3B-A327-7472-BC0EB1994390}"/>
                    </a:ext>
                  </a:extLst>
                </p14:cNvPr>
                <p14:cNvContentPartPr/>
                <p14:nvPr/>
              </p14:nvContentPartPr>
              <p14:xfrm>
                <a:off x="9092417" y="1916432"/>
                <a:ext cx="832680" cy="11448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1E05F03-0D3B-A327-7472-BC0EB199439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074777" y="1898432"/>
                  <a:ext cx="868320" cy="11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CF3C167-2569-FB47-84BF-BD2B3FD430B1}"/>
                    </a:ext>
                  </a:extLst>
                </p14:cNvPr>
                <p14:cNvContentPartPr/>
                <p14:nvPr/>
              </p14:nvContentPartPr>
              <p14:xfrm>
                <a:off x="9107897" y="2942792"/>
                <a:ext cx="115920" cy="1137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CF3C167-2569-FB47-84BF-BD2B3FD430B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089897" y="2925152"/>
                  <a:ext cx="1515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9494D82-40A6-4687-29EA-4CC0CFE7745B}"/>
                    </a:ext>
                  </a:extLst>
                </p14:cNvPr>
                <p14:cNvContentPartPr/>
                <p14:nvPr/>
              </p14:nvContentPartPr>
              <p14:xfrm>
                <a:off x="9285017" y="3121712"/>
                <a:ext cx="161640" cy="1771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9494D82-40A6-4687-29EA-4CC0CFE7745B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267377" y="3104072"/>
                  <a:ext cx="1972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FA76E80-BAF0-757D-E471-86265E5C0A57}"/>
                    </a:ext>
                  </a:extLst>
                </p14:cNvPr>
                <p14:cNvContentPartPr/>
                <p14:nvPr/>
              </p14:nvContentPartPr>
              <p14:xfrm>
                <a:off x="9509297" y="3114152"/>
                <a:ext cx="252720" cy="1854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FA76E80-BAF0-757D-E471-86265E5C0A5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491297" y="3096152"/>
                  <a:ext cx="2883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589A800-F3F8-D562-D377-D2412528DDB1}"/>
                    </a:ext>
                  </a:extLst>
                </p14:cNvPr>
                <p14:cNvContentPartPr/>
                <p14:nvPr/>
              </p14:nvContentPartPr>
              <p14:xfrm>
                <a:off x="9790817" y="3188672"/>
                <a:ext cx="124200" cy="73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589A800-F3F8-D562-D377-D2412528DDB1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773177" y="3171032"/>
                  <a:ext cx="1598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7F32A5-E054-4DF4-8D83-9E05939B5591}"/>
                    </a:ext>
                  </a:extLst>
                </p14:cNvPr>
                <p14:cNvContentPartPr/>
                <p14:nvPr/>
              </p14:nvContentPartPr>
              <p14:xfrm>
                <a:off x="9978377" y="3082112"/>
                <a:ext cx="23400" cy="1461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7F32A5-E054-4DF4-8D83-9E05939B5591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960377" y="3064472"/>
                  <a:ext cx="590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9136E72-AB5F-5467-5D12-E77EB948A8E0}"/>
                    </a:ext>
                  </a:extLst>
                </p14:cNvPr>
                <p14:cNvContentPartPr/>
                <p14:nvPr/>
              </p14:nvContentPartPr>
              <p14:xfrm>
                <a:off x="10105097" y="3118472"/>
                <a:ext cx="75960" cy="1587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9136E72-AB5F-5467-5D12-E77EB948A8E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087457" y="3100472"/>
                  <a:ext cx="11160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3973D3C8-30DC-7EEA-0280-142C7775EDE5}"/>
              </a:ext>
            </a:extLst>
          </p:cNvPr>
          <p:cNvGrpSpPr/>
          <p:nvPr/>
        </p:nvGrpSpPr>
        <p:grpSpPr>
          <a:xfrm>
            <a:off x="8379257" y="2893472"/>
            <a:ext cx="3710520" cy="1878840"/>
            <a:chOff x="8379257" y="2893472"/>
            <a:chExt cx="3710520" cy="187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D9FA239-4EEC-5193-855B-9C4DE9003C91}"/>
                    </a:ext>
                  </a:extLst>
                </p14:cNvPr>
                <p14:cNvContentPartPr/>
                <p14:nvPr/>
              </p14:nvContentPartPr>
              <p14:xfrm>
                <a:off x="8379257" y="2893472"/>
                <a:ext cx="888840" cy="1226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D9FA239-4EEC-5193-855B-9C4DE9003C9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361257" y="2875472"/>
                  <a:ext cx="924480" cy="12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5E613A43-AF9F-6091-5B7D-014134566B1F}"/>
                    </a:ext>
                  </a:extLst>
                </p14:cNvPr>
                <p14:cNvContentPartPr/>
                <p14:nvPr/>
              </p14:nvContentPartPr>
              <p14:xfrm>
                <a:off x="9294017" y="2934872"/>
                <a:ext cx="369360" cy="11257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5E613A43-AF9F-6091-5B7D-014134566B1F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276017" y="2917232"/>
                  <a:ext cx="405000" cy="11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3E457F5-106E-4654-D13F-CBAA81829E6F}"/>
                    </a:ext>
                  </a:extLst>
                </p14:cNvPr>
                <p14:cNvContentPartPr/>
                <p14:nvPr/>
              </p14:nvContentPartPr>
              <p14:xfrm>
                <a:off x="9494537" y="2962232"/>
                <a:ext cx="1189080" cy="10706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3E457F5-106E-4654-D13F-CBAA81829E6F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76537" y="2944592"/>
                  <a:ext cx="1224720" cy="11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4AC54E8-410D-0DA5-44E3-418907438771}"/>
                    </a:ext>
                  </a:extLst>
                </p14:cNvPr>
                <p14:cNvContentPartPr/>
                <p14:nvPr/>
              </p14:nvContentPartPr>
              <p14:xfrm>
                <a:off x="9698297" y="2980592"/>
                <a:ext cx="1861200" cy="1039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4AC54E8-410D-0DA5-44E3-41890743877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80657" y="2962592"/>
                  <a:ext cx="1896840" cy="10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F1D4B0CA-BB16-D697-7125-F078BAF520CF}"/>
                    </a:ext>
                  </a:extLst>
                </p14:cNvPr>
                <p14:cNvContentPartPr/>
                <p14:nvPr/>
              </p14:nvContentPartPr>
              <p14:xfrm>
                <a:off x="10068377" y="4036832"/>
                <a:ext cx="55440" cy="3016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F1D4B0CA-BB16-D697-7125-F078BAF520C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050377" y="4019192"/>
                  <a:ext cx="9108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0C8DD6B9-0C1B-C319-8EB3-6977EF9BAB2B}"/>
                    </a:ext>
                  </a:extLst>
                </p14:cNvPr>
                <p14:cNvContentPartPr/>
                <p14:nvPr/>
              </p14:nvContentPartPr>
              <p14:xfrm>
                <a:off x="10089617" y="4036112"/>
                <a:ext cx="117360" cy="274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0C8DD6B9-0C1B-C319-8EB3-6977EF9BAB2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071617" y="4018112"/>
                  <a:ext cx="153000" cy="30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E6C44B1-E95F-0819-9977-59D35B1B7D3A}"/>
                    </a:ext>
                  </a:extLst>
                </p14:cNvPr>
                <p14:cNvContentPartPr/>
                <p14:nvPr/>
              </p14:nvContentPartPr>
              <p14:xfrm>
                <a:off x="10090697" y="4195952"/>
                <a:ext cx="103680" cy="414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E6C44B1-E95F-0819-9977-59D35B1B7D3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072697" y="4178312"/>
                  <a:ext cx="1393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238D839-1312-D47A-D89B-18F712FA5772}"/>
                    </a:ext>
                  </a:extLst>
                </p14:cNvPr>
                <p14:cNvContentPartPr/>
                <p14:nvPr/>
              </p14:nvContentPartPr>
              <p14:xfrm>
                <a:off x="10269257" y="4046552"/>
                <a:ext cx="124920" cy="2401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238D839-1312-D47A-D89B-18F712FA5772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251257" y="4028912"/>
                  <a:ext cx="1605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2111B5D4-13DE-96C3-B59E-55BE0182F353}"/>
                    </a:ext>
                  </a:extLst>
                </p14:cNvPr>
                <p14:cNvContentPartPr/>
                <p14:nvPr/>
              </p14:nvContentPartPr>
              <p14:xfrm>
                <a:off x="10508657" y="4185152"/>
                <a:ext cx="44640" cy="2005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2111B5D4-13DE-96C3-B59E-55BE0182F35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490657" y="4167152"/>
                  <a:ext cx="802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759778EE-3A88-25D0-5638-E213FB9A1346}"/>
                    </a:ext>
                  </a:extLst>
                </p14:cNvPr>
                <p14:cNvContentPartPr/>
                <p14:nvPr/>
              </p14:nvContentPartPr>
              <p14:xfrm>
                <a:off x="10478057" y="4064552"/>
                <a:ext cx="9360" cy="374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759778EE-3A88-25D0-5638-E213FB9A134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460417" y="4046912"/>
                  <a:ext cx="450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7F56E85-D9CB-3D43-A153-4D23CE3A6569}"/>
                    </a:ext>
                  </a:extLst>
                </p14:cNvPr>
                <p14:cNvContentPartPr/>
                <p14:nvPr/>
              </p14:nvContentPartPr>
              <p14:xfrm>
                <a:off x="10632137" y="4184072"/>
                <a:ext cx="86040" cy="666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7F56E85-D9CB-3D43-A153-4D23CE3A65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614497" y="4166072"/>
                  <a:ext cx="1216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7EF7805-28F4-0E47-03AB-C31D8981776F}"/>
                    </a:ext>
                  </a:extLst>
                </p14:cNvPr>
                <p14:cNvContentPartPr/>
                <p14:nvPr/>
              </p14:nvContentPartPr>
              <p14:xfrm>
                <a:off x="10835177" y="4142312"/>
                <a:ext cx="46440" cy="12708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7EF7805-28F4-0E47-03AB-C31D8981776F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817537" y="4124672"/>
                  <a:ext cx="82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BB3E692-BF57-78B4-459E-684891E64340}"/>
                    </a:ext>
                  </a:extLst>
                </p14:cNvPr>
                <p14:cNvContentPartPr/>
                <p14:nvPr/>
              </p14:nvContentPartPr>
              <p14:xfrm>
                <a:off x="10960817" y="4021352"/>
                <a:ext cx="42840" cy="20700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BB3E692-BF57-78B4-459E-684891E64340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942817" y="4003712"/>
                  <a:ext cx="784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D72C1FC-FE42-CBCC-97B7-E2CA7E2701D9}"/>
                    </a:ext>
                  </a:extLst>
                </p14:cNvPr>
                <p14:cNvContentPartPr/>
                <p14:nvPr/>
              </p14:nvContentPartPr>
              <p14:xfrm>
                <a:off x="10938497" y="4125032"/>
                <a:ext cx="112680" cy="457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D72C1FC-FE42-CBCC-97B7-E2CA7E2701D9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920497" y="4107032"/>
                  <a:ext cx="1483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704204B-059B-CC8E-7E61-F20EA16B8C71}"/>
                    </a:ext>
                  </a:extLst>
                </p14:cNvPr>
                <p14:cNvContentPartPr/>
                <p14:nvPr/>
              </p14:nvContentPartPr>
              <p14:xfrm>
                <a:off x="11297057" y="4030352"/>
                <a:ext cx="46440" cy="2509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704204B-059B-CC8E-7E61-F20EA16B8C71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279417" y="4012712"/>
                  <a:ext cx="82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0985759-2DD4-FCFA-6313-FDB90BEBE2E4}"/>
                    </a:ext>
                  </a:extLst>
                </p14:cNvPr>
                <p14:cNvContentPartPr/>
                <p14:nvPr/>
              </p14:nvContentPartPr>
              <p14:xfrm>
                <a:off x="11308577" y="4132232"/>
                <a:ext cx="109080" cy="939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0985759-2DD4-FCFA-6313-FDB90BEBE2E4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290577" y="4114592"/>
                  <a:ext cx="144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ADD347E-703C-27D7-0D39-2D1D69CD209E}"/>
                    </a:ext>
                  </a:extLst>
                </p14:cNvPr>
                <p14:cNvContentPartPr/>
                <p14:nvPr/>
              </p14:nvContentPartPr>
              <p14:xfrm>
                <a:off x="11425217" y="4165352"/>
                <a:ext cx="222840" cy="10224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ADD347E-703C-27D7-0D39-2D1D69CD209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1407217" y="4147352"/>
                  <a:ext cx="2584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DCCDBEB-18B1-7255-E2B7-02630FB81D35}"/>
                    </a:ext>
                  </a:extLst>
                </p14:cNvPr>
                <p14:cNvContentPartPr/>
                <p14:nvPr/>
              </p14:nvContentPartPr>
              <p14:xfrm>
                <a:off x="11713937" y="4081112"/>
                <a:ext cx="39240" cy="136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DCCDBEB-18B1-7255-E2B7-02630FB81D35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1695937" y="4063472"/>
                  <a:ext cx="74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93A2D6C-615E-8F82-9D15-032F5108C96F}"/>
                    </a:ext>
                  </a:extLst>
                </p14:cNvPr>
                <p14:cNvContentPartPr/>
                <p14:nvPr/>
              </p14:nvContentPartPr>
              <p14:xfrm>
                <a:off x="11700617" y="4121072"/>
                <a:ext cx="177480" cy="103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93A2D6C-615E-8F82-9D15-032F5108C96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682617" y="4103072"/>
                  <a:ext cx="213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169D55-5803-45B3-7C21-DCCC9E21C290}"/>
                    </a:ext>
                  </a:extLst>
                </p14:cNvPr>
                <p14:cNvContentPartPr/>
                <p14:nvPr/>
              </p14:nvContentPartPr>
              <p14:xfrm>
                <a:off x="11916977" y="4118912"/>
                <a:ext cx="75960" cy="820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169D55-5803-45B3-7C21-DCCC9E21C29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898977" y="4101272"/>
                  <a:ext cx="1116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ACFCF48-8532-0568-0F48-69F24931D1FD}"/>
                    </a:ext>
                  </a:extLst>
                </p14:cNvPr>
                <p14:cNvContentPartPr/>
                <p14:nvPr/>
              </p14:nvContentPartPr>
              <p14:xfrm>
                <a:off x="12036497" y="4098752"/>
                <a:ext cx="53280" cy="849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ACFCF48-8532-0568-0F48-69F24931D1F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2018497" y="4080752"/>
                  <a:ext cx="889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89C603BB-5FA1-E34F-E976-D9C0B479B558}"/>
                    </a:ext>
                  </a:extLst>
                </p14:cNvPr>
                <p14:cNvContentPartPr/>
                <p14:nvPr/>
              </p14:nvContentPartPr>
              <p14:xfrm>
                <a:off x="10562657" y="4568192"/>
                <a:ext cx="39240" cy="2041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89C603BB-5FA1-E34F-E976-D9C0B479B558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545017" y="4550192"/>
                  <a:ext cx="74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6F552DA-1550-989C-3CCE-9B1D98BA39AE}"/>
                    </a:ext>
                  </a:extLst>
                </p14:cNvPr>
                <p14:cNvContentPartPr/>
                <p14:nvPr/>
              </p14:nvContentPartPr>
              <p14:xfrm>
                <a:off x="10564457" y="4568192"/>
                <a:ext cx="96840" cy="806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6F552DA-1550-989C-3CCE-9B1D98BA39AE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546817" y="4550552"/>
                  <a:ext cx="132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AF489C6-BE17-0E86-4404-99710D407529}"/>
                    </a:ext>
                  </a:extLst>
                </p14:cNvPr>
                <p14:cNvContentPartPr/>
                <p14:nvPr/>
              </p14:nvContentPartPr>
              <p14:xfrm>
                <a:off x="10695497" y="4582232"/>
                <a:ext cx="141120" cy="99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AF489C6-BE17-0E86-4404-99710D407529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677857" y="4564592"/>
                  <a:ext cx="17676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BFEC617-8818-1A08-9339-CA0B6F67F29E}"/>
                    </a:ext>
                  </a:extLst>
                </p14:cNvPr>
                <p14:cNvContentPartPr/>
                <p14:nvPr/>
              </p14:nvContentPartPr>
              <p14:xfrm>
                <a:off x="10856777" y="4551992"/>
                <a:ext cx="58320" cy="100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BFEC617-8818-1A08-9339-CA0B6F67F29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839137" y="4533992"/>
                  <a:ext cx="939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66D59D0-2A96-F861-1B0D-D4D124F9083E}"/>
                    </a:ext>
                  </a:extLst>
                </p14:cNvPr>
                <p14:cNvContentPartPr/>
                <p14:nvPr/>
              </p14:nvContentPartPr>
              <p14:xfrm>
                <a:off x="10953977" y="4554512"/>
                <a:ext cx="394200" cy="1033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66D59D0-2A96-F861-1B0D-D4D124F9083E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935977" y="4536512"/>
                  <a:ext cx="4298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EA4B9CD-0AF0-8A18-3379-A3BF3B6ADEA3}"/>
                    </a:ext>
                  </a:extLst>
                </p14:cNvPr>
                <p14:cNvContentPartPr/>
                <p14:nvPr/>
              </p14:nvContentPartPr>
              <p14:xfrm>
                <a:off x="11367257" y="4530392"/>
                <a:ext cx="102960" cy="828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EA4B9CD-0AF0-8A18-3379-A3BF3B6ADEA3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349617" y="4512392"/>
                  <a:ext cx="138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AED9D83-15B9-3187-A671-6DB1EEDE8AC7}"/>
                    </a:ext>
                  </a:extLst>
                </p14:cNvPr>
                <p14:cNvContentPartPr/>
                <p14:nvPr/>
              </p14:nvContentPartPr>
              <p14:xfrm>
                <a:off x="11520977" y="4449032"/>
                <a:ext cx="28440" cy="1882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AED9D83-15B9-3187-A671-6DB1EEDE8AC7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1502977" y="4431032"/>
                  <a:ext cx="640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F881ADA3-A6F1-8F51-505E-D4443C26E4E4}"/>
                    </a:ext>
                  </a:extLst>
                </p14:cNvPr>
                <p14:cNvContentPartPr/>
                <p14:nvPr/>
              </p14:nvContentPartPr>
              <p14:xfrm>
                <a:off x="11488577" y="4522472"/>
                <a:ext cx="116280" cy="4176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F881ADA3-A6F1-8F51-505E-D4443C26E4E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470937" y="4504472"/>
                  <a:ext cx="1519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63DE083-E2F4-B81C-E8BA-C40467DE56C2}"/>
                    </a:ext>
                  </a:extLst>
                </p14:cNvPr>
                <p14:cNvContentPartPr/>
                <p14:nvPr/>
              </p14:nvContentPartPr>
              <p14:xfrm>
                <a:off x="11620697" y="4501232"/>
                <a:ext cx="196200" cy="1310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63DE083-E2F4-B81C-E8BA-C40467DE56C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603057" y="4483232"/>
                  <a:ext cx="231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F563B20-992F-6727-B20C-0AB52B3B08FA}"/>
                    </a:ext>
                  </a:extLst>
                </p14:cNvPr>
                <p14:cNvContentPartPr/>
                <p14:nvPr/>
              </p14:nvContentPartPr>
              <p14:xfrm>
                <a:off x="11897177" y="4470632"/>
                <a:ext cx="54360" cy="150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F563B20-992F-6727-B20C-0AB52B3B08FA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879537" y="4452992"/>
                  <a:ext cx="90000" cy="185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18215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BB372-B13D-BF69-43C0-6F9D69FEB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diagram of a machine&#10;&#10;Description automatically generated">
            <a:extLst>
              <a:ext uri="{FF2B5EF4-FFF2-40B4-BE49-F238E27FC236}">
                <a16:creationId xmlns:a16="http://schemas.microsoft.com/office/drawing/2014/main" id="{C65D4A91-B42C-534B-1D8B-37D395E659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784" y="1227306"/>
            <a:ext cx="10515600" cy="38941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707B0E-835B-266E-CC43-1BE78F8DB8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7679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6B8F3-A04B-66C9-387B-6C350F169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D72F1CE2-12CE-47AB-29CF-7BB3AD8126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839" y="1825625"/>
            <a:ext cx="789232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C974D-C2E0-B896-B2F1-C4997FD71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A8C9AAF-FE89-C46B-6C17-C72514EE6793}"/>
              </a:ext>
            </a:extLst>
          </p:cNvPr>
          <p:cNvGrpSpPr/>
          <p:nvPr/>
        </p:nvGrpSpPr>
        <p:grpSpPr>
          <a:xfrm>
            <a:off x="5648297" y="572552"/>
            <a:ext cx="2198520" cy="1207080"/>
            <a:chOff x="5648297" y="572552"/>
            <a:chExt cx="2198520" cy="12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CB4E39-53E0-8D58-C631-B7018AC2F972}"/>
                    </a:ext>
                  </a:extLst>
                </p14:cNvPr>
                <p14:cNvContentPartPr/>
                <p14:nvPr/>
              </p14:nvContentPartPr>
              <p14:xfrm>
                <a:off x="5684297" y="624032"/>
                <a:ext cx="36000" cy="322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CB4E39-53E0-8D58-C631-B7018AC2F97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666297" y="606032"/>
                  <a:ext cx="7164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86EA7FF-7873-28DB-374C-0BAD1D1E30CF}"/>
                    </a:ext>
                  </a:extLst>
                </p14:cNvPr>
                <p14:cNvContentPartPr/>
                <p14:nvPr/>
              </p14:nvContentPartPr>
              <p14:xfrm>
                <a:off x="5648297" y="602792"/>
                <a:ext cx="127800" cy="182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86EA7FF-7873-28DB-374C-0BAD1D1E30C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630297" y="585152"/>
                  <a:ext cx="1634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4207FB4-BA58-080A-0486-96428D5F677D}"/>
                    </a:ext>
                  </a:extLst>
                </p14:cNvPr>
                <p14:cNvContentPartPr/>
                <p14:nvPr/>
              </p14:nvContentPartPr>
              <p14:xfrm>
                <a:off x="5874017" y="734552"/>
                <a:ext cx="148320" cy="131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4207FB4-BA58-080A-0486-96428D5F67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56017" y="716552"/>
                  <a:ext cx="1839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522043A-0A8F-9864-F2CD-F73A16C8F83B}"/>
                    </a:ext>
                  </a:extLst>
                </p14:cNvPr>
                <p14:cNvContentPartPr/>
                <p14:nvPr/>
              </p14:nvContentPartPr>
              <p14:xfrm>
                <a:off x="6093257" y="717992"/>
                <a:ext cx="192600" cy="150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522043A-0A8F-9864-F2CD-F73A16C8F83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75257" y="700352"/>
                  <a:ext cx="2282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24F1121-8DE8-ECA5-A743-2E14469BF25A}"/>
                    </a:ext>
                  </a:extLst>
                </p14:cNvPr>
                <p14:cNvContentPartPr/>
                <p14:nvPr/>
              </p14:nvContentPartPr>
              <p14:xfrm>
                <a:off x="6459377" y="595952"/>
                <a:ext cx="147240" cy="235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24F1121-8DE8-ECA5-A743-2E14469BF25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441377" y="577952"/>
                  <a:ext cx="1828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F458C4B-24CC-74E3-7019-54832915C4D2}"/>
                    </a:ext>
                  </a:extLst>
                </p14:cNvPr>
                <p14:cNvContentPartPr/>
                <p14:nvPr/>
              </p14:nvContentPartPr>
              <p14:xfrm>
                <a:off x="6718217" y="709352"/>
                <a:ext cx="132480" cy="103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F458C4B-24CC-74E3-7019-54832915C4D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00217" y="691712"/>
                  <a:ext cx="1681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E7859CD-C3BC-0E1F-8449-FC577AC90EC4}"/>
                    </a:ext>
                  </a:extLst>
                </p14:cNvPr>
                <p14:cNvContentPartPr/>
                <p14:nvPr/>
              </p14:nvContentPartPr>
              <p14:xfrm>
                <a:off x="6901817" y="572552"/>
                <a:ext cx="78840" cy="2332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E7859CD-C3BC-0E1F-8449-FC577AC90EC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883817" y="554552"/>
                  <a:ext cx="11448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BF5ED9A-A8DD-3DD9-0A5A-DDA294826DBB}"/>
                    </a:ext>
                  </a:extLst>
                </p14:cNvPr>
                <p14:cNvContentPartPr/>
                <p14:nvPr/>
              </p14:nvContentPartPr>
              <p14:xfrm>
                <a:off x="6884177" y="710432"/>
                <a:ext cx="99720" cy="73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BF5ED9A-A8DD-3DD9-0A5A-DDA294826DB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866177" y="692792"/>
                  <a:ext cx="1353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E6A92D1-9849-D6D6-1811-9E8992DFE47A}"/>
                    </a:ext>
                  </a:extLst>
                </p14:cNvPr>
                <p14:cNvContentPartPr/>
                <p14:nvPr/>
              </p14:nvContentPartPr>
              <p14:xfrm>
                <a:off x="7096937" y="684512"/>
                <a:ext cx="107280" cy="1278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E6A92D1-9849-D6D6-1811-9E8992DFE47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078937" y="666872"/>
                  <a:ext cx="1429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82743B-5EF4-BD5E-D836-6C740EFBD8D0}"/>
                    </a:ext>
                  </a:extLst>
                </p14:cNvPr>
                <p14:cNvContentPartPr/>
                <p14:nvPr/>
              </p14:nvContentPartPr>
              <p14:xfrm>
                <a:off x="7208897" y="713672"/>
                <a:ext cx="67680" cy="124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82743B-5EF4-BD5E-D836-6C740EFBD8D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91257" y="695672"/>
                  <a:ext cx="103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C534C04-DA6E-0E20-5A78-0296A09A49A6}"/>
                    </a:ext>
                  </a:extLst>
                </p14:cNvPr>
                <p14:cNvContentPartPr/>
                <p14:nvPr/>
              </p14:nvContentPartPr>
              <p14:xfrm>
                <a:off x="6321497" y="915272"/>
                <a:ext cx="31680" cy="223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C534C04-DA6E-0E20-5A78-0296A09A49A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6303497" y="897272"/>
                  <a:ext cx="6732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3E1BFED-74DD-1163-AD9B-1ADC3BB7DCB3}"/>
                    </a:ext>
                  </a:extLst>
                </p14:cNvPr>
                <p14:cNvContentPartPr/>
                <p14:nvPr/>
              </p14:nvContentPartPr>
              <p14:xfrm>
                <a:off x="6263177" y="1072592"/>
                <a:ext cx="178560" cy="115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3E1BFED-74DD-1163-AD9B-1ADC3BB7DCB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45537" y="1054952"/>
                  <a:ext cx="2142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064E726-8AC5-BBA7-1FAA-7718075FBA15}"/>
                    </a:ext>
                  </a:extLst>
                </p14:cNvPr>
                <p14:cNvContentPartPr/>
                <p14:nvPr/>
              </p14:nvContentPartPr>
              <p14:xfrm>
                <a:off x="5874377" y="1369952"/>
                <a:ext cx="37800" cy="154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064E726-8AC5-BBA7-1FAA-7718075FBA1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856737" y="1352312"/>
                  <a:ext cx="734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2F5374-0674-C00F-DBE3-2BAE5C466EEE}"/>
                    </a:ext>
                  </a:extLst>
                </p14:cNvPr>
                <p14:cNvContentPartPr/>
                <p14:nvPr/>
              </p14:nvContentPartPr>
              <p14:xfrm>
                <a:off x="5901377" y="1273112"/>
                <a:ext cx="80280" cy="116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2F5374-0674-C00F-DBE3-2BAE5C466EE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83377" y="1255112"/>
                  <a:ext cx="115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7692CA4-B10C-4E8B-B15F-08B1C1E8D8C0}"/>
                    </a:ext>
                  </a:extLst>
                </p14:cNvPr>
                <p14:cNvContentPartPr/>
                <p14:nvPr/>
              </p14:nvContentPartPr>
              <p14:xfrm>
                <a:off x="6034577" y="1348352"/>
                <a:ext cx="73080" cy="93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7692CA4-B10C-4E8B-B15F-08B1C1E8D8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16577" y="1330712"/>
                  <a:ext cx="1087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F419867-895F-4C37-8743-36B428EC2CFF}"/>
                    </a:ext>
                  </a:extLst>
                </p14:cNvPr>
                <p14:cNvContentPartPr/>
                <p14:nvPr/>
              </p14:nvContentPartPr>
              <p14:xfrm>
                <a:off x="6178217" y="1360232"/>
                <a:ext cx="74160" cy="10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F419867-895F-4C37-8743-36B428EC2CF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160217" y="1342232"/>
                  <a:ext cx="1098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4713B28-8FDD-0378-42C8-02661E3E7205}"/>
                    </a:ext>
                  </a:extLst>
                </p14:cNvPr>
                <p14:cNvContentPartPr/>
                <p14:nvPr/>
              </p14:nvContentPartPr>
              <p14:xfrm>
                <a:off x="7427777" y="1191392"/>
                <a:ext cx="5400" cy="2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4713B28-8FDD-0378-42C8-02661E3E720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409777" y="1173752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55B0C87-5D4B-8EF0-1557-D019EF9543D2}"/>
                    </a:ext>
                  </a:extLst>
                </p14:cNvPr>
                <p14:cNvContentPartPr/>
                <p14:nvPr/>
              </p14:nvContentPartPr>
              <p14:xfrm>
                <a:off x="6411857" y="1370672"/>
                <a:ext cx="16200" cy="148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55B0C87-5D4B-8EF0-1557-D019EF9543D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394217" y="1352672"/>
                  <a:ext cx="51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E4F4743-EE08-AADE-4514-079043164FE5}"/>
                    </a:ext>
                  </a:extLst>
                </p14:cNvPr>
                <p14:cNvContentPartPr/>
                <p14:nvPr/>
              </p14:nvContentPartPr>
              <p14:xfrm>
                <a:off x="6418697" y="1314512"/>
                <a:ext cx="52560" cy="93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E4F4743-EE08-AADE-4514-079043164FE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401057" y="1296872"/>
                  <a:ext cx="88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1BE86A3-EE69-5B36-E5BD-F5F6A59F6307}"/>
                    </a:ext>
                  </a:extLst>
                </p14:cNvPr>
                <p14:cNvContentPartPr/>
                <p14:nvPr/>
              </p14:nvContentPartPr>
              <p14:xfrm>
                <a:off x="6501497" y="1329632"/>
                <a:ext cx="87480" cy="101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1BE86A3-EE69-5B36-E5BD-F5F6A59F630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483497" y="1311992"/>
                  <a:ext cx="1231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8932EED-D4FB-610B-B94D-1A3EA46E712A}"/>
                    </a:ext>
                  </a:extLst>
                </p14:cNvPr>
                <p14:cNvContentPartPr/>
                <p14:nvPr/>
              </p14:nvContentPartPr>
              <p14:xfrm>
                <a:off x="6676817" y="1336832"/>
                <a:ext cx="90360" cy="103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8932EED-D4FB-610B-B94D-1A3EA46E712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658817" y="1319192"/>
                  <a:ext cx="126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35019C7-428D-E007-561C-FD6E6FBB5E19}"/>
                    </a:ext>
                  </a:extLst>
                </p14:cNvPr>
                <p14:cNvContentPartPr/>
                <p14:nvPr/>
              </p14:nvContentPartPr>
              <p14:xfrm>
                <a:off x="6836657" y="1325312"/>
                <a:ext cx="81720" cy="96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35019C7-428D-E007-561C-FD6E6FBB5E1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19017" y="1307312"/>
                  <a:ext cx="11736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5B03B5E-E599-8989-5B26-32B03B50A234}"/>
                    </a:ext>
                  </a:extLst>
                </p14:cNvPr>
                <p14:cNvContentPartPr/>
                <p14:nvPr/>
              </p14:nvContentPartPr>
              <p14:xfrm>
                <a:off x="6975977" y="1312352"/>
                <a:ext cx="55440" cy="97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5B03B5E-E599-8989-5B26-32B03B50A23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958337" y="1294352"/>
                  <a:ext cx="910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7600397-82E5-071F-9868-88E7FFB6A1D6}"/>
                    </a:ext>
                  </a:extLst>
                </p14:cNvPr>
                <p14:cNvContentPartPr/>
                <p14:nvPr/>
              </p14:nvContentPartPr>
              <p14:xfrm>
                <a:off x="7114937" y="1324232"/>
                <a:ext cx="74520" cy="135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7600397-82E5-071F-9868-88E7FFB6A1D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97297" y="1306232"/>
                  <a:ext cx="1101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B0D3150-873B-7424-7880-6E688E58AE6D}"/>
                    </a:ext>
                  </a:extLst>
                </p14:cNvPr>
                <p14:cNvContentPartPr/>
                <p14:nvPr/>
              </p14:nvContentPartPr>
              <p14:xfrm>
                <a:off x="7243097" y="1309472"/>
                <a:ext cx="66600" cy="1461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B0D3150-873B-7424-7880-6E688E58AE6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225097" y="1291832"/>
                  <a:ext cx="1022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D51913-6E3F-404C-C171-C872EFCA151B}"/>
                    </a:ext>
                  </a:extLst>
                </p14:cNvPr>
                <p14:cNvContentPartPr/>
                <p14:nvPr/>
              </p14:nvContentPartPr>
              <p14:xfrm>
                <a:off x="7402577" y="1328192"/>
                <a:ext cx="22680" cy="101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D51913-6E3F-404C-C171-C872EFCA151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384577" y="1310552"/>
                  <a:ext cx="583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8DED97E-81BC-84CC-114A-1F860152A2BC}"/>
                    </a:ext>
                  </a:extLst>
                </p14:cNvPr>
                <p14:cNvContentPartPr/>
                <p14:nvPr/>
              </p14:nvContentPartPr>
              <p14:xfrm>
                <a:off x="7538297" y="1315592"/>
                <a:ext cx="129600" cy="74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8DED97E-81BC-84CC-114A-1F860152A2B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520657" y="1297592"/>
                  <a:ext cx="1652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C6F61FE-1002-1575-C59B-292AA09323F3}"/>
                    </a:ext>
                  </a:extLst>
                </p14:cNvPr>
                <p14:cNvContentPartPr/>
                <p14:nvPr/>
              </p14:nvContentPartPr>
              <p14:xfrm>
                <a:off x="7746377" y="1303352"/>
                <a:ext cx="100440" cy="247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C6F61FE-1002-1575-C59B-292AA09323F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728377" y="1285712"/>
                  <a:ext cx="1360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795D561-EB6D-7959-D9A4-7BB6DCFEA22C}"/>
                    </a:ext>
                  </a:extLst>
                </p14:cNvPr>
                <p14:cNvContentPartPr/>
                <p14:nvPr/>
              </p14:nvContentPartPr>
              <p14:xfrm>
                <a:off x="6646577" y="1521152"/>
                <a:ext cx="100080" cy="255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795D561-EB6D-7959-D9A4-7BB6DCFEA22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628577" y="1503152"/>
                  <a:ext cx="135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ABD4FA2-38D8-B133-752C-F6AF4DAB4926}"/>
                    </a:ext>
                  </a:extLst>
                </p14:cNvPr>
                <p14:cNvContentPartPr/>
                <p14:nvPr/>
              </p14:nvContentPartPr>
              <p14:xfrm>
                <a:off x="6646577" y="1687472"/>
                <a:ext cx="151920" cy="92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ABD4FA2-38D8-B133-752C-F6AF4DAB492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628577" y="1669832"/>
                  <a:ext cx="187560" cy="127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13449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EB1B9-0044-FA65-6C07-C4A792C06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0785CE45-1F10-C877-D24C-DDD0238786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247" y="1825625"/>
            <a:ext cx="780950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3F54-FF01-5089-8821-B432588DF0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898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42EEF-AE84-8983-C65F-D01303BA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7C5E2C67-D1DA-563E-6253-2F6111446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300" y="1825625"/>
            <a:ext cx="776339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DBE65F-0BD2-A109-C655-AE02B54C3F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91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9E8EE-383B-B9F2-09CC-F1CDEA2C3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screen shot of a computer&#10;&#10;Description automatically generated">
            <a:extLst>
              <a:ext uri="{FF2B5EF4-FFF2-40B4-BE49-F238E27FC236}">
                <a16:creationId xmlns:a16="http://schemas.microsoft.com/office/drawing/2014/main" id="{AF220860-5A6F-A4D7-6BCE-4AAED3E22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378" y="1825625"/>
            <a:ext cx="775924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C98C-7E52-44D9-02DD-46154CF7D0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2740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4013A-B726-A79C-B41D-88FA63767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implementation</a:t>
            </a:r>
          </a:p>
        </p:txBody>
      </p:sp>
      <p:pic>
        <p:nvPicPr>
          <p:cNvPr id="6" name="Content Placeholder 5" descr="A diagram of a structure&#10;&#10;Description automatically generated">
            <a:extLst>
              <a:ext uri="{FF2B5EF4-FFF2-40B4-BE49-F238E27FC236}">
                <a16:creationId xmlns:a16="http://schemas.microsoft.com/office/drawing/2014/main" id="{FBA79506-1F35-6967-B94D-B035C8AB1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0466" y="1825625"/>
            <a:ext cx="777106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DE3F7-1B1F-FA15-73CA-271873FDC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5A5CD5-AA96-3760-22B4-9705594610DD}"/>
              </a:ext>
            </a:extLst>
          </p:cNvPr>
          <p:cNvGrpSpPr/>
          <p:nvPr/>
        </p:nvGrpSpPr>
        <p:grpSpPr>
          <a:xfrm>
            <a:off x="6688697" y="5584112"/>
            <a:ext cx="781560" cy="316080"/>
            <a:chOff x="6688697" y="5584112"/>
            <a:chExt cx="78156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7D60CC-C874-CE53-BB15-8109F8AFD193}"/>
                    </a:ext>
                  </a:extLst>
                </p14:cNvPr>
                <p14:cNvContentPartPr/>
                <p14:nvPr/>
              </p14:nvContentPartPr>
              <p14:xfrm>
                <a:off x="6688697" y="5664752"/>
                <a:ext cx="717840" cy="71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7D60CC-C874-CE53-BB15-8109F8AFD19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71057" y="5646752"/>
                  <a:ext cx="7534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90507BC-3C5C-835F-292A-95F20EC29E90}"/>
                    </a:ext>
                  </a:extLst>
                </p14:cNvPr>
                <p14:cNvContentPartPr/>
                <p14:nvPr/>
              </p14:nvContentPartPr>
              <p14:xfrm>
                <a:off x="7255337" y="5584112"/>
                <a:ext cx="214920" cy="316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90507BC-3C5C-835F-292A-95F20EC29E9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237337" y="5566112"/>
                  <a:ext cx="250560" cy="35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48940F5-63EE-081B-F9E3-21A61D8547C5}"/>
              </a:ext>
            </a:extLst>
          </p:cNvPr>
          <p:cNvGrpSpPr/>
          <p:nvPr/>
        </p:nvGrpSpPr>
        <p:grpSpPr>
          <a:xfrm>
            <a:off x="7702097" y="5631632"/>
            <a:ext cx="1233720" cy="364680"/>
            <a:chOff x="7702097" y="5631632"/>
            <a:chExt cx="1233720" cy="364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D9922E0-9BFA-6AF2-7656-ADEA71DCF3F8}"/>
                    </a:ext>
                  </a:extLst>
                </p14:cNvPr>
                <p14:cNvContentPartPr/>
                <p14:nvPr/>
              </p14:nvContentPartPr>
              <p14:xfrm>
                <a:off x="7702097" y="5742872"/>
                <a:ext cx="72000" cy="253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D9922E0-9BFA-6AF2-7656-ADEA71DCF3F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84097" y="5724872"/>
                  <a:ext cx="1076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D4FD3F1-F955-BE7E-C91F-FBF9A5D0447C}"/>
                    </a:ext>
                  </a:extLst>
                </p14:cNvPr>
                <p14:cNvContentPartPr/>
                <p14:nvPr/>
              </p14:nvContentPartPr>
              <p14:xfrm>
                <a:off x="7752497" y="5700392"/>
                <a:ext cx="86040" cy="136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D4FD3F1-F955-BE7E-C91F-FBF9A5D0447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734497" y="5682752"/>
                  <a:ext cx="1216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502D617-7AFF-CA86-227F-EE219FAB771C}"/>
                    </a:ext>
                  </a:extLst>
                </p14:cNvPr>
                <p14:cNvContentPartPr/>
                <p14:nvPr/>
              </p14:nvContentPartPr>
              <p14:xfrm>
                <a:off x="7850777" y="5816312"/>
                <a:ext cx="117360" cy="144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502D617-7AFF-CA86-227F-EE219FAB771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32777" y="5798312"/>
                  <a:ext cx="1530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22A8401-B41F-9A5F-19C2-09A6FB7E84F9}"/>
                    </a:ext>
                  </a:extLst>
                </p14:cNvPr>
                <p14:cNvContentPartPr/>
                <p14:nvPr/>
              </p14:nvContentPartPr>
              <p14:xfrm>
                <a:off x="8030057" y="5836112"/>
                <a:ext cx="74880" cy="110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22A8401-B41F-9A5F-19C2-09A6FB7E84F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012057" y="5818472"/>
                  <a:ext cx="1105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274EC55-D098-11A3-DC0F-BB27FDB60F87}"/>
                    </a:ext>
                  </a:extLst>
                </p14:cNvPr>
                <p14:cNvContentPartPr/>
                <p14:nvPr/>
              </p14:nvContentPartPr>
              <p14:xfrm>
                <a:off x="8231297" y="5790392"/>
                <a:ext cx="90000" cy="119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274EC55-D098-11A3-DC0F-BB27FDB60F8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213657" y="5772752"/>
                  <a:ext cx="125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F90C210-A0A6-AB63-9433-ED740BEA519D}"/>
                    </a:ext>
                  </a:extLst>
                </p14:cNvPr>
                <p14:cNvContentPartPr/>
                <p14:nvPr/>
              </p14:nvContentPartPr>
              <p14:xfrm>
                <a:off x="8491937" y="5809832"/>
                <a:ext cx="2160" cy="68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F90C210-A0A6-AB63-9433-ED740BEA519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473937" y="5791832"/>
                  <a:ext cx="378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CABAF1C-A1FD-FDCF-AC0A-1CA6B6CB1114}"/>
                    </a:ext>
                  </a:extLst>
                </p14:cNvPr>
                <p14:cNvContentPartPr/>
                <p14:nvPr/>
              </p14:nvContentPartPr>
              <p14:xfrm>
                <a:off x="8456657" y="5673032"/>
                <a:ext cx="9360" cy="15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CABAF1C-A1FD-FDCF-AC0A-1CA6B6CB11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39017" y="5655032"/>
                  <a:ext cx="450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905D2EC-C98D-9F5C-E610-F096B609E4BE}"/>
                    </a:ext>
                  </a:extLst>
                </p14:cNvPr>
                <p14:cNvContentPartPr/>
                <p14:nvPr/>
              </p14:nvContentPartPr>
              <p14:xfrm>
                <a:off x="8569697" y="5631632"/>
                <a:ext cx="119880" cy="241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905D2EC-C98D-9F5C-E610-F096B609E4B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551697" y="5613632"/>
                  <a:ext cx="1555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5D039DB-D442-C50A-D8E5-61AD7A6D9F03}"/>
                    </a:ext>
                  </a:extLst>
                </p14:cNvPr>
                <p14:cNvContentPartPr/>
                <p14:nvPr/>
              </p14:nvContentPartPr>
              <p14:xfrm>
                <a:off x="8697137" y="5761232"/>
                <a:ext cx="91440" cy="122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5D039DB-D442-C50A-D8E5-61AD7A6D9F0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679497" y="5743592"/>
                  <a:ext cx="1270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23A80B4-166E-F9BD-0A17-8F5BE19164FE}"/>
                    </a:ext>
                  </a:extLst>
                </p14:cNvPr>
                <p14:cNvContentPartPr/>
                <p14:nvPr/>
              </p14:nvContentPartPr>
              <p14:xfrm>
                <a:off x="8856257" y="5753672"/>
                <a:ext cx="79560" cy="173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23A80B4-166E-F9BD-0A17-8F5BE19164F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38257" y="5736032"/>
                  <a:ext cx="115200" cy="20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2C4D07C-1454-4B2F-0243-CD15D9AB4AF8}"/>
              </a:ext>
            </a:extLst>
          </p:cNvPr>
          <p:cNvGrpSpPr/>
          <p:nvPr/>
        </p:nvGrpSpPr>
        <p:grpSpPr>
          <a:xfrm>
            <a:off x="9398417" y="5592392"/>
            <a:ext cx="2041560" cy="401760"/>
            <a:chOff x="9398417" y="5592392"/>
            <a:chExt cx="2041560" cy="40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A774743-2B98-7470-D1D7-9F54D8C253CE}"/>
                    </a:ext>
                  </a:extLst>
                </p14:cNvPr>
                <p14:cNvContentPartPr/>
                <p14:nvPr/>
              </p14:nvContentPartPr>
              <p14:xfrm>
                <a:off x="9398417" y="5788232"/>
                <a:ext cx="47160" cy="205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A774743-2B98-7470-D1D7-9F54D8C253C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80417" y="5770232"/>
                  <a:ext cx="82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683FA0D-AE69-B798-401E-702826998AD6}"/>
                    </a:ext>
                  </a:extLst>
                </p14:cNvPr>
                <p14:cNvContentPartPr/>
                <p14:nvPr/>
              </p14:nvContentPartPr>
              <p14:xfrm>
                <a:off x="9406697" y="5756552"/>
                <a:ext cx="122040" cy="108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683FA0D-AE69-B798-401E-702826998AD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388697" y="5738912"/>
                  <a:ext cx="1576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5F34D8-FC1C-BDF5-ED05-21C132599B2C}"/>
                    </a:ext>
                  </a:extLst>
                </p14:cNvPr>
                <p14:cNvContentPartPr/>
                <p14:nvPr/>
              </p14:nvContentPartPr>
              <p14:xfrm>
                <a:off x="9597857" y="5746112"/>
                <a:ext cx="77040" cy="117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5F34D8-FC1C-BDF5-ED05-21C132599B2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80217" y="5728472"/>
                  <a:ext cx="1126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F245A32-BD46-EF35-FB6C-D4A11E511293}"/>
                    </a:ext>
                  </a:extLst>
                </p14:cNvPr>
                <p14:cNvContentPartPr/>
                <p14:nvPr/>
              </p14:nvContentPartPr>
              <p14:xfrm>
                <a:off x="9753017" y="5739272"/>
                <a:ext cx="68400" cy="142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F245A32-BD46-EF35-FB6C-D4A11E51129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35017" y="5721632"/>
                  <a:ext cx="104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3A0D54E-A343-45C7-BDB9-A677361AA970}"/>
                    </a:ext>
                  </a:extLst>
                </p14:cNvPr>
                <p14:cNvContentPartPr/>
                <p14:nvPr/>
              </p14:nvContentPartPr>
              <p14:xfrm>
                <a:off x="9938777" y="5667992"/>
                <a:ext cx="123480" cy="131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3A0D54E-A343-45C7-BDB9-A677361AA97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21137" y="5650352"/>
                  <a:ext cx="15912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A9B69C0-E5B4-4464-1809-B37C476127E3}"/>
                    </a:ext>
                  </a:extLst>
                </p14:cNvPr>
                <p14:cNvContentPartPr/>
                <p14:nvPr/>
              </p14:nvContentPartPr>
              <p14:xfrm>
                <a:off x="10137137" y="5738552"/>
                <a:ext cx="115920" cy="118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A9B69C0-E5B4-4464-1809-B37C476127E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119497" y="5720552"/>
                  <a:ext cx="1515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3D70875-D7AF-0AC8-E929-48DA1582BADE}"/>
                    </a:ext>
                  </a:extLst>
                </p14:cNvPr>
                <p14:cNvContentPartPr/>
                <p14:nvPr/>
              </p14:nvContentPartPr>
              <p14:xfrm>
                <a:off x="10366457" y="5649992"/>
                <a:ext cx="123480" cy="191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3D70875-D7AF-0AC8-E929-48DA1582BAD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348457" y="5632352"/>
                  <a:ext cx="1591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B575BB9-7C30-7F0F-2E2B-564680ED33C3}"/>
                    </a:ext>
                  </a:extLst>
                </p14:cNvPr>
                <p14:cNvContentPartPr/>
                <p14:nvPr/>
              </p14:nvContentPartPr>
              <p14:xfrm>
                <a:off x="10554737" y="5757632"/>
                <a:ext cx="6840" cy="80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B575BB9-7C30-7F0F-2E2B-564680ED33C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537097" y="5739632"/>
                  <a:ext cx="4248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4CAE94E-6692-75B9-D12C-856F6199FAE8}"/>
                    </a:ext>
                  </a:extLst>
                </p14:cNvPr>
                <p14:cNvContentPartPr/>
                <p14:nvPr/>
              </p14:nvContentPartPr>
              <p14:xfrm>
                <a:off x="10516937" y="5643872"/>
                <a:ext cx="11520" cy="4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4CAE94E-6692-75B9-D12C-856F6199FAE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99297" y="5626232"/>
                  <a:ext cx="47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6237F74-7896-F2D3-5C8B-4B6F0A42465D}"/>
                    </a:ext>
                  </a:extLst>
                </p14:cNvPr>
                <p14:cNvContentPartPr/>
                <p14:nvPr/>
              </p14:nvContentPartPr>
              <p14:xfrm>
                <a:off x="10684697" y="5623712"/>
                <a:ext cx="37800" cy="196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6237F74-7896-F2D3-5C8B-4B6F0A42465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666697" y="5605712"/>
                  <a:ext cx="73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4BA6FC5-C559-562C-A464-3F615309EBA1}"/>
                    </a:ext>
                  </a:extLst>
                </p14:cNvPr>
                <p14:cNvContentPartPr/>
                <p14:nvPr/>
              </p14:nvContentPartPr>
              <p14:xfrm>
                <a:off x="10797377" y="5721272"/>
                <a:ext cx="58320" cy="86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4BA6FC5-C559-562C-A464-3F615309EBA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779377" y="5703272"/>
                  <a:ext cx="93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F3967DD-CE7B-3912-E854-1B35838B27ED}"/>
                    </a:ext>
                  </a:extLst>
                </p14:cNvPr>
                <p14:cNvContentPartPr/>
                <p14:nvPr/>
              </p14:nvContentPartPr>
              <p14:xfrm>
                <a:off x="10831217" y="5594192"/>
                <a:ext cx="19440" cy="20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F3967DD-CE7B-3912-E854-1B35838B27E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13577" y="5576552"/>
                  <a:ext cx="5508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EFAB33E-4D98-1694-2DBB-E0E9B67365B0}"/>
                    </a:ext>
                  </a:extLst>
                </p14:cNvPr>
                <p14:cNvContentPartPr/>
                <p14:nvPr/>
              </p14:nvContentPartPr>
              <p14:xfrm>
                <a:off x="10971617" y="5611472"/>
                <a:ext cx="14040" cy="214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EFAB33E-4D98-1694-2DBB-E0E9B67365B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953617" y="5593832"/>
                  <a:ext cx="496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D7B0268-9574-11B7-5B54-AF32A8201C79}"/>
                    </a:ext>
                  </a:extLst>
                </p14:cNvPr>
                <p14:cNvContentPartPr/>
                <p14:nvPr/>
              </p14:nvContentPartPr>
              <p14:xfrm>
                <a:off x="10884857" y="5687792"/>
                <a:ext cx="213480" cy="126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D7B0268-9574-11B7-5B54-AF32A8201C7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867217" y="5670152"/>
                  <a:ext cx="249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729369C-E0B6-B7E9-10C6-02C063CF9719}"/>
                    </a:ext>
                  </a:extLst>
                </p14:cNvPr>
                <p14:cNvContentPartPr/>
                <p14:nvPr/>
              </p14:nvContentPartPr>
              <p14:xfrm>
                <a:off x="11076737" y="5592392"/>
                <a:ext cx="11160" cy="20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729369C-E0B6-B7E9-10C6-02C063CF971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059097" y="5574752"/>
                  <a:ext cx="4680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B35D64-1C1F-E20E-514C-112586BEC395}"/>
                    </a:ext>
                  </a:extLst>
                </p14:cNvPr>
                <p14:cNvContentPartPr/>
                <p14:nvPr/>
              </p14:nvContentPartPr>
              <p14:xfrm>
                <a:off x="11136857" y="5691752"/>
                <a:ext cx="144360" cy="108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B35D64-1C1F-E20E-514C-112586BEC39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18857" y="5674112"/>
                  <a:ext cx="180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53681BC-D8CD-55D3-34B4-978209740D82}"/>
                    </a:ext>
                  </a:extLst>
                </p14:cNvPr>
                <p14:cNvContentPartPr/>
                <p14:nvPr/>
              </p14:nvContentPartPr>
              <p14:xfrm>
                <a:off x="11360057" y="5649992"/>
                <a:ext cx="79920" cy="194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53681BC-D8CD-55D3-34B4-978209740D8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342417" y="5632352"/>
                  <a:ext cx="11556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0469916-B866-E207-28B2-AD250EAD88CB}"/>
              </a:ext>
            </a:extLst>
          </p:cNvPr>
          <p:cNvGrpSpPr/>
          <p:nvPr/>
        </p:nvGrpSpPr>
        <p:grpSpPr>
          <a:xfrm>
            <a:off x="8680937" y="6071552"/>
            <a:ext cx="351360" cy="280440"/>
            <a:chOff x="8680937" y="6071552"/>
            <a:chExt cx="351360" cy="2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A9D264D-C2D5-AB97-11E3-D33CCB4C7F96}"/>
                    </a:ext>
                  </a:extLst>
                </p14:cNvPr>
                <p14:cNvContentPartPr/>
                <p14:nvPr/>
              </p14:nvContentPartPr>
              <p14:xfrm>
                <a:off x="8680937" y="6158312"/>
                <a:ext cx="141480" cy="1810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A9D264D-C2D5-AB97-11E3-D33CCB4C7F9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663297" y="6140672"/>
                  <a:ext cx="177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CB4F4F-C73E-EA27-7884-0D353DA193AC}"/>
                    </a:ext>
                  </a:extLst>
                </p14:cNvPr>
                <p14:cNvContentPartPr/>
                <p14:nvPr/>
              </p14:nvContentPartPr>
              <p14:xfrm>
                <a:off x="8953097" y="6071552"/>
                <a:ext cx="79200" cy="280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CB4F4F-C73E-EA27-7884-0D353DA193A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935097" y="6053552"/>
                  <a:ext cx="1148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CA6F59F-A84F-EB0B-8D5C-99BC4EF4BCCC}"/>
                    </a:ext>
                  </a:extLst>
                </p14:cNvPr>
                <p14:cNvContentPartPr/>
                <p14:nvPr/>
              </p14:nvContentPartPr>
              <p14:xfrm>
                <a:off x="8935097" y="6232472"/>
                <a:ext cx="55080" cy="51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CA6F59F-A84F-EB0B-8D5C-99BC4EF4BCC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917457" y="6214472"/>
                  <a:ext cx="907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8767F6F-2A56-8658-DFFB-1993E2827830}"/>
              </a:ext>
            </a:extLst>
          </p:cNvPr>
          <p:cNvGrpSpPr/>
          <p:nvPr/>
        </p:nvGrpSpPr>
        <p:grpSpPr>
          <a:xfrm>
            <a:off x="9390497" y="6096752"/>
            <a:ext cx="1017000" cy="265680"/>
            <a:chOff x="9390497" y="6096752"/>
            <a:chExt cx="101700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0F4BBAC-6AC0-7C45-C831-87874639F8CC}"/>
                    </a:ext>
                  </a:extLst>
                </p14:cNvPr>
                <p14:cNvContentPartPr/>
                <p14:nvPr/>
              </p14:nvContentPartPr>
              <p14:xfrm>
                <a:off x="9390497" y="6194312"/>
                <a:ext cx="100080" cy="168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0F4BBAC-6AC0-7C45-C831-87874639F8C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372857" y="6176312"/>
                  <a:ext cx="1357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6C57C40-A180-E8D1-5437-6BD689D06C27}"/>
                    </a:ext>
                  </a:extLst>
                </p14:cNvPr>
                <p14:cNvContentPartPr/>
                <p14:nvPr/>
              </p14:nvContentPartPr>
              <p14:xfrm>
                <a:off x="9555737" y="6096752"/>
                <a:ext cx="45360" cy="221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6C57C40-A180-E8D1-5437-6BD689D06C2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537737" y="6079112"/>
                  <a:ext cx="810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66B3F68-A5C1-AC7B-7308-098BD9D9D100}"/>
                    </a:ext>
                  </a:extLst>
                </p14:cNvPr>
                <p14:cNvContentPartPr/>
                <p14:nvPr/>
              </p14:nvContentPartPr>
              <p14:xfrm>
                <a:off x="9698297" y="6197912"/>
                <a:ext cx="104760" cy="120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66B3F68-A5C1-AC7B-7308-098BD9D9D10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680297" y="6179912"/>
                  <a:ext cx="140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57FDF9E-5CB6-912C-3974-AF109AEAED54}"/>
                    </a:ext>
                  </a:extLst>
                </p14:cNvPr>
                <p14:cNvContentPartPr/>
                <p14:nvPr/>
              </p14:nvContentPartPr>
              <p14:xfrm>
                <a:off x="9897017" y="6166232"/>
                <a:ext cx="63360" cy="137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57FDF9E-5CB6-912C-3974-AF109AEAED5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879377" y="6148232"/>
                  <a:ext cx="990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D5EC584-7711-38D5-875F-4B8845DAE83F}"/>
                    </a:ext>
                  </a:extLst>
                </p14:cNvPr>
                <p14:cNvContentPartPr/>
                <p14:nvPr/>
              </p14:nvContentPartPr>
              <p14:xfrm>
                <a:off x="10025177" y="6160112"/>
                <a:ext cx="74880" cy="177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D5EC584-7711-38D5-875F-4B8845DAE8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007537" y="6142112"/>
                  <a:ext cx="1105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71C259C-9A22-EA22-9876-0E7372FB2A3B}"/>
                    </a:ext>
                  </a:extLst>
                </p14:cNvPr>
                <p14:cNvContentPartPr/>
                <p14:nvPr/>
              </p14:nvContentPartPr>
              <p14:xfrm>
                <a:off x="10156217" y="6193232"/>
                <a:ext cx="118800" cy="124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71C259C-9A22-EA22-9876-0E7372FB2A3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138577" y="6175592"/>
                  <a:ext cx="154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AEF7E00-C661-1820-97A6-A65E550C93BD}"/>
                    </a:ext>
                  </a:extLst>
                </p14:cNvPr>
                <p14:cNvContentPartPr/>
                <p14:nvPr/>
              </p14:nvContentPartPr>
              <p14:xfrm>
                <a:off x="10360697" y="6153632"/>
                <a:ext cx="46800" cy="205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AEF7E00-C661-1820-97A6-A65E550C93B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342697" y="6135632"/>
                  <a:ext cx="82440" cy="24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D6B86011-90BE-AF8B-374D-7900698C63F7}"/>
                  </a:ext>
                </a:extLst>
              </p14:cNvPr>
              <p14:cNvContentPartPr/>
              <p14:nvPr/>
            </p14:nvContentPartPr>
            <p14:xfrm>
              <a:off x="10556177" y="6247952"/>
              <a:ext cx="8280" cy="2232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D6B86011-90BE-AF8B-374D-7900698C63F7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0538537" y="6230312"/>
                <a:ext cx="43920" cy="57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71FBAF3-0F21-E58C-B006-8C11409D3E90}"/>
              </a:ext>
            </a:extLst>
          </p:cNvPr>
          <p:cNvGrpSpPr/>
          <p:nvPr/>
        </p:nvGrpSpPr>
        <p:grpSpPr>
          <a:xfrm>
            <a:off x="4891217" y="6292232"/>
            <a:ext cx="821880" cy="455400"/>
            <a:chOff x="4891217" y="6292232"/>
            <a:chExt cx="821880" cy="45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D1F9009-6C37-AD65-9E8B-90666F518E19}"/>
                    </a:ext>
                  </a:extLst>
                </p14:cNvPr>
                <p14:cNvContentPartPr/>
                <p14:nvPr/>
              </p14:nvContentPartPr>
              <p14:xfrm>
                <a:off x="4912817" y="6426512"/>
                <a:ext cx="439560" cy="24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D1F9009-6C37-AD65-9E8B-90666F518E1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894817" y="6408512"/>
                  <a:ext cx="475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BE6BB26-F3CC-A24A-CC0F-2B904F8ADCD3}"/>
                    </a:ext>
                  </a:extLst>
                </p14:cNvPr>
                <p14:cNvContentPartPr/>
                <p14:nvPr/>
              </p14:nvContentPartPr>
              <p14:xfrm>
                <a:off x="5234657" y="6339752"/>
                <a:ext cx="173160" cy="221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BE6BB26-F3CC-A24A-CC0F-2B904F8ADCD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216657" y="6322112"/>
                  <a:ext cx="20880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E2BF841-F50F-81EE-9AA9-A9DBD59E452B}"/>
                    </a:ext>
                  </a:extLst>
                </p14:cNvPr>
                <p14:cNvContentPartPr/>
                <p14:nvPr/>
              </p14:nvContentPartPr>
              <p14:xfrm>
                <a:off x="4891217" y="6324272"/>
                <a:ext cx="103680" cy="183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2BF841-F50F-81EE-9AA9-A9DBD59E452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873577" y="6306632"/>
                  <a:ext cx="1393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1BA0CE6-86E4-A571-AFFB-E9ABB39B7CBF}"/>
                    </a:ext>
                  </a:extLst>
                </p14:cNvPr>
                <p14:cNvContentPartPr/>
                <p14:nvPr/>
              </p14:nvContentPartPr>
              <p14:xfrm>
                <a:off x="5619497" y="6337592"/>
                <a:ext cx="9360" cy="401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1BA0CE6-86E4-A571-AFFB-E9ABB39B7CB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601497" y="6319952"/>
                  <a:ext cx="450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025D793-19D4-2EF1-20D1-C53CF586CEF0}"/>
                    </a:ext>
                  </a:extLst>
                </p14:cNvPr>
                <p14:cNvContentPartPr/>
                <p14:nvPr/>
              </p14:nvContentPartPr>
              <p14:xfrm>
                <a:off x="5544977" y="6292232"/>
                <a:ext cx="158760" cy="1641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025D793-19D4-2EF1-20D1-C53CF586CEF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527337" y="6274592"/>
                  <a:ext cx="1944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6F57E1A-89FA-FB4F-AFE5-DB664445BB0F}"/>
                    </a:ext>
                  </a:extLst>
                </p14:cNvPr>
                <p14:cNvContentPartPr/>
                <p14:nvPr/>
              </p14:nvContentPartPr>
              <p14:xfrm>
                <a:off x="5526617" y="6603632"/>
                <a:ext cx="186480" cy="144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6F57E1A-89FA-FB4F-AFE5-DB664445BB0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508617" y="6585992"/>
                  <a:ext cx="222120" cy="17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016B6A2F-A584-EA7E-59B1-DEE92181D34F}"/>
                  </a:ext>
                </a:extLst>
              </p14:cNvPr>
              <p14:cNvContentPartPr/>
              <p14:nvPr/>
            </p14:nvContentPartPr>
            <p14:xfrm>
              <a:off x="5910017" y="6426152"/>
              <a:ext cx="24120" cy="3852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016B6A2F-A584-EA7E-59B1-DEE92181D34F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5892017" y="6408152"/>
                <a:ext cx="59760" cy="7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E82AD02B-4E03-DC06-C8E7-D78EC11BCFBC}"/>
              </a:ext>
            </a:extLst>
          </p:cNvPr>
          <p:cNvGrpSpPr/>
          <p:nvPr/>
        </p:nvGrpSpPr>
        <p:grpSpPr>
          <a:xfrm>
            <a:off x="6191177" y="6208712"/>
            <a:ext cx="355320" cy="482040"/>
            <a:chOff x="6191177" y="6208712"/>
            <a:chExt cx="355320" cy="48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20CC077-718D-2975-08B9-2DC28F8B1852}"/>
                    </a:ext>
                  </a:extLst>
                </p14:cNvPr>
                <p14:cNvContentPartPr/>
                <p14:nvPr/>
              </p14:nvContentPartPr>
              <p14:xfrm>
                <a:off x="6191177" y="6208712"/>
                <a:ext cx="355320" cy="443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20CC077-718D-2975-08B9-2DC28F8B185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173537" y="6190712"/>
                  <a:ext cx="39096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0E7240D-4047-C20B-8C6C-C7C96ED11499}"/>
                    </a:ext>
                  </a:extLst>
                </p14:cNvPr>
                <p14:cNvContentPartPr/>
                <p14:nvPr/>
              </p14:nvContentPartPr>
              <p14:xfrm>
                <a:off x="6267497" y="6512192"/>
                <a:ext cx="156960" cy="1785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0E7240D-4047-C20B-8C6C-C7C96ED11499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249857" y="6494552"/>
                  <a:ext cx="192600" cy="21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5676F3-016D-C396-052C-A7DAF6244564}"/>
              </a:ext>
            </a:extLst>
          </p:cNvPr>
          <p:cNvGrpSpPr/>
          <p:nvPr/>
        </p:nvGrpSpPr>
        <p:grpSpPr>
          <a:xfrm>
            <a:off x="6663857" y="6417152"/>
            <a:ext cx="933840" cy="316080"/>
            <a:chOff x="6663857" y="6417152"/>
            <a:chExt cx="933840" cy="31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F5BA8A4-BA73-FFC5-01AB-50E9A637C999}"/>
                    </a:ext>
                  </a:extLst>
                </p14:cNvPr>
                <p14:cNvContentPartPr/>
                <p14:nvPr/>
              </p14:nvContentPartPr>
              <p14:xfrm>
                <a:off x="6663857" y="6494552"/>
                <a:ext cx="263880" cy="25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F5BA8A4-BA73-FFC5-01AB-50E9A637C99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645857" y="6476552"/>
                  <a:ext cx="2995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2345614-DB4D-7A42-795F-9C8B5BA83E2E}"/>
                    </a:ext>
                  </a:extLst>
                </p14:cNvPr>
                <p14:cNvContentPartPr/>
                <p14:nvPr/>
              </p14:nvContentPartPr>
              <p14:xfrm>
                <a:off x="6856457" y="6417152"/>
                <a:ext cx="94680" cy="193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2345614-DB4D-7A42-795F-9C8B5BA83E2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838817" y="6399512"/>
                  <a:ext cx="1303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0FB90EA-7AED-A744-ED1E-3ADD0B2C5B94}"/>
                    </a:ext>
                  </a:extLst>
                </p14:cNvPr>
                <p14:cNvContentPartPr/>
                <p14:nvPr/>
              </p14:nvContentPartPr>
              <p14:xfrm>
                <a:off x="7056257" y="6449192"/>
                <a:ext cx="146520" cy="277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0FB90EA-7AED-A744-ED1E-3ADD0B2C5B9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038257" y="6431192"/>
                  <a:ext cx="1821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218A3E7-D252-44F7-3F6E-7910C0F1EE25}"/>
                    </a:ext>
                  </a:extLst>
                </p14:cNvPr>
                <p14:cNvContentPartPr/>
                <p14:nvPr/>
              </p14:nvContentPartPr>
              <p14:xfrm>
                <a:off x="7240937" y="6548192"/>
                <a:ext cx="132120" cy="185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218A3E7-D252-44F7-3F6E-7910C0F1EE25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223297" y="6530192"/>
                  <a:ext cx="167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E60F12F-1035-E78D-35C2-8AB31A3F1C86}"/>
                    </a:ext>
                  </a:extLst>
                </p14:cNvPr>
                <p14:cNvContentPartPr/>
                <p14:nvPr/>
              </p14:nvContentPartPr>
              <p14:xfrm>
                <a:off x="7482137" y="6522632"/>
                <a:ext cx="93240" cy="181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E60F12F-1035-E78D-35C2-8AB31A3F1C8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64497" y="6504632"/>
                  <a:ext cx="128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72F5770-F4DF-6698-A3E2-2300A3572A87}"/>
                    </a:ext>
                  </a:extLst>
                </p14:cNvPr>
                <p14:cNvContentPartPr/>
                <p14:nvPr/>
              </p14:nvContentPartPr>
              <p14:xfrm>
                <a:off x="7402217" y="6531992"/>
                <a:ext cx="11520" cy="151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72F5770-F4DF-6698-A3E2-2300A3572A8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384217" y="6514352"/>
                  <a:ext cx="47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1265293-0296-ABB5-29B0-3AC4771935ED}"/>
                    </a:ext>
                  </a:extLst>
                </p14:cNvPr>
                <p14:cNvContentPartPr/>
                <p14:nvPr/>
              </p14:nvContentPartPr>
              <p14:xfrm>
                <a:off x="7582217" y="6683912"/>
                <a:ext cx="15480" cy="460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1265293-0296-ABB5-29B0-3AC4771935E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564217" y="6665912"/>
                  <a:ext cx="51120" cy="8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6DF66D6-120B-59AC-CC32-D4F667F58644}"/>
              </a:ext>
            </a:extLst>
          </p:cNvPr>
          <p:cNvGrpSpPr/>
          <p:nvPr/>
        </p:nvGrpSpPr>
        <p:grpSpPr>
          <a:xfrm>
            <a:off x="4721657" y="5930432"/>
            <a:ext cx="111960" cy="204120"/>
            <a:chOff x="4721657" y="5930432"/>
            <a:chExt cx="111960" cy="204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32B62429-5BC4-1DD3-96CD-CE3C09D98FF7}"/>
                    </a:ext>
                  </a:extLst>
                </p14:cNvPr>
                <p14:cNvContentPartPr/>
                <p14:nvPr/>
              </p14:nvContentPartPr>
              <p14:xfrm>
                <a:off x="4721657" y="5930432"/>
                <a:ext cx="111960" cy="48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32B62429-5BC4-1DD3-96CD-CE3C09D98FF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703657" y="5912432"/>
                  <a:ext cx="1476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6158AD6-0ABF-0715-278E-E3F3F2D204A3}"/>
                    </a:ext>
                  </a:extLst>
                </p14:cNvPr>
                <p14:cNvContentPartPr/>
                <p14:nvPr/>
              </p14:nvContentPartPr>
              <p14:xfrm>
                <a:off x="4781417" y="5964272"/>
                <a:ext cx="43920" cy="1702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6158AD6-0ABF-0715-278E-E3F3F2D204A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763777" y="5946272"/>
                  <a:ext cx="7956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75B85A9-0E3A-927C-67FF-D8E41C0ADF10}"/>
              </a:ext>
            </a:extLst>
          </p:cNvPr>
          <p:cNvGrpSpPr/>
          <p:nvPr/>
        </p:nvGrpSpPr>
        <p:grpSpPr>
          <a:xfrm>
            <a:off x="5361017" y="5812712"/>
            <a:ext cx="246240" cy="246240"/>
            <a:chOff x="5361017" y="5812712"/>
            <a:chExt cx="246240" cy="24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325437D-6040-E46F-E6D1-D7C07DF1077D}"/>
                    </a:ext>
                  </a:extLst>
                </p14:cNvPr>
                <p14:cNvContentPartPr/>
                <p14:nvPr/>
              </p14:nvContentPartPr>
              <p14:xfrm>
                <a:off x="5361017" y="5904512"/>
                <a:ext cx="66600" cy="154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325437D-6040-E46F-E6D1-D7C07DF1077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343017" y="5886512"/>
                  <a:ext cx="102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52612B3-D61F-0800-491C-52ED3243FB79}"/>
                    </a:ext>
                  </a:extLst>
                </p14:cNvPr>
                <p14:cNvContentPartPr/>
                <p14:nvPr/>
              </p14:nvContentPartPr>
              <p14:xfrm>
                <a:off x="5489537" y="5939072"/>
                <a:ext cx="10440" cy="2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52612B3-D61F-0800-491C-52ED3243FB7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471897" y="5921432"/>
                  <a:ext cx="460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69780E5-3D43-43B3-C315-1754D5D6410C}"/>
                    </a:ext>
                  </a:extLst>
                </p14:cNvPr>
                <p14:cNvContentPartPr/>
                <p14:nvPr/>
              </p14:nvContentPartPr>
              <p14:xfrm>
                <a:off x="5556857" y="5812712"/>
                <a:ext cx="50400" cy="137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69780E5-3D43-43B3-C315-1754D5D6410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539217" y="5795072"/>
                  <a:ext cx="86040" cy="17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11AB111-B560-A18B-770D-9E63950DC07A}"/>
              </a:ext>
            </a:extLst>
          </p:cNvPr>
          <p:cNvGrpSpPr/>
          <p:nvPr/>
        </p:nvGrpSpPr>
        <p:grpSpPr>
          <a:xfrm>
            <a:off x="5800577" y="5743232"/>
            <a:ext cx="314640" cy="248040"/>
            <a:chOff x="5800577" y="5743232"/>
            <a:chExt cx="314640" cy="24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34CBAB5-33BB-8D0D-C6FF-6B8304C2F441}"/>
                    </a:ext>
                  </a:extLst>
                </p14:cNvPr>
                <p14:cNvContentPartPr/>
                <p14:nvPr/>
              </p14:nvContentPartPr>
              <p14:xfrm>
                <a:off x="5800577" y="5849432"/>
                <a:ext cx="87120" cy="121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34CBAB5-33BB-8D0D-C6FF-6B8304C2F44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782937" y="5831792"/>
                  <a:ext cx="1227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376E763-614D-7218-C546-400B324DFE00}"/>
                    </a:ext>
                  </a:extLst>
                </p14:cNvPr>
                <p14:cNvContentPartPr/>
                <p14:nvPr/>
              </p14:nvContentPartPr>
              <p14:xfrm>
                <a:off x="6047897" y="5863832"/>
                <a:ext cx="7560" cy="20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376E763-614D-7218-C546-400B324DFE00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029897" y="5846192"/>
                  <a:ext cx="4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B3F0CF9-F84D-E198-9FAD-74D684A56474}"/>
                    </a:ext>
                  </a:extLst>
                </p14:cNvPr>
                <p14:cNvContentPartPr/>
                <p14:nvPr/>
              </p14:nvContentPartPr>
              <p14:xfrm>
                <a:off x="6054017" y="5743232"/>
                <a:ext cx="61200" cy="51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B3F0CF9-F84D-E198-9FAD-74D684A5647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036377" y="5725232"/>
                  <a:ext cx="968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F5FC3B-B1E4-8569-4797-C47E1E279592}"/>
                    </a:ext>
                  </a:extLst>
                </p14:cNvPr>
                <p14:cNvContentPartPr/>
                <p14:nvPr/>
              </p14:nvContentPartPr>
              <p14:xfrm>
                <a:off x="5995337" y="5839352"/>
                <a:ext cx="80280" cy="151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F5FC3B-B1E4-8569-4797-C47E1E27959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977697" y="5821352"/>
                  <a:ext cx="1159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05D9321-9682-E888-C218-F415B1FF8C9A}"/>
                    </a:ext>
                  </a:extLst>
                </p14:cNvPr>
                <p14:cNvContentPartPr/>
                <p14:nvPr/>
              </p14:nvContentPartPr>
              <p14:xfrm>
                <a:off x="5928377" y="5864192"/>
                <a:ext cx="9360" cy="176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05D9321-9682-E888-C218-F415B1FF8C9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5910377" y="5846552"/>
                  <a:ext cx="45000" cy="53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5039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874FF-B97B-C278-D46C-1F69A4669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screenshot of a diagram&#10;&#10;Description automatically generated">
            <a:extLst>
              <a:ext uri="{FF2B5EF4-FFF2-40B4-BE49-F238E27FC236}">
                <a16:creationId xmlns:a16="http://schemas.microsoft.com/office/drawing/2014/main" id="{4472FF78-F056-35CC-5EBD-D305AD165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8272" y="1261081"/>
            <a:ext cx="7255556" cy="48206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C0067-CAF4-D6AD-EEEC-FCE4E32BA8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2308507-A4FB-67E3-4413-C48206AC976B}"/>
                  </a:ext>
                </a:extLst>
              </p14:cNvPr>
              <p14:cNvContentPartPr/>
              <p14:nvPr/>
            </p14:nvContentPartPr>
            <p14:xfrm>
              <a:off x="3332777" y="4146247"/>
              <a:ext cx="654480" cy="1776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2308507-A4FB-67E3-4413-C48206AC976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26657" y="4140127"/>
                <a:ext cx="666720" cy="178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58A09F-158B-7ADC-E594-54BB9B1A39F3}"/>
              </a:ext>
            </a:extLst>
          </p:cNvPr>
          <p:cNvGrpSpPr/>
          <p:nvPr/>
        </p:nvGrpSpPr>
        <p:grpSpPr>
          <a:xfrm>
            <a:off x="6020177" y="2636047"/>
            <a:ext cx="2163240" cy="1325880"/>
            <a:chOff x="6020177" y="2636047"/>
            <a:chExt cx="2163240" cy="13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BC2465B-2099-A5E3-4B4A-07716690D518}"/>
                    </a:ext>
                  </a:extLst>
                </p14:cNvPr>
                <p14:cNvContentPartPr/>
                <p14:nvPr/>
              </p14:nvContentPartPr>
              <p14:xfrm>
                <a:off x="6020177" y="3084607"/>
                <a:ext cx="2163240" cy="877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BC2465B-2099-A5E3-4B4A-07716690D51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14057" y="3078487"/>
                  <a:ext cx="2175480" cy="88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0CB95D-4B69-3EF8-C074-FF071B59A2C2}"/>
                    </a:ext>
                  </a:extLst>
                </p14:cNvPr>
                <p14:cNvContentPartPr/>
                <p14:nvPr/>
              </p14:nvContentPartPr>
              <p14:xfrm>
                <a:off x="6926657" y="2636047"/>
                <a:ext cx="128880" cy="877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0CB95D-4B69-3EF8-C074-FF071B59A2C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920537" y="2629927"/>
                  <a:ext cx="14112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C5E624E-027C-5833-94A0-614AE853B30C}"/>
                    </a:ext>
                  </a:extLst>
                </p14:cNvPr>
                <p14:cNvContentPartPr/>
                <p14:nvPr/>
              </p14:nvContentPartPr>
              <p14:xfrm>
                <a:off x="6865457" y="3342727"/>
                <a:ext cx="288000" cy="17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C5E624E-027C-5833-94A0-614AE853B30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59337" y="3336607"/>
                  <a:ext cx="3002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3498E24-F91C-92A1-C043-E5746A6FDE25}"/>
              </a:ext>
            </a:extLst>
          </p:cNvPr>
          <p:cNvGrpSpPr/>
          <p:nvPr/>
        </p:nvGrpSpPr>
        <p:grpSpPr>
          <a:xfrm>
            <a:off x="614417" y="3241952"/>
            <a:ext cx="3009600" cy="1190520"/>
            <a:chOff x="614417" y="3241952"/>
            <a:chExt cx="3009600" cy="11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58FBACB-9D72-9C39-2EFB-7C44138B7994}"/>
                    </a:ext>
                  </a:extLst>
                </p14:cNvPr>
                <p14:cNvContentPartPr/>
                <p14:nvPr/>
              </p14:nvContentPartPr>
              <p14:xfrm>
                <a:off x="630257" y="4050872"/>
                <a:ext cx="131400" cy="381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58FBACB-9D72-9C39-2EFB-7C44138B799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12257" y="4032872"/>
                  <a:ext cx="16704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5350DAE-5397-A9B2-8696-164F0726B582}"/>
                    </a:ext>
                  </a:extLst>
                </p14:cNvPr>
                <p14:cNvContentPartPr/>
                <p14:nvPr/>
              </p14:nvContentPartPr>
              <p14:xfrm>
                <a:off x="614417" y="3991472"/>
                <a:ext cx="106920" cy="111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5350DAE-5397-A9B2-8696-164F0726B58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96417" y="3973472"/>
                  <a:ext cx="1425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C87DD78-03BE-9DEA-0338-B723ED18E544}"/>
                    </a:ext>
                  </a:extLst>
                </p14:cNvPr>
                <p14:cNvContentPartPr/>
                <p14:nvPr/>
              </p14:nvContentPartPr>
              <p14:xfrm>
                <a:off x="701537" y="4171832"/>
                <a:ext cx="73800" cy="1022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C87DD78-03BE-9DEA-0338-B723ED18E54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83897" y="4154192"/>
                  <a:ext cx="109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4548C60-C893-BA02-F7AB-8FECCC4961A9}"/>
                    </a:ext>
                  </a:extLst>
                </p14:cNvPr>
                <p14:cNvContentPartPr/>
                <p14:nvPr/>
              </p14:nvContentPartPr>
              <p14:xfrm>
                <a:off x="763457" y="4278392"/>
                <a:ext cx="100800" cy="112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4548C60-C893-BA02-F7AB-8FECCC4961A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5457" y="4260392"/>
                  <a:ext cx="136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4EF4AC1-8F2B-41A2-B60E-61A554E276BB}"/>
                    </a:ext>
                  </a:extLst>
                </p14:cNvPr>
                <p14:cNvContentPartPr/>
                <p14:nvPr/>
              </p14:nvContentPartPr>
              <p14:xfrm>
                <a:off x="866417" y="4145912"/>
                <a:ext cx="136800" cy="64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4EF4AC1-8F2B-41A2-B60E-61A554E276B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48417" y="4128272"/>
                  <a:ext cx="172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C6F8642-D468-CAE8-96BE-13A98A1FDA7D}"/>
                    </a:ext>
                  </a:extLst>
                </p14:cNvPr>
                <p14:cNvContentPartPr/>
                <p14:nvPr/>
              </p14:nvContentPartPr>
              <p14:xfrm>
                <a:off x="916457" y="4078592"/>
                <a:ext cx="63360" cy="216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C6F8642-D468-CAE8-96BE-13A98A1FDA7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98457" y="4060952"/>
                  <a:ext cx="990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5CB75A6-E8AC-3423-20E7-944222E9DFCC}"/>
                    </a:ext>
                  </a:extLst>
                </p14:cNvPr>
                <p14:cNvContentPartPr/>
                <p14:nvPr/>
              </p14:nvContentPartPr>
              <p14:xfrm>
                <a:off x="1043537" y="4025312"/>
                <a:ext cx="102600" cy="227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5CB75A6-E8AC-3423-20E7-944222E9DFC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25537" y="4007672"/>
                  <a:ext cx="1382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E53A19C-77CE-1282-7622-DF9A533EDA77}"/>
                    </a:ext>
                  </a:extLst>
                </p14:cNvPr>
                <p14:cNvContentPartPr/>
                <p14:nvPr/>
              </p14:nvContentPartPr>
              <p14:xfrm>
                <a:off x="1084577" y="3989672"/>
                <a:ext cx="79920" cy="170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E53A19C-77CE-1282-7622-DF9A533EDA7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66577" y="3971672"/>
                  <a:ext cx="1155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9E13B6E-2D3F-CA87-9694-FE75986526E0}"/>
                    </a:ext>
                  </a:extLst>
                </p14:cNvPr>
                <p14:cNvContentPartPr/>
                <p14:nvPr/>
              </p14:nvContentPartPr>
              <p14:xfrm>
                <a:off x="1205897" y="3939632"/>
                <a:ext cx="101160" cy="123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9E13B6E-2D3F-CA87-9694-FE75986526E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87897" y="3921992"/>
                  <a:ext cx="136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617BC62-44B1-9A16-E8D2-C3EA9FF52BC1}"/>
                    </a:ext>
                  </a:extLst>
                </p14:cNvPr>
                <p14:cNvContentPartPr/>
                <p14:nvPr/>
              </p14:nvContentPartPr>
              <p14:xfrm>
                <a:off x="1350257" y="3846032"/>
                <a:ext cx="66600" cy="122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617BC62-44B1-9A16-E8D2-C3EA9FF52BC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332617" y="3828032"/>
                  <a:ext cx="1022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67D6133-369A-F4A1-932C-0FA83611D156}"/>
                    </a:ext>
                  </a:extLst>
                </p14:cNvPr>
                <p14:cNvContentPartPr/>
                <p14:nvPr/>
              </p14:nvContentPartPr>
              <p14:xfrm>
                <a:off x="1479857" y="3811472"/>
                <a:ext cx="64440" cy="113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67D6133-369A-F4A1-932C-0FA83611D15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461857" y="3793832"/>
                  <a:ext cx="10008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45CE0D1-92F0-85F2-50BC-37991078DB5F}"/>
                    </a:ext>
                  </a:extLst>
                </p14:cNvPr>
                <p14:cNvContentPartPr/>
                <p14:nvPr/>
              </p14:nvContentPartPr>
              <p14:xfrm>
                <a:off x="1428017" y="3666032"/>
                <a:ext cx="12240" cy="15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45CE0D1-92F0-85F2-50BC-37991078DB5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10377" y="3648032"/>
                  <a:ext cx="478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C19B00F-D7A6-26DE-BD86-EC080C346CE2}"/>
                    </a:ext>
                  </a:extLst>
                </p14:cNvPr>
                <p14:cNvContentPartPr/>
                <p14:nvPr/>
              </p14:nvContentPartPr>
              <p14:xfrm>
                <a:off x="1612697" y="3665672"/>
                <a:ext cx="282240" cy="149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C19B00F-D7A6-26DE-BD86-EC080C346CE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594697" y="3648032"/>
                  <a:ext cx="3178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B71313E-A2C7-AED7-13DA-AD5E39D8FFC4}"/>
                    </a:ext>
                  </a:extLst>
                </p14:cNvPr>
                <p14:cNvContentPartPr/>
                <p14:nvPr/>
              </p14:nvContentPartPr>
              <p14:xfrm>
                <a:off x="1941017" y="3255272"/>
                <a:ext cx="502200" cy="4687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B71313E-A2C7-AED7-13DA-AD5E39D8FFC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923377" y="3237272"/>
                  <a:ext cx="53784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95B23A9-AFBC-336F-1050-039723FEC912}"/>
                    </a:ext>
                  </a:extLst>
                </p14:cNvPr>
                <p14:cNvContentPartPr/>
                <p14:nvPr/>
              </p14:nvContentPartPr>
              <p14:xfrm>
                <a:off x="2267897" y="3241952"/>
                <a:ext cx="207000" cy="146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95B23A9-AFBC-336F-1050-039723FEC912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250257" y="3223952"/>
                  <a:ext cx="2426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3ABDA3-EDB0-827F-02F2-236D2A6A7424}"/>
                    </a:ext>
                  </a:extLst>
                </p14:cNvPr>
                <p14:cNvContentPartPr/>
                <p14:nvPr/>
              </p14:nvContentPartPr>
              <p14:xfrm>
                <a:off x="2473457" y="3316472"/>
                <a:ext cx="135720" cy="154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3ABDA3-EDB0-827F-02F2-236D2A6A742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455817" y="3298472"/>
                  <a:ext cx="1713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5403F15-2CE1-7D9D-88E2-C9DFA969933C}"/>
                    </a:ext>
                  </a:extLst>
                </p14:cNvPr>
                <p14:cNvContentPartPr/>
                <p14:nvPr/>
              </p14:nvContentPartPr>
              <p14:xfrm>
                <a:off x="2108777" y="3673592"/>
                <a:ext cx="1413000" cy="532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5403F15-2CE1-7D9D-88E2-C9DFA969933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091137" y="3655952"/>
                  <a:ext cx="144864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4755ADD-E9F5-9349-1F40-10B89193578B}"/>
                    </a:ext>
                  </a:extLst>
                </p14:cNvPr>
                <p14:cNvContentPartPr/>
                <p14:nvPr/>
              </p14:nvContentPartPr>
              <p14:xfrm>
                <a:off x="3378857" y="3973472"/>
                <a:ext cx="245160" cy="234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4755ADD-E9F5-9349-1F40-10B89193578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360857" y="3955832"/>
                  <a:ext cx="28080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547A92F0-CC08-08C9-7932-C8B2932DC508}"/>
              </a:ext>
            </a:extLst>
          </p:cNvPr>
          <p:cNvGrpSpPr/>
          <p:nvPr/>
        </p:nvGrpSpPr>
        <p:grpSpPr>
          <a:xfrm>
            <a:off x="2264657" y="5354792"/>
            <a:ext cx="250560" cy="663120"/>
            <a:chOff x="2264657" y="5354792"/>
            <a:chExt cx="250560" cy="66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69B9B3F-6CF6-2EBC-7D4A-9B76CEF579B3}"/>
                    </a:ext>
                  </a:extLst>
                </p14:cNvPr>
                <p14:cNvContentPartPr/>
                <p14:nvPr/>
              </p14:nvContentPartPr>
              <p14:xfrm>
                <a:off x="2323337" y="5996312"/>
                <a:ext cx="191880" cy="21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69B9B3F-6CF6-2EBC-7D4A-9B76CEF579B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305337" y="5978672"/>
                  <a:ext cx="2275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E7C9C0-B6D0-69B3-F5D6-A075B15D2FC3}"/>
                    </a:ext>
                  </a:extLst>
                </p14:cNvPr>
                <p14:cNvContentPartPr/>
                <p14:nvPr/>
              </p14:nvContentPartPr>
              <p14:xfrm>
                <a:off x="2264657" y="5857352"/>
                <a:ext cx="41400" cy="101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E7C9C0-B6D0-69B3-F5D6-A075B15D2F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246657" y="5839712"/>
                  <a:ext cx="770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83AE0-E15D-9AB3-4996-FF5DEA88655D}"/>
                    </a:ext>
                  </a:extLst>
                </p14:cNvPr>
                <p14:cNvContentPartPr/>
                <p14:nvPr/>
              </p14:nvContentPartPr>
              <p14:xfrm>
                <a:off x="2397137" y="5860232"/>
                <a:ext cx="15840" cy="104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83AE0-E15D-9AB3-4996-FF5DEA88655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379137" y="5842592"/>
                  <a:ext cx="514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C7C1F7-D7E0-6893-409A-87D6A279024A}"/>
                    </a:ext>
                  </a:extLst>
                </p14:cNvPr>
                <p14:cNvContentPartPr/>
                <p14:nvPr/>
              </p14:nvContentPartPr>
              <p14:xfrm>
                <a:off x="2409017" y="5719112"/>
                <a:ext cx="70200" cy="99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C7C1F7-D7E0-6893-409A-87D6A279024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91017" y="5701472"/>
                  <a:ext cx="1058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D223428-F3D1-1B8C-4208-CAC39EF89680}"/>
                    </a:ext>
                  </a:extLst>
                </p14:cNvPr>
                <p14:cNvContentPartPr/>
                <p14:nvPr/>
              </p14:nvContentPartPr>
              <p14:xfrm>
                <a:off x="2440697" y="5585552"/>
                <a:ext cx="73800" cy="70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D223428-F3D1-1B8C-4208-CAC39EF89680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423057" y="5567552"/>
                  <a:ext cx="10944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7A7117D-E600-D551-E8DD-80C6C2380CBF}"/>
                    </a:ext>
                  </a:extLst>
                </p14:cNvPr>
                <p14:cNvContentPartPr/>
                <p14:nvPr/>
              </p14:nvContentPartPr>
              <p14:xfrm>
                <a:off x="2441057" y="5354792"/>
                <a:ext cx="50040" cy="174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7A7117D-E600-D551-E8DD-80C6C2380CB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23057" y="5336792"/>
                  <a:ext cx="8568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2E6AF15-85C6-5083-CC4C-AA68C49B9D63}"/>
              </a:ext>
            </a:extLst>
          </p:cNvPr>
          <p:cNvGrpSpPr/>
          <p:nvPr/>
        </p:nvGrpSpPr>
        <p:grpSpPr>
          <a:xfrm>
            <a:off x="2309297" y="4036472"/>
            <a:ext cx="447120" cy="1130760"/>
            <a:chOff x="2309297" y="4036472"/>
            <a:chExt cx="447120" cy="113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D402894-7F2D-7F42-6DC9-00CD8EF9B8C9}"/>
                    </a:ext>
                  </a:extLst>
                </p14:cNvPr>
                <p14:cNvContentPartPr/>
                <p14:nvPr/>
              </p14:nvContentPartPr>
              <p14:xfrm>
                <a:off x="2309297" y="5118272"/>
                <a:ext cx="209160" cy="9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D402894-7F2D-7F42-6DC9-00CD8EF9B8C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291657" y="5100272"/>
                  <a:ext cx="2448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8B23E74-8F23-7569-98C2-4729DEDE21E8}"/>
                    </a:ext>
                  </a:extLst>
                </p14:cNvPr>
                <p14:cNvContentPartPr/>
                <p14:nvPr/>
              </p14:nvContentPartPr>
              <p14:xfrm>
                <a:off x="2386697" y="5057072"/>
                <a:ext cx="18720" cy="110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8B23E74-8F23-7569-98C2-4729DEDE21E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368697" y="5039432"/>
                  <a:ext cx="543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CD1C363-2522-E2AE-A41F-46085E9BD500}"/>
                    </a:ext>
                  </a:extLst>
                </p14:cNvPr>
                <p14:cNvContentPartPr/>
                <p14:nvPr/>
              </p14:nvContentPartPr>
              <p14:xfrm>
                <a:off x="2397137" y="4877432"/>
                <a:ext cx="107640" cy="90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CD1C363-2522-E2AE-A41F-46085E9BD50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379497" y="4859792"/>
                  <a:ext cx="1432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EF2D5F2-AB44-65EC-48B6-2CAF08D730AE}"/>
                    </a:ext>
                  </a:extLst>
                </p14:cNvPr>
                <p14:cNvContentPartPr/>
                <p14:nvPr/>
              </p14:nvContentPartPr>
              <p14:xfrm>
                <a:off x="2436017" y="4733072"/>
                <a:ext cx="91440" cy="103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EF2D5F2-AB44-65EC-48B6-2CAF08D730A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418017" y="4715072"/>
                  <a:ext cx="127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A281BB9-0934-11AB-824F-8B90212CD0CC}"/>
                    </a:ext>
                  </a:extLst>
                </p14:cNvPr>
                <p14:cNvContentPartPr/>
                <p14:nvPr/>
              </p14:nvContentPartPr>
              <p14:xfrm>
                <a:off x="2492177" y="4685552"/>
                <a:ext cx="38160" cy="24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A281BB9-0934-11AB-824F-8B90212CD0C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474177" y="4667912"/>
                  <a:ext cx="738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E35D5AE-495A-0BFF-5023-0CB9DA8D6448}"/>
                    </a:ext>
                  </a:extLst>
                </p14:cNvPr>
                <p14:cNvContentPartPr/>
                <p14:nvPr/>
              </p14:nvContentPartPr>
              <p14:xfrm>
                <a:off x="2362217" y="4648472"/>
                <a:ext cx="26280" cy="5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E35D5AE-495A-0BFF-5023-0CB9DA8D644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344577" y="4630472"/>
                  <a:ext cx="619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B2F7A25-A1C8-97CF-A802-5008CEDED35E}"/>
                    </a:ext>
                  </a:extLst>
                </p14:cNvPr>
                <p14:cNvContentPartPr/>
                <p14:nvPr/>
              </p14:nvContentPartPr>
              <p14:xfrm>
                <a:off x="2448257" y="4542632"/>
                <a:ext cx="90360" cy="849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B2F7A25-A1C8-97CF-A802-5008CEDED35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430617" y="4524632"/>
                  <a:ext cx="126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690D38B-410D-BDEC-BD3C-C94528912E19}"/>
                    </a:ext>
                  </a:extLst>
                </p14:cNvPr>
                <p14:cNvContentPartPr/>
                <p14:nvPr/>
              </p14:nvContentPartPr>
              <p14:xfrm>
                <a:off x="2506577" y="4438232"/>
                <a:ext cx="68400" cy="22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690D38B-410D-BDEC-BD3C-C94528912E1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488937" y="4420592"/>
                  <a:ext cx="1040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B8683C1-F5FC-37F4-CE9D-C64A2E59435E}"/>
                    </a:ext>
                  </a:extLst>
                </p14:cNvPr>
                <p14:cNvContentPartPr/>
                <p14:nvPr/>
              </p14:nvContentPartPr>
              <p14:xfrm>
                <a:off x="2399657" y="4440752"/>
                <a:ext cx="27360" cy="13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B8683C1-F5FC-37F4-CE9D-C64A2E59435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82017" y="4422752"/>
                  <a:ext cx="63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A5F9C6B-0455-53BE-C95C-1F3CCA9D5382}"/>
                    </a:ext>
                  </a:extLst>
                </p14:cNvPr>
                <p14:cNvContentPartPr/>
                <p14:nvPr/>
              </p14:nvContentPartPr>
              <p14:xfrm>
                <a:off x="2508017" y="4266152"/>
                <a:ext cx="67680" cy="99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A5F9C6B-0455-53BE-C95C-1F3CCA9D5382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490017" y="4248152"/>
                  <a:ext cx="103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45EB3B-5F12-7027-67A8-78BBC061D9D0}"/>
                    </a:ext>
                  </a:extLst>
                </p14:cNvPr>
                <p14:cNvContentPartPr/>
                <p14:nvPr/>
              </p14:nvContentPartPr>
              <p14:xfrm>
                <a:off x="2541137" y="4036472"/>
                <a:ext cx="215280" cy="224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45EB3B-5F12-7027-67A8-78BBC061D9D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23137" y="4018472"/>
                  <a:ext cx="25092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E19CC67-3676-A686-9994-E7DF3EFE8B31}"/>
              </a:ext>
            </a:extLst>
          </p:cNvPr>
          <p:cNvGrpSpPr/>
          <p:nvPr/>
        </p:nvGrpSpPr>
        <p:grpSpPr>
          <a:xfrm>
            <a:off x="8533337" y="3241592"/>
            <a:ext cx="723240" cy="284760"/>
            <a:chOff x="8533337" y="3241592"/>
            <a:chExt cx="723240" cy="28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D19EE35-4270-82B8-6656-C9B4343933D6}"/>
                    </a:ext>
                  </a:extLst>
                </p14:cNvPr>
                <p14:cNvContentPartPr/>
                <p14:nvPr/>
              </p14:nvContentPartPr>
              <p14:xfrm>
                <a:off x="8570057" y="3295592"/>
                <a:ext cx="49680" cy="230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D19EE35-4270-82B8-6656-C9B4343933D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552057" y="3277592"/>
                  <a:ext cx="853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0B22261-12E2-836B-B13A-66CE009B6762}"/>
                    </a:ext>
                  </a:extLst>
                </p14:cNvPr>
                <p14:cNvContentPartPr/>
                <p14:nvPr/>
              </p14:nvContentPartPr>
              <p14:xfrm>
                <a:off x="8533337" y="3241592"/>
                <a:ext cx="111960" cy="44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0B22261-12E2-836B-B13A-66CE009B676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515337" y="3223952"/>
                  <a:ext cx="147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6456A0F-D18B-DAF9-2258-568B0378E8DE}"/>
                    </a:ext>
                  </a:extLst>
                </p14:cNvPr>
                <p14:cNvContentPartPr/>
                <p14:nvPr/>
              </p14:nvContentPartPr>
              <p14:xfrm>
                <a:off x="8612537" y="3361112"/>
                <a:ext cx="99720" cy="442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6456A0F-D18B-DAF9-2258-568B0378E8D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594897" y="3343112"/>
                  <a:ext cx="13536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AE25DDF-C922-1FF0-4959-72437D0EFB7C}"/>
                    </a:ext>
                  </a:extLst>
                </p14:cNvPr>
                <p14:cNvContentPartPr/>
                <p14:nvPr/>
              </p14:nvContentPartPr>
              <p14:xfrm>
                <a:off x="8715137" y="3293072"/>
                <a:ext cx="103680" cy="1281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AE25DDF-C922-1FF0-4959-72437D0EFB7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697137" y="3275072"/>
                  <a:ext cx="13932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199CE5-85C9-C0BD-A7F5-2556F62B6186}"/>
                    </a:ext>
                  </a:extLst>
                </p14:cNvPr>
                <p14:cNvContentPartPr/>
                <p14:nvPr/>
              </p14:nvContentPartPr>
              <p14:xfrm>
                <a:off x="8865977" y="3306392"/>
                <a:ext cx="95760" cy="112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199CE5-85C9-C0BD-A7F5-2556F62B618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847977" y="3288752"/>
                  <a:ext cx="1314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7F82C23-C22B-1605-10E8-60A9ADEFA351}"/>
                    </a:ext>
                  </a:extLst>
                </p14:cNvPr>
                <p14:cNvContentPartPr/>
                <p14:nvPr/>
              </p14:nvContentPartPr>
              <p14:xfrm>
                <a:off x="9011777" y="3288752"/>
                <a:ext cx="244800" cy="1137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7F82C23-C22B-1605-10E8-60A9ADEFA35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993777" y="3271112"/>
                  <a:ext cx="280440" cy="14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71F9824-CC00-18E8-DBCE-C249F18257E2}"/>
              </a:ext>
            </a:extLst>
          </p:cNvPr>
          <p:cNvGrpSpPr/>
          <p:nvPr/>
        </p:nvGrpSpPr>
        <p:grpSpPr>
          <a:xfrm>
            <a:off x="9611177" y="3080672"/>
            <a:ext cx="1970280" cy="311400"/>
            <a:chOff x="9611177" y="3080672"/>
            <a:chExt cx="1970280" cy="31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2F48D27-F6E8-88E1-7354-2095D0BD3CF8}"/>
                    </a:ext>
                  </a:extLst>
                </p14:cNvPr>
                <p14:cNvContentPartPr/>
                <p14:nvPr/>
              </p14:nvContentPartPr>
              <p14:xfrm>
                <a:off x="9611177" y="3251672"/>
                <a:ext cx="282960" cy="135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2F48D27-F6E8-88E1-7354-2095D0BD3C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593177" y="3233672"/>
                  <a:ext cx="318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96D3DC7-0D9E-FB69-1B36-4981F90FF895}"/>
                    </a:ext>
                  </a:extLst>
                </p14:cNvPr>
                <p14:cNvContentPartPr/>
                <p14:nvPr/>
              </p14:nvContentPartPr>
              <p14:xfrm>
                <a:off x="9924377" y="3226112"/>
                <a:ext cx="74160" cy="139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96D3DC7-0D9E-FB69-1B36-4981F90FF895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906377" y="3208472"/>
                  <a:ext cx="1098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2B95AD6-39EA-903F-7224-DA58377A8F7F}"/>
                    </a:ext>
                  </a:extLst>
                </p14:cNvPr>
                <p14:cNvContentPartPr/>
                <p14:nvPr/>
              </p14:nvContentPartPr>
              <p14:xfrm>
                <a:off x="10067657" y="3221432"/>
                <a:ext cx="92520" cy="979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2B95AD6-39EA-903F-7224-DA58377A8F7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050017" y="3203792"/>
                  <a:ext cx="1281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9CA6AFF-7668-ABA9-F1B1-7544A2D7ED62}"/>
                    </a:ext>
                  </a:extLst>
                </p14:cNvPr>
                <p14:cNvContentPartPr/>
                <p14:nvPr/>
              </p14:nvContentPartPr>
              <p14:xfrm>
                <a:off x="10273577" y="3228272"/>
                <a:ext cx="50760" cy="105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9CA6AFF-7668-ABA9-F1B1-7544A2D7ED6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255577" y="3210272"/>
                  <a:ext cx="864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CA3335F-7DDC-2E29-1291-E280673D2604}"/>
                    </a:ext>
                  </a:extLst>
                </p14:cNvPr>
                <p14:cNvContentPartPr/>
                <p14:nvPr/>
              </p14:nvContentPartPr>
              <p14:xfrm>
                <a:off x="10247297" y="3222872"/>
                <a:ext cx="77400" cy="169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CA3335F-7DDC-2E29-1291-E280673D260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229297" y="3205232"/>
                  <a:ext cx="113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13E882A-B3DB-4EF8-64C8-314C70272602}"/>
                    </a:ext>
                  </a:extLst>
                </p14:cNvPr>
                <p14:cNvContentPartPr/>
                <p14:nvPr/>
              </p14:nvContentPartPr>
              <p14:xfrm>
                <a:off x="10382297" y="3283352"/>
                <a:ext cx="180000" cy="97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13E882A-B3DB-4EF8-64C8-314C7027260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364297" y="3265352"/>
                  <a:ext cx="215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D562730-4BCC-2323-611E-3322F186D826}"/>
                    </a:ext>
                  </a:extLst>
                </p14:cNvPr>
                <p14:cNvContentPartPr/>
                <p14:nvPr/>
              </p14:nvContentPartPr>
              <p14:xfrm>
                <a:off x="10520537" y="3216032"/>
                <a:ext cx="117720" cy="110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D562730-4BCC-2323-611E-3322F186D82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02537" y="3198032"/>
                  <a:ext cx="153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4E65C61-02BC-A0A0-0D41-07223EEB79ED}"/>
                    </a:ext>
                  </a:extLst>
                </p14:cNvPr>
                <p14:cNvContentPartPr/>
                <p14:nvPr/>
              </p14:nvContentPartPr>
              <p14:xfrm>
                <a:off x="10654457" y="3244832"/>
                <a:ext cx="242280" cy="788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4E65C61-02BC-A0A0-0D41-07223EEB79E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636457" y="3227192"/>
                  <a:ext cx="277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0A9929E-A9AA-64EF-9027-E6D48B6F9C7F}"/>
                    </a:ext>
                  </a:extLst>
                </p14:cNvPr>
                <p14:cNvContentPartPr/>
                <p14:nvPr/>
              </p14:nvContentPartPr>
              <p14:xfrm>
                <a:off x="10905377" y="3257792"/>
                <a:ext cx="62640" cy="88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0A9929E-A9AA-64EF-9027-E6D48B6F9C7F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887377" y="3240152"/>
                  <a:ext cx="98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70CE042-C106-8D51-84B6-D8F8117964C0}"/>
                    </a:ext>
                  </a:extLst>
                </p14:cNvPr>
                <p14:cNvContentPartPr/>
                <p14:nvPr/>
              </p14:nvContentPartPr>
              <p14:xfrm>
                <a:off x="11005097" y="3251672"/>
                <a:ext cx="237600" cy="89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70CE042-C106-8D51-84B6-D8F8117964C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987097" y="3233672"/>
                  <a:ext cx="2732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CBC7A3-FDB3-8F35-E0B7-B2EDF90E2763}"/>
                    </a:ext>
                  </a:extLst>
                </p14:cNvPr>
                <p14:cNvContentPartPr/>
                <p14:nvPr/>
              </p14:nvContentPartPr>
              <p14:xfrm>
                <a:off x="11270417" y="3080672"/>
                <a:ext cx="45360" cy="238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CBC7A3-FDB3-8F35-E0B7-B2EDF90E2763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252777" y="3062672"/>
                  <a:ext cx="810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A97C158-DFCB-BA28-A650-79CF4C6A0B1A}"/>
                    </a:ext>
                  </a:extLst>
                </p14:cNvPr>
                <p14:cNvContentPartPr/>
                <p14:nvPr/>
              </p14:nvContentPartPr>
              <p14:xfrm>
                <a:off x="11274377" y="3239792"/>
                <a:ext cx="69840" cy="622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A97C158-DFCB-BA28-A650-79CF4C6A0B1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256377" y="3222152"/>
                  <a:ext cx="1054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1700EAE-902D-0003-DC4C-198A318380E3}"/>
                    </a:ext>
                  </a:extLst>
                </p14:cNvPr>
                <p14:cNvContentPartPr/>
                <p14:nvPr/>
              </p14:nvContentPartPr>
              <p14:xfrm>
                <a:off x="11403617" y="3198752"/>
                <a:ext cx="65520" cy="150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1700EAE-902D-0003-DC4C-198A318380E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385977" y="3180752"/>
                  <a:ext cx="1011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8599DE6-3B49-BA51-08D1-84D6E565BE36}"/>
                    </a:ext>
                  </a:extLst>
                </p14:cNvPr>
                <p14:cNvContentPartPr/>
                <p14:nvPr/>
              </p14:nvContentPartPr>
              <p14:xfrm>
                <a:off x="11568137" y="3305672"/>
                <a:ext cx="13320" cy="1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8599DE6-3B49-BA51-08D1-84D6E565BE3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550497" y="3288032"/>
                  <a:ext cx="48960" cy="3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EE41AF6F-3902-208B-2C0A-19D610C231E9}"/>
              </a:ext>
            </a:extLst>
          </p:cNvPr>
          <p:cNvGrpSpPr/>
          <p:nvPr/>
        </p:nvGrpSpPr>
        <p:grpSpPr>
          <a:xfrm>
            <a:off x="3710777" y="5939432"/>
            <a:ext cx="1623240" cy="651600"/>
            <a:chOff x="3710777" y="5939432"/>
            <a:chExt cx="1623240" cy="65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FE9952-3851-6898-72E4-CA43F9085D95}"/>
                    </a:ext>
                  </a:extLst>
                </p14:cNvPr>
                <p14:cNvContentPartPr/>
                <p14:nvPr/>
              </p14:nvContentPartPr>
              <p14:xfrm>
                <a:off x="3710777" y="6125552"/>
                <a:ext cx="235080" cy="225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FE9952-3851-6898-72E4-CA43F9085D9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693137" y="6107552"/>
                  <a:ext cx="2707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049B1EB-43E7-4AEA-E0CB-36F09EED6706}"/>
                    </a:ext>
                  </a:extLst>
                </p14:cNvPr>
                <p14:cNvContentPartPr/>
                <p14:nvPr/>
              </p14:nvContentPartPr>
              <p14:xfrm>
                <a:off x="4019657" y="6110432"/>
                <a:ext cx="192240" cy="1224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049B1EB-43E7-4AEA-E0CB-36F09EED670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4001657" y="6092792"/>
                  <a:ext cx="227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F09A72F-8F17-8AC4-BEFB-F905F7A96F21}"/>
                    </a:ext>
                  </a:extLst>
                </p14:cNvPr>
                <p14:cNvContentPartPr/>
                <p14:nvPr/>
              </p14:nvContentPartPr>
              <p14:xfrm>
                <a:off x="4245377" y="5939432"/>
                <a:ext cx="224640" cy="277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F09A72F-8F17-8AC4-BEFB-F905F7A96F2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4227377" y="5921432"/>
                  <a:ext cx="26028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0E3EA5D-41ED-1903-DB54-0E24D3F9E943}"/>
                    </a:ext>
                  </a:extLst>
                </p14:cNvPr>
                <p14:cNvContentPartPr/>
                <p14:nvPr/>
              </p14:nvContentPartPr>
              <p14:xfrm>
                <a:off x="4382897" y="5984792"/>
                <a:ext cx="91440" cy="633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0E3EA5D-41ED-1903-DB54-0E24D3F9E94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365257" y="5967152"/>
                  <a:ext cx="127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E920B3F-CF8F-8ECE-7738-79CEFAE24D3C}"/>
                    </a:ext>
                  </a:extLst>
                </p14:cNvPr>
                <p14:cNvContentPartPr/>
                <p14:nvPr/>
              </p14:nvContentPartPr>
              <p14:xfrm>
                <a:off x="4117937" y="6425072"/>
                <a:ext cx="193680" cy="1659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E920B3F-CF8F-8ECE-7738-79CEFAE24D3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4099937" y="6407432"/>
                  <a:ext cx="2293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04FEC87-9F51-DD7A-0D7C-95C68733FEED}"/>
                    </a:ext>
                  </a:extLst>
                </p14:cNvPr>
                <p14:cNvContentPartPr/>
                <p14:nvPr/>
              </p14:nvContentPartPr>
              <p14:xfrm>
                <a:off x="4390097" y="6373232"/>
                <a:ext cx="96480" cy="95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04FEC87-9F51-DD7A-0D7C-95C68733FEE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372097" y="6355592"/>
                  <a:ext cx="1321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9EFA0F4-5B57-EF91-46E0-2052B1AAD7EB}"/>
                    </a:ext>
                  </a:extLst>
                </p14:cNvPr>
                <p14:cNvContentPartPr/>
                <p14:nvPr/>
              </p14:nvContentPartPr>
              <p14:xfrm>
                <a:off x="4661897" y="6169472"/>
                <a:ext cx="96480" cy="238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9EFA0F4-5B57-EF91-46E0-2052B1AAD7EB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644257" y="6151832"/>
                  <a:ext cx="1321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843184B-1A44-D204-7D98-6A9B37BC54C6}"/>
                    </a:ext>
                  </a:extLst>
                </p14:cNvPr>
                <p14:cNvContentPartPr/>
                <p14:nvPr/>
              </p14:nvContentPartPr>
              <p14:xfrm>
                <a:off x="4739657" y="6222032"/>
                <a:ext cx="92520" cy="68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843184B-1A44-D204-7D98-6A9B37BC54C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721657" y="6204032"/>
                  <a:ext cx="128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A1411C5-279F-94A8-49D8-D67F063C2E9D}"/>
                    </a:ext>
                  </a:extLst>
                </p14:cNvPr>
                <p14:cNvContentPartPr/>
                <p14:nvPr/>
              </p14:nvContentPartPr>
              <p14:xfrm>
                <a:off x="4864217" y="6181352"/>
                <a:ext cx="141120" cy="122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A1411C5-279F-94A8-49D8-D67F063C2E9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846577" y="6163352"/>
                  <a:ext cx="1767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89900CB-2ACA-E26E-FDDE-16823143EE23}"/>
                    </a:ext>
                  </a:extLst>
                </p14:cNvPr>
                <p14:cNvContentPartPr/>
                <p14:nvPr/>
              </p14:nvContentPartPr>
              <p14:xfrm>
                <a:off x="5062217" y="6034472"/>
                <a:ext cx="271800" cy="232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89900CB-2ACA-E26E-FDDE-16823143EE23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044217" y="6016832"/>
                  <a:ext cx="30744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C2F7B71F-1996-08B0-D3CF-111DB4AE15D0}"/>
              </a:ext>
            </a:extLst>
          </p:cNvPr>
          <p:cNvGrpSpPr/>
          <p:nvPr/>
        </p:nvGrpSpPr>
        <p:grpSpPr>
          <a:xfrm>
            <a:off x="9681377" y="3581072"/>
            <a:ext cx="2437200" cy="750240"/>
            <a:chOff x="9681377" y="3581072"/>
            <a:chExt cx="2437200" cy="75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997902E-66D8-3206-BB56-73B7C7B62C1E}"/>
                    </a:ext>
                  </a:extLst>
                </p14:cNvPr>
                <p14:cNvContentPartPr/>
                <p14:nvPr/>
              </p14:nvContentPartPr>
              <p14:xfrm>
                <a:off x="9681377" y="3706712"/>
                <a:ext cx="245160" cy="212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997902E-66D8-3206-BB56-73B7C7B62C1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663737" y="3688712"/>
                  <a:ext cx="2808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AD844ED-D487-E32C-2601-7F45E6D35CD7}"/>
                    </a:ext>
                  </a:extLst>
                </p14:cNvPr>
                <p14:cNvContentPartPr/>
                <p14:nvPr/>
              </p14:nvContentPartPr>
              <p14:xfrm>
                <a:off x="9995297" y="3784472"/>
                <a:ext cx="95040" cy="91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AD844ED-D487-E32C-2601-7F45E6D35CD7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977297" y="3766832"/>
                  <a:ext cx="1306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5E94E06-F01B-FC1B-0ECE-E389532F0198}"/>
                    </a:ext>
                  </a:extLst>
                </p14:cNvPr>
                <p14:cNvContentPartPr/>
                <p14:nvPr/>
              </p14:nvContentPartPr>
              <p14:xfrm>
                <a:off x="10028777" y="3687272"/>
                <a:ext cx="163800" cy="1940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5E94E06-F01B-FC1B-0ECE-E389532F019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011137" y="3669272"/>
                  <a:ext cx="1994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89B3525-A878-FED1-4F71-91B3AA2A5E25}"/>
                    </a:ext>
                  </a:extLst>
                </p14:cNvPr>
                <p14:cNvContentPartPr/>
                <p14:nvPr/>
              </p14:nvContentPartPr>
              <p14:xfrm>
                <a:off x="10200857" y="3749912"/>
                <a:ext cx="121320" cy="1029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89B3525-A878-FED1-4F71-91B3AA2A5E2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0182857" y="3731912"/>
                  <a:ext cx="1569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A2E0FC1-3928-0A93-71F2-149E6C2CA632}"/>
                    </a:ext>
                  </a:extLst>
                </p14:cNvPr>
                <p14:cNvContentPartPr/>
                <p14:nvPr/>
              </p14:nvContentPartPr>
              <p14:xfrm>
                <a:off x="10398497" y="3656312"/>
                <a:ext cx="49680" cy="129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A2E0FC1-3928-0A93-71F2-149E6C2CA63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380497" y="3638672"/>
                  <a:ext cx="853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1DEBBF0-4014-8179-AAA7-CC5C134467D3}"/>
                    </a:ext>
                  </a:extLst>
                </p14:cNvPr>
                <p14:cNvContentPartPr/>
                <p14:nvPr/>
              </p14:nvContentPartPr>
              <p14:xfrm>
                <a:off x="10362497" y="3710672"/>
                <a:ext cx="112320" cy="54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1DEBBF0-4014-8179-AAA7-CC5C134467D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344497" y="3693032"/>
                  <a:ext cx="1479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E3E4142-271C-0D4E-7986-BD55EE406090}"/>
                    </a:ext>
                  </a:extLst>
                </p14:cNvPr>
                <p14:cNvContentPartPr/>
                <p14:nvPr/>
              </p14:nvContentPartPr>
              <p14:xfrm>
                <a:off x="10726817" y="3687272"/>
                <a:ext cx="152280" cy="1162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E3E4142-271C-0D4E-7986-BD55EE40609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709177" y="3669272"/>
                  <a:ext cx="187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1D1678B-D07E-F0EA-B73C-9C8D20CB1D8B}"/>
                    </a:ext>
                  </a:extLst>
                </p14:cNvPr>
                <p14:cNvContentPartPr/>
                <p14:nvPr/>
              </p14:nvContentPartPr>
              <p14:xfrm>
                <a:off x="10929497" y="3677552"/>
                <a:ext cx="63000" cy="89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1D1678B-D07E-F0EA-B73C-9C8D20CB1D8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911857" y="3659552"/>
                  <a:ext cx="986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D1AB45B-80B2-D17B-C0D0-97BB269DA3BA}"/>
                    </a:ext>
                  </a:extLst>
                </p14:cNvPr>
                <p14:cNvContentPartPr/>
                <p14:nvPr/>
              </p14:nvContentPartPr>
              <p14:xfrm>
                <a:off x="11249177" y="3628232"/>
                <a:ext cx="193680" cy="1170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D1AB45B-80B2-D17B-C0D0-97BB269DA3B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231177" y="3610232"/>
                  <a:ext cx="229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E220A93-6C13-F818-CA2A-87C1C3A17740}"/>
                    </a:ext>
                  </a:extLst>
                </p14:cNvPr>
                <p14:cNvContentPartPr/>
                <p14:nvPr/>
              </p14:nvContentPartPr>
              <p14:xfrm>
                <a:off x="11456537" y="3621752"/>
                <a:ext cx="81360" cy="777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E220A93-6C13-F818-CA2A-87C1C3A1774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438537" y="3603752"/>
                  <a:ext cx="1170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F8C66FB-DC0C-17F0-74A7-C175861887E3}"/>
                    </a:ext>
                  </a:extLst>
                </p14:cNvPr>
                <p14:cNvContentPartPr/>
                <p14:nvPr/>
              </p14:nvContentPartPr>
              <p14:xfrm>
                <a:off x="11637617" y="3581072"/>
                <a:ext cx="140040" cy="619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F8C66FB-DC0C-17F0-74A7-C175861887E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619977" y="3563432"/>
                  <a:ext cx="1756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62866CB-2B69-9AE3-02F8-B2B1198D0AEF}"/>
                    </a:ext>
                  </a:extLst>
                </p14:cNvPr>
                <p14:cNvContentPartPr/>
                <p14:nvPr/>
              </p14:nvContentPartPr>
              <p14:xfrm>
                <a:off x="10085297" y="4100912"/>
                <a:ext cx="258840" cy="1299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62866CB-2B69-9AE3-02F8-B2B1198D0AE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067657" y="4082912"/>
                  <a:ext cx="29448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7B6C301-4551-FCFA-C4BF-1E05B37CA699}"/>
                    </a:ext>
                  </a:extLst>
                </p14:cNvPr>
                <p14:cNvContentPartPr/>
                <p14:nvPr/>
              </p14:nvContentPartPr>
              <p14:xfrm>
                <a:off x="10439177" y="4062392"/>
                <a:ext cx="61560" cy="123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7B6C301-4551-FCFA-C4BF-1E05B37CA699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0421537" y="4044752"/>
                  <a:ext cx="972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E9BA040-9DF9-5E80-ECDA-BF4DCD9BAE2B}"/>
                    </a:ext>
                  </a:extLst>
                </p14:cNvPr>
                <p14:cNvContentPartPr/>
                <p14:nvPr/>
              </p14:nvContentPartPr>
              <p14:xfrm>
                <a:off x="10619177" y="4067432"/>
                <a:ext cx="53640" cy="31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E9BA040-9DF9-5E80-ECDA-BF4DCD9BAE2B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601537" y="4049432"/>
                  <a:ext cx="8928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0A462FB-D06F-5A05-5E00-640CDD52EB8C}"/>
                    </a:ext>
                  </a:extLst>
                </p14:cNvPr>
                <p14:cNvContentPartPr/>
                <p14:nvPr/>
              </p14:nvContentPartPr>
              <p14:xfrm>
                <a:off x="10596497" y="4055912"/>
                <a:ext cx="102600" cy="101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0A462FB-D06F-5A05-5E00-640CDD52EB8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0578497" y="4038272"/>
                  <a:ext cx="1382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2D4F4512-BCA6-3615-6B9F-8A3C3A116DB4}"/>
                    </a:ext>
                  </a:extLst>
                </p14:cNvPr>
                <p14:cNvContentPartPr/>
                <p14:nvPr/>
              </p14:nvContentPartPr>
              <p14:xfrm>
                <a:off x="10776137" y="4024952"/>
                <a:ext cx="82440" cy="152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2D4F4512-BCA6-3615-6B9F-8A3C3A116DB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0758497" y="4006952"/>
                  <a:ext cx="1180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29D6942-4385-4CF6-A611-A018720DA100}"/>
                    </a:ext>
                  </a:extLst>
                </p14:cNvPr>
                <p14:cNvContentPartPr/>
                <p14:nvPr/>
              </p14:nvContentPartPr>
              <p14:xfrm>
                <a:off x="10924097" y="4049792"/>
                <a:ext cx="121680" cy="802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29D6942-4385-4CF6-A611-A018720DA10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906457" y="4031792"/>
                  <a:ext cx="1573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73C6288-9322-F685-7A78-5A7FAFF169A8}"/>
                    </a:ext>
                  </a:extLst>
                </p14:cNvPr>
                <p14:cNvContentPartPr/>
                <p14:nvPr/>
              </p14:nvContentPartPr>
              <p14:xfrm>
                <a:off x="11080697" y="3988232"/>
                <a:ext cx="86760" cy="1000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73C6288-9322-F685-7A78-5A7FAFF169A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062697" y="3970232"/>
                  <a:ext cx="122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5A13089-363C-CC7C-CCE9-15D18E0888DC}"/>
                    </a:ext>
                  </a:extLst>
                </p14:cNvPr>
                <p14:cNvContentPartPr/>
                <p14:nvPr/>
              </p14:nvContentPartPr>
              <p14:xfrm>
                <a:off x="11225777" y="3990392"/>
                <a:ext cx="263880" cy="66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5A13089-363C-CC7C-CCE9-15D18E0888DC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208137" y="3972392"/>
                  <a:ext cx="2995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0F25BE2-3DA7-2780-376F-F4951D25E1C6}"/>
                    </a:ext>
                  </a:extLst>
                </p14:cNvPr>
                <p14:cNvContentPartPr/>
                <p14:nvPr/>
              </p14:nvContentPartPr>
              <p14:xfrm>
                <a:off x="11397137" y="4046552"/>
                <a:ext cx="29880" cy="1076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0F25BE2-3DA7-2780-376F-F4951D25E1C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379137" y="4028912"/>
                  <a:ext cx="6552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F557330-1400-7EB0-097C-120F62A3864D}"/>
                    </a:ext>
                  </a:extLst>
                </p14:cNvPr>
                <p14:cNvContentPartPr/>
                <p14:nvPr/>
              </p14:nvContentPartPr>
              <p14:xfrm>
                <a:off x="11564177" y="4023512"/>
                <a:ext cx="9720" cy="561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F557330-1400-7EB0-097C-120F62A3864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546537" y="4005872"/>
                  <a:ext cx="453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40012C3A-9358-17C9-608E-B580A701111E}"/>
                    </a:ext>
                  </a:extLst>
                </p14:cNvPr>
                <p14:cNvContentPartPr/>
                <p14:nvPr/>
              </p14:nvContentPartPr>
              <p14:xfrm>
                <a:off x="11554097" y="3931712"/>
                <a:ext cx="12600" cy="2232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40012C3A-9358-17C9-608E-B580A701111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536097" y="3913712"/>
                  <a:ext cx="482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4DBB8F4E-5D72-0040-EB45-E95B358DD6CF}"/>
                    </a:ext>
                  </a:extLst>
                </p14:cNvPr>
                <p14:cNvContentPartPr/>
                <p14:nvPr/>
              </p14:nvContentPartPr>
              <p14:xfrm>
                <a:off x="11673977" y="3994352"/>
                <a:ext cx="118080" cy="57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4DBB8F4E-5D72-0040-EB45-E95B358DD6CF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655977" y="3976352"/>
                  <a:ext cx="153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74081CA-5722-5CAE-B3CB-DDDDFD660C8B}"/>
                    </a:ext>
                  </a:extLst>
                </p14:cNvPr>
                <p14:cNvContentPartPr/>
                <p14:nvPr/>
              </p14:nvContentPartPr>
              <p14:xfrm>
                <a:off x="11833817" y="3971672"/>
                <a:ext cx="135000" cy="3596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74081CA-5722-5CAE-B3CB-DDDDFD660C8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816177" y="3954032"/>
                  <a:ext cx="1706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CC88C33-BE84-1A8C-C5FC-AB0B52A6F9B3}"/>
                    </a:ext>
                  </a:extLst>
                </p14:cNvPr>
                <p14:cNvContentPartPr/>
                <p14:nvPr/>
              </p14:nvContentPartPr>
              <p14:xfrm>
                <a:off x="12099497" y="4055552"/>
                <a:ext cx="19080" cy="36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CC88C33-BE84-1A8C-C5FC-AB0B52A6F9B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2081857" y="4037552"/>
                  <a:ext cx="5472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E74A280D-D28D-2AED-713D-411FD32EBE76}"/>
              </a:ext>
            </a:extLst>
          </p:cNvPr>
          <p:cNvGrpSpPr/>
          <p:nvPr/>
        </p:nvGrpSpPr>
        <p:grpSpPr>
          <a:xfrm>
            <a:off x="7326257" y="294272"/>
            <a:ext cx="1492560" cy="432360"/>
            <a:chOff x="7326257" y="294272"/>
            <a:chExt cx="1492560" cy="432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006AB0D-4B70-060B-E3AF-B730C51E6F50}"/>
                    </a:ext>
                  </a:extLst>
                </p14:cNvPr>
                <p14:cNvContentPartPr/>
                <p14:nvPr/>
              </p14:nvContentPartPr>
              <p14:xfrm>
                <a:off x="7403657" y="384272"/>
                <a:ext cx="25560" cy="72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006AB0D-4B70-060B-E3AF-B730C51E6F5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385657" y="366632"/>
                  <a:ext cx="612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8A2D73E-A830-664E-BF9E-9DAA4B6994F7}"/>
                    </a:ext>
                  </a:extLst>
                </p14:cNvPr>
                <p14:cNvContentPartPr/>
                <p14:nvPr/>
              </p14:nvContentPartPr>
              <p14:xfrm>
                <a:off x="7326257" y="294272"/>
                <a:ext cx="249840" cy="4323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8A2D73E-A830-664E-BF9E-9DAA4B6994F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308617" y="276272"/>
                  <a:ext cx="28548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AD65D9-2F6C-1700-8920-B8A99D8C3354}"/>
                    </a:ext>
                  </a:extLst>
                </p14:cNvPr>
                <p14:cNvContentPartPr/>
                <p14:nvPr/>
              </p14:nvContentPartPr>
              <p14:xfrm>
                <a:off x="7637657" y="334232"/>
                <a:ext cx="231480" cy="3362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AD65D9-2F6C-1700-8920-B8A99D8C335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7620017" y="316592"/>
                  <a:ext cx="2671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2324436-2EBA-A81B-5CD5-17EFD29CEBB3}"/>
                    </a:ext>
                  </a:extLst>
                </p14:cNvPr>
                <p14:cNvContentPartPr/>
                <p14:nvPr/>
              </p14:nvContentPartPr>
              <p14:xfrm>
                <a:off x="7981097" y="387152"/>
                <a:ext cx="18000" cy="230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2324436-2EBA-A81B-5CD5-17EFD29CEBB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963097" y="369512"/>
                  <a:ext cx="536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893D003-1A02-CA88-F3B5-3F61AEB719B7}"/>
                    </a:ext>
                  </a:extLst>
                </p14:cNvPr>
                <p14:cNvContentPartPr/>
                <p14:nvPr/>
              </p14:nvContentPartPr>
              <p14:xfrm>
                <a:off x="7972817" y="598832"/>
                <a:ext cx="11520" cy="111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893D003-1A02-CA88-F3B5-3F61AEB719B7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954817" y="580832"/>
                  <a:ext cx="47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744E409-8C50-221F-74CF-6CEA8A31A15D}"/>
                    </a:ext>
                  </a:extLst>
                </p14:cNvPr>
                <p14:cNvContentPartPr/>
                <p14:nvPr/>
              </p14:nvContentPartPr>
              <p14:xfrm>
                <a:off x="8159297" y="335312"/>
                <a:ext cx="153000" cy="2656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744E409-8C50-221F-74CF-6CEA8A31A15D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141297" y="317672"/>
                  <a:ext cx="188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679199D-0FB6-DF2F-5156-3E5F51A56A18}"/>
                    </a:ext>
                  </a:extLst>
                </p14:cNvPr>
                <p14:cNvContentPartPr/>
                <p14:nvPr/>
              </p14:nvContentPartPr>
              <p14:xfrm>
                <a:off x="8445857" y="362672"/>
                <a:ext cx="176040" cy="2023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679199D-0FB6-DF2F-5156-3E5F51A56A1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428217" y="344672"/>
                  <a:ext cx="2116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8B3F89E-103E-CF0D-4EEA-532F774D0046}"/>
                    </a:ext>
                  </a:extLst>
                </p14:cNvPr>
                <p14:cNvContentPartPr/>
                <p14:nvPr/>
              </p14:nvContentPartPr>
              <p14:xfrm>
                <a:off x="8740697" y="359792"/>
                <a:ext cx="25560" cy="133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8B3F89E-103E-CF0D-4EEA-532F774D004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722697" y="341792"/>
                  <a:ext cx="61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56B1C3B-39AE-9CA9-E42A-180D21E39317}"/>
                    </a:ext>
                  </a:extLst>
                </p14:cNvPr>
                <p14:cNvContentPartPr/>
                <p14:nvPr/>
              </p14:nvContentPartPr>
              <p14:xfrm>
                <a:off x="8814857" y="582992"/>
                <a:ext cx="3960" cy="5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56B1C3B-39AE-9CA9-E42A-180D21E3931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797217" y="565352"/>
                  <a:ext cx="396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E4A35862-D549-1B5F-AF8C-52EB82C1E2E7}"/>
              </a:ext>
            </a:extLst>
          </p:cNvPr>
          <p:cNvGrpSpPr/>
          <p:nvPr/>
        </p:nvGrpSpPr>
        <p:grpSpPr>
          <a:xfrm>
            <a:off x="9076577" y="343952"/>
            <a:ext cx="490680" cy="219240"/>
            <a:chOff x="9076577" y="343952"/>
            <a:chExt cx="490680" cy="21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C481ADC-B9AC-24E5-F4B2-A4D4B3359806}"/>
                    </a:ext>
                  </a:extLst>
                </p14:cNvPr>
                <p14:cNvContentPartPr/>
                <p14:nvPr/>
              </p14:nvContentPartPr>
              <p14:xfrm>
                <a:off x="9076577" y="348632"/>
                <a:ext cx="142920" cy="212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C481ADC-B9AC-24E5-F4B2-A4D4B335980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058937" y="330632"/>
                  <a:ext cx="1785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F9961C0-D89F-5D9D-6F77-1B36ABBAF1EC}"/>
                    </a:ext>
                  </a:extLst>
                </p14:cNvPr>
                <p14:cNvContentPartPr/>
                <p14:nvPr/>
              </p14:nvContentPartPr>
              <p14:xfrm>
                <a:off x="9349817" y="343952"/>
                <a:ext cx="217440" cy="219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F9961C0-D89F-5D9D-6F77-1B36ABBAF1EC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332177" y="326312"/>
                  <a:ext cx="253080" cy="25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DC35962-7CD6-703C-7857-80CF5FABB899}"/>
              </a:ext>
            </a:extLst>
          </p:cNvPr>
          <p:cNvGrpSpPr/>
          <p:nvPr/>
        </p:nvGrpSpPr>
        <p:grpSpPr>
          <a:xfrm>
            <a:off x="7191617" y="934712"/>
            <a:ext cx="1809720" cy="386280"/>
            <a:chOff x="7191617" y="934712"/>
            <a:chExt cx="1809720" cy="38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56101B2-7B51-EB85-F2D9-C97BA2C4870F}"/>
                    </a:ext>
                  </a:extLst>
                </p14:cNvPr>
                <p14:cNvContentPartPr/>
                <p14:nvPr/>
              </p14:nvContentPartPr>
              <p14:xfrm>
                <a:off x="7191617" y="975752"/>
                <a:ext cx="242640" cy="936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56101B2-7B51-EB85-F2D9-C97BA2C4870F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173617" y="958112"/>
                  <a:ext cx="2782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B781655F-50FD-5E5F-7F08-FF3BABE30108}"/>
                    </a:ext>
                  </a:extLst>
                </p14:cNvPr>
                <p14:cNvContentPartPr/>
                <p14:nvPr/>
              </p14:nvContentPartPr>
              <p14:xfrm>
                <a:off x="7271537" y="990872"/>
                <a:ext cx="19080" cy="3301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B781655F-50FD-5E5F-7F08-FF3BABE3010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253537" y="972872"/>
                  <a:ext cx="5472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FBCB693-38AA-0EE3-16DB-0C6F10481D39}"/>
                    </a:ext>
                  </a:extLst>
                </p14:cNvPr>
                <p14:cNvContentPartPr/>
                <p14:nvPr/>
              </p14:nvContentPartPr>
              <p14:xfrm>
                <a:off x="7307537" y="974672"/>
                <a:ext cx="251280" cy="2437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FBCB693-38AA-0EE3-16DB-0C6F10481D3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289897" y="956672"/>
                  <a:ext cx="2869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489FBC2-76A9-85CE-1904-DECF81EE4535}"/>
                    </a:ext>
                  </a:extLst>
                </p14:cNvPr>
                <p14:cNvContentPartPr/>
                <p14:nvPr/>
              </p14:nvContentPartPr>
              <p14:xfrm>
                <a:off x="7616777" y="1133432"/>
                <a:ext cx="79560" cy="1065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489FBC2-76A9-85CE-1904-DECF81EE453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598777" y="1115432"/>
                  <a:ext cx="1152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EC3BD08-6782-86BA-0D68-A969973F853D}"/>
                    </a:ext>
                  </a:extLst>
                </p14:cNvPr>
                <p14:cNvContentPartPr/>
                <p14:nvPr/>
              </p14:nvContentPartPr>
              <p14:xfrm>
                <a:off x="7782377" y="1007792"/>
                <a:ext cx="91800" cy="2091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EC3BD08-6782-86BA-0D68-A969973F853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764737" y="989792"/>
                  <a:ext cx="1274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6EE25E0-021D-2679-0301-BEECD9BF1FBD}"/>
                    </a:ext>
                  </a:extLst>
                </p14:cNvPr>
                <p14:cNvContentPartPr/>
                <p14:nvPr/>
              </p14:nvContentPartPr>
              <p14:xfrm>
                <a:off x="7932857" y="1091312"/>
                <a:ext cx="69840" cy="121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6EE25E0-021D-2679-0301-BEECD9BF1FB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7914857" y="1073672"/>
                  <a:ext cx="105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8B725D7-9F5D-8A81-D2DF-40E678D69059}"/>
                    </a:ext>
                  </a:extLst>
                </p14:cNvPr>
                <p14:cNvContentPartPr/>
                <p14:nvPr/>
              </p14:nvContentPartPr>
              <p14:xfrm>
                <a:off x="8102777" y="985472"/>
                <a:ext cx="19440" cy="2156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8B725D7-9F5D-8A81-D2DF-40E678D6905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084777" y="967832"/>
                  <a:ext cx="550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6EB6962-1831-FEF8-87E9-9F4C9A3E63E5}"/>
                    </a:ext>
                  </a:extLst>
                </p14:cNvPr>
                <p14:cNvContentPartPr/>
                <p14:nvPr/>
              </p14:nvContentPartPr>
              <p14:xfrm>
                <a:off x="8240297" y="996632"/>
                <a:ext cx="25200" cy="522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6EB6962-1831-FEF8-87E9-9F4C9A3E63E5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222297" y="978632"/>
                  <a:ext cx="608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FA935DC-ABBD-C544-CDCA-D16E0F262276}"/>
                    </a:ext>
                  </a:extLst>
                </p14:cNvPr>
                <p14:cNvContentPartPr/>
                <p14:nvPr/>
              </p14:nvContentPartPr>
              <p14:xfrm>
                <a:off x="8274857" y="1137392"/>
                <a:ext cx="8280" cy="16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FA935DC-ABBD-C544-CDCA-D16E0F26227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256857" y="1119752"/>
                  <a:ext cx="43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78DBEC3-4304-358F-1804-F2555466F332}"/>
                    </a:ext>
                  </a:extLst>
                </p14:cNvPr>
                <p14:cNvContentPartPr/>
                <p14:nvPr/>
              </p14:nvContentPartPr>
              <p14:xfrm>
                <a:off x="8432537" y="998072"/>
                <a:ext cx="131760" cy="1706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78DBEC3-4304-358F-1804-F2555466F33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414537" y="980432"/>
                  <a:ext cx="167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860F170-DF97-6C8A-DB06-849C546B345B}"/>
                    </a:ext>
                  </a:extLst>
                </p14:cNvPr>
                <p14:cNvContentPartPr/>
                <p14:nvPr/>
              </p14:nvContentPartPr>
              <p14:xfrm>
                <a:off x="8622617" y="1103912"/>
                <a:ext cx="103320" cy="763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860F170-DF97-6C8A-DB06-849C546B345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8604617" y="1086272"/>
                  <a:ext cx="138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E4FA27C-4907-18FC-B4CE-729C263ECF37}"/>
                    </a:ext>
                  </a:extLst>
                </p14:cNvPr>
                <p14:cNvContentPartPr/>
                <p14:nvPr/>
              </p14:nvContentPartPr>
              <p14:xfrm>
                <a:off x="8832497" y="978632"/>
                <a:ext cx="41760" cy="2084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E4FA27C-4907-18FC-B4CE-729C263ECF37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8814497" y="960632"/>
                  <a:ext cx="774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4FC7BA6-97BA-0E54-662E-0C810F4890A0}"/>
                    </a:ext>
                  </a:extLst>
                </p14:cNvPr>
                <p14:cNvContentPartPr/>
                <p14:nvPr/>
              </p14:nvContentPartPr>
              <p14:xfrm>
                <a:off x="8997017" y="1079792"/>
                <a:ext cx="4320" cy="13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4FC7BA6-97BA-0E54-662E-0C810F4890A0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8979017" y="1062152"/>
                  <a:ext cx="399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D22D07C-249F-F011-B0CB-432F43D6C267}"/>
                    </a:ext>
                  </a:extLst>
                </p14:cNvPr>
                <p14:cNvContentPartPr/>
                <p14:nvPr/>
              </p14:nvContentPartPr>
              <p14:xfrm>
                <a:off x="8968577" y="934712"/>
                <a:ext cx="16920" cy="17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D22D07C-249F-F011-B0CB-432F43D6C26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950937" y="916712"/>
                  <a:ext cx="5256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FE917614-43B7-5893-9072-6145948BB918}"/>
              </a:ext>
            </a:extLst>
          </p:cNvPr>
          <p:cNvGrpSpPr/>
          <p:nvPr/>
        </p:nvGrpSpPr>
        <p:grpSpPr>
          <a:xfrm>
            <a:off x="9163697" y="841112"/>
            <a:ext cx="794160" cy="286920"/>
            <a:chOff x="9163697" y="841112"/>
            <a:chExt cx="794160" cy="28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C15491E0-665B-803B-DD2A-4E18DBEF4A2B}"/>
                    </a:ext>
                  </a:extLst>
                </p14:cNvPr>
                <p14:cNvContentPartPr/>
                <p14:nvPr/>
              </p14:nvContentPartPr>
              <p14:xfrm>
                <a:off x="9163697" y="896552"/>
                <a:ext cx="203400" cy="777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C15491E0-665B-803B-DD2A-4E18DBEF4A2B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9145697" y="878552"/>
                  <a:ext cx="239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A614A8B-9383-3FEC-809C-E064136CC230}"/>
                    </a:ext>
                  </a:extLst>
                </p14:cNvPr>
                <p14:cNvContentPartPr/>
                <p14:nvPr/>
              </p14:nvContentPartPr>
              <p14:xfrm>
                <a:off x="9317777" y="946592"/>
                <a:ext cx="19080" cy="1519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A614A8B-9383-3FEC-809C-E064136CC230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299777" y="928592"/>
                  <a:ext cx="547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5122B69-25A2-683C-9362-C78B73F42A61}"/>
                    </a:ext>
                  </a:extLst>
                </p14:cNvPr>
                <p14:cNvContentPartPr/>
                <p14:nvPr/>
              </p14:nvContentPartPr>
              <p14:xfrm>
                <a:off x="9468977" y="928952"/>
                <a:ext cx="95760" cy="124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5122B69-25A2-683C-9362-C78B73F42A61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451337" y="910952"/>
                  <a:ext cx="1314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66A55F8-3EC3-2805-A4DA-B29DB81F3CD0}"/>
                    </a:ext>
                  </a:extLst>
                </p14:cNvPr>
                <p14:cNvContentPartPr/>
                <p14:nvPr/>
              </p14:nvContentPartPr>
              <p14:xfrm>
                <a:off x="9663017" y="951632"/>
                <a:ext cx="73080" cy="1764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66A55F8-3EC3-2805-A4DA-B29DB81F3CD0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645017" y="933632"/>
                  <a:ext cx="1087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6B6B6D2-3D57-6BEB-1BC3-62F7571A45B5}"/>
                    </a:ext>
                  </a:extLst>
                </p14:cNvPr>
                <p14:cNvContentPartPr/>
                <p14:nvPr/>
              </p14:nvContentPartPr>
              <p14:xfrm>
                <a:off x="9810617" y="841112"/>
                <a:ext cx="109440" cy="2642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6B6B6D2-3D57-6BEB-1BC3-62F7571A45B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92617" y="823472"/>
                  <a:ext cx="14508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3B0D81F-2C90-D632-5A8F-7C127790C9E5}"/>
                    </a:ext>
                  </a:extLst>
                </p14:cNvPr>
                <p14:cNvContentPartPr/>
                <p14:nvPr/>
              </p14:nvContentPartPr>
              <p14:xfrm>
                <a:off x="9862817" y="935792"/>
                <a:ext cx="95040" cy="799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3B0D81F-2C90-D632-5A8F-7C127790C9E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845177" y="917792"/>
                  <a:ext cx="130680" cy="11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3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AF9AABD9-1593-9855-55F9-3A3602F93CC2}"/>
                  </a:ext>
                </a:extLst>
              </p14:cNvPr>
              <p14:cNvContentPartPr/>
              <p14:nvPr/>
            </p14:nvContentPartPr>
            <p14:xfrm>
              <a:off x="10127417" y="971792"/>
              <a:ext cx="6120" cy="756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AF9AABD9-1593-9855-55F9-3A3602F93CC2}"/>
                  </a:ext>
                </a:extLst>
              </p:cNvPr>
              <p:cNvPicPr/>
              <p:nvPr/>
            </p:nvPicPr>
            <p:blipFill>
              <a:blip r:embed="rId254"/>
              <a:stretch>
                <a:fillRect/>
              </a:stretch>
            </p:blipFill>
            <p:spPr>
              <a:xfrm>
                <a:off x="10109417" y="953792"/>
                <a:ext cx="41760" cy="43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6574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CA4C-0F4C-C1CF-D613-03EB105A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AFFDBCC9-9A33-65BF-B9FB-77BE8F769E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832" y="1253331"/>
            <a:ext cx="630477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1F925-6CD9-C818-1E64-74365F05F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5385E33-A03D-9047-1D11-1350CDF65471}"/>
                  </a:ext>
                </a:extLst>
              </p14:cNvPr>
              <p14:cNvContentPartPr/>
              <p14:nvPr/>
            </p14:nvContentPartPr>
            <p14:xfrm>
              <a:off x="4257977" y="4227607"/>
              <a:ext cx="649440" cy="594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5385E33-A03D-9047-1D11-1350CDF654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1857" y="4221487"/>
                <a:ext cx="661680" cy="60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90E2835-E0B3-9509-ED7D-E7505687936E}"/>
                  </a:ext>
                </a:extLst>
              </p14:cNvPr>
              <p14:cNvContentPartPr/>
              <p14:nvPr/>
            </p14:nvContentPartPr>
            <p14:xfrm>
              <a:off x="5971577" y="3381967"/>
              <a:ext cx="648720" cy="720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90E2835-E0B3-9509-ED7D-E7505687936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65457" y="3375847"/>
                <a:ext cx="660960" cy="73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A1FD8F15-B7C7-8077-2889-430432053B3E}"/>
              </a:ext>
            </a:extLst>
          </p:cNvPr>
          <p:cNvGrpSpPr/>
          <p:nvPr/>
        </p:nvGrpSpPr>
        <p:grpSpPr>
          <a:xfrm>
            <a:off x="5849177" y="4216447"/>
            <a:ext cx="854280" cy="295920"/>
            <a:chOff x="5849177" y="4216447"/>
            <a:chExt cx="854280" cy="29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AD5A04-9B6C-9670-4FA4-17A21D4DE383}"/>
                    </a:ext>
                  </a:extLst>
                </p14:cNvPr>
                <p14:cNvContentPartPr/>
                <p14:nvPr/>
              </p14:nvContentPartPr>
              <p14:xfrm>
                <a:off x="5849177" y="4277647"/>
                <a:ext cx="250560" cy="216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AD5A04-9B6C-9670-4FA4-17A21D4DE3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43057" y="4271527"/>
                  <a:ext cx="2628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218E16A-62F7-6302-A9EC-7E58345D001E}"/>
                    </a:ext>
                  </a:extLst>
                </p14:cNvPr>
                <p14:cNvContentPartPr/>
                <p14:nvPr/>
              </p14:nvContentPartPr>
              <p14:xfrm>
                <a:off x="5923697" y="4383487"/>
                <a:ext cx="186840" cy="128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218E16A-62F7-6302-A9EC-7E58345D00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917577" y="4377367"/>
                  <a:ext cx="19908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C2B02D0-341C-EBD0-7FCC-76DD73780FB6}"/>
                    </a:ext>
                  </a:extLst>
                </p14:cNvPr>
                <p14:cNvContentPartPr/>
                <p14:nvPr/>
              </p14:nvContentPartPr>
              <p14:xfrm>
                <a:off x="6382697" y="4216447"/>
                <a:ext cx="320760" cy="236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C2B02D0-341C-EBD0-7FCC-76DD73780FB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76577" y="4210327"/>
                  <a:ext cx="3330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D07DA8D-F3FB-9CAB-03E8-E50544FABAE8}"/>
                    </a:ext>
                  </a:extLst>
                </p14:cNvPr>
                <p14:cNvContentPartPr/>
                <p14:nvPr/>
              </p14:nvContentPartPr>
              <p14:xfrm>
                <a:off x="6387737" y="4298167"/>
                <a:ext cx="129960" cy="213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D07DA8D-F3FB-9CAB-03E8-E50544FABAE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381617" y="4292047"/>
                  <a:ext cx="142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E2BCEF7-08A7-C27D-CE0A-B1955236759F}"/>
              </a:ext>
            </a:extLst>
          </p:cNvPr>
          <p:cNvGrpSpPr/>
          <p:nvPr/>
        </p:nvGrpSpPr>
        <p:grpSpPr>
          <a:xfrm>
            <a:off x="1458617" y="844712"/>
            <a:ext cx="938520" cy="345240"/>
            <a:chOff x="1458617" y="844712"/>
            <a:chExt cx="93852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C1DED14-986F-53BC-FF3E-86AA672AEEF4}"/>
                    </a:ext>
                  </a:extLst>
                </p14:cNvPr>
                <p14:cNvContentPartPr/>
                <p14:nvPr/>
              </p14:nvContentPartPr>
              <p14:xfrm>
                <a:off x="1516217" y="900872"/>
                <a:ext cx="24840" cy="261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C1DED14-986F-53BC-FF3E-86AA672AEEF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98217" y="883232"/>
                  <a:ext cx="604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FC969A9-FFFC-048A-B29D-62833B97FA19}"/>
                    </a:ext>
                  </a:extLst>
                </p14:cNvPr>
                <p14:cNvContentPartPr/>
                <p14:nvPr/>
              </p14:nvContentPartPr>
              <p14:xfrm>
                <a:off x="1458617" y="859832"/>
                <a:ext cx="160560" cy="88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FC969A9-FFFC-048A-B29D-62833B97F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40617" y="841832"/>
                  <a:ext cx="196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4B183CF-46E7-F502-AF49-4EA08D1D16FC}"/>
                    </a:ext>
                  </a:extLst>
                </p14:cNvPr>
                <p14:cNvContentPartPr/>
                <p14:nvPr/>
              </p14:nvContentPartPr>
              <p14:xfrm>
                <a:off x="1554377" y="990152"/>
                <a:ext cx="50400" cy="55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4B183CF-46E7-F502-AF49-4EA08D1D16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36737" y="972152"/>
                  <a:ext cx="860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0568D11-FAB3-DD51-E1CF-B408F9D8A2FD}"/>
                    </a:ext>
                  </a:extLst>
                </p14:cNvPr>
                <p14:cNvContentPartPr/>
                <p14:nvPr/>
              </p14:nvContentPartPr>
              <p14:xfrm>
                <a:off x="1566257" y="1120112"/>
                <a:ext cx="55440" cy="21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0568D11-FAB3-DD51-E1CF-B408F9D8A2F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548617" y="1102472"/>
                  <a:ext cx="910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582C0F9-051C-92EA-57D3-B0B6FFF8D591}"/>
                    </a:ext>
                  </a:extLst>
                </p14:cNvPr>
                <p14:cNvContentPartPr/>
                <p14:nvPr/>
              </p14:nvContentPartPr>
              <p14:xfrm>
                <a:off x="1728257" y="1001672"/>
                <a:ext cx="118800" cy="101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582C0F9-051C-92EA-57D3-B0B6FFF8D59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710257" y="984032"/>
                  <a:ext cx="1544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C39319A-C1BC-A0A7-F3AC-B8FC9E8FB163}"/>
                    </a:ext>
                  </a:extLst>
                </p14:cNvPr>
                <p14:cNvContentPartPr/>
                <p14:nvPr/>
              </p14:nvContentPartPr>
              <p14:xfrm>
                <a:off x="1761017" y="969992"/>
                <a:ext cx="125640" cy="170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C39319A-C1BC-A0A7-F3AC-B8FC9E8FB1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743377" y="951992"/>
                  <a:ext cx="1612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E4F950-5F33-2CAB-5AEA-7DD0783457F2}"/>
                    </a:ext>
                  </a:extLst>
                </p14:cNvPr>
                <p14:cNvContentPartPr/>
                <p14:nvPr/>
              </p14:nvContentPartPr>
              <p14:xfrm>
                <a:off x="1959377" y="1024352"/>
                <a:ext cx="31320" cy="165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E4F950-5F33-2CAB-5AEA-7DD0783457F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941737" y="1006352"/>
                  <a:ext cx="669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8F5B334-57C2-26B7-8DD2-815ED5DE5BA4}"/>
                    </a:ext>
                  </a:extLst>
                </p14:cNvPr>
                <p14:cNvContentPartPr/>
                <p14:nvPr/>
              </p14:nvContentPartPr>
              <p14:xfrm>
                <a:off x="1968377" y="945512"/>
                <a:ext cx="89640" cy="84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8F5B334-57C2-26B7-8DD2-815ED5DE5BA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950377" y="927512"/>
                  <a:ext cx="1252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29397CA-F549-C3AC-A2AB-9F573D820E36}"/>
                    </a:ext>
                  </a:extLst>
                </p14:cNvPr>
                <p14:cNvContentPartPr/>
                <p14:nvPr/>
              </p14:nvContentPartPr>
              <p14:xfrm>
                <a:off x="2088617" y="941552"/>
                <a:ext cx="194760" cy="1209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29397CA-F549-C3AC-A2AB-9F573D820E3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070977" y="923912"/>
                  <a:ext cx="2304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CB7D16-DA78-98F5-51CC-E2386ABEFCF9}"/>
                    </a:ext>
                  </a:extLst>
                </p14:cNvPr>
                <p14:cNvContentPartPr/>
                <p14:nvPr/>
              </p14:nvContentPartPr>
              <p14:xfrm>
                <a:off x="2372657" y="976472"/>
                <a:ext cx="11160" cy="82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CB7D16-DA78-98F5-51CC-E2386ABEFCF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354657" y="958832"/>
                  <a:ext cx="46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5B87E95-AAD1-F5FD-88D7-644E1FF2D322}"/>
                    </a:ext>
                  </a:extLst>
                </p14:cNvPr>
                <p14:cNvContentPartPr/>
                <p14:nvPr/>
              </p14:nvContentPartPr>
              <p14:xfrm>
                <a:off x="2370137" y="844712"/>
                <a:ext cx="27000" cy="29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5B87E95-AAD1-F5FD-88D7-644E1FF2D32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352497" y="827072"/>
                  <a:ext cx="6264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E8483C7-DE8F-2104-CC03-FC96E8E1DE60}"/>
              </a:ext>
            </a:extLst>
          </p:cNvPr>
          <p:cNvGrpSpPr/>
          <p:nvPr/>
        </p:nvGrpSpPr>
        <p:grpSpPr>
          <a:xfrm>
            <a:off x="2560577" y="765152"/>
            <a:ext cx="950400" cy="289440"/>
            <a:chOff x="2560577" y="765152"/>
            <a:chExt cx="95040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2760241-7276-16A5-E952-92B8883F5C14}"/>
                    </a:ext>
                  </a:extLst>
                </p14:cNvPr>
                <p14:cNvContentPartPr/>
                <p14:nvPr/>
              </p14:nvContentPartPr>
              <p14:xfrm>
                <a:off x="2560577" y="927872"/>
                <a:ext cx="203040" cy="95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2760241-7276-16A5-E952-92B8883F5C1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542577" y="909872"/>
                  <a:ext cx="2386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BD5247A-DCE8-5DE4-1E45-3EC60C39335F}"/>
                    </a:ext>
                  </a:extLst>
                </p14:cNvPr>
                <p14:cNvContentPartPr/>
                <p14:nvPr/>
              </p14:nvContentPartPr>
              <p14:xfrm>
                <a:off x="2859737" y="919592"/>
                <a:ext cx="295920" cy="121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BD5247A-DCE8-5DE4-1E45-3EC60C3933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842097" y="901592"/>
                  <a:ext cx="331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A41BC71-B74A-6851-EE42-0BE8972FACB1}"/>
                    </a:ext>
                  </a:extLst>
                </p14:cNvPr>
                <p14:cNvContentPartPr/>
                <p14:nvPr/>
              </p14:nvContentPartPr>
              <p14:xfrm>
                <a:off x="3257177" y="765152"/>
                <a:ext cx="42120" cy="189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A41BC71-B74A-6851-EE42-0BE8972FAC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239537" y="747152"/>
                  <a:ext cx="777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46EE73C-79E8-9A39-FBE9-565CB17D79DD}"/>
                    </a:ext>
                  </a:extLst>
                </p14:cNvPr>
                <p14:cNvContentPartPr/>
                <p14:nvPr/>
              </p14:nvContentPartPr>
              <p14:xfrm>
                <a:off x="3243497" y="844712"/>
                <a:ext cx="104040" cy="42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46EE73C-79E8-9A39-FBE9-565CB17D79D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225497" y="827072"/>
                  <a:ext cx="1396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0D498F4-88BF-936A-776B-F263185F7D12}"/>
                    </a:ext>
                  </a:extLst>
                </p14:cNvPr>
                <p14:cNvContentPartPr/>
                <p14:nvPr/>
              </p14:nvContentPartPr>
              <p14:xfrm>
                <a:off x="3453737" y="880712"/>
                <a:ext cx="57240" cy="173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0D498F4-88BF-936A-776B-F263185F7D1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436097" y="862712"/>
                  <a:ext cx="9288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FDD5FAF-E039-B177-0220-7F92E5407111}"/>
              </a:ext>
            </a:extLst>
          </p:cNvPr>
          <p:cNvGrpSpPr/>
          <p:nvPr/>
        </p:nvGrpSpPr>
        <p:grpSpPr>
          <a:xfrm>
            <a:off x="2325137" y="1389032"/>
            <a:ext cx="148680" cy="434520"/>
            <a:chOff x="2325137" y="1389032"/>
            <a:chExt cx="148680" cy="43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2C2FC76-16BA-32C0-DD49-EDCFA5F7575A}"/>
                    </a:ext>
                  </a:extLst>
                </p14:cNvPr>
                <p14:cNvContentPartPr/>
                <p14:nvPr/>
              </p14:nvContentPartPr>
              <p14:xfrm>
                <a:off x="2376977" y="1389032"/>
                <a:ext cx="24480" cy="434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2C2FC76-16BA-32C0-DD49-EDCFA5F7575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358977" y="1371032"/>
                  <a:ext cx="6012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6FE7E2-8C44-399C-EA06-8AFB639DA49F}"/>
                    </a:ext>
                  </a:extLst>
                </p14:cNvPr>
                <p14:cNvContentPartPr/>
                <p14:nvPr/>
              </p14:nvContentPartPr>
              <p14:xfrm>
                <a:off x="2325137" y="1713032"/>
                <a:ext cx="148680" cy="784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6FE7E2-8C44-399C-EA06-8AFB639DA4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307497" y="1695392"/>
                  <a:ext cx="18432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40B5235-C7B5-2CC0-708F-AE8BFEB3C23C}"/>
              </a:ext>
            </a:extLst>
          </p:cNvPr>
          <p:cNvGrpSpPr/>
          <p:nvPr/>
        </p:nvGrpSpPr>
        <p:grpSpPr>
          <a:xfrm>
            <a:off x="1665617" y="2020472"/>
            <a:ext cx="528120" cy="306720"/>
            <a:chOff x="1665617" y="2020472"/>
            <a:chExt cx="528120" cy="30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7C545FD-E304-3A29-9C54-CDA6FB2B5C44}"/>
                    </a:ext>
                  </a:extLst>
                </p14:cNvPr>
                <p14:cNvContentPartPr/>
                <p14:nvPr/>
              </p14:nvContentPartPr>
              <p14:xfrm>
                <a:off x="1703417" y="2072672"/>
                <a:ext cx="35280" cy="254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7C545FD-E304-3A29-9C54-CDA6FB2B5C4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685777" y="2054672"/>
                  <a:ext cx="709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BF7063D-40C2-07CB-5EEC-1A60274D5F71}"/>
                    </a:ext>
                  </a:extLst>
                </p14:cNvPr>
                <p14:cNvContentPartPr/>
                <p14:nvPr/>
              </p14:nvContentPartPr>
              <p14:xfrm>
                <a:off x="1665617" y="2050712"/>
                <a:ext cx="118080" cy="109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BF7063D-40C2-07CB-5EEC-1A60274D5F7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647617" y="2032712"/>
                  <a:ext cx="153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0DF5533-4523-36DE-451C-88F1F814338D}"/>
                    </a:ext>
                  </a:extLst>
                </p14:cNvPr>
                <p14:cNvContentPartPr/>
                <p14:nvPr/>
              </p14:nvContentPartPr>
              <p14:xfrm>
                <a:off x="1712417" y="2180672"/>
                <a:ext cx="142560" cy="51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0DF5533-4523-36DE-451C-88F1F814338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694777" y="2163032"/>
                  <a:ext cx="1782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70F0CE7-96E8-967C-9C46-50236CEF6F45}"/>
                    </a:ext>
                  </a:extLst>
                </p14:cNvPr>
                <p14:cNvContentPartPr/>
                <p14:nvPr/>
              </p14:nvContentPartPr>
              <p14:xfrm>
                <a:off x="1921937" y="2166992"/>
                <a:ext cx="18360" cy="77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70F0CE7-96E8-967C-9C46-50236CEF6F4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03937" y="2149352"/>
                  <a:ext cx="540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7766330-2A48-313C-BABF-53AE3E7D06F9}"/>
                    </a:ext>
                  </a:extLst>
                </p14:cNvPr>
                <p14:cNvContentPartPr/>
                <p14:nvPr/>
              </p14:nvContentPartPr>
              <p14:xfrm>
                <a:off x="1885937" y="2020472"/>
                <a:ext cx="5760" cy="262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7766330-2A48-313C-BABF-53AE3E7D06F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868297" y="2002472"/>
                  <a:ext cx="414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BA12FA9-F9F7-DB8A-C403-41E4AFE5D916}"/>
                    </a:ext>
                  </a:extLst>
                </p14:cNvPr>
                <p14:cNvContentPartPr/>
                <p14:nvPr/>
              </p14:nvContentPartPr>
              <p14:xfrm>
                <a:off x="2037497" y="2035592"/>
                <a:ext cx="19080" cy="173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BA12FA9-F9F7-DB8A-C403-41E4AFE5D91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019497" y="2017952"/>
                  <a:ext cx="54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584BE90-6DEA-9F20-1C07-94575BA04C4B}"/>
                    </a:ext>
                  </a:extLst>
                </p14:cNvPr>
                <p14:cNvContentPartPr/>
                <p14:nvPr/>
              </p14:nvContentPartPr>
              <p14:xfrm>
                <a:off x="2166737" y="2036312"/>
                <a:ext cx="27000" cy="223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584BE90-6DEA-9F20-1C07-94575BA04C4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149097" y="2018312"/>
                  <a:ext cx="62640" cy="25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A7C3415-9428-4241-5F5F-4CE59B85FEBD}"/>
              </a:ext>
            </a:extLst>
          </p:cNvPr>
          <p:cNvGrpSpPr/>
          <p:nvPr/>
        </p:nvGrpSpPr>
        <p:grpSpPr>
          <a:xfrm>
            <a:off x="2474897" y="2048192"/>
            <a:ext cx="361080" cy="282600"/>
            <a:chOff x="2474897" y="2048192"/>
            <a:chExt cx="36108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C3396A-79C8-DE46-70DF-1F5745601F6C}"/>
                    </a:ext>
                  </a:extLst>
                </p14:cNvPr>
                <p14:cNvContentPartPr/>
                <p14:nvPr/>
              </p14:nvContentPartPr>
              <p14:xfrm>
                <a:off x="2474897" y="2119112"/>
                <a:ext cx="171720" cy="82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C3396A-79C8-DE46-70DF-1F5745601F6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456897" y="2101112"/>
                  <a:ext cx="20736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FF6836E-0D53-06D3-E514-4CA0B1BD5799}"/>
                    </a:ext>
                  </a:extLst>
                </p14:cNvPr>
                <p14:cNvContentPartPr/>
                <p14:nvPr/>
              </p14:nvContentPartPr>
              <p14:xfrm>
                <a:off x="2737337" y="2102912"/>
                <a:ext cx="33480" cy="227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FF6836E-0D53-06D3-E514-4CA0B1BD579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19697" y="2084912"/>
                  <a:ext cx="691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C0955E5-92F4-FEAA-41F8-DF7A52D3CCA9}"/>
                    </a:ext>
                  </a:extLst>
                </p14:cNvPr>
                <p14:cNvContentPartPr/>
                <p14:nvPr/>
              </p14:nvContentPartPr>
              <p14:xfrm>
                <a:off x="2731577" y="2048192"/>
                <a:ext cx="104400" cy="132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C0955E5-92F4-FEAA-41F8-DF7A52D3CCA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713937" y="2030192"/>
                  <a:ext cx="14004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644CDCB-C832-623F-F2D7-3403A5DC7AD5}"/>
              </a:ext>
            </a:extLst>
          </p:cNvPr>
          <p:cNvGrpSpPr/>
          <p:nvPr/>
        </p:nvGrpSpPr>
        <p:grpSpPr>
          <a:xfrm>
            <a:off x="3167537" y="1959272"/>
            <a:ext cx="538920" cy="198000"/>
            <a:chOff x="3167537" y="1959272"/>
            <a:chExt cx="53892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27ABF8A-E079-4C80-ACDD-85006E8E775C}"/>
                    </a:ext>
                  </a:extLst>
                </p14:cNvPr>
                <p14:cNvContentPartPr/>
                <p14:nvPr/>
              </p14:nvContentPartPr>
              <p14:xfrm>
                <a:off x="3195617" y="1959272"/>
                <a:ext cx="51480" cy="198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27ABF8A-E079-4C80-ACDD-85006E8E775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177617" y="1941632"/>
                  <a:ext cx="871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7C12728-CD7E-C172-A2DA-21CDF4CAA6C7}"/>
                    </a:ext>
                  </a:extLst>
                </p14:cNvPr>
                <p14:cNvContentPartPr/>
                <p14:nvPr/>
              </p14:nvContentPartPr>
              <p14:xfrm>
                <a:off x="3167537" y="1994912"/>
                <a:ext cx="387000" cy="142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7C12728-CD7E-C172-A2DA-21CDF4CAA6C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149537" y="1976912"/>
                  <a:ext cx="4226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4BF711B-6A0F-BF11-66A6-99D64889B4AF}"/>
                    </a:ext>
                  </a:extLst>
                </p14:cNvPr>
                <p14:cNvContentPartPr/>
                <p14:nvPr/>
              </p14:nvContentPartPr>
              <p14:xfrm>
                <a:off x="3622217" y="2004272"/>
                <a:ext cx="84240" cy="109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4BF711B-6A0F-BF11-66A6-99D64889B4A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604577" y="1986272"/>
                  <a:ext cx="11988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7C54D80-9BDD-2865-DBC0-5C6A5E704F7A}"/>
              </a:ext>
            </a:extLst>
          </p:cNvPr>
          <p:cNvGrpSpPr/>
          <p:nvPr/>
        </p:nvGrpSpPr>
        <p:grpSpPr>
          <a:xfrm>
            <a:off x="1511177" y="2628512"/>
            <a:ext cx="1421280" cy="276120"/>
            <a:chOff x="1511177" y="2628512"/>
            <a:chExt cx="1421280" cy="27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CA335B8-59A0-B932-454C-AE465F93204F}"/>
                    </a:ext>
                  </a:extLst>
                </p14:cNvPr>
                <p14:cNvContentPartPr/>
                <p14:nvPr/>
              </p14:nvContentPartPr>
              <p14:xfrm>
                <a:off x="1511177" y="2703392"/>
                <a:ext cx="91800" cy="201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CA335B8-59A0-B932-454C-AE465F93204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493537" y="2685392"/>
                  <a:ext cx="1274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4383D41-5D00-EF4D-A4EF-D5CA6446DE55}"/>
                    </a:ext>
                  </a:extLst>
                </p14:cNvPr>
                <p14:cNvContentPartPr/>
                <p14:nvPr/>
              </p14:nvContentPartPr>
              <p14:xfrm>
                <a:off x="1667777" y="2814272"/>
                <a:ext cx="78120" cy="75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4383D41-5D00-EF4D-A4EF-D5CA6446DE5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649777" y="2796632"/>
                  <a:ext cx="113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6A984D-B205-C626-54F0-12E7DC075CB0}"/>
                    </a:ext>
                  </a:extLst>
                </p14:cNvPr>
                <p14:cNvContentPartPr/>
                <p14:nvPr/>
              </p14:nvContentPartPr>
              <p14:xfrm>
                <a:off x="1810697" y="2793752"/>
                <a:ext cx="134280" cy="62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6A984D-B205-C626-54F0-12E7DC075CB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93057" y="2775752"/>
                  <a:ext cx="1699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E6CF59-0E7A-3C97-BF39-E27D563267FE}"/>
                    </a:ext>
                  </a:extLst>
                </p14:cNvPr>
                <p14:cNvContentPartPr/>
                <p14:nvPr/>
              </p14:nvContentPartPr>
              <p14:xfrm>
                <a:off x="2085377" y="2670632"/>
                <a:ext cx="38160" cy="1965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E6CF59-0E7A-3C97-BF39-E27D563267F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067377" y="2652992"/>
                  <a:ext cx="738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3D824CA-E4CD-5576-E5FB-D8695B5EC73D}"/>
                    </a:ext>
                  </a:extLst>
                </p14:cNvPr>
                <p14:cNvContentPartPr/>
                <p14:nvPr/>
              </p14:nvContentPartPr>
              <p14:xfrm>
                <a:off x="2065577" y="2762792"/>
                <a:ext cx="67320" cy="103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3D824CA-E4CD-5576-E5FB-D8695B5EC73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047937" y="2744792"/>
                  <a:ext cx="1029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81788E0-543B-23EF-569C-312985534A72}"/>
                    </a:ext>
                  </a:extLst>
                </p14:cNvPr>
                <p14:cNvContentPartPr/>
                <p14:nvPr/>
              </p14:nvContentPartPr>
              <p14:xfrm>
                <a:off x="2229017" y="2749472"/>
                <a:ext cx="120600" cy="921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81788E0-543B-23EF-569C-312985534A7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211017" y="2731472"/>
                  <a:ext cx="1562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CDFA35A-DBFD-C1EE-1D92-60F6C8FC3684}"/>
                    </a:ext>
                  </a:extLst>
                </p14:cNvPr>
                <p14:cNvContentPartPr/>
                <p14:nvPr/>
              </p14:nvContentPartPr>
              <p14:xfrm>
                <a:off x="2419097" y="2712032"/>
                <a:ext cx="93600" cy="165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CDFA35A-DBFD-C1EE-1D92-60F6C8FC368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401097" y="2694392"/>
                  <a:ext cx="129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A551CE3-5672-AF37-B3C8-CCA2C2672AC0}"/>
                    </a:ext>
                  </a:extLst>
                </p14:cNvPr>
                <p14:cNvContentPartPr/>
                <p14:nvPr/>
              </p14:nvContentPartPr>
              <p14:xfrm>
                <a:off x="2535017" y="2703032"/>
                <a:ext cx="21600" cy="561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A551CE3-5672-AF37-B3C8-CCA2C2672AC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517017" y="2685032"/>
                  <a:ext cx="57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43CC2D7-4AA2-C00F-1BFE-8E42C4405839}"/>
                    </a:ext>
                  </a:extLst>
                </p14:cNvPr>
                <p14:cNvContentPartPr/>
                <p14:nvPr/>
              </p14:nvContentPartPr>
              <p14:xfrm>
                <a:off x="2522057" y="2628512"/>
                <a:ext cx="14760" cy="14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43CC2D7-4AA2-C00F-1BFE-8E42C440583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504417" y="2610512"/>
                  <a:ext cx="504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02A1C85-C521-6D83-2695-84568D2D6DAA}"/>
                    </a:ext>
                  </a:extLst>
                </p14:cNvPr>
                <p14:cNvContentPartPr/>
                <p14:nvPr/>
              </p14:nvContentPartPr>
              <p14:xfrm>
                <a:off x="2646617" y="2700512"/>
                <a:ext cx="285840" cy="122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02A1C85-C521-6D83-2695-84568D2D6DA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628977" y="2682872"/>
                  <a:ext cx="321480" cy="158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23DC852-EC9E-C823-484A-184A07117046}"/>
              </a:ext>
            </a:extLst>
          </p:cNvPr>
          <p:cNvGrpSpPr/>
          <p:nvPr/>
        </p:nvGrpSpPr>
        <p:grpSpPr>
          <a:xfrm>
            <a:off x="3221177" y="2514752"/>
            <a:ext cx="1040760" cy="289440"/>
            <a:chOff x="3221177" y="2514752"/>
            <a:chExt cx="1040760" cy="28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64FB044-B4B5-419F-D5B2-4BE71D2F43DC}"/>
                    </a:ext>
                  </a:extLst>
                </p14:cNvPr>
                <p14:cNvContentPartPr/>
                <p14:nvPr/>
              </p14:nvContentPartPr>
              <p14:xfrm>
                <a:off x="3221177" y="2697992"/>
                <a:ext cx="237600" cy="106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64FB044-B4B5-419F-D5B2-4BE71D2F43D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03537" y="2680352"/>
                  <a:ext cx="27324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7E546F1-BDD1-9D00-892B-518E82E8996B}"/>
                    </a:ext>
                  </a:extLst>
                </p14:cNvPr>
                <p14:cNvContentPartPr/>
                <p14:nvPr/>
              </p14:nvContentPartPr>
              <p14:xfrm>
                <a:off x="3545177" y="2694752"/>
                <a:ext cx="130320" cy="100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7E546F1-BDD1-9D00-892B-518E82E8996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527537" y="2677112"/>
                  <a:ext cx="1659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BBFD27B-4033-CC5A-25CA-0706487555AE}"/>
                    </a:ext>
                  </a:extLst>
                </p14:cNvPr>
                <p14:cNvContentPartPr/>
                <p14:nvPr/>
              </p14:nvContentPartPr>
              <p14:xfrm>
                <a:off x="3720857" y="2579912"/>
                <a:ext cx="57960" cy="2048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BBFD27B-4033-CC5A-25CA-0706487555A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703217" y="2561912"/>
                  <a:ext cx="936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BBF1F96-62C4-900A-56A8-D84ACE86F80B}"/>
                    </a:ext>
                  </a:extLst>
                </p14:cNvPr>
                <p14:cNvContentPartPr/>
                <p14:nvPr/>
              </p14:nvContentPartPr>
              <p14:xfrm>
                <a:off x="3745337" y="2659832"/>
                <a:ext cx="67320" cy="464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BBF1F96-62C4-900A-56A8-D84ACE86F80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727697" y="2642192"/>
                  <a:ext cx="1029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6768C8-BAE6-8BEE-42FA-F4E69F7C9F12}"/>
                    </a:ext>
                  </a:extLst>
                </p14:cNvPr>
                <p14:cNvContentPartPr/>
                <p14:nvPr/>
              </p14:nvContentPartPr>
              <p14:xfrm>
                <a:off x="3888257" y="2682512"/>
                <a:ext cx="68400" cy="77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6768C8-BAE6-8BEE-42FA-F4E69F7C9F1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870257" y="2664872"/>
                  <a:ext cx="1040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680FFB2-8A68-E3E1-E1F7-2230B1D1B101}"/>
                    </a:ext>
                  </a:extLst>
                </p14:cNvPr>
                <p14:cNvContentPartPr/>
                <p14:nvPr/>
              </p14:nvContentPartPr>
              <p14:xfrm>
                <a:off x="4051697" y="2636792"/>
                <a:ext cx="44640" cy="835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680FFB2-8A68-E3E1-E1F7-2230B1D1B10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033697" y="2619152"/>
                  <a:ext cx="802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07C499A-7D49-EF95-ADF5-030084861649}"/>
                    </a:ext>
                  </a:extLst>
                </p14:cNvPr>
                <p14:cNvContentPartPr/>
                <p14:nvPr/>
              </p14:nvContentPartPr>
              <p14:xfrm>
                <a:off x="4065017" y="2514752"/>
                <a:ext cx="27360" cy="338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07C499A-7D49-EF95-ADF5-03008486164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047017" y="2497112"/>
                  <a:ext cx="6300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D425B82-3F73-4EC6-9E6A-36ED0D06EAE8}"/>
                    </a:ext>
                  </a:extLst>
                </p14:cNvPr>
                <p14:cNvContentPartPr/>
                <p14:nvPr/>
              </p14:nvContentPartPr>
              <p14:xfrm>
                <a:off x="4159697" y="2626352"/>
                <a:ext cx="74520" cy="72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D425B82-3F73-4EC6-9E6A-36ED0D06EAE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142057" y="2608712"/>
                  <a:ext cx="1101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60DC5AB-0D2E-8D59-652E-760E61597AF0}"/>
                    </a:ext>
                  </a:extLst>
                </p14:cNvPr>
                <p14:cNvContentPartPr/>
                <p14:nvPr/>
              </p14:nvContentPartPr>
              <p14:xfrm>
                <a:off x="4141697" y="2623112"/>
                <a:ext cx="120240" cy="1299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60DC5AB-0D2E-8D59-652E-760E61597AF0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4123697" y="2605472"/>
                  <a:ext cx="15588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198AE7B-06AD-C3B0-AD2F-46E3DDBD60B5}"/>
              </a:ext>
            </a:extLst>
          </p:cNvPr>
          <p:cNvGrpSpPr/>
          <p:nvPr/>
        </p:nvGrpSpPr>
        <p:grpSpPr>
          <a:xfrm>
            <a:off x="6194777" y="2418992"/>
            <a:ext cx="3769200" cy="2235960"/>
            <a:chOff x="6194777" y="2418992"/>
            <a:chExt cx="3769200" cy="223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CA1AC1C-BE2B-0325-A513-914FD1905F9D}"/>
                    </a:ext>
                  </a:extLst>
                </p14:cNvPr>
                <p14:cNvContentPartPr/>
                <p14:nvPr/>
              </p14:nvContentPartPr>
              <p14:xfrm>
                <a:off x="6194777" y="4359392"/>
                <a:ext cx="125640" cy="2955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CA1AC1C-BE2B-0325-A513-914FD1905F9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177137" y="4341752"/>
                  <a:ext cx="16128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8B52C39-09B2-1D36-BA59-70D74AEA6F13}"/>
                    </a:ext>
                  </a:extLst>
                </p14:cNvPr>
                <p14:cNvContentPartPr/>
                <p14:nvPr/>
              </p14:nvContentPartPr>
              <p14:xfrm>
                <a:off x="6201617" y="4569632"/>
                <a:ext cx="167400" cy="35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8B52C39-09B2-1D36-BA59-70D74AEA6F1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183977" y="4551632"/>
                  <a:ext cx="203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723A7BD-BD53-4DEA-EC01-EE6D82510AA5}"/>
                    </a:ext>
                  </a:extLst>
                </p14:cNvPr>
                <p14:cNvContentPartPr/>
                <p14:nvPr/>
              </p14:nvContentPartPr>
              <p14:xfrm>
                <a:off x="6649097" y="3021632"/>
                <a:ext cx="1837440" cy="1389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723A7BD-BD53-4DEA-EC01-EE6D82510AA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631457" y="3003632"/>
                  <a:ext cx="1873080" cy="14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130ED29-A05E-8555-EC1E-21B1C4B409AA}"/>
                    </a:ext>
                  </a:extLst>
                </p14:cNvPr>
                <p14:cNvContentPartPr/>
                <p14:nvPr/>
              </p14:nvContentPartPr>
              <p14:xfrm>
                <a:off x="8305457" y="2879792"/>
                <a:ext cx="179280" cy="338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130ED29-A05E-8555-EC1E-21B1C4B409A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287457" y="2862152"/>
                  <a:ext cx="2149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B70A8CF-0AC9-6F97-28B3-AB678F97C242}"/>
                    </a:ext>
                  </a:extLst>
                </p14:cNvPr>
                <p14:cNvContentPartPr/>
                <p14:nvPr/>
              </p14:nvContentPartPr>
              <p14:xfrm>
                <a:off x="8815577" y="2768912"/>
                <a:ext cx="150840" cy="262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B70A8CF-0AC9-6F97-28B3-AB678F97C24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797937" y="2751272"/>
                  <a:ext cx="18648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7D779A7-764A-E279-E612-D4580EC3ECF1}"/>
                    </a:ext>
                  </a:extLst>
                </p14:cNvPr>
                <p14:cNvContentPartPr/>
                <p14:nvPr/>
              </p14:nvContentPartPr>
              <p14:xfrm>
                <a:off x="9007817" y="2875112"/>
                <a:ext cx="115560" cy="96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7D779A7-764A-E279-E612-D4580EC3ECF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990177" y="2857472"/>
                  <a:ext cx="1512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2F61A2E-ED1E-4B16-F57D-A12B962C79A6}"/>
                    </a:ext>
                  </a:extLst>
                </p14:cNvPr>
                <p14:cNvContentPartPr/>
                <p14:nvPr/>
              </p14:nvContentPartPr>
              <p14:xfrm>
                <a:off x="9138497" y="2755592"/>
                <a:ext cx="114840" cy="1440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2F61A2E-ED1E-4B16-F57D-A12B962C79A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120857" y="2737952"/>
                  <a:ext cx="15048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EB14A2C-6430-266F-4CD8-515A2ABB8366}"/>
                    </a:ext>
                  </a:extLst>
                </p14:cNvPr>
                <p14:cNvContentPartPr/>
                <p14:nvPr/>
              </p14:nvContentPartPr>
              <p14:xfrm>
                <a:off x="9296897" y="2688992"/>
                <a:ext cx="102960" cy="142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EB14A2C-6430-266F-4CD8-515A2ABB836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278897" y="2670992"/>
                  <a:ext cx="138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16376FF-3A8E-72D5-6543-4499EFEDF73E}"/>
                    </a:ext>
                  </a:extLst>
                </p14:cNvPr>
                <p14:cNvContentPartPr/>
                <p14:nvPr/>
              </p14:nvContentPartPr>
              <p14:xfrm>
                <a:off x="9456737" y="2657672"/>
                <a:ext cx="115920" cy="1202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16376FF-3A8E-72D5-6543-4499EFEDF73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439097" y="2639672"/>
                  <a:ext cx="15156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01A9C73-D0B7-D800-5327-982F047139C6}"/>
                    </a:ext>
                  </a:extLst>
                </p14:cNvPr>
                <p14:cNvContentPartPr/>
                <p14:nvPr/>
              </p14:nvContentPartPr>
              <p14:xfrm>
                <a:off x="9661937" y="2418992"/>
                <a:ext cx="302040" cy="282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01A9C73-D0B7-D800-5327-982F047139C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644297" y="2400992"/>
                  <a:ext cx="33768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F0EF2E-B4ED-DA8F-F813-01329F4B7528}"/>
                    </a:ext>
                  </a:extLst>
                </p14:cNvPr>
                <p14:cNvContentPartPr/>
                <p14:nvPr/>
              </p14:nvContentPartPr>
              <p14:xfrm>
                <a:off x="9772097" y="2450312"/>
                <a:ext cx="189360" cy="122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F0EF2E-B4ED-DA8F-F813-01329F4B752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754457" y="2432672"/>
                  <a:ext cx="225000" cy="157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647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D8342-F5C3-F270-B1F2-1BE7FCF60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F211300C-523C-3B30-6059-EEF1BFC0BB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9110" y="1340596"/>
            <a:ext cx="614635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F57424-9B4F-DFD5-025E-9EC5F123C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5C3A859-95A1-8A34-8946-5F3F18F45A55}"/>
                  </a:ext>
                </a:extLst>
              </p14:cNvPr>
              <p14:cNvContentPartPr/>
              <p14:nvPr/>
            </p14:nvContentPartPr>
            <p14:xfrm>
              <a:off x="3904817" y="3890647"/>
              <a:ext cx="672840" cy="589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5C3A859-95A1-8A34-8946-5F3F18F45A5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98697" y="3884527"/>
                <a:ext cx="685080" cy="60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6BE35F7-CAB5-1F55-1990-0212F4FA698A}"/>
              </a:ext>
            </a:extLst>
          </p:cNvPr>
          <p:cNvGrpSpPr/>
          <p:nvPr/>
        </p:nvGrpSpPr>
        <p:grpSpPr>
          <a:xfrm>
            <a:off x="6576017" y="3360727"/>
            <a:ext cx="1026720" cy="934920"/>
            <a:chOff x="6576017" y="3360727"/>
            <a:chExt cx="1026720" cy="93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6733FBB-18A0-A0EB-6157-8E5D693D1E32}"/>
                    </a:ext>
                  </a:extLst>
                </p14:cNvPr>
                <p14:cNvContentPartPr/>
                <p14:nvPr/>
              </p14:nvContentPartPr>
              <p14:xfrm>
                <a:off x="6576017" y="3360727"/>
                <a:ext cx="1026720" cy="807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6733FBB-18A0-A0EB-6157-8E5D693D1E3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69897" y="3354607"/>
                  <a:ext cx="103896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600C9-B42A-84B0-0D5A-1AF1E4146760}"/>
                    </a:ext>
                  </a:extLst>
                </p14:cNvPr>
                <p14:cNvContentPartPr/>
                <p14:nvPr/>
              </p14:nvContentPartPr>
              <p14:xfrm>
                <a:off x="6741977" y="4159927"/>
                <a:ext cx="180360" cy="57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600C9-B42A-84B0-0D5A-1AF1E414676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35857" y="4153807"/>
                  <a:ext cx="1926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1E11B41-6E8E-E049-F904-784D6E7207F6}"/>
                    </a:ext>
                  </a:extLst>
                </p14:cNvPr>
                <p14:cNvContentPartPr/>
                <p14:nvPr/>
              </p14:nvContentPartPr>
              <p14:xfrm>
                <a:off x="6849617" y="4125007"/>
                <a:ext cx="148680" cy="170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1E11B41-6E8E-E049-F904-784D6E7207F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43497" y="4118887"/>
                  <a:ext cx="1609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E34605-8CE4-E4B8-E7A0-449AD85F1065}"/>
                    </a:ext>
                  </a:extLst>
                </p14:cNvPr>
                <p14:cNvContentPartPr/>
                <p14:nvPr/>
              </p14:nvContentPartPr>
              <p14:xfrm>
                <a:off x="7279097" y="4173967"/>
                <a:ext cx="274680" cy="32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E34605-8CE4-E4B8-E7A0-449AD85F106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272977" y="4167847"/>
                  <a:ext cx="2869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A6EBF10-8AC0-07D4-BE52-AF0BE5DD2BD7}"/>
                    </a:ext>
                  </a:extLst>
                </p14:cNvPr>
                <p14:cNvContentPartPr/>
                <p14:nvPr/>
              </p14:nvContentPartPr>
              <p14:xfrm>
                <a:off x="7265057" y="4077487"/>
                <a:ext cx="170280" cy="187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A6EBF10-8AC0-07D4-BE52-AF0BE5DD2BD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58937" y="4071367"/>
                  <a:ext cx="18252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8BF598B-07B5-B46C-320D-EE982175F572}"/>
              </a:ext>
            </a:extLst>
          </p:cNvPr>
          <p:cNvGrpSpPr/>
          <p:nvPr/>
        </p:nvGrpSpPr>
        <p:grpSpPr>
          <a:xfrm>
            <a:off x="7282697" y="2449232"/>
            <a:ext cx="3435840" cy="1793160"/>
            <a:chOff x="7282697" y="2449232"/>
            <a:chExt cx="3435840" cy="179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71E3EF4-96FA-7483-9712-E5376717FACC}"/>
                    </a:ext>
                  </a:extLst>
                </p14:cNvPr>
                <p14:cNvContentPartPr/>
                <p14:nvPr/>
              </p14:nvContentPartPr>
              <p14:xfrm>
                <a:off x="7282697" y="2797712"/>
                <a:ext cx="1617480" cy="1444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71E3EF4-96FA-7483-9712-E5376717FAC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65057" y="2779712"/>
                  <a:ext cx="1653120" cy="148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837AB6B-1695-01CF-DCA4-7458DCACEA79}"/>
                    </a:ext>
                  </a:extLst>
                </p14:cNvPr>
                <p14:cNvContentPartPr/>
                <p14:nvPr/>
              </p14:nvContentPartPr>
              <p14:xfrm>
                <a:off x="8795417" y="2699792"/>
                <a:ext cx="195120" cy="216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837AB6B-1695-01CF-DCA4-7458DCACEA7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777417" y="2682152"/>
                  <a:ext cx="2307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22DFA6-EF2E-B4D3-17B2-CED26EBAAC05}"/>
                    </a:ext>
                  </a:extLst>
                </p14:cNvPr>
                <p14:cNvContentPartPr/>
                <p14:nvPr/>
              </p14:nvContentPartPr>
              <p14:xfrm>
                <a:off x="9183857" y="2714192"/>
                <a:ext cx="22320" cy="138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22DFA6-EF2E-B4D3-17B2-CED26EBAAC0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165857" y="2696192"/>
                  <a:ext cx="579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CADF6A1-5F44-01A7-C8C7-6EC7C90A8992}"/>
                    </a:ext>
                  </a:extLst>
                </p14:cNvPr>
                <p14:cNvContentPartPr/>
                <p14:nvPr/>
              </p14:nvContentPartPr>
              <p14:xfrm>
                <a:off x="9170537" y="2593592"/>
                <a:ext cx="21240" cy="22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CADF6A1-5F44-01A7-C8C7-6EC7C90A899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152537" y="2575592"/>
                  <a:ext cx="5688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EC2FFFD-B9EA-DDB7-FF7C-038C0BEC25FA}"/>
                    </a:ext>
                  </a:extLst>
                </p14:cNvPr>
                <p14:cNvContentPartPr/>
                <p14:nvPr/>
              </p14:nvContentPartPr>
              <p14:xfrm>
                <a:off x="9320657" y="2709152"/>
                <a:ext cx="84960" cy="73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EC2FFFD-B9EA-DDB7-FF7C-038C0BEC25F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302657" y="2691152"/>
                  <a:ext cx="1206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7B7745E-FAE3-08E4-CC07-8007843F84B7}"/>
                    </a:ext>
                  </a:extLst>
                </p14:cNvPr>
                <p14:cNvContentPartPr/>
                <p14:nvPr/>
              </p14:nvContentPartPr>
              <p14:xfrm>
                <a:off x="9559337" y="2676392"/>
                <a:ext cx="94320" cy="129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7B7745E-FAE3-08E4-CC07-8007843F84B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541697" y="2658752"/>
                  <a:ext cx="1299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D902825-ADE2-172B-E5F8-7A02E0AA8F03}"/>
                    </a:ext>
                  </a:extLst>
                </p14:cNvPr>
                <p14:cNvContentPartPr/>
                <p14:nvPr/>
              </p14:nvContentPartPr>
              <p14:xfrm>
                <a:off x="9707297" y="2650832"/>
                <a:ext cx="138960" cy="84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D902825-ADE2-172B-E5F8-7A02E0AA8F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689297" y="2632832"/>
                  <a:ext cx="1746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705EA2D-8413-1418-A5F0-45D744B62BC4}"/>
                    </a:ext>
                  </a:extLst>
                </p14:cNvPr>
                <p14:cNvContentPartPr/>
                <p14:nvPr/>
              </p14:nvContentPartPr>
              <p14:xfrm>
                <a:off x="9852737" y="2585312"/>
                <a:ext cx="90720" cy="119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705EA2D-8413-1418-A5F0-45D744B62BC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35097" y="2567312"/>
                  <a:ext cx="1263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B38AA4-06E7-5FE8-679A-69EFEC483ABF}"/>
                    </a:ext>
                  </a:extLst>
                </p14:cNvPr>
                <p14:cNvContentPartPr/>
                <p14:nvPr/>
              </p14:nvContentPartPr>
              <p14:xfrm>
                <a:off x="9987017" y="2587832"/>
                <a:ext cx="101880" cy="104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B38AA4-06E7-5FE8-679A-69EFEC483AB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69377" y="2569832"/>
                  <a:ext cx="1375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57E2FF5-89E7-B345-E668-D6F65CBD12FD}"/>
                    </a:ext>
                  </a:extLst>
                </p14:cNvPr>
                <p14:cNvContentPartPr/>
                <p14:nvPr/>
              </p14:nvContentPartPr>
              <p14:xfrm>
                <a:off x="10180337" y="2592872"/>
                <a:ext cx="64440" cy="92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57E2FF5-89E7-B345-E668-D6F65CBD12F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162697" y="2575232"/>
                  <a:ext cx="1000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F19962E-3824-46FB-5296-C2BC25BDB8A9}"/>
                    </a:ext>
                  </a:extLst>
                </p14:cNvPr>
                <p14:cNvContentPartPr/>
                <p14:nvPr/>
              </p14:nvContentPartPr>
              <p14:xfrm>
                <a:off x="10352417" y="2568392"/>
                <a:ext cx="65520" cy="102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F19962E-3824-46FB-5296-C2BC25BDB8A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34777" y="2550752"/>
                  <a:ext cx="1011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6EFBB9B-9B63-8C88-50FC-355438A401C7}"/>
                    </a:ext>
                  </a:extLst>
                </p14:cNvPr>
                <p14:cNvContentPartPr/>
                <p14:nvPr/>
              </p14:nvContentPartPr>
              <p14:xfrm>
                <a:off x="10462577" y="2449232"/>
                <a:ext cx="84240" cy="214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6EFBB9B-9B63-8C88-50FC-355438A401C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444937" y="2431232"/>
                  <a:ext cx="119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821D69F-B0A4-806A-AE13-940D28280616}"/>
                    </a:ext>
                  </a:extLst>
                </p14:cNvPr>
                <p14:cNvContentPartPr/>
                <p14:nvPr/>
              </p14:nvContentPartPr>
              <p14:xfrm>
                <a:off x="10455017" y="2517272"/>
                <a:ext cx="127440" cy="29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821D69F-B0A4-806A-AE13-940D2828061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437017" y="2499632"/>
                  <a:ext cx="16308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022642F-4972-C42C-F7BD-ECF9A614E34D}"/>
                    </a:ext>
                  </a:extLst>
                </p14:cNvPr>
                <p14:cNvContentPartPr/>
                <p14:nvPr/>
              </p14:nvContentPartPr>
              <p14:xfrm>
                <a:off x="10711337" y="2563352"/>
                <a:ext cx="7200" cy="20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022642F-4972-C42C-F7BD-ECF9A614E34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693337" y="2545712"/>
                  <a:ext cx="42840" cy="5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6785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B4C69-397C-12A6-5661-183CFBCF7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diagram of a model&#10;&#10;Description automatically generated">
            <a:extLst>
              <a:ext uri="{FF2B5EF4-FFF2-40B4-BE49-F238E27FC236}">
                <a16:creationId xmlns:a16="http://schemas.microsoft.com/office/drawing/2014/main" id="{3ADB4485-FD02-0D90-41EF-3D1882C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311" y="1253331"/>
            <a:ext cx="613815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1E64E-1839-BA52-BC5A-449E1BE753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481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411B2-AD63-5E72-9A1E-B2E4D4164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in classification</a:t>
            </a:r>
          </a:p>
        </p:txBody>
      </p:sp>
      <p:pic>
        <p:nvPicPr>
          <p:cNvPr id="6" name="Content Placeholder 5" descr="A screenshot of a diagram&#10;&#10;Description automatically generated">
            <a:extLst>
              <a:ext uri="{FF2B5EF4-FFF2-40B4-BE49-F238E27FC236}">
                <a16:creationId xmlns:a16="http://schemas.microsoft.com/office/drawing/2014/main" id="{6F3D2F16-CA3A-4B8C-D313-EDB5AFDA4B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280" y="1253331"/>
            <a:ext cx="6116609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FB2A2-D232-CFC0-64CD-1A9C567F47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29C4DB-9EDF-887E-01B0-F60674E7FC70}"/>
              </a:ext>
            </a:extLst>
          </p:cNvPr>
          <p:cNvGrpSpPr/>
          <p:nvPr/>
        </p:nvGrpSpPr>
        <p:grpSpPr>
          <a:xfrm>
            <a:off x="4647137" y="3416552"/>
            <a:ext cx="4493520" cy="2458080"/>
            <a:chOff x="4647137" y="3416552"/>
            <a:chExt cx="4493520" cy="245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30455EF-3E7F-D7F8-5BC2-143F0F01CE64}"/>
                    </a:ext>
                  </a:extLst>
                </p14:cNvPr>
                <p14:cNvContentPartPr/>
                <p14:nvPr/>
              </p14:nvContentPartPr>
              <p14:xfrm>
                <a:off x="4647137" y="3416552"/>
                <a:ext cx="430560" cy="411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30455EF-3E7F-D7F8-5BC2-143F0F01CE6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629137" y="3398552"/>
                  <a:ext cx="46620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EF62528-EE79-49E8-7664-CF63B47E6FF5}"/>
                    </a:ext>
                  </a:extLst>
                </p14:cNvPr>
                <p14:cNvContentPartPr/>
                <p14:nvPr/>
              </p14:nvContentPartPr>
              <p14:xfrm>
                <a:off x="4673777" y="3851792"/>
                <a:ext cx="4178520" cy="2022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EF62528-EE79-49E8-7664-CF63B47E6F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655777" y="3834152"/>
                  <a:ext cx="4214160" cy="20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33EE673-8999-ACBD-B3FB-B71A69CA4193}"/>
                    </a:ext>
                  </a:extLst>
                </p14:cNvPr>
                <p14:cNvContentPartPr/>
                <p14:nvPr/>
              </p14:nvContentPartPr>
              <p14:xfrm>
                <a:off x="4928297" y="3465512"/>
                <a:ext cx="4212360" cy="2370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33EE673-8999-ACBD-B3FB-B71A69CA419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10297" y="3447512"/>
                  <a:ext cx="4248000" cy="240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6A87225-5759-4E16-2DBC-F3E65F26D508}"/>
              </a:ext>
            </a:extLst>
          </p:cNvPr>
          <p:cNvGrpSpPr/>
          <p:nvPr/>
        </p:nvGrpSpPr>
        <p:grpSpPr>
          <a:xfrm>
            <a:off x="9419297" y="5424992"/>
            <a:ext cx="1070280" cy="328320"/>
            <a:chOff x="9419297" y="5424992"/>
            <a:chExt cx="107028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AFD01A4-3C24-036C-AB67-69BF632D467F}"/>
                    </a:ext>
                  </a:extLst>
                </p14:cNvPr>
                <p14:cNvContentPartPr/>
                <p14:nvPr/>
              </p14:nvContentPartPr>
              <p14:xfrm>
                <a:off x="9419297" y="5471072"/>
                <a:ext cx="168120" cy="282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AFD01A4-3C24-036C-AB67-69BF632D467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401657" y="5453432"/>
                  <a:ext cx="2037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2193B4-B9FE-058A-0A79-89D4A02535DA}"/>
                    </a:ext>
                  </a:extLst>
                </p14:cNvPr>
                <p14:cNvContentPartPr/>
                <p14:nvPr/>
              </p14:nvContentPartPr>
              <p14:xfrm>
                <a:off x="9659777" y="5617592"/>
                <a:ext cx="93240" cy="1252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2193B4-B9FE-058A-0A79-89D4A02535D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641777" y="5599592"/>
                  <a:ext cx="1288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74D25C1-C1EA-35AF-E618-A297CBE810A8}"/>
                    </a:ext>
                  </a:extLst>
                </p14:cNvPr>
                <p14:cNvContentPartPr/>
                <p14:nvPr/>
              </p14:nvContentPartPr>
              <p14:xfrm>
                <a:off x="9823937" y="5607152"/>
                <a:ext cx="50400" cy="1144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74D25C1-C1EA-35AF-E618-A297CBE810A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805937" y="5589152"/>
                  <a:ext cx="860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984E90-A025-89AD-9230-E464BC8C9EBD}"/>
                    </a:ext>
                  </a:extLst>
                </p14:cNvPr>
                <p14:cNvContentPartPr/>
                <p14:nvPr/>
              </p14:nvContentPartPr>
              <p14:xfrm>
                <a:off x="9943457" y="5573672"/>
                <a:ext cx="83880" cy="124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984E90-A025-89AD-9230-E464BC8C9E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925457" y="5555672"/>
                  <a:ext cx="11952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6746244-09EF-5428-BD0F-4295833739E1}"/>
                    </a:ext>
                  </a:extLst>
                </p14:cNvPr>
                <p14:cNvContentPartPr/>
                <p14:nvPr/>
              </p14:nvContentPartPr>
              <p14:xfrm>
                <a:off x="10133897" y="5565752"/>
                <a:ext cx="30600" cy="87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6746244-09EF-5428-BD0F-4295833739E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116257" y="5547752"/>
                  <a:ext cx="662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F31F70-4A53-A6BC-5EB3-2FF557DC5EE3}"/>
                    </a:ext>
                  </a:extLst>
                </p14:cNvPr>
                <p14:cNvContentPartPr/>
                <p14:nvPr/>
              </p14:nvContentPartPr>
              <p14:xfrm>
                <a:off x="10284377" y="5566112"/>
                <a:ext cx="74880" cy="138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F31F70-4A53-A6BC-5EB3-2FF557DC5EE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266377" y="5548472"/>
                  <a:ext cx="110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41246B0-B5DC-3BA9-627E-273135B0B1B1}"/>
                    </a:ext>
                  </a:extLst>
                </p14:cNvPr>
                <p14:cNvContentPartPr/>
                <p14:nvPr/>
              </p14:nvContentPartPr>
              <p14:xfrm>
                <a:off x="10401377" y="5424992"/>
                <a:ext cx="63360" cy="238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41246B0-B5DC-3BA9-627E-273135B0B1B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383377" y="5407352"/>
                  <a:ext cx="9900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20C765A-1E64-3860-30A0-60B586B184E5}"/>
                    </a:ext>
                  </a:extLst>
                </p14:cNvPr>
                <p14:cNvContentPartPr/>
                <p14:nvPr/>
              </p14:nvContentPartPr>
              <p14:xfrm>
                <a:off x="10350617" y="5539832"/>
                <a:ext cx="138960" cy="59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20C765A-1E64-3860-30A0-60B586B184E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332617" y="5521832"/>
                  <a:ext cx="174600" cy="9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C641BA-0DFF-E174-2078-52ECA4A8319B}"/>
              </a:ext>
            </a:extLst>
          </p:cNvPr>
          <p:cNvGrpSpPr/>
          <p:nvPr/>
        </p:nvGrpSpPr>
        <p:grpSpPr>
          <a:xfrm>
            <a:off x="4684217" y="2568032"/>
            <a:ext cx="4742640" cy="3755520"/>
            <a:chOff x="4684217" y="2568032"/>
            <a:chExt cx="4742640" cy="375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202C1F4-1FFF-2CED-E64E-439D70DD6B81}"/>
                    </a:ext>
                  </a:extLst>
                </p14:cNvPr>
                <p14:cNvContentPartPr/>
                <p14:nvPr/>
              </p14:nvContentPartPr>
              <p14:xfrm>
                <a:off x="5761337" y="3164552"/>
                <a:ext cx="419400" cy="419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02C1F4-1FFF-2CED-E64E-439D70DD6B8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743697" y="3146912"/>
                  <a:ext cx="455040" cy="45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93F4405-29D7-0E20-2535-11467FE3ED61}"/>
                    </a:ext>
                  </a:extLst>
                </p14:cNvPr>
                <p14:cNvContentPartPr/>
                <p14:nvPr/>
              </p14:nvContentPartPr>
              <p14:xfrm>
                <a:off x="5720297" y="2568032"/>
                <a:ext cx="3706560" cy="2486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93F4405-29D7-0E20-2535-11467FE3ED6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702297" y="2550032"/>
                  <a:ext cx="3742200" cy="25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9C0499A-A5C3-C994-EBE1-360E69150734}"/>
                    </a:ext>
                  </a:extLst>
                </p14:cNvPr>
                <p14:cNvContentPartPr/>
                <p14:nvPr/>
              </p14:nvContentPartPr>
              <p14:xfrm>
                <a:off x="6163457" y="2569832"/>
                <a:ext cx="689400" cy="642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9C0499A-A5C3-C994-EBE1-360E6915073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145457" y="2552192"/>
                  <a:ext cx="725040" cy="67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1FFE2E4-4B3F-856B-7F45-0919E9BC9F01}"/>
                    </a:ext>
                  </a:extLst>
                </p14:cNvPr>
                <p14:cNvContentPartPr/>
                <p14:nvPr/>
              </p14:nvContentPartPr>
              <p14:xfrm>
                <a:off x="4791137" y="4279112"/>
                <a:ext cx="499680" cy="760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1FFE2E4-4B3F-856B-7F45-0919E9BC9F0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773137" y="4261112"/>
                  <a:ext cx="535320" cy="79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30CAE90-1D73-2CE4-06F8-2C52D654E938}"/>
                    </a:ext>
                  </a:extLst>
                </p14:cNvPr>
                <p14:cNvContentPartPr/>
                <p14:nvPr/>
              </p14:nvContentPartPr>
              <p14:xfrm>
                <a:off x="5315657" y="4365152"/>
                <a:ext cx="2643480" cy="1166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30CAE90-1D73-2CE4-06F8-2C52D654E93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297657" y="4347152"/>
                  <a:ext cx="2679120" cy="12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0983656-D7F8-E41D-BAE8-07DAEAB6873B}"/>
                    </a:ext>
                  </a:extLst>
                </p14:cNvPr>
                <p14:cNvContentPartPr/>
                <p14:nvPr/>
              </p14:nvContentPartPr>
              <p14:xfrm>
                <a:off x="4684217" y="4992272"/>
                <a:ext cx="3364920" cy="1331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0983656-D7F8-E41D-BAE8-07DAEAB6873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666577" y="4974272"/>
                  <a:ext cx="3400560" cy="136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5A935BD-4E8D-0F1B-5C22-FE0D8587E022}"/>
              </a:ext>
            </a:extLst>
          </p:cNvPr>
          <p:cNvGrpSpPr/>
          <p:nvPr/>
        </p:nvGrpSpPr>
        <p:grpSpPr>
          <a:xfrm>
            <a:off x="8361257" y="2403872"/>
            <a:ext cx="2121840" cy="843840"/>
            <a:chOff x="8361257" y="2403872"/>
            <a:chExt cx="2121840" cy="84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78E26C-F777-AE00-7F76-F30C5794AC1E}"/>
                    </a:ext>
                  </a:extLst>
                </p14:cNvPr>
                <p14:cNvContentPartPr/>
                <p14:nvPr/>
              </p14:nvContentPartPr>
              <p14:xfrm>
                <a:off x="8361257" y="2832632"/>
                <a:ext cx="503640" cy="415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78E26C-F777-AE00-7F76-F30C5794AC1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343257" y="2814632"/>
                  <a:ext cx="53928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8E40ED0-DB1A-A8F3-9BE1-3E4C98BD7CBB}"/>
                    </a:ext>
                  </a:extLst>
                </p14:cNvPr>
                <p14:cNvContentPartPr/>
                <p14:nvPr/>
              </p14:nvContentPartPr>
              <p14:xfrm>
                <a:off x="8954897" y="2760632"/>
                <a:ext cx="41760" cy="156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8E40ED0-DB1A-A8F3-9BE1-3E4C98BD7CB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37257" y="2742632"/>
                  <a:ext cx="77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39DE4E7-6AF5-AD8F-3C69-EBF475941BB1}"/>
                    </a:ext>
                  </a:extLst>
                </p14:cNvPr>
                <p14:cNvContentPartPr/>
                <p14:nvPr/>
              </p14:nvContentPartPr>
              <p14:xfrm>
                <a:off x="8949857" y="2659472"/>
                <a:ext cx="19080" cy="52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39DE4E7-6AF5-AD8F-3C69-EBF475941B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932217" y="2641472"/>
                  <a:ext cx="547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28823EB-02FF-B519-D0CD-45F6B32847C7}"/>
                    </a:ext>
                  </a:extLst>
                </p14:cNvPr>
                <p14:cNvContentPartPr/>
                <p14:nvPr/>
              </p14:nvContentPartPr>
              <p14:xfrm>
                <a:off x="9061817" y="2741912"/>
                <a:ext cx="135360" cy="124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28823EB-02FF-B519-D0CD-45F6B32847C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043817" y="2724272"/>
                  <a:ext cx="171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1D436C6-A1D5-34CD-FA1A-CE80A2EC16F9}"/>
                    </a:ext>
                  </a:extLst>
                </p14:cNvPr>
                <p14:cNvContentPartPr/>
                <p14:nvPr/>
              </p14:nvContentPartPr>
              <p14:xfrm>
                <a:off x="9345497" y="2687912"/>
                <a:ext cx="64440" cy="75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1D436C6-A1D5-34CD-FA1A-CE80A2EC16F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327497" y="2670272"/>
                  <a:ext cx="100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5D15A94-2A58-1CA9-815E-80B0A72BC715}"/>
                    </a:ext>
                  </a:extLst>
                </p14:cNvPr>
                <p14:cNvContentPartPr/>
                <p14:nvPr/>
              </p14:nvContentPartPr>
              <p14:xfrm>
                <a:off x="9515057" y="2637872"/>
                <a:ext cx="83160" cy="103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5D15A94-2A58-1CA9-815E-80B0A72BC71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497417" y="2620232"/>
                  <a:ext cx="1188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F121D49-1C90-91F1-7E36-38A15EB83FEB}"/>
                    </a:ext>
                  </a:extLst>
                </p14:cNvPr>
                <p14:cNvContentPartPr/>
                <p14:nvPr/>
              </p14:nvContentPartPr>
              <p14:xfrm>
                <a:off x="9611177" y="2619152"/>
                <a:ext cx="74160" cy="80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F121D49-1C90-91F1-7E36-38A15EB83FE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593537" y="2601152"/>
                  <a:ext cx="1098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7C88E1B-2694-95BE-F021-B74B8469733E}"/>
                    </a:ext>
                  </a:extLst>
                </p14:cNvPr>
                <p14:cNvContentPartPr/>
                <p14:nvPr/>
              </p14:nvContentPartPr>
              <p14:xfrm>
                <a:off x="9797297" y="2571272"/>
                <a:ext cx="84960" cy="123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7C88E1B-2694-95BE-F021-B74B8469733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779297" y="2553632"/>
                  <a:ext cx="1206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00B7BD3-B687-98FD-FB71-DC2F1EAF05C7}"/>
                    </a:ext>
                  </a:extLst>
                </p14:cNvPr>
                <p14:cNvContentPartPr/>
                <p14:nvPr/>
              </p14:nvContentPartPr>
              <p14:xfrm>
                <a:off x="9960737" y="2575592"/>
                <a:ext cx="52920" cy="90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00B7BD3-B687-98FD-FB71-DC2F1EAF05C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943097" y="2557592"/>
                  <a:ext cx="885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F89C425-2DD3-8436-46D0-9B59E0CECBA8}"/>
                    </a:ext>
                  </a:extLst>
                </p14:cNvPr>
                <p14:cNvContentPartPr/>
                <p14:nvPr/>
              </p14:nvContentPartPr>
              <p14:xfrm>
                <a:off x="10144337" y="2403872"/>
                <a:ext cx="164520" cy="255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F89C425-2DD3-8436-46D0-9B59E0CECBA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126697" y="2385872"/>
                  <a:ext cx="2001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B140FEB-9CB7-405B-41C8-54E0DE56BDED}"/>
                    </a:ext>
                  </a:extLst>
                </p14:cNvPr>
                <p14:cNvContentPartPr/>
                <p14:nvPr/>
              </p14:nvContentPartPr>
              <p14:xfrm>
                <a:off x="10260257" y="2467232"/>
                <a:ext cx="62280" cy="77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B140FEB-9CB7-405B-41C8-54E0DE56BDE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242617" y="2449232"/>
                  <a:ext cx="979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B06A0D7-EEC2-F410-3D3A-2A9D06965B8F}"/>
                    </a:ext>
                  </a:extLst>
                </p14:cNvPr>
                <p14:cNvContentPartPr/>
                <p14:nvPr/>
              </p14:nvContentPartPr>
              <p14:xfrm>
                <a:off x="10479137" y="2479472"/>
                <a:ext cx="3960" cy="216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B06A0D7-EEC2-F410-3D3A-2A9D06965B8F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461137" y="2461472"/>
                  <a:ext cx="39600" cy="5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1732B75-156B-057F-1C4D-311C1F59BAAC}"/>
              </a:ext>
            </a:extLst>
          </p:cNvPr>
          <p:cNvGrpSpPr/>
          <p:nvPr/>
        </p:nvGrpSpPr>
        <p:grpSpPr>
          <a:xfrm>
            <a:off x="975857" y="724832"/>
            <a:ext cx="3133080" cy="2226600"/>
            <a:chOff x="975857" y="724832"/>
            <a:chExt cx="3133080" cy="222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B799CD7-40C9-335F-B5EC-267C656E0F86}"/>
                    </a:ext>
                  </a:extLst>
                </p14:cNvPr>
                <p14:cNvContentPartPr/>
                <p14:nvPr/>
              </p14:nvContentPartPr>
              <p14:xfrm>
                <a:off x="1024457" y="1779992"/>
                <a:ext cx="50760" cy="1171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B799CD7-40C9-335F-B5EC-267C656E0F86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06457" y="1761992"/>
                  <a:ext cx="86400" cy="12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005BC44-3799-7AD6-CAFC-0A4B997AC054}"/>
                    </a:ext>
                  </a:extLst>
                </p14:cNvPr>
                <p14:cNvContentPartPr/>
                <p14:nvPr/>
              </p14:nvContentPartPr>
              <p14:xfrm>
                <a:off x="975857" y="1692872"/>
                <a:ext cx="1469520" cy="60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005BC44-3799-7AD6-CAFC-0A4B997AC05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7857" y="1675232"/>
                  <a:ext cx="1505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7E88D67-CFE6-6394-B7F2-8310B45638E1}"/>
                    </a:ext>
                  </a:extLst>
                </p14:cNvPr>
                <p14:cNvContentPartPr/>
                <p14:nvPr/>
              </p14:nvContentPartPr>
              <p14:xfrm>
                <a:off x="1186097" y="1800872"/>
                <a:ext cx="1330920" cy="1119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7E88D67-CFE6-6394-B7F2-8310B45638E1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68097" y="1783232"/>
                  <a:ext cx="1366560" cy="11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F1340DC-2170-98F9-1895-73D1694D7D5A}"/>
                    </a:ext>
                  </a:extLst>
                </p14:cNvPr>
                <p14:cNvContentPartPr/>
                <p14:nvPr/>
              </p14:nvContentPartPr>
              <p14:xfrm>
                <a:off x="1062617" y="1769912"/>
                <a:ext cx="1326960" cy="964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F1340DC-2170-98F9-1895-73D1694D7D5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44977" y="1752272"/>
                  <a:ext cx="1362600" cy="10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488975-DD79-1D24-053B-29DD765C6B40}"/>
                    </a:ext>
                  </a:extLst>
                </p14:cNvPr>
                <p14:cNvContentPartPr/>
                <p14:nvPr/>
              </p14:nvContentPartPr>
              <p14:xfrm>
                <a:off x="2162057" y="2528072"/>
                <a:ext cx="228240" cy="2174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488975-DD79-1D24-053B-29DD765C6B4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144417" y="2510432"/>
                  <a:ext cx="2638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018E447-6C48-D434-8FA1-728BA9DB8FD4}"/>
                    </a:ext>
                  </a:extLst>
                </p14:cNvPr>
                <p14:cNvContentPartPr/>
                <p14:nvPr/>
              </p14:nvContentPartPr>
              <p14:xfrm>
                <a:off x="1086017" y="1790432"/>
                <a:ext cx="274680" cy="207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018E447-6C48-D434-8FA1-728BA9DB8FD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68017" y="1772432"/>
                  <a:ext cx="3103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0B3354E-CA1E-7CC8-AB2E-5DAF0B5316A1}"/>
                    </a:ext>
                  </a:extLst>
                </p14:cNvPr>
                <p14:cNvContentPartPr/>
                <p14:nvPr/>
              </p14:nvContentPartPr>
              <p14:xfrm>
                <a:off x="1687577" y="1287152"/>
                <a:ext cx="538560" cy="8236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0B3354E-CA1E-7CC8-AB2E-5DAF0B5316A1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669577" y="1269152"/>
                  <a:ext cx="57420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D57B268-A818-A303-F7F9-5F159114E71F}"/>
                    </a:ext>
                  </a:extLst>
                </p14:cNvPr>
                <p14:cNvContentPartPr/>
                <p14:nvPr/>
              </p14:nvContentPartPr>
              <p14:xfrm>
                <a:off x="2015537" y="1245752"/>
                <a:ext cx="185400" cy="150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D57B268-A818-A303-F7F9-5F159114E71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997897" y="1227752"/>
                  <a:ext cx="221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A6FD574-7AD0-1260-5A84-18F0623A91AB}"/>
                    </a:ext>
                  </a:extLst>
                </p14:cNvPr>
                <p14:cNvContentPartPr/>
                <p14:nvPr/>
              </p14:nvContentPartPr>
              <p14:xfrm>
                <a:off x="2385977" y="893312"/>
                <a:ext cx="166320" cy="176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A6FD574-7AD0-1260-5A84-18F0623A91A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68337" y="875672"/>
                  <a:ext cx="2019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4AA5891-6ED9-0221-2964-898D56DAC0AD}"/>
                    </a:ext>
                  </a:extLst>
                </p14:cNvPr>
                <p14:cNvContentPartPr/>
                <p14:nvPr/>
              </p14:nvContentPartPr>
              <p14:xfrm>
                <a:off x="2611697" y="945152"/>
                <a:ext cx="24840" cy="84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4AA5891-6ED9-0221-2964-898D56DAC0A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93697" y="927152"/>
                  <a:ext cx="6048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DAE0473-C8A0-D7F2-6F6B-4132BAAF04FD}"/>
                    </a:ext>
                  </a:extLst>
                </p14:cNvPr>
                <p14:cNvContentPartPr/>
                <p14:nvPr/>
              </p14:nvContentPartPr>
              <p14:xfrm>
                <a:off x="2583617" y="823112"/>
                <a:ext cx="26280" cy="216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DAE0473-C8A0-D7F2-6F6B-4132BAAF04F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565977" y="805112"/>
                  <a:ext cx="61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2C61880-B06D-E906-D163-0C4CC709AB12}"/>
                    </a:ext>
                  </a:extLst>
                </p14:cNvPr>
                <p14:cNvContentPartPr/>
                <p14:nvPr/>
              </p14:nvContentPartPr>
              <p14:xfrm>
                <a:off x="2701337" y="879272"/>
                <a:ext cx="74520" cy="144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2C61880-B06D-E906-D163-0C4CC709AB1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683337" y="861272"/>
                  <a:ext cx="110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15BB271-4942-2935-75A0-27ED9BB324C2}"/>
                    </a:ext>
                  </a:extLst>
                </p14:cNvPr>
                <p14:cNvContentPartPr/>
                <p14:nvPr/>
              </p14:nvContentPartPr>
              <p14:xfrm>
                <a:off x="2871617" y="796832"/>
                <a:ext cx="142200" cy="1400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15BB271-4942-2935-75A0-27ED9BB324C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853977" y="778832"/>
                  <a:ext cx="177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B1F64BC-EA8C-525B-44FB-8E3B678AD350}"/>
                    </a:ext>
                  </a:extLst>
                </p14:cNvPr>
                <p14:cNvContentPartPr/>
                <p14:nvPr/>
              </p14:nvContentPartPr>
              <p14:xfrm>
                <a:off x="3049817" y="816992"/>
                <a:ext cx="102240" cy="95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B1F64BC-EA8C-525B-44FB-8E3B678AD35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032177" y="798992"/>
                  <a:ext cx="1378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AD1084-1226-9547-3549-CF0B3F111159}"/>
                    </a:ext>
                  </a:extLst>
                </p14:cNvPr>
                <p14:cNvContentPartPr/>
                <p14:nvPr/>
              </p14:nvContentPartPr>
              <p14:xfrm>
                <a:off x="3227657" y="724832"/>
                <a:ext cx="69840" cy="1065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AD1084-1226-9547-3549-CF0B3F11115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209657" y="706832"/>
                  <a:ext cx="105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A25B4A8-2C6E-DAD7-4CB9-5CDF1D84982B}"/>
                    </a:ext>
                  </a:extLst>
                </p14:cNvPr>
                <p14:cNvContentPartPr/>
                <p14:nvPr/>
              </p14:nvContentPartPr>
              <p14:xfrm>
                <a:off x="2784857" y="1219112"/>
                <a:ext cx="49320" cy="126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A25B4A8-2C6E-DAD7-4CB9-5CDF1D84982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66857" y="1201112"/>
                  <a:ext cx="849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55DF236-327C-C046-D127-2DEC6F0BB58E}"/>
                    </a:ext>
                  </a:extLst>
                </p14:cNvPr>
                <p14:cNvContentPartPr/>
                <p14:nvPr/>
              </p14:nvContentPartPr>
              <p14:xfrm>
                <a:off x="2765057" y="1175912"/>
                <a:ext cx="277920" cy="112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55DF236-327C-C046-D127-2DEC6F0BB58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7057" y="1157912"/>
                  <a:ext cx="313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A57F4F2-F48B-B6DF-7BC8-11E92ADE0992}"/>
                    </a:ext>
                  </a:extLst>
                </p14:cNvPr>
                <p14:cNvContentPartPr/>
                <p14:nvPr/>
              </p14:nvContentPartPr>
              <p14:xfrm>
                <a:off x="3097697" y="1151432"/>
                <a:ext cx="64440" cy="87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A57F4F2-F48B-B6DF-7BC8-11E92ADE099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080057" y="1133432"/>
                  <a:ext cx="1000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D2DA492-0443-F871-BC81-1C9D6522F813}"/>
                    </a:ext>
                  </a:extLst>
                </p14:cNvPr>
                <p14:cNvContentPartPr/>
                <p14:nvPr/>
              </p14:nvContentPartPr>
              <p14:xfrm>
                <a:off x="3314417" y="1022912"/>
                <a:ext cx="118440" cy="75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D2DA492-0443-F871-BC81-1C9D6522F81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96777" y="1005272"/>
                  <a:ext cx="154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780E8E2-EFD7-BBA4-942D-D5482D5E57F7}"/>
                    </a:ext>
                  </a:extLst>
                </p14:cNvPr>
                <p14:cNvContentPartPr/>
                <p14:nvPr/>
              </p14:nvContentPartPr>
              <p14:xfrm>
                <a:off x="3497657" y="973592"/>
                <a:ext cx="55080" cy="127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780E8E2-EFD7-BBA4-942D-D5482D5E57F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479657" y="955592"/>
                  <a:ext cx="90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1DE8B88-00C6-A6F8-1122-0370BBF75D9F}"/>
                    </a:ext>
                  </a:extLst>
                </p14:cNvPr>
                <p14:cNvContentPartPr/>
                <p14:nvPr/>
              </p14:nvContentPartPr>
              <p14:xfrm>
                <a:off x="3628337" y="861272"/>
                <a:ext cx="70560" cy="143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1DE8B88-00C6-A6F8-1122-0370BBF75D9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610337" y="843272"/>
                  <a:ext cx="106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D00956-CF67-A102-3005-E54ABB7624A5}"/>
                    </a:ext>
                  </a:extLst>
                </p14:cNvPr>
                <p14:cNvContentPartPr/>
                <p14:nvPr/>
              </p14:nvContentPartPr>
              <p14:xfrm>
                <a:off x="3631217" y="908072"/>
                <a:ext cx="107280" cy="712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D00956-CF67-A102-3005-E54ABB7624A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613577" y="890432"/>
                  <a:ext cx="1429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8D236D7-F2F8-FD79-B6FA-3EDC87410278}"/>
                    </a:ext>
                  </a:extLst>
                </p14:cNvPr>
                <p14:cNvContentPartPr/>
                <p14:nvPr/>
              </p14:nvContentPartPr>
              <p14:xfrm>
                <a:off x="3778097" y="844712"/>
                <a:ext cx="41760" cy="124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8D236D7-F2F8-FD79-B6FA-3EDC8741027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760097" y="827072"/>
                  <a:ext cx="774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30785F2-BCBF-D448-2F54-B65FF711E149}"/>
                    </a:ext>
                  </a:extLst>
                </p14:cNvPr>
                <p14:cNvContentPartPr/>
                <p14:nvPr/>
              </p14:nvContentPartPr>
              <p14:xfrm>
                <a:off x="3772337" y="883232"/>
                <a:ext cx="67680" cy="49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30785F2-BCBF-D448-2F54-B65FF711E14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754337" y="865232"/>
                  <a:ext cx="103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4DFB52F-219E-39EB-4D6D-A18C48A3B859}"/>
                    </a:ext>
                  </a:extLst>
                </p14:cNvPr>
                <p14:cNvContentPartPr/>
                <p14:nvPr/>
              </p14:nvContentPartPr>
              <p14:xfrm>
                <a:off x="3909497" y="840392"/>
                <a:ext cx="144000" cy="102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4DFB52F-219E-39EB-4D6D-A18C48A3B85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891497" y="822392"/>
                  <a:ext cx="1796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03412F6-05A5-257E-8CAA-0FC93F648BA4}"/>
                    </a:ext>
                  </a:extLst>
                </p14:cNvPr>
                <p14:cNvContentPartPr/>
                <p14:nvPr/>
              </p14:nvContentPartPr>
              <p14:xfrm>
                <a:off x="4030457" y="777392"/>
                <a:ext cx="78480" cy="1162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03412F6-05A5-257E-8CAA-0FC93F648BA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012817" y="759392"/>
                  <a:ext cx="114120" cy="15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771524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ADAE4-1A21-1FF6-6C0C-98D510AE6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 accuracy</a:t>
            </a:r>
          </a:p>
        </p:txBody>
      </p:sp>
      <p:pic>
        <p:nvPicPr>
          <p:cNvPr id="6" name="Content Placeholder 5" descr="A white sheet with numbers and symbols&#10;&#10;Description automatically generated">
            <a:extLst>
              <a:ext uri="{FF2B5EF4-FFF2-40B4-BE49-F238E27FC236}">
                <a16:creationId xmlns:a16="http://schemas.microsoft.com/office/drawing/2014/main" id="{65EE6D30-E68F-7DBC-2EEC-8DF6151A9D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575" y="1348546"/>
            <a:ext cx="758640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8FD10-4E19-B337-D25A-BEA4D0518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651234C-5BD5-93D8-9A07-7D5395FFBFE4}"/>
                  </a:ext>
                </a:extLst>
              </p14:cNvPr>
              <p14:cNvContentPartPr/>
              <p14:nvPr/>
            </p14:nvContentPartPr>
            <p14:xfrm>
              <a:off x="4352657" y="1552354"/>
              <a:ext cx="719280" cy="1927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651234C-5BD5-93D8-9A07-7D5395FFBFE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46537" y="1546234"/>
                <a:ext cx="731520" cy="19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C20BA273-8916-4A3B-35C8-CCFFDEDFFC53}"/>
                  </a:ext>
                </a:extLst>
              </p14:cNvPr>
              <p14:cNvContentPartPr/>
              <p14:nvPr/>
            </p14:nvContentPartPr>
            <p14:xfrm>
              <a:off x="4793657" y="1433554"/>
              <a:ext cx="337680" cy="3736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C20BA273-8916-4A3B-35C8-CCFFDEDFFC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87537" y="1427434"/>
                <a:ext cx="349920" cy="385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E579A30-FA33-F9DC-291F-10238D223B06}"/>
              </a:ext>
            </a:extLst>
          </p:cNvPr>
          <p:cNvGrpSpPr/>
          <p:nvPr/>
        </p:nvGrpSpPr>
        <p:grpSpPr>
          <a:xfrm>
            <a:off x="4416017" y="3510754"/>
            <a:ext cx="4976280" cy="2346480"/>
            <a:chOff x="4416017" y="3510754"/>
            <a:chExt cx="4976280" cy="234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F86A78-F38E-17F4-74F2-FCF643F36A2F}"/>
                    </a:ext>
                  </a:extLst>
                </p14:cNvPr>
                <p14:cNvContentPartPr/>
                <p14:nvPr/>
              </p14:nvContentPartPr>
              <p14:xfrm>
                <a:off x="5683937" y="3648634"/>
                <a:ext cx="3441600" cy="1472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F86A78-F38E-17F4-74F2-FCF643F36A2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77817" y="3642514"/>
                  <a:ext cx="3453840" cy="148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AD75A78-ACAE-0B49-9722-7E6D277AF2B9}"/>
                    </a:ext>
                  </a:extLst>
                </p14:cNvPr>
                <p14:cNvContentPartPr/>
                <p14:nvPr/>
              </p14:nvContentPartPr>
              <p14:xfrm>
                <a:off x="4416017" y="3637114"/>
                <a:ext cx="313200" cy="367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AD75A78-ACAE-0B49-9722-7E6D277AF2B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409897" y="3630994"/>
                  <a:ext cx="3254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5450A6-C326-62C4-6C16-F934D9D5E71F}"/>
                    </a:ext>
                  </a:extLst>
                </p14:cNvPr>
                <p14:cNvContentPartPr/>
                <p14:nvPr/>
              </p14:nvContentPartPr>
              <p14:xfrm>
                <a:off x="4814177" y="3512194"/>
                <a:ext cx="4530600" cy="21186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5450A6-C326-62C4-6C16-F934D9D5E7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808057" y="3506074"/>
                  <a:ext cx="4542840" cy="21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4A81D44-304C-0549-60FB-12B51B286D15}"/>
                    </a:ext>
                  </a:extLst>
                </p14:cNvPr>
                <p14:cNvContentPartPr/>
                <p14:nvPr/>
              </p14:nvContentPartPr>
              <p14:xfrm>
                <a:off x="4725257" y="3510754"/>
                <a:ext cx="472680" cy="474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4A81D44-304C-0549-60FB-12B51B286D1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719137" y="3504634"/>
                  <a:ext cx="48492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AEAE13-DCAF-9406-5C20-E5F8263B13A2}"/>
                    </a:ext>
                  </a:extLst>
                </p14:cNvPr>
                <p14:cNvContentPartPr/>
                <p14:nvPr/>
              </p14:nvContentPartPr>
              <p14:xfrm>
                <a:off x="8877857" y="5370154"/>
                <a:ext cx="514440" cy="487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AEAE13-DCAF-9406-5C20-E5F8263B13A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871737" y="5364034"/>
                  <a:ext cx="526680" cy="49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1ADB1AA-290B-C4DC-827A-C44A1F061FA2}"/>
                  </a:ext>
                </a:extLst>
              </p14:cNvPr>
              <p14:cNvContentPartPr/>
              <p14:nvPr/>
            </p14:nvContentPartPr>
            <p14:xfrm>
              <a:off x="4656497" y="4151194"/>
              <a:ext cx="3183840" cy="1636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1ADB1AA-290B-C4DC-827A-C44A1F061FA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650377" y="4145074"/>
                <a:ext cx="3196080" cy="164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7A13A4A3-A6EA-4B5A-9CD4-823B6A448772}"/>
              </a:ext>
            </a:extLst>
          </p:cNvPr>
          <p:cNvGrpSpPr/>
          <p:nvPr/>
        </p:nvGrpSpPr>
        <p:grpSpPr>
          <a:xfrm>
            <a:off x="9660857" y="1573712"/>
            <a:ext cx="1013400" cy="318600"/>
            <a:chOff x="9660857" y="1573712"/>
            <a:chExt cx="101340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44CA15A-4532-595D-6257-09193035BE5D}"/>
                    </a:ext>
                  </a:extLst>
                </p14:cNvPr>
                <p14:cNvContentPartPr/>
                <p14:nvPr/>
              </p14:nvContentPartPr>
              <p14:xfrm>
                <a:off x="9660857" y="1573712"/>
                <a:ext cx="361440" cy="54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44CA15A-4532-595D-6257-09193035BE5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643217" y="1556072"/>
                  <a:ext cx="3970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E9B4A4E-70DD-5E21-A0E7-1CD5B45E6899}"/>
                    </a:ext>
                  </a:extLst>
                </p14:cNvPr>
                <p14:cNvContentPartPr/>
                <p14:nvPr/>
              </p14:nvContentPartPr>
              <p14:xfrm>
                <a:off x="9888377" y="1595312"/>
                <a:ext cx="22320" cy="297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E9B4A4E-70DD-5E21-A0E7-1CD5B45E689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70737" y="1577312"/>
                  <a:ext cx="57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E2E62CE-5D0E-FDA7-7013-468239EC6BAE}"/>
                    </a:ext>
                  </a:extLst>
                </p14:cNvPr>
                <p14:cNvContentPartPr/>
                <p14:nvPr/>
              </p14:nvContentPartPr>
              <p14:xfrm>
                <a:off x="10014017" y="1746872"/>
                <a:ext cx="122760" cy="122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E2E62CE-5D0E-FDA7-7013-468239EC6BA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96377" y="1729232"/>
                  <a:ext cx="1584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E1321FF-CCB9-CE5E-0635-9C6745BAEB47}"/>
                    </a:ext>
                  </a:extLst>
                </p14:cNvPr>
                <p14:cNvContentPartPr/>
                <p14:nvPr/>
              </p14:nvContentPartPr>
              <p14:xfrm>
                <a:off x="10234697" y="1612952"/>
                <a:ext cx="63360" cy="232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E1321FF-CCB9-CE5E-0635-9C6745BAEB4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216697" y="1595312"/>
                  <a:ext cx="990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2230A2-0353-B9AD-9799-81803687E293}"/>
                    </a:ext>
                  </a:extLst>
                </p14:cNvPr>
                <p14:cNvContentPartPr/>
                <p14:nvPr/>
              </p14:nvContentPartPr>
              <p14:xfrm>
                <a:off x="10169897" y="1742912"/>
                <a:ext cx="124920" cy="54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2230A2-0353-B9AD-9799-81803687E2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152257" y="1725272"/>
                  <a:ext cx="1605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B55FCF0-7277-C0CD-12A8-28246A04E2E0}"/>
                    </a:ext>
                  </a:extLst>
                </p14:cNvPr>
                <p14:cNvContentPartPr/>
                <p14:nvPr/>
              </p14:nvContentPartPr>
              <p14:xfrm>
                <a:off x="10403537" y="1743272"/>
                <a:ext cx="159840" cy="91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B55FCF0-7277-C0CD-12A8-28246A04E2E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385537" y="1725272"/>
                  <a:ext cx="1954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46E955E-1782-F837-223B-AB4670BCF693}"/>
                    </a:ext>
                  </a:extLst>
                </p14:cNvPr>
                <p14:cNvContentPartPr/>
                <p14:nvPr/>
              </p14:nvContentPartPr>
              <p14:xfrm>
                <a:off x="10626737" y="1643192"/>
                <a:ext cx="47520" cy="226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46E955E-1782-F837-223B-AB4670BCF69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608737" y="1625552"/>
                  <a:ext cx="83160" cy="26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C2649E6-0E75-42AC-2114-9A32C5F2345F}"/>
              </a:ext>
            </a:extLst>
          </p:cNvPr>
          <p:cNvGrpSpPr/>
          <p:nvPr/>
        </p:nvGrpSpPr>
        <p:grpSpPr>
          <a:xfrm>
            <a:off x="9791537" y="2119112"/>
            <a:ext cx="535680" cy="240480"/>
            <a:chOff x="9791537" y="2119112"/>
            <a:chExt cx="535680" cy="24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8643369-93DA-A0C3-2CC2-AA067830AD55}"/>
                    </a:ext>
                  </a:extLst>
                </p14:cNvPr>
                <p14:cNvContentPartPr/>
                <p14:nvPr/>
              </p14:nvContentPartPr>
              <p14:xfrm>
                <a:off x="9791537" y="2152592"/>
                <a:ext cx="140400" cy="168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8643369-93DA-A0C3-2CC2-AA067830AD5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773537" y="2134592"/>
                  <a:ext cx="1760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EFCE432-580E-305F-E184-D4B01D28C500}"/>
                    </a:ext>
                  </a:extLst>
                </p14:cNvPr>
                <p14:cNvContentPartPr/>
                <p14:nvPr/>
              </p14:nvContentPartPr>
              <p14:xfrm>
                <a:off x="10005737" y="2199032"/>
                <a:ext cx="111960" cy="81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EFCE432-580E-305F-E184-D4B01D28C50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88097" y="2181392"/>
                  <a:ext cx="147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045C100-FD2E-7D89-3DF2-55DE008E97FE}"/>
                    </a:ext>
                  </a:extLst>
                </p14:cNvPr>
                <p14:cNvContentPartPr/>
                <p14:nvPr/>
              </p14:nvContentPartPr>
              <p14:xfrm>
                <a:off x="10022297" y="2177072"/>
                <a:ext cx="133920" cy="132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045C100-FD2E-7D89-3DF2-55DE008E97F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004297" y="2159072"/>
                  <a:ext cx="1695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D66F64E-D6C6-2A83-F43B-9F8D6843A151}"/>
                    </a:ext>
                  </a:extLst>
                </p14:cNvPr>
                <p14:cNvContentPartPr/>
                <p14:nvPr/>
              </p14:nvContentPartPr>
              <p14:xfrm>
                <a:off x="10227857" y="2191832"/>
                <a:ext cx="34920" cy="167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D66F64E-D6C6-2A83-F43B-9F8D6843A15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209857" y="2174192"/>
                  <a:ext cx="705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649B338-92CE-9BE2-C59B-39EB7B04EBAA}"/>
                    </a:ext>
                  </a:extLst>
                </p14:cNvPr>
                <p14:cNvContentPartPr/>
                <p14:nvPr/>
              </p14:nvContentPartPr>
              <p14:xfrm>
                <a:off x="10236497" y="2119112"/>
                <a:ext cx="90720" cy="103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649B338-92CE-9BE2-C59B-39EB7B04EBA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218857" y="2101112"/>
                  <a:ext cx="12636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AF1A249-EA4A-63F0-F0F4-61C934FE3687}"/>
              </a:ext>
            </a:extLst>
          </p:cNvPr>
          <p:cNvGrpSpPr/>
          <p:nvPr/>
        </p:nvGrpSpPr>
        <p:grpSpPr>
          <a:xfrm>
            <a:off x="10547537" y="2056112"/>
            <a:ext cx="348120" cy="142920"/>
            <a:chOff x="10547537" y="2056112"/>
            <a:chExt cx="348120" cy="14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7362D5C-ABD8-7E63-5040-B186B99287EB}"/>
                    </a:ext>
                  </a:extLst>
                </p14:cNvPr>
                <p14:cNvContentPartPr/>
                <p14:nvPr/>
              </p14:nvContentPartPr>
              <p14:xfrm>
                <a:off x="10547537" y="2135672"/>
                <a:ext cx="321120" cy="63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7362D5C-ABD8-7E63-5040-B186B99287E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529537" y="2117672"/>
                  <a:ext cx="356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1EB4A32-6E48-5913-E580-1E8853DB8761}"/>
                    </a:ext>
                  </a:extLst>
                </p14:cNvPr>
                <p14:cNvContentPartPr/>
                <p14:nvPr/>
              </p14:nvContentPartPr>
              <p14:xfrm>
                <a:off x="10824017" y="2056112"/>
                <a:ext cx="71640" cy="101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1EB4A32-6E48-5913-E580-1E8853DB876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06377" y="2038112"/>
                  <a:ext cx="1072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B93FC16-7B34-0BD7-1A60-59C896D5B1BD}"/>
              </a:ext>
            </a:extLst>
          </p:cNvPr>
          <p:cNvGrpSpPr/>
          <p:nvPr/>
        </p:nvGrpSpPr>
        <p:grpSpPr>
          <a:xfrm>
            <a:off x="11130017" y="2069072"/>
            <a:ext cx="528840" cy="181080"/>
            <a:chOff x="11130017" y="2069072"/>
            <a:chExt cx="528840" cy="18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70EEDC-19C8-9A45-F1A1-09524B58F2AD}"/>
                    </a:ext>
                  </a:extLst>
                </p14:cNvPr>
                <p14:cNvContentPartPr/>
                <p14:nvPr/>
              </p14:nvContentPartPr>
              <p14:xfrm>
                <a:off x="11130017" y="2079512"/>
                <a:ext cx="22320" cy="170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70EEDC-19C8-9A45-F1A1-09524B58F2A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112017" y="2061512"/>
                  <a:ext cx="579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BE5AE1C-8C02-08B5-7346-96A25FD5965D}"/>
                    </a:ext>
                  </a:extLst>
                </p14:cNvPr>
                <p14:cNvContentPartPr/>
                <p14:nvPr/>
              </p14:nvContentPartPr>
              <p14:xfrm>
                <a:off x="11213897" y="2076272"/>
                <a:ext cx="255240" cy="135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BE5AE1C-8C02-08B5-7346-96A25FD5965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195897" y="2058272"/>
                  <a:ext cx="2908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D2D267D-0513-0358-C146-F4B0482EA722}"/>
                    </a:ext>
                  </a:extLst>
                </p14:cNvPr>
                <p14:cNvContentPartPr/>
                <p14:nvPr/>
              </p14:nvContentPartPr>
              <p14:xfrm>
                <a:off x="11562377" y="2069072"/>
                <a:ext cx="96480" cy="102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D2D267D-0513-0358-C146-F4B0482EA72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544377" y="2051432"/>
                  <a:ext cx="13212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C5F8FED-B241-C085-FE51-56B7F84E5CBD}"/>
              </a:ext>
            </a:extLst>
          </p:cNvPr>
          <p:cNvGrpSpPr/>
          <p:nvPr/>
        </p:nvGrpSpPr>
        <p:grpSpPr>
          <a:xfrm>
            <a:off x="9807017" y="2574152"/>
            <a:ext cx="1072800" cy="333360"/>
            <a:chOff x="9807017" y="2574152"/>
            <a:chExt cx="107280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1741C93-AA5D-5509-1D36-E372EF1CFD99}"/>
                    </a:ext>
                  </a:extLst>
                </p14:cNvPr>
                <p14:cNvContentPartPr/>
                <p14:nvPr/>
              </p14:nvContentPartPr>
              <p14:xfrm>
                <a:off x="9807017" y="2739752"/>
                <a:ext cx="78840" cy="167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1741C93-AA5D-5509-1D36-E372EF1CFD9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789017" y="2721752"/>
                  <a:ext cx="1144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0A8E152-F5D5-DC41-A984-F16A6D219945}"/>
                    </a:ext>
                  </a:extLst>
                </p14:cNvPr>
                <p14:cNvContentPartPr/>
                <p14:nvPr/>
              </p14:nvContentPartPr>
              <p14:xfrm>
                <a:off x="9954257" y="2776832"/>
                <a:ext cx="84240" cy="122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0A8E152-F5D5-DC41-A984-F16A6D2199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936617" y="2758832"/>
                  <a:ext cx="119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66A77FE-55E0-8161-3E72-A22F101F8AE0}"/>
                    </a:ext>
                  </a:extLst>
                </p14:cNvPr>
                <p14:cNvContentPartPr/>
                <p14:nvPr/>
              </p14:nvContentPartPr>
              <p14:xfrm>
                <a:off x="10111577" y="2744432"/>
                <a:ext cx="86760" cy="92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66A77FE-55E0-8161-3E72-A22F101F8AE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0093937" y="2726792"/>
                  <a:ext cx="1224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619876F-89A5-78BA-4285-DA52D2D46D7E}"/>
                    </a:ext>
                  </a:extLst>
                </p14:cNvPr>
                <p14:cNvContentPartPr/>
                <p14:nvPr/>
              </p14:nvContentPartPr>
              <p14:xfrm>
                <a:off x="10276457" y="2694032"/>
                <a:ext cx="111960" cy="145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619876F-89A5-78BA-4285-DA52D2D46D7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0258457" y="2676032"/>
                  <a:ext cx="1476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5DBE8C0-0BDF-7258-5F1F-8DEBDF03E96A}"/>
                    </a:ext>
                  </a:extLst>
                </p14:cNvPr>
                <p14:cNvContentPartPr/>
                <p14:nvPr/>
              </p14:nvContentPartPr>
              <p14:xfrm>
                <a:off x="10471577" y="2712392"/>
                <a:ext cx="61560" cy="77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5DBE8C0-0BDF-7258-5F1F-8DEBDF03E96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453937" y="2694752"/>
                  <a:ext cx="9720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CAA13D6-4B71-E446-CEDE-ED16F67C9769}"/>
                    </a:ext>
                  </a:extLst>
                </p14:cNvPr>
                <p14:cNvContentPartPr/>
                <p14:nvPr/>
              </p14:nvContentPartPr>
              <p14:xfrm>
                <a:off x="10662377" y="2709872"/>
                <a:ext cx="48960" cy="86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CAA13D6-4B71-E446-CEDE-ED16F67C976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644377" y="2691872"/>
                  <a:ext cx="846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C23C49A-517B-E3B8-0293-DA9A507B782C}"/>
                    </a:ext>
                  </a:extLst>
                </p14:cNvPr>
                <p14:cNvContentPartPr/>
                <p14:nvPr/>
              </p14:nvContentPartPr>
              <p14:xfrm>
                <a:off x="10796297" y="2574152"/>
                <a:ext cx="36000" cy="204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C23C49A-517B-E3B8-0293-DA9A507B782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778297" y="2556512"/>
                  <a:ext cx="716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5859A51-1298-ABD5-9FE8-346C0FB3AAE7}"/>
                    </a:ext>
                  </a:extLst>
                </p14:cNvPr>
                <p14:cNvContentPartPr/>
                <p14:nvPr/>
              </p14:nvContentPartPr>
              <p14:xfrm>
                <a:off x="10795217" y="2657672"/>
                <a:ext cx="84600" cy="61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5859A51-1298-ABD5-9FE8-346C0FB3AAE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777217" y="2640032"/>
                  <a:ext cx="1202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26D6244-A0AD-EDD9-E03D-83D2CCB72227}"/>
              </a:ext>
            </a:extLst>
          </p:cNvPr>
          <p:cNvGrpSpPr/>
          <p:nvPr/>
        </p:nvGrpSpPr>
        <p:grpSpPr>
          <a:xfrm>
            <a:off x="11056937" y="2573432"/>
            <a:ext cx="228600" cy="117720"/>
            <a:chOff x="11056937" y="2573432"/>
            <a:chExt cx="228600" cy="11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8B3753-9C18-86C4-67F8-EEAE678E8EB8}"/>
                    </a:ext>
                  </a:extLst>
                </p14:cNvPr>
                <p14:cNvContentPartPr/>
                <p14:nvPr/>
              </p14:nvContentPartPr>
              <p14:xfrm>
                <a:off x="11056937" y="2666312"/>
                <a:ext cx="228600" cy="16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8B3753-9C18-86C4-67F8-EEAE678E8EB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39297" y="2648672"/>
                  <a:ext cx="264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E413991-BCA6-5395-4710-FFEAE3B1F390}"/>
                    </a:ext>
                  </a:extLst>
                </p14:cNvPr>
                <p14:cNvContentPartPr/>
                <p14:nvPr/>
              </p14:nvContentPartPr>
              <p14:xfrm>
                <a:off x="11216057" y="2573432"/>
                <a:ext cx="54360" cy="117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E413991-BCA6-5395-4710-FFEAE3B1F39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198417" y="2555432"/>
                  <a:ext cx="9000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7A798E2-DCE2-5597-FFEA-DEBB60245DE0}"/>
              </a:ext>
            </a:extLst>
          </p:cNvPr>
          <p:cNvGrpSpPr/>
          <p:nvPr/>
        </p:nvGrpSpPr>
        <p:grpSpPr>
          <a:xfrm>
            <a:off x="11459417" y="2534192"/>
            <a:ext cx="447480" cy="221400"/>
            <a:chOff x="11459417" y="2534192"/>
            <a:chExt cx="447480" cy="22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FF94315-5CB4-EB3C-22E3-8833BF3424A7}"/>
                    </a:ext>
                  </a:extLst>
                </p14:cNvPr>
                <p14:cNvContentPartPr/>
                <p14:nvPr/>
              </p14:nvContentPartPr>
              <p14:xfrm>
                <a:off x="11459417" y="2534192"/>
                <a:ext cx="122040" cy="218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FF94315-5CB4-EB3C-22E3-8833BF3424A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441417" y="2516552"/>
                  <a:ext cx="157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9AEF6EC-2975-FC6E-CDE1-56AC2033EC63}"/>
                    </a:ext>
                  </a:extLst>
                </p14:cNvPr>
                <p14:cNvContentPartPr/>
                <p14:nvPr/>
              </p14:nvContentPartPr>
              <p14:xfrm>
                <a:off x="11660657" y="2569832"/>
                <a:ext cx="24120" cy="165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9AEF6EC-2975-FC6E-CDE1-56AC2033EC6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43017" y="2552192"/>
                  <a:ext cx="597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0BE5746-1D66-6374-7553-2BE4F6DEE393}"/>
                    </a:ext>
                  </a:extLst>
                </p14:cNvPr>
                <p14:cNvContentPartPr/>
                <p14:nvPr/>
              </p14:nvContentPartPr>
              <p14:xfrm>
                <a:off x="11781257" y="2573432"/>
                <a:ext cx="125640" cy="182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0BE5746-1D66-6374-7553-2BE4F6DEE39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763257" y="2555792"/>
                  <a:ext cx="16128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896151D-2EC6-F6EC-3BBC-681D56B1B192}"/>
              </a:ext>
            </a:extLst>
          </p:cNvPr>
          <p:cNvGrpSpPr/>
          <p:nvPr/>
        </p:nvGrpSpPr>
        <p:grpSpPr>
          <a:xfrm>
            <a:off x="10040657" y="3124232"/>
            <a:ext cx="1802880" cy="1055880"/>
            <a:chOff x="10040657" y="3124232"/>
            <a:chExt cx="1802880" cy="105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75ED7D2-1F30-CE2E-23AB-A3832DEE1314}"/>
                    </a:ext>
                  </a:extLst>
                </p14:cNvPr>
                <p14:cNvContentPartPr/>
                <p14:nvPr/>
              </p14:nvContentPartPr>
              <p14:xfrm>
                <a:off x="10396337" y="3323312"/>
                <a:ext cx="187560" cy="3355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75ED7D2-1F30-CE2E-23AB-A3832DEE131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378697" y="3305312"/>
                  <a:ext cx="22320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96F9854-F3D6-C860-6935-A8723D44CAAB}"/>
                    </a:ext>
                  </a:extLst>
                </p14:cNvPr>
                <p14:cNvContentPartPr/>
                <p14:nvPr/>
              </p14:nvContentPartPr>
              <p14:xfrm>
                <a:off x="10768217" y="3334472"/>
                <a:ext cx="144360" cy="320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96F9854-F3D6-C860-6935-A8723D44CAA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750577" y="3316472"/>
                  <a:ext cx="1800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B05C622-7123-229C-6E85-FA8EE65661A3}"/>
                    </a:ext>
                  </a:extLst>
                </p14:cNvPr>
                <p14:cNvContentPartPr/>
                <p14:nvPr/>
              </p14:nvContentPartPr>
              <p14:xfrm>
                <a:off x="11002577" y="3412952"/>
                <a:ext cx="12600" cy="24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B05C622-7123-229C-6E85-FA8EE65661A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984577" y="3395312"/>
                  <a:ext cx="482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9F16894-7717-2CB6-953F-3F235B213BC8}"/>
                    </a:ext>
                  </a:extLst>
                </p14:cNvPr>
                <p14:cNvContentPartPr/>
                <p14:nvPr/>
              </p14:nvContentPartPr>
              <p14:xfrm>
                <a:off x="11137217" y="3362192"/>
                <a:ext cx="150120" cy="277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9F16894-7717-2CB6-953F-3F235B213BC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119577" y="3344192"/>
                  <a:ext cx="1857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8FD4E6-5475-CAD5-8CDF-B148557FDF26}"/>
                    </a:ext>
                  </a:extLst>
                </p14:cNvPr>
                <p14:cNvContentPartPr/>
                <p14:nvPr/>
              </p14:nvContentPartPr>
              <p14:xfrm>
                <a:off x="11428457" y="3340952"/>
                <a:ext cx="118080" cy="285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8FD4E6-5475-CAD5-8CDF-B148557FDF2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410817" y="3323312"/>
                  <a:ext cx="15372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A49C82F-C900-6AD9-893E-EBF97A4900B8}"/>
                    </a:ext>
                  </a:extLst>
                </p14:cNvPr>
                <p14:cNvContentPartPr/>
                <p14:nvPr/>
              </p14:nvContentPartPr>
              <p14:xfrm>
                <a:off x="11366897" y="3376592"/>
                <a:ext cx="13320" cy="18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A49C82F-C900-6AD9-893E-EBF97A4900B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349257" y="3358952"/>
                  <a:ext cx="489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4F2B01-566D-2383-82E0-5FC68F26A0B2}"/>
                    </a:ext>
                  </a:extLst>
                </p14:cNvPr>
                <p14:cNvContentPartPr/>
                <p14:nvPr/>
              </p14:nvContentPartPr>
              <p14:xfrm>
                <a:off x="11597657" y="3603392"/>
                <a:ext cx="15120" cy="43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4F2B01-566D-2383-82E0-5FC68F26A0B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580017" y="3585752"/>
                  <a:ext cx="50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7753E54-458F-726F-F60D-3659A2674A18}"/>
                    </a:ext>
                  </a:extLst>
                </p14:cNvPr>
                <p14:cNvContentPartPr/>
                <p14:nvPr/>
              </p14:nvContentPartPr>
              <p14:xfrm>
                <a:off x="10185017" y="3124232"/>
                <a:ext cx="1658520" cy="933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7753E54-458F-726F-F60D-3659A2674A1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167017" y="3106592"/>
                  <a:ext cx="1694160" cy="9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CE75C1A-A04C-3952-CBE9-B3282E074016}"/>
                    </a:ext>
                  </a:extLst>
                </p14:cNvPr>
                <p14:cNvContentPartPr/>
                <p14:nvPr/>
              </p14:nvContentPartPr>
              <p14:xfrm>
                <a:off x="10040657" y="3186512"/>
                <a:ext cx="63000" cy="993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CE75C1A-A04C-3952-CBE9-B3282E07401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023017" y="3168512"/>
                  <a:ext cx="98640" cy="102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294B9531-9F93-53D1-C0C4-B57CF11C4414}"/>
              </a:ext>
            </a:extLst>
          </p:cNvPr>
          <p:cNvGrpSpPr/>
          <p:nvPr/>
        </p:nvGrpSpPr>
        <p:grpSpPr>
          <a:xfrm>
            <a:off x="10151897" y="4348952"/>
            <a:ext cx="1458720" cy="432000"/>
            <a:chOff x="10151897" y="4348952"/>
            <a:chExt cx="1458720" cy="43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02C62D9-B63F-6353-DA06-24A2BB9F25E0}"/>
                    </a:ext>
                  </a:extLst>
                </p14:cNvPr>
                <p14:cNvContentPartPr/>
                <p14:nvPr/>
              </p14:nvContentPartPr>
              <p14:xfrm>
                <a:off x="10151897" y="4348952"/>
                <a:ext cx="138240" cy="318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02C62D9-B63F-6353-DA06-24A2BB9F25E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134257" y="4331312"/>
                  <a:ext cx="17388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BAAB165-3EDF-541E-3EE5-E5BB3FF32C23}"/>
                    </a:ext>
                  </a:extLst>
                </p14:cNvPr>
                <p14:cNvContentPartPr/>
                <p14:nvPr/>
              </p14:nvContentPartPr>
              <p14:xfrm>
                <a:off x="10218857" y="4380272"/>
                <a:ext cx="171000" cy="263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BAAB165-3EDF-541E-3EE5-E5BB3FF32C2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200857" y="4362632"/>
                  <a:ext cx="2066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70AB47D-DECE-3551-6247-21D56988320D}"/>
                    </a:ext>
                  </a:extLst>
                </p14:cNvPr>
                <p14:cNvContentPartPr/>
                <p14:nvPr/>
              </p14:nvContentPartPr>
              <p14:xfrm>
                <a:off x="10188257" y="4493672"/>
                <a:ext cx="160200" cy="27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70AB47D-DECE-3551-6247-21D56988320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170617" y="4476032"/>
                  <a:ext cx="195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43A2493-923D-5480-9CE0-DBCE3CE0C1DC}"/>
                    </a:ext>
                  </a:extLst>
                </p14:cNvPr>
                <p14:cNvContentPartPr/>
                <p14:nvPr/>
              </p14:nvContentPartPr>
              <p14:xfrm>
                <a:off x="10462577" y="4498352"/>
                <a:ext cx="81000" cy="1191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43A2493-923D-5480-9CE0-DBCE3CE0C1DC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444577" y="4480712"/>
                  <a:ext cx="116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8A83364-0CE2-8301-E08E-391FCB24580C}"/>
                    </a:ext>
                  </a:extLst>
                </p14:cNvPr>
                <p14:cNvContentPartPr/>
                <p14:nvPr/>
              </p14:nvContentPartPr>
              <p14:xfrm>
                <a:off x="10609457" y="4514552"/>
                <a:ext cx="69840" cy="1047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8A83364-0CE2-8301-E08E-391FCB2458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591457" y="4496552"/>
                  <a:ext cx="1054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BD915D9-20DC-7C9E-D5D9-7013066B321E}"/>
                    </a:ext>
                  </a:extLst>
                </p14:cNvPr>
                <p14:cNvContentPartPr/>
                <p14:nvPr/>
              </p14:nvContentPartPr>
              <p14:xfrm>
                <a:off x="10764977" y="4496552"/>
                <a:ext cx="167040" cy="112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BD915D9-20DC-7C9E-D5D9-7013066B321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746977" y="4478912"/>
                  <a:ext cx="2026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3F1D570-8C3B-6FE7-ED30-D63B8F4A7950}"/>
                    </a:ext>
                  </a:extLst>
                </p14:cNvPr>
                <p14:cNvContentPartPr/>
                <p14:nvPr/>
              </p14:nvContentPartPr>
              <p14:xfrm>
                <a:off x="10960097" y="4484672"/>
                <a:ext cx="83160" cy="968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3F1D570-8C3B-6FE7-ED30-D63B8F4A795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942457" y="4466672"/>
                  <a:ext cx="1188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DC1675F-F334-CAF2-8AD0-321FCBC2E303}"/>
                    </a:ext>
                  </a:extLst>
                </p14:cNvPr>
                <p14:cNvContentPartPr/>
                <p14:nvPr/>
              </p14:nvContentPartPr>
              <p14:xfrm>
                <a:off x="11146577" y="4482512"/>
                <a:ext cx="111600" cy="766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DC1675F-F334-CAF2-8AD0-321FCBC2E30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128577" y="4464872"/>
                  <a:ext cx="147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624FF97-EBA1-6827-AF0A-8F2EB01F6C47}"/>
                    </a:ext>
                  </a:extLst>
                </p14:cNvPr>
                <p14:cNvContentPartPr/>
                <p14:nvPr/>
              </p14:nvContentPartPr>
              <p14:xfrm>
                <a:off x="11362937" y="4443272"/>
                <a:ext cx="247680" cy="337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624FF97-EBA1-6827-AF0A-8F2EB01F6C47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345297" y="4425272"/>
                  <a:ext cx="283320" cy="373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269715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3C82B-0A65-0221-3944-EB62FE74B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this a good dataset?</a:t>
            </a:r>
          </a:p>
        </p:txBody>
      </p:sp>
      <p:pic>
        <p:nvPicPr>
          <p:cNvPr id="6" name="Content Placeholder 5" descr="A white sheet with black text and numbers&#10;&#10;Description automatically generated">
            <a:extLst>
              <a:ext uri="{FF2B5EF4-FFF2-40B4-BE49-F238E27FC236}">
                <a16:creationId xmlns:a16="http://schemas.microsoft.com/office/drawing/2014/main" id="{E5487CA8-80CC-7833-8A58-48292D2150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8689" y="1253331"/>
            <a:ext cx="697198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C0E72-0148-1AF5-DE4C-726EC75E1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D562769-D7FB-5EB5-C24F-DDAB901C3E0A}"/>
              </a:ext>
            </a:extLst>
          </p:cNvPr>
          <p:cNvGrpSpPr/>
          <p:nvPr/>
        </p:nvGrpSpPr>
        <p:grpSpPr>
          <a:xfrm>
            <a:off x="6003617" y="2551832"/>
            <a:ext cx="3016800" cy="2145240"/>
            <a:chOff x="6003617" y="2551832"/>
            <a:chExt cx="3016800" cy="21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93C4DEA-F520-B21B-DA38-4D76798537A4}"/>
                    </a:ext>
                  </a:extLst>
                </p14:cNvPr>
                <p14:cNvContentPartPr/>
                <p14:nvPr/>
              </p14:nvContentPartPr>
              <p14:xfrm>
                <a:off x="6003617" y="4009472"/>
                <a:ext cx="684720" cy="687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93C4DEA-F520-B21B-DA38-4D76798537A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85617" y="3991832"/>
                  <a:ext cx="72036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A3DB12-2696-96B5-3966-44CFD5AA65BD}"/>
                    </a:ext>
                  </a:extLst>
                </p14:cNvPr>
                <p14:cNvContentPartPr/>
                <p14:nvPr/>
              </p14:nvContentPartPr>
              <p14:xfrm>
                <a:off x="6505457" y="2601512"/>
                <a:ext cx="2427480" cy="1637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A3DB12-2696-96B5-3966-44CFD5AA65B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87457" y="2583512"/>
                  <a:ext cx="2463120" cy="16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926A78-A3DE-BCE0-757B-E39CA2586F66}"/>
                    </a:ext>
                  </a:extLst>
                </p14:cNvPr>
                <p14:cNvContentPartPr/>
                <p14:nvPr/>
              </p14:nvContentPartPr>
              <p14:xfrm>
                <a:off x="8796857" y="2551832"/>
                <a:ext cx="223560" cy="272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926A78-A3DE-BCE0-757B-E39CA2586F6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78857" y="2534192"/>
                  <a:ext cx="259200" cy="30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945A267-8870-0F47-C33C-DA72507B59FD}"/>
              </a:ext>
            </a:extLst>
          </p:cNvPr>
          <p:cNvGrpSpPr/>
          <p:nvPr/>
        </p:nvGrpSpPr>
        <p:grpSpPr>
          <a:xfrm>
            <a:off x="9519017" y="2267792"/>
            <a:ext cx="1562040" cy="279360"/>
            <a:chOff x="9519017" y="2267792"/>
            <a:chExt cx="1562040" cy="27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5F25A94-3675-45E4-F32E-F40FE039B4DA}"/>
                    </a:ext>
                  </a:extLst>
                </p14:cNvPr>
                <p14:cNvContentPartPr/>
                <p14:nvPr/>
              </p14:nvContentPartPr>
              <p14:xfrm>
                <a:off x="9519017" y="2267792"/>
                <a:ext cx="163080" cy="240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5F25A94-3675-45E4-F32E-F40FE039B4D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501377" y="2249792"/>
                  <a:ext cx="19872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466F4A-4B84-3E60-A0E0-4E6F9EAC9E31}"/>
                    </a:ext>
                  </a:extLst>
                </p14:cNvPr>
                <p14:cNvContentPartPr/>
                <p14:nvPr/>
              </p14:nvContentPartPr>
              <p14:xfrm>
                <a:off x="9798737" y="2406752"/>
                <a:ext cx="122400" cy="84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466F4A-4B84-3E60-A0E0-4E6F9EAC9E3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780737" y="2388752"/>
                  <a:ext cx="1580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0460223-C378-4958-9203-9DE10DC72EB7}"/>
                    </a:ext>
                  </a:extLst>
                </p14:cNvPr>
                <p14:cNvContentPartPr/>
                <p14:nvPr/>
              </p14:nvContentPartPr>
              <p14:xfrm>
                <a:off x="9988457" y="2300192"/>
                <a:ext cx="275400" cy="246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0460223-C378-4958-9203-9DE10DC72EB7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970817" y="2282552"/>
                  <a:ext cx="3110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DA4035A-43D6-1D7F-B580-5368B0E2549D}"/>
                    </a:ext>
                  </a:extLst>
                </p14:cNvPr>
                <p14:cNvContentPartPr/>
                <p14:nvPr/>
              </p14:nvContentPartPr>
              <p14:xfrm>
                <a:off x="10577057" y="2391992"/>
                <a:ext cx="72000" cy="108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DA4035A-43D6-1D7F-B580-5368B0E2549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59057" y="2373992"/>
                  <a:ext cx="1076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598BF8E-1BF9-0730-C6FC-8F7DF4239467}"/>
                    </a:ext>
                  </a:extLst>
                </p14:cNvPr>
                <p14:cNvContentPartPr/>
                <p14:nvPr/>
              </p14:nvContentPartPr>
              <p14:xfrm>
                <a:off x="10752737" y="2376512"/>
                <a:ext cx="171720" cy="116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598BF8E-1BF9-0730-C6FC-8F7DF423946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734737" y="2358872"/>
                  <a:ext cx="207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D110F8C-9554-E7F8-4195-793CA5182955}"/>
                    </a:ext>
                  </a:extLst>
                </p14:cNvPr>
                <p14:cNvContentPartPr/>
                <p14:nvPr/>
              </p14:nvContentPartPr>
              <p14:xfrm>
                <a:off x="10987817" y="2392352"/>
                <a:ext cx="93240" cy="65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D110F8C-9554-E7F8-4195-793CA518295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969817" y="2374712"/>
                  <a:ext cx="1288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0C1FA0-AC91-343D-4DAB-4ED7980967EF}"/>
              </a:ext>
            </a:extLst>
          </p:cNvPr>
          <p:cNvGrpSpPr/>
          <p:nvPr/>
        </p:nvGrpSpPr>
        <p:grpSpPr>
          <a:xfrm>
            <a:off x="9508937" y="2775752"/>
            <a:ext cx="696960" cy="222480"/>
            <a:chOff x="9508937" y="2775752"/>
            <a:chExt cx="696960" cy="22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758138E-6434-31AB-0961-2344A77DA3C4}"/>
                    </a:ext>
                  </a:extLst>
                </p14:cNvPr>
                <p14:cNvContentPartPr/>
                <p14:nvPr/>
              </p14:nvContentPartPr>
              <p14:xfrm>
                <a:off x="9670937" y="2775752"/>
                <a:ext cx="44640" cy="182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758138E-6434-31AB-0961-2344A77DA3C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652937" y="2758112"/>
                  <a:ext cx="8028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63C72B6-54C0-3AD4-0599-3F1B63ED023B}"/>
                    </a:ext>
                  </a:extLst>
                </p14:cNvPr>
                <p14:cNvContentPartPr/>
                <p14:nvPr/>
              </p14:nvContentPartPr>
              <p14:xfrm>
                <a:off x="9508937" y="2880152"/>
                <a:ext cx="74880" cy="93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63C72B6-54C0-3AD4-0599-3F1B63ED023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490937" y="2862152"/>
                  <a:ext cx="110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DD1FDAD-62DB-C700-1EB5-970E43B90179}"/>
                    </a:ext>
                  </a:extLst>
                </p14:cNvPr>
                <p14:cNvContentPartPr/>
                <p14:nvPr/>
              </p14:nvContentPartPr>
              <p14:xfrm>
                <a:off x="9771377" y="2846312"/>
                <a:ext cx="112680" cy="110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DD1FDAD-62DB-C700-1EB5-970E43B9017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753377" y="2828672"/>
                  <a:ext cx="1483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536290C-E9C5-FCE4-844B-2B69AA2B6E5B}"/>
                    </a:ext>
                  </a:extLst>
                </p14:cNvPr>
                <p14:cNvContentPartPr/>
                <p14:nvPr/>
              </p14:nvContentPartPr>
              <p14:xfrm>
                <a:off x="9975137" y="2850632"/>
                <a:ext cx="90360" cy="147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536290C-E9C5-FCE4-844B-2B69AA2B6E5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957497" y="2832992"/>
                  <a:ext cx="1260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1F9A4B0-F822-ED28-BC97-708015A0D911}"/>
                    </a:ext>
                  </a:extLst>
                </p14:cNvPr>
                <p14:cNvContentPartPr/>
                <p14:nvPr/>
              </p14:nvContentPartPr>
              <p14:xfrm>
                <a:off x="10153697" y="2854952"/>
                <a:ext cx="52200" cy="140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1F9A4B0-F822-ED28-BC97-708015A0D91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0136057" y="2837312"/>
                  <a:ext cx="87840" cy="17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499D513-C489-5762-7333-5A81DC255884}"/>
              </a:ext>
            </a:extLst>
          </p:cNvPr>
          <p:cNvGrpSpPr/>
          <p:nvPr/>
        </p:nvGrpSpPr>
        <p:grpSpPr>
          <a:xfrm>
            <a:off x="10582457" y="2744432"/>
            <a:ext cx="207360" cy="261360"/>
            <a:chOff x="10582457" y="2744432"/>
            <a:chExt cx="207360" cy="26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4D952DF-D6BC-85F9-1E0B-438315EE7E3E}"/>
                    </a:ext>
                  </a:extLst>
                </p14:cNvPr>
                <p14:cNvContentPartPr/>
                <p14:nvPr/>
              </p14:nvContentPartPr>
              <p14:xfrm>
                <a:off x="10602617" y="2878352"/>
                <a:ext cx="3240" cy="54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4D952DF-D6BC-85F9-1E0B-438315EE7E3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584617" y="2860352"/>
                  <a:ext cx="38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34147F5-FC96-331B-4AD1-907CDA2E5C95}"/>
                    </a:ext>
                  </a:extLst>
                </p14:cNvPr>
                <p14:cNvContentPartPr/>
                <p14:nvPr/>
              </p14:nvContentPartPr>
              <p14:xfrm>
                <a:off x="10582457" y="2744432"/>
                <a:ext cx="24480" cy="18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34147F5-FC96-331B-4AD1-907CDA2E5C9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564457" y="2726792"/>
                  <a:ext cx="601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739F4F4-DB68-63FB-4F37-88EA4A42CA81}"/>
                    </a:ext>
                  </a:extLst>
                </p14:cNvPr>
                <p14:cNvContentPartPr/>
                <p14:nvPr/>
              </p14:nvContentPartPr>
              <p14:xfrm>
                <a:off x="10721417" y="2837312"/>
                <a:ext cx="68400" cy="168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739F4F4-DB68-63FB-4F37-88EA4A42CA8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703777" y="2819312"/>
                  <a:ext cx="10404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94FC0ED-6456-DD9F-EBB1-C2DF1959A0DD}"/>
              </a:ext>
            </a:extLst>
          </p:cNvPr>
          <p:cNvGrpSpPr/>
          <p:nvPr/>
        </p:nvGrpSpPr>
        <p:grpSpPr>
          <a:xfrm>
            <a:off x="9726377" y="3199112"/>
            <a:ext cx="1576800" cy="238320"/>
            <a:chOff x="9726377" y="3199112"/>
            <a:chExt cx="1576800" cy="23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7DD5164-D124-C1BF-E489-B6AC519A5A95}"/>
                    </a:ext>
                  </a:extLst>
                </p14:cNvPr>
                <p14:cNvContentPartPr/>
                <p14:nvPr/>
              </p14:nvContentPartPr>
              <p14:xfrm>
                <a:off x="9726377" y="3200912"/>
                <a:ext cx="163080" cy="236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7DD5164-D124-C1BF-E489-B6AC519A5A9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08377" y="3182912"/>
                  <a:ext cx="19872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A75A1C6-C78C-4BFC-A334-3050237912CE}"/>
                    </a:ext>
                  </a:extLst>
                </p14:cNvPr>
                <p14:cNvContentPartPr/>
                <p14:nvPr/>
              </p14:nvContentPartPr>
              <p14:xfrm>
                <a:off x="9968297" y="3336632"/>
                <a:ext cx="99000" cy="100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A75A1C6-C78C-4BFC-A334-3050237912C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950297" y="3318992"/>
                  <a:ext cx="134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B5F64C9-428D-3ED6-8598-AB6EA20AC724}"/>
                    </a:ext>
                  </a:extLst>
                </p14:cNvPr>
                <p14:cNvContentPartPr/>
                <p14:nvPr/>
              </p14:nvContentPartPr>
              <p14:xfrm>
                <a:off x="10123457" y="3327272"/>
                <a:ext cx="215280" cy="87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B5F64C9-428D-3ED6-8598-AB6EA20AC72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105457" y="3309272"/>
                  <a:ext cx="2509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BF455E2-6553-3CFF-510F-E0F16C2F8CE1}"/>
                    </a:ext>
                  </a:extLst>
                </p14:cNvPr>
                <p14:cNvContentPartPr/>
                <p14:nvPr/>
              </p14:nvContentPartPr>
              <p14:xfrm>
                <a:off x="10420097" y="3335912"/>
                <a:ext cx="48600" cy="75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BF455E2-6553-3CFF-510F-E0F16C2F8CE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02097" y="3317912"/>
                  <a:ext cx="84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0034126-FEB8-F962-9C2F-BDAA8FF341E0}"/>
                    </a:ext>
                  </a:extLst>
                </p14:cNvPr>
                <p14:cNvContentPartPr/>
                <p14:nvPr/>
              </p14:nvContentPartPr>
              <p14:xfrm>
                <a:off x="10422617" y="3236912"/>
                <a:ext cx="31320" cy="25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0034126-FEB8-F962-9C2F-BDAA8FF341E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404617" y="3218912"/>
                  <a:ext cx="669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EF568D3-3BD3-B2C8-DCB6-7EF195BDB8E2}"/>
                    </a:ext>
                  </a:extLst>
                </p14:cNvPr>
                <p14:cNvContentPartPr/>
                <p14:nvPr/>
              </p14:nvContentPartPr>
              <p14:xfrm>
                <a:off x="10530617" y="3335192"/>
                <a:ext cx="106560" cy="658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EF568D3-3BD3-B2C8-DCB6-7EF195BDB8E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512977" y="3317552"/>
                  <a:ext cx="1422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55ADBA6-7642-FCDF-7CE8-5D40C6082E64}"/>
                    </a:ext>
                  </a:extLst>
                </p14:cNvPr>
                <p14:cNvContentPartPr/>
                <p14:nvPr/>
              </p14:nvContentPartPr>
              <p14:xfrm>
                <a:off x="10728977" y="3347072"/>
                <a:ext cx="271080" cy="80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55ADBA6-7642-FCDF-7CE8-5D40C6082E6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10977" y="3329432"/>
                  <a:ext cx="3067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7890DBF-9117-1208-481A-67263B1A7986}"/>
                    </a:ext>
                  </a:extLst>
                </p14:cNvPr>
                <p14:cNvContentPartPr/>
                <p14:nvPr/>
              </p14:nvContentPartPr>
              <p14:xfrm>
                <a:off x="11033537" y="3199112"/>
                <a:ext cx="102600" cy="1530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7890DBF-9117-1208-481A-67263B1A798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015537" y="3181112"/>
                  <a:ext cx="138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506B7A1-231B-BF81-118A-2E4FA2637C08}"/>
                    </a:ext>
                  </a:extLst>
                </p14:cNvPr>
                <p14:cNvContentPartPr/>
                <p14:nvPr/>
              </p14:nvContentPartPr>
              <p14:xfrm>
                <a:off x="11062697" y="3267152"/>
                <a:ext cx="88560" cy="35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506B7A1-231B-BF81-118A-2E4FA2637C0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045057" y="3249152"/>
                  <a:ext cx="1242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ABFE6AC-4E4E-6625-31C7-C03AACE320D4}"/>
                    </a:ext>
                  </a:extLst>
                </p14:cNvPr>
                <p14:cNvContentPartPr/>
                <p14:nvPr/>
              </p14:nvContentPartPr>
              <p14:xfrm>
                <a:off x="11301017" y="3309272"/>
                <a:ext cx="2160" cy="19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ABFE6AC-4E4E-6625-31C7-C03AACE320D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283377" y="3291632"/>
                  <a:ext cx="37800" cy="55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36205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4FB25-FC6F-39B1-1872-11BDBB4C5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Positives and negatives</a:t>
            </a:r>
          </a:p>
        </p:txBody>
      </p:sp>
      <p:pic>
        <p:nvPicPr>
          <p:cNvPr id="6" name="Content Placeholder 5" descr="A screenshot of a test results&#10;&#10;Description automatically generated">
            <a:extLst>
              <a:ext uri="{FF2B5EF4-FFF2-40B4-BE49-F238E27FC236}">
                <a16:creationId xmlns:a16="http://schemas.microsoft.com/office/drawing/2014/main" id="{129B6A9F-5DD1-2CA5-E72A-37EFED5D9F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762" y="1253331"/>
            <a:ext cx="826111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971378-57F0-7133-390F-727F4D05E4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F9A5831-D9D6-4B59-63E2-A87650112A20}"/>
                  </a:ext>
                </a:extLst>
              </p14:cNvPr>
              <p14:cNvContentPartPr/>
              <p14:nvPr/>
            </p14:nvContentPartPr>
            <p14:xfrm>
              <a:off x="1843817" y="3850954"/>
              <a:ext cx="284040" cy="287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F9A5831-D9D6-4B59-63E2-A87650112A2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697" y="3844834"/>
                <a:ext cx="296280" cy="29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59469D5-8E99-22C6-C33D-FCD480470C57}"/>
                  </a:ext>
                </a:extLst>
              </p14:cNvPr>
              <p14:cNvContentPartPr/>
              <p14:nvPr/>
            </p14:nvContentPartPr>
            <p14:xfrm>
              <a:off x="6041417" y="1995874"/>
              <a:ext cx="659880" cy="535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59469D5-8E99-22C6-C33D-FCD480470C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35297" y="1989754"/>
                <a:ext cx="672120" cy="54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2307916-A8A9-46A4-BCEE-28C4731EBD17}"/>
                  </a:ext>
                </a:extLst>
              </p14:cNvPr>
              <p14:cNvContentPartPr/>
              <p14:nvPr/>
            </p14:nvContentPartPr>
            <p14:xfrm>
              <a:off x="1856417" y="4327594"/>
              <a:ext cx="246240" cy="1584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2307916-A8A9-46A4-BCEE-28C4731EBD1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50297" y="4321474"/>
                <a:ext cx="25848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EDD1759-CBF7-64CE-38AA-3F8A412DC9A6}"/>
                  </a:ext>
                </a:extLst>
              </p14:cNvPr>
              <p14:cNvContentPartPr/>
              <p14:nvPr/>
            </p14:nvContentPartPr>
            <p14:xfrm>
              <a:off x="7231577" y="2518594"/>
              <a:ext cx="713160" cy="567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EDD1759-CBF7-64CE-38AA-3F8A412DC9A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225457" y="2512474"/>
                <a:ext cx="725400" cy="57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C82CD60-B790-DA39-F601-FB913E0A864A}"/>
                  </a:ext>
                </a:extLst>
              </p14:cNvPr>
              <p14:cNvContentPartPr/>
              <p14:nvPr/>
            </p14:nvContentPartPr>
            <p14:xfrm>
              <a:off x="1850297" y="4687594"/>
              <a:ext cx="410760" cy="187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C82CD60-B790-DA39-F601-FB913E0A864A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844177" y="4681474"/>
                <a:ext cx="423000" cy="19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650049E-6028-5162-ED17-38B58FD18FC0}"/>
                  </a:ext>
                </a:extLst>
              </p14:cNvPr>
              <p14:cNvContentPartPr/>
              <p14:nvPr/>
            </p14:nvContentPartPr>
            <p14:xfrm>
              <a:off x="1846697" y="5043634"/>
              <a:ext cx="262800" cy="182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650049E-6028-5162-ED17-38B58FD18FC0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840577" y="5037514"/>
                <a:ext cx="275040" cy="19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FB42378-A1AF-855C-1D9B-0A8A4EA78B99}"/>
              </a:ext>
            </a:extLst>
          </p:cNvPr>
          <p:cNvGrpSpPr/>
          <p:nvPr/>
        </p:nvGrpSpPr>
        <p:grpSpPr>
          <a:xfrm>
            <a:off x="6082097" y="2052034"/>
            <a:ext cx="1824840" cy="1072440"/>
            <a:chOff x="6082097" y="2052034"/>
            <a:chExt cx="1824840" cy="10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04C35B0-DCCF-31CD-EF38-0391CA62BD4F}"/>
                    </a:ext>
                  </a:extLst>
                </p14:cNvPr>
                <p14:cNvContentPartPr/>
                <p14:nvPr/>
              </p14:nvContentPartPr>
              <p14:xfrm>
                <a:off x="6082097" y="2404474"/>
                <a:ext cx="650520" cy="720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04C35B0-DCCF-31CD-EF38-0391CA62BD4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075977" y="2398354"/>
                  <a:ext cx="66276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F3F9917-AF2C-41E8-F8A7-244590EBFDB9}"/>
                    </a:ext>
                  </a:extLst>
                </p14:cNvPr>
                <p14:cNvContentPartPr/>
                <p14:nvPr/>
              </p14:nvContentPartPr>
              <p14:xfrm>
                <a:off x="7274057" y="2052034"/>
                <a:ext cx="632880" cy="499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F3F9917-AF2C-41E8-F8A7-244590EBFDB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67937" y="2045914"/>
                  <a:ext cx="645120" cy="51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171233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71CA-160B-8E63-EFA9-EE2C2BBC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False positives, false negatives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36863662-5F16-A64E-1373-08EDF199A3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871" y="1825625"/>
            <a:ext cx="726225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698E6-0759-9F0E-350F-B008992270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52F6687-63B9-50B5-2565-55BED0057281}"/>
                  </a:ext>
                </a:extLst>
              </p14:cNvPr>
              <p14:cNvContentPartPr/>
              <p14:nvPr/>
            </p14:nvContentPartPr>
            <p14:xfrm>
              <a:off x="6226457" y="2874274"/>
              <a:ext cx="597600" cy="5277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52F6687-63B9-50B5-2565-55BED005728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20337" y="2868154"/>
                <a:ext cx="609840" cy="54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D2F0BAC-DFB5-52F8-AD46-C06684505FB2}"/>
                  </a:ext>
                </a:extLst>
              </p14:cNvPr>
              <p14:cNvContentPartPr/>
              <p14:nvPr/>
            </p14:nvContentPartPr>
            <p14:xfrm>
              <a:off x="2198417" y="4492114"/>
              <a:ext cx="689400" cy="46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D2F0BAC-DFB5-52F8-AD46-C06684505FB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192297" y="4485994"/>
                <a:ext cx="701640" cy="475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4EF9F6BF-1BE2-C760-76AD-4D77672A0EB0}"/>
              </a:ext>
            </a:extLst>
          </p:cNvPr>
          <p:cNvGrpSpPr/>
          <p:nvPr/>
        </p:nvGrpSpPr>
        <p:grpSpPr>
          <a:xfrm>
            <a:off x="7065977" y="3272074"/>
            <a:ext cx="1914120" cy="962640"/>
            <a:chOff x="7065977" y="3272074"/>
            <a:chExt cx="1914120" cy="96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FF9D4EA-DCE8-CDF7-CAA5-6F344D298CBF}"/>
                    </a:ext>
                  </a:extLst>
                </p14:cNvPr>
                <p14:cNvContentPartPr/>
                <p14:nvPr/>
              </p14:nvContentPartPr>
              <p14:xfrm>
                <a:off x="7125737" y="3274954"/>
                <a:ext cx="121680" cy="957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FF9D4EA-DCE8-CDF7-CAA5-6F344D298CB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119617" y="3268834"/>
                  <a:ext cx="13392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98D6529-1185-7691-B8D6-E43F5128D572}"/>
                    </a:ext>
                  </a:extLst>
                </p14:cNvPr>
                <p14:cNvContentPartPr/>
                <p14:nvPr/>
              </p14:nvContentPartPr>
              <p14:xfrm>
                <a:off x="7065977" y="3272074"/>
                <a:ext cx="1865160" cy="151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98D6529-1185-7691-B8D6-E43F5128D57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59857" y="3265954"/>
                  <a:ext cx="18774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6161EC-0EB5-C1F6-A035-C51A5962AFFC}"/>
                    </a:ext>
                  </a:extLst>
                </p14:cNvPr>
                <p14:cNvContentPartPr/>
                <p14:nvPr/>
              </p14:nvContentPartPr>
              <p14:xfrm>
                <a:off x="7094777" y="3273154"/>
                <a:ext cx="1885320" cy="961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6161EC-0EB5-C1F6-A035-C51A5962AF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8657" y="3267034"/>
                  <a:ext cx="1897560" cy="9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BA5DCDB-C060-055B-FF62-61750D220D59}"/>
              </a:ext>
            </a:extLst>
          </p:cNvPr>
          <p:cNvGrpSpPr/>
          <p:nvPr/>
        </p:nvGrpSpPr>
        <p:grpSpPr>
          <a:xfrm>
            <a:off x="7245257" y="2399794"/>
            <a:ext cx="1776240" cy="552600"/>
            <a:chOff x="7245257" y="2399794"/>
            <a:chExt cx="1776240" cy="552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70C5E1C-D34E-79BA-ABAB-264D99CBF8D6}"/>
                    </a:ext>
                  </a:extLst>
                </p14:cNvPr>
                <p14:cNvContentPartPr/>
                <p14:nvPr/>
              </p14:nvContentPartPr>
              <p14:xfrm>
                <a:off x="7245257" y="2399794"/>
                <a:ext cx="35640" cy="552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70C5E1C-D34E-79BA-ABAB-264D99CBF8D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39137" y="2393674"/>
                  <a:ext cx="47880" cy="56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97AAFEA-06E8-C630-E753-0D3E51139EC0}"/>
                    </a:ext>
                  </a:extLst>
                </p14:cNvPr>
                <p14:cNvContentPartPr/>
                <p14:nvPr/>
              </p14:nvContentPartPr>
              <p14:xfrm>
                <a:off x="7251017" y="2422114"/>
                <a:ext cx="1770480" cy="527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97AAFEA-06E8-C630-E753-0D3E51139EC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244897" y="2415994"/>
                  <a:ext cx="1782720" cy="54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2304A2-3654-24AB-BD8B-7AF874FB82F4}"/>
              </a:ext>
            </a:extLst>
          </p:cNvPr>
          <p:cNvGrpSpPr/>
          <p:nvPr/>
        </p:nvGrpSpPr>
        <p:grpSpPr>
          <a:xfrm>
            <a:off x="4981217" y="2390074"/>
            <a:ext cx="1158840" cy="442800"/>
            <a:chOff x="4981217" y="2390074"/>
            <a:chExt cx="115884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A614F66-7605-13E9-C743-F2F9E6DABD78}"/>
                    </a:ext>
                  </a:extLst>
                </p14:cNvPr>
                <p14:cNvContentPartPr/>
                <p14:nvPr/>
              </p14:nvContentPartPr>
              <p14:xfrm>
                <a:off x="5144297" y="2391514"/>
                <a:ext cx="93960" cy="441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A614F66-7605-13E9-C743-F2F9E6DABD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38177" y="2385394"/>
                  <a:ext cx="1062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6BD3B35-7FAC-C321-2BA5-42D2C32BF798}"/>
                    </a:ext>
                  </a:extLst>
                </p14:cNvPr>
                <p14:cNvContentPartPr/>
                <p14:nvPr/>
              </p14:nvContentPartPr>
              <p14:xfrm>
                <a:off x="4981217" y="2390074"/>
                <a:ext cx="1158840" cy="415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6BD3B35-7FAC-C321-2BA5-42D2C32BF79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975097" y="2383954"/>
                  <a:ext cx="1171080" cy="42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7FD628D-BE34-2245-573A-675A8978CBC8}"/>
              </a:ext>
            </a:extLst>
          </p:cNvPr>
          <p:cNvGrpSpPr/>
          <p:nvPr/>
        </p:nvGrpSpPr>
        <p:grpSpPr>
          <a:xfrm>
            <a:off x="5082737" y="3223474"/>
            <a:ext cx="972000" cy="894240"/>
            <a:chOff x="5082737" y="3223474"/>
            <a:chExt cx="972000" cy="89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CCEB000-41C9-7009-B4A6-24DC6CECF073}"/>
                    </a:ext>
                  </a:extLst>
                </p14:cNvPr>
                <p14:cNvContentPartPr/>
                <p14:nvPr/>
              </p14:nvContentPartPr>
              <p14:xfrm>
                <a:off x="5120177" y="3223474"/>
                <a:ext cx="101520" cy="750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CCEB000-41C9-7009-B4A6-24DC6CECF07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114057" y="3217354"/>
                  <a:ext cx="1137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08EA074-2678-37FD-F657-22E3A22A2C8C}"/>
                    </a:ext>
                  </a:extLst>
                </p14:cNvPr>
                <p14:cNvContentPartPr/>
                <p14:nvPr/>
              </p14:nvContentPartPr>
              <p14:xfrm>
                <a:off x="5082737" y="3254794"/>
                <a:ext cx="972000" cy="8629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08EA074-2678-37FD-F657-22E3A22A2C8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76617" y="3248674"/>
                  <a:ext cx="984240" cy="875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41691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A3F11-F0EC-B307-AB7E-B23753024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for a single class</a:t>
            </a:r>
          </a:p>
        </p:txBody>
      </p:sp>
      <p:pic>
        <p:nvPicPr>
          <p:cNvPr id="6" name="Content Placeholder 5" descr="A screenshot of a math test&#10;&#10;Description automatically generated">
            <a:extLst>
              <a:ext uri="{FF2B5EF4-FFF2-40B4-BE49-F238E27FC236}">
                <a16:creationId xmlns:a16="http://schemas.microsoft.com/office/drawing/2014/main" id="{29835B4F-C198-4E68-B58A-948BC02571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377" y="1436011"/>
            <a:ext cx="766524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99C8C-2037-282D-324A-FC705D81A1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57449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1222A-D4A6-4F95-5691-BB4A18BA0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Positive Rate, Sensitivity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C5DD856A-C1AA-1806-7193-E6ABB19019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6953" y="1253331"/>
            <a:ext cx="61000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85BF9-4902-17E5-109C-F09E30B176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88451D-FA44-4A18-ED15-CBD20BB205E7}"/>
              </a:ext>
            </a:extLst>
          </p:cNvPr>
          <p:cNvGrpSpPr/>
          <p:nvPr/>
        </p:nvGrpSpPr>
        <p:grpSpPr>
          <a:xfrm>
            <a:off x="645377" y="1444472"/>
            <a:ext cx="826200" cy="536760"/>
            <a:chOff x="645377" y="1444472"/>
            <a:chExt cx="826200" cy="53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E5556A3-5F4C-79C6-415E-119F14BA7A07}"/>
                    </a:ext>
                  </a:extLst>
                </p14:cNvPr>
                <p14:cNvContentPartPr/>
                <p14:nvPr/>
              </p14:nvContentPartPr>
              <p14:xfrm>
                <a:off x="645377" y="1636352"/>
                <a:ext cx="119880" cy="344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E5556A3-5F4C-79C6-415E-119F14BA7A0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7737" y="1618352"/>
                  <a:ext cx="1555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1A1C754-5447-03A8-1E4E-9054FA54AB46}"/>
                    </a:ext>
                  </a:extLst>
                </p14:cNvPr>
                <p14:cNvContentPartPr/>
                <p14:nvPr/>
              </p14:nvContentPartPr>
              <p14:xfrm>
                <a:off x="874697" y="1673792"/>
                <a:ext cx="341640" cy="239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1A1C754-5447-03A8-1E4E-9054FA54AB4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6697" y="1655792"/>
                  <a:ext cx="3772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C659C07-1A1B-0263-D717-4F91DE3E38BD}"/>
                    </a:ext>
                  </a:extLst>
                </p14:cNvPr>
                <p14:cNvContentPartPr/>
                <p14:nvPr/>
              </p14:nvContentPartPr>
              <p14:xfrm>
                <a:off x="1284737" y="1603592"/>
                <a:ext cx="128520" cy="184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C659C07-1A1B-0263-D717-4F91DE3E38B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6737" y="1585592"/>
                  <a:ext cx="164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E509138-1816-3714-A5B5-24936DDC3175}"/>
                    </a:ext>
                  </a:extLst>
                </p14:cNvPr>
                <p14:cNvContentPartPr/>
                <p14:nvPr/>
              </p14:nvContentPartPr>
              <p14:xfrm>
                <a:off x="1460057" y="1633832"/>
                <a:ext cx="11520" cy="93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E509138-1816-3714-A5B5-24936DDC317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442417" y="1615832"/>
                  <a:ext cx="471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05BF19-FC08-4CEE-8681-D6D8AD10C230}"/>
                    </a:ext>
                  </a:extLst>
                </p14:cNvPr>
                <p14:cNvContentPartPr/>
                <p14:nvPr/>
              </p14:nvContentPartPr>
              <p14:xfrm>
                <a:off x="1449617" y="1444472"/>
                <a:ext cx="10080" cy="51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05BF19-FC08-4CEE-8681-D6D8AD10C23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431977" y="1426832"/>
                  <a:ext cx="4572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C5C02E5-5C10-9C2F-F8F4-D6F845B131A8}"/>
              </a:ext>
            </a:extLst>
          </p:cNvPr>
          <p:cNvGrpSpPr/>
          <p:nvPr/>
        </p:nvGrpSpPr>
        <p:grpSpPr>
          <a:xfrm>
            <a:off x="1617017" y="1240712"/>
            <a:ext cx="868680" cy="450720"/>
            <a:chOff x="1617017" y="1240712"/>
            <a:chExt cx="868680" cy="45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9D776F8-BB41-E3DB-0A78-16401663659C}"/>
                    </a:ext>
                  </a:extLst>
                </p14:cNvPr>
                <p14:cNvContentPartPr/>
                <p14:nvPr/>
              </p14:nvContentPartPr>
              <p14:xfrm>
                <a:off x="1617017" y="1400912"/>
                <a:ext cx="55080" cy="228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9D776F8-BB41-E3DB-0A78-16401663659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599017" y="1382912"/>
                  <a:ext cx="9072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A29600D-7CB6-68F3-E408-B269A9511282}"/>
                    </a:ext>
                  </a:extLst>
                </p14:cNvPr>
                <p14:cNvContentPartPr/>
                <p14:nvPr/>
              </p14:nvContentPartPr>
              <p14:xfrm>
                <a:off x="1627817" y="1556072"/>
                <a:ext cx="36720" cy="21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A29600D-7CB6-68F3-E408-B269A951128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610177" y="1538072"/>
                  <a:ext cx="723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ED2091-8738-2B56-4924-BA0AA0EC05D7}"/>
                    </a:ext>
                  </a:extLst>
                </p14:cNvPr>
                <p14:cNvContentPartPr/>
                <p14:nvPr/>
              </p14:nvContentPartPr>
              <p14:xfrm>
                <a:off x="1767137" y="1525472"/>
                <a:ext cx="13320" cy="75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ED2091-8738-2B56-4924-BA0AA0EC05D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749137" y="1507832"/>
                  <a:ext cx="489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A81599F-84DB-0AF3-A226-673C2D4CD8F1}"/>
                    </a:ext>
                  </a:extLst>
                </p14:cNvPr>
                <p14:cNvContentPartPr/>
                <p14:nvPr/>
              </p14:nvContentPartPr>
              <p14:xfrm>
                <a:off x="1734737" y="1395152"/>
                <a:ext cx="12600" cy="53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A81599F-84DB-0AF3-A226-673C2D4CD8F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716737" y="1377512"/>
                  <a:ext cx="482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627137F-E5D0-0F3B-ED99-07F399206F7E}"/>
                    </a:ext>
                  </a:extLst>
                </p14:cNvPr>
                <p14:cNvContentPartPr/>
                <p14:nvPr/>
              </p14:nvContentPartPr>
              <p14:xfrm>
                <a:off x="1883777" y="1443392"/>
                <a:ext cx="103680" cy="123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627137F-E5D0-0F3B-ED99-07F399206F7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65777" y="1425752"/>
                  <a:ext cx="1393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C44B8E6-E6F2-1F58-DA0E-EE7D1E6C1714}"/>
                    </a:ext>
                  </a:extLst>
                </p14:cNvPr>
                <p14:cNvContentPartPr/>
                <p14:nvPr/>
              </p14:nvContentPartPr>
              <p14:xfrm>
                <a:off x="2073857" y="1424312"/>
                <a:ext cx="36720" cy="108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C44B8E6-E6F2-1F58-DA0E-EE7D1E6C171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056217" y="1406312"/>
                  <a:ext cx="723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F0589E7-01E5-3DCE-6944-D55D20FE25AE}"/>
                    </a:ext>
                  </a:extLst>
                </p14:cNvPr>
                <p14:cNvContentPartPr/>
                <p14:nvPr/>
              </p14:nvContentPartPr>
              <p14:xfrm>
                <a:off x="2061977" y="1254392"/>
                <a:ext cx="33480" cy="79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F0589E7-01E5-3DCE-6944-D55D20FE25A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44337" y="1236392"/>
                  <a:ext cx="691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282F211-E239-DBDD-D376-7089BB456A3A}"/>
                    </a:ext>
                  </a:extLst>
                </p14:cNvPr>
                <p14:cNvContentPartPr/>
                <p14:nvPr/>
              </p14:nvContentPartPr>
              <p14:xfrm>
                <a:off x="2229737" y="1240712"/>
                <a:ext cx="30600" cy="192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282F211-E239-DBDD-D376-7089BB456A3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11737" y="1223072"/>
                  <a:ext cx="66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9B1AB46-D714-108A-3FB3-600E34B7BE8E}"/>
                    </a:ext>
                  </a:extLst>
                </p14:cNvPr>
                <p14:cNvContentPartPr/>
                <p14:nvPr/>
              </p14:nvContentPartPr>
              <p14:xfrm>
                <a:off x="2211377" y="1326752"/>
                <a:ext cx="274320" cy="364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9B1AB46-D714-108A-3FB3-600E34B7BE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93377" y="1308752"/>
                  <a:ext cx="309960" cy="40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C799B32-4569-3FC8-89C8-23EBC442645E}"/>
              </a:ext>
            </a:extLst>
          </p:cNvPr>
          <p:cNvGrpSpPr/>
          <p:nvPr/>
        </p:nvGrpSpPr>
        <p:grpSpPr>
          <a:xfrm>
            <a:off x="9574817" y="1128752"/>
            <a:ext cx="1687320" cy="1772280"/>
            <a:chOff x="9574817" y="1128752"/>
            <a:chExt cx="1687320" cy="177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1D4C786-EC37-C081-E8DF-08212B40101D}"/>
                    </a:ext>
                  </a:extLst>
                </p14:cNvPr>
                <p14:cNvContentPartPr/>
                <p14:nvPr/>
              </p14:nvContentPartPr>
              <p14:xfrm>
                <a:off x="9694697" y="1146032"/>
                <a:ext cx="63000" cy="1354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1D4C786-EC37-C081-E8DF-08212B40101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677057" y="1128032"/>
                  <a:ext cx="98640" cy="13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A21957F-4733-811D-5E4E-25EA46037B26}"/>
                    </a:ext>
                  </a:extLst>
                </p14:cNvPr>
                <p14:cNvContentPartPr/>
                <p14:nvPr/>
              </p14:nvContentPartPr>
              <p14:xfrm>
                <a:off x="9691817" y="2307752"/>
                <a:ext cx="1564920" cy="189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A21957F-4733-811D-5E4E-25EA46037B2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673817" y="2289752"/>
                  <a:ext cx="16005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9B547A3-DF71-C3D6-5765-B2F94AC5AD7D}"/>
                    </a:ext>
                  </a:extLst>
                </p14:cNvPr>
                <p14:cNvContentPartPr/>
                <p14:nvPr/>
              </p14:nvContentPartPr>
              <p14:xfrm>
                <a:off x="11115257" y="2232872"/>
                <a:ext cx="146880" cy="262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9B547A3-DF71-C3D6-5765-B2F94AC5AD7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097617" y="2215232"/>
                  <a:ext cx="1825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004D59D-906D-F6E5-21DF-12A183058C87}"/>
                    </a:ext>
                  </a:extLst>
                </p14:cNvPr>
                <p14:cNvContentPartPr/>
                <p14:nvPr/>
              </p14:nvContentPartPr>
              <p14:xfrm>
                <a:off x="9574817" y="1128752"/>
                <a:ext cx="258120" cy="175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004D59D-906D-F6E5-21DF-12A183058C8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57177" y="1111112"/>
                  <a:ext cx="2937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AA4D97C-372E-E9C3-9197-2A6B34884347}"/>
                    </a:ext>
                  </a:extLst>
                </p14:cNvPr>
                <p14:cNvContentPartPr/>
                <p14:nvPr/>
              </p14:nvContentPartPr>
              <p14:xfrm>
                <a:off x="9976937" y="2704112"/>
                <a:ext cx="24480" cy="187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AA4D97C-372E-E9C3-9197-2A6B3488434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958937" y="2686472"/>
                  <a:ext cx="601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2DA918D-08E5-5F1A-7B2C-2AFDF09E422E}"/>
                    </a:ext>
                  </a:extLst>
                </p14:cNvPr>
                <p14:cNvContentPartPr/>
                <p14:nvPr/>
              </p14:nvContentPartPr>
              <p14:xfrm>
                <a:off x="9963617" y="2597912"/>
                <a:ext cx="10800" cy="18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2DA918D-08E5-5F1A-7B2C-2AFDF09E422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945617" y="2580272"/>
                  <a:ext cx="46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5A1039E-A19C-9DFC-8AAD-F78E85FACB0D}"/>
                    </a:ext>
                  </a:extLst>
                </p14:cNvPr>
                <p14:cNvContentPartPr/>
                <p14:nvPr/>
              </p14:nvContentPartPr>
              <p14:xfrm>
                <a:off x="10089617" y="2687192"/>
                <a:ext cx="111960" cy="1004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5A1039E-A19C-9DFC-8AAD-F78E85FACB0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071617" y="2669552"/>
                  <a:ext cx="147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9F050CA-813F-FAB3-5753-8693AC03B460}"/>
                    </a:ext>
                  </a:extLst>
                </p14:cNvPr>
                <p14:cNvContentPartPr/>
                <p14:nvPr/>
              </p14:nvContentPartPr>
              <p14:xfrm>
                <a:off x="10322177" y="2685032"/>
                <a:ext cx="36000" cy="216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9F050CA-813F-FAB3-5753-8693AC03B46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04177" y="2667032"/>
                  <a:ext cx="716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EBF8FBC-10EE-B7D3-EAE3-80A5E73AADBE}"/>
                    </a:ext>
                  </a:extLst>
                </p14:cNvPr>
                <p14:cNvContentPartPr/>
                <p14:nvPr/>
              </p14:nvContentPartPr>
              <p14:xfrm>
                <a:off x="10323977" y="2657672"/>
                <a:ext cx="127080" cy="1454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EBF8FBC-10EE-B7D3-EAE3-80A5E73AADB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306337" y="2639672"/>
                  <a:ext cx="1627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0EAB3C1-E2FB-467E-0809-C98563953B61}"/>
                    </a:ext>
                  </a:extLst>
                </p14:cNvPr>
                <p14:cNvContentPartPr/>
                <p14:nvPr/>
              </p14:nvContentPartPr>
              <p14:xfrm>
                <a:off x="10502177" y="2675672"/>
                <a:ext cx="118440" cy="87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0EAB3C1-E2FB-467E-0809-C98563953B6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484177" y="2658032"/>
                  <a:ext cx="1540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46ECEA9-F64D-B2BC-9491-07A267256760}"/>
                    </a:ext>
                  </a:extLst>
                </p14:cNvPr>
                <p14:cNvContentPartPr/>
                <p14:nvPr/>
              </p14:nvContentPartPr>
              <p14:xfrm>
                <a:off x="10698017" y="2537792"/>
                <a:ext cx="48600" cy="201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46ECEA9-F64D-B2BC-9491-07A26725676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680017" y="2520152"/>
                  <a:ext cx="84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3653196-D598-23FA-8BBA-2AAFB1F04428}"/>
                    </a:ext>
                  </a:extLst>
                </p14:cNvPr>
                <p14:cNvContentPartPr/>
                <p14:nvPr/>
              </p14:nvContentPartPr>
              <p14:xfrm>
                <a:off x="10667417" y="2584232"/>
                <a:ext cx="129600" cy="75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3653196-D598-23FA-8BBA-2AAFB1F0442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0649777" y="2566232"/>
                  <a:ext cx="165240" cy="11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5ED9BF4-1D84-969D-BD59-A3DA45B638F8}"/>
              </a:ext>
            </a:extLst>
          </p:cNvPr>
          <p:cNvGrpSpPr/>
          <p:nvPr/>
        </p:nvGrpSpPr>
        <p:grpSpPr>
          <a:xfrm>
            <a:off x="9119777" y="1572992"/>
            <a:ext cx="872640" cy="438840"/>
            <a:chOff x="9119777" y="1572992"/>
            <a:chExt cx="872640" cy="43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F47C35F-5E9B-3D3A-9543-8930B5D34CF9}"/>
                    </a:ext>
                  </a:extLst>
                </p14:cNvPr>
                <p14:cNvContentPartPr/>
                <p14:nvPr/>
              </p14:nvContentPartPr>
              <p14:xfrm>
                <a:off x="9119777" y="1851632"/>
                <a:ext cx="89640" cy="160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F47C35F-5E9B-3D3A-9543-8930B5D34CF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102137" y="1833632"/>
                  <a:ext cx="1252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BC02A5C-2C65-8CF7-92B2-243B37546329}"/>
                    </a:ext>
                  </a:extLst>
                </p14:cNvPr>
                <p14:cNvContentPartPr/>
                <p14:nvPr/>
              </p14:nvContentPartPr>
              <p14:xfrm>
                <a:off x="9285737" y="1848392"/>
                <a:ext cx="118440" cy="727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BC02A5C-2C65-8CF7-92B2-243B3754632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267737" y="1830392"/>
                  <a:ext cx="154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31A6FF5-D5FE-35C4-7A3F-D11DC395C978}"/>
                    </a:ext>
                  </a:extLst>
                </p14:cNvPr>
                <p14:cNvContentPartPr/>
                <p14:nvPr/>
              </p14:nvContentPartPr>
              <p14:xfrm>
                <a:off x="9451697" y="1657232"/>
                <a:ext cx="65160" cy="205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31A6FF5-D5FE-35C4-7A3F-D11DC395C97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33697" y="1639232"/>
                  <a:ext cx="100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C62F986-6B05-154A-2FF6-2937259206BF}"/>
                    </a:ext>
                  </a:extLst>
                </p14:cNvPr>
                <p14:cNvContentPartPr/>
                <p14:nvPr/>
              </p14:nvContentPartPr>
              <p14:xfrm>
                <a:off x="9444137" y="1738232"/>
                <a:ext cx="96840" cy="68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C62F986-6B05-154A-2FF6-2937259206B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26137" y="1720232"/>
                  <a:ext cx="13248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CBB99E1-BF3B-7035-90F9-A4153E9ADD1B}"/>
                    </a:ext>
                  </a:extLst>
                </p14:cNvPr>
                <p14:cNvContentPartPr/>
                <p14:nvPr/>
              </p14:nvContentPartPr>
              <p14:xfrm>
                <a:off x="9621257" y="1735712"/>
                <a:ext cx="74520" cy="1915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CBB99E1-BF3B-7035-90F9-A4153E9ADD1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603257" y="1717712"/>
                  <a:ext cx="110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396DB31-7340-4E1B-364F-2B5CCEF3EEA3}"/>
                    </a:ext>
                  </a:extLst>
                </p14:cNvPr>
                <p14:cNvContentPartPr/>
                <p14:nvPr/>
              </p14:nvContentPartPr>
              <p14:xfrm>
                <a:off x="9611897" y="1709432"/>
                <a:ext cx="96840" cy="889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396DB31-7340-4E1B-364F-2B5CCEF3EEA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93897" y="1691432"/>
                  <a:ext cx="1324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0E25533-4B63-9124-1F95-221C3A51D512}"/>
                    </a:ext>
                  </a:extLst>
                </p14:cNvPr>
                <p14:cNvContentPartPr/>
                <p14:nvPr/>
              </p14:nvContentPartPr>
              <p14:xfrm>
                <a:off x="9729977" y="1695032"/>
                <a:ext cx="171000" cy="100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0E25533-4B63-9124-1F95-221C3A51D51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711977" y="1677392"/>
                  <a:ext cx="206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38CBFAD-8D18-7D42-F58D-007EC616040A}"/>
                    </a:ext>
                  </a:extLst>
                </p14:cNvPr>
                <p14:cNvContentPartPr/>
                <p14:nvPr/>
              </p14:nvContentPartPr>
              <p14:xfrm>
                <a:off x="9919337" y="1572992"/>
                <a:ext cx="54000" cy="145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38CBFAD-8D18-7D42-F58D-007EC61604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901337" y="1555352"/>
                  <a:ext cx="896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2B6B376-CDF7-5FAE-0236-7B7EF5CD0BDB}"/>
                    </a:ext>
                  </a:extLst>
                </p14:cNvPr>
                <p14:cNvContentPartPr/>
                <p14:nvPr/>
              </p14:nvContentPartPr>
              <p14:xfrm>
                <a:off x="9930137" y="1609712"/>
                <a:ext cx="62280" cy="813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2B6B376-CDF7-5FAE-0236-7B7EF5CD0BD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912497" y="1591712"/>
                  <a:ext cx="9792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01EC118A-94A7-4C34-AD37-502AD06EC46F}"/>
              </a:ext>
            </a:extLst>
          </p:cNvPr>
          <p:cNvGrpSpPr/>
          <p:nvPr/>
        </p:nvGrpSpPr>
        <p:grpSpPr>
          <a:xfrm>
            <a:off x="9494897" y="3704192"/>
            <a:ext cx="1722960" cy="402840"/>
            <a:chOff x="9494897" y="3704192"/>
            <a:chExt cx="1722960" cy="40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D0AD9BE-BA2A-2502-B0D5-9B0B15DDBB31}"/>
                    </a:ext>
                  </a:extLst>
                </p14:cNvPr>
                <p14:cNvContentPartPr/>
                <p14:nvPr/>
              </p14:nvContentPartPr>
              <p14:xfrm>
                <a:off x="9494897" y="3862232"/>
                <a:ext cx="146160" cy="244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D0AD9BE-BA2A-2502-B0D5-9B0B15DDBB31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77257" y="3844232"/>
                  <a:ext cx="181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9BAA6FE-B4A3-C784-713A-9F25842EDB69}"/>
                    </a:ext>
                  </a:extLst>
                </p14:cNvPr>
                <p14:cNvContentPartPr/>
                <p14:nvPr/>
              </p14:nvContentPartPr>
              <p14:xfrm>
                <a:off x="9723137" y="3907952"/>
                <a:ext cx="178560" cy="136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9BAA6FE-B4A3-C784-713A-9F25842EDB6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705137" y="3890312"/>
                  <a:ext cx="2142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A5AA864-2531-733D-645E-15CD93A7A9ED}"/>
                    </a:ext>
                  </a:extLst>
                </p14:cNvPr>
                <p14:cNvContentPartPr/>
                <p14:nvPr/>
              </p14:nvContentPartPr>
              <p14:xfrm>
                <a:off x="9909257" y="3922712"/>
                <a:ext cx="113040" cy="102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A5AA864-2531-733D-645E-15CD93A7A9E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91617" y="3905072"/>
                  <a:ext cx="1486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40CB9C6-F9B9-645F-D7E9-DABE18F08AF8}"/>
                    </a:ext>
                  </a:extLst>
                </p14:cNvPr>
                <p14:cNvContentPartPr/>
                <p14:nvPr/>
              </p14:nvContentPartPr>
              <p14:xfrm>
                <a:off x="10141457" y="3898952"/>
                <a:ext cx="72360" cy="128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40CB9C6-F9B9-645F-D7E9-DABE18F08AF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123457" y="3881312"/>
                  <a:ext cx="108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A79584E-0C85-3797-BFF7-C7EFFDE4EA52}"/>
                    </a:ext>
                  </a:extLst>
                </p14:cNvPr>
                <p14:cNvContentPartPr/>
                <p14:nvPr/>
              </p14:nvContentPartPr>
              <p14:xfrm>
                <a:off x="10247297" y="3856832"/>
                <a:ext cx="21960" cy="1242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A79584E-0C85-3797-BFF7-C7EFFDE4EA5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29657" y="3839192"/>
                  <a:ext cx="576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C0B8DEE-4BBF-338B-7775-CD6F98579B84}"/>
                    </a:ext>
                  </a:extLst>
                </p14:cNvPr>
                <p14:cNvContentPartPr/>
                <p14:nvPr/>
              </p14:nvContentPartPr>
              <p14:xfrm>
                <a:off x="10281497" y="3730472"/>
                <a:ext cx="11160" cy="38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C0B8DEE-4BBF-338B-7775-CD6F98579B8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63497" y="3712472"/>
                  <a:ext cx="46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B6EAE74-9430-DB1B-E925-6405E0762F10}"/>
                    </a:ext>
                  </a:extLst>
                </p14:cNvPr>
                <p14:cNvContentPartPr/>
                <p14:nvPr/>
              </p14:nvContentPartPr>
              <p14:xfrm>
                <a:off x="10424057" y="3815432"/>
                <a:ext cx="16200" cy="184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B6EAE74-9430-DB1B-E925-6405E0762F1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6057" y="3797792"/>
                  <a:ext cx="518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701A143-F06F-0EBC-23A1-93352934BD16}"/>
                    </a:ext>
                  </a:extLst>
                </p14:cNvPr>
                <p14:cNvContentPartPr/>
                <p14:nvPr/>
              </p14:nvContentPartPr>
              <p14:xfrm>
                <a:off x="10374737" y="3862232"/>
                <a:ext cx="187920" cy="1058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701A143-F06F-0EBC-23A1-93352934BD1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357097" y="3844232"/>
                  <a:ext cx="2235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F999C95-49FB-809E-165A-72DC16A34FD7}"/>
                    </a:ext>
                  </a:extLst>
                </p14:cNvPr>
                <p14:cNvContentPartPr/>
                <p14:nvPr/>
              </p14:nvContentPartPr>
              <p14:xfrm>
                <a:off x="10530257" y="3790592"/>
                <a:ext cx="18000" cy="198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F999C95-49FB-809E-165A-72DC16A34FD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512257" y="3772952"/>
                  <a:ext cx="536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6235D5A-F3BF-B4D0-CD6E-BED5B18393BC}"/>
                    </a:ext>
                  </a:extLst>
                </p14:cNvPr>
                <p14:cNvContentPartPr/>
                <p14:nvPr/>
              </p14:nvContentPartPr>
              <p14:xfrm>
                <a:off x="10676417" y="3842072"/>
                <a:ext cx="72000" cy="928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6235D5A-F3BF-B4D0-CD6E-BED5B18393B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658417" y="3824072"/>
                  <a:ext cx="1076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65A4987-8740-C656-85FD-07602C1808FB}"/>
                    </a:ext>
                  </a:extLst>
                </p14:cNvPr>
                <p14:cNvContentPartPr/>
                <p14:nvPr/>
              </p14:nvContentPartPr>
              <p14:xfrm>
                <a:off x="10843457" y="3828752"/>
                <a:ext cx="27360" cy="86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65A4987-8740-C656-85FD-07602C1808F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825817" y="3811112"/>
                  <a:ext cx="630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6A4E79F-81F2-3C81-38F4-D74C8697EA1B}"/>
                    </a:ext>
                  </a:extLst>
                </p14:cNvPr>
                <p14:cNvContentPartPr/>
                <p14:nvPr/>
              </p14:nvContentPartPr>
              <p14:xfrm>
                <a:off x="10848137" y="3704192"/>
                <a:ext cx="13680" cy="26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6A4E79F-81F2-3C81-38F4-D74C8697EA1B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830137" y="3686552"/>
                  <a:ext cx="493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1DA94D8-E1F1-D427-7F0E-A7E45A91F280}"/>
                    </a:ext>
                  </a:extLst>
                </p14:cNvPr>
                <p14:cNvContentPartPr/>
                <p14:nvPr/>
              </p14:nvContentPartPr>
              <p14:xfrm>
                <a:off x="10958657" y="3726512"/>
                <a:ext cx="42480" cy="169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1DA94D8-E1F1-D427-7F0E-A7E45A91F28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941017" y="3708872"/>
                  <a:ext cx="781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E9C5681-00E4-6D7B-2739-45D61472D957}"/>
                    </a:ext>
                  </a:extLst>
                </p14:cNvPr>
                <p14:cNvContentPartPr/>
                <p14:nvPr/>
              </p14:nvContentPartPr>
              <p14:xfrm>
                <a:off x="10970537" y="3802472"/>
                <a:ext cx="247320" cy="239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E9C5681-00E4-6D7B-2739-45D61472D95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952537" y="3784832"/>
                  <a:ext cx="28296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C294ADC-EA10-01C7-75E2-8B93C1991E31}"/>
              </a:ext>
            </a:extLst>
          </p:cNvPr>
          <p:cNvGrpSpPr/>
          <p:nvPr/>
        </p:nvGrpSpPr>
        <p:grpSpPr>
          <a:xfrm>
            <a:off x="9944537" y="4687712"/>
            <a:ext cx="221040" cy="125280"/>
            <a:chOff x="9944537" y="4687712"/>
            <a:chExt cx="221040" cy="12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700C072-2B0B-BFC3-AD4F-B973E532B7C3}"/>
                    </a:ext>
                  </a:extLst>
                </p14:cNvPr>
                <p14:cNvContentPartPr/>
                <p14:nvPr/>
              </p14:nvContentPartPr>
              <p14:xfrm>
                <a:off x="9944537" y="4687712"/>
                <a:ext cx="141480" cy="61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700C072-2B0B-BFC3-AD4F-B973E532B7C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926897" y="4669712"/>
                  <a:ext cx="1771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46F3401-DBD7-1F87-B6AF-79DA0F671B81}"/>
                    </a:ext>
                  </a:extLst>
                </p14:cNvPr>
                <p14:cNvContentPartPr/>
                <p14:nvPr/>
              </p14:nvContentPartPr>
              <p14:xfrm>
                <a:off x="10079177" y="4778792"/>
                <a:ext cx="86400" cy="342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46F3401-DBD7-1F87-B6AF-79DA0F671B8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61177" y="4760792"/>
                  <a:ext cx="122040" cy="6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5DD0854-23F2-2895-844F-8EC12F6226EE}"/>
              </a:ext>
            </a:extLst>
          </p:cNvPr>
          <p:cNvGrpSpPr/>
          <p:nvPr/>
        </p:nvGrpSpPr>
        <p:grpSpPr>
          <a:xfrm>
            <a:off x="10386617" y="4223312"/>
            <a:ext cx="1547280" cy="985320"/>
            <a:chOff x="10386617" y="4223312"/>
            <a:chExt cx="1547280" cy="98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62AD83-FE52-042F-8BB9-F35C082CDAA2}"/>
                    </a:ext>
                  </a:extLst>
                </p14:cNvPr>
                <p14:cNvContentPartPr/>
                <p14:nvPr/>
              </p14:nvContentPartPr>
              <p14:xfrm>
                <a:off x="10386617" y="4392872"/>
                <a:ext cx="43560" cy="222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62AD83-FE52-042F-8BB9-F35C082CDAA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68617" y="4375232"/>
                  <a:ext cx="7920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F408E6B-85A9-0818-3986-EEEBAC14CAE1}"/>
                    </a:ext>
                  </a:extLst>
                </p14:cNvPr>
                <p14:cNvContentPartPr/>
                <p14:nvPr/>
              </p14:nvContentPartPr>
              <p14:xfrm>
                <a:off x="10386617" y="4404032"/>
                <a:ext cx="182880" cy="205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F408E6B-85A9-0818-3986-EEEBAC14CAE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68977" y="4386392"/>
                  <a:ext cx="2185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5A9A230-B3D8-6161-B70D-C142E7070FB1}"/>
                    </a:ext>
                  </a:extLst>
                </p14:cNvPr>
                <p14:cNvContentPartPr/>
                <p14:nvPr/>
              </p14:nvContentPartPr>
              <p14:xfrm>
                <a:off x="10717097" y="4424912"/>
                <a:ext cx="93240" cy="130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5A9A230-B3D8-6161-B70D-C142E7070FB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99097" y="4407272"/>
                  <a:ext cx="128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D06E930-5B47-CADE-967B-BC449110E3C8}"/>
                    </a:ext>
                  </a:extLst>
                </p14:cNvPr>
                <p14:cNvContentPartPr/>
                <p14:nvPr/>
              </p14:nvContentPartPr>
              <p14:xfrm>
                <a:off x="10872617" y="4431752"/>
                <a:ext cx="167040" cy="1137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D06E930-5B47-CADE-967B-BC449110E3C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854617" y="4414112"/>
                  <a:ext cx="20268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3602BA6-01E4-42E3-9965-CF16813BB378}"/>
                    </a:ext>
                  </a:extLst>
                </p14:cNvPr>
                <p14:cNvContentPartPr/>
                <p14:nvPr/>
              </p14:nvContentPartPr>
              <p14:xfrm>
                <a:off x="11126057" y="4288832"/>
                <a:ext cx="52560" cy="1893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3602BA6-01E4-42E3-9965-CF16813BB37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108057" y="4270832"/>
                  <a:ext cx="88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4FB6A8F-5CBE-FBDF-2120-2015C1844895}"/>
                    </a:ext>
                  </a:extLst>
                </p14:cNvPr>
                <p14:cNvContentPartPr/>
                <p14:nvPr/>
              </p14:nvContentPartPr>
              <p14:xfrm>
                <a:off x="11101217" y="4368032"/>
                <a:ext cx="117360" cy="60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4FB6A8F-5CBE-FBDF-2120-2015C184489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1083577" y="4350032"/>
                  <a:ext cx="15300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8B03F6-5B91-0B4F-BCDD-2242B790F4A4}"/>
                    </a:ext>
                  </a:extLst>
                </p14:cNvPr>
                <p14:cNvContentPartPr/>
                <p14:nvPr/>
              </p14:nvContentPartPr>
              <p14:xfrm>
                <a:off x="11351777" y="4398992"/>
                <a:ext cx="17640" cy="1123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8B03F6-5B91-0B4F-BCDD-2242B790F4A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1333777" y="4380992"/>
                  <a:ext cx="532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F3D0EB4-CFDF-C41D-B668-258CBF0E3C77}"/>
                    </a:ext>
                  </a:extLst>
                </p14:cNvPr>
                <p14:cNvContentPartPr/>
                <p14:nvPr/>
              </p14:nvContentPartPr>
              <p14:xfrm>
                <a:off x="11370857" y="4338152"/>
                <a:ext cx="66240" cy="1083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F3D0EB4-CFDF-C41D-B668-258CBF0E3C77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353217" y="4320512"/>
                  <a:ext cx="1018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8037A69-DF70-100F-8157-892A78199872}"/>
                    </a:ext>
                  </a:extLst>
                </p14:cNvPr>
                <p14:cNvContentPartPr/>
                <p14:nvPr/>
              </p14:nvContentPartPr>
              <p14:xfrm>
                <a:off x="11482457" y="4354712"/>
                <a:ext cx="169560" cy="70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8037A69-DF70-100F-8157-892A7819987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464817" y="4336712"/>
                  <a:ext cx="2052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1A0D6D5-28D8-24F6-3E2E-B3406688F792}"/>
                    </a:ext>
                  </a:extLst>
                </p14:cNvPr>
                <p14:cNvContentPartPr/>
                <p14:nvPr/>
              </p14:nvContentPartPr>
              <p14:xfrm>
                <a:off x="11708537" y="4223312"/>
                <a:ext cx="25560" cy="149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1A0D6D5-28D8-24F6-3E2E-B3406688F79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690537" y="4205312"/>
                  <a:ext cx="612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7E418EE-B094-80CC-D40A-C44C59693E5D}"/>
                    </a:ext>
                  </a:extLst>
                </p14:cNvPr>
                <p14:cNvContentPartPr/>
                <p14:nvPr/>
              </p14:nvContentPartPr>
              <p14:xfrm>
                <a:off x="11684057" y="4284872"/>
                <a:ext cx="152640" cy="943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7E418EE-B094-80CC-D40A-C44C59693E5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666417" y="4266872"/>
                  <a:ext cx="1882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B7941C8-C86F-E975-04B8-B4802822F4B2}"/>
                    </a:ext>
                  </a:extLst>
                </p14:cNvPr>
                <p14:cNvContentPartPr/>
                <p14:nvPr/>
              </p14:nvContentPartPr>
              <p14:xfrm>
                <a:off x="10455737" y="4604552"/>
                <a:ext cx="1478160" cy="2163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B7941C8-C86F-E975-04B8-B4802822F4B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37737" y="4586912"/>
                  <a:ext cx="15138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35EC05B-AB20-6096-BA6C-8D688CE95BC5}"/>
                    </a:ext>
                  </a:extLst>
                </p14:cNvPr>
                <p14:cNvContentPartPr/>
                <p14:nvPr/>
              </p14:nvContentPartPr>
              <p14:xfrm>
                <a:off x="10579937" y="4998392"/>
                <a:ext cx="69120" cy="191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35EC05B-AB20-6096-BA6C-8D688CE95BC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561937" y="4980752"/>
                  <a:ext cx="1047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6C8DA7C-B51A-C828-E500-D0AE3D957E1A}"/>
                    </a:ext>
                  </a:extLst>
                </p14:cNvPr>
                <p14:cNvContentPartPr/>
                <p14:nvPr/>
              </p14:nvContentPartPr>
              <p14:xfrm>
                <a:off x="10589297" y="5017112"/>
                <a:ext cx="196560" cy="191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6C8DA7C-B51A-C828-E500-D0AE3D957E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571657" y="4999472"/>
                  <a:ext cx="23220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21FF5F3-35E7-C6FC-CE14-6FD57A9D74ED}"/>
                    </a:ext>
                  </a:extLst>
                </p14:cNvPr>
                <p14:cNvContentPartPr/>
                <p14:nvPr/>
              </p14:nvContentPartPr>
              <p14:xfrm>
                <a:off x="10938857" y="5081552"/>
                <a:ext cx="21960" cy="1184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21FF5F3-35E7-C6FC-CE14-6FD57A9D74ED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921217" y="5063912"/>
                  <a:ext cx="576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5DA67CF-1925-F467-8AB6-E0C918689604}"/>
                    </a:ext>
                  </a:extLst>
                </p14:cNvPr>
                <p14:cNvContentPartPr/>
                <p14:nvPr/>
              </p14:nvContentPartPr>
              <p14:xfrm>
                <a:off x="10967657" y="4943312"/>
                <a:ext cx="9360" cy="216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5DA67CF-1925-F467-8AB6-E0C91868960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949657" y="4925672"/>
                  <a:ext cx="45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1234163-3B70-C5FD-84EE-596AE279F9CF}"/>
                    </a:ext>
                  </a:extLst>
                </p14:cNvPr>
                <p14:cNvContentPartPr/>
                <p14:nvPr/>
              </p14:nvContentPartPr>
              <p14:xfrm>
                <a:off x="11090057" y="5040512"/>
                <a:ext cx="110520" cy="964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1234163-3B70-C5FD-84EE-596AE279F9C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072057" y="5022512"/>
                  <a:ext cx="1461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69D42DD-5F5D-7717-E847-DE4F77FDBC98}"/>
                    </a:ext>
                  </a:extLst>
                </p14:cNvPr>
                <p14:cNvContentPartPr/>
                <p14:nvPr/>
              </p14:nvContentPartPr>
              <p14:xfrm>
                <a:off x="11301017" y="5013152"/>
                <a:ext cx="16920" cy="141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69D42DD-5F5D-7717-E847-DE4F77FDBC9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283377" y="4995512"/>
                  <a:ext cx="525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79D0351-17A6-33C3-E781-2DDF63DF4EEF}"/>
                    </a:ext>
                  </a:extLst>
                </p14:cNvPr>
                <p14:cNvContentPartPr/>
                <p14:nvPr/>
              </p14:nvContentPartPr>
              <p14:xfrm>
                <a:off x="11284817" y="4971392"/>
                <a:ext cx="104040" cy="1058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79D0351-17A6-33C3-E781-2DDF63DF4EE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266817" y="4953752"/>
                  <a:ext cx="1396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79FDAAB-874B-4B92-044E-0719386A06C0}"/>
                    </a:ext>
                  </a:extLst>
                </p14:cNvPr>
                <p14:cNvContentPartPr/>
                <p14:nvPr/>
              </p14:nvContentPartPr>
              <p14:xfrm>
                <a:off x="11433497" y="4989392"/>
                <a:ext cx="157680" cy="92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79FDAAB-874B-4B92-044E-0719386A06C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1415497" y="4971392"/>
                  <a:ext cx="1933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F0B35AB-586B-8D70-94E4-043E329F9AB6}"/>
                    </a:ext>
                  </a:extLst>
                </p14:cNvPr>
                <p14:cNvContentPartPr/>
                <p14:nvPr/>
              </p14:nvContentPartPr>
              <p14:xfrm>
                <a:off x="11654177" y="4828472"/>
                <a:ext cx="22320" cy="2142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F0B35AB-586B-8D70-94E4-043E329F9AB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636177" y="4810832"/>
                  <a:ext cx="5796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6542471-CEA3-075C-DB78-A539B8819A78}"/>
                    </a:ext>
                  </a:extLst>
                </p14:cNvPr>
                <p14:cNvContentPartPr/>
                <p14:nvPr/>
              </p14:nvContentPartPr>
              <p14:xfrm>
                <a:off x="11624297" y="4939352"/>
                <a:ext cx="120960" cy="612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6542471-CEA3-075C-DB78-A539B8819A7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606297" y="4921352"/>
                  <a:ext cx="1566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C013229-23FF-059C-EE1D-0397BA0724D9}"/>
                    </a:ext>
                  </a:extLst>
                </p14:cNvPr>
                <p14:cNvContentPartPr/>
                <p14:nvPr/>
              </p14:nvContentPartPr>
              <p14:xfrm>
                <a:off x="11832377" y="5005592"/>
                <a:ext cx="12600" cy="111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C013229-23FF-059C-EE1D-0397BA0724D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814377" y="4987592"/>
                  <a:ext cx="48240" cy="46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513510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6E131-792B-D3F3-6E5E-F16F2FE9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True Negative Rate, Selectivity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E7F54B20-2839-5B2F-AE66-018C912CEF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044" y="1094105"/>
            <a:ext cx="608156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69FFD8-2822-2030-341B-F1802376E6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81CFFDD-7656-C123-D06C-CE83331BEB28}"/>
              </a:ext>
            </a:extLst>
          </p:cNvPr>
          <p:cNvGrpSpPr/>
          <p:nvPr/>
        </p:nvGrpSpPr>
        <p:grpSpPr>
          <a:xfrm>
            <a:off x="612617" y="1374632"/>
            <a:ext cx="600840" cy="388440"/>
            <a:chOff x="612617" y="1374632"/>
            <a:chExt cx="600840" cy="38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0E10AA4-140A-1B86-4D03-FA78D06E2DA2}"/>
                    </a:ext>
                  </a:extLst>
                </p14:cNvPr>
                <p14:cNvContentPartPr/>
                <p14:nvPr/>
              </p14:nvContentPartPr>
              <p14:xfrm>
                <a:off x="612617" y="1461752"/>
                <a:ext cx="165600" cy="301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0E10AA4-140A-1B86-4D03-FA78D06E2DA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4617" y="1443752"/>
                  <a:ext cx="20124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62F7B22-FD2F-BC42-BFEA-28BB8C9A6706}"/>
                    </a:ext>
                  </a:extLst>
                </p14:cNvPr>
                <p14:cNvContentPartPr/>
                <p14:nvPr/>
              </p14:nvContentPartPr>
              <p14:xfrm>
                <a:off x="871097" y="1515032"/>
                <a:ext cx="104040" cy="160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62F7B22-FD2F-BC42-BFEA-28BB8C9A670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3457" y="1497032"/>
                  <a:ext cx="139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AEBA260-3E6A-7BB4-2695-30BCE9FFF78B}"/>
                    </a:ext>
                  </a:extLst>
                </p14:cNvPr>
                <p14:cNvContentPartPr/>
                <p14:nvPr/>
              </p14:nvContentPartPr>
              <p14:xfrm>
                <a:off x="1002857" y="1374632"/>
                <a:ext cx="42840" cy="200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AEBA260-3E6A-7BB4-2695-30BCE9FFF78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85217" y="1356632"/>
                  <a:ext cx="784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916AF09-A71D-A40C-B558-80E7B5BB9447}"/>
                    </a:ext>
                  </a:extLst>
                </p14:cNvPr>
                <p14:cNvContentPartPr/>
                <p14:nvPr/>
              </p14:nvContentPartPr>
              <p14:xfrm>
                <a:off x="1112297" y="1455272"/>
                <a:ext cx="101160" cy="1310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916AF09-A71D-A40C-B558-80E7B5BB944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94657" y="1437272"/>
                  <a:ext cx="136800" cy="16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638A0C-EB2F-81AC-A338-66BB87FF3A5F}"/>
              </a:ext>
            </a:extLst>
          </p:cNvPr>
          <p:cNvGrpSpPr/>
          <p:nvPr/>
        </p:nvGrpSpPr>
        <p:grpSpPr>
          <a:xfrm>
            <a:off x="1347017" y="971792"/>
            <a:ext cx="997560" cy="566280"/>
            <a:chOff x="1347017" y="971792"/>
            <a:chExt cx="997560" cy="566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D86BFB7-3D41-7AD9-71DA-29404B56991F}"/>
                    </a:ext>
                  </a:extLst>
                </p14:cNvPr>
                <p14:cNvContentPartPr/>
                <p14:nvPr/>
              </p14:nvContentPartPr>
              <p14:xfrm>
                <a:off x="1347017" y="1409552"/>
                <a:ext cx="72720" cy="128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D86BFB7-3D41-7AD9-71DA-29404B56991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329377" y="1391912"/>
                  <a:ext cx="1083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134A2B2-C3BD-E4A6-10CD-1A0B6145096F}"/>
                    </a:ext>
                  </a:extLst>
                </p14:cNvPr>
                <p14:cNvContentPartPr/>
                <p14:nvPr/>
              </p14:nvContentPartPr>
              <p14:xfrm>
                <a:off x="1456817" y="1203272"/>
                <a:ext cx="100440" cy="2581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134A2B2-C3BD-E4A6-10CD-1A0B6145096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39177" y="1185272"/>
                  <a:ext cx="1360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0082C49-EEEF-2EF6-B7A8-ACD656D6BE28}"/>
                    </a:ext>
                  </a:extLst>
                </p14:cNvPr>
                <p14:cNvContentPartPr/>
                <p14:nvPr/>
              </p14:nvContentPartPr>
              <p14:xfrm>
                <a:off x="1509377" y="1298672"/>
                <a:ext cx="114120" cy="65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0082C49-EEEF-2EF6-B7A8-ACD656D6BE2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491377" y="1281032"/>
                  <a:ext cx="1497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29D289F-78BC-7B5A-D14C-E80AB0212C71}"/>
                    </a:ext>
                  </a:extLst>
                </p14:cNvPr>
                <p14:cNvContentPartPr/>
                <p14:nvPr/>
              </p14:nvContentPartPr>
              <p14:xfrm>
                <a:off x="1665977" y="1295432"/>
                <a:ext cx="33120" cy="101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29D289F-78BC-7B5A-D14C-E80AB0212C7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647977" y="1277432"/>
                  <a:ext cx="687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56A5EC7-1C98-645B-3B83-DBD5FA79E91B}"/>
                    </a:ext>
                  </a:extLst>
                </p14:cNvPr>
                <p14:cNvContentPartPr/>
                <p14:nvPr/>
              </p14:nvContentPartPr>
              <p14:xfrm>
                <a:off x="1665617" y="1173032"/>
                <a:ext cx="23760" cy="58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56A5EC7-1C98-645B-3B83-DBD5FA79E9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647617" y="1155032"/>
                  <a:ext cx="594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6AE2C35-E66F-3453-8AAB-0A23E417661B}"/>
                    </a:ext>
                  </a:extLst>
                </p14:cNvPr>
                <p14:cNvContentPartPr/>
                <p14:nvPr/>
              </p14:nvContentPartPr>
              <p14:xfrm>
                <a:off x="1797017" y="1207952"/>
                <a:ext cx="75600" cy="1040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6AE2C35-E66F-3453-8AAB-0A23E41766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79017" y="1189952"/>
                  <a:ext cx="111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64A380-4021-5112-6848-170E9A8556A7}"/>
                    </a:ext>
                  </a:extLst>
                </p14:cNvPr>
                <p14:cNvContentPartPr/>
                <p14:nvPr/>
              </p14:nvContentPartPr>
              <p14:xfrm>
                <a:off x="1982417" y="1193192"/>
                <a:ext cx="23400" cy="83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64A380-4021-5112-6848-170E9A8556A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964777" y="1175192"/>
                  <a:ext cx="59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39FD478-FECC-756B-E740-2A11E9F8F979}"/>
                    </a:ext>
                  </a:extLst>
                </p14:cNvPr>
                <p14:cNvContentPartPr/>
                <p14:nvPr/>
              </p14:nvContentPartPr>
              <p14:xfrm>
                <a:off x="1919057" y="1065032"/>
                <a:ext cx="10800" cy="12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39FD478-FECC-756B-E740-2A11E9F8F97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901057" y="1047392"/>
                  <a:ext cx="464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C1E57A-29D0-488D-8EEA-771B7732B91E}"/>
                    </a:ext>
                  </a:extLst>
                </p14:cNvPr>
                <p14:cNvContentPartPr/>
                <p14:nvPr/>
              </p14:nvContentPartPr>
              <p14:xfrm>
                <a:off x="2042177" y="971792"/>
                <a:ext cx="96120" cy="206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C1E57A-29D0-488D-8EEA-771B7732B91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024537" y="954152"/>
                  <a:ext cx="131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34FD225-2985-CC73-9944-8CB7E97CFE50}"/>
                    </a:ext>
                  </a:extLst>
                </p14:cNvPr>
                <p14:cNvContentPartPr/>
                <p14:nvPr/>
              </p14:nvContentPartPr>
              <p14:xfrm>
                <a:off x="2094377" y="1023992"/>
                <a:ext cx="250200" cy="348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34FD225-2985-CC73-9944-8CB7E97CFE5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076377" y="1005992"/>
                  <a:ext cx="285840" cy="38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239D08B2-DE38-05B8-2570-455EC883EBC7}"/>
                  </a:ext>
                </a:extLst>
              </p14:cNvPr>
              <p14:cNvContentPartPr/>
              <p14:nvPr/>
            </p14:nvContentPartPr>
            <p14:xfrm>
              <a:off x="2479937" y="1145672"/>
              <a:ext cx="15480" cy="471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239D08B2-DE38-05B8-2570-455EC883EBC7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2461937" y="1128032"/>
                <a:ext cx="51120" cy="8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57018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03877-706E-FD92-292B-89D28033B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Precision (Positive Predictive Value)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3E77E3B1-8CF2-4857-233F-58DC90AC45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7538" y="1825625"/>
            <a:ext cx="603692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B8025-DC55-1A24-57BE-F173005D1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44198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7B962-06D3-FED8-C99C-98C6F9A13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F1 score</a:t>
            </a:r>
          </a:p>
        </p:txBody>
      </p:sp>
      <p:pic>
        <p:nvPicPr>
          <p:cNvPr id="6" name="Content Placeholder 5" descr="A screenshot of a math table&#10;&#10;Description automatically generated">
            <a:extLst>
              <a:ext uri="{FF2B5EF4-FFF2-40B4-BE49-F238E27FC236}">
                <a16:creationId xmlns:a16="http://schemas.microsoft.com/office/drawing/2014/main" id="{CACFF3D2-930B-E017-88AD-037C4B929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971" y="1825625"/>
            <a:ext cx="599005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2A7837-882C-2987-B067-4EEDBCA6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985E5F2-F960-ABDA-5B3C-D27B8EDD201C}"/>
              </a:ext>
            </a:extLst>
          </p:cNvPr>
          <p:cNvGrpSpPr/>
          <p:nvPr/>
        </p:nvGrpSpPr>
        <p:grpSpPr>
          <a:xfrm>
            <a:off x="3013457" y="4362632"/>
            <a:ext cx="3621600" cy="1323000"/>
            <a:chOff x="3013457" y="4362632"/>
            <a:chExt cx="3621600" cy="132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0831F19-A3F0-9A33-5700-B6A7A6420906}"/>
                    </a:ext>
                  </a:extLst>
                </p14:cNvPr>
                <p14:cNvContentPartPr/>
                <p14:nvPr/>
              </p14:nvContentPartPr>
              <p14:xfrm>
                <a:off x="3013457" y="4368032"/>
                <a:ext cx="3621600" cy="1212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0831F19-A3F0-9A33-5700-B6A7A642090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995817" y="4350392"/>
                  <a:ext cx="3657240" cy="12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A09CE39-9788-5464-4BF0-26E32F59D337}"/>
                    </a:ext>
                  </a:extLst>
                </p14:cNvPr>
                <p14:cNvContentPartPr/>
                <p14:nvPr/>
              </p14:nvContentPartPr>
              <p14:xfrm>
                <a:off x="3116057" y="4362632"/>
                <a:ext cx="68400" cy="1323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A09CE39-9788-5464-4BF0-26E32F59D33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098417" y="4344992"/>
                  <a:ext cx="104040" cy="1358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158200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9E5AA-07D7-80D0-5217-A392B162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metrics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415BC882-B0C1-92E6-98F4-43214F59A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6027" y="1825625"/>
            <a:ext cx="639994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2A252-B62A-93C9-F66A-F4CAE678A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FB2E53-0382-F55E-A7F0-56855F6A621D}"/>
              </a:ext>
            </a:extLst>
          </p:cNvPr>
          <p:cNvGrpSpPr/>
          <p:nvPr/>
        </p:nvGrpSpPr>
        <p:grpSpPr>
          <a:xfrm>
            <a:off x="5924777" y="570392"/>
            <a:ext cx="864000" cy="416160"/>
            <a:chOff x="5924777" y="570392"/>
            <a:chExt cx="864000" cy="4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1D0194D-0337-798A-8C6D-1958E3333BC6}"/>
                    </a:ext>
                  </a:extLst>
                </p14:cNvPr>
                <p14:cNvContentPartPr/>
                <p14:nvPr/>
              </p14:nvContentPartPr>
              <p14:xfrm>
                <a:off x="5924777" y="570392"/>
                <a:ext cx="291240" cy="3992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1D0194D-0337-798A-8C6D-1958E3333BC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906777" y="552752"/>
                  <a:ext cx="3268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7E46D25-DC27-EA1E-45F3-2E01021CB1A9}"/>
                    </a:ext>
                  </a:extLst>
                </p14:cNvPr>
                <p14:cNvContentPartPr/>
                <p14:nvPr/>
              </p14:nvContentPartPr>
              <p14:xfrm>
                <a:off x="6282257" y="806552"/>
                <a:ext cx="115920" cy="105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7E46D25-DC27-EA1E-45F3-2E01021CB1A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64257" y="788912"/>
                  <a:ext cx="151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9A4AD7F-5AC0-373A-D81D-845FBE13D839}"/>
                    </a:ext>
                  </a:extLst>
                </p14:cNvPr>
                <p14:cNvContentPartPr/>
                <p14:nvPr/>
              </p14:nvContentPartPr>
              <p14:xfrm>
                <a:off x="6463337" y="804032"/>
                <a:ext cx="106920" cy="116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9A4AD7F-5AC0-373A-D81D-845FBE13D8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45697" y="786392"/>
                  <a:ext cx="1425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70544F8-E4AF-1C1C-177A-1D9AF8E4F14F}"/>
                    </a:ext>
                  </a:extLst>
                </p14:cNvPr>
                <p14:cNvContentPartPr/>
                <p14:nvPr/>
              </p14:nvContentPartPr>
              <p14:xfrm>
                <a:off x="6663137" y="615752"/>
                <a:ext cx="125640" cy="370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70544F8-E4AF-1C1C-177A-1D9AF8E4F14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645137" y="597752"/>
                  <a:ext cx="161280" cy="40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D8C9016-87EB-CF7F-1FC8-FD438A64A19B}"/>
              </a:ext>
            </a:extLst>
          </p:cNvPr>
          <p:cNvGrpSpPr/>
          <p:nvPr/>
        </p:nvGrpSpPr>
        <p:grpSpPr>
          <a:xfrm>
            <a:off x="7078217" y="661112"/>
            <a:ext cx="2548080" cy="738720"/>
            <a:chOff x="7078217" y="661112"/>
            <a:chExt cx="2548080" cy="73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F7A1240-D035-8F90-AB08-08A61F9B6E21}"/>
                    </a:ext>
                  </a:extLst>
                </p14:cNvPr>
                <p14:cNvContentPartPr/>
                <p14:nvPr/>
              </p14:nvContentPartPr>
              <p14:xfrm>
                <a:off x="7097297" y="816272"/>
                <a:ext cx="93600" cy="119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F7A1240-D035-8F90-AB08-08A61F9B6E2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79657" y="798272"/>
                  <a:ext cx="1292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81336A4-6677-1302-D307-AA5A2F9D1118}"/>
                    </a:ext>
                  </a:extLst>
                </p14:cNvPr>
                <p14:cNvContentPartPr/>
                <p14:nvPr/>
              </p14:nvContentPartPr>
              <p14:xfrm>
                <a:off x="7227257" y="822032"/>
                <a:ext cx="73080" cy="1130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81336A4-6677-1302-D307-AA5A2F9D111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209617" y="804392"/>
                  <a:ext cx="1087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716E8C-5C2D-F9F2-D144-BEB7BA833047}"/>
                    </a:ext>
                  </a:extLst>
                </p14:cNvPr>
                <p14:cNvContentPartPr/>
                <p14:nvPr/>
              </p14:nvContentPartPr>
              <p14:xfrm>
                <a:off x="7456217" y="818432"/>
                <a:ext cx="44640" cy="205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716E8C-5C2D-F9F2-D144-BEB7BA83304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438577" y="800792"/>
                  <a:ext cx="802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EA3D393-DFC9-D464-BD53-964DD96230F8}"/>
                    </a:ext>
                  </a:extLst>
                </p14:cNvPr>
                <p14:cNvContentPartPr/>
                <p14:nvPr/>
              </p14:nvContentPartPr>
              <p14:xfrm>
                <a:off x="7474937" y="804752"/>
                <a:ext cx="63000" cy="93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EA3D393-DFC9-D464-BD53-964DD96230F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56937" y="786752"/>
                  <a:ext cx="986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740815-68BF-D28E-3206-25D784F9E22C}"/>
                    </a:ext>
                  </a:extLst>
                </p14:cNvPr>
                <p14:cNvContentPartPr/>
                <p14:nvPr/>
              </p14:nvContentPartPr>
              <p14:xfrm>
                <a:off x="7573217" y="784232"/>
                <a:ext cx="78480" cy="105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740815-68BF-D28E-3206-25D784F9E2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555577" y="766232"/>
                  <a:ext cx="1141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DA285A1-508B-D066-D3D1-8F4C9CF19BFA}"/>
                    </a:ext>
                  </a:extLst>
                </p14:cNvPr>
                <p14:cNvContentPartPr/>
                <p14:nvPr/>
              </p14:nvContentPartPr>
              <p14:xfrm>
                <a:off x="7687337" y="769472"/>
                <a:ext cx="80280" cy="136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DA285A1-508B-D066-D3D1-8F4C9CF19BF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669697" y="751472"/>
                  <a:ext cx="115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4A3953E-0EB1-C0A6-D07E-F35B5115B535}"/>
                    </a:ext>
                  </a:extLst>
                </p14:cNvPr>
                <p14:cNvContentPartPr/>
                <p14:nvPr/>
              </p14:nvContentPartPr>
              <p14:xfrm>
                <a:off x="7900097" y="783152"/>
                <a:ext cx="81720" cy="136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4A3953E-0EB1-C0A6-D07E-F35B5115B53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882457" y="765152"/>
                  <a:ext cx="1173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5F4D708-2553-5393-890C-6FF764A90499}"/>
                    </a:ext>
                  </a:extLst>
                </p14:cNvPr>
                <p14:cNvContentPartPr/>
                <p14:nvPr/>
              </p14:nvContentPartPr>
              <p14:xfrm>
                <a:off x="8013137" y="784232"/>
                <a:ext cx="293760" cy="114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5F4D708-2553-5393-890C-6FF764A9049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95137" y="766232"/>
                  <a:ext cx="3294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9DF6D4-569C-B574-8EE0-127EEA675A3E}"/>
                    </a:ext>
                  </a:extLst>
                </p14:cNvPr>
                <p14:cNvContentPartPr/>
                <p14:nvPr/>
              </p14:nvContentPartPr>
              <p14:xfrm>
                <a:off x="8426417" y="677672"/>
                <a:ext cx="26280" cy="204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9DF6D4-569C-B574-8EE0-127EEA675A3E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408417" y="660032"/>
                  <a:ext cx="6192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F36C16F-F27D-D5E1-03C0-C96BBCE08386}"/>
                    </a:ext>
                  </a:extLst>
                </p14:cNvPr>
                <p14:cNvContentPartPr/>
                <p14:nvPr/>
              </p14:nvContentPartPr>
              <p14:xfrm>
                <a:off x="8401577" y="808352"/>
                <a:ext cx="265680" cy="105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F36C16F-F27D-D5E1-03C0-C96BBCE0838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83937" y="790352"/>
                  <a:ext cx="3013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2757C8C-E71E-1A94-E026-C32DD62CB6B8}"/>
                    </a:ext>
                  </a:extLst>
                </p14:cNvPr>
                <p14:cNvContentPartPr/>
                <p14:nvPr/>
              </p14:nvContentPartPr>
              <p14:xfrm>
                <a:off x="8734577" y="685232"/>
                <a:ext cx="40680" cy="2368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2757C8C-E71E-1A94-E026-C32DD62CB6B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16577" y="667592"/>
                  <a:ext cx="7632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CBB4D4B-3D47-156A-5AB6-E54E654D18FA}"/>
                    </a:ext>
                  </a:extLst>
                </p14:cNvPr>
                <p14:cNvContentPartPr/>
                <p14:nvPr/>
              </p14:nvContentPartPr>
              <p14:xfrm>
                <a:off x="8719097" y="801872"/>
                <a:ext cx="63720" cy="70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CBB4D4B-3D47-156A-5AB6-E54E654D18F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701457" y="784232"/>
                  <a:ext cx="993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90537BC-8D58-335C-D1D1-F752CDE8D3EA}"/>
                    </a:ext>
                  </a:extLst>
                </p14:cNvPr>
                <p14:cNvContentPartPr/>
                <p14:nvPr/>
              </p14:nvContentPartPr>
              <p14:xfrm>
                <a:off x="8890457" y="784592"/>
                <a:ext cx="12960" cy="113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90537BC-8D58-335C-D1D1-F752CDE8D3E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872817" y="766952"/>
                  <a:ext cx="486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7E4F606-2E83-3402-81CD-9A9BD2AC3102}"/>
                    </a:ext>
                  </a:extLst>
                </p14:cNvPr>
                <p14:cNvContentPartPr/>
                <p14:nvPr/>
              </p14:nvContentPartPr>
              <p14:xfrm>
                <a:off x="8903057" y="661112"/>
                <a:ext cx="19440" cy="55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7E4F606-2E83-3402-81CD-9A9BD2AC310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885057" y="643112"/>
                  <a:ext cx="550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CE3AC7-D99D-433E-DFC0-AA8CB0073916}"/>
                    </a:ext>
                  </a:extLst>
                </p14:cNvPr>
                <p14:cNvContentPartPr/>
                <p14:nvPr/>
              </p14:nvContentPartPr>
              <p14:xfrm>
                <a:off x="9010697" y="729872"/>
                <a:ext cx="306720" cy="140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CE3AC7-D99D-433E-DFC0-AA8CB007391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93057" y="712232"/>
                  <a:ext cx="3423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F8C3817-2389-156D-ED5C-D4EC43C0D027}"/>
                    </a:ext>
                  </a:extLst>
                </p14:cNvPr>
                <p14:cNvContentPartPr/>
                <p14:nvPr/>
              </p14:nvContentPartPr>
              <p14:xfrm>
                <a:off x="7078217" y="1208672"/>
                <a:ext cx="108720" cy="139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F8C3817-2389-156D-ED5C-D4EC43C0D02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60217" y="1191032"/>
                  <a:ext cx="1443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E59B1D0-D6EA-483A-47F7-6928872FE1A9}"/>
                    </a:ext>
                  </a:extLst>
                </p14:cNvPr>
                <p14:cNvContentPartPr/>
                <p14:nvPr/>
              </p14:nvContentPartPr>
              <p14:xfrm>
                <a:off x="7301057" y="1147472"/>
                <a:ext cx="82440" cy="2466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E59B1D0-D6EA-483A-47F7-6928872FE1A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283057" y="1129472"/>
                  <a:ext cx="1180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A81A39-7C89-8199-08E2-49D40329B05A}"/>
                    </a:ext>
                  </a:extLst>
                </p14:cNvPr>
                <p14:cNvContentPartPr/>
                <p14:nvPr/>
              </p14:nvContentPartPr>
              <p14:xfrm>
                <a:off x="7281617" y="1319552"/>
                <a:ext cx="120240" cy="23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A81A39-7C89-8199-08E2-49D40329B0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263617" y="1301552"/>
                  <a:ext cx="1558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0FA96D1-EE5F-6CB6-5481-6AAD5AAFA9B8}"/>
                    </a:ext>
                  </a:extLst>
                </p14:cNvPr>
                <p14:cNvContentPartPr/>
                <p14:nvPr/>
              </p14:nvContentPartPr>
              <p14:xfrm>
                <a:off x="7649897" y="1257272"/>
                <a:ext cx="174960" cy="117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0FA96D1-EE5F-6CB6-5481-6AAD5AAFA9B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631897" y="1239272"/>
                  <a:ext cx="210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AC696CB-2F3A-552F-A8F7-2F2DB906F79F}"/>
                    </a:ext>
                  </a:extLst>
                </p14:cNvPr>
                <p14:cNvContentPartPr/>
                <p14:nvPr/>
              </p14:nvContentPartPr>
              <p14:xfrm>
                <a:off x="7906937" y="1147832"/>
                <a:ext cx="192600" cy="225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AC696CB-2F3A-552F-A8F7-2F2DB906F7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88937" y="1129832"/>
                  <a:ext cx="2282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B51B15D-8354-DBAC-EFF8-C5BF0F0BA6F3}"/>
                    </a:ext>
                  </a:extLst>
                </p14:cNvPr>
                <p14:cNvContentPartPr/>
                <p14:nvPr/>
              </p14:nvContentPartPr>
              <p14:xfrm>
                <a:off x="8458457" y="1256192"/>
                <a:ext cx="120960" cy="104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B51B15D-8354-DBAC-EFF8-C5BF0F0BA6F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440817" y="1238552"/>
                  <a:ext cx="1566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2906D59-088D-8D00-3BE7-32AE8B8C636C}"/>
                    </a:ext>
                  </a:extLst>
                </p14:cNvPr>
                <p14:cNvContentPartPr/>
                <p14:nvPr/>
              </p14:nvContentPartPr>
              <p14:xfrm>
                <a:off x="8603177" y="1093832"/>
                <a:ext cx="85680" cy="306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2906D59-088D-8D00-3BE7-32AE8B8C636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585177" y="1076192"/>
                  <a:ext cx="1213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BEABDB-5223-EAEB-DD6E-7612AFFB3D53}"/>
                    </a:ext>
                  </a:extLst>
                </p14:cNvPr>
                <p14:cNvContentPartPr/>
                <p14:nvPr/>
              </p14:nvContentPartPr>
              <p14:xfrm>
                <a:off x="8760137" y="1247912"/>
                <a:ext cx="109440" cy="75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BEABDB-5223-EAEB-DD6E-7612AFFB3D5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742137" y="1230272"/>
                  <a:ext cx="14508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AB8D674-CBF5-F871-51F1-CFC9F804ECBD}"/>
                    </a:ext>
                  </a:extLst>
                </p14:cNvPr>
                <p14:cNvContentPartPr/>
                <p14:nvPr/>
              </p14:nvContentPartPr>
              <p14:xfrm>
                <a:off x="8974337" y="1209032"/>
                <a:ext cx="80640" cy="156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AB8D674-CBF5-F871-51F1-CFC9F804ECB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56337" y="1191032"/>
                  <a:ext cx="116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9878E7A-3B0F-0660-0B2A-756C96028DDA}"/>
                    </a:ext>
                  </a:extLst>
                </p14:cNvPr>
                <p14:cNvContentPartPr/>
                <p14:nvPr/>
              </p14:nvContentPartPr>
              <p14:xfrm>
                <a:off x="9135617" y="1199312"/>
                <a:ext cx="57240" cy="155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9878E7A-3B0F-0660-0B2A-756C96028DD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117977" y="1181672"/>
                  <a:ext cx="928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89E7746-CAB5-E3CE-635E-8B1656A24FE2}"/>
                    </a:ext>
                  </a:extLst>
                </p14:cNvPr>
                <p14:cNvContentPartPr/>
                <p14:nvPr/>
              </p14:nvContentPartPr>
              <p14:xfrm>
                <a:off x="9213737" y="1210472"/>
                <a:ext cx="144000" cy="113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89E7746-CAB5-E3CE-635E-8B1656A24FE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196097" y="1192472"/>
                  <a:ext cx="179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AD7D120-D86D-2E28-AD97-BA6C6549A841}"/>
                    </a:ext>
                  </a:extLst>
                </p14:cNvPr>
                <p14:cNvContentPartPr/>
                <p14:nvPr/>
              </p14:nvContentPartPr>
              <p14:xfrm>
                <a:off x="9466817" y="1178432"/>
                <a:ext cx="52200" cy="132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AD7D120-D86D-2E28-AD97-BA6C6549A84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449177" y="1160432"/>
                  <a:ext cx="878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BE5216B-AF69-01CA-D85E-2AAF4F43394C}"/>
                    </a:ext>
                  </a:extLst>
                </p14:cNvPr>
                <p14:cNvContentPartPr/>
                <p14:nvPr/>
              </p14:nvContentPartPr>
              <p14:xfrm>
                <a:off x="9597857" y="1305512"/>
                <a:ext cx="28440" cy="122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BE5216B-AF69-01CA-D85E-2AAF4F43394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580217" y="1287872"/>
                  <a:ext cx="64080" cy="4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500178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96431-8578-ACFB-9C7A-899154605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F1 score is indicative of dataset balance</a:t>
            </a:r>
          </a:p>
        </p:txBody>
      </p:sp>
      <p:pic>
        <p:nvPicPr>
          <p:cNvPr id="6" name="Content Placeholder 5" descr="A screenshot of a graph&#10;&#10;Description automatically generated">
            <a:extLst>
              <a:ext uri="{FF2B5EF4-FFF2-40B4-BE49-F238E27FC236}">
                <a16:creationId xmlns:a16="http://schemas.microsoft.com/office/drawing/2014/main" id="{007328F4-9A1E-8D76-00FD-E7B692C8E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0674" y="1825625"/>
            <a:ext cx="621065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315E6-2748-6FD2-B2C1-B85E20C690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8BA1260-5F2B-78D6-E50B-1B15A5E6D821}"/>
              </a:ext>
            </a:extLst>
          </p:cNvPr>
          <p:cNvGrpSpPr/>
          <p:nvPr/>
        </p:nvGrpSpPr>
        <p:grpSpPr>
          <a:xfrm>
            <a:off x="5264897" y="674072"/>
            <a:ext cx="951480" cy="407520"/>
            <a:chOff x="5264897" y="674072"/>
            <a:chExt cx="951480" cy="40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A8416A4-3E30-E84E-28CD-EF100B7911BA}"/>
                    </a:ext>
                  </a:extLst>
                </p14:cNvPr>
                <p14:cNvContentPartPr/>
                <p14:nvPr/>
              </p14:nvContentPartPr>
              <p14:xfrm>
                <a:off x="5264897" y="674072"/>
                <a:ext cx="261000" cy="3657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A8416A4-3E30-E84E-28CD-EF100B7911B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247257" y="656072"/>
                  <a:ext cx="2966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C04419C-9E28-1FF6-C79A-A4F5F27B1E58}"/>
                    </a:ext>
                  </a:extLst>
                </p14:cNvPr>
                <p14:cNvContentPartPr/>
                <p14:nvPr/>
              </p14:nvContentPartPr>
              <p14:xfrm>
                <a:off x="5647217" y="844352"/>
                <a:ext cx="190800" cy="115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C04419C-9E28-1FF6-C79A-A4F5F27B1E5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629577" y="826712"/>
                  <a:ext cx="226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251B567-6918-69C3-099F-5868834A55FE}"/>
                    </a:ext>
                  </a:extLst>
                </p14:cNvPr>
                <p14:cNvContentPartPr/>
                <p14:nvPr/>
              </p14:nvContentPartPr>
              <p14:xfrm>
                <a:off x="5912537" y="701792"/>
                <a:ext cx="77760" cy="284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251B567-6918-69C3-099F-5868834A55F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894537" y="683792"/>
                  <a:ext cx="11340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0C88BB-02B4-CDC1-0CCF-63C26B1D8AFC}"/>
                    </a:ext>
                  </a:extLst>
                </p14:cNvPr>
                <p14:cNvContentPartPr/>
                <p14:nvPr/>
              </p14:nvContentPartPr>
              <p14:xfrm>
                <a:off x="6071297" y="866312"/>
                <a:ext cx="145080" cy="2152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0C88BB-02B4-CDC1-0CCF-63C26B1D8AF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53657" y="848672"/>
                  <a:ext cx="18072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9A6D896-961E-E89A-0394-1BCAF2B49300}"/>
              </a:ext>
            </a:extLst>
          </p:cNvPr>
          <p:cNvGrpSpPr/>
          <p:nvPr/>
        </p:nvGrpSpPr>
        <p:grpSpPr>
          <a:xfrm>
            <a:off x="6585017" y="845072"/>
            <a:ext cx="498600" cy="178920"/>
            <a:chOff x="6585017" y="845072"/>
            <a:chExt cx="498600" cy="17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B8D08F9-79A9-C25E-21FD-87873882B64C}"/>
                    </a:ext>
                  </a:extLst>
                </p14:cNvPr>
                <p14:cNvContentPartPr/>
                <p14:nvPr/>
              </p14:nvContentPartPr>
              <p14:xfrm>
                <a:off x="6585017" y="905552"/>
                <a:ext cx="100800" cy="118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B8D08F9-79A9-C25E-21FD-87873882B64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567017" y="887912"/>
                  <a:ext cx="1364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1DA7218-CB1D-D453-99FE-2D47022A7C39}"/>
                    </a:ext>
                  </a:extLst>
                </p14:cNvPr>
                <p14:cNvContentPartPr/>
                <p14:nvPr/>
              </p14:nvContentPartPr>
              <p14:xfrm>
                <a:off x="6755297" y="845072"/>
                <a:ext cx="157680" cy="133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1DA7218-CB1D-D453-99FE-2D47022A7C3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37297" y="827072"/>
                  <a:ext cx="193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C455A4-5AAE-CEAD-A277-3607E22079F5}"/>
                    </a:ext>
                  </a:extLst>
                </p14:cNvPr>
                <p14:cNvContentPartPr/>
                <p14:nvPr/>
              </p14:nvContentPartPr>
              <p14:xfrm>
                <a:off x="7033937" y="847952"/>
                <a:ext cx="49680" cy="115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C455A4-5AAE-CEAD-A277-3607E22079F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16297" y="829952"/>
                  <a:ext cx="8532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15C8764-8D88-99F9-E320-BED7E5D419A9}"/>
              </a:ext>
            </a:extLst>
          </p:cNvPr>
          <p:cNvGrpSpPr/>
          <p:nvPr/>
        </p:nvGrpSpPr>
        <p:grpSpPr>
          <a:xfrm>
            <a:off x="7478897" y="678392"/>
            <a:ext cx="767160" cy="286200"/>
            <a:chOff x="7478897" y="678392"/>
            <a:chExt cx="76716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5C5F56-3E6B-33AE-AC74-C5AC492EA4EF}"/>
                    </a:ext>
                  </a:extLst>
                </p14:cNvPr>
                <p14:cNvContentPartPr/>
                <p14:nvPr/>
              </p14:nvContentPartPr>
              <p14:xfrm>
                <a:off x="7478897" y="819152"/>
                <a:ext cx="110160" cy="145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5C5F56-3E6B-33AE-AC74-C5AC492EA4E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460897" y="801512"/>
                  <a:ext cx="1458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D939D4-88F4-E58A-0B8D-EAAC526BA89B}"/>
                    </a:ext>
                  </a:extLst>
                </p14:cNvPr>
                <p14:cNvContentPartPr/>
                <p14:nvPr/>
              </p14:nvContentPartPr>
              <p14:xfrm>
                <a:off x="7677977" y="678392"/>
                <a:ext cx="21600" cy="238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D939D4-88F4-E58A-0B8D-EAAC526BA89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660337" y="660392"/>
                  <a:ext cx="572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02294CD-5EA3-4CCE-AAB7-8312DA1FF7C2}"/>
                    </a:ext>
                  </a:extLst>
                </p14:cNvPr>
                <p14:cNvContentPartPr/>
                <p14:nvPr/>
              </p14:nvContentPartPr>
              <p14:xfrm>
                <a:off x="7764737" y="794312"/>
                <a:ext cx="121320" cy="125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02294CD-5EA3-4CCE-AAB7-8312DA1FF7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746737" y="776312"/>
                  <a:ext cx="156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358A80-F7C6-3FB3-5A70-4B8866E1FC98}"/>
                    </a:ext>
                  </a:extLst>
                </p14:cNvPr>
                <p14:cNvContentPartPr/>
                <p14:nvPr/>
              </p14:nvContentPartPr>
              <p14:xfrm>
                <a:off x="8012417" y="761192"/>
                <a:ext cx="70920" cy="169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358A80-F7C6-3FB3-5A70-4B8866E1FC9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994417" y="743192"/>
                  <a:ext cx="1065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87EDF61-F9A9-707D-2B23-BCBB5080FFBA}"/>
                    </a:ext>
                  </a:extLst>
                </p14:cNvPr>
                <p14:cNvContentPartPr/>
                <p14:nvPr/>
              </p14:nvContentPartPr>
              <p14:xfrm>
                <a:off x="8183417" y="756512"/>
                <a:ext cx="62640" cy="170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87EDF61-F9A9-707D-2B23-BCBB5080FFB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165777" y="738872"/>
                  <a:ext cx="98280" cy="20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C81074D-1390-9D84-6106-074DFA91C8B8}"/>
              </a:ext>
            </a:extLst>
          </p:cNvPr>
          <p:cNvGrpSpPr/>
          <p:nvPr/>
        </p:nvGrpSpPr>
        <p:grpSpPr>
          <a:xfrm>
            <a:off x="8610377" y="691352"/>
            <a:ext cx="173880" cy="258480"/>
            <a:chOff x="8610377" y="691352"/>
            <a:chExt cx="17388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4BCE48-8D29-56DC-53B6-FBFFF3B86738}"/>
                    </a:ext>
                  </a:extLst>
                </p14:cNvPr>
                <p14:cNvContentPartPr/>
                <p14:nvPr/>
              </p14:nvContentPartPr>
              <p14:xfrm>
                <a:off x="8613617" y="818792"/>
                <a:ext cx="12600" cy="120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4BCE48-8D29-56DC-53B6-FBFFF3B8673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595977" y="800792"/>
                  <a:ext cx="482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988FFE6-BFD2-D545-3548-6D9F60B18F79}"/>
                    </a:ext>
                  </a:extLst>
                </p14:cNvPr>
                <p14:cNvContentPartPr/>
                <p14:nvPr/>
              </p14:nvContentPartPr>
              <p14:xfrm>
                <a:off x="8610377" y="691352"/>
                <a:ext cx="5400" cy="32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988FFE6-BFD2-D545-3548-6D9F60B18F7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92377" y="673352"/>
                  <a:ext cx="410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487552F-5627-8544-1AF9-C7343ED1EFFC}"/>
                    </a:ext>
                  </a:extLst>
                </p14:cNvPr>
                <p14:cNvContentPartPr/>
                <p14:nvPr/>
              </p14:nvContentPartPr>
              <p14:xfrm>
                <a:off x="8723057" y="783152"/>
                <a:ext cx="61200" cy="166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487552F-5627-8544-1AF9-C7343ED1EFF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05417" y="765512"/>
                  <a:ext cx="9684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BCEB320-8772-4374-0697-66330487E0CA}"/>
              </a:ext>
            </a:extLst>
          </p:cNvPr>
          <p:cNvGrpSpPr/>
          <p:nvPr/>
        </p:nvGrpSpPr>
        <p:grpSpPr>
          <a:xfrm>
            <a:off x="6671057" y="1206512"/>
            <a:ext cx="1742400" cy="356040"/>
            <a:chOff x="6671057" y="1206512"/>
            <a:chExt cx="1742400" cy="35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585CAEA-C7A3-F960-3B1E-29FE61C9BD7B}"/>
                    </a:ext>
                  </a:extLst>
                </p14:cNvPr>
                <p14:cNvContentPartPr/>
                <p14:nvPr/>
              </p14:nvContentPartPr>
              <p14:xfrm>
                <a:off x="6671057" y="1347632"/>
                <a:ext cx="126000" cy="214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585CAEA-C7A3-F960-3B1E-29FE61C9BD7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653057" y="1329992"/>
                  <a:ext cx="1616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2572941-D866-A29A-82B1-BE2A6D255849}"/>
                    </a:ext>
                  </a:extLst>
                </p14:cNvPr>
                <p14:cNvContentPartPr/>
                <p14:nvPr/>
              </p14:nvContentPartPr>
              <p14:xfrm>
                <a:off x="6781577" y="1206512"/>
                <a:ext cx="43560" cy="312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2572941-D866-A29A-82B1-BE2A6D25584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763937" y="1188512"/>
                  <a:ext cx="792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DCF1E6-6EEC-70E4-C2F1-0AE7C44E3A5E}"/>
                    </a:ext>
                  </a:extLst>
                </p14:cNvPr>
                <p14:cNvContentPartPr/>
                <p14:nvPr/>
              </p14:nvContentPartPr>
              <p14:xfrm>
                <a:off x="6956537" y="1365272"/>
                <a:ext cx="110880" cy="140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DCF1E6-6EEC-70E4-C2F1-0AE7C44E3A5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938897" y="1347632"/>
                  <a:ext cx="1465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F64BFA2-C6B3-70A1-3582-B54B8C14B8D0}"/>
                    </a:ext>
                  </a:extLst>
                </p14:cNvPr>
                <p14:cNvContentPartPr/>
                <p14:nvPr/>
              </p14:nvContentPartPr>
              <p14:xfrm>
                <a:off x="7129697" y="1368872"/>
                <a:ext cx="285120" cy="1044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F64BFA2-C6B3-70A1-3582-B54B8C14B8D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111697" y="1350872"/>
                  <a:ext cx="320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981172C-AF7F-0935-32BA-679FEFBD62B7}"/>
                    </a:ext>
                  </a:extLst>
                </p14:cNvPr>
                <p14:cNvContentPartPr/>
                <p14:nvPr/>
              </p14:nvContentPartPr>
              <p14:xfrm>
                <a:off x="7507337" y="1403072"/>
                <a:ext cx="16560" cy="111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981172C-AF7F-0935-32BA-679FEFBD62B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89697" y="1385072"/>
                  <a:ext cx="522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A9D144C-7A2B-3520-414A-CA58C16C90EA}"/>
                    </a:ext>
                  </a:extLst>
                </p14:cNvPr>
                <p14:cNvContentPartPr/>
                <p14:nvPr/>
              </p14:nvContentPartPr>
              <p14:xfrm>
                <a:off x="7488617" y="1266632"/>
                <a:ext cx="20520" cy="38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A9D144C-7A2B-3520-414A-CA58C16C90E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0977" y="1248992"/>
                  <a:ext cx="56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E044ABA-FC98-A9BA-1F21-778AA5F63A2B}"/>
                    </a:ext>
                  </a:extLst>
                </p14:cNvPr>
                <p14:cNvContentPartPr/>
                <p14:nvPr/>
              </p14:nvContentPartPr>
              <p14:xfrm>
                <a:off x="7640177" y="1368872"/>
                <a:ext cx="133560" cy="1033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E044ABA-FC98-A9BA-1F21-778AA5F63A2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22177" y="1350872"/>
                  <a:ext cx="1692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9B695F8-A023-4A03-12FA-D9393A7A2880}"/>
                    </a:ext>
                  </a:extLst>
                </p14:cNvPr>
                <p14:cNvContentPartPr/>
                <p14:nvPr/>
              </p14:nvContentPartPr>
              <p14:xfrm>
                <a:off x="7884977" y="1386512"/>
                <a:ext cx="308160" cy="114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9B695F8-A023-4A03-12FA-D9393A7A288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867337" y="1368872"/>
                  <a:ext cx="3438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9F62F39-E6FE-1A3A-211C-232E15C95022}"/>
                    </a:ext>
                  </a:extLst>
                </p14:cNvPr>
                <p14:cNvContentPartPr/>
                <p14:nvPr/>
              </p14:nvContentPartPr>
              <p14:xfrm>
                <a:off x="8263337" y="1227032"/>
                <a:ext cx="99360" cy="250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9F62F39-E6FE-1A3A-211C-232E15C9502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245697" y="1209032"/>
                  <a:ext cx="135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A9C50D0-E3D7-BC99-B8F2-6566FB413B7E}"/>
                    </a:ext>
                  </a:extLst>
                </p14:cNvPr>
                <p14:cNvContentPartPr/>
                <p14:nvPr/>
              </p14:nvContentPartPr>
              <p14:xfrm>
                <a:off x="8280617" y="1325312"/>
                <a:ext cx="132840" cy="52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A9C50D0-E3D7-BC99-B8F2-6566FB413B7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62617" y="1307672"/>
                  <a:ext cx="16848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E5DFEE9-613E-8DF0-6C13-53303D833508}"/>
              </a:ext>
            </a:extLst>
          </p:cNvPr>
          <p:cNvGrpSpPr/>
          <p:nvPr/>
        </p:nvGrpSpPr>
        <p:grpSpPr>
          <a:xfrm>
            <a:off x="6495017" y="5799032"/>
            <a:ext cx="2409120" cy="547920"/>
            <a:chOff x="6495017" y="5799032"/>
            <a:chExt cx="2409120" cy="547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CF02677-6A4C-61D0-0777-98A08D91FF0B}"/>
                    </a:ext>
                  </a:extLst>
                </p14:cNvPr>
                <p14:cNvContentPartPr/>
                <p14:nvPr/>
              </p14:nvContentPartPr>
              <p14:xfrm>
                <a:off x="6495017" y="5823512"/>
                <a:ext cx="64080" cy="443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CF02677-6A4C-61D0-0777-98A08D91FF0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477017" y="5805512"/>
                  <a:ext cx="9972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5A97201-D87A-C660-A02D-79928B8EAD3C}"/>
                    </a:ext>
                  </a:extLst>
                </p14:cNvPr>
                <p14:cNvContentPartPr/>
                <p14:nvPr/>
              </p14:nvContentPartPr>
              <p14:xfrm>
                <a:off x="6518057" y="5799032"/>
                <a:ext cx="871560" cy="547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5A97201-D87A-C660-A02D-79928B8EAD3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500417" y="5781032"/>
                  <a:ext cx="90720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E045BFE-1F57-7D21-2A98-62E6DB246A4E}"/>
                    </a:ext>
                  </a:extLst>
                </p14:cNvPr>
                <p14:cNvContentPartPr/>
                <p14:nvPr/>
              </p14:nvContentPartPr>
              <p14:xfrm>
                <a:off x="7468817" y="6030152"/>
                <a:ext cx="443520" cy="198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E045BFE-1F57-7D21-2A98-62E6DB246A4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451177" y="6012152"/>
                  <a:ext cx="4791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1F03B52-1590-D537-2886-97F57CFC4370}"/>
                    </a:ext>
                  </a:extLst>
                </p14:cNvPr>
                <p14:cNvContentPartPr/>
                <p14:nvPr/>
              </p14:nvContentPartPr>
              <p14:xfrm>
                <a:off x="7850777" y="5860592"/>
                <a:ext cx="183600" cy="303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1F03B52-1590-D537-2886-97F57CFC437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833137" y="5842952"/>
                  <a:ext cx="2192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CC0C61-20DB-D566-606C-337A4196F913}"/>
                    </a:ext>
                  </a:extLst>
                </p14:cNvPr>
                <p14:cNvContentPartPr/>
                <p14:nvPr/>
              </p14:nvContentPartPr>
              <p14:xfrm>
                <a:off x="8161457" y="5904152"/>
                <a:ext cx="190080" cy="181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CC0C61-20DB-D566-606C-337A4196F91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143457" y="5886512"/>
                  <a:ext cx="225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A98B397-4E17-40E6-4DCE-E6800B176702}"/>
                    </a:ext>
                  </a:extLst>
                </p14:cNvPr>
                <p14:cNvContentPartPr/>
                <p14:nvPr/>
              </p14:nvContentPartPr>
              <p14:xfrm>
                <a:off x="8406977" y="5976512"/>
                <a:ext cx="130320" cy="138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A98B397-4E17-40E6-4DCE-E6800B17670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389337" y="5958872"/>
                  <a:ext cx="1659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264508-AE32-3392-40A1-4E1005B1B468}"/>
                    </a:ext>
                  </a:extLst>
                </p14:cNvPr>
                <p14:cNvContentPartPr/>
                <p14:nvPr/>
              </p14:nvContentPartPr>
              <p14:xfrm>
                <a:off x="8586257" y="5896232"/>
                <a:ext cx="117360" cy="126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264508-AE32-3392-40A1-4E1005B1B46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568257" y="5878592"/>
                  <a:ext cx="1530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9F70CD-2283-19CC-C3ED-261E6BA68536}"/>
                    </a:ext>
                  </a:extLst>
                </p14:cNvPr>
                <p14:cNvContentPartPr/>
                <p14:nvPr/>
              </p14:nvContentPartPr>
              <p14:xfrm>
                <a:off x="8774537" y="5888672"/>
                <a:ext cx="129600" cy="353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9F70CD-2283-19CC-C3ED-261E6BA6853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756897" y="5871032"/>
                  <a:ext cx="165240" cy="3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74DEDE2-CF1E-CA32-F979-41AE12593887}"/>
              </a:ext>
            </a:extLst>
          </p:cNvPr>
          <p:cNvGrpSpPr/>
          <p:nvPr/>
        </p:nvGrpSpPr>
        <p:grpSpPr>
          <a:xfrm>
            <a:off x="9191777" y="5777072"/>
            <a:ext cx="691920" cy="331560"/>
            <a:chOff x="9191777" y="5777072"/>
            <a:chExt cx="691920" cy="33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05A893-116B-BDC9-90A9-A590E1CCBB2E}"/>
                    </a:ext>
                  </a:extLst>
                </p14:cNvPr>
                <p14:cNvContentPartPr/>
                <p14:nvPr/>
              </p14:nvContentPartPr>
              <p14:xfrm>
                <a:off x="9191777" y="5777072"/>
                <a:ext cx="94320" cy="331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05A893-116B-BDC9-90A9-A590E1CCBB2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73777" y="5759432"/>
                  <a:ext cx="12996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32D91EA-A984-BF24-04B3-9BCEA6E1C09D}"/>
                    </a:ext>
                  </a:extLst>
                </p14:cNvPr>
                <p14:cNvContentPartPr/>
                <p14:nvPr/>
              </p14:nvContentPartPr>
              <p14:xfrm>
                <a:off x="9372857" y="5915672"/>
                <a:ext cx="78120" cy="1288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32D91EA-A984-BF24-04B3-9BCEA6E1C09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54857" y="5898032"/>
                  <a:ext cx="113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4A7F5D1-EAA7-90A6-CB1B-C19DD2D82188}"/>
                    </a:ext>
                  </a:extLst>
                </p14:cNvPr>
                <p14:cNvContentPartPr/>
                <p14:nvPr/>
              </p14:nvContentPartPr>
              <p14:xfrm>
                <a:off x="9550337" y="5926832"/>
                <a:ext cx="178920" cy="137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4A7F5D1-EAA7-90A6-CB1B-C19DD2D8218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532337" y="5908832"/>
                  <a:ext cx="2145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46464EE-1240-FC15-9F06-B684019F959B}"/>
                    </a:ext>
                  </a:extLst>
                </p14:cNvPr>
                <p14:cNvContentPartPr/>
                <p14:nvPr/>
              </p14:nvContentPartPr>
              <p14:xfrm>
                <a:off x="9878297" y="5940512"/>
                <a:ext cx="5400" cy="15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46464EE-1240-FC15-9F06-B684019F959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860657" y="5922872"/>
                  <a:ext cx="41040" cy="51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6049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57843-6BE8-C88B-3B15-0C780DD6E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fit</a:t>
            </a:r>
          </a:p>
        </p:txBody>
      </p:sp>
      <p:pic>
        <p:nvPicPr>
          <p:cNvPr id="6" name="Content Placeholder 5" descr="A diagram of a diagram&#10;&#10;Description automatically generated with medium confidence">
            <a:extLst>
              <a:ext uri="{FF2B5EF4-FFF2-40B4-BE49-F238E27FC236}">
                <a16:creationId xmlns:a16="http://schemas.microsoft.com/office/drawing/2014/main" id="{DA95CB10-6B37-7706-5DBC-CCACFA5723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300" y="1340595"/>
            <a:ext cx="982340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63C94-57F0-9B0B-6D6E-78FE43B3F0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46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5445938-FC05-4C9A-0AF6-9261F6046900}"/>
                  </a:ext>
                </a:extLst>
              </p14:cNvPr>
              <p14:cNvContentPartPr/>
              <p14:nvPr/>
            </p14:nvContentPartPr>
            <p14:xfrm>
              <a:off x="2967737" y="1695994"/>
              <a:ext cx="193680" cy="26060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5445938-FC05-4C9A-0AF6-9261F604690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61617" y="1689874"/>
                <a:ext cx="205920" cy="2618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AFF18AF9-0A49-50A2-C5E1-B42DE91471FB}"/>
              </a:ext>
            </a:extLst>
          </p:cNvPr>
          <p:cNvGrpSpPr/>
          <p:nvPr/>
        </p:nvGrpSpPr>
        <p:grpSpPr>
          <a:xfrm>
            <a:off x="2400377" y="595592"/>
            <a:ext cx="416160" cy="378000"/>
            <a:chOff x="2400377" y="595592"/>
            <a:chExt cx="416160" cy="37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B4678A9-B1D9-2038-3362-C1605845F3D2}"/>
                    </a:ext>
                  </a:extLst>
                </p14:cNvPr>
                <p14:cNvContentPartPr/>
                <p14:nvPr/>
              </p14:nvContentPartPr>
              <p14:xfrm>
                <a:off x="2400377" y="595592"/>
                <a:ext cx="217080" cy="3780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B4678A9-B1D9-2038-3362-C1605845F3D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82377" y="577952"/>
                  <a:ext cx="25272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B944C6A-7856-CA9A-3741-1B83CA0F2D0E}"/>
                    </a:ext>
                  </a:extLst>
                </p14:cNvPr>
                <p14:cNvContentPartPr/>
                <p14:nvPr/>
              </p14:nvContentPartPr>
              <p14:xfrm>
                <a:off x="2668577" y="765872"/>
                <a:ext cx="147960" cy="1299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B944C6A-7856-CA9A-3741-1B83CA0F2D0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50937" y="748232"/>
                  <a:ext cx="18360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A7F86A6-CA5B-A536-91DE-1B75668F8749}"/>
              </a:ext>
            </a:extLst>
          </p:cNvPr>
          <p:cNvGrpSpPr/>
          <p:nvPr/>
        </p:nvGrpSpPr>
        <p:grpSpPr>
          <a:xfrm>
            <a:off x="2965577" y="518552"/>
            <a:ext cx="373680" cy="327600"/>
            <a:chOff x="2965577" y="518552"/>
            <a:chExt cx="37368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9C5D744-F937-4153-7B63-B6D8AF7A949E}"/>
                    </a:ext>
                  </a:extLst>
                </p14:cNvPr>
                <p14:cNvContentPartPr/>
                <p14:nvPr/>
              </p14:nvContentPartPr>
              <p14:xfrm>
                <a:off x="2965577" y="709712"/>
                <a:ext cx="51120" cy="136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9C5D744-F937-4153-7B63-B6D8AF7A949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947937" y="691712"/>
                  <a:ext cx="8676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5F60C6C-DF73-F656-BE68-1EF6A7F62DFC}"/>
                    </a:ext>
                  </a:extLst>
                </p14:cNvPr>
                <p14:cNvContentPartPr/>
                <p14:nvPr/>
              </p14:nvContentPartPr>
              <p14:xfrm>
                <a:off x="3031817" y="544472"/>
                <a:ext cx="11160" cy="59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5F60C6C-DF73-F656-BE68-1EF6A7F62DF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13817" y="526832"/>
                  <a:ext cx="468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548D06A-4E97-5982-DC8B-8BE9ED2E71D9}"/>
                    </a:ext>
                  </a:extLst>
                </p14:cNvPr>
                <p14:cNvContentPartPr/>
                <p14:nvPr/>
              </p14:nvContentPartPr>
              <p14:xfrm>
                <a:off x="3015617" y="518552"/>
                <a:ext cx="47520" cy="327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548D06A-4E97-5982-DC8B-8BE9ED2E71D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997977" y="500912"/>
                  <a:ext cx="8316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C70B396-478C-41D6-CEDE-778D6BAADF16}"/>
                    </a:ext>
                  </a:extLst>
                </p14:cNvPr>
                <p14:cNvContentPartPr/>
                <p14:nvPr/>
              </p14:nvContentPartPr>
              <p14:xfrm>
                <a:off x="3141257" y="718712"/>
                <a:ext cx="67680" cy="10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C70B396-478C-41D6-CEDE-778D6BAADF1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123257" y="700712"/>
                  <a:ext cx="1033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96090B8-B3CF-490C-2A79-997FCABBDEF6}"/>
                    </a:ext>
                  </a:extLst>
                </p14:cNvPr>
                <p14:cNvContentPartPr/>
                <p14:nvPr/>
              </p14:nvContentPartPr>
              <p14:xfrm>
                <a:off x="3252497" y="669032"/>
                <a:ext cx="86760" cy="106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96090B8-B3CF-490C-2A79-997FCABBDEF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234857" y="651392"/>
                  <a:ext cx="12240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5B0DB49-4F29-03EC-8721-C190662E42FE}"/>
              </a:ext>
            </a:extLst>
          </p:cNvPr>
          <p:cNvGrpSpPr/>
          <p:nvPr/>
        </p:nvGrpSpPr>
        <p:grpSpPr>
          <a:xfrm>
            <a:off x="5413577" y="431792"/>
            <a:ext cx="1295640" cy="860760"/>
            <a:chOff x="5413577" y="431792"/>
            <a:chExt cx="1295640" cy="86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C5A9CA9-D2D7-3358-F223-4FA806B4FABD}"/>
                    </a:ext>
                  </a:extLst>
                </p14:cNvPr>
                <p14:cNvContentPartPr/>
                <p14:nvPr/>
              </p14:nvContentPartPr>
              <p14:xfrm>
                <a:off x="5413577" y="633032"/>
                <a:ext cx="85680" cy="287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5A9CA9-D2D7-3358-F223-4FA806B4FAB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395937" y="615392"/>
                  <a:ext cx="1213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CC067CE-2FC5-39C9-01B2-4405370EF4CF}"/>
                    </a:ext>
                  </a:extLst>
                </p14:cNvPr>
                <p14:cNvContentPartPr/>
                <p14:nvPr/>
              </p14:nvContentPartPr>
              <p14:xfrm>
                <a:off x="5467217" y="450872"/>
                <a:ext cx="14760" cy="70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CC067CE-2FC5-39C9-01B2-4405370EF4C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49577" y="432872"/>
                  <a:ext cx="504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8FF3689-0D8C-4642-7AA2-A447FAEB7535}"/>
                    </a:ext>
                  </a:extLst>
                </p14:cNvPr>
                <p14:cNvContentPartPr/>
                <p14:nvPr/>
              </p14:nvContentPartPr>
              <p14:xfrm>
                <a:off x="5631017" y="616112"/>
                <a:ext cx="120240" cy="98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8FF3689-0D8C-4642-7AA2-A447FAEB753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13377" y="598112"/>
                  <a:ext cx="155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D772EA0-A609-7710-0FB6-591CBCFEE51B}"/>
                    </a:ext>
                  </a:extLst>
                </p14:cNvPr>
                <p14:cNvContentPartPr/>
                <p14:nvPr/>
              </p14:nvContentPartPr>
              <p14:xfrm>
                <a:off x="5884817" y="574712"/>
                <a:ext cx="60480" cy="180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D772EA0-A609-7710-0FB6-591CBCFEE51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867177" y="557072"/>
                  <a:ext cx="96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1FA02A7-BB6A-4E02-77C0-B62D28467275}"/>
                    </a:ext>
                  </a:extLst>
                </p14:cNvPr>
                <p14:cNvContentPartPr/>
                <p14:nvPr/>
              </p14:nvContentPartPr>
              <p14:xfrm>
                <a:off x="5991737" y="431792"/>
                <a:ext cx="43560" cy="286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1FA02A7-BB6A-4E02-77C0-B62D2846727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973737" y="413792"/>
                  <a:ext cx="792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096A8B-E918-3A88-BA75-A50919041EDC}"/>
                    </a:ext>
                  </a:extLst>
                </p14:cNvPr>
                <p14:cNvContentPartPr/>
                <p14:nvPr/>
              </p14:nvContentPartPr>
              <p14:xfrm>
                <a:off x="5999657" y="587312"/>
                <a:ext cx="123480" cy="39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096A8B-E918-3A88-BA75-A50919041ED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81657" y="569672"/>
                  <a:ext cx="1591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9C1D867-5319-D972-7BF1-7677B303C7DC}"/>
                    </a:ext>
                  </a:extLst>
                </p14:cNvPr>
                <p14:cNvContentPartPr/>
                <p14:nvPr/>
              </p14:nvContentPartPr>
              <p14:xfrm>
                <a:off x="5722097" y="1100672"/>
                <a:ext cx="146520" cy="155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9C1D867-5319-D972-7BF1-7677B303C7D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704457" y="1082672"/>
                  <a:ext cx="1821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DEA1E7-87EC-670F-EFCB-544694D33005}"/>
                    </a:ext>
                  </a:extLst>
                </p14:cNvPr>
                <p14:cNvContentPartPr/>
                <p14:nvPr/>
              </p14:nvContentPartPr>
              <p14:xfrm>
                <a:off x="5950337" y="1144232"/>
                <a:ext cx="28440" cy="129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DEA1E7-87EC-670F-EFCB-544694D3300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932697" y="1126592"/>
                  <a:ext cx="640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B82E6D6-3586-664A-7541-A4F878C07E0B}"/>
                    </a:ext>
                  </a:extLst>
                </p14:cNvPr>
                <p14:cNvContentPartPr/>
                <p14:nvPr/>
              </p14:nvContentPartPr>
              <p14:xfrm>
                <a:off x="5962577" y="1046312"/>
                <a:ext cx="13680" cy="334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B82E6D6-3586-664A-7541-A4F878C07E0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944937" y="1028672"/>
                  <a:ext cx="49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B1B6EB-A061-EFAC-D93F-C3B119690A7E}"/>
                    </a:ext>
                  </a:extLst>
                </p14:cNvPr>
                <p14:cNvContentPartPr/>
                <p14:nvPr/>
              </p14:nvContentPartPr>
              <p14:xfrm>
                <a:off x="6066617" y="967112"/>
                <a:ext cx="365400" cy="325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B1B6EB-A061-EFAC-D93F-C3B119690A7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048617" y="949472"/>
                  <a:ext cx="4010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F742E1-8264-4FCC-673A-5D124FD4779D}"/>
                    </a:ext>
                  </a:extLst>
                </p14:cNvPr>
                <p14:cNvContentPartPr/>
                <p14:nvPr/>
              </p14:nvContentPartPr>
              <p14:xfrm>
                <a:off x="6534257" y="865232"/>
                <a:ext cx="64800" cy="241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F742E1-8264-4FCC-673A-5D124FD4779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516617" y="847592"/>
                  <a:ext cx="1004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8F48A24-5FAE-4797-F018-E092C008C1C4}"/>
                    </a:ext>
                  </a:extLst>
                </p14:cNvPr>
                <p14:cNvContentPartPr/>
                <p14:nvPr/>
              </p14:nvContentPartPr>
              <p14:xfrm>
                <a:off x="6523457" y="926432"/>
                <a:ext cx="185760" cy="79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8F48A24-5FAE-4797-F018-E092C008C1C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505817" y="908432"/>
                  <a:ext cx="221400" cy="11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53DFCB4-0C53-EAB4-F8DB-E995A05E1323}"/>
              </a:ext>
            </a:extLst>
          </p:cNvPr>
          <p:cNvGrpSpPr/>
          <p:nvPr/>
        </p:nvGrpSpPr>
        <p:grpSpPr>
          <a:xfrm>
            <a:off x="8284937" y="727712"/>
            <a:ext cx="870120" cy="289080"/>
            <a:chOff x="8284937" y="727712"/>
            <a:chExt cx="870120" cy="2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236BFD9-0942-3DE4-C24B-402F4F7960B4}"/>
                    </a:ext>
                  </a:extLst>
                </p14:cNvPr>
                <p14:cNvContentPartPr/>
                <p14:nvPr/>
              </p14:nvContentPartPr>
              <p14:xfrm>
                <a:off x="8284937" y="727712"/>
                <a:ext cx="164520" cy="2890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236BFD9-0942-3DE4-C24B-402F4F7960B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66937" y="709712"/>
                  <a:ext cx="2001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0EE01E6-88BB-70C8-0E6A-5BBDD02D54B5}"/>
                    </a:ext>
                  </a:extLst>
                </p14:cNvPr>
                <p14:cNvContentPartPr/>
                <p14:nvPr/>
              </p14:nvContentPartPr>
              <p14:xfrm>
                <a:off x="8515697" y="800072"/>
                <a:ext cx="149400" cy="111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0EE01E6-88BB-70C8-0E6A-5BBDD02D54B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498057" y="782072"/>
                  <a:ext cx="185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F194264-76B6-35DE-53A0-411782FBF36F}"/>
                    </a:ext>
                  </a:extLst>
                </p14:cNvPr>
                <p14:cNvContentPartPr/>
                <p14:nvPr/>
              </p14:nvContentPartPr>
              <p14:xfrm>
                <a:off x="8700737" y="764432"/>
                <a:ext cx="330840" cy="147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F194264-76B6-35DE-53A0-411782FBF36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683097" y="746792"/>
                  <a:ext cx="366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0ED2D9-0D44-3E41-8102-F192AE782BF4}"/>
                    </a:ext>
                  </a:extLst>
                </p14:cNvPr>
                <p14:cNvContentPartPr/>
                <p14:nvPr/>
              </p14:nvContentPartPr>
              <p14:xfrm>
                <a:off x="9150737" y="898712"/>
                <a:ext cx="4320" cy="14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0ED2D9-0D44-3E41-8102-F192AE782BF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133097" y="881072"/>
                  <a:ext cx="39960" cy="37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265667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634F-AEBD-3CCE-3D91-3BDE4C470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 vs epoch to understand dataset </a:t>
            </a:r>
          </a:p>
        </p:txBody>
      </p:sp>
      <p:pic>
        <p:nvPicPr>
          <p:cNvPr id="6" name="Content Placeholder 5" descr="A diagram of training and training&#10;&#10;Description automatically generated">
            <a:extLst>
              <a:ext uri="{FF2B5EF4-FFF2-40B4-BE49-F238E27FC236}">
                <a16:creationId xmlns:a16="http://schemas.microsoft.com/office/drawing/2014/main" id="{4D0ADA61-10BA-AB40-9D90-BB954A824B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90" y="935080"/>
            <a:ext cx="10087187" cy="475010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C9820-807D-8DC2-719D-179E1D3C9A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08FFA18-EC1C-A97F-3F26-01D4E5B45E43}"/>
              </a:ext>
            </a:extLst>
          </p:cNvPr>
          <p:cNvGrpSpPr/>
          <p:nvPr/>
        </p:nvGrpSpPr>
        <p:grpSpPr>
          <a:xfrm>
            <a:off x="5575937" y="5650712"/>
            <a:ext cx="1235520" cy="332640"/>
            <a:chOff x="5575937" y="5650712"/>
            <a:chExt cx="123552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CE7BDB-E804-BF8E-84CA-9F04B50A5EF5}"/>
                    </a:ext>
                  </a:extLst>
                </p14:cNvPr>
                <p14:cNvContentPartPr/>
                <p14:nvPr/>
              </p14:nvContentPartPr>
              <p14:xfrm>
                <a:off x="5575937" y="5711912"/>
                <a:ext cx="228240" cy="255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CE7BDB-E804-BF8E-84CA-9F04B50A5EF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58297" y="5693912"/>
                  <a:ext cx="26388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F342130-E930-D6DE-D37E-BDA20445E072}"/>
                    </a:ext>
                  </a:extLst>
                </p14:cNvPr>
                <p14:cNvContentPartPr/>
                <p14:nvPr/>
              </p14:nvContentPartPr>
              <p14:xfrm>
                <a:off x="5929097" y="5786072"/>
                <a:ext cx="29160" cy="197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F342130-E930-D6DE-D37E-BDA20445E07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11457" y="5768432"/>
                  <a:ext cx="648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54CDF0-8BE5-A5FF-7E03-54D1A59B54B6}"/>
                    </a:ext>
                  </a:extLst>
                </p14:cNvPr>
                <p14:cNvContentPartPr/>
                <p14:nvPr/>
              </p14:nvContentPartPr>
              <p14:xfrm>
                <a:off x="5924777" y="5757272"/>
                <a:ext cx="75960" cy="100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54CDF0-8BE5-A5FF-7E03-54D1A59B54B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907137" y="5739272"/>
                  <a:ext cx="111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5FC2732-D39B-BA32-2F89-1081CA6A6C62}"/>
                    </a:ext>
                  </a:extLst>
                </p14:cNvPr>
                <p14:cNvContentPartPr/>
                <p14:nvPr/>
              </p14:nvContentPartPr>
              <p14:xfrm>
                <a:off x="6112337" y="5736032"/>
                <a:ext cx="99000" cy="1584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5FC2732-D39B-BA32-2F89-1081CA6A6C6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94337" y="5718032"/>
                  <a:ext cx="1346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1EE0C4-3788-049C-1033-E6AA869EC4E6}"/>
                    </a:ext>
                  </a:extLst>
                </p14:cNvPr>
                <p14:cNvContentPartPr/>
                <p14:nvPr/>
              </p14:nvContentPartPr>
              <p14:xfrm>
                <a:off x="6358937" y="5650712"/>
                <a:ext cx="289440" cy="221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1EE0C4-3788-049C-1033-E6AA869EC4E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340937" y="5632712"/>
                  <a:ext cx="3250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0BDDF10-CCB1-DBAF-DA3A-0680F2B1E4B0}"/>
                    </a:ext>
                  </a:extLst>
                </p14:cNvPr>
                <p14:cNvContentPartPr/>
                <p14:nvPr/>
              </p14:nvContentPartPr>
              <p14:xfrm>
                <a:off x="6739457" y="5725952"/>
                <a:ext cx="72000" cy="190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0BDDF10-CCB1-DBAF-DA3A-0680F2B1E4B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21457" y="5707952"/>
                  <a:ext cx="10764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3FC0B8E-DC4E-FDE2-C83C-130D9D7EF154}"/>
              </a:ext>
            </a:extLst>
          </p:cNvPr>
          <p:cNvGrpSpPr/>
          <p:nvPr/>
        </p:nvGrpSpPr>
        <p:grpSpPr>
          <a:xfrm>
            <a:off x="7029257" y="5746832"/>
            <a:ext cx="377640" cy="141840"/>
            <a:chOff x="7029257" y="5746832"/>
            <a:chExt cx="377640" cy="14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1D5645B-BDB5-0005-EA05-9D9A1B20C2A0}"/>
                    </a:ext>
                  </a:extLst>
                </p14:cNvPr>
                <p14:cNvContentPartPr/>
                <p14:nvPr/>
              </p14:nvContentPartPr>
              <p14:xfrm>
                <a:off x="7029257" y="5801912"/>
                <a:ext cx="377640" cy="1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1D5645B-BDB5-0005-EA05-9D9A1B20C2A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11257" y="5784272"/>
                  <a:ext cx="413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11440E2-2F10-60C6-7135-C63BF0F8A8A0}"/>
                    </a:ext>
                  </a:extLst>
                </p14:cNvPr>
                <p14:cNvContentPartPr/>
                <p14:nvPr/>
              </p14:nvContentPartPr>
              <p14:xfrm>
                <a:off x="7303937" y="5746832"/>
                <a:ext cx="76680" cy="141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11440E2-2F10-60C6-7135-C63BF0F8A8A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285937" y="5729192"/>
                  <a:ext cx="11232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3C5FD8D-91F2-9F15-446F-145594B26CAA}"/>
              </a:ext>
            </a:extLst>
          </p:cNvPr>
          <p:cNvGrpSpPr/>
          <p:nvPr/>
        </p:nvGrpSpPr>
        <p:grpSpPr>
          <a:xfrm>
            <a:off x="7724417" y="5711912"/>
            <a:ext cx="545760" cy="149400"/>
            <a:chOff x="7724417" y="5711912"/>
            <a:chExt cx="545760" cy="14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1D08CD8-BF14-DC50-FB4B-E8696D04FA9B}"/>
                    </a:ext>
                  </a:extLst>
                </p14:cNvPr>
                <p14:cNvContentPartPr/>
                <p14:nvPr/>
              </p14:nvContentPartPr>
              <p14:xfrm>
                <a:off x="7724417" y="5711912"/>
                <a:ext cx="95760" cy="149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1D08CD8-BF14-DC50-FB4B-E8696D04FA9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706417" y="5693912"/>
                  <a:ext cx="131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E62C30D-F660-5A7A-8609-3C0AEC560532}"/>
                    </a:ext>
                  </a:extLst>
                </p14:cNvPr>
                <p14:cNvContentPartPr/>
                <p14:nvPr/>
              </p14:nvContentPartPr>
              <p14:xfrm>
                <a:off x="7943297" y="5732072"/>
                <a:ext cx="172080" cy="99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E62C30D-F660-5A7A-8609-3C0AEC56053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925297" y="5714072"/>
                  <a:ext cx="2077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259215C-C865-A2CD-206D-2025B4CE4E8A}"/>
                    </a:ext>
                  </a:extLst>
                </p14:cNvPr>
                <p14:cNvContentPartPr/>
                <p14:nvPr/>
              </p14:nvContentPartPr>
              <p14:xfrm>
                <a:off x="8149937" y="5733152"/>
                <a:ext cx="120240" cy="70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259215C-C865-A2CD-206D-2025B4CE4E8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131937" y="5715512"/>
                  <a:ext cx="15588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6DA9865-ADFA-C3CA-779E-E941D97BE221}"/>
              </a:ext>
            </a:extLst>
          </p:cNvPr>
          <p:cNvGrpSpPr/>
          <p:nvPr/>
        </p:nvGrpSpPr>
        <p:grpSpPr>
          <a:xfrm>
            <a:off x="8585177" y="5611832"/>
            <a:ext cx="473400" cy="191880"/>
            <a:chOff x="8585177" y="5611832"/>
            <a:chExt cx="473400" cy="19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5A86ED9-8DAB-0358-D5BE-FECF2F6F7F81}"/>
                    </a:ext>
                  </a:extLst>
                </p14:cNvPr>
                <p14:cNvContentPartPr/>
                <p14:nvPr/>
              </p14:nvContentPartPr>
              <p14:xfrm>
                <a:off x="8612177" y="5611832"/>
                <a:ext cx="28800" cy="188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5A86ED9-8DAB-0358-D5BE-FECF2F6F7F8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94537" y="5594192"/>
                  <a:ext cx="644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211B0C4-12F7-C560-1477-B2F20FB2159C}"/>
                    </a:ext>
                  </a:extLst>
                </p14:cNvPr>
                <p14:cNvContentPartPr/>
                <p14:nvPr/>
              </p14:nvContentPartPr>
              <p14:xfrm>
                <a:off x="8585177" y="5622992"/>
                <a:ext cx="336240" cy="151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211B0C4-12F7-C560-1477-B2F20FB215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567177" y="5604992"/>
                  <a:ext cx="3718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3B24C35-620F-2E21-EDBD-734A10497092}"/>
                    </a:ext>
                  </a:extLst>
                </p14:cNvPr>
                <p14:cNvContentPartPr/>
                <p14:nvPr/>
              </p14:nvContentPartPr>
              <p14:xfrm>
                <a:off x="9006737" y="5675192"/>
                <a:ext cx="51840" cy="128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3B24C35-620F-2E21-EDBD-734A1049709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988737" y="5657552"/>
                  <a:ext cx="874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0807B21-FBBD-F266-3641-8B95822933C2}"/>
              </a:ext>
            </a:extLst>
          </p:cNvPr>
          <p:cNvGrpSpPr/>
          <p:nvPr/>
        </p:nvGrpSpPr>
        <p:grpSpPr>
          <a:xfrm>
            <a:off x="9365657" y="5530832"/>
            <a:ext cx="740160" cy="235440"/>
            <a:chOff x="9365657" y="5530832"/>
            <a:chExt cx="740160" cy="23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869F302-8EE8-AA6F-679C-DDE58020C120}"/>
                    </a:ext>
                  </a:extLst>
                </p14:cNvPr>
                <p14:cNvContentPartPr/>
                <p14:nvPr/>
              </p14:nvContentPartPr>
              <p14:xfrm>
                <a:off x="9365657" y="5661512"/>
                <a:ext cx="155160" cy="871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869F302-8EE8-AA6F-679C-DDE58020C12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347657" y="5643512"/>
                  <a:ext cx="1908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45C94FC-AEE7-A3A9-E31C-B179134052D2}"/>
                    </a:ext>
                  </a:extLst>
                </p14:cNvPr>
                <p14:cNvContentPartPr/>
                <p14:nvPr/>
              </p14:nvContentPartPr>
              <p14:xfrm>
                <a:off x="9610817" y="5530832"/>
                <a:ext cx="101160" cy="219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45C94FC-AEE7-A3A9-E31C-B179134052D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593177" y="5512832"/>
                  <a:ext cx="136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D9BF476-08DE-2BE6-5C06-BD8449700DE6}"/>
                    </a:ext>
                  </a:extLst>
                </p14:cNvPr>
                <p14:cNvContentPartPr/>
                <p14:nvPr/>
              </p14:nvContentPartPr>
              <p14:xfrm>
                <a:off x="9800537" y="5684192"/>
                <a:ext cx="59400" cy="82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D9BF476-08DE-2BE6-5C06-BD8449700DE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82897" y="5666552"/>
                  <a:ext cx="950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19BBF89-2A75-D291-75DA-1EB98C1A34B8}"/>
                    </a:ext>
                  </a:extLst>
                </p14:cNvPr>
                <p14:cNvContentPartPr/>
                <p14:nvPr/>
              </p14:nvContentPartPr>
              <p14:xfrm>
                <a:off x="9956057" y="5560352"/>
                <a:ext cx="28080" cy="174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19BBF89-2A75-D291-75DA-1EB98C1A34B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938417" y="5542352"/>
                  <a:ext cx="637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BF130F6-EB62-98AC-3829-613B554D5AAF}"/>
                    </a:ext>
                  </a:extLst>
                </p14:cNvPr>
                <p14:cNvContentPartPr/>
                <p14:nvPr/>
              </p14:nvContentPartPr>
              <p14:xfrm>
                <a:off x="10029857" y="5652152"/>
                <a:ext cx="75960" cy="108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BF130F6-EB62-98AC-3829-613B554D5AA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12217" y="5634152"/>
                  <a:ext cx="11160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34F2A8D-7633-5B8A-038A-CA193ECF794C}"/>
              </a:ext>
            </a:extLst>
          </p:cNvPr>
          <p:cNvGrpSpPr/>
          <p:nvPr/>
        </p:nvGrpSpPr>
        <p:grpSpPr>
          <a:xfrm>
            <a:off x="10471217" y="5597072"/>
            <a:ext cx="1031400" cy="246960"/>
            <a:chOff x="10471217" y="5597072"/>
            <a:chExt cx="1031400" cy="246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F9D027-2617-50B8-9A41-AB20F02BC2BA}"/>
                    </a:ext>
                  </a:extLst>
                </p14:cNvPr>
                <p14:cNvContentPartPr/>
                <p14:nvPr/>
              </p14:nvContentPartPr>
              <p14:xfrm>
                <a:off x="10471217" y="5684192"/>
                <a:ext cx="54360" cy="117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F9D027-2617-50B8-9A41-AB20F02BC2BA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453217" y="5666552"/>
                  <a:ext cx="9000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389DA5E-6C70-9D24-D023-03DBC74569BA}"/>
                    </a:ext>
                  </a:extLst>
                </p14:cNvPr>
                <p14:cNvContentPartPr/>
                <p14:nvPr/>
              </p14:nvContentPartPr>
              <p14:xfrm>
                <a:off x="10496777" y="5688152"/>
                <a:ext cx="277200" cy="110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389DA5E-6C70-9D24-D023-03DBC74569B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79137" y="5670512"/>
                  <a:ext cx="3128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4A6C56F-F36D-19BB-81D2-44A2214CAB14}"/>
                    </a:ext>
                  </a:extLst>
                </p14:cNvPr>
                <p14:cNvContentPartPr/>
                <p14:nvPr/>
              </p14:nvContentPartPr>
              <p14:xfrm>
                <a:off x="10905017" y="5695712"/>
                <a:ext cx="87480" cy="106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4A6C56F-F36D-19BB-81D2-44A2214CAB1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887017" y="5678072"/>
                  <a:ext cx="1231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72220C-B726-E146-AF06-B8452484AE0A}"/>
                    </a:ext>
                  </a:extLst>
                </p14:cNvPr>
                <p14:cNvContentPartPr/>
                <p14:nvPr/>
              </p14:nvContentPartPr>
              <p14:xfrm>
                <a:off x="11040377" y="5597072"/>
                <a:ext cx="120240" cy="204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72220C-B726-E146-AF06-B8452484AE0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1022737" y="5579072"/>
                  <a:ext cx="155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91051C6-41CA-91F0-D11E-9AFCB0427213}"/>
                    </a:ext>
                  </a:extLst>
                </p14:cNvPr>
                <p14:cNvContentPartPr/>
                <p14:nvPr/>
              </p14:nvContentPartPr>
              <p14:xfrm>
                <a:off x="11199137" y="5740712"/>
                <a:ext cx="132120" cy="75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91051C6-41CA-91F0-D11E-9AFCB042721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1181497" y="5723072"/>
                  <a:ext cx="1677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FBC793F-C993-FBC8-671C-A87FD221537A}"/>
                    </a:ext>
                  </a:extLst>
                </p14:cNvPr>
                <p14:cNvContentPartPr/>
                <p14:nvPr/>
              </p14:nvContentPartPr>
              <p14:xfrm>
                <a:off x="11450777" y="5597072"/>
                <a:ext cx="51840" cy="2469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FBC793F-C993-FBC8-671C-A87FD221537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1432777" y="5579072"/>
                  <a:ext cx="8748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30D9FA0-9BC3-F4CA-32C2-DAB1174C3228}"/>
              </a:ext>
            </a:extLst>
          </p:cNvPr>
          <p:cNvGrpSpPr/>
          <p:nvPr/>
        </p:nvGrpSpPr>
        <p:grpSpPr>
          <a:xfrm>
            <a:off x="8362697" y="6150032"/>
            <a:ext cx="286560" cy="229680"/>
            <a:chOff x="8362697" y="6150032"/>
            <a:chExt cx="286560" cy="22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170554F-EEFF-0B04-806E-412FB423E1CF}"/>
                    </a:ext>
                  </a:extLst>
                </p14:cNvPr>
                <p14:cNvContentPartPr/>
                <p14:nvPr/>
              </p14:nvContentPartPr>
              <p14:xfrm>
                <a:off x="8382137" y="6252632"/>
                <a:ext cx="12600" cy="127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170554F-EEFF-0B04-806E-412FB423E1C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364137" y="6234632"/>
                  <a:ext cx="48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8EDCFE4-8063-F0AA-3C95-92BE15959CA8}"/>
                    </a:ext>
                  </a:extLst>
                </p14:cNvPr>
                <p14:cNvContentPartPr/>
                <p14:nvPr/>
              </p14:nvContentPartPr>
              <p14:xfrm>
                <a:off x="8362697" y="6150032"/>
                <a:ext cx="18000" cy="19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8EDCFE4-8063-F0AA-3C95-92BE15959CA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45057" y="6132392"/>
                  <a:ext cx="5364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9A8903E-D414-5D52-2654-024F0D4AB831}"/>
                    </a:ext>
                  </a:extLst>
                </p14:cNvPr>
                <p14:cNvContentPartPr/>
                <p14:nvPr/>
              </p14:nvContentPartPr>
              <p14:xfrm>
                <a:off x="8518217" y="6200792"/>
                <a:ext cx="131040" cy="123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9A8903E-D414-5D52-2654-024F0D4AB83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500577" y="6183152"/>
                  <a:ext cx="16668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4C3FFB1-DBAA-DCEA-5673-B69260451658}"/>
              </a:ext>
            </a:extLst>
          </p:cNvPr>
          <p:cNvGrpSpPr/>
          <p:nvPr/>
        </p:nvGrpSpPr>
        <p:grpSpPr>
          <a:xfrm>
            <a:off x="8851937" y="6062912"/>
            <a:ext cx="861480" cy="231840"/>
            <a:chOff x="8851937" y="6062912"/>
            <a:chExt cx="861480" cy="23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07C4A05-6825-E3CC-A120-686EFD9205A1}"/>
                    </a:ext>
                  </a:extLst>
                </p14:cNvPr>
                <p14:cNvContentPartPr/>
                <p14:nvPr/>
              </p14:nvContentPartPr>
              <p14:xfrm>
                <a:off x="8900537" y="6081632"/>
                <a:ext cx="34200" cy="204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07C4A05-6825-E3CC-A120-686EFD9205A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882537" y="6063992"/>
                  <a:ext cx="698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07F7075-4D2C-A876-647F-926957E6B1F2}"/>
                    </a:ext>
                  </a:extLst>
                </p14:cNvPr>
                <p14:cNvContentPartPr/>
                <p14:nvPr/>
              </p14:nvContentPartPr>
              <p14:xfrm>
                <a:off x="8851937" y="6179192"/>
                <a:ext cx="93960" cy="280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07F7075-4D2C-A876-647F-926957E6B1F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833937" y="6161192"/>
                  <a:ext cx="129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D3F6BB-1C26-0B08-99A2-A1702C2E31D0}"/>
                    </a:ext>
                  </a:extLst>
                </p14:cNvPr>
                <p14:cNvContentPartPr/>
                <p14:nvPr/>
              </p14:nvContentPartPr>
              <p14:xfrm>
                <a:off x="9061457" y="6178832"/>
                <a:ext cx="33480" cy="94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D3F6BB-1C26-0B08-99A2-A1702C2E31D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043457" y="6160832"/>
                  <a:ext cx="69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B58335C-5EAE-D4DC-E22C-51298BD4FFB6}"/>
                    </a:ext>
                  </a:extLst>
                </p14:cNvPr>
                <p14:cNvContentPartPr/>
                <p14:nvPr/>
              </p14:nvContentPartPr>
              <p14:xfrm>
                <a:off x="9058577" y="6062912"/>
                <a:ext cx="32040" cy="53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B58335C-5EAE-D4DC-E22C-51298BD4FFB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040577" y="6044912"/>
                  <a:ext cx="67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EFDE543-8960-CA88-9367-AF6A6EEDDA0C}"/>
                    </a:ext>
                  </a:extLst>
                </p14:cNvPr>
                <p14:cNvContentPartPr/>
                <p14:nvPr/>
              </p14:nvContentPartPr>
              <p14:xfrm>
                <a:off x="9194297" y="6156152"/>
                <a:ext cx="144720" cy="121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EFDE543-8960-CA88-9367-AF6A6EEDDA0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176297" y="6138152"/>
                  <a:ext cx="180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9FE42D6-F17D-97F5-25CB-CBCDC206147B}"/>
                    </a:ext>
                  </a:extLst>
                </p14:cNvPr>
                <p14:cNvContentPartPr/>
                <p14:nvPr/>
              </p14:nvContentPartPr>
              <p14:xfrm>
                <a:off x="9396257" y="6169112"/>
                <a:ext cx="40680" cy="99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FE42D6-F17D-97F5-25CB-CBCDC206147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378257" y="6151112"/>
                  <a:ext cx="76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9D9F4F5-F7E1-8199-A37B-465B067745C4}"/>
                    </a:ext>
                  </a:extLst>
                </p14:cNvPr>
                <p14:cNvContentPartPr/>
                <p14:nvPr/>
              </p14:nvContentPartPr>
              <p14:xfrm>
                <a:off x="9585257" y="6220952"/>
                <a:ext cx="14040" cy="36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9D9F4F5-F7E1-8199-A37B-465B067745C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567257" y="6203312"/>
                  <a:ext cx="49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F0374FF-AFEE-CD85-1525-8A6573084A56}"/>
                    </a:ext>
                  </a:extLst>
                </p14:cNvPr>
                <p14:cNvContentPartPr/>
                <p14:nvPr/>
              </p14:nvContentPartPr>
              <p14:xfrm>
                <a:off x="9319577" y="6132752"/>
                <a:ext cx="144000" cy="162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F0374FF-AFEE-CD85-1525-8A6573084A5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301937" y="6114752"/>
                  <a:ext cx="179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4A2697F-C4C8-29C5-8734-FF1664EF6696}"/>
                    </a:ext>
                  </a:extLst>
                </p14:cNvPr>
                <p14:cNvContentPartPr/>
                <p14:nvPr/>
              </p14:nvContentPartPr>
              <p14:xfrm>
                <a:off x="9497057" y="6189632"/>
                <a:ext cx="125280" cy="82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4A2697F-C4C8-29C5-8734-FF1664EF6696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479417" y="6171632"/>
                  <a:ext cx="16092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D1C9580-503E-7175-1333-B60F2C25BFAC}"/>
                    </a:ext>
                  </a:extLst>
                </p14:cNvPr>
                <p14:cNvContentPartPr/>
                <p14:nvPr/>
              </p14:nvContentPartPr>
              <p14:xfrm>
                <a:off x="9703337" y="6233192"/>
                <a:ext cx="10080" cy="12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D1C9580-503E-7175-1333-B60F2C25BFA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685337" y="6215552"/>
                  <a:ext cx="4572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0A9F917-639C-73E9-A0BD-6917C5FADA03}"/>
              </a:ext>
            </a:extLst>
          </p:cNvPr>
          <p:cNvGrpSpPr/>
          <p:nvPr/>
        </p:nvGrpSpPr>
        <p:grpSpPr>
          <a:xfrm>
            <a:off x="4967897" y="2857112"/>
            <a:ext cx="156600" cy="628560"/>
            <a:chOff x="4967897" y="2857112"/>
            <a:chExt cx="156600" cy="628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419E6A4-3458-9C75-0666-6C9ADE0078A4}"/>
                    </a:ext>
                  </a:extLst>
                </p14:cNvPr>
                <p14:cNvContentPartPr/>
                <p14:nvPr/>
              </p14:nvContentPartPr>
              <p14:xfrm>
                <a:off x="4967897" y="3416552"/>
                <a:ext cx="62280" cy="676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419E6A4-3458-9C75-0666-6C9ADE0078A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50257" y="3398552"/>
                  <a:ext cx="97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B4BF07-E8C6-2AD5-5379-576E1A3DB7DD}"/>
                    </a:ext>
                  </a:extLst>
                </p14:cNvPr>
                <p14:cNvContentPartPr/>
                <p14:nvPr/>
              </p14:nvContentPartPr>
              <p14:xfrm>
                <a:off x="4969337" y="3331592"/>
                <a:ext cx="26280" cy="154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B4BF07-E8C6-2AD5-5379-576E1A3DB7D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951697" y="3313592"/>
                  <a:ext cx="6192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6F6AA5F-96CB-21F3-3B46-1CCCD8ECED3D}"/>
                    </a:ext>
                  </a:extLst>
                </p14:cNvPr>
                <p14:cNvContentPartPr/>
                <p14:nvPr/>
              </p14:nvContentPartPr>
              <p14:xfrm>
                <a:off x="4977617" y="3241232"/>
                <a:ext cx="125640" cy="26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6F6AA5F-96CB-21F3-3B46-1CCCD8ECED3D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959617" y="3223232"/>
                  <a:ext cx="161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A5523BA-DE24-1B11-81F6-C0229FEA69AA}"/>
                    </a:ext>
                  </a:extLst>
                </p14:cNvPr>
                <p14:cNvContentPartPr/>
                <p14:nvPr/>
              </p14:nvContentPartPr>
              <p14:xfrm>
                <a:off x="5012537" y="3152312"/>
                <a:ext cx="37080" cy="1252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A5523BA-DE24-1B11-81F6-C0229FEA69AA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994537" y="3134672"/>
                  <a:ext cx="727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7588076-3E7F-7655-9B60-981D215CCFA3}"/>
                    </a:ext>
                  </a:extLst>
                </p14:cNvPr>
                <p14:cNvContentPartPr/>
                <p14:nvPr/>
              </p14:nvContentPartPr>
              <p14:xfrm>
                <a:off x="5037017" y="3041072"/>
                <a:ext cx="87480" cy="42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7588076-3E7F-7655-9B60-981D215CCFA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019017" y="3023432"/>
                  <a:ext cx="1231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8E37333-7C7F-BB3C-1E1F-5C9E49B09D0F}"/>
                    </a:ext>
                  </a:extLst>
                </p14:cNvPr>
                <p14:cNvContentPartPr/>
                <p14:nvPr/>
              </p14:nvContentPartPr>
              <p14:xfrm>
                <a:off x="5045297" y="2944592"/>
                <a:ext cx="33480" cy="21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8E37333-7C7F-BB3C-1E1F-5C9E49B09D0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027657" y="2926952"/>
                  <a:ext cx="691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2E69EF3-696A-3BAA-41B7-81C05F539A85}"/>
                    </a:ext>
                  </a:extLst>
                </p14:cNvPr>
                <p14:cNvContentPartPr/>
                <p14:nvPr/>
              </p14:nvContentPartPr>
              <p14:xfrm>
                <a:off x="5060057" y="2939192"/>
                <a:ext cx="29880" cy="435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2E69EF3-696A-3BAA-41B7-81C05F539A8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042417" y="2921552"/>
                  <a:ext cx="655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64D763D-7BED-EF26-9971-6FCE4C3DBE8A}"/>
                    </a:ext>
                  </a:extLst>
                </p14:cNvPr>
                <p14:cNvContentPartPr/>
                <p14:nvPr/>
              </p14:nvContentPartPr>
              <p14:xfrm>
                <a:off x="5020097" y="2913632"/>
                <a:ext cx="95400" cy="262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64D763D-7BED-EF26-9971-6FCE4C3DBE8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002457" y="2895992"/>
                  <a:ext cx="131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6790396-3D92-321C-6116-3FDF908BC533}"/>
                    </a:ext>
                  </a:extLst>
                </p14:cNvPr>
                <p14:cNvContentPartPr/>
                <p14:nvPr/>
              </p14:nvContentPartPr>
              <p14:xfrm>
                <a:off x="5012177" y="2857112"/>
                <a:ext cx="40680" cy="109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6790396-3D92-321C-6116-3FDF908BC53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994537" y="2839472"/>
                  <a:ext cx="76320" cy="14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4181AFF9-BE81-0A50-8BA3-19CE5B89AB47}"/>
                  </a:ext>
                </a:extLst>
              </p14:cNvPr>
              <p14:cNvContentPartPr/>
              <p14:nvPr/>
            </p14:nvContentPartPr>
            <p14:xfrm>
              <a:off x="5068697" y="2648672"/>
              <a:ext cx="87840" cy="7236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4181AFF9-BE81-0A50-8BA3-19CE5B89AB47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5051057" y="2630672"/>
                <a:ext cx="1234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E5B066F0-97AF-3C7A-7285-FD7E4443EC86}"/>
                  </a:ext>
                </a:extLst>
              </p14:cNvPr>
              <p14:cNvContentPartPr/>
              <p14:nvPr/>
            </p14:nvContentPartPr>
            <p14:xfrm>
              <a:off x="5092097" y="2566592"/>
              <a:ext cx="6840" cy="1141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E5B066F0-97AF-3C7A-7285-FD7E4443EC86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5074097" y="2548592"/>
                <a:ext cx="42480" cy="14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C3EF44A6-30C4-B6AE-85D4-7FB576D0F0F0}"/>
                  </a:ext>
                </a:extLst>
              </p14:cNvPr>
              <p14:cNvContentPartPr/>
              <p14:nvPr/>
            </p14:nvContentPartPr>
            <p14:xfrm>
              <a:off x="5116937" y="2527712"/>
              <a:ext cx="114840" cy="169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C3EF44A6-30C4-B6AE-85D4-7FB576D0F0F0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5099297" y="2510072"/>
                <a:ext cx="150480" cy="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EB7BEBA4-2CDC-FCBC-78EE-518A77734292}"/>
              </a:ext>
            </a:extLst>
          </p:cNvPr>
          <p:cNvGrpSpPr/>
          <p:nvPr/>
        </p:nvGrpSpPr>
        <p:grpSpPr>
          <a:xfrm>
            <a:off x="5164817" y="2038472"/>
            <a:ext cx="505080" cy="411840"/>
            <a:chOff x="5164817" y="2038472"/>
            <a:chExt cx="505080" cy="41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58700E9-ACF4-0BD9-6DA8-DB2C87F39C78}"/>
                    </a:ext>
                  </a:extLst>
                </p14:cNvPr>
                <p14:cNvContentPartPr/>
                <p14:nvPr/>
              </p14:nvContentPartPr>
              <p14:xfrm>
                <a:off x="5164817" y="2366792"/>
                <a:ext cx="59040" cy="83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58700E9-ACF4-0BD9-6DA8-DB2C87F39C7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146817" y="2348792"/>
                  <a:ext cx="946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C870B6-E65B-38B7-E644-E9716B01F760}"/>
                    </a:ext>
                  </a:extLst>
                </p14:cNvPr>
                <p14:cNvContentPartPr/>
                <p14:nvPr/>
              </p14:nvContentPartPr>
              <p14:xfrm>
                <a:off x="5261297" y="2242592"/>
                <a:ext cx="76680" cy="360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C870B6-E65B-38B7-E644-E9716B01F76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243297" y="2224952"/>
                  <a:ext cx="1123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DE52327-097F-E229-DDBA-A106FF27A4DA}"/>
                    </a:ext>
                  </a:extLst>
                </p14:cNvPr>
                <p14:cNvContentPartPr/>
                <p14:nvPr/>
              </p14:nvContentPartPr>
              <p14:xfrm>
                <a:off x="5268137" y="2226392"/>
                <a:ext cx="30600" cy="95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DE52327-097F-E229-DDBA-A106FF27A4D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250497" y="2208752"/>
                  <a:ext cx="66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829C7B6-DF69-E9D7-5908-3FB99EFDECAB}"/>
                    </a:ext>
                  </a:extLst>
                </p14:cNvPr>
                <p14:cNvContentPartPr/>
                <p14:nvPr/>
              </p14:nvContentPartPr>
              <p14:xfrm>
                <a:off x="5358857" y="2138552"/>
                <a:ext cx="98280" cy="42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829C7B6-DF69-E9D7-5908-3FB99EFDECA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340857" y="2120552"/>
                  <a:ext cx="1339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C701D7-0DF9-A36B-296B-BFA99C117DC0}"/>
                    </a:ext>
                  </a:extLst>
                </p14:cNvPr>
                <p14:cNvContentPartPr/>
                <p14:nvPr/>
              </p14:nvContentPartPr>
              <p14:xfrm>
                <a:off x="5429777" y="2065472"/>
                <a:ext cx="54000" cy="103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C701D7-0DF9-A36B-296B-BFA99C117DC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412137" y="2047472"/>
                  <a:ext cx="89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133E220-D782-4CF1-7A2B-86BF162826D5}"/>
                    </a:ext>
                  </a:extLst>
                </p14:cNvPr>
                <p14:cNvContentPartPr/>
                <p14:nvPr/>
              </p14:nvContentPartPr>
              <p14:xfrm>
                <a:off x="5521577" y="2056472"/>
                <a:ext cx="120240" cy="47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133E220-D782-4CF1-7A2B-86BF162826D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503577" y="2038472"/>
                  <a:ext cx="1558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CEA41C6-4229-23E5-DA5B-7FB1029F952B}"/>
                    </a:ext>
                  </a:extLst>
                </p14:cNvPr>
                <p14:cNvContentPartPr/>
                <p14:nvPr/>
              </p14:nvContentPartPr>
              <p14:xfrm>
                <a:off x="5612297" y="2038472"/>
                <a:ext cx="57600" cy="70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CEA41C6-4229-23E5-DA5B-7FB1029F952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594657" y="2020472"/>
                  <a:ext cx="9324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02084C3-D489-25BB-9593-616E8F15ADF3}"/>
              </a:ext>
            </a:extLst>
          </p:cNvPr>
          <p:cNvGrpSpPr/>
          <p:nvPr/>
        </p:nvGrpSpPr>
        <p:grpSpPr>
          <a:xfrm>
            <a:off x="5817137" y="1915712"/>
            <a:ext cx="937080" cy="148320"/>
            <a:chOff x="5817137" y="1915712"/>
            <a:chExt cx="937080" cy="14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0E3E47A-2DB6-7BF0-1A62-5E0366598D6E}"/>
                    </a:ext>
                  </a:extLst>
                </p14:cNvPr>
                <p14:cNvContentPartPr/>
                <p14:nvPr/>
              </p14:nvContentPartPr>
              <p14:xfrm>
                <a:off x="5817137" y="1977992"/>
                <a:ext cx="69120" cy="658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0E3E47A-2DB6-7BF0-1A62-5E0366598D6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799497" y="1959992"/>
                  <a:ext cx="1047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9623B84-8D19-6246-77A6-AD61C5BC83B6}"/>
                    </a:ext>
                  </a:extLst>
                </p14:cNvPr>
                <p14:cNvContentPartPr/>
                <p14:nvPr/>
              </p14:nvContentPartPr>
              <p14:xfrm>
                <a:off x="5840537" y="1948832"/>
                <a:ext cx="126360" cy="115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9623B84-8D19-6246-77A6-AD61C5BC83B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822897" y="1931192"/>
                  <a:ext cx="1620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1C69F8C-9EE0-AD7E-E4C9-A48155DC105A}"/>
                    </a:ext>
                  </a:extLst>
                </p14:cNvPr>
                <p14:cNvContentPartPr/>
                <p14:nvPr/>
              </p14:nvContentPartPr>
              <p14:xfrm>
                <a:off x="5977337" y="1958552"/>
                <a:ext cx="124920" cy="45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1C69F8C-9EE0-AD7E-E4C9-A48155DC105A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59697" y="1940552"/>
                  <a:ext cx="1605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186D351-78AA-FFA1-10F0-C9DA284873FC}"/>
                    </a:ext>
                  </a:extLst>
                </p14:cNvPr>
                <p14:cNvContentPartPr/>
                <p14:nvPr/>
              </p14:nvContentPartPr>
              <p14:xfrm>
                <a:off x="6108377" y="1937312"/>
                <a:ext cx="54000" cy="58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186D351-78AA-FFA1-10F0-C9DA284873FC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090377" y="1919312"/>
                  <a:ext cx="896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1593771-8613-380B-3E12-B1D35E7FDE03}"/>
                    </a:ext>
                  </a:extLst>
                </p14:cNvPr>
                <p14:cNvContentPartPr/>
                <p14:nvPr/>
              </p14:nvContentPartPr>
              <p14:xfrm>
                <a:off x="6065177" y="1961792"/>
                <a:ext cx="111960" cy="69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1593771-8613-380B-3E12-B1D35E7FDE0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047177" y="1944152"/>
                  <a:ext cx="147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7D5BE83-C365-FECF-3D12-5B2F2C26E468}"/>
                    </a:ext>
                  </a:extLst>
                </p14:cNvPr>
                <p14:cNvContentPartPr/>
                <p14:nvPr/>
              </p14:nvContentPartPr>
              <p14:xfrm>
                <a:off x="6290897" y="1926152"/>
                <a:ext cx="105480" cy="78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7D5BE83-C365-FECF-3D12-5B2F2C26E46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272897" y="1908152"/>
                  <a:ext cx="1411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700C149-18B4-F1C2-FEFB-49FA9D0C453F}"/>
                    </a:ext>
                  </a:extLst>
                </p14:cNvPr>
                <p14:cNvContentPartPr/>
                <p14:nvPr/>
              </p14:nvContentPartPr>
              <p14:xfrm>
                <a:off x="6335177" y="1915712"/>
                <a:ext cx="77040" cy="1126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700C149-18B4-F1C2-FEFB-49FA9D0C453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317177" y="1897712"/>
                  <a:ext cx="1126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720962D-23D8-D1F5-5AEF-55EF1136D38B}"/>
                    </a:ext>
                  </a:extLst>
                </p14:cNvPr>
                <p14:cNvContentPartPr/>
                <p14:nvPr/>
              </p14:nvContentPartPr>
              <p14:xfrm>
                <a:off x="6504377" y="1953872"/>
                <a:ext cx="101160" cy="381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720962D-23D8-D1F5-5AEF-55EF1136D38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486377" y="1936232"/>
                  <a:ext cx="136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42A9B78-2693-1A5E-58F1-4EA780B341C8}"/>
                    </a:ext>
                  </a:extLst>
                </p14:cNvPr>
                <p14:cNvContentPartPr/>
                <p14:nvPr/>
              </p14:nvContentPartPr>
              <p14:xfrm>
                <a:off x="6533897" y="1934792"/>
                <a:ext cx="25920" cy="1026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42A9B78-2693-1A5E-58F1-4EA780B341C8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516257" y="1917152"/>
                  <a:ext cx="61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3E4DABA-762F-EC70-F733-8386BB4AD71D}"/>
                    </a:ext>
                  </a:extLst>
                </p14:cNvPr>
                <p14:cNvContentPartPr/>
                <p14:nvPr/>
              </p14:nvContentPartPr>
              <p14:xfrm>
                <a:off x="6734057" y="1934792"/>
                <a:ext cx="20160" cy="41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3E4DABA-762F-EC70-F733-8386BB4AD71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716057" y="1917152"/>
                  <a:ext cx="55800" cy="76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874989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94ADB-BE4A-D260-8331-B6E5CE280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Loss vs epoch to understand dataset </a:t>
            </a:r>
          </a:p>
        </p:txBody>
      </p:sp>
      <p:pic>
        <p:nvPicPr>
          <p:cNvPr id="6" name="Content Placeholder 5" descr="A diagram of training and training&#10;&#10;Description automatically generated">
            <a:extLst>
              <a:ext uri="{FF2B5EF4-FFF2-40B4-BE49-F238E27FC236}">
                <a16:creationId xmlns:a16="http://schemas.microsoft.com/office/drawing/2014/main" id="{1E35DBF9-263B-ABA1-56B9-169EDEFA12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1499" y="1825625"/>
            <a:ext cx="960900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B44B90-DA4A-D871-9952-16010CC023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B4C7CB3-59B0-1B7C-6667-AD16CB727172}"/>
              </a:ext>
            </a:extLst>
          </p:cNvPr>
          <p:cNvGrpSpPr/>
          <p:nvPr/>
        </p:nvGrpSpPr>
        <p:grpSpPr>
          <a:xfrm>
            <a:off x="4942697" y="766232"/>
            <a:ext cx="414720" cy="366840"/>
            <a:chOff x="4942697" y="766232"/>
            <a:chExt cx="41472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604D40-79C9-A25E-34B7-51270A2E2500}"/>
                    </a:ext>
                  </a:extLst>
                </p14:cNvPr>
                <p14:cNvContentPartPr/>
                <p14:nvPr/>
              </p14:nvContentPartPr>
              <p14:xfrm>
                <a:off x="4942697" y="766232"/>
                <a:ext cx="169200" cy="3668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604D40-79C9-A25E-34B7-51270A2E250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925057" y="748232"/>
                  <a:ext cx="2048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7BEB9F9-AC91-E7AD-8747-8CBD3297198C}"/>
                    </a:ext>
                  </a:extLst>
                </p14:cNvPr>
                <p14:cNvContentPartPr/>
                <p14:nvPr/>
              </p14:nvContentPartPr>
              <p14:xfrm>
                <a:off x="5227097" y="901232"/>
                <a:ext cx="130320" cy="156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7BEB9F9-AC91-E7AD-8747-8CBD3297198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09097" y="883232"/>
                  <a:ext cx="16596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33C895B-0A75-9848-F2EF-1D51270B385C}"/>
              </a:ext>
            </a:extLst>
          </p:cNvPr>
          <p:cNvGrpSpPr/>
          <p:nvPr/>
        </p:nvGrpSpPr>
        <p:grpSpPr>
          <a:xfrm>
            <a:off x="5499617" y="839672"/>
            <a:ext cx="282240" cy="199080"/>
            <a:chOff x="5499617" y="839672"/>
            <a:chExt cx="282240" cy="19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21939D5-FE0B-9B6F-B0CB-44F9FDFA15E1}"/>
                    </a:ext>
                  </a:extLst>
                </p14:cNvPr>
                <p14:cNvContentPartPr/>
                <p14:nvPr/>
              </p14:nvContentPartPr>
              <p14:xfrm>
                <a:off x="5499617" y="839672"/>
                <a:ext cx="121680" cy="199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21939D5-FE0B-9B6F-B0CB-44F9FDFA15E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81617" y="822032"/>
                  <a:ext cx="1573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8DE6E4-9ED2-C505-051D-68791992A131}"/>
                    </a:ext>
                  </a:extLst>
                </p14:cNvPr>
                <p14:cNvContentPartPr/>
                <p14:nvPr/>
              </p14:nvContentPartPr>
              <p14:xfrm>
                <a:off x="5723897" y="854792"/>
                <a:ext cx="57960" cy="172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8DE6E4-9ED2-C505-051D-68791992A13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06257" y="836792"/>
                  <a:ext cx="93600" cy="20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54EFA15-EA8A-9DC5-D7FD-B0ED881778FD}"/>
                  </a:ext>
                </a:extLst>
              </p14:cNvPr>
              <p14:cNvContentPartPr/>
              <p14:nvPr/>
            </p14:nvContentPartPr>
            <p14:xfrm>
              <a:off x="6282617" y="838232"/>
              <a:ext cx="33120" cy="117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54EFA15-EA8A-9DC5-D7FD-B0ED881778F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264617" y="820592"/>
                <a:ext cx="68760" cy="15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E116993-963E-3775-94F5-68F838EC27E9}"/>
                  </a:ext>
                </a:extLst>
              </p14:cNvPr>
              <p14:cNvContentPartPr/>
              <p14:nvPr/>
            </p14:nvContentPartPr>
            <p14:xfrm>
              <a:off x="6291617" y="710432"/>
              <a:ext cx="6840" cy="147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E116993-963E-3775-94F5-68F838EC27E9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273977" y="692792"/>
                <a:ext cx="42480" cy="5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45530BF-4A54-AB2C-05BA-9AFDD77E1D26}"/>
                  </a:ext>
                </a:extLst>
              </p14:cNvPr>
              <p14:cNvContentPartPr/>
              <p14:nvPr/>
            </p14:nvContentPartPr>
            <p14:xfrm>
              <a:off x="6452897" y="789632"/>
              <a:ext cx="64080" cy="1818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45530BF-4A54-AB2C-05BA-9AFDD77E1D26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434897" y="771992"/>
                <a:ext cx="99720" cy="21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BA11EC1-BC0F-656E-0FC9-033BB615B070}"/>
                  </a:ext>
                </a:extLst>
              </p14:cNvPr>
              <p14:cNvContentPartPr/>
              <p14:nvPr/>
            </p14:nvContentPartPr>
            <p14:xfrm>
              <a:off x="6885257" y="864152"/>
              <a:ext cx="163800" cy="1393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BA11EC1-BC0F-656E-0FC9-033BB615B07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867617" y="846512"/>
                <a:ext cx="199440" cy="17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B0B7E81-83DE-B50E-216D-4F2FDDA4B40B}"/>
              </a:ext>
            </a:extLst>
          </p:cNvPr>
          <p:cNvGrpSpPr/>
          <p:nvPr/>
        </p:nvGrpSpPr>
        <p:grpSpPr>
          <a:xfrm>
            <a:off x="7188017" y="800072"/>
            <a:ext cx="846360" cy="302400"/>
            <a:chOff x="7188017" y="800072"/>
            <a:chExt cx="846360" cy="30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5034289-0DD4-251C-8094-9D6F88F091B7}"/>
                    </a:ext>
                  </a:extLst>
                </p14:cNvPr>
                <p14:cNvContentPartPr/>
                <p14:nvPr/>
              </p14:nvContentPartPr>
              <p14:xfrm>
                <a:off x="7198817" y="825272"/>
                <a:ext cx="29880" cy="277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5034289-0DD4-251C-8094-9D6F88F091B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80817" y="807272"/>
                  <a:ext cx="655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9058626-4148-AB3F-3E45-44CC381D91E5}"/>
                    </a:ext>
                  </a:extLst>
                </p14:cNvPr>
                <p14:cNvContentPartPr/>
                <p14:nvPr/>
              </p14:nvContentPartPr>
              <p14:xfrm>
                <a:off x="7188017" y="858392"/>
                <a:ext cx="134280" cy="99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9058626-4148-AB3F-3E45-44CC381D91E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70377" y="840392"/>
                  <a:ext cx="169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876904A-F4B3-82CE-5D41-3B3F873A608F}"/>
                    </a:ext>
                  </a:extLst>
                </p14:cNvPr>
                <p14:cNvContentPartPr/>
                <p14:nvPr/>
              </p14:nvContentPartPr>
              <p14:xfrm>
                <a:off x="7379537" y="858032"/>
                <a:ext cx="54360" cy="174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876904A-F4B3-82CE-5D41-3B3F873A608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361537" y="840392"/>
                  <a:ext cx="900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A7A7CF1-BB8C-CDA0-3C23-4B6EC7D36E9B}"/>
                    </a:ext>
                  </a:extLst>
                </p14:cNvPr>
                <p14:cNvContentPartPr/>
                <p14:nvPr/>
              </p14:nvContentPartPr>
              <p14:xfrm>
                <a:off x="7402577" y="822032"/>
                <a:ext cx="111960" cy="117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A7A7CF1-BB8C-CDA0-3C23-4B6EC7D36E9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4577" y="804032"/>
                  <a:ext cx="1476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7D52A59-9012-8E8B-75BD-8F561E0B6A4A}"/>
                    </a:ext>
                  </a:extLst>
                </p14:cNvPr>
                <p14:cNvContentPartPr/>
                <p14:nvPr/>
              </p14:nvContentPartPr>
              <p14:xfrm>
                <a:off x="7600577" y="849392"/>
                <a:ext cx="103680" cy="114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7D52A59-9012-8E8B-75BD-8F561E0B6A4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582937" y="831752"/>
                  <a:ext cx="1393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616F8A-141B-A39F-164B-962ED12AE541}"/>
                    </a:ext>
                  </a:extLst>
                </p14:cNvPr>
                <p14:cNvContentPartPr/>
                <p14:nvPr/>
              </p14:nvContentPartPr>
              <p14:xfrm>
                <a:off x="7840337" y="807272"/>
                <a:ext cx="75960" cy="182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616F8A-141B-A39F-164B-962ED12AE54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22697" y="789632"/>
                  <a:ext cx="1116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205226-80F4-D687-68E2-8EB39C84E310}"/>
                    </a:ext>
                  </a:extLst>
                </p14:cNvPr>
                <p14:cNvContentPartPr/>
                <p14:nvPr/>
              </p14:nvContentPartPr>
              <p14:xfrm>
                <a:off x="7998377" y="800072"/>
                <a:ext cx="36000" cy="115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205226-80F4-D687-68E2-8EB39C84E31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980377" y="782432"/>
                  <a:ext cx="71640" cy="150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D92CC17-4643-CBDC-AEB2-A5EB5391EB43}"/>
                  </a:ext>
                </a:extLst>
              </p14:cNvPr>
              <p14:cNvContentPartPr/>
              <p14:nvPr/>
            </p14:nvContentPartPr>
            <p14:xfrm>
              <a:off x="8018897" y="659672"/>
              <a:ext cx="16920" cy="2988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D92CC17-4643-CBDC-AEB2-A5EB5391EB43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01257" y="642032"/>
                <a:ext cx="52560" cy="65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510CBC01-E767-DE18-1EB5-0B8ABEE24788}"/>
              </a:ext>
            </a:extLst>
          </p:cNvPr>
          <p:cNvGrpSpPr/>
          <p:nvPr/>
        </p:nvGrpSpPr>
        <p:grpSpPr>
          <a:xfrm>
            <a:off x="8174057" y="663632"/>
            <a:ext cx="257040" cy="221760"/>
            <a:chOff x="8174057" y="663632"/>
            <a:chExt cx="257040" cy="221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20655B-E6AA-C5F3-A8C8-51D5FFB51DB9}"/>
                    </a:ext>
                  </a:extLst>
                </p14:cNvPr>
                <p14:cNvContentPartPr/>
                <p14:nvPr/>
              </p14:nvContentPartPr>
              <p14:xfrm>
                <a:off x="8219417" y="663632"/>
                <a:ext cx="4680" cy="201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20655B-E6AA-C5F3-A8C8-51D5FFB51DB9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201417" y="645992"/>
                  <a:ext cx="403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4BB510F-604F-065D-B666-5A300DACCFEE}"/>
                    </a:ext>
                  </a:extLst>
                </p14:cNvPr>
                <p14:cNvContentPartPr/>
                <p14:nvPr/>
              </p14:nvContentPartPr>
              <p14:xfrm>
                <a:off x="8174057" y="755792"/>
                <a:ext cx="114120" cy="35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4BB510F-604F-065D-B666-5A300DACCFE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56057" y="737792"/>
                  <a:ext cx="149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52909B-2E23-7C64-2CBF-89FFCB8B6E78}"/>
                    </a:ext>
                  </a:extLst>
                </p14:cNvPr>
                <p14:cNvContentPartPr/>
                <p14:nvPr/>
              </p14:nvContentPartPr>
              <p14:xfrm>
                <a:off x="8364857" y="753272"/>
                <a:ext cx="66240" cy="132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52909B-2E23-7C64-2CBF-89FFCB8B6E7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346857" y="735632"/>
                  <a:ext cx="10188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6AFD2A-F6AB-4417-68B8-5C52459B4C41}"/>
              </a:ext>
            </a:extLst>
          </p:cNvPr>
          <p:cNvGrpSpPr/>
          <p:nvPr/>
        </p:nvGrpSpPr>
        <p:grpSpPr>
          <a:xfrm>
            <a:off x="8861297" y="614672"/>
            <a:ext cx="345600" cy="300960"/>
            <a:chOff x="8861297" y="614672"/>
            <a:chExt cx="34560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B06AF45-2DAF-2C07-672D-ABACB3F73F9C}"/>
                    </a:ext>
                  </a:extLst>
                </p14:cNvPr>
                <p14:cNvContentPartPr/>
                <p14:nvPr/>
              </p14:nvContentPartPr>
              <p14:xfrm>
                <a:off x="8861297" y="781352"/>
                <a:ext cx="95400" cy="129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B06AF45-2DAF-2C07-672D-ABACB3F73F9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843657" y="763352"/>
                  <a:ext cx="1310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95088E4-7778-0C75-6FA9-C9CEFD2B3AE6}"/>
                    </a:ext>
                  </a:extLst>
                </p14:cNvPr>
                <p14:cNvContentPartPr/>
                <p14:nvPr/>
              </p14:nvContentPartPr>
              <p14:xfrm>
                <a:off x="9041297" y="614672"/>
                <a:ext cx="122760" cy="300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95088E4-7778-0C75-6FA9-C9CEFD2B3AE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023657" y="597032"/>
                  <a:ext cx="1584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D2926E-350F-1C50-A81E-BCC3C586D5B6}"/>
                    </a:ext>
                  </a:extLst>
                </p14:cNvPr>
                <p14:cNvContentPartPr/>
                <p14:nvPr/>
              </p14:nvContentPartPr>
              <p14:xfrm>
                <a:off x="9036257" y="804392"/>
                <a:ext cx="170640" cy="82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BD2926E-350F-1C50-A81E-BCC3C586D5B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018257" y="786752"/>
                  <a:ext cx="20628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0538580F-8BAD-919F-03FF-4B56038DFE53}"/>
                  </a:ext>
                </a:extLst>
              </p14:cNvPr>
              <p14:cNvContentPartPr/>
              <p14:nvPr/>
            </p14:nvContentPartPr>
            <p14:xfrm>
              <a:off x="6690137" y="1448432"/>
              <a:ext cx="154440" cy="1468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0538580F-8BAD-919F-03FF-4B56038DFE53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672137" y="1430432"/>
                <a:ext cx="190080" cy="18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5E1E155B-4522-4B53-0821-FAA9702FE02C}"/>
              </a:ext>
            </a:extLst>
          </p:cNvPr>
          <p:cNvGrpSpPr/>
          <p:nvPr/>
        </p:nvGrpSpPr>
        <p:grpSpPr>
          <a:xfrm>
            <a:off x="6993257" y="1383272"/>
            <a:ext cx="874080" cy="160200"/>
            <a:chOff x="6993257" y="1383272"/>
            <a:chExt cx="874080" cy="16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B81DDD9-A5BD-E710-0757-8D169E726BD3}"/>
                    </a:ext>
                  </a:extLst>
                </p14:cNvPr>
                <p14:cNvContentPartPr/>
                <p14:nvPr/>
              </p14:nvContentPartPr>
              <p14:xfrm>
                <a:off x="6993257" y="1425032"/>
                <a:ext cx="87840" cy="118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B81DDD9-A5BD-E710-0757-8D169E726BD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975257" y="1407392"/>
                  <a:ext cx="1234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4909920-C1D8-3C8D-EC2C-9A72EB6E7149}"/>
                    </a:ext>
                  </a:extLst>
                </p14:cNvPr>
                <p14:cNvContentPartPr/>
                <p14:nvPr/>
              </p14:nvContentPartPr>
              <p14:xfrm>
                <a:off x="7178297" y="1424312"/>
                <a:ext cx="50040" cy="108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4909920-C1D8-3C8D-EC2C-9A72EB6E714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160297" y="1406312"/>
                  <a:ext cx="856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C0ADAB-800B-8B18-8448-8BC25C85F1C2}"/>
                    </a:ext>
                  </a:extLst>
                </p14:cNvPr>
                <p14:cNvContentPartPr/>
                <p14:nvPr/>
              </p14:nvContentPartPr>
              <p14:xfrm>
                <a:off x="7324097" y="1425032"/>
                <a:ext cx="192960" cy="103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C0ADAB-800B-8B18-8448-8BC25C85F1C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306457" y="1407392"/>
                  <a:ext cx="2286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B613059-837E-7D1B-EDDE-91531C779485}"/>
                    </a:ext>
                  </a:extLst>
                </p14:cNvPr>
                <p14:cNvContentPartPr/>
                <p14:nvPr/>
              </p14:nvContentPartPr>
              <p14:xfrm>
                <a:off x="7584737" y="1394792"/>
                <a:ext cx="83160" cy="96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B613059-837E-7D1B-EDDE-91531C77948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566737" y="1376792"/>
                  <a:ext cx="1188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888D54-6D00-F252-0A1C-6690066A4682}"/>
                    </a:ext>
                  </a:extLst>
                </p14:cNvPr>
                <p14:cNvContentPartPr/>
                <p14:nvPr/>
              </p14:nvContentPartPr>
              <p14:xfrm>
                <a:off x="7754297" y="1383272"/>
                <a:ext cx="113040" cy="99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888D54-6D00-F252-0A1C-6690066A468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736657" y="1365272"/>
                  <a:ext cx="14868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9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63F1AF4B-ACE5-83AD-FA9C-6E5438BD8A95}"/>
                  </a:ext>
                </a:extLst>
              </p14:cNvPr>
              <p14:cNvContentPartPr/>
              <p14:nvPr/>
            </p14:nvContentPartPr>
            <p14:xfrm>
              <a:off x="8031497" y="1374992"/>
              <a:ext cx="268200" cy="30888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63F1AF4B-ACE5-83AD-FA9C-6E5438BD8A95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8013497" y="1357352"/>
                <a:ext cx="30384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55235663-5553-FEBF-761B-44C48386A8FD}"/>
                  </a:ext>
                </a:extLst>
              </p14:cNvPr>
              <p14:cNvContentPartPr/>
              <p14:nvPr/>
            </p14:nvContentPartPr>
            <p14:xfrm>
              <a:off x="8519657" y="1473272"/>
              <a:ext cx="4680" cy="3096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55235663-5553-FEBF-761B-44C48386A8FD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8502017" y="1455632"/>
                <a:ext cx="40320" cy="66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90330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52EEB-C656-F0A6-7DD3-FF089C951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Fixing underfit</a:t>
            </a:r>
          </a:p>
        </p:txBody>
      </p:sp>
      <p:pic>
        <p:nvPicPr>
          <p:cNvPr id="6" name="Content Placeholder 5" descr="A computer screen shot of a person&#10;&#10;Description automatically generated">
            <a:extLst>
              <a:ext uri="{FF2B5EF4-FFF2-40B4-BE49-F238E27FC236}">
                <a16:creationId xmlns:a16="http://schemas.microsoft.com/office/drawing/2014/main" id="{65250E82-5193-2232-E8FF-4A99543714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3703" y="1253331"/>
            <a:ext cx="9971816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7E55AA-78D3-79F6-B39F-07DFB4582B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3190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F287F-2DA4-4FB9-7ADD-55AF10BA8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Fixing overfit</a:t>
            </a:r>
          </a:p>
        </p:txBody>
      </p:sp>
      <p:pic>
        <p:nvPicPr>
          <p:cNvPr id="6" name="Content Placeholder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01256BA9-154E-06D4-904B-F2144C7D42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011" y="986361"/>
            <a:ext cx="9960564" cy="488527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FE1A0-2B28-9467-3B6F-DAAC91D2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55758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378CA-4365-93D9-6475-7CF773B55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characterization in </a:t>
            </a:r>
            <a:r>
              <a:rPr lang="en-US" dirty="0" err="1"/>
              <a:t>realtime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4D32DA3-0E07-BE7C-AA73-794568483F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6" y="1189520"/>
            <a:ext cx="738987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B9A7E-2ABD-DE36-9261-E73C30A8F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51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4443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ACA74-1D21-DDEB-AEB0-EB68217BC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of the model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E3926D46-33DE-B503-FE44-022832096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419" y="1316741"/>
            <a:ext cx="930316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90F63-23B9-3521-FED4-374CD8776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6936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34FE7-3768-E537-AB85-00CA0D72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 after classification</a:t>
            </a:r>
          </a:p>
        </p:txBody>
      </p:sp>
      <p:pic>
        <p:nvPicPr>
          <p:cNvPr id="6" name="Content Placeholder 5" descr="A computer code with black text&#10;&#10;Description automatically generated">
            <a:extLst>
              <a:ext uri="{FF2B5EF4-FFF2-40B4-BE49-F238E27FC236}">
                <a16:creationId xmlns:a16="http://schemas.microsoft.com/office/drawing/2014/main" id="{8455F422-C59B-B13F-8BFF-21E29D23B0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768" y="1181569"/>
            <a:ext cx="7064464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F4F1D-EFE1-7BB9-FE63-FDDAD9CE5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8404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23028</TotalTime>
  <Words>326</Words>
  <Application>Microsoft Office PowerPoint</Application>
  <PresentationFormat>Widescreen</PresentationFormat>
  <Paragraphs>111</Paragraphs>
  <Slides>53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Why use NN when your can hardcode? </vt:lpstr>
      <vt:lpstr>Self-driving car</vt:lpstr>
      <vt:lpstr>On-device machine learning applications in the single mW and below</vt:lpstr>
      <vt:lpstr>PowerPoint Presentation</vt:lpstr>
      <vt:lpstr>Sub-mW computing vs 100s of mW computing</vt:lpstr>
      <vt:lpstr>Cortex-M series microcontrollers are becoming powerful</vt:lpstr>
      <vt:lpstr>ML in microcontrollers TinyML</vt:lpstr>
      <vt:lpstr>PowerPoint Presentation</vt:lpstr>
      <vt:lpstr>Motion classification from accelerometer data</vt:lpstr>
      <vt:lpstr>Motion classification from accelerometer data</vt:lpstr>
      <vt:lpstr>Way too many inputs to the model </vt:lpstr>
      <vt:lpstr>Feature extraction</vt:lpstr>
      <vt:lpstr>What is a feature</vt:lpstr>
      <vt:lpstr>Raw data </vt:lpstr>
      <vt:lpstr>RMS of acceleration in each axis as the feature</vt:lpstr>
      <vt:lpstr>PowerPoint Presentation</vt:lpstr>
      <vt:lpstr>Features don’t need to be only in the time domain</vt:lpstr>
      <vt:lpstr>Features in the frequency domain</vt:lpstr>
      <vt:lpstr>Using both time and frequency domain features</vt:lpstr>
      <vt:lpstr>Holdout Method for training, validation, and testing</vt:lpstr>
      <vt:lpstr>Dataset balance</vt:lpstr>
      <vt:lpstr>Data flow diagram</vt:lpstr>
      <vt:lpstr>Final implementation</vt:lpstr>
      <vt:lpstr>Final implementation</vt:lpstr>
      <vt:lpstr>Final implementation</vt:lpstr>
      <vt:lpstr>Final implementation</vt:lpstr>
      <vt:lpstr>Final implementation</vt:lpstr>
      <vt:lpstr>Final implementation</vt:lpstr>
      <vt:lpstr>Confusion matrix in classification</vt:lpstr>
      <vt:lpstr>Confusion matrix in classification</vt:lpstr>
      <vt:lpstr>Confusion matrix in classification</vt:lpstr>
      <vt:lpstr>Confusion matrix in classification</vt:lpstr>
      <vt:lpstr>Confusion matrix in classification</vt:lpstr>
      <vt:lpstr>Confusion matrix accuracy</vt:lpstr>
      <vt:lpstr>Is this a good dataset?</vt:lpstr>
      <vt:lpstr>Positives and negatives</vt:lpstr>
      <vt:lpstr>False positives, false negatives</vt:lpstr>
      <vt:lpstr>Accuracy for a single class</vt:lpstr>
      <vt:lpstr>True Positive Rate, Sensitivity</vt:lpstr>
      <vt:lpstr>True Negative Rate, Selectivity</vt:lpstr>
      <vt:lpstr>Precision (Positive Predictive Value)</vt:lpstr>
      <vt:lpstr>F1 score</vt:lpstr>
      <vt:lpstr>Classifier metrics</vt:lpstr>
      <vt:lpstr>F1 score is indicative of dataset balance</vt:lpstr>
      <vt:lpstr>Model fit</vt:lpstr>
      <vt:lpstr>Accuracy vs epoch to understand dataset </vt:lpstr>
      <vt:lpstr>Loss vs epoch to understand dataset </vt:lpstr>
      <vt:lpstr>Fixing underfit</vt:lpstr>
      <vt:lpstr>Fixing overfit</vt:lpstr>
      <vt:lpstr>Model characterization in realtime</vt:lpstr>
      <vt:lpstr>Output of the model</vt:lpstr>
      <vt:lpstr>Action after classification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927</cp:revision>
  <cp:lastPrinted>2017-03-30T23:40:26Z</cp:lastPrinted>
  <dcterms:created xsi:type="dcterms:W3CDTF">2014-02-24T21:19:39Z</dcterms:created>
  <dcterms:modified xsi:type="dcterms:W3CDTF">2025-10-30T22:04:07Z</dcterms:modified>
</cp:coreProperties>
</file>